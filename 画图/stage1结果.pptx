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notesSlides/notesSlide21.xml" ContentType="application/vnd.openxmlformats-officedocument.presentationml.notesSlide+xml"/>
  <Override PartName="/ppt/comments/modernComment_119_24E9D965.xml" ContentType="application/vnd.ms-powerpoint.comments+xml"/>
  <Override PartName="/ppt/notesSlides/notesSlide22.xml" ContentType="application/vnd.openxmlformats-officedocument.presentationml.notesSlide+xml"/>
  <Override PartName="/ppt/comments/modernComment_11A_487AF3F3.xml" ContentType="application/vnd.ms-powerpoint.comments+xml"/>
  <Override PartName="/ppt/notesSlides/notesSlide23.xml" ContentType="application/vnd.openxmlformats-officedocument.presentationml.notesSlide+xml"/>
  <Override PartName="/ppt/comments/modernComment_11B_1497C3EF.xml" ContentType="application/vnd.ms-powerpoint.comments+xml"/>
  <Override PartName="/ppt/notesSlides/notesSlide24.xml" ContentType="application/vnd.openxmlformats-officedocument.presentationml.notesSlide+xml"/>
  <Override PartName="/ppt/comments/modernComment_11C_4C35CE21.xml" ContentType="application/vnd.ms-powerpoint.comments+xml"/>
  <Override PartName="/ppt/notesSlides/notesSlide25.xml" ContentType="application/vnd.openxmlformats-officedocument.presentationml.notesSlide+xml"/>
  <Override PartName="/ppt/comments/modernComment_11D_24D69F6C.xml" ContentType="application/vnd.ms-powerpoint.comments+xml"/>
  <Override PartName="/ppt/notesSlides/notesSlide26.xml" ContentType="application/vnd.openxmlformats-officedocument.presentationml.notesSlide+xml"/>
  <Override PartName="/ppt/comments/modernComment_121_A31B444B.xml" ContentType="application/vnd.ms-powerpoint.comments+xml"/>
  <Override PartName="/ppt/notesSlides/notesSlide27.xml" ContentType="application/vnd.openxmlformats-officedocument.presentationml.notesSlide+xml"/>
  <Override PartName="/ppt/comments/modernComment_11E_BB180686.xml" ContentType="application/vnd.ms-powerpoint.comments+xml"/>
  <Override PartName="/ppt/notesSlides/notesSlide28.xml" ContentType="application/vnd.openxmlformats-officedocument.presentationml.notesSlide+xml"/>
  <Override PartName="/ppt/comments/modernComment_11F_99C1F4A8.xml" ContentType="application/vnd.ms-powerpoint.comments+xml"/>
  <Override PartName="/ppt/notesSlides/notesSlide29.xml" ContentType="application/vnd.openxmlformats-officedocument.presentationml.notesSlide+xml"/>
  <Override PartName="/ppt/comments/modernComment_120_1876B60E.xml" ContentType="application/vnd.ms-powerpoint.comments+xml"/>
  <Override PartName="/ppt/notesSlides/notesSlide30.xml" ContentType="application/vnd.openxmlformats-officedocument.presentationml.notesSlide+xml"/>
  <Override PartName="/ppt/comments/modernComment_122_5593E57B.xml" ContentType="application/vnd.ms-powerpoint.comments+xml"/>
  <Override PartName="/ppt/notesSlides/notesSlide31.xml" ContentType="application/vnd.openxmlformats-officedocument.presentationml.notesSlide+xml"/>
  <Override PartName="/ppt/comments/modernComment_123_BDEEEE2F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Id2"/>
  </p:sldMasterIdLst>
  <p:notesMasterIdLst>
    <p:notesMasterId r:id="rId34"/>
  </p:notesMasterIdLst>
  <p:sldIdLst>
    <p:sldId id="277" r:id="rId3"/>
    <p:sldId id="278" r:id="rId4"/>
    <p:sldId id="272" r:id="rId5"/>
    <p:sldId id="273" r:id="rId6"/>
    <p:sldId id="274" r:id="rId7"/>
    <p:sldId id="275" r:id="rId8"/>
    <p:sldId id="259" r:id="rId9"/>
    <p:sldId id="261" r:id="rId10"/>
    <p:sldId id="262" r:id="rId11"/>
    <p:sldId id="260" r:id="rId12"/>
    <p:sldId id="269" r:id="rId13"/>
    <p:sldId id="256" r:id="rId14"/>
    <p:sldId id="257" r:id="rId15"/>
    <p:sldId id="258" r:id="rId16"/>
    <p:sldId id="263" r:id="rId17"/>
    <p:sldId id="264" r:id="rId18"/>
    <p:sldId id="265" r:id="rId19"/>
    <p:sldId id="266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9" r:id="rId28"/>
    <p:sldId id="286" r:id="rId29"/>
    <p:sldId id="287" r:id="rId30"/>
    <p:sldId id="288" r:id="rId31"/>
    <p:sldId id="290" r:id="rId32"/>
    <p:sldId id="291" r:id="rId33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054" autoAdjust="0"/>
  </p:normalViewPr>
  <p:slideViewPr>
    <p:cSldViewPr snapToGrid="0">
      <p:cViewPr varScale="1">
        <p:scale>
          <a:sx n="46" d="100"/>
          <a:sy n="46" d="100"/>
        </p:scale>
        <p:origin x="18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8/10/relationships/authors" Target="author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t>@@stage1-cases-NO_LEVEL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1A_487AF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BFC2C1-D1E8-4FB6-9CF4-10212D818CBC}" authorId="{D3F71A66-0C34-DF1A-5236-FECDBC820DCB}" created="2026-10-25T09:53:39.909Z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PROVENANCE v1</a:t>
        </a:r>
      </a:p>
      <a:p>
        <a:r>
          <a:t>id: stage1-candidate-quality-NO_LEVEL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stage1-candidate-quality-NO_LEVEL｜候选质量与有限候选数量下的检出</a:t>
        </a:r>
      </a:p>
      <a:p>
        <a:r>
          <a:t/>
        </a:r>
      </a:p>
      <a:p>
        <a:r>
          <a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andidate-quality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57A6230-EFAC-4BC0-99B6-1683B7BF1A08}" authorId="{D3F71A66-0C34-DF1A-5236-FECDBC820DCB}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@@stage1-candidate-quality-NO_LEVEL</a:t>
        </a:r>
      </a:p>
    </p188:txBody>
  </p188:cm>
</p188:cmLst>
</file>

<file path=ppt/comments/modernComment_11B_1497C3E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F15E70-BFD3-439E-800C-C448CA416893}" authorId="{D3F71A66-0C34-DF1A-5236-FECDBC820DCB}" created="2026-10-25T09:53:39.909Z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PROVENANCE v1</a:t>
        </a:r>
      </a:p>
      <a:p>
        <a:r>
          <a:t>id: stage1-strict-threshold-NO_LEVEL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stage1-strict-threshold-NO_LEVEL｜严格覆盖阈值下的检出</a:t>
        </a:r>
      </a:p>
      <a:p>
        <a:r>
          <a:t/>
        </a:r>
      </a:p>
      <a:p>
        <a:r>
          <a:t>当前载体为`画图/stage1结果.pptx`第23页。补充第一图。a、b只读取oto05的冻结均值、95%区间和逐PDB值，比较双向覆盖0.5下的实例级PRAUC。GT/CA2/Emap全配体均值0.557571/0.447013/0.126172，小分子0.604858/0.499294/0.293214。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strict-threshold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0C1434C5-3F7D-4AD2-9495-AAEBC721702A}" authorId="{D3F71A66-0C34-DF1A-5236-FECDBC820DCB}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@@stage1-strict-threshold-NO_LEVEL</a:t>
        </a:r>
      </a:p>
    </p188:txBody>
  </p188:cm>
</p188:cmLst>
</file>

<file path=ppt/comments/modernComment_11C_4C35CE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365DD7B-3941-41EE-A29B-B32E4B28A49D}" authorId="{D3F71A66-0C34-DF1A-5236-FECDBC820DCB}" created="2026-10-25T09:53:39.909Z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PROVENANCE v1</a:t>
        </a:r>
      </a:p>
      <a:p>
        <a:r>
          <a:t>id: stage1-completion-curves-NO_LEVEL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stage1-completion-curves-NO_LEVEL｜完整候选排序检出曲线</a:t>
        </a:r>
      </a:p>
      <a:p>
        <a:r>
          <a:t/>
        </a:r>
      </a:p>
      <a:p>
        <a:r>
          <a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-NO_LEVEL第20页保留，本图用新图名呈现相同完成度口径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strict-threshold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ompletion-curves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818C847-1B3F-42F2-8057-AB84D22459BB}" authorId="{D3F71A66-0C34-DF1A-5236-FECDBC820DCB}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@@stage1-completion-curves-NO_LEVEL</a:t>
        </a:r>
      </a:p>
    </p188:txBody>
  </p188:cm>
</p188:cmLst>
</file>

<file path=ppt/comments/modernComment_11D_24D69F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7B91DF-ADE1-40EA-A915-1C544C410703}" authorId="{D3F71A66-0C34-DF1A-5236-FECDBC820DCB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3BD226F-1B26-45BF-93F8-E062E6CF5DAF}" authorId="{D3F71A66-0C34-DF1A-5236-FECDBC820DCB}" created="2026-10-27T18:04:45.058+08:00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@@stage1-overall-performance</a:t>
        </a:r>
      </a:p>
    </p188:txBody>
  </p188:cm>
</p188:cmLst>
</file>

<file path=ppt/comments/modernComment_11E_BB1806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CCC3CD-B069-4CCC-A7AD-52593582C68F}" authorId="{D3F71A66-0C34-DF1A-5236-FECDBC820DCB}" created="2026-10-27T10:38:19.490Z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PROVENANCE v1</a:t>
        </a:r>
      </a:p>
      <a:p>
        <a:r>
          <a:t>id: stage1-candidate-quality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stage1-candidate-quality｜显式推荐 level 条件</a:t>
        </a:r>
      </a:p>
      <a:p>
        <a:r>
          <a:t/>
        </a:r>
      </a:p>
      <a:p>
        <a:r>
          <a:t>本图与`@@stage1-overall-performance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本页保留原四面板模板，在补充材料展示新条件P/R分布与100%／300%候选预算检出完成度；不再单独进入正文。Emap全配体100%／300%为0.28548475／0.31400840，全部小分子为0.46613776／0.54886337。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stage1-candidate-quality`。统一入口按本记录inputs显式绑定条件，屏蔽旧temp，科学输入位于上列长期目录；临时图稿、PPT和receipt写本次temp构建目录。当前作者PPT保存新页及最小双语备注，旧页使用`-NO_LEVEL`。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EF6AA6E-EC31-4904-9A93-8FA576C54D26}" authorId="{D3F71A66-0C34-DF1A-5236-FECDBC820DCB}" created="2026-10-27T18:04:45.160+08:00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@@stage1-candidate-quality</a:t>
        </a:r>
      </a:p>
    </p188:txBody>
  </p188:cm>
</p188:cmLst>
</file>

<file path=ppt/comments/modernComment_11F_99C1F4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17D6FC-67AE-4A7C-8FF3-F22B59BB6EBC}" authorId="{D3F71A66-0C34-DF1A-5236-FECDBC820DCB}" created="2026-10-27T10:38:19.491Z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PROVENANCE v1</a:t>
        </a:r>
      </a:p>
      <a:p>
        <a:r>
          <a:t>id: stage1-strict-threshold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stage1-strict-threshold｜显式推荐 level 条件</a:t>
        </a:r>
      </a:p>
      <a:p>
        <a:r>
          <a:t/>
        </a:r>
      </a:p>
      <a:p>
        <a:r>
          <a:t>本图与`@@stage1-overall-performance`、`@@stage1-candidate-quality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沿用原两面板严格阈值图。双向覆盖阈值0.5下，新Emap全配体／全部小分子的PDB等权实例PRAUC为0.15179729／0.33677677，GT/CA2原值不变。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stage1-strict-threshold`。统一入口按本记录inputs显式绑定条件，屏蔽旧temp，科学输入位于上列长期目录；临时图稿、PPT和receipt写本次temp构建目录。当前作者PPT保存新页及最小双语备注，旧页使用`-NO_LEVEL`。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D27B4932-85B0-465A-A653-46D213F01A6D}" authorId="{D3F71A66-0C34-DF1A-5236-FECDBC820DCB}" created="2026-10-27T18:04:45.200+08:00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@@stage1-strict-threshold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t>@@stage1全测试集条形图-NO_LEVEL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t>@@stage1-legacy-pr-distribution-NO_LEVEL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t>@@stage1全测试集头对头语义PRAUC-NO_LEVEL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t>@@stage1全测试集头对头1to10.3PRAUC-NO_LEVEL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t>@@stage1-c-full-paired-NO_LEVEL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t>@@stage1-d-small-paired-NO_LEVEL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t>@@stage1-e-full-violin-NO_LEVEL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t>@@stage1-f-small-violin-NO_LEVEL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t>@@stage1-a-full-bar-NO_LEVEL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t>@@stage1-b-small-bar-NO_LEVEL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@@stage1-main-sixpanel-NO_LEVEL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stage1-main-sixpanel-NO_LEVEL｜Find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本图为2026-10-25修订前的六面板统计原稿，保留在第19页；当前正文改用@@stage1-overall-performance-NO_LEVEL与@@stage1-candidate-quality-NO_LEVEL，0.5阈值移入@@stage1-strict-threshold-NO_LEVEL。原统计中，左列为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@@find-only-instance-completion-NO_LEVEL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find-only-instance-completion-NO_LEVEL｜候选排序中的实例检出完成度</a:t>
        </a:r>
      </a:p>
      <a:p>
        <a:r>
          <a:t/>
        </a:r>
      </a:p>
      <a:p>
        <a:r>
          <a:t>**共享关系与本图选择。** 本图与`@@e2e-find-build-direct-comparison-NO_LEVEL`、`@@stage3-predicted-region-head-to-head-NO_LEVEL`、`@@supp-find-correct-match-build-NO_LEVEL`关联的共享代码位于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本图为第20页保留的原完成度图；当前正文采用@@stage1-candidate-quality-NO_LEVEL的柱图，完整曲线由新页@@stage1-completion-curves-NO_LEVEL进入补充。原六面板上排为全配体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comments/modernComment_119_24E9D9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BA3111-D672-4A3C-8AB9-B2EF77F6B161}" authorId="{D3F71A66-0C34-DF1A-5236-FECDBC820DCB}" created="2026-10-25T09:53:39.909Z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PROVENANCE v1</a:t>
        </a:r>
      </a:p>
      <a:p>
        <a:r>
          <a:t>id: stage1-overall-performance-NO_LEVEL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stage1-overall-performance-NO_LEVEL｜整体配体区域检出</a:t>
        </a:r>
      </a:p>
      <a:p>
        <a:r>
          <a:t/>
        </a:r>
      </a:p>
      <a:p>
        <a:r>
          <a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Å）、色条和等比例坐标。较高／相等／较低为112／40／27及40／36／18，容差1e-12。Dice不使用实例覆盖阈值；PRAUC使用双向覆盖0.3，图内省略0.3下标。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candidate-quality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overall-performance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A71FB57D-5B08-4F77-B5F2-5F9AF5FD63A9}" authorId="{D3F71A66-0C34-DF1A-5236-FECDBC820DCB}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@@stage1-overall-performance-NO_LEVEL</a:t>
        </a:r>
      </a:p>
    </p188:txBody>
  </p188:cm>
</p188:cmLst>
</file>

<file path=ppt/comments/modernComment_120_1876B60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E6E204A-1BCF-4F52-BD32-EEFD049526BC}" authorId="{D3F71A66-0C34-DF1A-5236-FECDBC820DCB}" created="2026-10-27T10:38:19.491Z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PROVENANCE v1</a:t>
        </a:r>
      </a:p>
      <a:p>
        <a:r>
          <a:t>id: stage1-completion-curves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stage1-completion-curves｜显式推荐 level 条件</a:t>
        </a:r>
      </a:p>
      <a:p>
        <a:r>
          <a:t/>
        </a:r>
      </a:p>
      <a:p>
        <a:r>
          <a:t>本图与`@@stage1-overall-performance`、`@@stage1-candidate-quality`、`@@stage1-strict-threshold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全配体／全部小分子六面板完整曲线。分母179／2502与94／821；从全部真实类别中以双向覆盖均至少0.3、几何均值最大确定候选唯一归属，之后再判断范围。保留背景、重复命中和零候选PDB；小分子忽略其他真实类别候选。100%／300%按每PDB真实实例数取整预算，均值为逐PDB等权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stage1-completion-curves`。统一入口按本记录inputs显式绑定条件，屏蔽旧temp，科学输入位于上列长期目录；临时图稿、PPT和receipt写本次temp构建目录。当前作者PPT保存新页及最小双语备注，旧页使用`-NO_LEVEL`。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A23A788F-14FD-4670-854A-320FB628918C}" authorId="{D3F71A66-0C34-DF1A-5236-FECDBC820DCB}" created="2026-10-27T18:04:45.477+08:00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@@stage1-completion-curves</a:t>
        </a:r>
      </a:p>
    </p188:txBody>
  </p188:cm>
</p188:cmLst>
</file>

<file path=ppt/comments/modernComment_121_A31B444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A7E5D11-B310-43BE-8FA9-29816007B23D}" authorId="{D3F71A66-0C34-DF1A-5236-FECDBC820DCB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stage1-overall-performance(v1)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stage1-overall-performance(v1)｜作者编辑版</a:t>
        </a:r>
      </a:p>
      <a:p>
        <a:r>
          <a:t/>
        </a:r>
      </a:p>
      <a:p>
        <a:r>
          <a:t>本页继承 @@stage1-overall-performance 的科学来源、输入和统计定义。当前可编辑 PPT 保存作者排版；科学重建使用原版入口，不覆盖作者版本。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135A6738-7399-430A-A758-E55BFE696AF8}" authorId="{D3F71A66-0C34-DF1A-5236-FECDBC820DCB}" created="2026-10-29T08:19:15.478">
    <pc:sldMkLst xmlns:pc="http://schemas.microsoft.com/office/powerpoint/2013/main/command">
      <pc:docMk/>
      <pc:sldMk cId="2736473163" sldId="289"/>
    </pc:sldMkLst>
    <p188:txBody>
      <a:bodyPr/>
      <a:lstStyle/>
      <a:p>
        <a:r>
          <a:rPr lang="zh-CN" altLang="en-US"/>
          <a:t>@@stage1-overall-performance(v1)</a:t>
        </a:r>
      </a:p>
    </p188:txBody>
  </p188:cm>
</p188:cmLst>
</file>

<file path=ppt/comments/modernComment_122_5593E5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095C7CF-A2B1-46AA-94D8-3CF978F70E47}" authorId="{D3F71A66-0C34-DF1A-5236-FECDBC820DCB}" created="2026-10-29T15:30:44.446Z">
    <pc:sldMkLst xmlns:pc="http://schemas.microsoft.com/office/powerpoint/2013/main/command">
      <pc:docMk/>
      <pc:sldMk cId="142699398" sldId="256"/>
    </pc:sldMkLst>
    <p188:pos x="0" y="0"/>
    <p188:txBody>
      <a:bodyPr/>
      <a:lstStyle/>
      <a:p>
        <a:r>
          <a:t>PROVENANCE v1</a:t>
        </a:r>
      </a:p>
      <a:p>
        <a:r>
          <a:t>id: stage1-additional-analysis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stage1-additional-analysis｜Stage1 补充分析</a:t>
        </a:r>
      </a:p>
      <a:p>
        <a:r>
          <a:t/>
        </a:r>
      </a:p>
      <a:p>
        <a:r>
          <a:t>当前选择 `conditions.explicit_emdb_level`: 两行三列, a/d PRAUC@0.5、b/e P/R@0.5、c/f 100%和300%预算完成度。上行全配体179 PDB／2,502实例, 下行全部小分子94 PDB／821实例。两种 level 条件共同准备, 本图按上述键取数, 不通过改标签切换输入。</a:t>
        </a:r>
      </a:p>
      <a:p>
        <a:r>
          <a:t/>
        </a:r>
      </a:p>
      <a:p>
        <a:r>
          <a:t>直接入口为 `画图/画图代码/stage1/calculate/stage1-additional-analysis/prepare_data.py` 与 `plot.py`; 前者补齐0.5 P/R并逐PDB复现原0.3, 后者装配预算统计和面板。科学匹配唯一实现是 `stage1-main-sixpanel/science/compute_small_pr.py::evaluate_selected`, 小分子类别归属固定0.3、覆盖率几何均值最大、并列较小实例编号, P/R使用最终selected后的最大一对一匹配。原PRAUC和Dice保留冻结值; 不重新运行模型。新实验实际版本为37b0d9e7ad2a1b18fa096d91f154619085cee907, GT/CA2沿原冻结来源, 不是以当前论文Git版本代替实验版本。</a:t>
        </a:r>
      </a:p>
      <a:p>
        <a:r>
          <a:t/>
        </a:r>
      </a:p>
      <a:p>
        <a:r>
          <a:t>预算只来自显式level的 `completion_panels.json`, 命中阈值0.3、首次命中、背景及重复命中占位置, 小分子视图忽略归属其他类别的候选。100%/300%给每PDB最多floor(ρN)个候选, 零候选PDB记0。均值按PDB等权, 10,000次bootstrap, 种子20260922, 区间为2.5%/97.5%分位数。小提琴在0/1边界反射, 带宽沿原冻结值, 白点/粗线是中位数/四分位范围。</a:t>
        </a:r>
      </a:p>
      <a:p>
        <a:r>
          <a:t/>
        </a:r>
      </a:p>
      <a:p>
        <a:r>
          <a:t>本图与 @@stage1-no-level-comparison-NO_LEVEL 共享 `画图/画图代码/stage1/calculate/stage1-additional-analysis` 的全部准备和布局; 与上述四张旧图只共享 `画图/画图代码/stage1/calculate/stage1-results-revision/plot.py::draw_panel/export_figure` 与 `build_deck.mjs` 的原生图元运输。模型指标及预算定义不在新目录复制。数据字段与来源位置见本目录README; 原始交集NPZ及类别文件由 `source_receipt.json` 逐件定位。</a:t>
        </a:r>
      </a:p>
      <a:p>
        <a:r>
          <a:t/>
        </a:r>
      </a:p>
      <a:p>
        <a:r>
          <a:t>完整命令: `python -X utf8 -B 转换工具/ops/rebuild_figures.py --figure stage1-additional-analysis`。入口在屏蔽旧temp的目录依次准备数据、绘图、装配原生PPT并同步来源。正式PPT第30页, 所有图元可编辑, 备注保存双语图注, 独立批注为@@stage1-additional-analysis; 旧页保留。本轮两种阈值统计已复现并保存; 正式第30/31页均为原生可编辑图形, 无整图位图。两图完整重建均通过, old_temp_blocked=true, 同次生成的统计与长期留档逐字节一致。原29页科学图形及图注保留。</a:t>
        </a:r>
      </a:p>
      <a:p>
        <a:r>
          <a:t/>
        </a:r>
      </a:p>
      <a:p>
        <a:r>
          <a:t>完整共享图名: @@stage1-no-level-comparison-NO_LEVEL、@@stage1-overall-performance、@@stage1-candidate-quality、@@stage1-strict-threshold、@@stage1-completion-curves、@@stage1-main-sixpanel-NO_LEVEL、@@e2e-find-build-direct-comparison。共享原小分子匹配与SVG运输的目录为 `stage1/calculate/stage1-main-sixpanel`; `e2e/calculate/find-build-shared` 是原图元的间接导入, 本图只用本条所述Find统计, 不采用Build曲线或77／446分母。</a:t>
        </a:r>
      </a:p>
      <a:p>
        <a:r>
          <a:t/>
        </a:r>
      </a:p>
      <a:p>
        <a:r>
          <a:t>长期统计留档为 `stage1/output/stage1-additional-analysis/data/conditions.json`、`source_data.csv` 与 `verification.json`。完整重建从上述冻结原始评价重新准备, 只写本次 `FIGURE_BUILD_ROOT/data/`, 绘图只读同次新生成的 `data/conditions.json`, 不依赖旧派生缓存或旧temp。</a:t>
        </a:r>
      </a:p>
      <a:p>
        <a:r>
          <a:t/>
        </a:r>
      </a:p>
      <a:p>
        <a:r>
          <a:t/>
        </a:r>
      </a:p>
      <a:p>
        <a:r>
          <a:t>2026-10-30 作者授权的布局修订仅压缩行列空白, 全部文字、统计点、图例及原生图元数保留。2×3 的中列按视觉空白左移0.018画布宽, b/e 只豁免机械横向等距, 其余行列、尺寸和标签仍检查；2×2 保留宽面板。正式页更新以作者最新图集为底, 不回退其他页编辑, 批注署名使用 Hongen Peng（HP）。</a:t>
        </a:r>
      </a:p>
    </p188:txBody>
  </p188:cm>
  <p188:cm id="{4E009AFA-7B66-40F3-8A70-D8141539A1AC}" authorId="{D3F71A66-0C34-DF1A-5236-FECDBC820DCB}" created="2026-10-29T23:21:16.290+08:00">
    <pc:sldMkLst xmlns:pc="http://schemas.microsoft.com/office/powerpoint/2013/main/command">
      <pc:docMk/>
      <pc:sldMk cId="142699398" sldId="256"/>
    </pc:sldMkLst>
    <p188:pos x="0" y="0"/>
    <p188:txBody>
      <a:bodyPr/>
      <a:lstStyle/>
      <a:p>
        <a:r>
          <a:t>@@stage1-additional-analysis</a:t>
        </a:r>
      </a:p>
    </p188:txBody>
  </p188:cm>
</p188:cmLst>
</file>

<file path=ppt/comments/modernComment_123_BDEEEE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160560-4BE2-45B9-A9F4-35947EA73D37}" authorId="{D3F71A66-0C34-DF1A-5236-FECDBC820DCB}" created="2026-10-29T15:30:44.448Z">
    <pc:sldMkLst xmlns:pc="http://schemas.microsoft.com/office/powerpoint/2013/main/command">
      <pc:docMk/>
      <pc:sldMk cId="728922859" sldId="257"/>
    </pc:sldMkLst>
    <p188:pos x="0" y="0"/>
    <p188:txBody>
      <a:bodyPr/>
      <a:lstStyle/>
      <a:p>
        <a:r>
          <a:t>PROVENANCE v1</a:t>
        </a:r>
      </a:p>
      <a:p>
        <a:r>
          <a:t>id: stage1-no-level-comparison-NO_LEVEL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stage1-no-level-comparison-NO_LEVEL｜Stage1 补充分析</a:t>
        </a:r>
      </a:p>
      <a:p>
        <a:r>
          <a:t/>
        </a:r>
      </a:p>
      <a:p>
        <a:r>
          <a:t>当前选择 `conditions.no_level`: 两行两列, a/c Dice、PRAUC@0.3/@0.5, b/d P03/R03/P05/R05; 图例明确 no level。上行全配体179 PDB／2,502实例, 下行全部小分子94 PDB／821实例。两种 level 条件共同准备, 本图按上述键取数, 不通过改标签切换输入。</a:t>
        </a:r>
      </a:p>
      <a:p>
        <a:r>
          <a:t/>
        </a:r>
      </a:p>
      <a:p>
        <a:r>
          <a:t>本图的Emap2lig输入是原 `stage1-main-sixpanel/v5/data/plot_data.json` 的 `no_level` 冻结结果。下述新实验提交37b0d9e7ad2a1b18fa096d91f154619085cee907只对应共享程序准备的另一条件 `explicit_emdb_level`, 不是本图的旧无level运行版本。下述预算过程也只用于共享的 @@stage1-additional-analysis, 未绘入本图。</a:t>
        </a:r>
      </a:p>
      <a:p>
        <a:r>
          <a:t/>
        </a:r>
      </a:p>
      <a:p>
        <a:r>
          <a:t>直接入口为 `画图/画图代码/stage1/calculate/stage1-additional-analysis/prepare_data.py` 与 `plot.py`; 前者补齐0.5 P/R并逐PDB复现原0.3, 后者装配预算统计和面板。科学匹配唯一实现是 `stage1-main-sixpanel/science/compute_small_pr.py::evaluate_selected`, 小分子类别归属固定0.3、覆盖率几何均值最大、并列较小实例编号, P/R使用最终selected后的最大一对一匹配。原PRAUC和Dice保留冻结值; 不重新运行模型。新实验实际版本为37b0d9e7ad2a1b18fa096d91f154619085cee907, GT/CA2沿原冻结来源, 不是以当前论文Git版本代替实验版本。</a:t>
        </a:r>
      </a:p>
      <a:p>
        <a:r>
          <a:t/>
        </a:r>
      </a:p>
      <a:p>
        <a:r>
          <a:t>预算只来自显式level的 `completion_panels.json`, 命中阈值0.3、首次命中、背景及重复命中占位置, 小分子视图忽略归属其他类别的候选。100%/300%给每PDB最多floor(ρN)个候选, 零候选PDB记0。均值按PDB等权, 10,000次bootstrap, 种子20260922, 区间为2.5%/97.5%分位数。小提琴在0/1边界反射, 带宽沿原冻结值, 白点/粗线是中位数/四分位范围。</a:t>
        </a:r>
      </a:p>
      <a:p>
        <a:r>
          <a:t/>
        </a:r>
      </a:p>
      <a:p>
        <a:r>
          <a:t>本图与 @@stage1-additional-analysis 共享 `画图/画图代码/stage1/calculate/stage1-additional-analysis` 的全部准备和布局; 与上述四张旧图只共享 `画图/画图代码/stage1/calculate/stage1-results-revision/plot.py::draw_panel/export_figure` 与 `build_deck.mjs` 的原生图元运输。模型指标及预算定义不在新目录复制。数据字段与来源位置见本目录README; 原始交集NPZ及类别文件由 `source_receipt.json` 逐件定位。</a:t>
        </a:r>
      </a:p>
      <a:p>
        <a:r>
          <a:t/>
        </a:r>
      </a:p>
      <a:p>
        <a:r>
          <a:t>完整命令: `python -X utf8 -B 转换工具/ops/rebuild_figures.py --figure stage1-no-level-comparison-NO_LEVEL`。入口在屏蔽旧temp的目录依次准备数据、绘图、装配原生PPT并同步来源。正式PPT第31页, 所有图元可编辑, 备注保存双语图注, 独立批注为@@stage1-no-level-comparison-NO_LEVEL; 旧页保留。本轮两种阈值统计已复现并保存; 正式第30/31页均为原生可编辑图形, 无整图位图。两图完整重建均通过, old_temp_blocked=true, 同次生成的统计与长期留档逐字节一致。原29页科学图形及图注保留。</a:t>
        </a:r>
      </a:p>
      <a:p>
        <a:r>
          <a:t/>
        </a:r>
      </a:p>
      <a:p>
        <a:r>
          <a:t>完整共享图名: @@stage1-additional-analysis、@@stage1-overall-performance、@@stage1-candidate-quality、@@stage1-strict-threshold、@@stage1-completion-curves、@@stage1-main-sixpanel-NO_LEVEL、@@e2e-find-build-direct-comparison。共享原小分子匹配与SVG运输的目录为 `stage1/calculate/stage1-main-sixpanel`; `e2e/calculate/find-build-shared` 是原图元的间接导入, 本图只用本条所述Find统计, 不采用Build曲线或77／446分母。</a:t>
        </a:r>
      </a:p>
      <a:p>
        <a:r>
          <a:t/>
        </a:r>
      </a:p>
      <a:p>
        <a:r>
          <a:t>长期统计留档为 `stage1/output/stage1-additional-analysis/data/conditions.json`、`source_data.csv` 与 `verification.json`。完整重建从上述冻结原始评价重新准备, 只写本次 `FIGURE_BUILD_ROOT/data/`, 绘图只读同次新生成的 `data/conditions.json`, 不依赖旧派生缓存或旧temp。</a:t>
        </a:r>
      </a:p>
      <a:p>
        <a:r>
          <a:t/>
        </a:r>
      </a:p>
      <a:p>
        <a:r>
          <a:t/>
        </a:r>
      </a:p>
      <a:p>
        <a:r>
          <a:t>2026-10-30 作者授权的布局修订仅压缩行列空白, 全部文字、统计点、图例及原生图元数保留。2×3 的中列按视觉空白左移0.018画布宽, b/e 只豁免机械横向等距, 其余行列、尺寸和标签仍检查；2×2 保留宽面板。正式页更新以作者最新图集为底, 不回退其他页编辑, 批注署名使用 Hongen Peng（HP）。</a:t>
        </a:r>
      </a:p>
    </p188:txBody>
  </p188:cm>
  <p188:cm id="{59C574C5-B1B7-449A-AA73-0E51197495A4}" authorId="{D3F71A66-0C34-DF1A-5236-FECDBC820DCB}" created="2026-10-29T23:21:17.066+08:00">
    <pc:sldMkLst xmlns:pc="http://schemas.microsoft.com/office/powerpoint/2013/main/command">
      <pc:docMk/>
      <pc:sldMk cId="728922859" sldId="257"/>
    </pc:sldMkLst>
    <p188:pos x="0" y="0"/>
    <p188:txBody>
      <a:bodyPr/>
      <a:lstStyle/>
      <a:p>
        <a:r>
          <a:t>@@stage1-no-level-comparison-NO_LEVEL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>
            <a:r>
              <a:t>ENGLISH:</a:t>
            </a:r>
          </a:p>
          <a:p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92143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EAA2C-2759-EFDD-B378-6D3CF51E1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18523-BF22-9C9F-C48F-3C1D6EC6B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30A3-7AA1-CB27-7093-D19BBE7B6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5254A-6137-3B4D-3183-194D00ACC64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79987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095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6052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5109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配体区域检出的补充分析。全配体包含179个PDB、2,502个实例，小分子包含94个PDB、821个实例。LigandSeek-Find </a:t>
            </a:r>
            <a:r>
              <a:rPr dirty="0" err="1"/>
              <a:t>使用沉积受体（GT）或</a:t>
            </a:r>
            <a:r>
              <a:rPr dirty="0"/>
              <a:t> CryoAtom2 重建受体（CA2）。Emap2lig-Find </a:t>
            </a:r>
            <a:r>
              <a:rPr dirty="0" err="1"/>
              <a:t>显式接收</a:t>
            </a:r>
            <a:r>
              <a:rPr dirty="0"/>
              <a:t> EMDB </a:t>
            </a:r>
            <a:r>
              <a:rPr dirty="0" err="1"/>
              <a:t>推荐</a:t>
            </a:r>
            <a:r>
              <a:rPr dirty="0"/>
              <a:t> contour level。</a:t>
            </a:r>
          </a:p>
          <a:p>
            <a:r>
              <a:rPr dirty="0"/>
              <a:t>a, d，全配体和小分子在双向覆盖阈值0.5下的实例级 $\</a:t>
            </a:r>
            <a:r>
              <a:rPr dirty="0" err="1"/>
              <a:t>mathrm</a:t>
            </a:r>
            <a:r>
              <a:rPr dirty="0"/>
              <a:t>{PRAUC}_{0.5}$。柱高为PDB等权均值，淡色点为逐PDB结果；误差条为10,000次PDB bootstrap的95%区间。</a:t>
            </a:r>
          </a:p>
          <a:p>
            <a:r>
              <a:rPr dirty="0"/>
              <a:t>b, e，相同0.5阈值下的实例级精确率与召回率。小提琴为逐PDB分布，白点与粗线为中位数及四分位范围。</a:t>
            </a:r>
          </a:p>
          <a:p>
            <a:r>
              <a:rPr dirty="0"/>
              <a:t>c, f，100%和300%相对候选数量下的平均检出完成度。命中仍要求双向覆盖至少0.3。柱高为PDB等权均值，误差条同上。</a:t>
            </a:r>
            <a:endParaRPr lang="en-US" dirty="0"/>
          </a:p>
          <a:p>
            <a:endParaRPr dirty="0"/>
          </a:p>
          <a:p>
            <a:r>
              <a:rPr b="1" dirty="0"/>
              <a:t>ENGLISH: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Additional analyses of ligand-region detection. </a:t>
            </a:r>
            <a:r>
              <a:rPr lang="zh-CN" altLang="zh-CN" sz="1200" kern="1200" dirty="0">
                <a:effectLst/>
              </a:rPr>
              <a:t>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  <a:r>
              <a:rPr lang="en-US" altLang="zh-CN" sz="1200" kern="1200" dirty="0">
                <a:effectLst/>
              </a:rPr>
              <a:t> </a:t>
            </a:r>
            <a:r>
              <a:rPr dirty="0"/>
              <a:t>Emap2lig-Find receives the EMDB-recommended contour level.</a:t>
            </a:r>
          </a:p>
          <a:p>
            <a:r>
              <a:rPr sz="1200" b="1" kern="1200" dirty="0"/>
              <a:t>a, d, </a:t>
            </a:r>
            <a:r>
              <a:rPr dirty="0"/>
              <a:t>Instance-level $\</a:t>
            </a:r>
            <a:r>
              <a:rPr dirty="0" err="1"/>
              <a:t>mathrm</a:t>
            </a:r>
            <a:r>
              <a:rPr dirty="0"/>
              <a:t>{PRAUC}_{0.5}$ for all ligands and small molecules at a bidirectional coverage threshold of 0.5. Bars show PDB-equal means, faint points show individual PDB entries, and error bars show 95% intervals from 10,000 PDB bootstrap resamples.</a:t>
            </a:r>
          </a:p>
          <a:p>
            <a:r>
              <a:rPr sz="1200" b="1" kern="1200" dirty="0"/>
              <a:t>b, e, </a:t>
            </a:r>
            <a:r>
              <a:rPr dirty="0"/>
              <a:t>Instance-level precision and recall at the same 0.5 threshold. Violins show PDB distributions; white circles and thick lines indicate medians and interquartile ranges.</a:t>
            </a:r>
          </a:p>
          <a:p>
            <a:r>
              <a:rPr sz="1200" b="1" kern="1200" dirty="0"/>
              <a:t>c, f, </a:t>
            </a:r>
            <a:r>
              <a:rPr dirty="0"/>
              <a:t>Mean detection completion at relative candidate counts of 100% and 300%. Detection retains a bidirectional coverage threshold of 0.3</a:t>
            </a:r>
            <a:r>
              <a:rPr lang="en-US" dirty="0"/>
              <a:t>.</a:t>
            </a:r>
            <a:r>
              <a:rPr dirty="0"/>
              <a:t> Bars show PDB-equal means; error bars are defined as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566003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未显式提供</a:t>
            </a:r>
            <a:r>
              <a:rPr dirty="0"/>
              <a:t> contour level </a:t>
            </a:r>
            <a:r>
              <a:rPr dirty="0" err="1"/>
              <a:t>时的配体区域检出。LigandSeek-Find</a:t>
            </a:r>
            <a:r>
              <a:rPr dirty="0"/>
              <a:t> </a:t>
            </a:r>
            <a:r>
              <a:rPr dirty="0" err="1"/>
              <a:t>使用沉积受体（GT）或</a:t>
            </a:r>
            <a:r>
              <a:rPr dirty="0"/>
              <a:t> CryoAtom2 重建受体（CA2）。Emap2lig-Find </a:t>
            </a:r>
            <a:r>
              <a:rPr dirty="0" err="1"/>
              <a:t>未显式接收</a:t>
            </a:r>
            <a:r>
              <a:rPr dirty="0"/>
              <a:t> EMDB </a:t>
            </a:r>
            <a:r>
              <a:rPr dirty="0" err="1"/>
              <a:t>推荐</a:t>
            </a:r>
            <a:r>
              <a:rPr dirty="0"/>
              <a:t> contour level。</a:t>
            </a:r>
            <a:r>
              <a:rPr lang="zh-CN" altLang="en-US" dirty="0"/>
              <a:t>全配体包含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altLang="zh-CN" dirty="0"/>
              <a:t>PDB</a:t>
            </a:r>
            <a:r>
              <a:rPr lang="zh-CN" altLang="en-US" dirty="0"/>
              <a:t>、</a:t>
            </a:r>
            <a:r>
              <a:rPr lang="en-US" altLang="zh-CN" dirty="0"/>
              <a:t>2,502</a:t>
            </a:r>
            <a:r>
              <a:rPr lang="zh-CN" altLang="en-US" dirty="0"/>
              <a:t>个实例，小分子包含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altLang="zh-CN" dirty="0"/>
              <a:t>PDB</a:t>
            </a:r>
            <a:r>
              <a:rPr lang="zh-CN" altLang="en-US" dirty="0"/>
              <a:t>、</a:t>
            </a:r>
            <a:r>
              <a:rPr lang="en-US" altLang="zh-CN" dirty="0"/>
              <a:t>821</a:t>
            </a:r>
            <a:r>
              <a:rPr lang="zh-CN" altLang="en-US" dirty="0"/>
              <a:t>个实例。</a:t>
            </a:r>
            <a:endParaRPr dirty="0"/>
          </a:p>
          <a:p>
            <a:r>
              <a:rPr dirty="0"/>
              <a:t>a, </a:t>
            </a:r>
            <a:r>
              <a:rPr dirty="0" err="1"/>
              <a:t>c，全配体和小分子的语义Dice、实例级</a:t>
            </a:r>
            <a:r>
              <a:rPr dirty="0"/>
              <a:t> $\</a:t>
            </a:r>
            <a:r>
              <a:rPr dirty="0" err="1"/>
              <a:t>mathrm</a:t>
            </a:r>
            <a:r>
              <a:rPr dirty="0"/>
              <a:t>{PRAUC}_{0.3}$ 与 $\</a:t>
            </a:r>
            <a:r>
              <a:rPr dirty="0" err="1"/>
              <a:t>mathrm</a:t>
            </a:r>
            <a:r>
              <a:rPr dirty="0"/>
              <a:t>{PRAUC}_{0.5}$。柱高为PDB等权均值，淡色点为逐PDB结果；误差条为10,000次PDB bootstrap的95%区间。</a:t>
            </a:r>
          </a:p>
          <a:p>
            <a:r>
              <a:rPr dirty="0"/>
              <a:t>b, d，双向覆盖阈值0.3和0.5下的实例级精确率与召回率。小提琴为逐PDB分布，白点与粗线为中位数及四分位范围。</a:t>
            </a:r>
            <a:endParaRPr lang="en-US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dirty="0"/>
              <a:t>Ligand-region detection without an explicitly supplied contour level. </a:t>
            </a:r>
            <a:r>
              <a:rPr dirty="0" err="1"/>
              <a:t>LigandSeek</a:t>
            </a:r>
            <a:r>
              <a:rPr dirty="0"/>
              <a:t>-Find uses deposited receptors (GT) or CryoAtom2-reconstructed receptors (CA2). Emap2lig-Find does not receive an explicit EMDB-recommended contour level.</a:t>
            </a:r>
            <a:r>
              <a:rPr lang="en-US" dirty="0"/>
              <a:t> </a:t>
            </a:r>
            <a:r>
              <a:rPr lang="zh-CN" altLang="zh-CN" sz="1200" kern="1200" dirty="0">
                <a:effectLst/>
              </a:rPr>
              <a:t>The top row shows all ligands (179 PDB entries, 2,502 instances); the next row shows only small molecules (94 PDB entries, 821 instances).</a:t>
            </a:r>
            <a:endParaRPr dirty="0"/>
          </a:p>
          <a:p>
            <a:r>
              <a:rPr b="1" dirty="0"/>
              <a:t>a, c, </a:t>
            </a:r>
            <a:r>
              <a:rPr dirty="0"/>
              <a:t>Semantic Dice, instance-level $\</a:t>
            </a:r>
            <a:r>
              <a:rPr dirty="0" err="1"/>
              <a:t>mathrm</a:t>
            </a:r>
            <a:r>
              <a:rPr dirty="0"/>
              <a:t>{PRAUC}_{0.3}$ and $\</a:t>
            </a:r>
            <a:r>
              <a:rPr dirty="0" err="1"/>
              <a:t>mathrm</a:t>
            </a:r>
            <a:r>
              <a:rPr dirty="0"/>
              <a:t>{PRAUC}_{0.5}$ for all ligands and small molecules. Bars show PDB-equal means, faint points show individual PDB entries, and error bars show 95% intervals from 10,000 PDB bootstrap resamples.</a:t>
            </a:r>
          </a:p>
          <a:p>
            <a:r>
              <a:rPr sz="1200" b="1" kern="1200" dirty="0"/>
              <a:t>b, d, </a:t>
            </a:r>
            <a:r>
              <a:rPr dirty="0"/>
              <a:t>Instance-level precision and recall at bidirectional coverage thresholds of 0.3 and 0.5. Violins show PDB distributions; white circles and thick lines indicate medians and interquartile ranges.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7575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324860"/>
            <a:ext cx="7620000" cy="127127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4840605"/>
            <a:ext cx="6667500" cy="977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667125"/>
            <a:ext cx="7620000" cy="14668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8453438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060156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90001" r:id="rId1"/>
    <p:sldLayoutId id="2147490002" r:id="rId2"/>
    <p:sldLayoutId id="2147490003" r:id="rId3"/>
    <p:sldLayoutId id="2147490004" r:id="rId4"/>
    <p:sldLayoutId id="2147490005" r:id="rId5"/>
    <p:sldLayoutId id="214749000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9_24E9D96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487AF3F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B_1497C3EF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C_4C35CE2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24D69F6C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A31B444B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BB180686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99C1F4A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0_1876B60E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2_5593E57B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3_BDEEEE2F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data_0">
            <a:extLst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noGrp="1"/>
          </p:cNvSpPr>
          <p:nvPr/>
        </p:nvSpPr>
        <p:spPr>
          <a:xfrm>
            <a:off x="274544" y="161925"/>
            <a:ext cx="8975912" cy="8477250"/>
          </a:xfrm>
          <a:custGeom>
            <a:avLst/>
            <a:gdLst/>
            <a:ahLst/>
            <a:cxnLst/>
            <a:rect l="0" t="0" r="0" b="0"/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noGrp="1"/>
          </p:cNvSpPr>
          <p:nvPr/>
        </p:nvSpPr>
        <p:spPr>
          <a:xfrm>
            <a:off x="1945403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noGrp="1"/>
          </p:cNvSpPr>
          <p:nvPr/>
        </p:nvSpPr>
        <p:spPr>
          <a:xfrm>
            <a:off x="1581888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noGrp="1"/>
          </p:cNvSpPr>
          <p:nvPr/>
        </p:nvSpPr>
        <p:spPr>
          <a:xfrm>
            <a:off x="3402179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noGrp="1"/>
          </p:cNvSpPr>
          <p:nvPr/>
        </p:nvSpPr>
        <p:spPr>
          <a:xfrm>
            <a:off x="3044978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noGrp="1"/>
          </p:cNvSpPr>
          <p:nvPr/>
        </p:nvSpPr>
        <p:spPr>
          <a:xfrm>
            <a:off x="3165324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noGrp="1"/>
          </p:cNvSpPr>
          <p:nvPr/>
        </p:nvSpPr>
        <p:spPr>
          <a:xfrm>
            <a:off x="3230644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noGrp="1"/>
          </p:cNvSpPr>
          <p:nvPr/>
        </p:nvSpPr>
        <p:spPr>
          <a:xfrm>
            <a:off x="3299297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noGrp="1"/>
          </p:cNvSpPr>
          <p:nvPr/>
        </p:nvSpPr>
        <p:spPr>
          <a:xfrm>
            <a:off x="3372457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noGrp="1"/>
          </p:cNvSpPr>
          <p:nvPr/>
        </p:nvSpPr>
        <p:spPr>
          <a:xfrm>
            <a:off x="3453581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noGrp="1"/>
          </p:cNvSpPr>
          <p:nvPr/>
        </p:nvSpPr>
        <p:spPr>
          <a:xfrm>
            <a:off x="352203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noGrp="1"/>
          </p:cNvSpPr>
          <p:nvPr/>
        </p:nvSpPr>
        <p:spPr>
          <a:xfrm>
            <a:off x="3566893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noGrp="1"/>
          </p:cNvSpPr>
          <p:nvPr/>
        </p:nvSpPr>
        <p:spPr>
          <a:xfrm>
            <a:off x="3589236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noGrp="1"/>
          </p:cNvSpPr>
          <p:nvPr/>
        </p:nvSpPr>
        <p:spPr>
          <a:xfrm>
            <a:off x="1173036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noGrp="1"/>
          </p:cNvSpPr>
          <p:nvPr/>
        </p:nvSpPr>
        <p:spPr>
          <a:xfrm>
            <a:off x="951113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noGrp="1"/>
          </p:cNvSpPr>
          <p:nvPr/>
        </p:nvSpPr>
        <p:spPr>
          <a:xfrm>
            <a:off x="1217015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noGrp="1"/>
          </p:cNvSpPr>
          <p:nvPr/>
        </p:nvSpPr>
        <p:spPr>
          <a:xfrm>
            <a:off x="1173036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noGrp="1"/>
          </p:cNvSpPr>
          <p:nvPr/>
        </p:nvSpPr>
        <p:spPr>
          <a:xfrm>
            <a:off x="951113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noGrp="1"/>
          </p:cNvSpPr>
          <p:nvPr/>
        </p:nvSpPr>
        <p:spPr>
          <a:xfrm>
            <a:off x="1217015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noGrp="1"/>
          </p:cNvSpPr>
          <p:nvPr/>
        </p:nvSpPr>
        <p:spPr>
          <a:xfrm>
            <a:off x="1173036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noGrp="1"/>
          </p:cNvSpPr>
          <p:nvPr/>
        </p:nvSpPr>
        <p:spPr>
          <a:xfrm>
            <a:off x="951113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noGrp="1"/>
          </p:cNvSpPr>
          <p:nvPr/>
        </p:nvSpPr>
        <p:spPr>
          <a:xfrm rot="-5400000">
            <a:off x="684072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noGrp="1"/>
          </p:cNvSpPr>
          <p:nvPr/>
        </p:nvSpPr>
        <p:spPr>
          <a:xfrm>
            <a:off x="1446457" y="3247946"/>
            <a:ext cx="298639" cy="93735"/>
          </a:xfrm>
          <a:custGeom>
            <a:avLst/>
            <a:gdLst/>
            <a:ahLst/>
            <a:cxnLst/>
            <a:rect l="0" t="0" r="0" b="0"/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noGrp="1"/>
          </p:cNvSpPr>
          <p:nvPr/>
        </p:nvSpPr>
        <p:spPr>
          <a:xfrm>
            <a:off x="1796083" y="2445089"/>
            <a:ext cx="298639" cy="896592"/>
          </a:xfrm>
          <a:custGeom>
            <a:avLst/>
            <a:gdLst/>
            <a:ahLst/>
            <a:cxnLst/>
            <a:rect l="0" t="0" r="0" b="0"/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noGrp="1"/>
          </p:cNvSpPr>
          <p:nvPr/>
        </p:nvSpPr>
        <p:spPr>
          <a:xfrm>
            <a:off x="2145710" y="2242746"/>
            <a:ext cx="298639" cy="1098935"/>
          </a:xfrm>
          <a:custGeom>
            <a:avLst/>
            <a:gdLst/>
            <a:ahLst/>
            <a:cxnLst/>
            <a:rect l="0" t="0" r="0" b="0"/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noGrp="1"/>
          </p:cNvSpPr>
          <p:nvPr/>
        </p:nvSpPr>
        <p:spPr>
          <a:xfrm>
            <a:off x="2903233" y="2861841"/>
            <a:ext cx="298639" cy="479840"/>
          </a:xfrm>
          <a:custGeom>
            <a:avLst/>
            <a:gdLst/>
            <a:ahLst/>
            <a:cxnLst/>
            <a:rect l="0" t="0" r="0" b="0"/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noGrp="1"/>
          </p:cNvSpPr>
          <p:nvPr/>
        </p:nvSpPr>
        <p:spPr>
          <a:xfrm>
            <a:off x="3252859" y="2324749"/>
            <a:ext cx="298639" cy="1016932"/>
          </a:xfrm>
          <a:custGeom>
            <a:avLst/>
            <a:gdLst/>
            <a:ahLst/>
            <a:cxnLst/>
            <a:rect l="0" t="0" r="0" b="0"/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noGrp="1"/>
          </p:cNvSpPr>
          <p:nvPr/>
        </p:nvSpPr>
        <p:spPr>
          <a:xfrm>
            <a:off x="3602486" y="2094846"/>
            <a:ext cx="298639" cy="1246835"/>
          </a:xfrm>
          <a:custGeom>
            <a:avLst/>
            <a:gdLst/>
            <a:ahLst/>
            <a:cxnLst/>
            <a:rect l="0" t="0" r="0" b="0"/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noGrp="1"/>
          </p:cNvSpPr>
          <p:nvPr/>
        </p:nvSpPr>
        <p:spPr>
          <a:xfrm>
            <a:off x="152019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noGrp="1"/>
          </p:cNvSpPr>
          <p:nvPr/>
        </p:nvSpPr>
        <p:spPr>
          <a:xfrm>
            <a:off x="16163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noGrp="1"/>
          </p:cNvSpPr>
          <p:nvPr/>
        </p:nvSpPr>
        <p:spPr>
          <a:xfrm>
            <a:off x="1482884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noGrp="1"/>
          </p:cNvSpPr>
          <p:nvPr/>
        </p:nvSpPr>
        <p:spPr>
          <a:xfrm>
            <a:off x="15638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noGrp="1"/>
          </p:cNvSpPr>
          <p:nvPr/>
        </p:nvSpPr>
        <p:spPr>
          <a:xfrm>
            <a:off x="1501091" y="32712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noGrp="1"/>
          </p:cNvSpPr>
          <p:nvPr/>
        </p:nvSpPr>
        <p:spPr>
          <a:xfrm>
            <a:off x="16446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noGrp="1"/>
          </p:cNvSpPr>
          <p:nvPr/>
        </p:nvSpPr>
        <p:spPr>
          <a:xfrm>
            <a:off x="15922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noGrp="1"/>
          </p:cNvSpPr>
          <p:nvPr/>
        </p:nvSpPr>
        <p:spPr>
          <a:xfrm>
            <a:off x="1567909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noGrp="1"/>
          </p:cNvSpPr>
          <p:nvPr/>
        </p:nvSpPr>
        <p:spPr>
          <a:xfrm>
            <a:off x="1494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noGrp="1"/>
          </p:cNvSpPr>
          <p:nvPr/>
        </p:nvSpPr>
        <p:spPr>
          <a:xfrm>
            <a:off x="1540551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noGrp="1"/>
          </p:cNvSpPr>
          <p:nvPr/>
        </p:nvSpPr>
        <p:spPr>
          <a:xfrm>
            <a:off x="1545215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noGrp="1"/>
          </p:cNvSpPr>
          <p:nvPr/>
        </p:nvSpPr>
        <p:spPr>
          <a:xfrm>
            <a:off x="1575397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noGrp="1"/>
          </p:cNvSpPr>
          <p:nvPr/>
        </p:nvSpPr>
        <p:spPr>
          <a:xfrm>
            <a:off x="1635050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noGrp="1"/>
          </p:cNvSpPr>
          <p:nvPr/>
        </p:nvSpPr>
        <p:spPr>
          <a:xfrm>
            <a:off x="15842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noGrp="1"/>
          </p:cNvSpPr>
          <p:nvPr/>
        </p:nvSpPr>
        <p:spPr>
          <a:xfrm>
            <a:off x="1662469" y="29315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noGrp="1"/>
          </p:cNvSpPr>
          <p:nvPr/>
        </p:nvSpPr>
        <p:spPr>
          <a:xfrm>
            <a:off x="1502963" y="33049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noGrp="1"/>
          </p:cNvSpPr>
          <p:nvPr/>
        </p:nvSpPr>
        <p:spPr>
          <a:xfrm>
            <a:off x="1487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noGrp="1"/>
          </p:cNvSpPr>
          <p:nvPr/>
        </p:nvSpPr>
        <p:spPr>
          <a:xfrm>
            <a:off x="1619313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noGrp="1"/>
          </p:cNvSpPr>
          <p:nvPr/>
        </p:nvSpPr>
        <p:spPr>
          <a:xfrm>
            <a:off x="164964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noGrp="1"/>
          </p:cNvSpPr>
          <p:nvPr/>
        </p:nvSpPr>
        <p:spPr>
          <a:xfrm>
            <a:off x="1671323" y="32970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noGrp="1"/>
          </p:cNvSpPr>
          <p:nvPr/>
        </p:nvSpPr>
        <p:spPr>
          <a:xfrm>
            <a:off x="1657065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noGrp="1"/>
          </p:cNvSpPr>
          <p:nvPr/>
        </p:nvSpPr>
        <p:spPr>
          <a:xfrm>
            <a:off x="157947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noGrp="1"/>
          </p:cNvSpPr>
          <p:nvPr/>
        </p:nvSpPr>
        <p:spPr>
          <a:xfrm>
            <a:off x="1637938" y="29635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noGrp="1"/>
          </p:cNvSpPr>
          <p:nvPr/>
        </p:nvSpPr>
        <p:spPr>
          <a:xfrm>
            <a:off x="1472093" y="26905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noGrp="1"/>
          </p:cNvSpPr>
          <p:nvPr/>
        </p:nvSpPr>
        <p:spPr>
          <a:xfrm>
            <a:off x="146946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noGrp="1"/>
          </p:cNvSpPr>
          <p:nvPr/>
        </p:nvSpPr>
        <p:spPr>
          <a:xfrm>
            <a:off x="16288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noGrp="1"/>
          </p:cNvSpPr>
          <p:nvPr/>
        </p:nvSpPr>
        <p:spPr>
          <a:xfrm>
            <a:off x="1650235" y="33141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noGrp="1"/>
          </p:cNvSpPr>
          <p:nvPr/>
        </p:nvSpPr>
        <p:spPr>
          <a:xfrm>
            <a:off x="1628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noGrp="1"/>
          </p:cNvSpPr>
          <p:nvPr/>
        </p:nvSpPr>
        <p:spPr>
          <a:xfrm>
            <a:off x="1598585" y="32731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noGrp="1"/>
          </p:cNvSpPr>
          <p:nvPr/>
        </p:nvSpPr>
        <p:spPr>
          <a:xfrm>
            <a:off x="1517004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noGrp="1"/>
          </p:cNvSpPr>
          <p:nvPr/>
        </p:nvSpPr>
        <p:spPr>
          <a:xfrm>
            <a:off x="16469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noGrp="1"/>
          </p:cNvSpPr>
          <p:nvPr/>
        </p:nvSpPr>
        <p:spPr>
          <a:xfrm>
            <a:off x="1598957" y="28169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noGrp="1"/>
          </p:cNvSpPr>
          <p:nvPr/>
        </p:nvSpPr>
        <p:spPr>
          <a:xfrm>
            <a:off x="1512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noGrp="1"/>
          </p:cNvSpPr>
          <p:nvPr/>
        </p:nvSpPr>
        <p:spPr>
          <a:xfrm>
            <a:off x="1622345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noGrp="1"/>
          </p:cNvSpPr>
          <p:nvPr/>
        </p:nvSpPr>
        <p:spPr>
          <a:xfrm>
            <a:off x="15349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noGrp="1"/>
          </p:cNvSpPr>
          <p:nvPr/>
        </p:nvSpPr>
        <p:spPr>
          <a:xfrm>
            <a:off x="148676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noGrp="1"/>
          </p:cNvSpPr>
          <p:nvPr/>
        </p:nvSpPr>
        <p:spPr>
          <a:xfrm>
            <a:off x="16357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noGrp="1"/>
          </p:cNvSpPr>
          <p:nvPr/>
        </p:nvSpPr>
        <p:spPr>
          <a:xfrm>
            <a:off x="1572438" y="3320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noGrp="1"/>
          </p:cNvSpPr>
          <p:nvPr/>
        </p:nvSpPr>
        <p:spPr>
          <a:xfrm>
            <a:off x="15332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noGrp="1"/>
          </p:cNvSpPr>
          <p:nvPr/>
        </p:nvSpPr>
        <p:spPr>
          <a:xfrm>
            <a:off x="1481120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noGrp="1"/>
          </p:cNvSpPr>
          <p:nvPr/>
        </p:nvSpPr>
        <p:spPr>
          <a:xfrm>
            <a:off x="16639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noGrp="1"/>
          </p:cNvSpPr>
          <p:nvPr/>
        </p:nvSpPr>
        <p:spPr>
          <a:xfrm>
            <a:off x="1536455" y="21388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noGrp="1"/>
          </p:cNvSpPr>
          <p:nvPr/>
        </p:nvSpPr>
        <p:spPr>
          <a:xfrm>
            <a:off x="16364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noGrp="1"/>
          </p:cNvSpPr>
          <p:nvPr/>
        </p:nvSpPr>
        <p:spPr>
          <a:xfrm>
            <a:off x="15775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noGrp="1"/>
          </p:cNvSpPr>
          <p:nvPr/>
        </p:nvSpPr>
        <p:spPr>
          <a:xfrm>
            <a:off x="14716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noGrp="1"/>
          </p:cNvSpPr>
          <p:nvPr/>
        </p:nvSpPr>
        <p:spPr>
          <a:xfrm>
            <a:off x="151885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noGrp="1"/>
          </p:cNvSpPr>
          <p:nvPr/>
        </p:nvSpPr>
        <p:spPr>
          <a:xfrm>
            <a:off x="1482967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noGrp="1"/>
          </p:cNvSpPr>
          <p:nvPr/>
        </p:nvSpPr>
        <p:spPr>
          <a:xfrm>
            <a:off x="15568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noGrp="1"/>
          </p:cNvSpPr>
          <p:nvPr/>
        </p:nvSpPr>
        <p:spPr>
          <a:xfrm>
            <a:off x="1622664" y="33126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noGrp="1"/>
          </p:cNvSpPr>
          <p:nvPr/>
        </p:nvSpPr>
        <p:spPr>
          <a:xfrm>
            <a:off x="1682370" y="22854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noGrp="1"/>
          </p:cNvSpPr>
          <p:nvPr/>
        </p:nvSpPr>
        <p:spPr>
          <a:xfrm>
            <a:off x="1569434" y="33210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noGrp="1"/>
          </p:cNvSpPr>
          <p:nvPr/>
        </p:nvSpPr>
        <p:spPr>
          <a:xfrm>
            <a:off x="15237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noGrp="1"/>
          </p:cNvSpPr>
          <p:nvPr/>
        </p:nvSpPr>
        <p:spPr>
          <a:xfrm>
            <a:off x="1543452" y="32140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noGrp="1"/>
          </p:cNvSpPr>
          <p:nvPr/>
        </p:nvSpPr>
        <p:spPr>
          <a:xfrm>
            <a:off x="1503619" y="23381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noGrp="1"/>
          </p:cNvSpPr>
          <p:nvPr/>
        </p:nvSpPr>
        <p:spPr>
          <a:xfrm>
            <a:off x="14993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noGrp="1"/>
          </p:cNvSpPr>
          <p:nvPr/>
        </p:nvSpPr>
        <p:spPr>
          <a:xfrm>
            <a:off x="1628703" y="33110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noGrp="1"/>
          </p:cNvSpPr>
          <p:nvPr/>
        </p:nvSpPr>
        <p:spPr>
          <a:xfrm>
            <a:off x="1672528" y="317618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noGrp="1"/>
          </p:cNvSpPr>
          <p:nvPr/>
        </p:nvSpPr>
        <p:spPr>
          <a:xfrm>
            <a:off x="1599232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noGrp="1"/>
          </p:cNvSpPr>
          <p:nvPr/>
        </p:nvSpPr>
        <p:spPr>
          <a:xfrm>
            <a:off x="1517174" y="213767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noGrp="1"/>
          </p:cNvSpPr>
          <p:nvPr/>
        </p:nvSpPr>
        <p:spPr>
          <a:xfrm>
            <a:off x="1552545" y="33155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noGrp="1"/>
          </p:cNvSpPr>
          <p:nvPr/>
        </p:nvSpPr>
        <p:spPr>
          <a:xfrm>
            <a:off x="1591007" y="32724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noGrp="1"/>
          </p:cNvSpPr>
          <p:nvPr/>
        </p:nvSpPr>
        <p:spPr>
          <a:xfrm>
            <a:off x="16809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noGrp="1"/>
          </p:cNvSpPr>
          <p:nvPr/>
        </p:nvSpPr>
        <p:spPr>
          <a:xfrm>
            <a:off x="14887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noGrp="1"/>
          </p:cNvSpPr>
          <p:nvPr/>
        </p:nvSpPr>
        <p:spPr>
          <a:xfrm>
            <a:off x="15304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noGrp="1"/>
          </p:cNvSpPr>
          <p:nvPr/>
        </p:nvSpPr>
        <p:spPr>
          <a:xfrm>
            <a:off x="1519450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noGrp="1"/>
          </p:cNvSpPr>
          <p:nvPr/>
        </p:nvSpPr>
        <p:spPr>
          <a:xfrm>
            <a:off x="16447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noGrp="1"/>
          </p:cNvSpPr>
          <p:nvPr/>
        </p:nvSpPr>
        <p:spPr>
          <a:xfrm>
            <a:off x="15170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noGrp="1"/>
          </p:cNvSpPr>
          <p:nvPr/>
        </p:nvSpPr>
        <p:spPr>
          <a:xfrm>
            <a:off x="14792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noGrp="1"/>
          </p:cNvSpPr>
          <p:nvPr/>
        </p:nvSpPr>
        <p:spPr>
          <a:xfrm>
            <a:off x="1577765" y="3233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noGrp="1"/>
          </p:cNvSpPr>
          <p:nvPr/>
        </p:nvSpPr>
        <p:spPr>
          <a:xfrm>
            <a:off x="16213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noGrp="1"/>
          </p:cNvSpPr>
          <p:nvPr/>
        </p:nvSpPr>
        <p:spPr>
          <a:xfrm>
            <a:off x="1683991" y="33200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noGrp="1"/>
          </p:cNvSpPr>
          <p:nvPr/>
        </p:nvSpPr>
        <p:spPr>
          <a:xfrm>
            <a:off x="1685056" y="33029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noGrp="1"/>
          </p:cNvSpPr>
          <p:nvPr/>
        </p:nvSpPr>
        <p:spPr>
          <a:xfrm>
            <a:off x="1685455" y="3317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noGrp="1"/>
          </p:cNvSpPr>
          <p:nvPr/>
        </p:nvSpPr>
        <p:spPr>
          <a:xfrm>
            <a:off x="1677079" y="33200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noGrp="1"/>
          </p:cNvSpPr>
          <p:nvPr/>
        </p:nvSpPr>
        <p:spPr>
          <a:xfrm>
            <a:off x="1551393" y="33132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noGrp="1"/>
          </p:cNvSpPr>
          <p:nvPr/>
        </p:nvSpPr>
        <p:spPr>
          <a:xfrm>
            <a:off x="1670282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noGrp="1"/>
          </p:cNvSpPr>
          <p:nvPr/>
        </p:nvSpPr>
        <p:spPr>
          <a:xfrm>
            <a:off x="154249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noGrp="1"/>
          </p:cNvSpPr>
          <p:nvPr/>
        </p:nvSpPr>
        <p:spPr>
          <a:xfrm>
            <a:off x="1616390" y="32699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noGrp="1"/>
          </p:cNvSpPr>
          <p:nvPr/>
        </p:nvSpPr>
        <p:spPr>
          <a:xfrm>
            <a:off x="1486307" y="33237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noGrp="1"/>
          </p:cNvSpPr>
          <p:nvPr/>
        </p:nvSpPr>
        <p:spPr>
          <a:xfrm>
            <a:off x="1583314" y="33229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noGrp="1"/>
          </p:cNvSpPr>
          <p:nvPr/>
        </p:nvSpPr>
        <p:spPr>
          <a:xfrm>
            <a:off x="1684961" y="324095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noGrp="1"/>
          </p:cNvSpPr>
          <p:nvPr/>
        </p:nvSpPr>
        <p:spPr>
          <a:xfrm>
            <a:off x="1516132" y="33069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noGrp="1"/>
          </p:cNvSpPr>
          <p:nvPr/>
        </p:nvSpPr>
        <p:spPr>
          <a:xfrm>
            <a:off x="1480938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noGrp="1"/>
          </p:cNvSpPr>
          <p:nvPr/>
        </p:nvSpPr>
        <p:spPr>
          <a:xfrm>
            <a:off x="16012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noGrp="1"/>
          </p:cNvSpPr>
          <p:nvPr/>
        </p:nvSpPr>
        <p:spPr>
          <a:xfrm>
            <a:off x="1651069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noGrp="1"/>
          </p:cNvSpPr>
          <p:nvPr/>
        </p:nvSpPr>
        <p:spPr>
          <a:xfrm>
            <a:off x="1546665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noGrp="1"/>
          </p:cNvSpPr>
          <p:nvPr/>
        </p:nvSpPr>
        <p:spPr>
          <a:xfrm>
            <a:off x="1496152" y="33120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noGrp="1"/>
          </p:cNvSpPr>
          <p:nvPr/>
        </p:nvSpPr>
        <p:spPr>
          <a:xfrm>
            <a:off x="160226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noGrp="1"/>
          </p:cNvSpPr>
          <p:nvPr/>
        </p:nvSpPr>
        <p:spPr>
          <a:xfrm>
            <a:off x="16512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noGrp="1"/>
          </p:cNvSpPr>
          <p:nvPr/>
        </p:nvSpPr>
        <p:spPr>
          <a:xfrm>
            <a:off x="1683375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noGrp="1"/>
          </p:cNvSpPr>
          <p:nvPr/>
        </p:nvSpPr>
        <p:spPr>
          <a:xfrm>
            <a:off x="1668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noGrp="1"/>
          </p:cNvSpPr>
          <p:nvPr/>
        </p:nvSpPr>
        <p:spPr>
          <a:xfrm>
            <a:off x="1598812" y="33096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noGrp="1"/>
          </p:cNvSpPr>
          <p:nvPr/>
        </p:nvSpPr>
        <p:spPr>
          <a:xfrm>
            <a:off x="15258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noGrp="1"/>
          </p:cNvSpPr>
          <p:nvPr/>
        </p:nvSpPr>
        <p:spPr>
          <a:xfrm>
            <a:off x="1544785" y="33215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noGrp="1"/>
          </p:cNvSpPr>
          <p:nvPr/>
        </p:nvSpPr>
        <p:spPr>
          <a:xfrm>
            <a:off x="16780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noGrp="1"/>
          </p:cNvSpPr>
          <p:nvPr/>
        </p:nvSpPr>
        <p:spPr>
          <a:xfrm>
            <a:off x="1643058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noGrp="1"/>
          </p:cNvSpPr>
          <p:nvPr/>
        </p:nvSpPr>
        <p:spPr>
          <a:xfrm>
            <a:off x="15486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noGrp="1"/>
          </p:cNvSpPr>
          <p:nvPr/>
        </p:nvSpPr>
        <p:spPr>
          <a:xfrm>
            <a:off x="1558388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noGrp="1"/>
          </p:cNvSpPr>
          <p:nvPr/>
        </p:nvSpPr>
        <p:spPr>
          <a:xfrm>
            <a:off x="1512242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noGrp="1"/>
          </p:cNvSpPr>
          <p:nvPr/>
        </p:nvSpPr>
        <p:spPr>
          <a:xfrm>
            <a:off x="1524468" y="26491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noGrp="1"/>
          </p:cNvSpPr>
          <p:nvPr/>
        </p:nvSpPr>
        <p:spPr>
          <a:xfrm>
            <a:off x="1540998" y="30300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noGrp="1"/>
          </p:cNvSpPr>
          <p:nvPr/>
        </p:nvSpPr>
        <p:spPr>
          <a:xfrm>
            <a:off x="1666649" y="332384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noGrp="1"/>
          </p:cNvSpPr>
          <p:nvPr/>
        </p:nvSpPr>
        <p:spPr>
          <a:xfrm>
            <a:off x="1593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noGrp="1"/>
          </p:cNvSpPr>
          <p:nvPr/>
        </p:nvSpPr>
        <p:spPr>
          <a:xfrm>
            <a:off x="1622423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noGrp="1"/>
          </p:cNvSpPr>
          <p:nvPr/>
        </p:nvSpPr>
        <p:spPr>
          <a:xfrm>
            <a:off x="1552931" y="31852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noGrp="1"/>
          </p:cNvSpPr>
          <p:nvPr/>
        </p:nvSpPr>
        <p:spPr>
          <a:xfrm>
            <a:off x="1528812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noGrp="1"/>
          </p:cNvSpPr>
          <p:nvPr/>
        </p:nvSpPr>
        <p:spPr>
          <a:xfrm>
            <a:off x="1510397" y="32329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noGrp="1"/>
          </p:cNvSpPr>
          <p:nvPr/>
        </p:nvSpPr>
        <p:spPr>
          <a:xfrm>
            <a:off x="1534881" y="31926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noGrp="1"/>
          </p:cNvSpPr>
          <p:nvPr/>
        </p:nvSpPr>
        <p:spPr>
          <a:xfrm>
            <a:off x="16826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noGrp="1"/>
          </p:cNvSpPr>
          <p:nvPr/>
        </p:nvSpPr>
        <p:spPr>
          <a:xfrm>
            <a:off x="1486154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noGrp="1"/>
          </p:cNvSpPr>
          <p:nvPr/>
        </p:nvSpPr>
        <p:spPr>
          <a:xfrm>
            <a:off x="1520214" y="32925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noGrp="1"/>
          </p:cNvSpPr>
          <p:nvPr/>
        </p:nvSpPr>
        <p:spPr>
          <a:xfrm>
            <a:off x="15038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noGrp="1"/>
          </p:cNvSpPr>
          <p:nvPr/>
        </p:nvSpPr>
        <p:spPr>
          <a:xfrm>
            <a:off x="15571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noGrp="1"/>
          </p:cNvSpPr>
          <p:nvPr/>
        </p:nvSpPr>
        <p:spPr>
          <a:xfrm>
            <a:off x="1628913" y="31560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noGrp="1"/>
          </p:cNvSpPr>
          <p:nvPr/>
        </p:nvSpPr>
        <p:spPr>
          <a:xfrm>
            <a:off x="14814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noGrp="1"/>
          </p:cNvSpPr>
          <p:nvPr/>
        </p:nvSpPr>
        <p:spPr>
          <a:xfrm>
            <a:off x="14800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noGrp="1"/>
          </p:cNvSpPr>
          <p:nvPr/>
        </p:nvSpPr>
        <p:spPr>
          <a:xfrm>
            <a:off x="1667095" y="30602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noGrp="1"/>
          </p:cNvSpPr>
          <p:nvPr/>
        </p:nvSpPr>
        <p:spPr>
          <a:xfrm>
            <a:off x="15952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noGrp="1"/>
          </p:cNvSpPr>
          <p:nvPr/>
        </p:nvSpPr>
        <p:spPr>
          <a:xfrm>
            <a:off x="15529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noGrp="1"/>
          </p:cNvSpPr>
          <p:nvPr/>
        </p:nvSpPr>
        <p:spPr>
          <a:xfrm>
            <a:off x="1500290" y="33073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noGrp="1"/>
          </p:cNvSpPr>
          <p:nvPr/>
        </p:nvSpPr>
        <p:spPr>
          <a:xfrm>
            <a:off x="1578117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noGrp="1"/>
          </p:cNvSpPr>
          <p:nvPr/>
        </p:nvSpPr>
        <p:spPr>
          <a:xfrm>
            <a:off x="1634128" y="33234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noGrp="1"/>
          </p:cNvSpPr>
          <p:nvPr/>
        </p:nvSpPr>
        <p:spPr>
          <a:xfrm>
            <a:off x="1686572" y="33212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noGrp="1"/>
          </p:cNvSpPr>
          <p:nvPr/>
        </p:nvSpPr>
        <p:spPr>
          <a:xfrm>
            <a:off x="1589849" y="3212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noGrp="1"/>
          </p:cNvSpPr>
          <p:nvPr/>
        </p:nvSpPr>
        <p:spPr>
          <a:xfrm>
            <a:off x="1520151" y="33085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noGrp="1"/>
          </p:cNvSpPr>
          <p:nvPr/>
        </p:nvSpPr>
        <p:spPr>
          <a:xfrm>
            <a:off x="16554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noGrp="1"/>
          </p:cNvSpPr>
          <p:nvPr/>
        </p:nvSpPr>
        <p:spPr>
          <a:xfrm>
            <a:off x="1485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noGrp="1"/>
          </p:cNvSpPr>
          <p:nvPr/>
        </p:nvSpPr>
        <p:spPr>
          <a:xfrm>
            <a:off x="1621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noGrp="1"/>
          </p:cNvSpPr>
          <p:nvPr/>
        </p:nvSpPr>
        <p:spPr>
          <a:xfrm>
            <a:off x="1668796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noGrp="1"/>
          </p:cNvSpPr>
          <p:nvPr/>
        </p:nvSpPr>
        <p:spPr>
          <a:xfrm>
            <a:off x="1543226" y="33167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noGrp="1"/>
          </p:cNvSpPr>
          <p:nvPr/>
        </p:nvSpPr>
        <p:spPr>
          <a:xfrm>
            <a:off x="1485542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noGrp="1"/>
          </p:cNvSpPr>
          <p:nvPr/>
        </p:nvSpPr>
        <p:spPr>
          <a:xfrm>
            <a:off x="1601596" y="33133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noGrp="1"/>
          </p:cNvSpPr>
          <p:nvPr/>
        </p:nvSpPr>
        <p:spPr>
          <a:xfrm>
            <a:off x="152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noGrp="1"/>
          </p:cNvSpPr>
          <p:nvPr/>
        </p:nvSpPr>
        <p:spPr>
          <a:xfrm>
            <a:off x="1470208" y="32740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noGrp="1"/>
          </p:cNvSpPr>
          <p:nvPr/>
        </p:nvSpPr>
        <p:spPr>
          <a:xfrm>
            <a:off x="1680832" y="3208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noGrp="1"/>
          </p:cNvSpPr>
          <p:nvPr/>
        </p:nvSpPr>
        <p:spPr>
          <a:xfrm>
            <a:off x="1626359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noGrp="1"/>
          </p:cNvSpPr>
          <p:nvPr/>
        </p:nvSpPr>
        <p:spPr>
          <a:xfrm>
            <a:off x="1677314" y="3313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noGrp="1"/>
          </p:cNvSpPr>
          <p:nvPr/>
        </p:nvSpPr>
        <p:spPr>
          <a:xfrm>
            <a:off x="1469978" y="331656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noGrp="1"/>
          </p:cNvSpPr>
          <p:nvPr/>
        </p:nvSpPr>
        <p:spPr>
          <a:xfrm>
            <a:off x="1640371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noGrp="1"/>
          </p:cNvSpPr>
          <p:nvPr/>
        </p:nvSpPr>
        <p:spPr>
          <a:xfrm>
            <a:off x="15297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noGrp="1"/>
          </p:cNvSpPr>
          <p:nvPr/>
        </p:nvSpPr>
        <p:spPr>
          <a:xfrm>
            <a:off x="1564734" y="31740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noGrp="1"/>
          </p:cNvSpPr>
          <p:nvPr/>
        </p:nvSpPr>
        <p:spPr>
          <a:xfrm>
            <a:off x="15994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noGrp="1"/>
          </p:cNvSpPr>
          <p:nvPr/>
        </p:nvSpPr>
        <p:spPr>
          <a:xfrm>
            <a:off x="1675425" y="32968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noGrp="1"/>
          </p:cNvSpPr>
          <p:nvPr/>
        </p:nvSpPr>
        <p:spPr>
          <a:xfrm>
            <a:off x="14992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noGrp="1"/>
          </p:cNvSpPr>
          <p:nvPr/>
        </p:nvSpPr>
        <p:spPr>
          <a:xfrm>
            <a:off x="1612827" y="327592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noGrp="1"/>
          </p:cNvSpPr>
          <p:nvPr/>
        </p:nvSpPr>
        <p:spPr>
          <a:xfrm>
            <a:off x="1572522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noGrp="1"/>
          </p:cNvSpPr>
          <p:nvPr/>
        </p:nvSpPr>
        <p:spPr>
          <a:xfrm>
            <a:off x="1575946" y="32398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noGrp="1"/>
          </p:cNvSpPr>
          <p:nvPr/>
        </p:nvSpPr>
        <p:spPr>
          <a:xfrm>
            <a:off x="1500378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noGrp="1"/>
          </p:cNvSpPr>
          <p:nvPr/>
        </p:nvSpPr>
        <p:spPr>
          <a:xfrm>
            <a:off x="1666139" y="33191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noGrp="1"/>
          </p:cNvSpPr>
          <p:nvPr/>
        </p:nvSpPr>
        <p:spPr>
          <a:xfrm>
            <a:off x="1542079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noGrp="1"/>
          </p:cNvSpPr>
          <p:nvPr/>
        </p:nvSpPr>
        <p:spPr>
          <a:xfrm>
            <a:off x="1676908" y="32954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noGrp="1"/>
          </p:cNvSpPr>
          <p:nvPr/>
        </p:nvSpPr>
        <p:spPr>
          <a:xfrm>
            <a:off x="15654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noGrp="1"/>
          </p:cNvSpPr>
          <p:nvPr/>
        </p:nvSpPr>
        <p:spPr>
          <a:xfrm>
            <a:off x="15650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noGrp="1"/>
          </p:cNvSpPr>
          <p:nvPr/>
        </p:nvSpPr>
        <p:spPr>
          <a:xfrm>
            <a:off x="1613726" y="32990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noGrp="1"/>
          </p:cNvSpPr>
          <p:nvPr/>
        </p:nvSpPr>
        <p:spPr>
          <a:xfrm>
            <a:off x="1668420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noGrp="1"/>
          </p:cNvSpPr>
          <p:nvPr/>
        </p:nvSpPr>
        <p:spPr>
          <a:xfrm>
            <a:off x="151992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noGrp="1"/>
          </p:cNvSpPr>
          <p:nvPr/>
        </p:nvSpPr>
        <p:spPr>
          <a:xfrm>
            <a:off x="1608275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noGrp="1"/>
          </p:cNvSpPr>
          <p:nvPr/>
        </p:nvSpPr>
        <p:spPr>
          <a:xfrm>
            <a:off x="1555577" y="32857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noGrp="1"/>
          </p:cNvSpPr>
          <p:nvPr/>
        </p:nvSpPr>
        <p:spPr>
          <a:xfrm>
            <a:off x="16068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noGrp="1"/>
          </p:cNvSpPr>
          <p:nvPr/>
        </p:nvSpPr>
        <p:spPr>
          <a:xfrm>
            <a:off x="1665450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noGrp="1"/>
          </p:cNvSpPr>
          <p:nvPr/>
        </p:nvSpPr>
        <p:spPr>
          <a:xfrm>
            <a:off x="1508287" y="33027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noGrp="1"/>
          </p:cNvSpPr>
          <p:nvPr/>
        </p:nvSpPr>
        <p:spPr>
          <a:xfrm>
            <a:off x="15675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noGrp="1"/>
          </p:cNvSpPr>
          <p:nvPr/>
        </p:nvSpPr>
        <p:spPr>
          <a:xfrm>
            <a:off x="1485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noGrp="1"/>
          </p:cNvSpPr>
          <p:nvPr/>
        </p:nvSpPr>
        <p:spPr>
          <a:xfrm>
            <a:off x="15998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noGrp="1"/>
          </p:cNvSpPr>
          <p:nvPr/>
        </p:nvSpPr>
        <p:spPr>
          <a:xfrm>
            <a:off x="154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noGrp="1"/>
          </p:cNvSpPr>
          <p:nvPr/>
        </p:nvSpPr>
        <p:spPr>
          <a:xfrm>
            <a:off x="1559570" y="32806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noGrp="1"/>
          </p:cNvSpPr>
          <p:nvPr/>
        </p:nvSpPr>
        <p:spPr>
          <a:xfrm>
            <a:off x="15406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noGrp="1"/>
          </p:cNvSpPr>
          <p:nvPr/>
        </p:nvSpPr>
        <p:spPr>
          <a:xfrm>
            <a:off x="1531070" y="325485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noGrp="1"/>
          </p:cNvSpPr>
          <p:nvPr/>
        </p:nvSpPr>
        <p:spPr>
          <a:xfrm>
            <a:off x="1634898" y="33019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noGrp="1"/>
          </p:cNvSpPr>
          <p:nvPr/>
        </p:nvSpPr>
        <p:spPr>
          <a:xfrm>
            <a:off x="1553268" y="32669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noGrp="1"/>
          </p:cNvSpPr>
          <p:nvPr/>
        </p:nvSpPr>
        <p:spPr>
          <a:xfrm>
            <a:off x="1657865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noGrp="1"/>
          </p:cNvSpPr>
          <p:nvPr/>
        </p:nvSpPr>
        <p:spPr>
          <a:xfrm>
            <a:off x="1534626" y="284681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noGrp="1"/>
          </p:cNvSpPr>
          <p:nvPr/>
        </p:nvSpPr>
        <p:spPr>
          <a:xfrm>
            <a:off x="1490399" y="33077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noGrp="1"/>
          </p:cNvSpPr>
          <p:nvPr/>
        </p:nvSpPr>
        <p:spPr>
          <a:xfrm>
            <a:off x="14773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noGrp="1"/>
          </p:cNvSpPr>
          <p:nvPr/>
        </p:nvSpPr>
        <p:spPr>
          <a:xfrm>
            <a:off x="1623203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noGrp="1"/>
          </p:cNvSpPr>
          <p:nvPr/>
        </p:nvSpPr>
        <p:spPr>
          <a:xfrm>
            <a:off x="1640420" y="33223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noGrp="1"/>
          </p:cNvSpPr>
          <p:nvPr/>
        </p:nvSpPr>
        <p:spPr>
          <a:xfrm>
            <a:off x="1658649" y="31216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noGrp="1"/>
          </p:cNvSpPr>
          <p:nvPr/>
        </p:nvSpPr>
        <p:spPr>
          <a:xfrm>
            <a:off x="15882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noGrp="1"/>
          </p:cNvSpPr>
          <p:nvPr/>
        </p:nvSpPr>
        <p:spPr>
          <a:xfrm>
            <a:off x="1582893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noGrp="1"/>
          </p:cNvSpPr>
          <p:nvPr/>
        </p:nvSpPr>
        <p:spPr>
          <a:xfrm>
            <a:off x="1901364" y="20181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noGrp="1"/>
          </p:cNvSpPr>
          <p:nvPr/>
        </p:nvSpPr>
        <p:spPr>
          <a:xfrm>
            <a:off x="2036741" y="17140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noGrp="1"/>
          </p:cNvSpPr>
          <p:nvPr/>
        </p:nvSpPr>
        <p:spPr>
          <a:xfrm>
            <a:off x="2030708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noGrp="1"/>
          </p:cNvSpPr>
          <p:nvPr/>
        </p:nvSpPr>
        <p:spPr>
          <a:xfrm>
            <a:off x="1954365" y="31279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noGrp="1"/>
          </p:cNvSpPr>
          <p:nvPr/>
        </p:nvSpPr>
        <p:spPr>
          <a:xfrm>
            <a:off x="1992441" y="20181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noGrp="1"/>
          </p:cNvSpPr>
          <p:nvPr/>
        </p:nvSpPr>
        <p:spPr>
          <a:xfrm>
            <a:off x="1828831" y="22497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noGrp="1"/>
          </p:cNvSpPr>
          <p:nvPr/>
        </p:nvSpPr>
        <p:spPr>
          <a:xfrm>
            <a:off x="1884599" y="1790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noGrp="1"/>
          </p:cNvSpPr>
          <p:nvPr/>
        </p:nvSpPr>
        <p:spPr>
          <a:xfrm>
            <a:off x="186771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noGrp="1"/>
          </p:cNvSpPr>
          <p:nvPr/>
        </p:nvSpPr>
        <p:spPr>
          <a:xfrm>
            <a:off x="1893391" y="2297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noGrp="1"/>
          </p:cNvSpPr>
          <p:nvPr/>
        </p:nvSpPr>
        <p:spPr>
          <a:xfrm>
            <a:off x="1830946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noGrp="1"/>
          </p:cNvSpPr>
          <p:nvPr/>
        </p:nvSpPr>
        <p:spPr>
          <a:xfrm>
            <a:off x="2009311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noGrp="1"/>
          </p:cNvSpPr>
          <p:nvPr/>
        </p:nvSpPr>
        <p:spPr>
          <a:xfrm>
            <a:off x="1915222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noGrp="1"/>
          </p:cNvSpPr>
          <p:nvPr/>
        </p:nvSpPr>
        <p:spPr>
          <a:xfrm>
            <a:off x="1966046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noGrp="1"/>
          </p:cNvSpPr>
          <p:nvPr/>
        </p:nvSpPr>
        <p:spPr>
          <a:xfrm>
            <a:off x="1861432" y="20999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noGrp="1"/>
          </p:cNvSpPr>
          <p:nvPr/>
        </p:nvSpPr>
        <p:spPr>
          <a:xfrm>
            <a:off x="1920421" y="18184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noGrp="1"/>
          </p:cNvSpPr>
          <p:nvPr/>
        </p:nvSpPr>
        <p:spPr>
          <a:xfrm>
            <a:off x="1888449" y="18613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noGrp="1"/>
          </p:cNvSpPr>
          <p:nvPr/>
        </p:nvSpPr>
        <p:spPr>
          <a:xfrm>
            <a:off x="1851002" y="23772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noGrp="1"/>
          </p:cNvSpPr>
          <p:nvPr/>
        </p:nvSpPr>
        <p:spPr>
          <a:xfrm>
            <a:off x="1844776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noGrp="1"/>
          </p:cNvSpPr>
          <p:nvPr/>
        </p:nvSpPr>
        <p:spPr>
          <a:xfrm>
            <a:off x="2008953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noGrp="1"/>
          </p:cNvSpPr>
          <p:nvPr/>
        </p:nvSpPr>
        <p:spPr>
          <a:xfrm>
            <a:off x="1937376" y="21953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noGrp="1"/>
          </p:cNvSpPr>
          <p:nvPr/>
        </p:nvSpPr>
        <p:spPr>
          <a:xfrm>
            <a:off x="1895521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noGrp="1"/>
          </p:cNvSpPr>
          <p:nvPr/>
        </p:nvSpPr>
        <p:spPr>
          <a:xfrm>
            <a:off x="2008345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noGrp="1"/>
          </p:cNvSpPr>
          <p:nvPr/>
        </p:nvSpPr>
        <p:spPr>
          <a:xfrm>
            <a:off x="1858031" y="2284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noGrp="1"/>
          </p:cNvSpPr>
          <p:nvPr/>
        </p:nvSpPr>
        <p:spPr>
          <a:xfrm>
            <a:off x="1838626" y="17622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noGrp="1"/>
          </p:cNvSpPr>
          <p:nvPr/>
        </p:nvSpPr>
        <p:spPr>
          <a:xfrm>
            <a:off x="1898983" y="30724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noGrp="1"/>
          </p:cNvSpPr>
          <p:nvPr/>
        </p:nvSpPr>
        <p:spPr>
          <a:xfrm>
            <a:off x="185055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noGrp="1"/>
          </p:cNvSpPr>
          <p:nvPr/>
        </p:nvSpPr>
        <p:spPr>
          <a:xfrm>
            <a:off x="1967947" y="26856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noGrp="1"/>
          </p:cNvSpPr>
          <p:nvPr/>
        </p:nvSpPr>
        <p:spPr>
          <a:xfrm>
            <a:off x="1837796" y="28050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noGrp="1"/>
          </p:cNvSpPr>
          <p:nvPr/>
        </p:nvSpPr>
        <p:spPr>
          <a:xfrm>
            <a:off x="1909231" y="17373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noGrp="1"/>
          </p:cNvSpPr>
          <p:nvPr/>
        </p:nvSpPr>
        <p:spPr>
          <a:xfrm>
            <a:off x="1919097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noGrp="1"/>
          </p:cNvSpPr>
          <p:nvPr/>
        </p:nvSpPr>
        <p:spPr>
          <a:xfrm>
            <a:off x="199938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noGrp="1"/>
          </p:cNvSpPr>
          <p:nvPr/>
        </p:nvSpPr>
        <p:spPr>
          <a:xfrm>
            <a:off x="1948802" y="23935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noGrp="1"/>
          </p:cNvSpPr>
          <p:nvPr/>
        </p:nvSpPr>
        <p:spPr>
          <a:xfrm>
            <a:off x="18845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noGrp="1"/>
          </p:cNvSpPr>
          <p:nvPr/>
        </p:nvSpPr>
        <p:spPr>
          <a:xfrm>
            <a:off x="1829512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noGrp="1"/>
          </p:cNvSpPr>
          <p:nvPr/>
        </p:nvSpPr>
        <p:spPr>
          <a:xfrm>
            <a:off x="1822450" y="21170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noGrp="1"/>
          </p:cNvSpPr>
          <p:nvPr/>
        </p:nvSpPr>
        <p:spPr>
          <a:xfrm>
            <a:off x="185399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noGrp="1"/>
          </p:cNvSpPr>
          <p:nvPr/>
        </p:nvSpPr>
        <p:spPr>
          <a:xfrm>
            <a:off x="18782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noGrp="1"/>
          </p:cNvSpPr>
          <p:nvPr/>
        </p:nvSpPr>
        <p:spPr>
          <a:xfrm>
            <a:off x="2011438" y="239819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noGrp="1"/>
          </p:cNvSpPr>
          <p:nvPr/>
        </p:nvSpPr>
        <p:spPr>
          <a:xfrm>
            <a:off x="1855666" y="16931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noGrp="1"/>
          </p:cNvSpPr>
          <p:nvPr/>
        </p:nvSpPr>
        <p:spPr>
          <a:xfrm>
            <a:off x="1959747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noGrp="1"/>
          </p:cNvSpPr>
          <p:nvPr/>
        </p:nvSpPr>
        <p:spPr>
          <a:xfrm>
            <a:off x="197467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noGrp="1"/>
          </p:cNvSpPr>
          <p:nvPr/>
        </p:nvSpPr>
        <p:spPr>
          <a:xfrm>
            <a:off x="1939140" y="17874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noGrp="1"/>
          </p:cNvSpPr>
          <p:nvPr/>
        </p:nvSpPr>
        <p:spPr>
          <a:xfrm>
            <a:off x="1901553" y="25763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noGrp="1"/>
          </p:cNvSpPr>
          <p:nvPr/>
        </p:nvSpPr>
        <p:spPr>
          <a:xfrm>
            <a:off x="1972832" y="19581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noGrp="1"/>
          </p:cNvSpPr>
          <p:nvPr/>
        </p:nvSpPr>
        <p:spPr>
          <a:xfrm>
            <a:off x="1864589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noGrp="1"/>
          </p:cNvSpPr>
          <p:nvPr/>
        </p:nvSpPr>
        <p:spPr>
          <a:xfrm>
            <a:off x="1826189" y="26107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noGrp="1"/>
          </p:cNvSpPr>
          <p:nvPr/>
        </p:nvSpPr>
        <p:spPr>
          <a:xfrm>
            <a:off x="2031828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noGrp="1"/>
          </p:cNvSpPr>
          <p:nvPr/>
        </p:nvSpPr>
        <p:spPr>
          <a:xfrm>
            <a:off x="1972107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noGrp="1"/>
          </p:cNvSpPr>
          <p:nvPr/>
        </p:nvSpPr>
        <p:spPr>
          <a:xfrm>
            <a:off x="1883427" y="24735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noGrp="1"/>
          </p:cNvSpPr>
          <p:nvPr/>
        </p:nvSpPr>
        <p:spPr>
          <a:xfrm>
            <a:off x="1852589" y="17979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noGrp="1"/>
          </p:cNvSpPr>
          <p:nvPr/>
        </p:nvSpPr>
        <p:spPr>
          <a:xfrm>
            <a:off x="2013256" y="21540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noGrp="1"/>
          </p:cNvSpPr>
          <p:nvPr/>
        </p:nvSpPr>
        <p:spPr>
          <a:xfrm>
            <a:off x="186244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noGrp="1"/>
          </p:cNvSpPr>
          <p:nvPr/>
        </p:nvSpPr>
        <p:spPr>
          <a:xfrm>
            <a:off x="1964887" y="23098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noGrp="1"/>
          </p:cNvSpPr>
          <p:nvPr/>
        </p:nvSpPr>
        <p:spPr>
          <a:xfrm>
            <a:off x="1852670" y="23424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noGrp="1"/>
          </p:cNvSpPr>
          <p:nvPr/>
        </p:nvSpPr>
        <p:spPr>
          <a:xfrm>
            <a:off x="1938402" y="2164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noGrp="1"/>
          </p:cNvSpPr>
          <p:nvPr/>
        </p:nvSpPr>
        <p:spPr>
          <a:xfrm>
            <a:off x="2024767" y="22620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noGrp="1"/>
          </p:cNvSpPr>
          <p:nvPr/>
        </p:nvSpPr>
        <p:spPr>
          <a:xfrm>
            <a:off x="1898301" y="32114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noGrp="1"/>
          </p:cNvSpPr>
          <p:nvPr/>
        </p:nvSpPr>
        <p:spPr>
          <a:xfrm>
            <a:off x="1855400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noGrp="1"/>
          </p:cNvSpPr>
          <p:nvPr/>
        </p:nvSpPr>
        <p:spPr>
          <a:xfrm>
            <a:off x="1939398" y="19635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noGrp="1"/>
          </p:cNvSpPr>
          <p:nvPr/>
        </p:nvSpPr>
        <p:spPr>
          <a:xfrm>
            <a:off x="1899047" y="18425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noGrp="1"/>
          </p:cNvSpPr>
          <p:nvPr/>
        </p:nvSpPr>
        <p:spPr>
          <a:xfrm>
            <a:off x="1905045" y="22589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noGrp="1"/>
          </p:cNvSpPr>
          <p:nvPr/>
        </p:nvSpPr>
        <p:spPr>
          <a:xfrm>
            <a:off x="1896712" y="159109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noGrp="1"/>
          </p:cNvSpPr>
          <p:nvPr/>
        </p:nvSpPr>
        <p:spPr>
          <a:xfrm>
            <a:off x="2012228" y="22338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noGrp="1"/>
          </p:cNvSpPr>
          <p:nvPr/>
        </p:nvSpPr>
        <p:spPr>
          <a:xfrm>
            <a:off x="1881421" y="2980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noGrp="1"/>
          </p:cNvSpPr>
          <p:nvPr/>
        </p:nvSpPr>
        <p:spPr>
          <a:xfrm>
            <a:off x="1877981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noGrp="1"/>
          </p:cNvSpPr>
          <p:nvPr/>
        </p:nvSpPr>
        <p:spPr>
          <a:xfrm>
            <a:off x="1945283" y="2512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noGrp="1"/>
          </p:cNvSpPr>
          <p:nvPr/>
        </p:nvSpPr>
        <p:spPr>
          <a:xfrm>
            <a:off x="1861578" y="27766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noGrp="1"/>
          </p:cNvSpPr>
          <p:nvPr/>
        </p:nvSpPr>
        <p:spPr>
          <a:xfrm>
            <a:off x="191214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noGrp="1"/>
          </p:cNvSpPr>
          <p:nvPr/>
        </p:nvSpPr>
        <p:spPr>
          <a:xfrm>
            <a:off x="1878082" y="20771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noGrp="1"/>
          </p:cNvSpPr>
          <p:nvPr/>
        </p:nvSpPr>
        <p:spPr>
          <a:xfrm>
            <a:off x="1959393" y="27296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noGrp="1"/>
          </p:cNvSpPr>
          <p:nvPr/>
        </p:nvSpPr>
        <p:spPr>
          <a:xfrm>
            <a:off x="1838419" y="16949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noGrp="1"/>
          </p:cNvSpPr>
          <p:nvPr/>
        </p:nvSpPr>
        <p:spPr>
          <a:xfrm>
            <a:off x="1890837" y="25919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noGrp="1"/>
          </p:cNvSpPr>
          <p:nvPr/>
        </p:nvSpPr>
        <p:spPr>
          <a:xfrm>
            <a:off x="1975625" y="23305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noGrp="1"/>
          </p:cNvSpPr>
          <p:nvPr/>
        </p:nvSpPr>
        <p:spPr>
          <a:xfrm>
            <a:off x="1839835" y="19536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noGrp="1"/>
          </p:cNvSpPr>
          <p:nvPr/>
        </p:nvSpPr>
        <p:spPr>
          <a:xfrm>
            <a:off x="1964994" y="27541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noGrp="1"/>
          </p:cNvSpPr>
          <p:nvPr/>
        </p:nvSpPr>
        <p:spPr>
          <a:xfrm>
            <a:off x="1853753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noGrp="1"/>
          </p:cNvSpPr>
          <p:nvPr/>
        </p:nvSpPr>
        <p:spPr>
          <a:xfrm>
            <a:off x="20027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noGrp="1"/>
          </p:cNvSpPr>
          <p:nvPr/>
        </p:nvSpPr>
        <p:spPr>
          <a:xfrm>
            <a:off x="1921862" y="18352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noGrp="1"/>
          </p:cNvSpPr>
          <p:nvPr/>
        </p:nvSpPr>
        <p:spPr>
          <a:xfrm>
            <a:off x="1917715" y="203876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noGrp="1"/>
          </p:cNvSpPr>
          <p:nvPr/>
        </p:nvSpPr>
        <p:spPr>
          <a:xfrm>
            <a:off x="1907567" y="18976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noGrp="1"/>
          </p:cNvSpPr>
          <p:nvPr/>
        </p:nvSpPr>
        <p:spPr>
          <a:xfrm>
            <a:off x="2030860" y="17685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noGrp="1"/>
          </p:cNvSpPr>
          <p:nvPr/>
        </p:nvSpPr>
        <p:spPr>
          <a:xfrm>
            <a:off x="18811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noGrp="1"/>
          </p:cNvSpPr>
          <p:nvPr/>
        </p:nvSpPr>
        <p:spPr>
          <a:xfrm>
            <a:off x="20045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noGrp="1"/>
          </p:cNvSpPr>
          <p:nvPr/>
        </p:nvSpPr>
        <p:spPr>
          <a:xfrm>
            <a:off x="1895730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noGrp="1"/>
          </p:cNvSpPr>
          <p:nvPr/>
        </p:nvSpPr>
        <p:spPr>
          <a:xfrm>
            <a:off x="1874998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noGrp="1"/>
          </p:cNvSpPr>
          <p:nvPr/>
        </p:nvSpPr>
        <p:spPr>
          <a:xfrm>
            <a:off x="2036399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noGrp="1"/>
          </p:cNvSpPr>
          <p:nvPr/>
        </p:nvSpPr>
        <p:spPr>
          <a:xfrm>
            <a:off x="1919434" y="24090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noGrp="1"/>
          </p:cNvSpPr>
          <p:nvPr/>
        </p:nvSpPr>
        <p:spPr>
          <a:xfrm>
            <a:off x="1923628" y="15545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noGrp="1"/>
          </p:cNvSpPr>
          <p:nvPr/>
        </p:nvSpPr>
        <p:spPr>
          <a:xfrm>
            <a:off x="1903948" y="30623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noGrp="1"/>
          </p:cNvSpPr>
          <p:nvPr/>
        </p:nvSpPr>
        <p:spPr>
          <a:xfrm>
            <a:off x="1978311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noGrp="1"/>
          </p:cNvSpPr>
          <p:nvPr/>
        </p:nvSpPr>
        <p:spPr>
          <a:xfrm>
            <a:off x="1945689" y="2649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noGrp="1"/>
          </p:cNvSpPr>
          <p:nvPr/>
        </p:nvSpPr>
        <p:spPr>
          <a:xfrm>
            <a:off x="2006826" y="29534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noGrp="1"/>
          </p:cNvSpPr>
          <p:nvPr/>
        </p:nvSpPr>
        <p:spPr>
          <a:xfrm>
            <a:off x="1938114" y="15849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noGrp="1"/>
          </p:cNvSpPr>
          <p:nvPr/>
        </p:nvSpPr>
        <p:spPr>
          <a:xfrm>
            <a:off x="1902117" y="18506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noGrp="1"/>
          </p:cNvSpPr>
          <p:nvPr/>
        </p:nvSpPr>
        <p:spPr>
          <a:xfrm>
            <a:off x="18858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noGrp="1"/>
          </p:cNvSpPr>
          <p:nvPr/>
        </p:nvSpPr>
        <p:spPr>
          <a:xfrm>
            <a:off x="1904120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noGrp="1"/>
          </p:cNvSpPr>
          <p:nvPr/>
        </p:nvSpPr>
        <p:spPr>
          <a:xfrm>
            <a:off x="1928583" y="25122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noGrp="1"/>
          </p:cNvSpPr>
          <p:nvPr/>
        </p:nvSpPr>
        <p:spPr>
          <a:xfrm>
            <a:off x="1935924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noGrp="1"/>
          </p:cNvSpPr>
          <p:nvPr/>
        </p:nvSpPr>
        <p:spPr>
          <a:xfrm>
            <a:off x="2009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noGrp="1"/>
          </p:cNvSpPr>
          <p:nvPr/>
        </p:nvSpPr>
        <p:spPr>
          <a:xfrm>
            <a:off x="2024029" y="22522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noGrp="1"/>
          </p:cNvSpPr>
          <p:nvPr/>
        </p:nvSpPr>
        <p:spPr>
          <a:xfrm>
            <a:off x="1880134" y="175684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noGrp="1"/>
          </p:cNvSpPr>
          <p:nvPr/>
        </p:nvSpPr>
        <p:spPr>
          <a:xfrm>
            <a:off x="1853720" y="30099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noGrp="1"/>
          </p:cNvSpPr>
          <p:nvPr/>
        </p:nvSpPr>
        <p:spPr>
          <a:xfrm>
            <a:off x="20076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noGrp="1"/>
          </p:cNvSpPr>
          <p:nvPr/>
        </p:nvSpPr>
        <p:spPr>
          <a:xfrm>
            <a:off x="182516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noGrp="1"/>
          </p:cNvSpPr>
          <p:nvPr/>
        </p:nvSpPr>
        <p:spPr>
          <a:xfrm>
            <a:off x="1949304" y="2709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noGrp="1"/>
          </p:cNvSpPr>
          <p:nvPr/>
        </p:nvSpPr>
        <p:spPr>
          <a:xfrm>
            <a:off x="1964973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noGrp="1"/>
          </p:cNvSpPr>
          <p:nvPr/>
        </p:nvSpPr>
        <p:spPr>
          <a:xfrm>
            <a:off x="1985576" y="1686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noGrp="1"/>
          </p:cNvSpPr>
          <p:nvPr/>
        </p:nvSpPr>
        <p:spPr>
          <a:xfrm>
            <a:off x="1992283" y="20617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noGrp="1"/>
          </p:cNvSpPr>
          <p:nvPr/>
        </p:nvSpPr>
        <p:spPr>
          <a:xfrm>
            <a:off x="1959133" y="25999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noGrp="1"/>
          </p:cNvSpPr>
          <p:nvPr/>
        </p:nvSpPr>
        <p:spPr>
          <a:xfrm>
            <a:off x="185172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noGrp="1"/>
          </p:cNvSpPr>
          <p:nvPr/>
        </p:nvSpPr>
        <p:spPr>
          <a:xfrm>
            <a:off x="1891226" y="27528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noGrp="1"/>
          </p:cNvSpPr>
          <p:nvPr/>
        </p:nvSpPr>
        <p:spPr>
          <a:xfrm>
            <a:off x="1820672" y="23395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noGrp="1"/>
          </p:cNvSpPr>
          <p:nvPr/>
        </p:nvSpPr>
        <p:spPr>
          <a:xfrm>
            <a:off x="2034424" y="221023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noGrp="1"/>
          </p:cNvSpPr>
          <p:nvPr/>
        </p:nvSpPr>
        <p:spPr>
          <a:xfrm>
            <a:off x="1893168" y="19215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noGrp="1"/>
          </p:cNvSpPr>
          <p:nvPr/>
        </p:nvSpPr>
        <p:spPr>
          <a:xfrm>
            <a:off x="1965136" y="22804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noGrp="1"/>
          </p:cNvSpPr>
          <p:nvPr/>
        </p:nvSpPr>
        <p:spPr>
          <a:xfrm>
            <a:off x="1840353" y="273566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noGrp="1"/>
          </p:cNvSpPr>
          <p:nvPr/>
        </p:nvSpPr>
        <p:spPr>
          <a:xfrm>
            <a:off x="1857008" y="29942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noGrp="1"/>
          </p:cNvSpPr>
          <p:nvPr/>
        </p:nvSpPr>
        <p:spPr>
          <a:xfrm>
            <a:off x="2017870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noGrp="1"/>
          </p:cNvSpPr>
          <p:nvPr/>
        </p:nvSpPr>
        <p:spPr>
          <a:xfrm>
            <a:off x="191566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noGrp="1"/>
          </p:cNvSpPr>
          <p:nvPr/>
        </p:nvSpPr>
        <p:spPr>
          <a:xfrm>
            <a:off x="1831689" y="17917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noGrp="1"/>
          </p:cNvSpPr>
          <p:nvPr/>
        </p:nvSpPr>
        <p:spPr>
          <a:xfrm>
            <a:off x="189392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noGrp="1"/>
          </p:cNvSpPr>
          <p:nvPr/>
        </p:nvSpPr>
        <p:spPr>
          <a:xfrm>
            <a:off x="1848983" y="2188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noGrp="1"/>
          </p:cNvSpPr>
          <p:nvPr/>
        </p:nvSpPr>
        <p:spPr>
          <a:xfrm>
            <a:off x="1887502" y="27887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noGrp="1"/>
          </p:cNvSpPr>
          <p:nvPr/>
        </p:nvSpPr>
        <p:spPr>
          <a:xfrm>
            <a:off x="1935867" y="29345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noGrp="1"/>
          </p:cNvSpPr>
          <p:nvPr/>
        </p:nvSpPr>
        <p:spPr>
          <a:xfrm>
            <a:off x="1873301" y="18448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noGrp="1"/>
          </p:cNvSpPr>
          <p:nvPr/>
        </p:nvSpPr>
        <p:spPr>
          <a:xfrm>
            <a:off x="1972899" y="1671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noGrp="1"/>
          </p:cNvSpPr>
          <p:nvPr/>
        </p:nvSpPr>
        <p:spPr>
          <a:xfrm>
            <a:off x="1950077" y="285312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noGrp="1"/>
          </p:cNvSpPr>
          <p:nvPr/>
        </p:nvSpPr>
        <p:spPr>
          <a:xfrm>
            <a:off x="19224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noGrp="1"/>
          </p:cNvSpPr>
          <p:nvPr/>
        </p:nvSpPr>
        <p:spPr>
          <a:xfrm>
            <a:off x="1976152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noGrp="1"/>
          </p:cNvSpPr>
          <p:nvPr/>
        </p:nvSpPr>
        <p:spPr>
          <a:xfrm>
            <a:off x="1958106" y="17523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noGrp="1"/>
          </p:cNvSpPr>
          <p:nvPr/>
        </p:nvSpPr>
        <p:spPr>
          <a:xfrm>
            <a:off x="1866955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noGrp="1"/>
          </p:cNvSpPr>
          <p:nvPr/>
        </p:nvSpPr>
        <p:spPr>
          <a:xfrm>
            <a:off x="1964325" y="22467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noGrp="1"/>
          </p:cNvSpPr>
          <p:nvPr/>
        </p:nvSpPr>
        <p:spPr>
          <a:xfrm>
            <a:off x="1890747" y="18061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noGrp="1"/>
          </p:cNvSpPr>
          <p:nvPr/>
        </p:nvSpPr>
        <p:spPr>
          <a:xfrm>
            <a:off x="1976776" y="18356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noGrp="1"/>
          </p:cNvSpPr>
          <p:nvPr/>
        </p:nvSpPr>
        <p:spPr>
          <a:xfrm>
            <a:off x="1945044" y="23017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noGrp="1"/>
          </p:cNvSpPr>
          <p:nvPr/>
        </p:nvSpPr>
        <p:spPr>
          <a:xfrm>
            <a:off x="1835618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noGrp="1"/>
          </p:cNvSpPr>
          <p:nvPr/>
        </p:nvSpPr>
        <p:spPr>
          <a:xfrm>
            <a:off x="1975840" y="24411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noGrp="1"/>
          </p:cNvSpPr>
          <p:nvPr/>
        </p:nvSpPr>
        <p:spPr>
          <a:xfrm>
            <a:off x="1992859" y="192560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noGrp="1"/>
          </p:cNvSpPr>
          <p:nvPr/>
        </p:nvSpPr>
        <p:spPr>
          <a:xfrm>
            <a:off x="19676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noGrp="1"/>
          </p:cNvSpPr>
          <p:nvPr/>
        </p:nvSpPr>
        <p:spPr>
          <a:xfrm>
            <a:off x="1925866" y="22834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noGrp="1"/>
          </p:cNvSpPr>
          <p:nvPr/>
        </p:nvSpPr>
        <p:spPr>
          <a:xfrm>
            <a:off x="1876495" y="184314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noGrp="1"/>
          </p:cNvSpPr>
          <p:nvPr/>
        </p:nvSpPr>
        <p:spPr>
          <a:xfrm>
            <a:off x="183273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noGrp="1"/>
          </p:cNvSpPr>
          <p:nvPr/>
        </p:nvSpPr>
        <p:spPr>
          <a:xfrm>
            <a:off x="1984272" y="223628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noGrp="1"/>
          </p:cNvSpPr>
          <p:nvPr/>
        </p:nvSpPr>
        <p:spPr>
          <a:xfrm>
            <a:off x="200787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noGrp="1"/>
          </p:cNvSpPr>
          <p:nvPr/>
        </p:nvSpPr>
        <p:spPr>
          <a:xfrm>
            <a:off x="198085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noGrp="1"/>
          </p:cNvSpPr>
          <p:nvPr/>
        </p:nvSpPr>
        <p:spPr>
          <a:xfrm>
            <a:off x="1877223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noGrp="1"/>
          </p:cNvSpPr>
          <p:nvPr/>
        </p:nvSpPr>
        <p:spPr>
          <a:xfrm>
            <a:off x="1950732" y="23427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noGrp="1"/>
          </p:cNvSpPr>
          <p:nvPr/>
        </p:nvSpPr>
        <p:spPr>
          <a:xfrm>
            <a:off x="1847133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noGrp="1"/>
          </p:cNvSpPr>
          <p:nvPr/>
        </p:nvSpPr>
        <p:spPr>
          <a:xfrm>
            <a:off x="1953266" y="214134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noGrp="1"/>
          </p:cNvSpPr>
          <p:nvPr/>
        </p:nvSpPr>
        <p:spPr>
          <a:xfrm>
            <a:off x="1960643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noGrp="1"/>
          </p:cNvSpPr>
          <p:nvPr/>
        </p:nvSpPr>
        <p:spPr>
          <a:xfrm>
            <a:off x="1913660" y="27189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noGrp="1"/>
          </p:cNvSpPr>
          <p:nvPr/>
        </p:nvSpPr>
        <p:spPr>
          <a:xfrm>
            <a:off x="196079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noGrp="1"/>
          </p:cNvSpPr>
          <p:nvPr/>
        </p:nvSpPr>
        <p:spPr>
          <a:xfrm>
            <a:off x="1989359" y="27969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noGrp="1"/>
          </p:cNvSpPr>
          <p:nvPr/>
        </p:nvSpPr>
        <p:spPr>
          <a:xfrm>
            <a:off x="2006767" y="22510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noGrp="1"/>
          </p:cNvSpPr>
          <p:nvPr/>
        </p:nvSpPr>
        <p:spPr>
          <a:xfrm>
            <a:off x="2034303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noGrp="1"/>
          </p:cNvSpPr>
          <p:nvPr/>
        </p:nvSpPr>
        <p:spPr>
          <a:xfrm>
            <a:off x="1833574" y="24439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noGrp="1"/>
          </p:cNvSpPr>
          <p:nvPr/>
        </p:nvSpPr>
        <p:spPr>
          <a:xfrm>
            <a:off x="1950947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noGrp="1"/>
          </p:cNvSpPr>
          <p:nvPr/>
        </p:nvSpPr>
        <p:spPr>
          <a:xfrm>
            <a:off x="1895131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noGrp="1"/>
          </p:cNvSpPr>
          <p:nvPr/>
        </p:nvSpPr>
        <p:spPr>
          <a:xfrm>
            <a:off x="1950929" y="27605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noGrp="1"/>
          </p:cNvSpPr>
          <p:nvPr/>
        </p:nvSpPr>
        <p:spPr>
          <a:xfrm>
            <a:off x="2001514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noGrp="1"/>
          </p:cNvSpPr>
          <p:nvPr/>
        </p:nvSpPr>
        <p:spPr>
          <a:xfrm>
            <a:off x="2005185" y="30488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noGrp="1"/>
          </p:cNvSpPr>
          <p:nvPr/>
        </p:nvSpPr>
        <p:spPr>
          <a:xfrm>
            <a:off x="1844653" y="1818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noGrp="1"/>
          </p:cNvSpPr>
          <p:nvPr/>
        </p:nvSpPr>
        <p:spPr>
          <a:xfrm>
            <a:off x="1853827" y="2156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noGrp="1"/>
          </p:cNvSpPr>
          <p:nvPr/>
        </p:nvSpPr>
        <p:spPr>
          <a:xfrm>
            <a:off x="1853793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noGrp="1"/>
          </p:cNvSpPr>
          <p:nvPr/>
        </p:nvSpPr>
        <p:spPr>
          <a:xfrm>
            <a:off x="1969013" y="28662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noGrp="1"/>
          </p:cNvSpPr>
          <p:nvPr/>
        </p:nvSpPr>
        <p:spPr>
          <a:xfrm>
            <a:off x="1842576" y="20517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noGrp="1"/>
          </p:cNvSpPr>
          <p:nvPr/>
        </p:nvSpPr>
        <p:spPr>
          <a:xfrm>
            <a:off x="1971489" y="24787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noGrp="1"/>
          </p:cNvSpPr>
          <p:nvPr/>
        </p:nvSpPr>
        <p:spPr>
          <a:xfrm>
            <a:off x="1918288" y="2483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noGrp="1"/>
          </p:cNvSpPr>
          <p:nvPr/>
        </p:nvSpPr>
        <p:spPr>
          <a:xfrm>
            <a:off x="1899659" y="24875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noGrp="1"/>
          </p:cNvSpPr>
          <p:nvPr/>
        </p:nvSpPr>
        <p:spPr>
          <a:xfrm>
            <a:off x="1851709" y="24478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noGrp="1"/>
          </p:cNvSpPr>
          <p:nvPr/>
        </p:nvSpPr>
        <p:spPr>
          <a:xfrm>
            <a:off x="1919658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noGrp="1"/>
          </p:cNvSpPr>
          <p:nvPr/>
        </p:nvSpPr>
        <p:spPr>
          <a:xfrm>
            <a:off x="1882327" y="32072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noGrp="1"/>
          </p:cNvSpPr>
          <p:nvPr/>
        </p:nvSpPr>
        <p:spPr>
          <a:xfrm>
            <a:off x="2019231" y="25489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noGrp="1"/>
          </p:cNvSpPr>
          <p:nvPr/>
        </p:nvSpPr>
        <p:spPr>
          <a:xfrm>
            <a:off x="1992561" y="2121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noGrp="1"/>
          </p:cNvSpPr>
          <p:nvPr/>
        </p:nvSpPr>
        <p:spPr>
          <a:xfrm>
            <a:off x="1948710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noGrp="1"/>
          </p:cNvSpPr>
          <p:nvPr/>
        </p:nvSpPr>
        <p:spPr>
          <a:xfrm>
            <a:off x="18518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noGrp="1"/>
          </p:cNvSpPr>
          <p:nvPr/>
        </p:nvSpPr>
        <p:spPr>
          <a:xfrm>
            <a:off x="1891029" y="29607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noGrp="1"/>
          </p:cNvSpPr>
          <p:nvPr/>
        </p:nvSpPr>
        <p:spPr>
          <a:xfrm>
            <a:off x="1878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noGrp="1"/>
          </p:cNvSpPr>
          <p:nvPr/>
        </p:nvSpPr>
        <p:spPr>
          <a:xfrm>
            <a:off x="19673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noGrp="1"/>
          </p:cNvSpPr>
          <p:nvPr/>
        </p:nvSpPr>
        <p:spPr>
          <a:xfrm>
            <a:off x="2312671" y="17457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noGrp="1"/>
          </p:cNvSpPr>
          <p:nvPr/>
        </p:nvSpPr>
        <p:spPr>
          <a:xfrm>
            <a:off x="2194048" y="163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noGrp="1"/>
          </p:cNvSpPr>
          <p:nvPr/>
        </p:nvSpPr>
        <p:spPr>
          <a:xfrm>
            <a:off x="2360246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noGrp="1"/>
          </p:cNvSpPr>
          <p:nvPr/>
        </p:nvSpPr>
        <p:spPr>
          <a:xfrm>
            <a:off x="2195795" y="30772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noGrp="1"/>
          </p:cNvSpPr>
          <p:nvPr/>
        </p:nvSpPr>
        <p:spPr>
          <a:xfrm>
            <a:off x="2298780" y="18632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noGrp="1"/>
          </p:cNvSpPr>
          <p:nvPr/>
        </p:nvSpPr>
        <p:spPr>
          <a:xfrm>
            <a:off x="2301053" y="19465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noGrp="1"/>
          </p:cNvSpPr>
          <p:nvPr/>
        </p:nvSpPr>
        <p:spPr>
          <a:xfrm>
            <a:off x="2385756" y="1766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noGrp="1"/>
          </p:cNvSpPr>
          <p:nvPr/>
        </p:nvSpPr>
        <p:spPr>
          <a:xfrm>
            <a:off x="2294203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noGrp="1"/>
          </p:cNvSpPr>
          <p:nvPr/>
        </p:nvSpPr>
        <p:spPr>
          <a:xfrm>
            <a:off x="2292841" y="26078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noGrp="1"/>
          </p:cNvSpPr>
          <p:nvPr/>
        </p:nvSpPr>
        <p:spPr>
          <a:xfrm>
            <a:off x="2292765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noGrp="1"/>
          </p:cNvSpPr>
          <p:nvPr/>
        </p:nvSpPr>
        <p:spPr>
          <a:xfrm>
            <a:off x="2243676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noGrp="1"/>
          </p:cNvSpPr>
          <p:nvPr/>
        </p:nvSpPr>
        <p:spPr>
          <a:xfrm>
            <a:off x="218150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noGrp="1"/>
          </p:cNvSpPr>
          <p:nvPr/>
        </p:nvSpPr>
        <p:spPr>
          <a:xfrm>
            <a:off x="2356272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noGrp="1"/>
          </p:cNvSpPr>
          <p:nvPr/>
        </p:nvSpPr>
        <p:spPr>
          <a:xfrm>
            <a:off x="2169516" y="23936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noGrp="1"/>
          </p:cNvSpPr>
          <p:nvPr/>
        </p:nvSpPr>
        <p:spPr>
          <a:xfrm>
            <a:off x="2384236" y="18266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noGrp="1"/>
          </p:cNvSpPr>
          <p:nvPr/>
        </p:nvSpPr>
        <p:spPr>
          <a:xfrm>
            <a:off x="2361673" y="18326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noGrp="1"/>
          </p:cNvSpPr>
          <p:nvPr/>
        </p:nvSpPr>
        <p:spPr>
          <a:xfrm>
            <a:off x="2247830" y="27033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noGrp="1"/>
          </p:cNvSpPr>
          <p:nvPr/>
        </p:nvSpPr>
        <p:spPr>
          <a:xfrm>
            <a:off x="2331436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noGrp="1"/>
          </p:cNvSpPr>
          <p:nvPr/>
        </p:nvSpPr>
        <p:spPr>
          <a:xfrm>
            <a:off x="2227891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noGrp="1"/>
          </p:cNvSpPr>
          <p:nvPr/>
        </p:nvSpPr>
        <p:spPr>
          <a:xfrm>
            <a:off x="2177523" y="2025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noGrp="1"/>
          </p:cNvSpPr>
          <p:nvPr/>
        </p:nvSpPr>
        <p:spPr>
          <a:xfrm>
            <a:off x="2352883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noGrp="1"/>
          </p:cNvSpPr>
          <p:nvPr/>
        </p:nvSpPr>
        <p:spPr>
          <a:xfrm>
            <a:off x="2193467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noGrp="1"/>
          </p:cNvSpPr>
          <p:nvPr/>
        </p:nvSpPr>
        <p:spPr>
          <a:xfrm>
            <a:off x="2211670" y="22161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noGrp="1"/>
          </p:cNvSpPr>
          <p:nvPr/>
        </p:nvSpPr>
        <p:spPr>
          <a:xfrm>
            <a:off x="2215973" y="1755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noGrp="1"/>
          </p:cNvSpPr>
          <p:nvPr/>
        </p:nvSpPr>
        <p:spPr>
          <a:xfrm>
            <a:off x="2331210" y="28790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noGrp="1"/>
          </p:cNvSpPr>
          <p:nvPr/>
        </p:nvSpPr>
        <p:spPr>
          <a:xfrm>
            <a:off x="227354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noGrp="1"/>
          </p:cNvSpPr>
          <p:nvPr/>
        </p:nvSpPr>
        <p:spPr>
          <a:xfrm>
            <a:off x="2169083" y="27019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noGrp="1"/>
          </p:cNvSpPr>
          <p:nvPr/>
        </p:nvSpPr>
        <p:spPr>
          <a:xfrm>
            <a:off x="2197936" y="2728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noGrp="1"/>
          </p:cNvSpPr>
          <p:nvPr/>
        </p:nvSpPr>
        <p:spPr>
          <a:xfrm>
            <a:off x="2275244" y="17400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noGrp="1"/>
          </p:cNvSpPr>
          <p:nvPr/>
        </p:nvSpPr>
        <p:spPr>
          <a:xfrm>
            <a:off x="23533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noGrp="1"/>
          </p:cNvSpPr>
          <p:nvPr/>
        </p:nvSpPr>
        <p:spPr>
          <a:xfrm>
            <a:off x="2253591" y="26009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noGrp="1"/>
          </p:cNvSpPr>
          <p:nvPr/>
        </p:nvSpPr>
        <p:spPr>
          <a:xfrm>
            <a:off x="2255979" y="22028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noGrp="1"/>
          </p:cNvSpPr>
          <p:nvPr/>
        </p:nvSpPr>
        <p:spPr>
          <a:xfrm>
            <a:off x="218949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noGrp="1"/>
          </p:cNvSpPr>
          <p:nvPr/>
        </p:nvSpPr>
        <p:spPr>
          <a:xfrm>
            <a:off x="2324343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noGrp="1"/>
          </p:cNvSpPr>
          <p:nvPr/>
        </p:nvSpPr>
        <p:spPr>
          <a:xfrm>
            <a:off x="2280590" y="15798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noGrp="1"/>
          </p:cNvSpPr>
          <p:nvPr/>
        </p:nvSpPr>
        <p:spPr>
          <a:xfrm>
            <a:off x="22058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noGrp="1"/>
          </p:cNvSpPr>
          <p:nvPr/>
        </p:nvSpPr>
        <p:spPr>
          <a:xfrm>
            <a:off x="2373909" y="218096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noGrp="1"/>
          </p:cNvSpPr>
          <p:nvPr/>
        </p:nvSpPr>
        <p:spPr>
          <a:xfrm>
            <a:off x="2284073" y="232268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noGrp="1"/>
          </p:cNvSpPr>
          <p:nvPr/>
        </p:nvSpPr>
        <p:spPr>
          <a:xfrm>
            <a:off x="2219068" y="16353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noGrp="1"/>
          </p:cNvSpPr>
          <p:nvPr/>
        </p:nvSpPr>
        <p:spPr>
          <a:xfrm>
            <a:off x="2373122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noGrp="1"/>
          </p:cNvSpPr>
          <p:nvPr/>
        </p:nvSpPr>
        <p:spPr>
          <a:xfrm>
            <a:off x="2190424" y="218284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noGrp="1"/>
          </p:cNvSpPr>
          <p:nvPr/>
        </p:nvSpPr>
        <p:spPr>
          <a:xfrm>
            <a:off x="2168651" y="180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noGrp="1"/>
          </p:cNvSpPr>
          <p:nvPr/>
        </p:nvSpPr>
        <p:spPr>
          <a:xfrm>
            <a:off x="2332000" y="15782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noGrp="1"/>
          </p:cNvSpPr>
          <p:nvPr/>
        </p:nvSpPr>
        <p:spPr>
          <a:xfrm>
            <a:off x="2367594" y="1723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noGrp="1"/>
          </p:cNvSpPr>
          <p:nvPr/>
        </p:nvSpPr>
        <p:spPr>
          <a:xfrm>
            <a:off x="2319125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noGrp="1"/>
          </p:cNvSpPr>
          <p:nvPr/>
        </p:nvSpPr>
        <p:spPr>
          <a:xfrm>
            <a:off x="2360300" y="16723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noGrp="1"/>
          </p:cNvSpPr>
          <p:nvPr/>
        </p:nvSpPr>
        <p:spPr>
          <a:xfrm>
            <a:off x="2182224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noGrp="1"/>
          </p:cNvSpPr>
          <p:nvPr/>
        </p:nvSpPr>
        <p:spPr>
          <a:xfrm>
            <a:off x="2340559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noGrp="1"/>
          </p:cNvSpPr>
          <p:nvPr/>
        </p:nvSpPr>
        <p:spPr>
          <a:xfrm>
            <a:off x="2186854" y="2190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noGrp="1"/>
          </p:cNvSpPr>
          <p:nvPr/>
        </p:nvSpPr>
        <p:spPr>
          <a:xfrm>
            <a:off x="2176803" y="17945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noGrp="1"/>
          </p:cNvSpPr>
          <p:nvPr/>
        </p:nvSpPr>
        <p:spPr>
          <a:xfrm>
            <a:off x="2265533" y="1902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noGrp="1"/>
          </p:cNvSpPr>
          <p:nvPr/>
        </p:nvSpPr>
        <p:spPr>
          <a:xfrm>
            <a:off x="2376928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noGrp="1"/>
          </p:cNvSpPr>
          <p:nvPr/>
        </p:nvSpPr>
        <p:spPr>
          <a:xfrm>
            <a:off x="2217699" y="22449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noGrp="1"/>
          </p:cNvSpPr>
          <p:nvPr/>
        </p:nvSpPr>
        <p:spPr>
          <a:xfrm>
            <a:off x="2244998" y="22672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noGrp="1"/>
          </p:cNvSpPr>
          <p:nvPr/>
        </p:nvSpPr>
        <p:spPr>
          <a:xfrm>
            <a:off x="2350776" y="2268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noGrp="1"/>
          </p:cNvSpPr>
          <p:nvPr/>
        </p:nvSpPr>
        <p:spPr>
          <a:xfrm>
            <a:off x="2183716" y="22566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noGrp="1"/>
          </p:cNvSpPr>
          <p:nvPr/>
        </p:nvSpPr>
        <p:spPr>
          <a:xfrm>
            <a:off x="2298748" y="26851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noGrp="1"/>
          </p:cNvSpPr>
          <p:nvPr/>
        </p:nvSpPr>
        <p:spPr>
          <a:xfrm>
            <a:off x="2303193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noGrp="1"/>
          </p:cNvSpPr>
          <p:nvPr/>
        </p:nvSpPr>
        <p:spPr>
          <a:xfrm>
            <a:off x="2300876" y="19101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noGrp="1"/>
          </p:cNvSpPr>
          <p:nvPr/>
        </p:nvSpPr>
        <p:spPr>
          <a:xfrm>
            <a:off x="2317972" y="179163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noGrp="1"/>
          </p:cNvSpPr>
          <p:nvPr/>
        </p:nvSpPr>
        <p:spPr>
          <a:xfrm>
            <a:off x="2318260" y="2389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noGrp="1"/>
          </p:cNvSpPr>
          <p:nvPr/>
        </p:nvSpPr>
        <p:spPr>
          <a:xfrm>
            <a:off x="2215820" y="15815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noGrp="1"/>
          </p:cNvSpPr>
          <p:nvPr/>
        </p:nvSpPr>
        <p:spPr>
          <a:xfrm>
            <a:off x="2372564" y="15465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noGrp="1"/>
          </p:cNvSpPr>
          <p:nvPr/>
        </p:nvSpPr>
        <p:spPr>
          <a:xfrm>
            <a:off x="2331123" y="16738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noGrp="1"/>
          </p:cNvSpPr>
          <p:nvPr/>
        </p:nvSpPr>
        <p:spPr>
          <a:xfrm>
            <a:off x="2235510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noGrp="1"/>
          </p:cNvSpPr>
          <p:nvPr/>
        </p:nvSpPr>
        <p:spPr>
          <a:xfrm>
            <a:off x="2259938" y="22720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noGrp="1"/>
          </p:cNvSpPr>
          <p:nvPr/>
        </p:nvSpPr>
        <p:spPr>
          <a:xfrm>
            <a:off x="2187129" y="2645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noGrp="1"/>
          </p:cNvSpPr>
          <p:nvPr/>
        </p:nvSpPr>
        <p:spPr>
          <a:xfrm>
            <a:off x="2241707" y="2264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noGrp="1"/>
          </p:cNvSpPr>
          <p:nvPr/>
        </p:nvSpPr>
        <p:spPr>
          <a:xfrm>
            <a:off x="2180632" y="20582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noGrp="1"/>
          </p:cNvSpPr>
          <p:nvPr/>
        </p:nvSpPr>
        <p:spPr>
          <a:xfrm>
            <a:off x="2343501" y="26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noGrp="1"/>
          </p:cNvSpPr>
          <p:nvPr/>
        </p:nvSpPr>
        <p:spPr>
          <a:xfrm>
            <a:off x="2301461" y="16861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noGrp="1"/>
          </p:cNvSpPr>
          <p:nvPr/>
        </p:nvSpPr>
        <p:spPr>
          <a:xfrm>
            <a:off x="2345304" y="23826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noGrp="1"/>
          </p:cNvSpPr>
          <p:nvPr/>
        </p:nvSpPr>
        <p:spPr>
          <a:xfrm>
            <a:off x="2285639" y="21916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noGrp="1"/>
          </p:cNvSpPr>
          <p:nvPr/>
        </p:nvSpPr>
        <p:spPr>
          <a:xfrm>
            <a:off x="2184270" y="16734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noGrp="1"/>
          </p:cNvSpPr>
          <p:nvPr/>
        </p:nvSpPr>
        <p:spPr>
          <a:xfrm>
            <a:off x="2351072" y="25954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noGrp="1"/>
          </p:cNvSpPr>
          <p:nvPr/>
        </p:nvSpPr>
        <p:spPr>
          <a:xfrm>
            <a:off x="2197735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noGrp="1"/>
          </p:cNvSpPr>
          <p:nvPr/>
        </p:nvSpPr>
        <p:spPr>
          <a:xfrm>
            <a:off x="22958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noGrp="1"/>
          </p:cNvSpPr>
          <p:nvPr/>
        </p:nvSpPr>
        <p:spPr>
          <a:xfrm>
            <a:off x="2256244" y="1667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noGrp="1"/>
          </p:cNvSpPr>
          <p:nvPr/>
        </p:nvSpPr>
        <p:spPr>
          <a:xfrm>
            <a:off x="2208505" y="20570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noGrp="1"/>
          </p:cNvSpPr>
          <p:nvPr/>
        </p:nvSpPr>
        <p:spPr>
          <a:xfrm>
            <a:off x="2344296" y="2022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noGrp="1"/>
          </p:cNvSpPr>
          <p:nvPr/>
        </p:nvSpPr>
        <p:spPr>
          <a:xfrm>
            <a:off x="2220176" y="17569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noGrp="1"/>
          </p:cNvSpPr>
          <p:nvPr/>
        </p:nvSpPr>
        <p:spPr>
          <a:xfrm>
            <a:off x="2345495" y="24068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noGrp="1"/>
          </p:cNvSpPr>
          <p:nvPr/>
        </p:nvSpPr>
        <p:spPr>
          <a:xfrm>
            <a:off x="2255302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noGrp="1"/>
          </p:cNvSpPr>
          <p:nvPr/>
        </p:nvSpPr>
        <p:spPr>
          <a:xfrm>
            <a:off x="2336713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noGrp="1"/>
          </p:cNvSpPr>
          <p:nvPr/>
        </p:nvSpPr>
        <p:spPr>
          <a:xfrm>
            <a:off x="2198075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noGrp="1"/>
          </p:cNvSpPr>
          <p:nvPr/>
        </p:nvSpPr>
        <p:spPr>
          <a:xfrm>
            <a:off x="2313704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noGrp="1"/>
          </p:cNvSpPr>
          <p:nvPr/>
        </p:nvSpPr>
        <p:spPr>
          <a:xfrm>
            <a:off x="2201769" y="23809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noGrp="1"/>
          </p:cNvSpPr>
          <p:nvPr/>
        </p:nvSpPr>
        <p:spPr>
          <a:xfrm>
            <a:off x="2186810" y="148872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noGrp="1"/>
          </p:cNvSpPr>
          <p:nvPr/>
        </p:nvSpPr>
        <p:spPr>
          <a:xfrm>
            <a:off x="22186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noGrp="1"/>
          </p:cNvSpPr>
          <p:nvPr/>
        </p:nvSpPr>
        <p:spPr>
          <a:xfrm>
            <a:off x="223647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noGrp="1"/>
          </p:cNvSpPr>
          <p:nvPr/>
        </p:nvSpPr>
        <p:spPr>
          <a:xfrm>
            <a:off x="2320700" y="2771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noGrp="1"/>
          </p:cNvSpPr>
          <p:nvPr/>
        </p:nvSpPr>
        <p:spPr>
          <a:xfrm>
            <a:off x="2257392" y="29120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noGrp="1"/>
          </p:cNvSpPr>
          <p:nvPr/>
        </p:nvSpPr>
        <p:spPr>
          <a:xfrm>
            <a:off x="2359227" y="1511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noGrp="1"/>
          </p:cNvSpPr>
          <p:nvPr/>
        </p:nvSpPr>
        <p:spPr>
          <a:xfrm>
            <a:off x="2269746" y="17071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noGrp="1"/>
          </p:cNvSpPr>
          <p:nvPr/>
        </p:nvSpPr>
        <p:spPr>
          <a:xfrm>
            <a:off x="2330656" y="15714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noGrp="1"/>
          </p:cNvSpPr>
          <p:nvPr/>
        </p:nvSpPr>
        <p:spPr>
          <a:xfrm>
            <a:off x="225089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noGrp="1"/>
          </p:cNvSpPr>
          <p:nvPr/>
        </p:nvSpPr>
        <p:spPr>
          <a:xfrm>
            <a:off x="2366207" y="25021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noGrp="1"/>
          </p:cNvSpPr>
          <p:nvPr/>
        </p:nvSpPr>
        <p:spPr>
          <a:xfrm>
            <a:off x="224231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noGrp="1"/>
          </p:cNvSpPr>
          <p:nvPr/>
        </p:nvSpPr>
        <p:spPr>
          <a:xfrm>
            <a:off x="2169461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noGrp="1"/>
          </p:cNvSpPr>
          <p:nvPr/>
        </p:nvSpPr>
        <p:spPr>
          <a:xfrm>
            <a:off x="2230858" y="20454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noGrp="1"/>
          </p:cNvSpPr>
          <p:nvPr/>
        </p:nvSpPr>
        <p:spPr>
          <a:xfrm>
            <a:off x="2251387" y="17434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noGrp="1"/>
          </p:cNvSpPr>
          <p:nvPr/>
        </p:nvSpPr>
        <p:spPr>
          <a:xfrm>
            <a:off x="2307052" y="1717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noGrp="1"/>
          </p:cNvSpPr>
          <p:nvPr/>
        </p:nvSpPr>
        <p:spPr>
          <a:xfrm>
            <a:off x="23819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noGrp="1"/>
          </p:cNvSpPr>
          <p:nvPr/>
        </p:nvSpPr>
        <p:spPr>
          <a:xfrm>
            <a:off x="219045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noGrp="1"/>
          </p:cNvSpPr>
          <p:nvPr/>
        </p:nvSpPr>
        <p:spPr>
          <a:xfrm>
            <a:off x="2191530" y="28729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noGrp="1"/>
          </p:cNvSpPr>
          <p:nvPr/>
        </p:nvSpPr>
        <p:spPr>
          <a:xfrm>
            <a:off x="2368849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noGrp="1"/>
          </p:cNvSpPr>
          <p:nvPr/>
        </p:nvSpPr>
        <p:spPr>
          <a:xfrm>
            <a:off x="2192274" y="16759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noGrp="1"/>
          </p:cNvSpPr>
          <p:nvPr/>
        </p:nvSpPr>
        <p:spPr>
          <a:xfrm>
            <a:off x="2344669" y="1864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noGrp="1"/>
          </p:cNvSpPr>
          <p:nvPr/>
        </p:nvSpPr>
        <p:spPr>
          <a:xfrm>
            <a:off x="2183910" y="2657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noGrp="1"/>
          </p:cNvSpPr>
          <p:nvPr/>
        </p:nvSpPr>
        <p:spPr>
          <a:xfrm>
            <a:off x="2332230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noGrp="1"/>
          </p:cNvSpPr>
          <p:nvPr/>
        </p:nvSpPr>
        <p:spPr>
          <a:xfrm>
            <a:off x="2218322" y="212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noGrp="1"/>
          </p:cNvSpPr>
          <p:nvPr/>
        </p:nvSpPr>
        <p:spPr>
          <a:xfrm>
            <a:off x="2330231" y="24007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noGrp="1"/>
          </p:cNvSpPr>
          <p:nvPr/>
        </p:nvSpPr>
        <p:spPr>
          <a:xfrm>
            <a:off x="2227222" y="2154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noGrp="1"/>
          </p:cNvSpPr>
          <p:nvPr/>
        </p:nvSpPr>
        <p:spPr>
          <a:xfrm>
            <a:off x="2249286" y="191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noGrp="1"/>
          </p:cNvSpPr>
          <p:nvPr/>
        </p:nvSpPr>
        <p:spPr>
          <a:xfrm>
            <a:off x="2386017" y="22584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noGrp="1"/>
          </p:cNvSpPr>
          <p:nvPr/>
        </p:nvSpPr>
        <p:spPr>
          <a:xfrm>
            <a:off x="2267980" y="27317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noGrp="1"/>
          </p:cNvSpPr>
          <p:nvPr/>
        </p:nvSpPr>
        <p:spPr>
          <a:xfrm>
            <a:off x="2329371" y="29232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noGrp="1"/>
          </p:cNvSpPr>
          <p:nvPr/>
        </p:nvSpPr>
        <p:spPr>
          <a:xfrm>
            <a:off x="2288066" y="1775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noGrp="1"/>
          </p:cNvSpPr>
          <p:nvPr/>
        </p:nvSpPr>
        <p:spPr>
          <a:xfrm>
            <a:off x="22027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noGrp="1"/>
          </p:cNvSpPr>
          <p:nvPr/>
        </p:nvSpPr>
        <p:spPr>
          <a:xfrm>
            <a:off x="2315029" y="17976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noGrp="1"/>
          </p:cNvSpPr>
          <p:nvPr/>
        </p:nvSpPr>
        <p:spPr>
          <a:xfrm>
            <a:off x="23522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noGrp="1"/>
          </p:cNvSpPr>
          <p:nvPr/>
        </p:nvSpPr>
        <p:spPr>
          <a:xfrm>
            <a:off x="2327412" y="21668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noGrp="1"/>
          </p:cNvSpPr>
          <p:nvPr/>
        </p:nvSpPr>
        <p:spPr>
          <a:xfrm>
            <a:off x="2311633" y="25294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noGrp="1"/>
          </p:cNvSpPr>
          <p:nvPr/>
        </p:nvSpPr>
        <p:spPr>
          <a:xfrm>
            <a:off x="2346258" y="2284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noGrp="1"/>
          </p:cNvSpPr>
          <p:nvPr/>
        </p:nvSpPr>
        <p:spPr>
          <a:xfrm>
            <a:off x="2310967" y="2342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noGrp="1"/>
          </p:cNvSpPr>
          <p:nvPr/>
        </p:nvSpPr>
        <p:spPr>
          <a:xfrm>
            <a:off x="2170642" y="16528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noGrp="1"/>
          </p:cNvSpPr>
          <p:nvPr/>
        </p:nvSpPr>
        <p:spPr>
          <a:xfrm>
            <a:off x="2368498" y="164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noGrp="1"/>
          </p:cNvSpPr>
          <p:nvPr/>
        </p:nvSpPr>
        <p:spPr>
          <a:xfrm>
            <a:off x="223831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noGrp="1"/>
          </p:cNvSpPr>
          <p:nvPr/>
        </p:nvSpPr>
        <p:spPr>
          <a:xfrm>
            <a:off x="230530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noGrp="1"/>
          </p:cNvSpPr>
          <p:nvPr/>
        </p:nvSpPr>
        <p:spPr>
          <a:xfrm>
            <a:off x="2272012" y="173718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noGrp="1"/>
          </p:cNvSpPr>
          <p:nvPr/>
        </p:nvSpPr>
        <p:spPr>
          <a:xfrm>
            <a:off x="2262693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noGrp="1"/>
          </p:cNvSpPr>
          <p:nvPr/>
        </p:nvSpPr>
        <p:spPr>
          <a:xfrm>
            <a:off x="2335806" y="21827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noGrp="1"/>
          </p:cNvSpPr>
          <p:nvPr/>
        </p:nvSpPr>
        <p:spPr>
          <a:xfrm>
            <a:off x="2282740" y="17971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noGrp="1"/>
          </p:cNvSpPr>
          <p:nvPr/>
        </p:nvSpPr>
        <p:spPr>
          <a:xfrm>
            <a:off x="2192587" y="1841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noGrp="1"/>
          </p:cNvSpPr>
          <p:nvPr/>
        </p:nvSpPr>
        <p:spPr>
          <a:xfrm>
            <a:off x="2340918" y="22700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noGrp="1"/>
          </p:cNvSpPr>
          <p:nvPr/>
        </p:nvSpPr>
        <p:spPr>
          <a:xfrm>
            <a:off x="2243980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noGrp="1"/>
          </p:cNvSpPr>
          <p:nvPr/>
        </p:nvSpPr>
        <p:spPr>
          <a:xfrm>
            <a:off x="2208384" y="21003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noGrp="1"/>
          </p:cNvSpPr>
          <p:nvPr/>
        </p:nvSpPr>
        <p:spPr>
          <a:xfrm>
            <a:off x="219550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noGrp="1"/>
          </p:cNvSpPr>
          <p:nvPr/>
        </p:nvSpPr>
        <p:spPr>
          <a:xfrm>
            <a:off x="220608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noGrp="1"/>
          </p:cNvSpPr>
          <p:nvPr/>
        </p:nvSpPr>
        <p:spPr>
          <a:xfrm>
            <a:off x="2376539" y="20600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noGrp="1"/>
          </p:cNvSpPr>
          <p:nvPr/>
        </p:nvSpPr>
        <p:spPr>
          <a:xfrm>
            <a:off x="2288502" y="18121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noGrp="1"/>
          </p:cNvSpPr>
          <p:nvPr/>
        </p:nvSpPr>
        <p:spPr>
          <a:xfrm>
            <a:off x="2198645" y="15379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noGrp="1"/>
          </p:cNvSpPr>
          <p:nvPr/>
        </p:nvSpPr>
        <p:spPr>
          <a:xfrm>
            <a:off x="2324238" y="233665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noGrp="1"/>
          </p:cNvSpPr>
          <p:nvPr/>
        </p:nvSpPr>
        <p:spPr>
          <a:xfrm>
            <a:off x="232848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noGrp="1"/>
          </p:cNvSpPr>
          <p:nvPr/>
        </p:nvSpPr>
        <p:spPr>
          <a:xfrm>
            <a:off x="2384155" y="31760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noGrp="1"/>
          </p:cNvSpPr>
          <p:nvPr/>
        </p:nvSpPr>
        <p:spPr>
          <a:xfrm>
            <a:off x="2178003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noGrp="1"/>
          </p:cNvSpPr>
          <p:nvPr/>
        </p:nvSpPr>
        <p:spPr>
          <a:xfrm>
            <a:off x="2249254" y="20703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noGrp="1"/>
          </p:cNvSpPr>
          <p:nvPr/>
        </p:nvSpPr>
        <p:spPr>
          <a:xfrm>
            <a:off x="2256905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noGrp="1"/>
          </p:cNvSpPr>
          <p:nvPr/>
        </p:nvSpPr>
        <p:spPr>
          <a:xfrm>
            <a:off x="2290876" y="20091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noGrp="1"/>
          </p:cNvSpPr>
          <p:nvPr/>
        </p:nvSpPr>
        <p:spPr>
          <a:xfrm>
            <a:off x="2278426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noGrp="1"/>
          </p:cNvSpPr>
          <p:nvPr/>
        </p:nvSpPr>
        <p:spPr>
          <a:xfrm>
            <a:off x="2225164" y="16533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noGrp="1"/>
          </p:cNvSpPr>
          <p:nvPr/>
        </p:nvSpPr>
        <p:spPr>
          <a:xfrm>
            <a:off x="2340439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noGrp="1"/>
          </p:cNvSpPr>
          <p:nvPr/>
        </p:nvSpPr>
        <p:spPr>
          <a:xfrm>
            <a:off x="2179579" y="27721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noGrp="1"/>
          </p:cNvSpPr>
          <p:nvPr/>
        </p:nvSpPr>
        <p:spPr>
          <a:xfrm>
            <a:off x="2312234" y="21829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noGrp="1"/>
          </p:cNvSpPr>
          <p:nvPr/>
        </p:nvSpPr>
        <p:spPr>
          <a:xfrm>
            <a:off x="2283247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noGrp="1"/>
          </p:cNvSpPr>
          <p:nvPr/>
        </p:nvSpPr>
        <p:spPr>
          <a:xfrm>
            <a:off x="2281277" y="25612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noGrp="1"/>
          </p:cNvSpPr>
          <p:nvPr/>
        </p:nvSpPr>
        <p:spPr>
          <a:xfrm>
            <a:off x="2245780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noGrp="1"/>
          </p:cNvSpPr>
          <p:nvPr/>
        </p:nvSpPr>
        <p:spPr>
          <a:xfrm>
            <a:off x="2334167" y="17610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noGrp="1"/>
          </p:cNvSpPr>
          <p:nvPr/>
        </p:nvSpPr>
        <p:spPr>
          <a:xfrm>
            <a:off x="2240498" y="23919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noGrp="1"/>
          </p:cNvSpPr>
          <p:nvPr/>
        </p:nvSpPr>
        <p:spPr>
          <a:xfrm>
            <a:off x="2241447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noGrp="1"/>
          </p:cNvSpPr>
          <p:nvPr/>
        </p:nvSpPr>
        <p:spPr>
          <a:xfrm>
            <a:off x="2287583" y="30563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noGrp="1"/>
          </p:cNvSpPr>
          <p:nvPr/>
        </p:nvSpPr>
        <p:spPr>
          <a:xfrm>
            <a:off x="2305972" y="17766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noGrp="1"/>
          </p:cNvSpPr>
          <p:nvPr/>
        </p:nvSpPr>
        <p:spPr>
          <a:xfrm>
            <a:off x="2322820" y="21834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noGrp="1"/>
          </p:cNvSpPr>
          <p:nvPr/>
        </p:nvSpPr>
        <p:spPr>
          <a:xfrm>
            <a:off x="228870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noGrp="1"/>
          </p:cNvSpPr>
          <p:nvPr/>
        </p:nvSpPr>
        <p:spPr>
          <a:xfrm>
            <a:off x="2202299" y="2197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noGrp="1"/>
          </p:cNvSpPr>
          <p:nvPr/>
        </p:nvSpPr>
        <p:spPr>
          <a:xfrm>
            <a:off x="2247985" y="20418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noGrp="1"/>
          </p:cNvSpPr>
          <p:nvPr/>
        </p:nvSpPr>
        <p:spPr>
          <a:xfrm>
            <a:off x="2377273" y="2454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noGrp="1"/>
          </p:cNvSpPr>
          <p:nvPr/>
        </p:nvSpPr>
        <p:spPr>
          <a:xfrm>
            <a:off x="2239463" y="23901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noGrp="1"/>
          </p:cNvSpPr>
          <p:nvPr/>
        </p:nvSpPr>
        <p:spPr>
          <a:xfrm>
            <a:off x="2185172" y="2312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noGrp="1"/>
          </p:cNvSpPr>
          <p:nvPr/>
        </p:nvSpPr>
        <p:spPr>
          <a:xfrm>
            <a:off x="2373052" y="2026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noGrp="1"/>
          </p:cNvSpPr>
          <p:nvPr/>
        </p:nvSpPr>
        <p:spPr>
          <a:xfrm>
            <a:off x="228291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noGrp="1"/>
          </p:cNvSpPr>
          <p:nvPr/>
        </p:nvSpPr>
        <p:spPr>
          <a:xfrm>
            <a:off x="2372921" y="31194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noGrp="1"/>
          </p:cNvSpPr>
          <p:nvPr/>
        </p:nvSpPr>
        <p:spPr>
          <a:xfrm>
            <a:off x="2188902" y="20329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noGrp="1"/>
          </p:cNvSpPr>
          <p:nvPr/>
        </p:nvSpPr>
        <p:spPr>
          <a:xfrm>
            <a:off x="2307836" y="2046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noGrp="1"/>
          </p:cNvSpPr>
          <p:nvPr/>
        </p:nvSpPr>
        <p:spPr>
          <a:xfrm>
            <a:off x="2201290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noGrp="1"/>
          </p:cNvSpPr>
          <p:nvPr/>
        </p:nvSpPr>
        <p:spPr>
          <a:xfrm>
            <a:off x="2330785" y="21105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noGrp="1"/>
          </p:cNvSpPr>
          <p:nvPr/>
        </p:nvSpPr>
        <p:spPr>
          <a:xfrm>
            <a:off x="2320007" y="33133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noGrp="1"/>
          </p:cNvSpPr>
          <p:nvPr/>
        </p:nvSpPr>
        <p:spPr>
          <a:xfrm>
            <a:off x="219154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noGrp="1"/>
          </p:cNvSpPr>
          <p:nvPr/>
        </p:nvSpPr>
        <p:spPr>
          <a:xfrm>
            <a:off x="233564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noGrp="1"/>
          </p:cNvSpPr>
          <p:nvPr/>
        </p:nvSpPr>
        <p:spPr>
          <a:xfrm>
            <a:off x="29594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noGrp="1"/>
          </p:cNvSpPr>
          <p:nvPr/>
        </p:nvSpPr>
        <p:spPr>
          <a:xfrm>
            <a:off x="29318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noGrp="1"/>
          </p:cNvSpPr>
          <p:nvPr/>
        </p:nvSpPr>
        <p:spPr>
          <a:xfrm>
            <a:off x="295807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noGrp="1"/>
          </p:cNvSpPr>
          <p:nvPr/>
        </p:nvSpPr>
        <p:spPr>
          <a:xfrm>
            <a:off x="29621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noGrp="1"/>
          </p:cNvSpPr>
          <p:nvPr/>
        </p:nvSpPr>
        <p:spPr>
          <a:xfrm>
            <a:off x="3110615" y="2435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noGrp="1"/>
          </p:cNvSpPr>
          <p:nvPr/>
        </p:nvSpPr>
        <p:spPr>
          <a:xfrm>
            <a:off x="309755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noGrp="1"/>
          </p:cNvSpPr>
          <p:nvPr/>
        </p:nvSpPr>
        <p:spPr>
          <a:xfrm>
            <a:off x="29369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noGrp="1"/>
          </p:cNvSpPr>
          <p:nvPr/>
        </p:nvSpPr>
        <p:spPr>
          <a:xfrm>
            <a:off x="3071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noGrp="1"/>
          </p:cNvSpPr>
          <p:nvPr/>
        </p:nvSpPr>
        <p:spPr>
          <a:xfrm>
            <a:off x="29664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noGrp="1"/>
          </p:cNvSpPr>
          <p:nvPr/>
        </p:nvSpPr>
        <p:spPr>
          <a:xfrm>
            <a:off x="301080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noGrp="1"/>
          </p:cNvSpPr>
          <p:nvPr/>
        </p:nvSpPr>
        <p:spPr>
          <a:xfrm>
            <a:off x="3118896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noGrp="1"/>
          </p:cNvSpPr>
          <p:nvPr/>
        </p:nvSpPr>
        <p:spPr>
          <a:xfrm>
            <a:off x="3133504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noGrp="1"/>
          </p:cNvSpPr>
          <p:nvPr/>
        </p:nvSpPr>
        <p:spPr>
          <a:xfrm>
            <a:off x="3006255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noGrp="1"/>
          </p:cNvSpPr>
          <p:nvPr/>
        </p:nvSpPr>
        <p:spPr>
          <a:xfrm>
            <a:off x="3089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noGrp="1"/>
          </p:cNvSpPr>
          <p:nvPr/>
        </p:nvSpPr>
        <p:spPr>
          <a:xfrm>
            <a:off x="3043776" y="2906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noGrp="1"/>
          </p:cNvSpPr>
          <p:nvPr/>
        </p:nvSpPr>
        <p:spPr>
          <a:xfrm>
            <a:off x="307880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noGrp="1"/>
          </p:cNvSpPr>
          <p:nvPr/>
        </p:nvSpPr>
        <p:spPr>
          <a:xfrm>
            <a:off x="294917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noGrp="1"/>
          </p:cNvSpPr>
          <p:nvPr/>
        </p:nvSpPr>
        <p:spPr>
          <a:xfrm>
            <a:off x="3130264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noGrp="1"/>
          </p:cNvSpPr>
          <p:nvPr/>
        </p:nvSpPr>
        <p:spPr>
          <a:xfrm>
            <a:off x="3033638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noGrp="1"/>
          </p:cNvSpPr>
          <p:nvPr/>
        </p:nvSpPr>
        <p:spPr>
          <a:xfrm>
            <a:off x="3048548" y="20162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noGrp="1"/>
          </p:cNvSpPr>
          <p:nvPr/>
        </p:nvSpPr>
        <p:spPr>
          <a:xfrm>
            <a:off x="3108985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noGrp="1"/>
          </p:cNvSpPr>
          <p:nvPr/>
        </p:nvSpPr>
        <p:spPr>
          <a:xfrm>
            <a:off x="297823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noGrp="1"/>
          </p:cNvSpPr>
          <p:nvPr/>
        </p:nvSpPr>
        <p:spPr>
          <a:xfrm>
            <a:off x="2998219" y="20957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noGrp="1"/>
          </p:cNvSpPr>
          <p:nvPr/>
        </p:nvSpPr>
        <p:spPr>
          <a:xfrm>
            <a:off x="3068783" y="2149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noGrp="1"/>
          </p:cNvSpPr>
          <p:nvPr/>
        </p:nvSpPr>
        <p:spPr>
          <a:xfrm>
            <a:off x="29287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noGrp="1"/>
          </p:cNvSpPr>
          <p:nvPr/>
        </p:nvSpPr>
        <p:spPr>
          <a:xfrm>
            <a:off x="29283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noGrp="1"/>
          </p:cNvSpPr>
          <p:nvPr/>
        </p:nvSpPr>
        <p:spPr>
          <a:xfrm>
            <a:off x="2970682" y="29585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noGrp="1"/>
          </p:cNvSpPr>
          <p:nvPr/>
        </p:nvSpPr>
        <p:spPr>
          <a:xfrm>
            <a:off x="30885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noGrp="1"/>
          </p:cNvSpPr>
          <p:nvPr/>
        </p:nvSpPr>
        <p:spPr>
          <a:xfrm>
            <a:off x="2958023" y="30554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noGrp="1"/>
          </p:cNvSpPr>
          <p:nvPr/>
        </p:nvSpPr>
        <p:spPr>
          <a:xfrm>
            <a:off x="296854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noGrp="1"/>
          </p:cNvSpPr>
          <p:nvPr/>
        </p:nvSpPr>
        <p:spPr>
          <a:xfrm>
            <a:off x="29492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noGrp="1"/>
          </p:cNvSpPr>
          <p:nvPr/>
        </p:nvSpPr>
        <p:spPr>
          <a:xfrm>
            <a:off x="3101293" y="30589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noGrp="1"/>
          </p:cNvSpPr>
          <p:nvPr/>
        </p:nvSpPr>
        <p:spPr>
          <a:xfrm>
            <a:off x="31187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noGrp="1"/>
          </p:cNvSpPr>
          <p:nvPr/>
        </p:nvSpPr>
        <p:spPr>
          <a:xfrm>
            <a:off x="312667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noGrp="1"/>
          </p:cNvSpPr>
          <p:nvPr/>
        </p:nvSpPr>
        <p:spPr>
          <a:xfrm>
            <a:off x="3055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noGrp="1"/>
          </p:cNvSpPr>
          <p:nvPr/>
        </p:nvSpPr>
        <p:spPr>
          <a:xfrm>
            <a:off x="29542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noGrp="1"/>
          </p:cNvSpPr>
          <p:nvPr/>
        </p:nvSpPr>
        <p:spPr>
          <a:xfrm>
            <a:off x="29458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noGrp="1"/>
          </p:cNvSpPr>
          <p:nvPr/>
        </p:nvSpPr>
        <p:spPr>
          <a:xfrm>
            <a:off x="303091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noGrp="1"/>
          </p:cNvSpPr>
          <p:nvPr/>
        </p:nvSpPr>
        <p:spPr>
          <a:xfrm>
            <a:off x="30322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noGrp="1"/>
          </p:cNvSpPr>
          <p:nvPr/>
        </p:nvSpPr>
        <p:spPr>
          <a:xfrm>
            <a:off x="2954493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noGrp="1"/>
          </p:cNvSpPr>
          <p:nvPr/>
        </p:nvSpPr>
        <p:spPr>
          <a:xfrm>
            <a:off x="30707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noGrp="1"/>
          </p:cNvSpPr>
          <p:nvPr/>
        </p:nvSpPr>
        <p:spPr>
          <a:xfrm>
            <a:off x="308698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noGrp="1"/>
          </p:cNvSpPr>
          <p:nvPr/>
        </p:nvSpPr>
        <p:spPr>
          <a:xfrm>
            <a:off x="3089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noGrp="1"/>
          </p:cNvSpPr>
          <p:nvPr/>
        </p:nvSpPr>
        <p:spPr>
          <a:xfrm>
            <a:off x="30743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noGrp="1"/>
          </p:cNvSpPr>
          <p:nvPr/>
        </p:nvSpPr>
        <p:spPr>
          <a:xfrm>
            <a:off x="31016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noGrp="1"/>
          </p:cNvSpPr>
          <p:nvPr/>
        </p:nvSpPr>
        <p:spPr>
          <a:xfrm>
            <a:off x="299340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noGrp="1"/>
          </p:cNvSpPr>
          <p:nvPr/>
        </p:nvSpPr>
        <p:spPr>
          <a:xfrm>
            <a:off x="3001649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noGrp="1"/>
          </p:cNvSpPr>
          <p:nvPr/>
        </p:nvSpPr>
        <p:spPr>
          <a:xfrm>
            <a:off x="30734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noGrp="1"/>
          </p:cNvSpPr>
          <p:nvPr/>
        </p:nvSpPr>
        <p:spPr>
          <a:xfrm>
            <a:off x="2925886" y="225868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noGrp="1"/>
          </p:cNvSpPr>
          <p:nvPr/>
        </p:nvSpPr>
        <p:spPr>
          <a:xfrm>
            <a:off x="3001311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noGrp="1"/>
          </p:cNvSpPr>
          <p:nvPr/>
        </p:nvSpPr>
        <p:spPr>
          <a:xfrm>
            <a:off x="30079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noGrp="1"/>
          </p:cNvSpPr>
          <p:nvPr/>
        </p:nvSpPr>
        <p:spPr>
          <a:xfrm>
            <a:off x="30101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noGrp="1"/>
          </p:cNvSpPr>
          <p:nvPr/>
        </p:nvSpPr>
        <p:spPr>
          <a:xfrm>
            <a:off x="30022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noGrp="1"/>
          </p:cNvSpPr>
          <p:nvPr/>
        </p:nvSpPr>
        <p:spPr>
          <a:xfrm>
            <a:off x="3094712" y="18877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noGrp="1"/>
          </p:cNvSpPr>
          <p:nvPr/>
        </p:nvSpPr>
        <p:spPr>
          <a:xfrm>
            <a:off x="29936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noGrp="1"/>
          </p:cNvSpPr>
          <p:nvPr/>
        </p:nvSpPr>
        <p:spPr>
          <a:xfrm>
            <a:off x="3098217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noGrp="1"/>
          </p:cNvSpPr>
          <p:nvPr/>
        </p:nvSpPr>
        <p:spPr>
          <a:xfrm>
            <a:off x="3053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noGrp="1"/>
          </p:cNvSpPr>
          <p:nvPr/>
        </p:nvSpPr>
        <p:spPr>
          <a:xfrm>
            <a:off x="30786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noGrp="1"/>
          </p:cNvSpPr>
          <p:nvPr/>
        </p:nvSpPr>
        <p:spPr>
          <a:xfrm>
            <a:off x="3050918" y="32879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noGrp="1"/>
          </p:cNvSpPr>
          <p:nvPr/>
        </p:nvSpPr>
        <p:spPr>
          <a:xfrm>
            <a:off x="2961185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noGrp="1"/>
          </p:cNvSpPr>
          <p:nvPr/>
        </p:nvSpPr>
        <p:spPr>
          <a:xfrm>
            <a:off x="3056724" y="27757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noGrp="1"/>
          </p:cNvSpPr>
          <p:nvPr/>
        </p:nvSpPr>
        <p:spPr>
          <a:xfrm>
            <a:off x="29876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noGrp="1"/>
          </p:cNvSpPr>
          <p:nvPr/>
        </p:nvSpPr>
        <p:spPr>
          <a:xfrm>
            <a:off x="30454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noGrp="1"/>
          </p:cNvSpPr>
          <p:nvPr/>
        </p:nvSpPr>
        <p:spPr>
          <a:xfrm>
            <a:off x="2991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noGrp="1"/>
          </p:cNvSpPr>
          <p:nvPr/>
        </p:nvSpPr>
        <p:spPr>
          <a:xfrm>
            <a:off x="312887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noGrp="1"/>
          </p:cNvSpPr>
          <p:nvPr/>
        </p:nvSpPr>
        <p:spPr>
          <a:xfrm>
            <a:off x="305551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noGrp="1"/>
          </p:cNvSpPr>
          <p:nvPr/>
        </p:nvSpPr>
        <p:spPr>
          <a:xfrm>
            <a:off x="30126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noGrp="1"/>
          </p:cNvSpPr>
          <p:nvPr/>
        </p:nvSpPr>
        <p:spPr>
          <a:xfrm>
            <a:off x="299749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noGrp="1"/>
          </p:cNvSpPr>
          <p:nvPr/>
        </p:nvSpPr>
        <p:spPr>
          <a:xfrm>
            <a:off x="2997570" y="25867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noGrp="1"/>
          </p:cNvSpPr>
          <p:nvPr/>
        </p:nvSpPr>
        <p:spPr>
          <a:xfrm>
            <a:off x="31067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noGrp="1"/>
          </p:cNvSpPr>
          <p:nvPr/>
        </p:nvSpPr>
        <p:spPr>
          <a:xfrm>
            <a:off x="3032729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noGrp="1"/>
          </p:cNvSpPr>
          <p:nvPr/>
        </p:nvSpPr>
        <p:spPr>
          <a:xfrm>
            <a:off x="3023915" y="21825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noGrp="1"/>
          </p:cNvSpPr>
          <p:nvPr/>
        </p:nvSpPr>
        <p:spPr>
          <a:xfrm>
            <a:off x="29261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noGrp="1"/>
          </p:cNvSpPr>
          <p:nvPr/>
        </p:nvSpPr>
        <p:spPr>
          <a:xfrm>
            <a:off x="3112971" y="3102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noGrp="1"/>
          </p:cNvSpPr>
          <p:nvPr/>
        </p:nvSpPr>
        <p:spPr>
          <a:xfrm>
            <a:off x="2968321" y="2744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noGrp="1"/>
          </p:cNvSpPr>
          <p:nvPr/>
        </p:nvSpPr>
        <p:spPr>
          <a:xfrm>
            <a:off x="2973148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noGrp="1"/>
          </p:cNvSpPr>
          <p:nvPr/>
        </p:nvSpPr>
        <p:spPr>
          <a:xfrm>
            <a:off x="30976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noGrp="1"/>
          </p:cNvSpPr>
          <p:nvPr/>
        </p:nvSpPr>
        <p:spPr>
          <a:xfrm>
            <a:off x="2999358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noGrp="1"/>
          </p:cNvSpPr>
          <p:nvPr/>
        </p:nvSpPr>
        <p:spPr>
          <a:xfrm>
            <a:off x="3116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noGrp="1"/>
          </p:cNvSpPr>
          <p:nvPr/>
        </p:nvSpPr>
        <p:spPr>
          <a:xfrm>
            <a:off x="310728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noGrp="1"/>
          </p:cNvSpPr>
          <p:nvPr/>
        </p:nvSpPr>
        <p:spPr>
          <a:xfrm>
            <a:off x="297766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noGrp="1"/>
          </p:cNvSpPr>
          <p:nvPr/>
        </p:nvSpPr>
        <p:spPr>
          <a:xfrm>
            <a:off x="2967127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noGrp="1"/>
          </p:cNvSpPr>
          <p:nvPr/>
        </p:nvSpPr>
        <p:spPr>
          <a:xfrm>
            <a:off x="3063499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noGrp="1"/>
          </p:cNvSpPr>
          <p:nvPr/>
        </p:nvSpPr>
        <p:spPr>
          <a:xfrm>
            <a:off x="300466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noGrp="1"/>
          </p:cNvSpPr>
          <p:nvPr/>
        </p:nvSpPr>
        <p:spPr>
          <a:xfrm>
            <a:off x="305923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noGrp="1"/>
          </p:cNvSpPr>
          <p:nvPr/>
        </p:nvSpPr>
        <p:spPr>
          <a:xfrm>
            <a:off x="3111782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noGrp="1"/>
          </p:cNvSpPr>
          <p:nvPr/>
        </p:nvSpPr>
        <p:spPr>
          <a:xfrm>
            <a:off x="2931014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noGrp="1"/>
          </p:cNvSpPr>
          <p:nvPr/>
        </p:nvSpPr>
        <p:spPr>
          <a:xfrm>
            <a:off x="29357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noGrp="1"/>
          </p:cNvSpPr>
          <p:nvPr/>
        </p:nvSpPr>
        <p:spPr>
          <a:xfrm>
            <a:off x="29776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noGrp="1"/>
          </p:cNvSpPr>
          <p:nvPr/>
        </p:nvSpPr>
        <p:spPr>
          <a:xfrm>
            <a:off x="3099445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noGrp="1"/>
          </p:cNvSpPr>
          <p:nvPr/>
        </p:nvSpPr>
        <p:spPr>
          <a:xfrm>
            <a:off x="31393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noGrp="1"/>
          </p:cNvSpPr>
          <p:nvPr/>
        </p:nvSpPr>
        <p:spPr>
          <a:xfrm>
            <a:off x="3091953" y="33229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noGrp="1"/>
          </p:cNvSpPr>
          <p:nvPr/>
        </p:nvSpPr>
        <p:spPr>
          <a:xfrm>
            <a:off x="2984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noGrp="1"/>
          </p:cNvSpPr>
          <p:nvPr/>
        </p:nvSpPr>
        <p:spPr>
          <a:xfrm>
            <a:off x="2985364" y="30793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noGrp="1"/>
          </p:cNvSpPr>
          <p:nvPr/>
        </p:nvSpPr>
        <p:spPr>
          <a:xfrm>
            <a:off x="30034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noGrp="1"/>
          </p:cNvSpPr>
          <p:nvPr/>
        </p:nvSpPr>
        <p:spPr>
          <a:xfrm>
            <a:off x="298740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noGrp="1"/>
          </p:cNvSpPr>
          <p:nvPr/>
        </p:nvSpPr>
        <p:spPr>
          <a:xfrm>
            <a:off x="30512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noGrp="1"/>
          </p:cNvSpPr>
          <p:nvPr/>
        </p:nvSpPr>
        <p:spPr>
          <a:xfrm>
            <a:off x="3041316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noGrp="1"/>
          </p:cNvSpPr>
          <p:nvPr/>
        </p:nvSpPr>
        <p:spPr>
          <a:xfrm>
            <a:off x="29920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noGrp="1"/>
          </p:cNvSpPr>
          <p:nvPr/>
        </p:nvSpPr>
        <p:spPr>
          <a:xfrm>
            <a:off x="3090606" y="249204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noGrp="1"/>
          </p:cNvSpPr>
          <p:nvPr/>
        </p:nvSpPr>
        <p:spPr>
          <a:xfrm>
            <a:off x="3141914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noGrp="1"/>
          </p:cNvSpPr>
          <p:nvPr/>
        </p:nvSpPr>
        <p:spPr>
          <a:xfrm>
            <a:off x="30499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noGrp="1"/>
          </p:cNvSpPr>
          <p:nvPr/>
        </p:nvSpPr>
        <p:spPr>
          <a:xfrm>
            <a:off x="2985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noGrp="1"/>
          </p:cNvSpPr>
          <p:nvPr/>
        </p:nvSpPr>
        <p:spPr>
          <a:xfrm>
            <a:off x="3044461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noGrp="1"/>
          </p:cNvSpPr>
          <p:nvPr/>
        </p:nvSpPr>
        <p:spPr>
          <a:xfrm>
            <a:off x="2989541" y="18408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noGrp="1"/>
          </p:cNvSpPr>
          <p:nvPr/>
        </p:nvSpPr>
        <p:spPr>
          <a:xfrm>
            <a:off x="307326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noGrp="1"/>
          </p:cNvSpPr>
          <p:nvPr/>
        </p:nvSpPr>
        <p:spPr>
          <a:xfrm>
            <a:off x="3003482" y="24241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noGrp="1"/>
          </p:cNvSpPr>
          <p:nvPr/>
        </p:nvSpPr>
        <p:spPr>
          <a:xfrm>
            <a:off x="3054026" y="26660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noGrp="1"/>
          </p:cNvSpPr>
          <p:nvPr/>
        </p:nvSpPr>
        <p:spPr>
          <a:xfrm>
            <a:off x="29602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noGrp="1"/>
          </p:cNvSpPr>
          <p:nvPr/>
        </p:nvSpPr>
        <p:spPr>
          <a:xfrm>
            <a:off x="307160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noGrp="1"/>
          </p:cNvSpPr>
          <p:nvPr/>
        </p:nvSpPr>
        <p:spPr>
          <a:xfrm>
            <a:off x="3142616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noGrp="1"/>
          </p:cNvSpPr>
          <p:nvPr/>
        </p:nvSpPr>
        <p:spPr>
          <a:xfrm>
            <a:off x="302940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noGrp="1"/>
          </p:cNvSpPr>
          <p:nvPr/>
        </p:nvSpPr>
        <p:spPr>
          <a:xfrm>
            <a:off x="30550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noGrp="1"/>
          </p:cNvSpPr>
          <p:nvPr/>
        </p:nvSpPr>
        <p:spPr>
          <a:xfrm>
            <a:off x="2989850" y="26386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noGrp="1"/>
          </p:cNvSpPr>
          <p:nvPr/>
        </p:nvSpPr>
        <p:spPr>
          <a:xfrm>
            <a:off x="294351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noGrp="1"/>
          </p:cNvSpPr>
          <p:nvPr/>
        </p:nvSpPr>
        <p:spPr>
          <a:xfrm>
            <a:off x="29609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noGrp="1"/>
          </p:cNvSpPr>
          <p:nvPr/>
        </p:nvSpPr>
        <p:spPr>
          <a:xfrm>
            <a:off x="3020549" y="32480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noGrp="1"/>
          </p:cNvSpPr>
          <p:nvPr/>
        </p:nvSpPr>
        <p:spPr>
          <a:xfrm>
            <a:off x="3083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noGrp="1"/>
          </p:cNvSpPr>
          <p:nvPr/>
        </p:nvSpPr>
        <p:spPr>
          <a:xfrm>
            <a:off x="30893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noGrp="1"/>
          </p:cNvSpPr>
          <p:nvPr/>
        </p:nvSpPr>
        <p:spPr>
          <a:xfrm>
            <a:off x="310382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noGrp="1"/>
          </p:cNvSpPr>
          <p:nvPr/>
        </p:nvSpPr>
        <p:spPr>
          <a:xfrm>
            <a:off x="308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noGrp="1"/>
          </p:cNvSpPr>
          <p:nvPr/>
        </p:nvSpPr>
        <p:spPr>
          <a:xfrm>
            <a:off x="29658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noGrp="1"/>
          </p:cNvSpPr>
          <p:nvPr/>
        </p:nvSpPr>
        <p:spPr>
          <a:xfrm>
            <a:off x="31325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noGrp="1"/>
          </p:cNvSpPr>
          <p:nvPr/>
        </p:nvSpPr>
        <p:spPr>
          <a:xfrm>
            <a:off x="3086551" y="2707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noGrp="1"/>
          </p:cNvSpPr>
          <p:nvPr/>
        </p:nvSpPr>
        <p:spPr>
          <a:xfrm>
            <a:off x="30164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noGrp="1"/>
          </p:cNvSpPr>
          <p:nvPr/>
        </p:nvSpPr>
        <p:spPr>
          <a:xfrm>
            <a:off x="300869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noGrp="1"/>
          </p:cNvSpPr>
          <p:nvPr/>
        </p:nvSpPr>
        <p:spPr>
          <a:xfrm>
            <a:off x="30969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noGrp="1"/>
          </p:cNvSpPr>
          <p:nvPr/>
        </p:nvSpPr>
        <p:spPr>
          <a:xfrm>
            <a:off x="29329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noGrp="1"/>
          </p:cNvSpPr>
          <p:nvPr/>
        </p:nvSpPr>
        <p:spPr>
          <a:xfrm>
            <a:off x="309230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noGrp="1"/>
          </p:cNvSpPr>
          <p:nvPr/>
        </p:nvSpPr>
        <p:spPr>
          <a:xfrm>
            <a:off x="3043646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noGrp="1"/>
          </p:cNvSpPr>
          <p:nvPr/>
        </p:nvSpPr>
        <p:spPr>
          <a:xfrm>
            <a:off x="30695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noGrp="1"/>
          </p:cNvSpPr>
          <p:nvPr/>
        </p:nvSpPr>
        <p:spPr>
          <a:xfrm>
            <a:off x="307681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noGrp="1"/>
          </p:cNvSpPr>
          <p:nvPr/>
        </p:nvSpPr>
        <p:spPr>
          <a:xfrm>
            <a:off x="3072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noGrp="1"/>
          </p:cNvSpPr>
          <p:nvPr/>
        </p:nvSpPr>
        <p:spPr>
          <a:xfrm>
            <a:off x="3140698" y="24064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noGrp="1"/>
          </p:cNvSpPr>
          <p:nvPr/>
        </p:nvSpPr>
        <p:spPr>
          <a:xfrm>
            <a:off x="2956569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noGrp="1"/>
          </p:cNvSpPr>
          <p:nvPr/>
        </p:nvSpPr>
        <p:spPr>
          <a:xfrm>
            <a:off x="310494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noGrp="1"/>
          </p:cNvSpPr>
          <p:nvPr/>
        </p:nvSpPr>
        <p:spPr>
          <a:xfrm>
            <a:off x="296089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noGrp="1"/>
          </p:cNvSpPr>
          <p:nvPr/>
        </p:nvSpPr>
        <p:spPr>
          <a:xfrm>
            <a:off x="3015329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noGrp="1"/>
          </p:cNvSpPr>
          <p:nvPr/>
        </p:nvSpPr>
        <p:spPr>
          <a:xfrm>
            <a:off x="2937438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noGrp="1"/>
          </p:cNvSpPr>
          <p:nvPr/>
        </p:nvSpPr>
        <p:spPr>
          <a:xfrm>
            <a:off x="30288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noGrp="1"/>
          </p:cNvSpPr>
          <p:nvPr/>
        </p:nvSpPr>
        <p:spPr>
          <a:xfrm>
            <a:off x="304275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noGrp="1"/>
          </p:cNvSpPr>
          <p:nvPr/>
        </p:nvSpPr>
        <p:spPr>
          <a:xfrm>
            <a:off x="30085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noGrp="1"/>
          </p:cNvSpPr>
          <p:nvPr/>
        </p:nvSpPr>
        <p:spPr>
          <a:xfrm>
            <a:off x="29369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noGrp="1"/>
          </p:cNvSpPr>
          <p:nvPr/>
        </p:nvSpPr>
        <p:spPr>
          <a:xfrm>
            <a:off x="29821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noGrp="1"/>
          </p:cNvSpPr>
          <p:nvPr/>
        </p:nvSpPr>
        <p:spPr>
          <a:xfrm>
            <a:off x="3092157" y="29232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noGrp="1"/>
          </p:cNvSpPr>
          <p:nvPr/>
        </p:nvSpPr>
        <p:spPr>
          <a:xfrm>
            <a:off x="29324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noGrp="1"/>
          </p:cNvSpPr>
          <p:nvPr/>
        </p:nvSpPr>
        <p:spPr>
          <a:xfrm>
            <a:off x="3093485" y="2257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noGrp="1"/>
          </p:cNvSpPr>
          <p:nvPr/>
        </p:nvSpPr>
        <p:spPr>
          <a:xfrm>
            <a:off x="3069311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noGrp="1"/>
          </p:cNvSpPr>
          <p:nvPr/>
        </p:nvSpPr>
        <p:spPr>
          <a:xfrm>
            <a:off x="2950312" y="239025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noGrp="1"/>
          </p:cNvSpPr>
          <p:nvPr/>
        </p:nvSpPr>
        <p:spPr>
          <a:xfrm>
            <a:off x="2965064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noGrp="1"/>
          </p:cNvSpPr>
          <p:nvPr/>
        </p:nvSpPr>
        <p:spPr>
          <a:xfrm>
            <a:off x="3115220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noGrp="1"/>
          </p:cNvSpPr>
          <p:nvPr/>
        </p:nvSpPr>
        <p:spPr>
          <a:xfrm>
            <a:off x="306383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noGrp="1"/>
          </p:cNvSpPr>
          <p:nvPr/>
        </p:nvSpPr>
        <p:spPr>
          <a:xfrm>
            <a:off x="29599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noGrp="1"/>
          </p:cNvSpPr>
          <p:nvPr/>
        </p:nvSpPr>
        <p:spPr>
          <a:xfrm>
            <a:off x="3016628" y="25150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noGrp="1"/>
          </p:cNvSpPr>
          <p:nvPr/>
        </p:nvSpPr>
        <p:spPr>
          <a:xfrm>
            <a:off x="30631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noGrp="1"/>
          </p:cNvSpPr>
          <p:nvPr/>
        </p:nvSpPr>
        <p:spPr>
          <a:xfrm>
            <a:off x="300791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noGrp="1"/>
          </p:cNvSpPr>
          <p:nvPr/>
        </p:nvSpPr>
        <p:spPr>
          <a:xfrm>
            <a:off x="305239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noGrp="1"/>
          </p:cNvSpPr>
          <p:nvPr/>
        </p:nvSpPr>
        <p:spPr>
          <a:xfrm>
            <a:off x="2983387" y="30890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noGrp="1"/>
          </p:cNvSpPr>
          <p:nvPr/>
        </p:nvSpPr>
        <p:spPr>
          <a:xfrm>
            <a:off x="30279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noGrp="1"/>
          </p:cNvSpPr>
          <p:nvPr/>
        </p:nvSpPr>
        <p:spPr>
          <a:xfrm>
            <a:off x="3123244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noGrp="1"/>
          </p:cNvSpPr>
          <p:nvPr/>
        </p:nvSpPr>
        <p:spPr>
          <a:xfrm>
            <a:off x="2985802" y="17573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noGrp="1"/>
          </p:cNvSpPr>
          <p:nvPr/>
        </p:nvSpPr>
        <p:spPr>
          <a:xfrm>
            <a:off x="30387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noGrp="1"/>
          </p:cNvSpPr>
          <p:nvPr/>
        </p:nvSpPr>
        <p:spPr>
          <a:xfrm>
            <a:off x="310857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noGrp="1"/>
          </p:cNvSpPr>
          <p:nvPr/>
        </p:nvSpPr>
        <p:spPr>
          <a:xfrm>
            <a:off x="2992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noGrp="1"/>
          </p:cNvSpPr>
          <p:nvPr/>
        </p:nvSpPr>
        <p:spPr>
          <a:xfrm>
            <a:off x="29919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noGrp="1"/>
          </p:cNvSpPr>
          <p:nvPr/>
        </p:nvSpPr>
        <p:spPr>
          <a:xfrm>
            <a:off x="2993846" y="25375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noGrp="1"/>
          </p:cNvSpPr>
          <p:nvPr/>
        </p:nvSpPr>
        <p:spPr>
          <a:xfrm>
            <a:off x="31013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noGrp="1"/>
          </p:cNvSpPr>
          <p:nvPr/>
        </p:nvSpPr>
        <p:spPr>
          <a:xfrm>
            <a:off x="308196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noGrp="1"/>
          </p:cNvSpPr>
          <p:nvPr/>
        </p:nvSpPr>
        <p:spPr>
          <a:xfrm>
            <a:off x="3091729" y="31830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noGrp="1"/>
          </p:cNvSpPr>
          <p:nvPr/>
        </p:nvSpPr>
        <p:spPr>
          <a:xfrm>
            <a:off x="3024906" y="25362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noGrp="1"/>
          </p:cNvSpPr>
          <p:nvPr/>
        </p:nvSpPr>
        <p:spPr>
          <a:xfrm>
            <a:off x="293686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noGrp="1"/>
          </p:cNvSpPr>
          <p:nvPr/>
        </p:nvSpPr>
        <p:spPr>
          <a:xfrm>
            <a:off x="2934403" y="32817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noGrp="1"/>
          </p:cNvSpPr>
          <p:nvPr/>
        </p:nvSpPr>
        <p:spPr>
          <a:xfrm>
            <a:off x="3043385" y="33191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noGrp="1"/>
          </p:cNvSpPr>
          <p:nvPr/>
        </p:nvSpPr>
        <p:spPr>
          <a:xfrm>
            <a:off x="3051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noGrp="1"/>
          </p:cNvSpPr>
          <p:nvPr/>
        </p:nvSpPr>
        <p:spPr>
          <a:xfrm>
            <a:off x="312056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noGrp="1"/>
          </p:cNvSpPr>
          <p:nvPr/>
        </p:nvSpPr>
        <p:spPr>
          <a:xfrm>
            <a:off x="296939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noGrp="1"/>
          </p:cNvSpPr>
          <p:nvPr/>
        </p:nvSpPr>
        <p:spPr>
          <a:xfrm>
            <a:off x="3094052" y="25429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noGrp="1"/>
          </p:cNvSpPr>
          <p:nvPr/>
        </p:nvSpPr>
        <p:spPr>
          <a:xfrm>
            <a:off x="296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noGrp="1"/>
          </p:cNvSpPr>
          <p:nvPr/>
        </p:nvSpPr>
        <p:spPr>
          <a:xfrm>
            <a:off x="2980078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noGrp="1"/>
          </p:cNvSpPr>
          <p:nvPr/>
        </p:nvSpPr>
        <p:spPr>
          <a:xfrm>
            <a:off x="33967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noGrp="1"/>
          </p:cNvSpPr>
          <p:nvPr/>
        </p:nvSpPr>
        <p:spPr>
          <a:xfrm>
            <a:off x="3472703" y="1943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noGrp="1"/>
          </p:cNvSpPr>
          <p:nvPr/>
        </p:nvSpPr>
        <p:spPr>
          <a:xfrm>
            <a:off x="34626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noGrp="1"/>
          </p:cNvSpPr>
          <p:nvPr/>
        </p:nvSpPr>
        <p:spPr>
          <a:xfrm>
            <a:off x="335997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noGrp="1"/>
          </p:cNvSpPr>
          <p:nvPr/>
        </p:nvSpPr>
        <p:spPr>
          <a:xfrm>
            <a:off x="3328759" y="22528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noGrp="1"/>
          </p:cNvSpPr>
          <p:nvPr/>
        </p:nvSpPr>
        <p:spPr>
          <a:xfrm>
            <a:off x="33424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noGrp="1"/>
          </p:cNvSpPr>
          <p:nvPr/>
        </p:nvSpPr>
        <p:spPr>
          <a:xfrm>
            <a:off x="338600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noGrp="1"/>
          </p:cNvSpPr>
          <p:nvPr/>
        </p:nvSpPr>
        <p:spPr>
          <a:xfrm>
            <a:off x="343329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noGrp="1"/>
          </p:cNvSpPr>
          <p:nvPr/>
        </p:nvSpPr>
        <p:spPr>
          <a:xfrm>
            <a:off x="3285187" y="282272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noGrp="1"/>
          </p:cNvSpPr>
          <p:nvPr/>
        </p:nvSpPr>
        <p:spPr>
          <a:xfrm>
            <a:off x="343209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noGrp="1"/>
          </p:cNvSpPr>
          <p:nvPr/>
        </p:nvSpPr>
        <p:spPr>
          <a:xfrm>
            <a:off x="3283044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noGrp="1"/>
          </p:cNvSpPr>
          <p:nvPr/>
        </p:nvSpPr>
        <p:spPr>
          <a:xfrm>
            <a:off x="3424210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noGrp="1"/>
          </p:cNvSpPr>
          <p:nvPr/>
        </p:nvSpPr>
        <p:spPr>
          <a:xfrm>
            <a:off x="3473929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noGrp="1"/>
          </p:cNvSpPr>
          <p:nvPr/>
        </p:nvSpPr>
        <p:spPr>
          <a:xfrm>
            <a:off x="333657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noGrp="1"/>
          </p:cNvSpPr>
          <p:nvPr/>
        </p:nvSpPr>
        <p:spPr>
          <a:xfrm>
            <a:off x="3315997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noGrp="1"/>
          </p:cNvSpPr>
          <p:nvPr/>
        </p:nvSpPr>
        <p:spPr>
          <a:xfrm>
            <a:off x="329050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noGrp="1"/>
          </p:cNvSpPr>
          <p:nvPr/>
        </p:nvSpPr>
        <p:spPr>
          <a:xfrm>
            <a:off x="333608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noGrp="1"/>
          </p:cNvSpPr>
          <p:nvPr/>
        </p:nvSpPr>
        <p:spPr>
          <a:xfrm>
            <a:off x="348343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noGrp="1"/>
          </p:cNvSpPr>
          <p:nvPr/>
        </p:nvSpPr>
        <p:spPr>
          <a:xfrm>
            <a:off x="3338435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noGrp="1"/>
          </p:cNvSpPr>
          <p:nvPr/>
        </p:nvSpPr>
        <p:spPr>
          <a:xfrm>
            <a:off x="3300253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noGrp="1"/>
          </p:cNvSpPr>
          <p:nvPr/>
        </p:nvSpPr>
        <p:spPr>
          <a:xfrm>
            <a:off x="3346584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noGrp="1"/>
          </p:cNvSpPr>
          <p:nvPr/>
        </p:nvSpPr>
        <p:spPr>
          <a:xfrm>
            <a:off x="335458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noGrp="1"/>
          </p:cNvSpPr>
          <p:nvPr/>
        </p:nvSpPr>
        <p:spPr>
          <a:xfrm>
            <a:off x="3456365" y="1819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noGrp="1"/>
          </p:cNvSpPr>
          <p:nvPr/>
        </p:nvSpPr>
        <p:spPr>
          <a:xfrm>
            <a:off x="344168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noGrp="1"/>
          </p:cNvSpPr>
          <p:nvPr/>
        </p:nvSpPr>
        <p:spPr>
          <a:xfrm>
            <a:off x="3280247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noGrp="1"/>
          </p:cNvSpPr>
          <p:nvPr/>
        </p:nvSpPr>
        <p:spPr>
          <a:xfrm>
            <a:off x="3471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noGrp="1"/>
          </p:cNvSpPr>
          <p:nvPr/>
        </p:nvSpPr>
        <p:spPr>
          <a:xfrm>
            <a:off x="3344164" y="25093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noGrp="1"/>
          </p:cNvSpPr>
          <p:nvPr/>
        </p:nvSpPr>
        <p:spPr>
          <a:xfrm>
            <a:off x="3333728" y="29292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noGrp="1"/>
          </p:cNvSpPr>
          <p:nvPr/>
        </p:nvSpPr>
        <p:spPr>
          <a:xfrm>
            <a:off x="3389091" y="27869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noGrp="1"/>
          </p:cNvSpPr>
          <p:nvPr/>
        </p:nvSpPr>
        <p:spPr>
          <a:xfrm>
            <a:off x="34632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noGrp="1"/>
          </p:cNvSpPr>
          <p:nvPr/>
        </p:nvSpPr>
        <p:spPr>
          <a:xfrm>
            <a:off x="345760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noGrp="1"/>
          </p:cNvSpPr>
          <p:nvPr/>
        </p:nvSpPr>
        <p:spPr>
          <a:xfrm>
            <a:off x="3376532" y="28550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noGrp="1"/>
          </p:cNvSpPr>
          <p:nvPr/>
        </p:nvSpPr>
        <p:spPr>
          <a:xfrm>
            <a:off x="343607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noGrp="1"/>
          </p:cNvSpPr>
          <p:nvPr/>
        </p:nvSpPr>
        <p:spPr>
          <a:xfrm>
            <a:off x="346518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noGrp="1"/>
          </p:cNvSpPr>
          <p:nvPr/>
        </p:nvSpPr>
        <p:spPr>
          <a:xfrm>
            <a:off x="339046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noGrp="1"/>
          </p:cNvSpPr>
          <p:nvPr/>
        </p:nvSpPr>
        <p:spPr>
          <a:xfrm>
            <a:off x="342331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noGrp="1"/>
          </p:cNvSpPr>
          <p:nvPr/>
        </p:nvSpPr>
        <p:spPr>
          <a:xfrm>
            <a:off x="33933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noGrp="1"/>
          </p:cNvSpPr>
          <p:nvPr/>
        </p:nvSpPr>
        <p:spPr>
          <a:xfrm>
            <a:off x="342315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noGrp="1"/>
          </p:cNvSpPr>
          <p:nvPr/>
        </p:nvSpPr>
        <p:spPr>
          <a:xfrm>
            <a:off x="33345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noGrp="1"/>
          </p:cNvSpPr>
          <p:nvPr/>
        </p:nvSpPr>
        <p:spPr>
          <a:xfrm>
            <a:off x="3451843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noGrp="1"/>
          </p:cNvSpPr>
          <p:nvPr/>
        </p:nvSpPr>
        <p:spPr>
          <a:xfrm>
            <a:off x="3375778" y="31151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noGrp="1"/>
          </p:cNvSpPr>
          <p:nvPr/>
        </p:nvSpPr>
        <p:spPr>
          <a:xfrm>
            <a:off x="346326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noGrp="1"/>
          </p:cNvSpPr>
          <p:nvPr/>
        </p:nvSpPr>
        <p:spPr>
          <a:xfrm>
            <a:off x="34169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noGrp="1"/>
          </p:cNvSpPr>
          <p:nvPr/>
        </p:nvSpPr>
        <p:spPr>
          <a:xfrm>
            <a:off x="3311119" y="18531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noGrp="1"/>
          </p:cNvSpPr>
          <p:nvPr/>
        </p:nvSpPr>
        <p:spPr>
          <a:xfrm>
            <a:off x="34348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noGrp="1"/>
          </p:cNvSpPr>
          <p:nvPr/>
        </p:nvSpPr>
        <p:spPr>
          <a:xfrm>
            <a:off x="343079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noGrp="1"/>
          </p:cNvSpPr>
          <p:nvPr/>
        </p:nvSpPr>
        <p:spPr>
          <a:xfrm>
            <a:off x="3369355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noGrp="1"/>
          </p:cNvSpPr>
          <p:nvPr/>
        </p:nvSpPr>
        <p:spPr>
          <a:xfrm>
            <a:off x="3453975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noGrp="1"/>
          </p:cNvSpPr>
          <p:nvPr/>
        </p:nvSpPr>
        <p:spPr>
          <a:xfrm>
            <a:off x="341847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noGrp="1"/>
          </p:cNvSpPr>
          <p:nvPr/>
        </p:nvSpPr>
        <p:spPr>
          <a:xfrm>
            <a:off x="3311707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noGrp="1"/>
          </p:cNvSpPr>
          <p:nvPr/>
        </p:nvSpPr>
        <p:spPr>
          <a:xfrm>
            <a:off x="3480803" y="28090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noGrp="1"/>
          </p:cNvSpPr>
          <p:nvPr/>
        </p:nvSpPr>
        <p:spPr>
          <a:xfrm>
            <a:off x="338758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noGrp="1"/>
          </p:cNvSpPr>
          <p:nvPr/>
        </p:nvSpPr>
        <p:spPr>
          <a:xfrm>
            <a:off x="3306713" y="19668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noGrp="1"/>
          </p:cNvSpPr>
          <p:nvPr/>
        </p:nvSpPr>
        <p:spPr>
          <a:xfrm>
            <a:off x="3328908" y="20574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noGrp="1"/>
          </p:cNvSpPr>
          <p:nvPr/>
        </p:nvSpPr>
        <p:spPr>
          <a:xfrm>
            <a:off x="3443587" y="217347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noGrp="1"/>
          </p:cNvSpPr>
          <p:nvPr/>
        </p:nvSpPr>
        <p:spPr>
          <a:xfrm>
            <a:off x="3492538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noGrp="1"/>
          </p:cNvSpPr>
          <p:nvPr/>
        </p:nvSpPr>
        <p:spPr>
          <a:xfrm>
            <a:off x="3426484" y="25183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noGrp="1"/>
          </p:cNvSpPr>
          <p:nvPr/>
        </p:nvSpPr>
        <p:spPr>
          <a:xfrm>
            <a:off x="342024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noGrp="1"/>
          </p:cNvSpPr>
          <p:nvPr/>
        </p:nvSpPr>
        <p:spPr>
          <a:xfrm>
            <a:off x="3380400" y="32807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noGrp="1"/>
          </p:cNvSpPr>
          <p:nvPr/>
        </p:nvSpPr>
        <p:spPr>
          <a:xfrm>
            <a:off x="3398464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noGrp="1"/>
          </p:cNvSpPr>
          <p:nvPr/>
        </p:nvSpPr>
        <p:spPr>
          <a:xfrm>
            <a:off x="3362488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noGrp="1"/>
          </p:cNvSpPr>
          <p:nvPr/>
        </p:nvSpPr>
        <p:spPr>
          <a:xfrm>
            <a:off x="336125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noGrp="1"/>
          </p:cNvSpPr>
          <p:nvPr/>
        </p:nvSpPr>
        <p:spPr>
          <a:xfrm>
            <a:off x="34720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noGrp="1"/>
          </p:cNvSpPr>
          <p:nvPr/>
        </p:nvSpPr>
        <p:spPr>
          <a:xfrm>
            <a:off x="3436409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noGrp="1"/>
          </p:cNvSpPr>
          <p:nvPr/>
        </p:nvSpPr>
        <p:spPr>
          <a:xfrm>
            <a:off x="338136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noGrp="1"/>
          </p:cNvSpPr>
          <p:nvPr/>
        </p:nvSpPr>
        <p:spPr>
          <a:xfrm>
            <a:off x="3357295" y="2458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noGrp="1"/>
          </p:cNvSpPr>
          <p:nvPr/>
        </p:nvSpPr>
        <p:spPr>
          <a:xfrm>
            <a:off x="3359957" y="20578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noGrp="1"/>
          </p:cNvSpPr>
          <p:nvPr/>
        </p:nvSpPr>
        <p:spPr>
          <a:xfrm>
            <a:off x="3485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noGrp="1"/>
          </p:cNvSpPr>
          <p:nvPr/>
        </p:nvSpPr>
        <p:spPr>
          <a:xfrm>
            <a:off x="3421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noGrp="1"/>
          </p:cNvSpPr>
          <p:nvPr/>
        </p:nvSpPr>
        <p:spPr>
          <a:xfrm>
            <a:off x="3336247" y="22373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noGrp="1"/>
          </p:cNvSpPr>
          <p:nvPr/>
        </p:nvSpPr>
        <p:spPr>
          <a:xfrm>
            <a:off x="348199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noGrp="1"/>
          </p:cNvSpPr>
          <p:nvPr/>
        </p:nvSpPr>
        <p:spPr>
          <a:xfrm>
            <a:off x="3405920" y="153796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noGrp="1"/>
          </p:cNvSpPr>
          <p:nvPr/>
        </p:nvSpPr>
        <p:spPr>
          <a:xfrm>
            <a:off x="3325023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noGrp="1"/>
          </p:cNvSpPr>
          <p:nvPr/>
        </p:nvSpPr>
        <p:spPr>
          <a:xfrm>
            <a:off x="34225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noGrp="1"/>
          </p:cNvSpPr>
          <p:nvPr/>
        </p:nvSpPr>
        <p:spPr>
          <a:xfrm>
            <a:off x="3462508" y="3118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noGrp="1"/>
          </p:cNvSpPr>
          <p:nvPr/>
        </p:nvSpPr>
        <p:spPr>
          <a:xfrm>
            <a:off x="3338154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noGrp="1"/>
          </p:cNvSpPr>
          <p:nvPr/>
        </p:nvSpPr>
        <p:spPr>
          <a:xfrm>
            <a:off x="333256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noGrp="1"/>
          </p:cNvSpPr>
          <p:nvPr/>
        </p:nvSpPr>
        <p:spPr>
          <a:xfrm>
            <a:off x="341900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noGrp="1"/>
          </p:cNvSpPr>
          <p:nvPr/>
        </p:nvSpPr>
        <p:spPr>
          <a:xfrm>
            <a:off x="3472458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noGrp="1"/>
          </p:cNvSpPr>
          <p:nvPr/>
        </p:nvSpPr>
        <p:spPr>
          <a:xfrm>
            <a:off x="3288485" y="16911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noGrp="1"/>
          </p:cNvSpPr>
          <p:nvPr/>
        </p:nvSpPr>
        <p:spPr>
          <a:xfrm>
            <a:off x="34007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noGrp="1"/>
          </p:cNvSpPr>
          <p:nvPr/>
        </p:nvSpPr>
        <p:spPr>
          <a:xfrm>
            <a:off x="3359423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noGrp="1"/>
          </p:cNvSpPr>
          <p:nvPr/>
        </p:nvSpPr>
        <p:spPr>
          <a:xfrm>
            <a:off x="3322639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noGrp="1"/>
          </p:cNvSpPr>
          <p:nvPr/>
        </p:nvSpPr>
        <p:spPr>
          <a:xfrm>
            <a:off x="340182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noGrp="1"/>
          </p:cNvSpPr>
          <p:nvPr/>
        </p:nvSpPr>
        <p:spPr>
          <a:xfrm>
            <a:off x="339035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noGrp="1"/>
          </p:cNvSpPr>
          <p:nvPr/>
        </p:nvSpPr>
        <p:spPr>
          <a:xfrm>
            <a:off x="3318859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noGrp="1"/>
          </p:cNvSpPr>
          <p:nvPr/>
        </p:nvSpPr>
        <p:spPr>
          <a:xfrm>
            <a:off x="3362369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noGrp="1"/>
          </p:cNvSpPr>
          <p:nvPr/>
        </p:nvSpPr>
        <p:spPr>
          <a:xfrm>
            <a:off x="32801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noGrp="1"/>
          </p:cNvSpPr>
          <p:nvPr/>
        </p:nvSpPr>
        <p:spPr>
          <a:xfrm>
            <a:off x="3352035" y="25355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noGrp="1"/>
          </p:cNvSpPr>
          <p:nvPr/>
        </p:nvSpPr>
        <p:spPr>
          <a:xfrm>
            <a:off x="3405258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noGrp="1"/>
          </p:cNvSpPr>
          <p:nvPr/>
        </p:nvSpPr>
        <p:spPr>
          <a:xfrm>
            <a:off x="332941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noGrp="1"/>
          </p:cNvSpPr>
          <p:nvPr/>
        </p:nvSpPr>
        <p:spPr>
          <a:xfrm>
            <a:off x="3476265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noGrp="1"/>
          </p:cNvSpPr>
          <p:nvPr/>
        </p:nvSpPr>
        <p:spPr>
          <a:xfrm>
            <a:off x="343607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noGrp="1"/>
          </p:cNvSpPr>
          <p:nvPr/>
        </p:nvSpPr>
        <p:spPr>
          <a:xfrm>
            <a:off x="3440695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noGrp="1"/>
          </p:cNvSpPr>
          <p:nvPr/>
        </p:nvSpPr>
        <p:spPr>
          <a:xfrm>
            <a:off x="32910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noGrp="1"/>
          </p:cNvSpPr>
          <p:nvPr/>
        </p:nvSpPr>
        <p:spPr>
          <a:xfrm>
            <a:off x="3291056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noGrp="1"/>
          </p:cNvSpPr>
          <p:nvPr/>
        </p:nvSpPr>
        <p:spPr>
          <a:xfrm>
            <a:off x="34682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noGrp="1"/>
          </p:cNvSpPr>
          <p:nvPr/>
        </p:nvSpPr>
        <p:spPr>
          <a:xfrm>
            <a:off x="329746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noGrp="1"/>
          </p:cNvSpPr>
          <p:nvPr/>
        </p:nvSpPr>
        <p:spPr>
          <a:xfrm>
            <a:off x="3363902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noGrp="1"/>
          </p:cNvSpPr>
          <p:nvPr/>
        </p:nvSpPr>
        <p:spPr>
          <a:xfrm>
            <a:off x="3330923" y="24243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noGrp="1"/>
          </p:cNvSpPr>
          <p:nvPr/>
        </p:nvSpPr>
        <p:spPr>
          <a:xfrm>
            <a:off x="3353540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noGrp="1"/>
          </p:cNvSpPr>
          <p:nvPr/>
        </p:nvSpPr>
        <p:spPr>
          <a:xfrm>
            <a:off x="344349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noGrp="1"/>
          </p:cNvSpPr>
          <p:nvPr/>
        </p:nvSpPr>
        <p:spPr>
          <a:xfrm>
            <a:off x="336111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noGrp="1"/>
          </p:cNvSpPr>
          <p:nvPr/>
        </p:nvSpPr>
        <p:spPr>
          <a:xfrm>
            <a:off x="335537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noGrp="1"/>
          </p:cNvSpPr>
          <p:nvPr/>
        </p:nvSpPr>
        <p:spPr>
          <a:xfrm>
            <a:off x="3309216" y="18996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noGrp="1"/>
          </p:cNvSpPr>
          <p:nvPr/>
        </p:nvSpPr>
        <p:spPr>
          <a:xfrm>
            <a:off x="3370329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noGrp="1"/>
          </p:cNvSpPr>
          <p:nvPr/>
        </p:nvSpPr>
        <p:spPr>
          <a:xfrm>
            <a:off x="34761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noGrp="1"/>
          </p:cNvSpPr>
          <p:nvPr/>
        </p:nvSpPr>
        <p:spPr>
          <a:xfrm>
            <a:off x="3492343" y="27622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noGrp="1"/>
          </p:cNvSpPr>
          <p:nvPr/>
        </p:nvSpPr>
        <p:spPr>
          <a:xfrm>
            <a:off x="3336078" y="20079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noGrp="1"/>
          </p:cNvSpPr>
          <p:nvPr/>
        </p:nvSpPr>
        <p:spPr>
          <a:xfrm>
            <a:off x="346546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noGrp="1"/>
          </p:cNvSpPr>
          <p:nvPr/>
        </p:nvSpPr>
        <p:spPr>
          <a:xfrm>
            <a:off x="343165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noGrp="1"/>
          </p:cNvSpPr>
          <p:nvPr/>
        </p:nvSpPr>
        <p:spPr>
          <a:xfrm>
            <a:off x="33007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noGrp="1"/>
          </p:cNvSpPr>
          <p:nvPr/>
        </p:nvSpPr>
        <p:spPr>
          <a:xfrm>
            <a:off x="3293916" y="2011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noGrp="1"/>
          </p:cNvSpPr>
          <p:nvPr/>
        </p:nvSpPr>
        <p:spPr>
          <a:xfrm>
            <a:off x="3321315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noGrp="1"/>
          </p:cNvSpPr>
          <p:nvPr/>
        </p:nvSpPr>
        <p:spPr>
          <a:xfrm>
            <a:off x="3379315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noGrp="1"/>
          </p:cNvSpPr>
          <p:nvPr/>
        </p:nvSpPr>
        <p:spPr>
          <a:xfrm>
            <a:off x="347531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noGrp="1"/>
          </p:cNvSpPr>
          <p:nvPr/>
        </p:nvSpPr>
        <p:spPr>
          <a:xfrm>
            <a:off x="3288804" y="25812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noGrp="1"/>
          </p:cNvSpPr>
          <p:nvPr/>
        </p:nvSpPr>
        <p:spPr>
          <a:xfrm>
            <a:off x="330746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noGrp="1"/>
          </p:cNvSpPr>
          <p:nvPr/>
        </p:nvSpPr>
        <p:spPr>
          <a:xfrm>
            <a:off x="33048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noGrp="1"/>
          </p:cNvSpPr>
          <p:nvPr/>
        </p:nvSpPr>
        <p:spPr>
          <a:xfrm>
            <a:off x="338309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noGrp="1"/>
          </p:cNvSpPr>
          <p:nvPr/>
        </p:nvSpPr>
        <p:spPr>
          <a:xfrm>
            <a:off x="3294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noGrp="1"/>
          </p:cNvSpPr>
          <p:nvPr/>
        </p:nvSpPr>
        <p:spPr>
          <a:xfrm>
            <a:off x="3387979" y="22772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noGrp="1"/>
          </p:cNvSpPr>
          <p:nvPr/>
        </p:nvSpPr>
        <p:spPr>
          <a:xfrm>
            <a:off x="3361287" y="15409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noGrp="1"/>
          </p:cNvSpPr>
          <p:nvPr/>
        </p:nvSpPr>
        <p:spPr>
          <a:xfrm>
            <a:off x="3387923" y="29421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noGrp="1"/>
          </p:cNvSpPr>
          <p:nvPr/>
        </p:nvSpPr>
        <p:spPr>
          <a:xfrm>
            <a:off x="341572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noGrp="1"/>
          </p:cNvSpPr>
          <p:nvPr/>
        </p:nvSpPr>
        <p:spPr>
          <a:xfrm>
            <a:off x="34492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noGrp="1"/>
          </p:cNvSpPr>
          <p:nvPr/>
        </p:nvSpPr>
        <p:spPr>
          <a:xfrm>
            <a:off x="341326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noGrp="1"/>
          </p:cNvSpPr>
          <p:nvPr/>
        </p:nvSpPr>
        <p:spPr>
          <a:xfrm>
            <a:off x="33030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noGrp="1"/>
          </p:cNvSpPr>
          <p:nvPr/>
        </p:nvSpPr>
        <p:spPr>
          <a:xfrm>
            <a:off x="34674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noGrp="1"/>
          </p:cNvSpPr>
          <p:nvPr/>
        </p:nvSpPr>
        <p:spPr>
          <a:xfrm>
            <a:off x="349162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noGrp="1"/>
          </p:cNvSpPr>
          <p:nvPr/>
        </p:nvSpPr>
        <p:spPr>
          <a:xfrm>
            <a:off x="3462618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noGrp="1"/>
          </p:cNvSpPr>
          <p:nvPr/>
        </p:nvSpPr>
        <p:spPr>
          <a:xfrm>
            <a:off x="3489399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noGrp="1"/>
          </p:cNvSpPr>
          <p:nvPr/>
        </p:nvSpPr>
        <p:spPr>
          <a:xfrm>
            <a:off x="341843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noGrp="1"/>
          </p:cNvSpPr>
          <p:nvPr/>
        </p:nvSpPr>
        <p:spPr>
          <a:xfrm>
            <a:off x="33344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noGrp="1"/>
          </p:cNvSpPr>
          <p:nvPr/>
        </p:nvSpPr>
        <p:spPr>
          <a:xfrm>
            <a:off x="3360217" y="2542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noGrp="1"/>
          </p:cNvSpPr>
          <p:nvPr/>
        </p:nvSpPr>
        <p:spPr>
          <a:xfrm>
            <a:off x="330827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noGrp="1"/>
          </p:cNvSpPr>
          <p:nvPr/>
        </p:nvSpPr>
        <p:spPr>
          <a:xfrm>
            <a:off x="331165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noGrp="1"/>
          </p:cNvSpPr>
          <p:nvPr/>
        </p:nvSpPr>
        <p:spPr>
          <a:xfrm>
            <a:off x="3413067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noGrp="1"/>
          </p:cNvSpPr>
          <p:nvPr/>
        </p:nvSpPr>
        <p:spPr>
          <a:xfrm>
            <a:off x="32844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noGrp="1"/>
          </p:cNvSpPr>
          <p:nvPr/>
        </p:nvSpPr>
        <p:spPr>
          <a:xfrm>
            <a:off x="3416915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noGrp="1"/>
          </p:cNvSpPr>
          <p:nvPr/>
        </p:nvSpPr>
        <p:spPr>
          <a:xfrm>
            <a:off x="346255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noGrp="1"/>
          </p:cNvSpPr>
          <p:nvPr/>
        </p:nvSpPr>
        <p:spPr>
          <a:xfrm>
            <a:off x="3446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noGrp="1"/>
          </p:cNvSpPr>
          <p:nvPr/>
        </p:nvSpPr>
        <p:spPr>
          <a:xfrm>
            <a:off x="3372294" y="27312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noGrp="1"/>
          </p:cNvSpPr>
          <p:nvPr/>
        </p:nvSpPr>
        <p:spPr>
          <a:xfrm>
            <a:off x="335617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noGrp="1"/>
          </p:cNvSpPr>
          <p:nvPr/>
        </p:nvSpPr>
        <p:spPr>
          <a:xfrm>
            <a:off x="3481577" y="27393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noGrp="1"/>
          </p:cNvSpPr>
          <p:nvPr/>
        </p:nvSpPr>
        <p:spPr>
          <a:xfrm>
            <a:off x="3406349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noGrp="1"/>
          </p:cNvSpPr>
          <p:nvPr/>
        </p:nvSpPr>
        <p:spPr>
          <a:xfrm>
            <a:off x="3431017" y="20801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noGrp="1"/>
          </p:cNvSpPr>
          <p:nvPr/>
        </p:nvSpPr>
        <p:spPr>
          <a:xfrm>
            <a:off x="33707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noGrp="1"/>
          </p:cNvSpPr>
          <p:nvPr/>
        </p:nvSpPr>
        <p:spPr>
          <a:xfrm>
            <a:off x="34340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noGrp="1"/>
          </p:cNvSpPr>
          <p:nvPr/>
        </p:nvSpPr>
        <p:spPr>
          <a:xfrm>
            <a:off x="34277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noGrp="1"/>
          </p:cNvSpPr>
          <p:nvPr/>
        </p:nvSpPr>
        <p:spPr>
          <a:xfrm>
            <a:off x="33909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noGrp="1"/>
          </p:cNvSpPr>
          <p:nvPr/>
        </p:nvSpPr>
        <p:spPr>
          <a:xfrm>
            <a:off x="348232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noGrp="1"/>
          </p:cNvSpPr>
          <p:nvPr/>
        </p:nvSpPr>
        <p:spPr>
          <a:xfrm>
            <a:off x="3373558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noGrp="1"/>
          </p:cNvSpPr>
          <p:nvPr/>
        </p:nvSpPr>
        <p:spPr>
          <a:xfrm>
            <a:off x="3374437" y="20163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noGrp="1"/>
          </p:cNvSpPr>
          <p:nvPr/>
        </p:nvSpPr>
        <p:spPr>
          <a:xfrm>
            <a:off x="3434276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noGrp="1"/>
          </p:cNvSpPr>
          <p:nvPr/>
        </p:nvSpPr>
        <p:spPr>
          <a:xfrm>
            <a:off x="3366486" y="20510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noGrp="1"/>
          </p:cNvSpPr>
          <p:nvPr/>
        </p:nvSpPr>
        <p:spPr>
          <a:xfrm>
            <a:off x="3441937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noGrp="1"/>
          </p:cNvSpPr>
          <p:nvPr/>
        </p:nvSpPr>
        <p:spPr>
          <a:xfrm>
            <a:off x="341180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noGrp="1"/>
          </p:cNvSpPr>
          <p:nvPr/>
        </p:nvSpPr>
        <p:spPr>
          <a:xfrm>
            <a:off x="3300745" y="27600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noGrp="1"/>
          </p:cNvSpPr>
          <p:nvPr/>
        </p:nvSpPr>
        <p:spPr>
          <a:xfrm>
            <a:off x="3312648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noGrp="1"/>
          </p:cNvSpPr>
          <p:nvPr/>
        </p:nvSpPr>
        <p:spPr>
          <a:xfrm>
            <a:off x="342667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noGrp="1"/>
          </p:cNvSpPr>
          <p:nvPr/>
        </p:nvSpPr>
        <p:spPr>
          <a:xfrm>
            <a:off x="33106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noGrp="1"/>
          </p:cNvSpPr>
          <p:nvPr/>
        </p:nvSpPr>
        <p:spPr>
          <a:xfrm>
            <a:off x="3291971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noGrp="1"/>
          </p:cNvSpPr>
          <p:nvPr/>
        </p:nvSpPr>
        <p:spPr>
          <a:xfrm>
            <a:off x="33101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noGrp="1"/>
          </p:cNvSpPr>
          <p:nvPr/>
        </p:nvSpPr>
        <p:spPr>
          <a:xfrm>
            <a:off x="3347196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noGrp="1"/>
          </p:cNvSpPr>
          <p:nvPr/>
        </p:nvSpPr>
        <p:spPr>
          <a:xfrm>
            <a:off x="3367550" y="28454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noGrp="1"/>
          </p:cNvSpPr>
          <p:nvPr/>
        </p:nvSpPr>
        <p:spPr>
          <a:xfrm>
            <a:off x="3307202" y="25198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noGrp="1"/>
          </p:cNvSpPr>
          <p:nvPr/>
        </p:nvSpPr>
        <p:spPr>
          <a:xfrm>
            <a:off x="332074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noGrp="1"/>
          </p:cNvSpPr>
          <p:nvPr/>
        </p:nvSpPr>
        <p:spPr>
          <a:xfrm>
            <a:off x="3490019" y="24574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noGrp="1"/>
          </p:cNvSpPr>
          <p:nvPr/>
        </p:nvSpPr>
        <p:spPr>
          <a:xfrm>
            <a:off x="3392499" y="2572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noGrp="1"/>
          </p:cNvSpPr>
          <p:nvPr/>
        </p:nvSpPr>
        <p:spPr>
          <a:xfrm>
            <a:off x="345027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noGrp="1"/>
          </p:cNvSpPr>
          <p:nvPr/>
        </p:nvSpPr>
        <p:spPr>
          <a:xfrm>
            <a:off x="3326781" y="29234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noGrp="1"/>
          </p:cNvSpPr>
          <p:nvPr/>
        </p:nvSpPr>
        <p:spPr>
          <a:xfrm>
            <a:off x="3278638" y="31674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noGrp="1"/>
          </p:cNvSpPr>
          <p:nvPr/>
        </p:nvSpPr>
        <p:spPr>
          <a:xfrm>
            <a:off x="33354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noGrp="1"/>
          </p:cNvSpPr>
          <p:nvPr/>
        </p:nvSpPr>
        <p:spPr>
          <a:xfrm>
            <a:off x="345342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noGrp="1"/>
          </p:cNvSpPr>
          <p:nvPr/>
        </p:nvSpPr>
        <p:spPr>
          <a:xfrm>
            <a:off x="342104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noGrp="1"/>
          </p:cNvSpPr>
          <p:nvPr/>
        </p:nvSpPr>
        <p:spPr>
          <a:xfrm>
            <a:off x="3450505" y="25900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noGrp="1"/>
          </p:cNvSpPr>
          <p:nvPr/>
        </p:nvSpPr>
        <p:spPr>
          <a:xfrm>
            <a:off x="33135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noGrp="1"/>
          </p:cNvSpPr>
          <p:nvPr/>
        </p:nvSpPr>
        <p:spPr>
          <a:xfrm>
            <a:off x="3301386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noGrp="1"/>
          </p:cNvSpPr>
          <p:nvPr/>
        </p:nvSpPr>
        <p:spPr>
          <a:xfrm>
            <a:off x="37062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noGrp="1"/>
          </p:cNvSpPr>
          <p:nvPr/>
        </p:nvSpPr>
        <p:spPr>
          <a:xfrm>
            <a:off x="3799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noGrp="1"/>
          </p:cNvSpPr>
          <p:nvPr/>
        </p:nvSpPr>
        <p:spPr>
          <a:xfrm>
            <a:off x="383407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noGrp="1"/>
          </p:cNvSpPr>
          <p:nvPr/>
        </p:nvSpPr>
        <p:spPr>
          <a:xfrm>
            <a:off x="3720684" y="31151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noGrp="1"/>
          </p:cNvSpPr>
          <p:nvPr/>
        </p:nvSpPr>
        <p:spPr>
          <a:xfrm>
            <a:off x="3834074" y="2243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noGrp="1"/>
          </p:cNvSpPr>
          <p:nvPr/>
        </p:nvSpPr>
        <p:spPr>
          <a:xfrm>
            <a:off x="38296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noGrp="1"/>
          </p:cNvSpPr>
          <p:nvPr/>
        </p:nvSpPr>
        <p:spPr>
          <a:xfrm>
            <a:off x="3689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noGrp="1"/>
          </p:cNvSpPr>
          <p:nvPr/>
        </p:nvSpPr>
        <p:spPr>
          <a:xfrm>
            <a:off x="374740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noGrp="1"/>
          </p:cNvSpPr>
          <p:nvPr/>
        </p:nvSpPr>
        <p:spPr>
          <a:xfrm>
            <a:off x="3779535" y="29835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noGrp="1"/>
          </p:cNvSpPr>
          <p:nvPr/>
        </p:nvSpPr>
        <p:spPr>
          <a:xfrm>
            <a:off x="37731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noGrp="1"/>
          </p:cNvSpPr>
          <p:nvPr/>
        </p:nvSpPr>
        <p:spPr>
          <a:xfrm>
            <a:off x="3632444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noGrp="1"/>
          </p:cNvSpPr>
          <p:nvPr/>
        </p:nvSpPr>
        <p:spPr>
          <a:xfrm>
            <a:off x="38027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noGrp="1"/>
          </p:cNvSpPr>
          <p:nvPr/>
        </p:nvSpPr>
        <p:spPr>
          <a:xfrm>
            <a:off x="374681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noGrp="1"/>
          </p:cNvSpPr>
          <p:nvPr/>
        </p:nvSpPr>
        <p:spPr>
          <a:xfrm>
            <a:off x="3790499" y="19475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noGrp="1"/>
          </p:cNvSpPr>
          <p:nvPr/>
        </p:nvSpPr>
        <p:spPr>
          <a:xfrm>
            <a:off x="3823915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noGrp="1"/>
          </p:cNvSpPr>
          <p:nvPr/>
        </p:nvSpPr>
        <p:spPr>
          <a:xfrm>
            <a:off x="373940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noGrp="1"/>
          </p:cNvSpPr>
          <p:nvPr/>
        </p:nvSpPr>
        <p:spPr>
          <a:xfrm>
            <a:off x="3717060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noGrp="1"/>
          </p:cNvSpPr>
          <p:nvPr/>
        </p:nvSpPr>
        <p:spPr>
          <a:xfrm>
            <a:off x="36467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noGrp="1"/>
          </p:cNvSpPr>
          <p:nvPr/>
        </p:nvSpPr>
        <p:spPr>
          <a:xfrm>
            <a:off x="37417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noGrp="1"/>
          </p:cNvSpPr>
          <p:nvPr/>
        </p:nvSpPr>
        <p:spPr>
          <a:xfrm>
            <a:off x="375782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noGrp="1"/>
          </p:cNvSpPr>
          <p:nvPr/>
        </p:nvSpPr>
        <p:spPr>
          <a:xfrm>
            <a:off x="3701056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noGrp="1"/>
          </p:cNvSpPr>
          <p:nvPr/>
        </p:nvSpPr>
        <p:spPr>
          <a:xfrm>
            <a:off x="371925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noGrp="1"/>
          </p:cNvSpPr>
          <p:nvPr/>
        </p:nvSpPr>
        <p:spPr>
          <a:xfrm>
            <a:off x="3824422" y="18199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noGrp="1"/>
          </p:cNvSpPr>
          <p:nvPr/>
        </p:nvSpPr>
        <p:spPr>
          <a:xfrm>
            <a:off x="3670526" y="21490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noGrp="1"/>
          </p:cNvSpPr>
          <p:nvPr/>
        </p:nvSpPr>
        <p:spPr>
          <a:xfrm>
            <a:off x="3638871" y="257203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noGrp="1"/>
          </p:cNvSpPr>
          <p:nvPr/>
        </p:nvSpPr>
        <p:spPr>
          <a:xfrm>
            <a:off x="371496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noGrp="1"/>
          </p:cNvSpPr>
          <p:nvPr/>
        </p:nvSpPr>
        <p:spPr>
          <a:xfrm>
            <a:off x="370761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noGrp="1"/>
          </p:cNvSpPr>
          <p:nvPr/>
        </p:nvSpPr>
        <p:spPr>
          <a:xfrm>
            <a:off x="3761133" y="28996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noGrp="1"/>
          </p:cNvSpPr>
          <p:nvPr/>
        </p:nvSpPr>
        <p:spPr>
          <a:xfrm>
            <a:off x="3815710" y="27869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noGrp="1"/>
          </p:cNvSpPr>
          <p:nvPr/>
        </p:nvSpPr>
        <p:spPr>
          <a:xfrm>
            <a:off x="37028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noGrp="1"/>
          </p:cNvSpPr>
          <p:nvPr/>
        </p:nvSpPr>
        <p:spPr>
          <a:xfrm>
            <a:off x="36489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noGrp="1"/>
          </p:cNvSpPr>
          <p:nvPr/>
        </p:nvSpPr>
        <p:spPr>
          <a:xfrm>
            <a:off x="3785485" y="26509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noGrp="1"/>
          </p:cNvSpPr>
          <p:nvPr/>
        </p:nvSpPr>
        <p:spPr>
          <a:xfrm>
            <a:off x="375097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noGrp="1"/>
          </p:cNvSpPr>
          <p:nvPr/>
        </p:nvSpPr>
        <p:spPr>
          <a:xfrm>
            <a:off x="377477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noGrp="1"/>
          </p:cNvSpPr>
          <p:nvPr/>
        </p:nvSpPr>
        <p:spPr>
          <a:xfrm>
            <a:off x="381258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noGrp="1"/>
          </p:cNvSpPr>
          <p:nvPr/>
        </p:nvSpPr>
        <p:spPr>
          <a:xfrm>
            <a:off x="379301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noGrp="1"/>
          </p:cNvSpPr>
          <p:nvPr/>
        </p:nvSpPr>
        <p:spPr>
          <a:xfrm>
            <a:off x="37966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noGrp="1"/>
          </p:cNvSpPr>
          <p:nvPr/>
        </p:nvSpPr>
        <p:spPr>
          <a:xfrm>
            <a:off x="380213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noGrp="1"/>
          </p:cNvSpPr>
          <p:nvPr/>
        </p:nvSpPr>
        <p:spPr>
          <a:xfrm>
            <a:off x="3808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noGrp="1"/>
          </p:cNvSpPr>
          <p:nvPr/>
        </p:nvSpPr>
        <p:spPr>
          <a:xfrm>
            <a:off x="3714146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noGrp="1"/>
          </p:cNvSpPr>
          <p:nvPr/>
        </p:nvSpPr>
        <p:spPr>
          <a:xfrm>
            <a:off x="3765642" y="22795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noGrp="1"/>
          </p:cNvSpPr>
          <p:nvPr/>
        </p:nvSpPr>
        <p:spPr>
          <a:xfrm>
            <a:off x="371009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noGrp="1"/>
          </p:cNvSpPr>
          <p:nvPr/>
        </p:nvSpPr>
        <p:spPr>
          <a:xfrm>
            <a:off x="37419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noGrp="1"/>
          </p:cNvSpPr>
          <p:nvPr/>
        </p:nvSpPr>
        <p:spPr>
          <a:xfrm>
            <a:off x="36865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noGrp="1"/>
          </p:cNvSpPr>
          <p:nvPr/>
        </p:nvSpPr>
        <p:spPr>
          <a:xfrm>
            <a:off x="377246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noGrp="1"/>
          </p:cNvSpPr>
          <p:nvPr/>
        </p:nvSpPr>
        <p:spPr>
          <a:xfrm>
            <a:off x="3717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noGrp="1"/>
          </p:cNvSpPr>
          <p:nvPr/>
        </p:nvSpPr>
        <p:spPr>
          <a:xfrm>
            <a:off x="3744910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noGrp="1"/>
          </p:cNvSpPr>
          <p:nvPr/>
        </p:nvSpPr>
        <p:spPr>
          <a:xfrm>
            <a:off x="372701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noGrp="1"/>
          </p:cNvSpPr>
          <p:nvPr/>
        </p:nvSpPr>
        <p:spPr>
          <a:xfrm>
            <a:off x="381246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noGrp="1"/>
          </p:cNvSpPr>
          <p:nvPr/>
        </p:nvSpPr>
        <p:spPr>
          <a:xfrm>
            <a:off x="3725263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noGrp="1"/>
          </p:cNvSpPr>
          <p:nvPr/>
        </p:nvSpPr>
        <p:spPr>
          <a:xfrm>
            <a:off x="3797384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noGrp="1"/>
          </p:cNvSpPr>
          <p:nvPr/>
        </p:nvSpPr>
        <p:spPr>
          <a:xfrm>
            <a:off x="376372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noGrp="1"/>
          </p:cNvSpPr>
          <p:nvPr/>
        </p:nvSpPr>
        <p:spPr>
          <a:xfrm>
            <a:off x="3769290" y="1591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noGrp="1"/>
          </p:cNvSpPr>
          <p:nvPr/>
        </p:nvSpPr>
        <p:spPr>
          <a:xfrm>
            <a:off x="3689707" y="19716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noGrp="1"/>
          </p:cNvSpPr>
          <p:nvPr/>
        </p:nvSpPr>
        <p:spPr>
          <a:xfrm>
            <a:off x="3694371" y="21055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noGrp="1"/>
          </p:cNvSpPr>
          <p:nvPr/>
        </p:nvSpPr>
        <p:spPr>
          <a:xfrm>
            <a:off x="3813464" y="2207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noGrp="1"/>
          </p:cNvSpPr>
          <p:nvPr/>
        </p:nvSpPr>
        <p:spPr>
          <a:xfrm>
            <a:off x="3642958" y="22497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noGrp="1"/>
          </p:cNvSpPr>
          <p:nvPr/>
        </p:nvSpPr>
        <p:spPr>
          <a:xfrm>
            <a:off x="376857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noGrp="1"/>
          </p:cNvSpPr>
          <p:nvPr/>
        </p:nvSpPr>
        <p:spPr>
          <a:xfrm>
            <a:off x="3704485" y="32741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noGrp="1"/>
          </p:cNvSpPr>
          <p:nvPr/>
        </p:nvSpPr>
        <p:spPr>
          <a:xfrm>
            <a:off x="365727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noGrp="1"/>
          </p:cNvSpPr>
          <p:nvPr/>
        </p:nvSpPr>
        <p:spPr>
          <a:xfrm>
            <a:off x="3707554" y="2109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noGrp="1"/>
          </p:cNvSpPr>
          <p:nvPr/>
        </p:nvSpPr>
        <p:spPr>
          <a:xfrm>
            <a:off x="36895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noGrp="1"/>
          </p:cNvSpPr>
          <p:nvPr/>
        </p:nvSpPr>
        <p:spPr>
          <a:xfrm>
            <a:off x="37540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noGrp="1"/>
          </p:cNvSpPr>
          <p:nvPr/>
        </p:nvSpPr>
        <p:spPr>
          <a:xfrm>
            <a:off x="365751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noGrp="1"/>
          </p:cNvSpPr>
          <p:nvPr/>
        </p:nvSpPr>
        <p:spPr>
          <a:xfrm>
            <a:off x="364797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noGrp="1"/>
          </p:cNvSpPr>
          <p:nvPr/>
        </p:nvSpPr>
        <p:spPr>
          <a:xfrm>
            <a:off x="3642381" y="221167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noGrp="1"/>
          </p:cNvSpPr>
          <p:nvPr/>
        </p:nvSpPr>
        <p:spPr>
          <a:xfrm>
            <a:off x="3734476" y="23705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noGrp="1"/>
          </p:cNvSpPr>
          <p:nvPr/>
        </p:nvSpPr>
        <p:spPr>
          <a:xfrm>
            <a:off x="372507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noGrp="1"/>
          </p:cNvSpPr>
          <p:nvPr/>
        </p:nvSpPr>
        <p:spPr>
          <a:xfrm>
            <a:off x="380079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noGrp="1"/>
          </p:cNvSpPr>
          <p:nvPr/>
        </p:nvSpPr>
        <p:spPr>
          <a:xfrm>
            <a:off x="3733406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noGrp="1"/>
          </p:cNvSpPr>
          <p:nvPr/>
        </p:nvSpPr>
        <p:spPr>
          <a:xfrm>
            <a:off x="3680650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noGrp="1"/>
          </p:cNvSpPr>
          <p:nvPr/>
        </p:nvSpPr>
        <p:spPr>
          <a:xfrm>
            <a:off x="3797041" y="1655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noGrp="1"/>
          </p:cNvSpPr>
          <p:nvPr/>
        </p:nvSpPr>
        <p:spPr>
          <a:xfrm>
            <a:off x="3655870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noGrp="1"/>
          </p:cNvSpPr>
          <p:nvPr/>
        </p:nvSpPr>
        <p:spPr>
          <a:xfrm>
            <a:off x="382730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noGrp="1"/>
          </p:cNvSpPr>
          <p:nvPr/>
        </p:nvSpPr>
        <p:spPr>
          <a:xfrm>
            <a:off x="3842696" y="26957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noGrp="1"/>
          </p:cNvSpPr>
          <p:nvPr/>
        </p:nvSpPr>
        <p:spPr>
          <a:xfrm>
            <a:off x="3765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noGrp="1"/>
          </p:cNvSpPr>
          <p:nvPr/>
        </p:nvSpPr>
        <p:spPr>
          <a:xfrm>
            <a:off x="3627187" y="25407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noGrp="1"/>
          </p:cNvSpPr>
          <p:nvPr/>
        </p:nvSpPr>
        <p:spPr>
          <a:xfrm>
            <a:off x="3681842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noGrp="1"/>
          </p:cNvSpPr>
          <p:nvPr/>
        </p:nvSpPr>
        <p:spPr>
          <a:xfrm>
            <a:off x="382510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noGrp="1"/>
          </p:cNvSpPr>
          <p:nvPr/>
        </p:nvSpPr>
        <p:spPr>
          <a:xfrm>
            <a:off x="3646794" y="19533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noGrp="1"/>
          </p:cNvSpPr>
          <p:nvPr/>
        </p:nvSpPr>
        <p:spPr>
          <a:xfrm>
            <a:off x="372003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noGrp="1"/>
          </p:cNvSpPr>
          <p:nvPr/>
        </p:nvSpPr>
        <p:spPr>
          <a:xfrm>
            <a:off x="37445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noGrp="1"/>
          </p:cNvSpPr>
          <p:nvPr/>
        </p:nvSpPr>
        <p:spPr>
          <a:xfrm>
            <a:off x="3839408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noGrp="1"/>
          </p:cNvSpPr>
          <p:nvPr/>
        </p:nvSpPr>
        <p:spPr>
          <a:xfrm>
            <a:off x="37581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noGrp="1"/>
          </p:cNvSpPr>
          <p:nvPr/>
        </p:nvSpPr>
        <p:spPr>
          <a:xfrm>
            <a:off x="370585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noGrp="1"/>
          </p:cNvSpPr>
          <p:nvPr/>
        </p:nvSpPr>
        <p:spPr>
          <a:xfrm>
            <a:off x="3787166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noGrp="1"/>
          </p:cNvSpPr>
          <p:nvPr/>
        </p:nvSpPr>
        <p:spPr>
          <a:xfrm>
            <a:off x="363004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noGrp="1"/>
          </p:cNvSpPr>
          <p:nvPr/>
        </p:nvSpPr>
        <p:spPr>
          <a:xfrm>
            <a:off x="36394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noGrp="1"/>
          </p:cNvSpPr>
          <p:nvPr/>
        </p:nvSpPr>
        <p:spPr>
          <a:xfrm>
            <a:off x="374209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noGrp="1"/>
          </p:cNvSpPr>
          <p:nvPr/>
        </p:nvSpPr>
        <p:spPr>
          <a:xfrm>
            <a:off x="38209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noGrp="1"/>
          </p:cNvSpPr>
          <p:nvPr/>
        </p:nvSpPr>
        <p:spPr>
          <a:xfrm>
            <a:off x="3705365" y="28624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noGrp="1"/>
          </p:cNvSpPr>
          <p:nvPr/>
        </p:nvSpPr>
        <p:spPr>
          <a:xfrm>
            <a:off x="3766149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noGrp="1"/>
          </p:cNvSpPr>
          <p:nvPr/>
        </p:nvSpPr>
        <p:spPr>
          <a:xfrm>
            <a:off x="37826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noGrp="1"/>
          </p:cNvSpPr>
          <p:nvPr/>
        </p:nvSpPr>
        <p:spPr>
          <a:xfrm>
            <a:off x="36861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noGrp="1"/>
          </p:cNvSpPr>
          <p:nvPr/>
        </p:nvSpPr>
        <p:spPr>
          <a:xfrm>
            <a:off x="366603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noGrp="1"/>
          </p:cNvSpPr>
          <p:nvPr/>
        </p:nvSpPr>
        <p:spPr>
          <a:xfrm>
            <a:off x="3655130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noGrp="1"/>
          </p:cNvSpPr>
          <p:nvPr/>
        </p:nvSpPr>
        <p:spPr>
          <a:xfrm>
            <a:off x="3692833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noGrp="1"/>
          </p:cNvSpPr>
          <p:nvPr/>
        </p:nvSpPr>
        <p:spPr>
          <a:xfrm>
            <a:off x="370700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noGrp="1"/>
          </p:cNvSpPr>
          <p:nvPr/>
        </p:nvSpPr>
        <p:spPr>
          <a:xfrm>
            <a:off x="3715663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noGrp="1"/>
          </p:cNvSpPr>
          <p:nvPr/>
        </p:nvSpPr>
        <p:spPr>
          <a:xfrm>
            <a:off x="3830439" y="20812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noGrp="1"/>
          </p:cNvSpPr>
          <p:nvPr/>
        </p:nvSpPr>
        <p:spPr>
          <a:xfrm>
            <a:off x="380661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noGrp="1"/>
          </p:cNvSpPr>
          <p:nvPr/>
        </p:nvSpPr>
        <p:spPr>
          <a:xfrm>
            <a:off x="38053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noGrp="1"/>
          </p:cNvSpPr>
          <p:nvPr/>
        </p:nvSpPr>
        <p:spPr>
          <a:xfrm>
            <a:off x="363882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noGrp="1"/>
          </p:cNvSpPr>
          <p:nvPr/>
        </p:nvSpPr>
        <p:spPr>
          <a:xfrm>
            <a:off x="362604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noGrp="1"/>
          </p:cNvSpPr>
          <p:nvPr/>
        </p:nvSpPr>
        <p:spPr>
          <a:xfrm>
            <a:off x="3789166" y="16530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noGrp="1"/>
          </p:cNvSpPr>
          <p:nvPr/>
        </p:nvSpPr>
        <p:spPr>
          <a:xfrm>
            <a:off x="3802708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noGrp="1"/>
          </p:cNvSpPr>
          <p:nvPr/>
        </p:nvSpPr>
        <p:spPr>
          <a:xfrm>
            <a:off x="3701889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noGrp="1"/>
          </p:cNvSpPr>
          <p:nvPr/>
        </p:nvSpPr>
        <p:spPr>
          <a:xfrm>
            <a:off x="3840545" y="23318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noGrp="1"/>
          </p:cNvSpPr>
          <p:nvPr/>
        </p:nvSpPr>
        <p:spPr>
          <a:xfrm>
            <a:off x="3677084" y="20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noGrp="1"/>
          </p:cNvSpPr>
          <p:nvPr/>
        </p:nvSpPr>
        <p:spPr>
          <a:xfrm>
            <a:off x="38258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noGrp="1"/>
          </p:cNvSpPr>
          <p:nvPr/>
        </p:nvSpPr>
        <p:spPr>
          <a:xfrm>
            <a:off x="374815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noGrp="1"/>
          </p:cNvSpPr>
          <p:nvPr/>
        </p:nvSpPr>
        <p:spPr>
          <a:xfrm>
            <a:off x="37465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noGrp="1"/>
          </p:cNvSpPr>
          <p:nvPr/>
        </p:nvSpPr>
        <p:spPr>
          <a:xfrm>
            <a:off x="3674239" y="19179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noGrp="1"/>
          </p:cNvSpPr>
          <p:nvPr/>
        </p:nvSpPr>
        <p:spPr>
          <a:xfrm>
            <a:off x="3762082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noGrp="1"/>
          </p:cNvSpPr>
          <p:nvPr/>
        </p:nvSpPr>
        <p:spPr>
          <a:xfrm>
            <a:off x="379791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noGrp="1"/>
          </p:cNvSpPr>
          <p:nvPr/>
        </p:nvSpPr>
        <p:spPr>
          <a:xfrm>
            <a:off x="384252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noGrp="1"/>
          </p:cNvSpPr>
          <p:nvPr/>
        </p:nvSpPr>
        <p:spPr>
          <a:xfrm>
            <a:off x="3816597" y="20681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noGrp="1"/>
          </p:cNvSpPr>
          <p:nvPr/>
        </p:nvSpPr>
        <p:spPr>
          <a:xfrm>
            <a:off x="3648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noGrp="1"/>
          </p:cNvSpPr>
          <p:nvPr/>
        </p:nvSpPr>
        <p:spPr>
          <a:xfrm>
            <a:off x="38126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noGrp="1"/>
          </p:cNvSpPr>
          <p:nvPr/>
        </p:nvSpPr>
        <p:spPr>
          <a:xfrm>
            <a:off x="381514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noGrp="1"/>
          </p:cNvSpPr>
          <p:nvPr/>
        </p:nvSpPr>
        <p:spPr>
          <a:xfrm>
            <a:off x="373292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noGrp="1"/>
          </p:cNvSpPr>
          <p:nvPr/>
        </p:nvSpPr>
        <p:spPr>
          <a:xfrm>
            <a:off x="3746903" y="2249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noGrp="1"/>
          </p:cNvSpPr>
          <p:nvPr/>
        </p:nvSpPr>
        <p:spPr>
          <a:xfrm>
            <a:off x="37263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noGrp="1"/>
          </p:cNvSpPr>
          <p:nvPr/>
        </p:nvSpPr>
        <p:spPr>
          <a:xfrm>
            <a:off x="3657949" y="29840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noGrp="1"/>
          </p:cNvSpPr>
          <p:nvPr/>
        </p:nvSpPr>
        <p:spPr>
          <a:xfrm>
            <a:off x="38325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noGrp="1"/>
          </p:cNvSpPr>
          <p:nvPr/>
        </p:nvSpPr>
        <p:spPr>
          <a:xfrm>
            <a:off x="36704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noGrp="1"/>
          </p:cNvSpPr>
          <p:nvPr/>
        </p:nvSpPr>
        <p:spPr>
          <a:xfrm>
            <a:off x="37288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noGrp="1"/>
          </p:cNvSpPr>
          <p:nvPr/>
        </p:nvSpPr>
        <p:spPr>
          <a:xfrm>
            <a:off x="380303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noGrp="1"/>
          </p:cNvSpPr>
          <p:nvPr/>
        </p:nvSpPr>
        <p:spPr>
          <a:xfrm>
            <a:off x="370007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noGrp="1"/>
          </p:cNvSpPr>
          <p:nvPr/>
        </p:nvSpPr>
        <p:spPr>
          <a:xfrm>
            <a:off x="383771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noGrp="1"/>
          </p:cNvSpPr>
          <p:nvPr/>
        </p:nvSpPr>
        <p:spPr>
          <a:xfrm>
            <a:off x="3694159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noGrp="1"/>
          </p:cNvSpPr>
          <p:nvPr/>
        </p:nvSpPr>
        <p:spPr>
          <a:xfrm>
            <a:off x="367041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noGrp="1"/>
          </p:cNvSpPr>
          <p:nvPr/>
        </p:nvSpPr>
        <p:spPr>
          <a:xfrm>
            <a:off x="37303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noGrp="1"/>
          </p:cNvSpPr>
          <p:nvPr/>
        </p:nvSpPr>
        <p:spPr>
          <a:xfrm>
            <a:off x="365646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noGrp="1"/>
          </p:cNvSpPr>
          <p:nvPr/>
        </p:nvSpPr>
        <p:spPr>
          <a:xfrm>
            <a:off x="3739005" y="25735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noGrp="1"/>
          </p:cNvSpPr>
          <p:nvPr/>
        </p:nvSpPr>
        <p:spPr>
          <a:xfrm>
            <a:off x="365424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noGrp="1"/>
          </p:cNvSpPr>
          <p:nvPr/>
        </p:nvSpPr>
        <p:spPr>
          <a:xfrm>
            <a:off x="3680416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noGrp="1"/>
          </p:cNvSpPr>
          <p:nvPr/>
        </p:nvSpPr>
        <p:spPr>
          <a:xfrm>
            <a:off x="364298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noGrp="1"/>
          </p:cNvSpPr>
          <p:nvPr/>
        </p:nvSpPr>
        <p:spPr>
          <a:xfrm>
            <a:off x="3836364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noGrp="1"/>
          </p:cNvSpPr>
          <p:nvPr/>
        </p:nvSpPr>
        <p:spPr>
          <a:xfrm>
            <a:off x="3702996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noGrp="1"/>
          </p:cNvSpPr>
          <p:nvPr/>
        </p:nvSpPr>
        <p:spPr>
          <a:xfrm>
            <a:off x="363832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noGrp="1"/>
          </p:cNvSpPr>
          <p:nvPr/>
        </p:nvSpPr>
        <p:spPr>
          <a:xfrm>
            <a:off x="372865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noGrp="1"/>
          </p:cNvSpPr>
          <p:nvPr/>
        </p:nvSpPr>
        <p:spPr>
          <a:xfrm>
            <a:off x="3697516" y="28440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noGrp="1"/>
          </p:cNvSpPr>
          <p:nvPr/>
        </p:nvSpPr>
        <p:spPr>
          <a:xfrm>
            <a:off x="368763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noGrp="1"/>
          </p:cNvSpPr>
          <p:nvPr/>
        </p:nvSpPr>
        <p:spPr>
          <a:xfrm>
            <a:off x="3771248" y="27415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noGrp="1"/>
          </p:cNvSpPr>
          <p:nvPr/>
        </p:nvSpPr>
        <p:spPr>
          <a:xfrm>
            <a:off x="3671746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noGrp="1"/>
          </p:cNvSpPr>
          <p:nvPr/>
        </p:nvSpPr>
        <p:spPr>
          <a:xfrm>
            <a:off x="3768257" y="22780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noGrp="1"/>
          </p:cNvSpPr>
          <p:nvPr/>
        </p:nvSpPr>
        <p:spPr>
          <a:xfrm>
            <a:off x="36414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noGrp="1"/>
          </p:cNvSpPr>
          <p:nvPr/>
        </p:nvSpPr>
        <p:spPr>
          <a:xfrm>
            <a:off x="3802962" y="1483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noGrp="1"/>
          </p:cNvSpPr>
          <p:nvPr/>
        </p:nvSpPr>
        <p:spPr>
          <a:xfrm>
            <a:off x="374487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noGrp="1"/>
          </p:cNvSpPr>
          <p:nvPr/>
        </p:nvSpPr>
        <p:spPr>
          <a:xfrm>
            <a:off x="3781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noGrp="1"/>
          </p:cNvSpPr>
          <p:nvPr/>
        </p:nvSpPr>
        <p:spPr>
          <a:xfrm>
            <a:off x="38032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noGrp="1"/>
          </p:cNvSpPr>
          <p:nvPr/>
        </p:nvSpPr>
        <p:spPr>
          <a:xfrm>
            <a:off x="3807868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noGrp="1"/>
          </p:cNvSpPr>
          <p:nvPr/>
        </p:nvSpPr>
        <p:spPr>
          <a:xfrm>
            <a:off x="3697818" y="19279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noGrp="1"/>
          </p:cNvSpPr>
          <p:nvPr/>
        </p:nvSpPr>
        <p:spPr>
          <a:xfrm>
            <a:off x="3650480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noGrp="1"/>
          </p:cNvSpPr>
          <p:nvPr/>
        </p:nvSpPr>
        <p:spPr>
          <a:xfrm>
            <a:off x="3687992" y="21512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noGrp="1"/>
          </p:cNvSpPr>
          <p:nvPr/>
        </p:nvSpPr>
        <p:spPr>
          <a:xfrm>
            <a:off x="37536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noGrp="1"/>
          </p:cNvSpPr>
          <p:nvPr/>
        </p:nvSpPr>
        <p:spPr>
          <a:xfrm>
            <a:off x="3764857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noGrp="1"/>
          </p:cNvSpPr>
          <p:nvPr/>
        </p:nvSpPr>
        <p:spPr>
          <a:xfrm>
            <a:off x="36725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noGrp="1"/>
          </p:cNvSpPr>
          <p:nvPr/>
        </p:nvSpPr>
        <p:spPr>
          <a:xfrm>
            <a:off x="3751550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noGrp="1"/>
          </p:cNvSpPr>
          <p:nvPr/>
        </p:nvSpPr>
        <p:spPr>
          <a:xfrm>
            <a:off x="3759899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noGrp="1"/>
          </p:cNvSpPr>
          <p:nvPr/>
        </p:nvSpPr>
        <p:spPr>
          <a:xfrm>
            <a:off x="370862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noGrp="1"/>
          </p:cNvSpPr>
          <p:nvPr/>
        </p:nvSpPr>
        <p:spPr>
          <a:xfrm>
            <a:off x="3786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noGrp="1"/>
          </p:cNvSpPr>
          <p:nvPr/>
        </p:nvSpPr>
        <p:spPr>
          <a:xfrm>
            <a:off x="375093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noGrp="1"/>
          </p:cNvSpPr>
          <p:nvPr/>
        </p:nvSpPr>
        <p:spPr>
          <a:xfrm>
            <a:off x="366310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noGrp="1"/>
          </p:cNvSpPr>
          <p:nvPr/>
        </p:nvSpPr>
        <p:spPr>
          <a:xfrm>
            <a:off x="3799482" y="25518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noGrp="1"/>
          </p:cNvSpPr>
          <p:nvPr/>
        </p:nvSpPr>
        <p:spPr>
          <a:xfrm>
            <a:off x="3784950" y="225750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noGrp="1"/>
          </p:cNvSpPr>
          <p:nvPr/>
        </p:nvSpPr>
        <p:spPr>
          <a:xfrm>
            <a:off x="384218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noGrp="1"/>
          </p:cNvSpPr>
          <p:nvPr/>
        </p:nvSpPr>
        <p:spPr>
          <a:xfrm>
            <a:off x="3748597" y="20183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noGrp="1"/>
          </p:cNvSpPr>
          <p:nvPr/>
        </p:nvSpPr>
        <p:spPr>
          <a:xfrm>
            <a:off x="3827808" y="21960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noGrp="1"/>
          </p:cNvSpPr>
          <p:nvPr/>
        </p:nvSpPr>
        <p:spPr>
          <a:xfrm>
            <a:off x="373587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noGrp="1"/>
          </p:cNvSpPr>
          <p:nvPr/>
        </p:nvSpPr>
        <p:spPr>
          <a:xfrm>
            <a:off x="3762693" y="2923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noGrp="1"/>
          </p:cNvSpPr>
          <p:nvPr/>
        </p:nvSpPr>
        <p:spPr>
          <a:xfrm>
            <a:off x="3662338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noGrp="1"/>
          </p:cNvSpPr>
          <p:nvPr/>
        </p:nvSpPr>
        <p:spPr>
          <a:xfrm>
            <a:off x="3821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noGrp="1"/>
          </p:cNvSpPr>
          <p:nvPr/>
        </p:nvSpPr>
        <p:spPr>
          <a:xfrm>
            <a:off x="37152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noGrp="1"/>
          </p:cNvSpPr>
          <p:nvPr/>
        </p:nvSpPr>
        <p:spPr>
          <a:xfrm>
            <a:off x="37962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noGrp="1"/>
          </p:cNvSpPr>
          <p:nvPr/>
        </p:nvSpPr>
        <p:spPr>
          <a:xfrm>
            <a:off x="3629480" y="28527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noGrp="1"/>
          </p:cNvSpPr>
          <p:nvPr/>
        </p:nvSpPr>
        <p:spPr>
          <a:xfrm>
            <a:off x="37394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noGrp="1"/>
          </p:cNvSpPr>
          <p:nvPr/>
        </p:nvSpPr>
        <p:spPr>
          <a:xfrm>
            <a:off x="3737976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noGrp="1"/>
          </p:cNvSpPr>
          <p:nvPr/>
        </p:nvSpPr>
        <p:spPr>
          <a:xfrm>
            <a:off x="742040" y="1037862"/>
            <a:ext cx="9569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noGrp="1"/>
          </p:cNvSpPr>
          <p:nvPr/>
        </p:nvSpPr>
        <p:spPr>
          <a:xfrm>
            <a:off x="1217015" y="1060254"/>
            <a:ext cx="6153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noGrp="1"/>
          </p:cNvSpPr>
          <p:nvPr/>
        </p:nvSpPr>
        <p:spPr>
          <a:xfrm>
            <a:off x="1595777" y="3215296"/>
            <a:ext cx="191" cy="61453"/>
          </a:xfrm>
          <a:custGeom>
            <a:avLst/>
            <a:gdLst/>
            <a:ahLst/>
            <a:cxnLst/>
            <a:rect l="0" t="0" r="0" b="0"/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noGrp="1"/>
          </p:cNvSpPr>
          <p:nvPr/>
        </p:nvSpPr>
        <p:spPr>
          <a:xfrm>
            <a:off x="1530222" y="327674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noGrp="1"/>
          </p:cNvSpPr>
          <p:nvPr/>
        </p:nvSpPr>
        <p:spPr>
          <a:xfrm>
            <a:off x="1530222" y="32152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noGrp="1"/>
          </p:cNvSpPr>
          <p:nvPr/>
        </p:nvSpPr>
        <p:spPr>
          <a:xfrm>
            <a:off x="1945403" y="2368339"/>
            <a:ext cx="191" cy="155676"/>
          </a:xfrm>
          <a:custGeom>
            <a:avLst/>
            <a:gdLst/>
            <a:ahLst/>
            <a:cxnLst/>
            <a:rect l="0" t="0" r="0" b="0"/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noGrp="1"/>
          </p:cNvSpPr>
          <p:nvPr/>
        </p:nvSpPr>
        <p:spPr>
          <a:xfrm>
            <a:off x="1879848" y="2524015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noGrp="1"/>
          </p:cNvSpPr>
          <p:nvPr/>
        </p:nvSpPr>
        <p:spPr>
          <a:xfrm>
            <a:off x="1879848" y="236833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noGrp="1"/>
          </p:cNvSpPr>
          <p:nvPr/>
        </p:nvSpPr>
        <p:spPr>
          <a:xfrm>
            <a:off x="2295029" y="2169436"/>
            <a:ext cx="191" cy="148033"/>
          </a:xfrm>
          <a:custGeom>
            <a:avLst/>
            <a:gdLst/>
            <a:ahLst/>
            <a:cxnLst/>
            <a:rect l="0" t="0" r="0" b="0"/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noGrp="1"/>
          </p:cNvSpPr>
          <p:nvPr/>
        </p:nvSpPr>
        <p:spPr>
          <a:xfrm>
            <a:off x="2229474" y="231746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noGrp="1"/>
          </p:cNvSpPr>
          <p:nvPr/>
        </p:nvSpPr>
        <p:spPr>
          <a:xfrm>
            <a:off x="2229474" y="2169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noGrp="1"/>
          </p:cNvSpPr>
          <p:nvPr/>
        </p:nvSpPr>
        <p:spPr>
          <a:xfrm>
            <a:off x="3052553" y="2770436"/>
            <a:ext cx="191" cy="178760"/>
          </a:xfrm>
          <a:custGeom>
            <a:avLst/>
            <a:gdLst/>
            <a:ahLst/>
            <a:cxnLst/>
            <a:rect l="0" t="0" r="0" b="0"/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noGrp="1"/>
          </p:cNvSpPr>
          <p:nvPr/>
        </p:nvSpPr>
        <p:spPr>
          <a:xfrm>
            <a:off x="2986998" y="29491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noGrp="1"/>
          </p:cNvSpPr>
          <p:nvPr/>
        </p:nvSpPr>
        <p:spPr>
          <a:xfrm>
            <a:off x="2986998" y="2770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noGrp="1"/>
          </p:cNvSpPr>
          <p:nvPr/>
        </p:nvSpPr>
        <p:spPr>
          <a:xfrm>
            <a:off x="3402179" y="2234230"/>
            <a:ext cx="191" cy="182414"/>
          </a:xfrm>
          <a:custGeom>
            <a:avLst/>
            <a:gdLst/>
            <a:ahLst/>
            <a:cxnLst/>
            <a:rect l="0" t="0" r="0" b="0"/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noGrp="1"/>
          </p:cNvSpPr>
          <p:nvPr/>
        </p:nvSpPr>
        <p:spPr>
          <a:xfrm>
            <a:off x="3336624" y="241664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noGrp="1"/>
          </p:cNvSpPr>
          <p:nvPr/>
        </p:nvSpPr>
        <p:spPr>
          <a:xfrm>
            <a:off x="3336624" y="2234230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noGrp="1"/>
          </p:cNvSpPr>
          <p:nvPr/>
        </p:nvSpPr>
        <p:spPr>
          <a:xfrm>
            <a:off x="3751805" y="2006834"/>
            <a:ext cx="191" cy="178538"/>
          </a:xfrm>
          <a:custGeom>
            <a:avLst/>
            <a:gdLst/>
            <a:ahLst/>
            <a:cxnLst/>
            <a:rect l="0" t="0" r="0" b="0"/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noGrp="1"/>
          </p:cNvSpPr>
          <p:nvPr/>
        </p:nvSpPr>
        <p:spPr>
          <a:xfrm>
            <a:off x="3686250" y="218537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noGrp="1"/>
          </p:cNvSpPr>
          <p:nvPr/>
        </p:nvSpPr>
        <p:spPr>
          <a:xfrm>
            <a:off x="3686250" y="200683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noGrp="1"/>
          </p:cNvSpPr>
          <p:nvPr/>
        </p:nvSpPr>
        <p:spPr>
          <a:xfrm>
            <a:off x="1471951" y="32479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noGrp="1"/>
          </p:cNvSpPr>
          <p:nvPr/>
        </p:nvSpPr>
        <p:spPr>
          <a:xfrm>
            <a:off x="1821577" y="244508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noGrp="1"/>
          </p:cNvSpPr>
          <p:nvPr/>
        </p:nvSpPr>
        <p:spPr>
          <a:xfrm>
            <a:off x="2171203" y="22427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noGrp="1"/>
          </p:cNvSpPr>
          <p:nvPr/>
        </p:nvSpPr>
        <p:spPr>
          <a:xfrm>
            <a:off x="2928727" y="286184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noGrp="1"/>
          </p:cNvSpPr>
          <p:nvPr/>
        </p:nvSpPr>
        <p:spPr>
          <a:xfrm>
            <a:off x="3278353" y="232474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noGrp="1"/>
          </p:cNvSpPr>
          <p:nvPr/>
        </p:nvSpPr>
        <p:spPr>
          <a:xfrm>
            <a:off x="3627979" y="20948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noGrp="1"/>
          </p:cNvSpPr>
          <p:nvPr/>
        </p:nvSpPr>
        <p:spPr>
          <a:xfrm>
            <a:off x="6257460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noGrp="1"/>
          </p:cNvSpPr>
          <p:nvPr/>
        </p:nvSpPr>
        <p:spPr>
          <a:xfrm>
            <a:off x="5893945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noGrp="1"/>
          </p:cNvSpPr>
          <p:nvPr/>
        </p:nvSpPr>
        <p:spPr>
          <a:xfrm>
            <a:off x="7714236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noGrp="1"/>
          </p:cNvSpPr>
          <p:nvPr/>
        </p:nvSpPr>
        <p:spPr>
          <a:xfrm>
            <a:off x="7357035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noGrp="1"/>
          </p:cNvSpPr>
          <p:nvPr/>
        </p:nvSpPr>
        <p:spPr>
          <a:xfrm>
            <a:off x="7477381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noGrp="1"/>
          </p:cNvSpPr>
          <p:nvPr/>
        </p:nvSpPr>
        <p:spPr>
          <a:xfrm>
            <a:off x="7542701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noGrp="1"/>
          </p:cNvSpPr>
          <p:nvPr/>
        </p:nvSpPr>
        <p:spPr>
          <a:xfrm>
            <a:off x="7611354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noGrp="1"/>
          </p:cNvSpPr>
          <p:nvPr/>
        </p:nvSpPr>
        <p:spPr>
          <a:xfrm>
            <a:off x="7684514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noGrp="1"/>
          </p:cNvSpPr>
          <p:nvPr/>
        </p:nvSpPr>
        <p:spPr>
          <a:xfrm>
            <a:off x="7765638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noGrp="1"/>
          </p:cNvSpPr>
          <p:nvPr/>
        </p:nvSpPr>
        <p:spPr>
          <a:xfrm>
            <a:off x="7834090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4" name="text_1143">
            <a:extLst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noGrp="1"/>
          </p:cNvSpPr>
          <p:nvPr/>
        </p:nvSpPr>
        <p:spPr>
          <a:xfrm>
            <a:off x="7878950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noGrp="1"/>
          </p:cNvSpPr>
          <p:nvPr/>
        </p:nvSpPr>
        <p:spPr>
          <a:xfrm>
            <a:off x="790129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noGrp="1"/>
          </p:cNvSpPr>
          <p:nvPr/>
        </p:nvSpPr>
        <p:spPr>
          <a:xfrm>
            <a:off x="5485093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noGrp="1"/>
          </p:cNvSpPr>
          <p:nvPr/>
        </p:nvSpPr>
        <p:spPr>
          <a:xfrm>
            <a:off x="5263170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noGrp="1"/>
          </p:cNvSpPr>
          <p:nvPr/>
        </p:nvSpPr>
        <p:spPr>
          <a:xfrm>
            <a:off x="5529072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noGrp="1"/>
          </p:cNvSpPr>
          <p:nvPr/>
        </p:nvSpPr>
        <p:spPr>
          <a:xfrm>
            <a:off x="5485093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noGrp="1"/>
          </p:cNvSpPr>
          <p:nvPr/>
        </p:nvSpPr>
        <p:spPr>
          <a:xfrm>
            <a:off x="5263170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noGrp="1"/>
          </p:cNvSpPr>
          <p:nvPr/>
        </p:nvSpPr>
        <p:spPr>
          <a:xfrm>
            <a:off x="5529072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noGrp="1"/>
          </p:cNvSpPr>
          <p:nvPr/>
        </p:nvSpPr>
        <p:spPr>
          <a:xfrm>
            <a:off x="5485093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noGrp="1"/>
          </p:cNvSpPr>
          <p:nvPr/>
        </p:nvSpPr>
        <p:spPr>
          <a:xfrm>
            <a:off x="5263170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noGrp="1"/>
          </p:cNvSpPr>
          <p:nvPr/>
        </p:nvSpPr>
        <p:spPr>
          <a:xfrm rot="-5400000">
            <a:off x="4996129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noGrp="1"/>
          </p:cNvSpPr>
          <p:nvPr/>
        </p:nvSpPr>
        <p:spPr>
          <a:xfrm>
            <a:off x="5758514" y="3205172"/>
            <a:ext cx="298639" cy="136509"/>
          </a:xfrm>
          <a:custGeom>
            <a:avLst/>
            <a:gdLst/>
            <a:ahLst/>
            <a:cxnLst/>
            <a:rect l="0" t="0" r="0" b="0"/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noGrp="1"/>
          </p:cNvSpPr>
          <p:nvPr/>
        </p:nvSpPr>
        <p:spPr>
          <a:xfrm>
            <a:off x="6108140" y="2436390"/>
            <a:ext cx="298639" cy="905291"/>
          </a:xfrm>
          <a:custGeom>
            <a:avLst/>
            <a:gdLst/>
            <a:ahLst/>
            <a:cxnLst/>
            <a:rect l="0" t="0" r="0" b="0"/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noGrp="1"/>
          </p:cNvSpPr>
          <p:nvPr/>
        </p:nvSpPr>
        <p:spPr>
          <a:xfrm>
            <a:off x="6457767" y="2258321"/>
            <a:ext cx="298639" cy="1083360"/>
          </a:xfrm>
          <a:custGeom>
            <a:avLst/>
            <a:gdLst/>
            <a:ahLst/>
            <a:cxnLst/>
            <a:rect l="0" t="0" r="0" b="0"/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noGrp="1"/>
          </p:cNvSpPr>
          <p:nvPr/>
        </p:nvSpPr>
        <p:spPr>
          <a:xfrm>
            <a:off x="7215290" y="2472997"/>
            <a:ext cx="298639" cy="868684"/>
          </a:xfrm>
          <a:custGeom>
            <a:avLst/>
            <a:gdLst/>
            <a:ahLst/>
            <a:cxnLst/>
            <a:rect l="0" t="0" r="0" b="0"/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noGrp="1"/>
          </p:cNvSpPr>
          <p:nvPr/>
        </p:nvSpPr>
        <p:spPr>
          <a:xfrm>
            <a:off x="7564916" y="2265088"/>
            <a:ext cx="298639" cy="1076593"/>
          </a:xfrm>
          <a:custGeom>
            <a:avLst/>
            <a:gdLst/>
            <a:ahLst/>
            <a:cxnLst/>
            <a:rect l="0" t="0" r="0" b="0"/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noGrp="1"/>
          </p:cNvSpPr>
          <p:nvPr/>
        </p:nvSpPr>
        <p:spPr>
          <a:xfrm>
            <a:off x="7914543" y="2023438"/>
            <a:ext cx="298639" cy="1318243"/>
          </a:xfrm>
          <a:custGeom>
            <a:avLst/>
            <a:gdLst/>
            <a:ahLst/>
            <a:cxnLst/>
            <a:rect l="0" t="0" r="0" b="0"/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noGrp="1"/>
          </p:cNvSpPr>
          <p:nvPr/>
        </p:nvSpPr>
        <p:spPr>
          <a:xfrm>
            <a:off x="5832252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noGrp="1"/>
          </p:cNvSpPr>
          <p:nvPr/>
        </p:nvSpPr>
        <p:spPr>
          <a:xfrm>
            <a:off x="5928402" y="32726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noGrp="1"/>
          </p:cNvSpPr>
          <p:nvPr/>
        </p:nvSpPr>
        <p:spPr>
          <a:xfrm>
            <a:off x="57949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noGrp="1"/>
          </p:cNvSpPr>
          <p:nvPr/>
        </p:nvSpPr>
        <p:spPr>
          <a:xfrm>
            <a:off x="5875950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noGrp="1"/>
          </p:cNvSpPr>
          <p:nvPr/>
        </p:nvSpPr>
        <p:spPr>
          <a:xfrm>
            <a:off x="5813148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noGrp="1"/>
          </p:cNvSpPr>
          <p:nvPr/>
        </p:nvSpPr>
        <p:spPr>
          <a:xfrm>
            <a:off x="5956700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noGrp="1"/>
          </p:cNvSpPr>
          <p:nvPr/>
        </p:nvSpPr>
        <p:spPr>
          <a:xfrm>
            <a:off x="5904301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noGrp="1"/>
          </p:cNvSpPr>
          <p:nvPr/>
        </p:nvSpPr>
        <p:spPr>
          <a:xfrm>
            <a:off x="5879966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noGrp="1"/>
          </p:cNvSpPr>
          <p:nvPr/>
        </p:nvSpPr>
        <p:spPr>
          <a:xfrm>
            <a:off x="5806784" y="30036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noGrp="1"/>
          </p:cNvSpPr>
          <p:nvPr/>
        </p:nvSpPr>
        <p:spPr>
          <a:xfrm>
            <a:off x="5852607" y="33058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noGrp="1"/>
          </p:cNvSpPr>
          <p:nvPr/>
        </p:nvSpPr>
        <p:spPr>
          <a:xfrm>
            <a:off x="5857272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noGrp="1"/>
          </p:cNvSpPr>
          <p:nvPr/>
        </p:nvSpPr>
        <p:spPr>
          <a:xfrm>
            <a:off x="588745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noGrp="1"/>
          </p:cNvSpPr>
          <p:nvPr/>
        </p:nvSpPr>
        <p:spPr>
          <a:xfrm>
            <a:off x="5947107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noGrp="1"/>
          </p:cNvSpPr>
          <p:nvPr/>
        </p:nvSpPr>
        <p:spPr>
          <a:xfrm>
            <a:off x="589629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noGrp="1"/>
          </p:cNvSpPr>
          <p:nvPr/>
        </p:nvSpPr>
        <p:spPr>
          <a:xfrm>
            <a:off x="5974526" y="26958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noGrp="1"/>
          </p:cNvSpPr>
          <p:nvPr/>
        </p:nvSpPr>
        <p:spPr>
          <a:xfrm>
            <a:off x="58150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noGrp="1"/>
          </p:cNvSpPr>
          <p:nvPr/>
        </p:nvSpPr>
        <p:spPr>
          <a:xfrm>
            <a:off x="5799472" y="32779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noGrp="1"/>
          </p:cNvSpPr>
          <p:nvPr/>
        </p:nvSpPr>
        <p:spPr>
          <a:xfrm>
            <a:off x="5931370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noGrp="1"/>
          </p:cNvSpPr>
          <p:nvPr/>
        </p:nvSpPr>
        <p:spPr>
          <a:xfrm>
            <a:off x="5961701" y="28120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noGrp="1"/>
          </p:cNvSpPr>
          <p:nvPr/>
        </p:nvSpPr>
        <p:spPr>
          <a:xfrm>
            <a:off x="5983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noGrp="1"/>
          </p:cNvSpPr>
          <p:nvPr/>
        </p:nvSpPr>
        <p:spPr>
          <a:xfrm>
            <a:off x="5969122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noGrp="1"/>
          </p:cNvSpPr>
          <p:nvPr/>
        </p:nvSpPr>
        <p:spPr>
          <a:xfrm>
            <a:off x="58915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noGrp="1"/>
          </p:cNvSpPr>
          <p:nvPr/>
        </p:nvSpPr>
        <p:spPr>
          <a:xfrm>
            <a:off x="5949995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noGrp="1"/>
          </p:cNvSpPr>
          <p:nvPr/>
        </p:nvSpPr>
        <p:spPr>
          <a:xfrm>
            <a:off x="5784150" y="21856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noGrp="1"/>
          </p:cNvSpPr>
          <p:nvPr/>
        </p:nvSpPr>
        <p:spPr>
          <a:xfrm>
            <a:off x="578152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noGrp="1"/>
          </p:cNvSpPr>
          <p:nvPr/>
        </p:nvSpPr>
        <p:spPr>
          <a:xfrm>
            <a:off x="5940915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noGrp="1"/>
          </p:cNvSpPr>
          <p:nvPr/>
        </p:nvSpPr>
        <p:spPr>
          <a:xfrm>
            <a:off x="596229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noGrp="1"/>
          </p:cNvSpPr>
          <p:nvPr/>
        </p:nvSpPr>
        <p:spPr>
          <a:xfrm>
            <a:off x="5940822" y="21749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noGrp="1"/>
          </p:cNvSpPr>
          <p:nvPr/>
        </p:nvSpPr>
        <p:spPr>
          <a:xfrm>
            <a:off x="591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noGrp="1"/>
          </p:cNvSpPr>
          <p:nvPr/>
        </p:nvSpPr>
        <p:spPr>
          <a:xfrm>
            <a:off x="5829061" y="32125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noGrp="1"/>
          </p:cNvSpPr>
          <p:nvPr/>
        </p:nvSpPr>
        <p:spPr>
          <a:xfrm>
            <a:off x="5958981" y="3176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noGrp="1"/>
          </p:cNvSpPr>
          <p:nvPr/>
        </p:nvSpPr>
        <p:spPr>
          <a:xfrm>
            <a:off x="5911014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noGrp="1"/>
          </p:cNvSpPr>
          <p:nvPr/>
        </p:nvSpPr>
        <p:spPr>
          <a:xfrm>
            <a:off x="5824780" y="21734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noGrp="1"/>
          </p:cNvSpPr>
          <p:nvPr/>
        </p:nvSpPr>
        <p:spPr>
          <a:xfrm>
            <a:off x="5934402" y="33157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noGrp="1"/>
          </p:cNvSpPr>
          <p:nvPr/>
        </p:nvSpPr>
        <p:spPr>
          <a:xfrm>
            <a:off x="5847019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noGrp="1"/>
          </p:cNvSpPr>
          <p:nvPr/>
        </p:nvSpPr>
        <p:spPr>
          <a:xfrm>
            <a:off x="57988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noGrp="1"/>
          </p:cNvSpPr>
          <p:nvPr/>
        </p:nvSpPr>
        <p:spPr>
          <a:xfrm>
            <a:off x="5947772" y="33200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noGrp="1"/>
          </p:cNvSpPr>
          <p:nvPr/>
        </p:nvSpPr>
        <p:spPr>
          <a:xfrm>
            <a:off x="5884495" y="33029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noGrp="1"/>
          </p:cNvSpPr>
          <p:nvPr/>
        </p:nvSpPr>
        <p:spPr>
          <a:xfrm>
            <a:off x="58453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noGrp="1"/>
          </p:cNvSpPr>
          <p:nvPr/>
        </p:nvSpPr>
        <p:spPr>
          <a:xfrm>
            <a:off x="5793177" y="3320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noGrp="1"/>
          </p:cNvSpPr>
          <p:nvPr/>
        </p:nvSpPr>
        <p:spPr>
          <a:xfrm>
            <a:off x="5975987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noGrp="1"/>
          </p:cNvSpPr>
          <p:nvPr/>
        </p:nvSpPr>
        <p:spPr>
          <a:xfrm>
            <a:off x="5848512" y="3275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noGrp="1"/>
          </p:cNvSpPr>
          <p:nvPr/>
        </p:nvSpPr>
        <p:spPr>
          <a:xfrm>
            <a:off x="5948461" y="3244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noGrp="1"/>
          </p:cNvSpPr>
          <p:nvPr/>
        </p:nvSpPr>
        <p:spPr>
          <a:xfrm>
            <a:off x="5889572" y="33069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noGrp="1"/>
          </p:cNvSpPr>
          <p:nvPr/>
        </p:nvSpPr>
        <p:spPr>
          <a:xfrm>
            <a:off x="5783681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noGrp="1"/>
          </p:cNvSpPr>
          <p:nvPr/>
        </p:nvSpPr>
        <p:spPr>
          <a:xfrm>
            <a:off x="5830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noGrp="1"/>
          </p:cNvSpPr>
          <p:nvPr/>
        </p:nvSpPr>
        <p:spPr>
          <a:xfrm>
            <a:off x="5795023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noGrp="1"/>
          </p:cNvSpPr>
          <p:nvPr/>
        </p:nvSpPr>
        <p:spPr>
          <a:xfrm>
            <a:off x="5868944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noGrp="1"/>
          </p:cNvSpPr>
          <p:nvPr/>
        </p:nvSpPr>
        <p:spPr>
          <a:xfrm>
            <a:off x="5934721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noGrp="1"/>
          </p:cNvSpPr>
          <p:nvPr/>
        </p:nvSpPr>
        <p:spPr>
          <a:xfrm>
            <a:off x="59944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noGrp="1"/>
          </p:cNvSpPr>
          <p:nvPr/>
        </p:nvSpPr>
        <p:spPr>
          <a:xfrm>
            <a:off x="5881491" y="3309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noGrp="1"/>
          </p:cNvSpPr>
          <p:nvPr/>
        </p:nvSpPr>
        <p:spPr>
          <a:xfrm>
            <a:off x="5835783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noGrp="1"/>
          </p:cNvSpPr>
          <p:nvPr/>
        </p:nvSpPr>
        <p:spPr>
          <a:xfrm>
            <a:off x="5855509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noGrp="1"/>
          </p:cNvSpPr>
          <p:nvPr/>
        </p:nvSpPr>
        <p:spPr>
          <a:xfrm>
            <a:off x="5815676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noGrp="1"/>
          </p:cNvSpPr>
          <p:nvPr/>
        </p:nvSpPr>
        <p:spPr>
          <a:xfrm>
            <a:off x="5811443" y="3032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noGrp="1"/>
          </p:cNvSpPr>
          <p:nvPr/>
        </p:nvSpPr>
        <p:spPr>
          <a:xfrm>
            <a:off x="5940760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noGrp="1"/>
          </p:cNvSpPr>
          <p:nvPr/>
        </p:nvSpPr>
        <p:spPr>
          <a:xfrm>
            <a:off x="5984585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noGrp="1"/>
          </p:cNvSpPr>
          <p:nvPr/>
        </p:nvSpPr>
        <p:spPr>
          <a:xfrm>
            <a:off x="5911289" y="32333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noGrp="1"/>
          </p:cNvSpPr>
          <p:nvPr/>
        </p:nvSpPr>
        <p:spPr>
          <a:xfrm>
            <a:off x="5829231" y="31989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noGrp="1"/>
          </p:cNvSpPr>
          <p:nvPr/>
        </p:nvSpPr>
        <p:spPr>
          <a:xfrm>
            <a:off x="5864602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noGrp="1"/>
          </p:cNvSpPr>
          <p:nvPr/>
        </p:nvSpPr>
        <p:spPr>
          <a:xfrm>
            <a:off x="5903064" y="31542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noGrp="1"/>
          </p:cNvSpPr>
          <p:nvPr/>
        </p:nvSpPr>
        <p:spPr>
          <a:xfrm>
            <a:off x="59930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noGrp="1"/>
          </p:cNvSpPr>
          <p:nvPr/>
        </p:nvSpPr>
        <p:spPr>
          <a:xfrm>
            <a:off x="5800803" y="33079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noGrp="1"/>
          </p:cNvSpPr>
          <p:nvPr/>
        </p:nvSpPr>
        <p:spPr>
          <a:xfrm>
            <a:off x="5842498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noGrp="1"/>
          </p:cNvSpPr>
          <p:nvPr/>
        </p:nvSpPr>
        <p:spPr>
          <a:xfrm>
            <a:off x="5831507" y="326057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noGrp="1"/>
          </p:cNvSpPr>
          <p:nvPr/>
        </p:nvSpPr>
        <p:spPr>
          <a:xfrm>
            <a:off x="5956764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noGrp="1"/>
          </p:cNvSpPr>
          <p:nvPr/>
        </p:nvSpPr>
        <p:spPr>
          <a:xfrm>
            <a:off x="5829063" y="33168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noGrp="1"/>
          </p:cNvSpPr>
          <p:nvPr/>
        </p:nvSpPr>
        <p:spPr>
          <a:xfrm>
            <a:off x="5791353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noGrp="1"/>
          </p:cNvSpPr>
          <p:nvPr/>
        </p:nvSpPr>
        <p:spPr>
          <a:xfrm>
            <a:off x="5889822" y="33133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noGrp="1"/>
          </p:cNvSpPr>
          <p:nvPr/>
        </p:nvSpPr>
        <p:spPr>
          <a:xfrm>
            <a:off x="5933394" y="3276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noGrp="1"/>
          </p:cNvSpPr>
          <p:nvPr/>
        </p:nvSpPr>
        <p:spPr>
          <a:xfrm>
            <a:off x="5996048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noGrp="1"/>
          </p:cNvSpPr>
          <p:nvPr/>
        </p:nvSpPr>
        <p:spPr>
          <a:xfrm>
            <a:off x="5997113" y="33170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noGrp="1"/>
          </p:cNvSpPr>
          <p:nvPr/>
        </p:nvSpPr>
        <p:spPr>
          <a:xfrm>
            <a:off x="5997512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noGrp="1"/>
          </p:cNvSpPr>
          <p:nvPr/>
        </p:nvSpPr>
        <p:spPr>
          <a:xfrm>
            <a:off x="5989136" y="318993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noGrp="1"/>
          </p:cNvSpPr>
          <p:nvPr/>
        </p:nvSpPr>
        <p:spPr>
          <a:xfrm>
            <a:off x="5863450" y="330158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noGrp="1"/>
          </p:cNvSpPr>
          <p:nvPr/>
        </p:nvSpPr>
        <p:spPr>
          <a:xfrm>
            <a:off x="5982339" y="32759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noGrp="1"/>
          </p:cNvSpPr>
          <p:nvPr/>
        </p:nvSpPr>
        <p:spPr>
          <a:xfrm>
            <a:off x="5854551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noGrp="1"/>
          </p:cNvSpPr>
          <p:nvPr/>
        </p:nvSpPr>
        <p:spPr>
          <a:xfrm>
            <a:off x="5928447" y="33193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noGrp="1"/>
          </p:cNvSpPr>
          <p:nvPr/>
        </p:nvSpPr>
        <p:spPr>
          <a:xfrm>
            <a:off x="5798364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noGrp="1"/>
          </p:cNvSpPr>
          <p:nvPr/>
        </p:nvSpPr>
        <p:spPr>
          <a:xfrm>
            <a:off x="5895371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noGrp="1"/>
          </p:cNvSpPr>
          <p:nvPr/>
        </p:nvSpPr>
        <p:spPr>
          <a:xfrm>
            <a:off x="5997018" y="32958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noGrp="1"/>
          </p:cNvSpPr>
          <p:nvPr/>
        </p:nvSpPr>
        <p:spPr>
          <a:xfrm>
            <a:off x="58281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noGrp="1"/>
          </p:cNvSpPr>
          <p:nvPr/>
        </p:nvSpPr>
        <p:spPr>
          <a:xfrm>
            <a:off x="5792995" y="33197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noGrp="1"/>
          </p:cNvSpPr>
          <p:nvPr/>
        </p:nvSpPr>
        <p:spPr>
          <a:xfrm>
            <a:off x="5913283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noGrp="1"/>
          </p:cNvSpPr>
          <p:nvPr/>
        </p:nvSpPr>
        <p:spPr>
          <a:xfrm>
            <a:off x="5963126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noGrp="1"/>
          </p:cNvSpPr>
          <p:nvPr/>
        </p:nvSpPr>
        <p:spPr>
          <a:xfrm>
            <a:off x="5858722" y="32874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noGrp="1"/>
          </p:cNvSpPr>
          <p:nvPr/>
        </p:nvSpPr>
        <p:spPr>
          <a:xfrm>
            <a:off x="5808209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noGrp="1"/>
          </p:cNvSpPr>
          <p:nvPr/>
        </p:nvSpPr>
        <p:spPr>
          <a:xfrm>
            <a:off x="59143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noGrp="1"/>
          </p:cNvSpPr>
          <p:nvPr/>
        </p:nvSpPr>
        <p:spPr>
          <a:xfrm>
            <a:off x="596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noGrp="1"/>
          </p:cNvSpPr>
          <p:nvPr/>
        </p:nvSpPr>
        <p:spPr>
          <a:xfrm>
            <a:off x="5995432" y="328463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noGrp="1"/>
          </p:cNvSpPr>
          <p:nvPr/>
        </p:nvSpPr>
        <p:spPr>
          <a:xfrm>
            <a:off x="5980813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noGrp="1"/>
          </p:cNvSpPr>
          <p:nvPr/>
        </p:nvSpPr>
        <p:spPr>
          <a:xfrm>
            <a:off x="5910869" y="3307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noGrp="1"/>
          </p:cNvSpPr>
          <p:nvPr/>
        </p:nvSpPr>
        <p:spPr>
          <a:xfrm>
            <a:off x="5837890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noGrp="1"/>
          </p:cNvSpPr>
          <p:nvPr/>
        </p:nvSpPr>
        <p:spPr>
          <a:xfrm>
            <a:off x="5856842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noGrp="1"/>
          </p:cNvSpPr>
          <p:nvPr/>
        </p:nvSpPr>
        <p:spPr>
          <a:xfrm>
            <a:off x="6213421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noGrp="1"/>
          </p:cNvSpPr>
          <p:nvPr/>
        </p:nvSpPr>
        <p:spPr>
          <a:xfrm>
            <a:off x="6348798" y="20907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noGrp="1"/>
          </p:cNvSpPr>
          <p:nvPr/>
        </p:nvSpPr>
        <p:spPr>
          <a:xfrm>
            <a:off x="6342765" y="1787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noGrp="1"/>
          </p:cNvSpPr>
          <p:nvPr/>
        </p:nvSpPr>
        <p:spPr>
          <a:xfrm>
            <a:off x="626642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noGrp="1"/>
          </p:cNvSpPr>
          <p:nvPr/>
        </p:nvSpPr>
        <p:spPr>
          <a:xfrm>
            <a:off x="6304498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noGrp="1"/>
          </p:cNvSpPr>
          <p:nvPr/>
        </p:nvSpPr>
        <p:spPr>
          <a:xfrm>
            <a:off x="6140888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noGrp="1"/>
          </p:cNvSpPr>
          <p:nvPr/>
        </p:nvSpPr>
        <p:spPr>
          <a:xfrm>
            <a:off x="6196656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noGrp="1"/>
          </p:cNvSpPr>
          <p:nvPr/>
        </p:nvSpPr>
        <p:spPr>
          <a:xfrm>
            <a:off x="6179769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noGrp="1"/>
          </p:cNvSpPr>
          <p:nvPr/>
        </p:nvSpPr>
        <p:spPr>
          <a:xfrm>
            <a:off x="6205448" y="1954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noGrp="1"/>
          </p:cNvSpPr>
          <p:nvPr/>
        </p:nvSpPr>
        <p:spPr>
          <a:xfrm>
            <a:off x="6143003" y="18949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noGrp="1"/>
          </p:cNvSpPr>
          <p:nvPr/>
        </p:nvSpPr>
        <p:spPr>
          <a:xfrm>
            <a:off x="6321368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noGrp="1"/>
          </p:cNvSpPr>
          <p:nvPr/>
        </p:nvSpPr>
        <p:spPr>
          <a:xfrm>
            <a:off x="6227279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noGrp="1"/>
          </p:cNvSpPr>
          <p:nvPr/>
        </p:nvSpPr>
        <p:spPr>
          <a:xfrm>
            <a:off x="6278103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noGrp="1"/>
          </p:cNvSpPr>
          <p:nvPr/>
        </p:nvSpPr>
        <p:spPr>
          <a:xfrm>
            <a:off x="6173489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noGrp="1"/>
          </p:cNvSpPr>
          <p:nvPr/>
        </p:nvSpPr>
        <p:spPr>
          <a:xfrm>
            <a:off x="6232478" y="18048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noGrp="1"/>
          </p:cNvSpPr>
          <p:nvPr/>
        </p:nvSpPr>
        <p:spPr>
          <a:xfrm>
            <a:off x="620050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noGrp="1"/>
          </p:cNvSpPr>
          <p:nvPr/>
        </p:nvSpPr>
        <p:spPr>
          <a:xfrm>
            <a:off x="6163059" y="1793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noGrp="1"/>
          </p:cNvSpPr>
          <p:nvPr/>
        </p:nvSpPr>
        <p:spPr>
          <a:xfrm>
            <a:off x="6156833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noGrp="1"/>
          </p:cNvSpPr>
          <p:nvPr/>
        </p:nvSpPr>
        <p:spPr>
          <a:xfrm>
            <a:off x="6321010" y="23737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noGrp="1"/>
          </p:cNvSpPr>
          <p:nvPr/>
        </p:nvSpPr>
        <p:spPr>
          <a:xfrm>
            <a:off x="624943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noGrp="1"/>
          </p:cNvSpPr>
          <p:nvPr/>
        </p:nvSpPr>
        <p:spPr>
          <a:xfrm>
            <a:off x="6207578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noGrp="1"/>
          </p:cNvSpPr>
          <p:nvPr/>
        </p:nvSpPr>
        <p:spPr>
          <a:xfrm>
            <a:off x="63204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noGrp="1"/>
          </p:cNvSpPr>
          <p:nvPr/>
        </p:nvSpPr>
        <p:spPr>
          <a:xfrm>
            <a:off x="6170088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noGrp="1"/>
          </p:cNvSpPr>
          <p:nvPr/>
        </p:nvSpPr>
        <p:spPr>
          <a:xfrm>
            <a:off x="6150683" y="18922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noGrp="1"/>
          </p:cNvSpPr>
          <p:nvPr/>
        </p:nvSpPr>
        <p:spPr>
          <a:xfrm>
            <a:off x="6211040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noGrp="1"/>
          </p:cNvSpPr>
          <p:nvPr/>
        </p:nvSpPr>
        <p:spPr>
          <a:xfrm>
            <a:off x="6162611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noGrp="1"/>
          </p:cNvSpPr>
          <p:nvPr/>
        </p:nvSpPr>
        <p:spPr>
          <a:xfrm>
            <a:off x="6280004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noGrp="1"/>
          </p:cNvSpPr>
          <p:nvPr/>
        </p:nvSpPr>
        <p:spPr>
          <a:xfrm>
            <a:off x="6149853" y="1920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noGrp="1"/>
          </p:cNvSpPr>
          <p:nvPr/>
        </p:nvSpPr>
        <p:spPr>
          <a:xfrm>
            <a:off x="62212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noGrp="1"/>
          </p:cNvSpPr>
          <p:nvPr/>
        </p:nvSpPr>
        <p:spPr>
          <a:xfrm>
            <a:off x="6231153" y="2438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noGrp="1"/>
          </p:cNvSpPr>
          <p:nvPr/>
        </p:nvSpPr>
        <p:spPr>
          <a:xfrm>
            <a:off x="6311444" y="32607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noGrp="1"/>
          </p:cNvSpPr>
          <p:nvPr/>
        </p:nvSpPr>
        <p:spPr>
          <a:xfrm>
            <a:off x="6260859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noGrp="1"/>
          </p:cNvSpPr>
          <p:nvPr/>
        </p:nvSpPr>
        <p:spPr>
          <a:xfrm>
            <a:off x="6196586" y="19036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noGrp="1"/>
          </p:cNvSpPr>
          <p:nvPr/>
        </p:nvSpPr>
        <p:spPr>
          <a:xfrm>
            <a:off x="6141569" y="18361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noGrp="1"/>
          </p:cNvSpPr>
          <p:nvPr/>
        </p:nvSpPr>
        <p:spPr>
          <a:xfrm>
            <a:off x="6134507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noGrp="1"/>
          </p:cNvSpPr>
          <p:nvPr/>
        </p:nvSpPr>
        <p:spPr>
          <a:xfrm>
            <a:off x="61660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noGrp="1"/>
          </p:cNvSpPr>
          <p:nvPr/>
        </p:nvSpPr>
        <p:spPr>
          <a:xfrm>
            <a:off x="6190326" y="1791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noGrp="1"/>
          </p:cNvSpPr>
          <p:nvPr/>
        </p:nvSpPr>
        <p:spPr>
          <a:xfrm>
            <a:off x="6323495" y="26072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noGrp="1"/>
          </p:cNvSpPr>
          <p:nvPr/>
        </p:nvSpPr>
        <p:spPr>
          <a:xfrm>
            <a:off x="6167722" y="25167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noGrp="1"/>
          </p:cNvSpPr>
          <p:nvPr/>
        </p:nvSpPr>
        <p:spPr>
          <a:xfrm>
            <a:off x="6271804" y="23718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noGrp="1"/>
          </p:cNvSpPr>
          <p:nvPr/>
        </p:nvSpPr>
        <p:spPr>
          <a:xfrm>
            <a:off x="6286730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noGrp="1"/>
          </p:cNvSpPr>
          <p:nvPr/>
        </p:nvSpPr>
        <p:spPr>
          <a:xfrm>
            <a:off x="6251197" y="19956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noGrp="1"/>
          </p:cNvSpPr>
          <p:nvPr/>
        </p:nvSpPr>
        <p:spPr>
          <a:xfrm>
            <a:off x="6213610" y="18310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noGrp="1"/>
          </p:cNvSpPr>
          <p:nvPr/>
        </p:nvSpPr>
        <p:spPr>
          <a:xfrm>
            <a:off x="628488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noGrp="1"/>
          </p:cNvSpPr>
          <p:nvPr/>
        </p:nvSpPr>
        <p:spPr>
          <a:xfrm>
            <a:off x="61766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noGrp="1"/>
          </p:cNvSpPr>
          <p:nvPr/>
        </p:nvSpPr>
        <p:spPr>
          <a:xfrm>
            <a:off x="6138246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noGrp="1"/>
          </p:cNvSpPr>
          <p:nvPr/>
        </p:nvSpPr>
        <p:spPr>
          <a:xfrm>
            <a:off x="6343885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noGrp="1"/>
          </p:cNvSpPr>
          <p:nvPr/>
        </p:nvSpPr>
        <p:spPr>
          <a:xfrm>
            <a:off x="6284164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noGrp="1"/>
          </p:cNvSpPr>
          <p:nvPr/>
        </p:nvSpPr>
        <p:spPr>
          <a:xfrm>
            <a:off x="6195484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noGrp="1"/>
          </p:cNvSpPr>
          <p:nvPr/>
        </p:nvSpPr>
        <p:spPr>
          <a:xfrm>
            <a:off x="616464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noGrp="1"/>
          </p:cNvSpPr>
          <p:nvPr/>
        </p:nvSpPr>
        <p:spPr>
          <a:xfrm>
            <a:off x="6325313" y="30421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noGrp="1"/>
          </p:cNvSpPr>
          <p:nvPr/>
        </p:nvSpPr>
        <p:spPr>
          <a:xfrm>
            <a:off x="6174499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noGrp="1"/>
          </p:cNvSpPr>
          <p:nvPr/>
        </p:nvSpPr>
        <p:spPr>
          <a:xfrm>
            <a:off x="6276943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noGrp="1"/>
          </p:cNvSpPr>
          <p:nvPr/>
        </p:nvSpPr>
        <p:spPr>
          <a:xfrm>
            <a:off x="616472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noGrp="1"/>
          </p:cNvSpPr>
          <p:nvPr/>
        </p:nvSpPr>
        <p:spPr>
          <a:xfrm>
            <a:off x="6250459" y="17651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noGrp="1"/>
          </p:cNvSpPr>
          <p:nvPr/>
        </p:nvSpPr>
        <p:spPr>
          <a:xfrm>
            <a:off x="633682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noGrp="1"/>
          </p:cNvSpPr>
          <p:nvPr/>
        </p:nvSpPr>
        <p:spPr>
          <a:xfrm>
            <a:off x="6210358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noGrp="1"/>
          </p:cNvSpPr>
          <p:nvPr/>
        </p:nvSpPr>
        <p:spPr>
          <a:xfrm>
            <a:off x="6167457" y="17826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noGrp="1"/>
          </p:cNvSpPr>
          <p:nvPr/>
        </p:nvSpPr>
        <p:spPr>
          <a:xfrm>
            <a:off x="6251455" y="21003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noGrp="1"/>
          </p:cNvSpPr>
          <p:nvPr/>
        </p:nvSpPr>
        <p:spPr>
          <a:xfrm>
            <a:off x="621110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noGrp="1"/>
          </p:cNvSpPr>
          <p:nvPr/>
        </p:nvSpPr>
        <p:spPr>
          <a:xfrm>
            <a:off x="6217102" y="19556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noGrp="1"/>
          </p:cNvSpPr>
          <p:nvPr/>
        </p:nvSpPr>
        <p:spPr>
          <a:xfrm>
            <a:off x="62087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noGrp="1"/>
          </p:cNvSpPr>
          <p:nvPr/>
        </p:nvSpPr>
        <p:spPr>
          <a:xfrm>
            <a:off x="6324285" y="19053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noGrp="1"/>
          </p:cNvSpPr>
          <p:nvPr/>
        </p:nvSpPr>
        <p:spPr>
          <a:xfrm>
            <a:off x="6193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noGrp="1"/>
          </p:cNvSpPr>
          <p:nvPr/>
        </p:nvSpPr>
        <p:spPr>
          <a:xfrm>
            <a:off x="619003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noGrp="1"/>
          </p:cNvSpPr>
          <p:nvPr/>
        </p:nvSpPr>
        <p:spPr>
          <a:xfrm>
            <a:off x="6257340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noGrp="1"/>
          </p:cNvSpPr>
          <p:nvPr/>
        </p:nvSpPr>
        <p:spPr>
          <a:xfrm>
            <a:off x="6173635" y="18608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noGrp="1"/>
          </p:cNvSpPr>
          <p:nvPr/>
        </p:nvSpPr>
        <p:spPr>
          <a:xfrm>
            <a:off x="6224197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noGrp="1"/>
          </p:cNvSpPr>
          <p:nvPr/>
        </p:nvSpPr>
        <p:spPr>
          <a:xfrm>
            <a:off x="6190139" y="2186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noGrp="1"/>
          </p:cNvSpPr>
          <p:nvPr/>
        </p:nvSpPr>
        <p:spPr>
          <a:xfrm>
            <a:off x="6271450" y="19091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noGrp="1"/>
          </p:cNvSpPr>
          <p:nvPr/>
        </p:nvSpPr>
        <p:spPr>
          <a:xfrm>
            <a:off x="6150475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noGrp="1"/>
          </p:cNvSpPr>
          <p:nvPr/>
        </p:nvSpPr>
        <p:spPr>
          <a:xfrm>
            <a:off x="6202894" y="20552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noGrp="1"/>
          </p:cNvSpPr>
          <p:nvPr/>
        </p:nvSpPr>
        <p:spPr>
          <a:xfrm>
            <a:off x="628768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noGrp="1"/>
          </p:cNvSpPr>
          <p:nvPr/>
        </p:nvSpPr>
        <p:spPr>
          <a:xfrm>
            <a:off x="6151892" y="1997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noGrp="1"/>
          </p:cNvSpPr>
          <p:nvPr/>
        </p:nvSpPr>
        <p:spPr>
          <a:xfrm>
            <a:off x="6277051" y="23176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noGrp="1"/>
          </p:cNvSpPr>
          <p:nvPr/>
        </p:nvSpPr>
        <p:spPr>
          <a:xfrm>
            <a:off x="6165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noGrp="1"/>
          </p:cNvSpPr>
          <p:nvPr/>
        </p:nvSpPr>
        <p:spPr>
          <a:xfrm>
            <a:off x="6314848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noGrp="1"/>
          </p:cNvSpPr>
          <p:nvPr/>
        </p:nvSpPr>
        <p:spPr>
          <a:xfrm>
            <a:off x="6233919" y="30954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noGrp="1"/>
          </p:cNvSpPr>
          <p:nvPr/>
        </p:nvSpPr>
        <p:spPr>
          <a:xfrm>
            <a:off x="6229772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5" name="data_1334">
            <a:extLst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noGrp="1"/>
          </p:cNvSpPr>
          <p:nvPr/>
        </p:nvSpPr>
        <p:spPr>
          <a:xfrm>
            <a:off x="6219624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6" name="data_1335">
            <a:extLst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noGrp="1"/>
          </p:cNvSpPr>
          <p:nvPr/>
        </p:nvSpPr>
        <p:spPr>
          <a:xfrm>
            <a:off x="6342917" y="28079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noGrp="1"/>
          </p:cNvSpPr>
          <p:nvPr/>
        </p:nvSpPr>
        <p:spPr>
          <a:xfrm>
            <a:off x="619322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noGrp="1"/>
          </p:cNvSpPr>
          <p:nvPr/>
        </p:nvSpPr>
        <p:spPr>
          <a:xfrm>
            <a:off x="6316603" y="25689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noGrp="1"/>
          </p:cNvSpPr>
          <p:nvPr/>
        </p:nvSpPr>
        <p:spPr>
          <a:xfrm>
            <a:off x="6207787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noGrp="1"/>
          </p:cNvSpPr>
          <p:nvPr/>
        </p:nvSpPr>
        <p:spPr>
          <a:xfrm>
            <a:off x="6187055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noGrp="1"/>
          </p:cNvSpPr>
          <p:nvPr/>
        </p:nvSpPr>
        <p:spPr>
          <a:xfrm>
            <a:off x="6348455" y="18820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noGrp="1"/>
          </p:cNvSpPr>
          <p:nvPr/>
        </p:nvSpPr>
        <p:spPr>
          <a:xfrm>
            <a:off x="6231491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noGrp="1"/>
          </p:cNvSpPr>
          <p:nvPr/>
        </p:nvSpPr>
        <p:spPr>
          <a:xfrm>
            <a:off x="623568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noGrp="1"/>
          </p:cNvSpPr>
          <p:nvPr/>
        </p:nvSpPr>
        <p:spPr>
          <a:xfrm>
            <a:off x="6216005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noGrp="1"/>
          </p:cNvSpPr>
          <p:nvPr/>
        </p:nvSpPr>
        <p:spPr>
          <a:xfrm>
            <a:off x="6290368" y="21213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noGrp="1"/>
          </p:cNvSpPr>
          <p:nvPr/>
        </p:nvSpPr>
        <p:spPr>
          <a:xfrm>
            <a:off x="6257746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noGrp="1"/>
          </p:cNvSpPr>
          <p:nvPr/>
        </p:nvSpPr>
        <p:spPr>
          <a:xfrm>
            <a:off x="6318883" y="2516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noGrp="1"/>
          </p:cNvSpPr>
          <p:nvPr/>
        </p:nvSpPr>
        <p:spPr>
          <a:xfrm>
            <a:off x="6250171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noGrp="1"/>
          </p:cNvSpPr>
          <p:nvPr/>
        </p:nvSpPr>
        <p:spPr>
          <a:xfrm>
            <a:off x="621417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noGrp="1"/>
          </p:cNvSpPr>
          <p:nvPr/>
        </p:nvSpPr>
        <p:spPr>
          <a:xfrm>
            <a:off x="6624728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noGrp="1"/>
          </p:cNvSpPr>
          <p:nvPr/>
        </p:nvSpPr>
        <p:spPr>
          <a:xfrm>
            <a:off x="6506105" y="19413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noGrp="1"/>
          </p:cNvSpPr>
          <p:nvPr/>
        </p:nvSpPr>
        <p:spPr>
          <a:xfrm>
            <a:off x="6672303" y="17663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noGrp="1"/>
          </p:cNvSpPr>
          <p:nvPr/>
        </p:nvSpPr>
        <p:spPr>
          <a:xfrm>
            <a:off x="6507852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noGrp="1"/>
          </p:cNvSpPr>
          <p:nvPr/>
        </p:nvSpPr>
        <p:spPr>
          <a:xfrm>
            <a:off x="6610837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noGrp="1"/>
          </p:cNvSpPr>
          <p:nvPr/>
        </p:nvSpPr>
        <p:spPr>
          <a:xfrm>
            <a:off x="6613110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noGrp="1"/>
          </p:cNvSpPr>
          <p:nvPr/>
        </p:nvSpPr>
        <p:spPr>
          <a:xfrm>
            <a:off x="669781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noGrp="1"/>
          </p:cNvSpPr>
          <p:nvPr/>
        </p:nvSpPr>
        <p:spPr>
          <a:xfrm>
            <a:off x="6606260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noGrp="1"/>
          </p:cNvSpPr>
          <p:nvPr/>
        </p:nvSpPr>
        <p:spPr>
          <a:xfrm>
            <a:off x="6604898" y="19517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noGrp="1"/>
          </p:cNvSpPr>
          <p:nvPr/>
        </p:nvSpPr>
        <p:spPr>
          <a:xfrm>
            <a:off x="6604822" y="18659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noGrp="1"/>
          </p:cNvSpPr>
          <p:nvPr/>
        </p:nvSpPr>
        <p:spPr>
          <a:xfrm>
            <a:off x="6555733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noGrp="1"/>
          </p:cNvSpPr>
          <p:nvPr/>
        </p:nvSpPr>
        <p:spPr>
          <a:xfrm>
            <a:off x="6493560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noGrp="1"/>
          </p:cNvSpPr>
          <p:nvPr/>
        </p:nvSpPr>
        <p:spPr>
          <a:xfrm>
            <a:off x="6668329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noGrp="1"/>
          </p:cNvSpPr>
          <p:nvPr/>
        </p:nvSpPr>
        <p:spPr>
          <a:xfrm>
            <a:off x="6481573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noGrp="1"/>
          </p:cNvSpPr>
          <p:nvPr/>
        </p:nvSpPr>
        <p:spPr>
          <a:xfrm>
            <a:off x="6696293" y="180436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noGrp="1"/>
          </p:cNvSpPr>
          <p:nvPr/>
        </p:nvSpPr>
        <p:spPr>
          <a:xfrm>
            <a:off x="667373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noGrp="1"/>
          </p:cNvSpPr>
          <p:nvPr/>
        </p:nvSpPr>
        <p:spPr>
          <a:xfrm>
            <a:off x="6559887" y="17951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noGrp="1"/>
          </p:cNvSpPr>
          <p:nvPr/>
        </p:nvSpPr>
        <p:spPr>
          <a:xfrm>
            <a:off x="66434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noGrp="1"/>
          </p:cNvSpPr>
          <p:nvPr/>
        </p:nvSpPr>
        <p:spPr>
          <a:xfrm>
            <a:off x="6539948" y="21952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noGrp="1"/>
          </p:cNvSpPr>
          <p:nvPr/>
        </p:nvSpPr>
        <p:spPr>
          <a:xfrm>
            <a:off x="64895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noGrp="1"/>
          </p:cNvSpPr>
          <p:nvPr/>
        </p:nvSpPr>
        <p:spPr>
          <a:xfrm>
            <a:off x="6664940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noGrp="1"/>
          </p:cNvSpPr>
          <p:nvPr/>
        </p:nvSpPr>
        <p:spPr>
          <a:xfrm>
            <a:off x="650552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noGrp="1"/>
          </p:cNvSpPr>
          <p:nvPr/>
        </p:nvSpPr>
        <p:spPr>
          <a:xfrm>
            <a:off x="6523727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noGrp="1"/>
          </p:cNvSpPr>
          <p:nvPr/>
        </p:nvSpPr>
        <p:spPr>
          <a:xfrm>
            <a:off x="6528030" y="1877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noGrp="1"/>
          </p:cNvSpPr>
          <p:nvPr/>
        </p:nvSpPr>
        <p:spPr>
          <a:xfrm>
            <a:off x="6643266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noGrp="1"/>
          </p:cNvSpPr>
          <p:nvPr/>
        </p:nvSpPr>
        <p:spPr>
          <a:xfrm>
            <a:off x="6585605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noGrp="1"/>
          </p:cNvSpPr>
          <p:nvPr/>
        </p:nvSpPr>
        <p:spPr>
          <a:xfrm>
            <a:off x="6481140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noGrp="1"/>
          </p:cNvSpPr>
          <p:nvPr/>
        </p:nvSpPr>
        <p:spPr>
          <a:xfrm>
            <a:off x="6509993" y="19143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noGrp="1"/>
          </p:cNvSpPr>
          <p:nvPr/>
        </p:nvSpPr>
        <p:spPr>
          <a:xfrm>
            <a:off x="6587301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noGrp="1"/>
          </p:cNvSpPr>
          <p:nvPr/>
        </p:nvSpPr>
        <p:spPr>
          <a:xfrm>
            <a:off x="6665450" y="24004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noGrp="1"/>
          </p:cNvSpPr>
          <p:nvPr/>
        </p:nvSpPr>
        <p:spPr>
          <a:xfrm>
            <a:off x="6565648" y="27611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noGrp="1"/>
          </p:cNvSpPr>
          <p:nvPr/>
        </p:nvSpPr>
        <p:spPr>
          <a:xfrm>
            <a:off x="6568036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noGrp="1"/>
          </p:cNvSpPr>
          <p:nvPr/>
        </p:nvSpPr>
        <p:spPr>
          <a:xfrm>
            <a:off x="6501551" y="1848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noGrp="1"/>
          </p:cNvSpPr>
          <p:nvPr/>
        </p:nvSpPr>
        <p:spPr>
          <a:xfrm>
            <a:off x="6636400" y="17815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noGrp="1"/>
          </p:cNvSpPr>
          <p:nvPr/>
        </p:nvSpPr>
        <p:spPr>
          <a:xfrm>
            <a:off x="6592647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noGrp="1"/>
          </p:cNvSpPr>
          <p:nvPr/>
        </p:nvSpPr>
        <p:spPr>
          <a:xfrm>
            <a:off x="651793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noGrp="1"/>
          </p:cNvSpPr>
          <p:nvPr/>
        </p:nvSpPr>
        <p:spPr>
          <a:xfrm>
            <a:off x="6685966" y="17899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noGrp="1"/>
          </p:cNvSpPr>
          <p:nvPr/>
        </p:nvSpPr>
        <p:spPr>
          <a:xfrm>
            <a:off x="6596130" y="23939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noGrp="1"/>
          </p:cNvSpPr>
          <p:nvPr/>
        </p:nvSpPr>
        <p:spPr>
          <a:xfrm>
            <a:off x="6531125" y="22777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noGrp="1"/>
          </p:cNvSpPr>
          <p:nvPr/>
        </p:nvSpPr>
        <p:spPr>
          <a:xfrm>
            <a:off x="6685179" y="20291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noGrp="1"/>
          </p:cNvSpPr>
          <p:nvPr/>
        </p:nvSpPr>
        <p:spPr>
          <a:xfrm>
            <a:off x="6502481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noGrp="1"/>
          </p:cNvSpPr>
          <p:nvPr/>
        </p:nvSpPr>
        <p:spPr>
          <a:xfrm>
            <a:off x="6480708" y="18248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noGrp="1"/>
          </p:cNvSpPr>
          <p:nvPr/>
        </p:nvSpPr>
        <p:spPr>
          <a:xfrm>
            <a:off x="6644057" y="18291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noGrp="1"/>
          </p:cNvSpPr>
          <p:nvPr/>
        </p:nvSpPr>
        <p:spPr>
          <a:xfrm>
            <a:off x="6679651" y="24875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noGrp="1"/>
          </p:cNvSpPr>
          <p:nvPr/>
        </p:nvSpPr>
        <p:spPr>
          <a:xfrm>
            <a:off x="6631181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noGrp="1"/>
          </p:cNvSpPr>
          <p:nvPr/>
        </p:nvSpPr>
        <p:spPr>
          <a:xfrm>
            <a:off x="6672357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noGrp="1"/>
          </p:cNvSpPr>
          <p:nvPr/>
        </p:nvSpPr>
        <p:spPr>
          <a:xfrm>
            <a:off x="6494281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noGrp="1"/>
          </p:cNvSpPr>
          <p:nvPr/>
        </p:nvSpPr>
        <p:spPr>
          <a:xfrm>
            <a:off x="6652616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noGrp="1"/>
          </p:cNvSpPr>
          <p:nvPr/>
        </p:nvSpPr>
        <p:spPr>
          <a:xfrm>
            <a:off x="649891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noGrp="1"/>
          </p:cNvSpPr>
          <p:nvPr/>
        </p:nvSpPr>
        <p:spPr>
          <a:xfrm>
            <a:off x="648886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noGrp="1"/>
          </p:cNvSpPr>
          <p:nvPr/>
        </p:nvSpPr>
        <p:spPr>
          <a:xfrm>
            <a:off x="6577589" y="30216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noGrp="1"/>
          </p:cNvSpPr>
          <p:nvPr/>
        </p:nvSpPr>
        <p:spPr>
          <a:xfrm>
            <a:off x="668898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noGrp="1"/>
          </p:cNvSpPr>
          <p:nvPr/>
        </p:nvSpPr>
        <p:spPr>
          <a:xfrm>
            <a:off x="652975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noGrp="1"/>
          </p:cNvSpPr>
          <p:nvPr/>
        </p:nvSpPr>
        <p:spPr>
          <a:xfrm>
            <a:off x="6557055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noGrp="1"/>
          </p:cNvSpPr>
          <p:nvPr/>
        </p:nvSpPr>
        <p:spPr>
          <a:xfrm>
            <a:off x="6662833" y="17515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noGrp="1"/>
          </p:cNvSpPr>
          <p:nvPr/>
        </p:nvSpPr>
        <p:spPr>
          <a:xfrm>
            <a:off x="649577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noGrp="1"/>
          </p:cNvSpPr>
          <p:nvPr/>
        </p:nvSpPr>
        <p:spPr>
          <a:xfrm>
            <a:off x="6610805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noGrp="1"/>
          </p:cNvSpPr>
          <p:nvPr/>
        </p:nvSpPr>
        <p:spPr>
          <a:xfrm>
            <a:off x="6615250" y="1779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noGrp="1"/>
          </p:cNvSpPr>
          <p:nvPr/>
        </p:nvSpPr>
        <p:spPr>
          <a:xfrm>
            <a:off x="6612933" y="19022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noGrp="1"/>
          </p:cNvSpPr>
          <p:nvPr/>
        </p:nvSpPr>
        <p:spPr>
          <a:xfrm>
            <a:off x="6630029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noGrp="1"/>
          </p:cNvSpPr>
          <p:nvPr/>
        </p:nvSpPr>
        <p:spPr>
          <a:xfrm>
            <a:off x="6630317" y="19552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noGrp="1"/>
          </p:cNvSpPr>
          <p:nvPr/>
        </p:nvSpPr>
        <p:spPr>
          <a:xfrm>
            <a:off x="6527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noGrp="1"/>
          </p:cNvSpPr>
          <p:nvPr/>
        </p:nvSpPr>
        <p:spPr>
          <a:xfrm>
            <a:off x="6684621" y="1910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noGrp="1"/>
          </p:cNvSpPr>
          <p:nvPr/>
        </p:nvSpPr>
        <p:spPr>
          <a:xfrm>
            <a:off x="66431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noGrp="1"/>
          </p:cNvSpPr>
          <p:nvPr/>
        </p:nvSpPr>
        <p:spPr>
          <a:xfrm>
            <a:off x="6547566" y="24126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noGrp="1"/>
          </p:cNvSpPr>
          <p:nvPr/>
        </p:nvSpPr>
        <p:spPr>
          <a:xfrm>
            <a:off x="657199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noGrp="1"/>
          </p:cNvSpPr>
          <p:nvPr/>
        </p:nvSpPr>
        <p:spPr>
          <a:xfrm>
            <a:off x="6499186" y="18438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noGrp="1"/>
          </p:cNvSpPr>
          <p:nvPr/>
        </p:nvSpPr>
        <p:spPr>
          <a:xfrm>
            <a:off x="6553764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noGrp="1"/>
          </p:cNvSpPr>
          <p:nvPr/>
        </p:nvSpPr>
        <p:spPr>
          <a:xfrm>
            <a:off x="6492689" y="2115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noGrp="1"/>
          </p:cNvSpPr>
          <p:nvPr/>
        </p:nvSpPr>
        <p:spPr>
          <a:xfrm>
            <a:off x="6655558" y="19117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noGrp="1"/>
          </p:cNvSpPr>
          <p:nvPr/>
        </p:nvSpPr>
        <p:spPr>
          <a:xfrm>
            <a:off x="6613518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noGrp="1"/>
          </p:cNvSpPr>
          <p:nvPr/>
        </p:nvSpPr>
        <p:spPr>
          <a:xfrm>
            <a:off x="6657361" y="20630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noGrp="1"/>
          </p:cNvSpPr>
          <p:nvPr/>
        </p:nvSpPr>
        <p:spPr>
          <a:xfrm>
            <a:off x="659769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noGrp="1"/>
          </p:cNvSpPr>
          <p:nvPr/>
        </p:nvSpPr>
        <p:spPr>
          <a:xfrm>
            <a:off x="6496327" y="19762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noGrp="1"/>
          </p:cNvSpPr>
          <p:nvPr/>
        </p:nvSpPr>
        <p:spPr>
          <a:xfrm>
            <a:off x="6663128" y="23980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noGrp="1"/>
          </p:cNvSpPr>
          <p:nvPr/>
        </p:nvSpPr>
        <p:spPr>
          <a:xfrm>
            <a:off x="6509792" y="31740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noGrp="1"/>
          </p:cNvSpPr>
          <p:nvPr/>
        </p:nvSpPr>
        <p:spPr>
          <a:xfrm>
            <a:off x="6607928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noGrp="1"/>
          </p:cNvSpPr>
          <p:nvPr/>
        </p:nvSpPr>
        <p:spPr>
          <a:xfrm>
            <a:off x="6568301" y="26320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noGrp="1"/>
          </p:cNvSpPr>
          <p:nvPr/>
        </p:nvSpPr>
        <p:spPr>
          <a:xfrm>
            <a:off x="6520562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noGrp="1"/>
          </p:cNvSpPr>
          <p:nvPr/>
        </p:nvSpPr>
        <p:spPr>
          <a:xfrm>
            <a:off x="6656353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noGrp="1"/>
          </p:cNvSpPr>
          <p:nvPr/>
        </p:nvSpPr>
        <p:spPr>
          <a:xfrm>
            <a:off x="6532233" y="17536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noGrp="1"/>
          </p:cNvSpPr>
          <p:nvPr/>
        </p:nvSpPr>
        <p:spPr>
          <a:xfrm>
            <a:off x="6657552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noGrp="1"/>
          </p:cNvSpPr>
          <p:nvPr/>
        </p:nvSpPr>
        <p:spPr>
          <a:xfrm>
            <a:off x="6567359" y="2451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noGrp="1"/>
          </p:cNvSpPr>
          <p:nvPr/>
        </p:nvSpPr>
        <p:spPr>
          <a:xfrm>
            <a:off x="6648770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noGrp="1"/>
          </p:cNvSpPr>
          <p:nvPr/>
        </p:nvSpPr>
        <p:spPr>
          <a:xfrm>
            <a:off x="6510132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noGrp="1"/>
          </p:cNvSpPr>
          <p:nvPr/>
        </p:nvSpPr>
        <p:spPr>
          <a:xfrm>
            <a:off x="6625761" y="17807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noGrp="1"/>
          </p:cNvSpPr>
          <p:nvPr/>
        </p:nvSpPr>
        <p:spPr>
          <a:xfrm>
            <a:off x="6513826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noGrp="1"/>
          </p:cNvSpPr>
          <p:nvPr/>
        </p:nvSpPr>
        <p:spPr>
          <a:xfrm>
            <a:off x="649886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noGrp="1"/>
          </p:cNvSpPr>
          <p:nvPr/>
        </p:nvSpPr>
        <p:spPr>
          <a:xfrm>
            <a:off x="653066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noGrp="1"/>
          </p:cNvSpPr>
          <p:nvPr/>
        </p:nvSpPr>
        <p:spPr>
          <a:xfrm>
            <a:off x="6548528" y="21141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noGrp="1"/>
          </p:cNvSpPr>
          <p:nvPr/>
        </p:nvSpPr>
        <p:spPr>
          <a:xfrm>
            <a:off x="663275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noGrp="1"/>
          </p:cNvSpPr>
          <p:nvPr/>
        </p:nvSpPr>
        <p:spPr>
          <a:xfrm>
            <a:off x="6569449" y="189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noGrp="1"/>
          </p:cNvSpPr>
          <p:nvPr/>
        </p:nvSpPr>
        <p:spPr>
          <a:xfrm>
            <a:off x="6671284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noGrp="1"/>
          </p:cNvSpPr>
          <p:nvPr/>
        </p:nvSpPr>
        <p:spPr>
          <a:xfrm>
            <a:off x="65818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noGrp="1"/>
          </p:cNvSpPr>
          <p:nvPr/>
        </p:nvSpPr>
        <p:spPr>
          <a:xfrm>
            <a:off x="727152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noGrp="1"/>
          </p:cNvSpPr>
          <p:nvPr/>
        </p:nvSpPr>
        <p:spPr>
          <a:xfrm>
            <a:off x="7243912" y="17897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noGrp="1"/>
          </p:cNvSpPr>
          <p:nvPr/>
        </p:nvSpPr>
        <p:spPr>
          <a:xfrm>
            <a:off x="7270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noGrp="1"/>
          </p:cNvSpPr>
          <p:nvPr/>
        </p:nvSpPr>
        <p:spPr>
          <a:xfrm>
            <a:off x="727425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noGrp="1"/>
          </p:cNvSpPr>
          <p:nvPr/>
        </p:nvSpPr>
        <p:spPr>
          <a:xfrm>
            <a:off x="74226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noGrp="1"/>
          </p:cNvSpPr>
          <p:nvPr/>
        </p:nvSpPr>
        <p:spPr>
          <a:xfrm>
            <a:off x="7409608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noGrp="1"/>
          </p:cNvSpPr>
          <p:nvPr/>
        </p:nvSpPr>
        <p:spPr>
          <a:xfrm>
            <a:off x="7249005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noGrp="1"/>
          </p:cNvSpPr>
          <p:nvPr/>
        </p:nvSpPr>
        <p:spPr>
          <a:xfrm>
            <a:off x="7383763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noGrp="1"/>
          </p:cNvSpPr>
          <p:nvPr/>
        </p:nvSpPr>
        <p:spPr>
          <a:xfrm>
            <a:off x="7278482" y="2488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noGrp="1"/>
          </p:cNvSpPr>
          <p:nvPr/>
        </p:nvSpPr>
        <p:spPr>
          <a:xfrm>
            <a:off x="732286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noGrp="1"/>
          </p:cNvSpPr>
          <p:nvPr/>
        </p:nvSpPr>
        <p:spPr>
          <a:xfrm>
            <a:off x="7430953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noGrp="1"/>
          </p:cNvSpPr>
          <p:nvPr/>
        </p:nvSpPr>
        <p:spPr>
          <a:xfrm>
            <a:off x="7445561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noGrp="1"/>
          </p:cNvSpPr>
          <p:nvPr/>
        </p:nvSpPr>
        <p:spPr>
          <a:xfrm>
            <a:off x="7318312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noGrp="1"/>
          </p:cNvSpPr>
          <p:nvPr/>
        </p:nvSpPr>
        <p:spPr>
          <a:xfrm>
            <a:off x="74015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noGrp="1"/>
          </p:cNvSpPr>
          <p:nvPr/>
        </p:nvSpPr>
        <p:spPr>
          <a:xfrm>
            <a:off x="735583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noGrp="1"/>
          </p:cNvSpPr>
          <p:nvPr/>
        </p:nvSpPr>
        <p:spPr>
          <a:xfrm>
            <a:off x="73908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noGrp="1"/>
          </p:cNvSpPr>
          <p:nvPr/>
        </p:nvSpPr>
        <p:spPr>
          <a:xfrm>
            <a:off x="726123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noGrp="1"/>
          </p:cNvSpPr>
          <p:nvPr/>
        </p:nvSpPr>
        <p:spPr>
          <a:xfrm>
            <a:off x="744232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noGrp="1"/>
          </p:cNvSpPr>
          <p:nvPr/>
        </p:nvSpPr>
        <p:spPr>
          <a:xfrm>
            <a:off x="7345695" y="29793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noGrp="1"/>
          </p:cNvSpPr>
          <p:nvPr/>
        </p:nvSpPr>
        <p:spPr>
          <a:xfrm>
            <a:off x="73606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noGrp="1"/>
          </p:cNvSpPr>
          <p:nvPr/>
        </p:nvSpPr>
        <p:spPr>
          <a:xfrm>
            <a:off x="7421042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noGrp="1"/>
          </p:cNvSpPr>
          <p:nvPr/>
        </p:nvSpPr>
        <p:spPr>
          <a:xfrm>
            <a:off x="72902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noGrp="1"/>
          </p:cNvSpPr>
          <p:nvPr/>
        </p:nvSpPr>
        <p:spPr>
          <a:xfrm>
            <a:off x="7310276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noGrp="1"/>
          </p:cNvSpPr>
          <p:nvPr/>
        </p:nvSpPr>
        <p:spPr>
          <a:xfrm>
            <a:off x="738084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noGrp="1"/>
          </p:cNvSpPr>
          <p:nvPr/>
        </p:nvSpPr>
        <p:spPr>
          <a:xfrm>
            <a:off x="72407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noGrp="1"/>
          </p:cNvSpPr>
          <p:nvPr/>
        </p:nvSpPr>
        <p:spPr>
          <a:xfrm>
            <a:off x="7240406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noGrp="1"/>
          </p:cNvSpPr>
          <p:nvPr/>
        </p:nvSpPr>
        <p:spPr>
          <a:xfrm>
            <a:off x="72827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noGrp="1"/>
          </p:cNvSpPr>
          <p:nvPr/>
        </p:nvSpPr>
        <p:spPr>
          <a:xfrm>
            <a:off x="740061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noGrp="1"/>
          </p:cNvSpPr>
          <p:nvPr/>
        </p:nvSpPr>
        <p:spPr>
          <a:xfrm>
            <a:off x="7270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noGrp="1"/>
          </p:cNvSpPr>
          <p:nvPr/>
        </p:nvSpPr>
        <p:spPr>
          <a:xfrm>
            <a:off x="72806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noGrp="1"/>
          </p:cNvSpPr>
          <p:nvPr/>
        </p:nvSpPr>
        <p:spPr>
          <a:xfrm>
            <a:off x="72613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noGrp="1"/>
          </p:cNvSpPr>
          <p:nvPr/>
        </p:nvSpPr>
        <p:spPr>
          <a:xfrm>
            <a:off x="741335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noGrp="1"/>
          </p:cNvSpPr>
          <p:nvPr/>
        </p:nvSpPr>
        <p:spPr>
          <a:xfrm>
            <a:off x="7430766" y="32933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noGrp="1"/>
          </p:cNvSpPr>
          <p:nvPr/>
        </p:nvSpPr>
        <p:spPr>
          <a:xfrm>
            <a:off x="743873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noGrp="1"/>
          </p:cNvSpPr>
          <p:nvPr/>
        </p:nvSpPr>
        <p:spPr>
          <a:xfrm>
            <a:off x="736717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noGrp="1"/>
          </p:cNvSpPr>
          <p:nvPr/>
        </p:nvSpPr>
        <p:spPr>
          <a:xfrm>
            <a:off x="72663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noGrp="1"/>
          </p:cNvSpPr>
          <p:nvPr/>
        </p:nvSpPr>
        <p:spPr>
          <a:xfrm>
            <a:off x="72579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noGrp="1"/>
          </p:cNvSpPr>
          <p:nvPr/>
        </p:nvSpPr>
        <p:spPr>
          <a:xfrm>
            <a:off x="7342973" y="18020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noGrp="1"/>
          </p:cNvSpPr>
          <p:nvPr/>
        </p:nvSpPr>
        <p:spPr>
          <a:xfrm>
            <a:off x="73443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noGrp="1"/>
          </p:cNvSpPr>
          <p:nvPr/>
        </p:nvSpPr>
        <p:spPr>
          <a:xfrm>
            <a:off x="7266550" y="28801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noGrp="1"/>
          </p:cNvSpPr>
          <p:nvPr/>
        </p:nvSpPr>
        <p:spPr>
          <a:xfrm>
            <a:off x="7382815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noGrp="1"/>
          </p:cNvSpPr>
          <p:nvPr/>
        </p:nvSpPr>
        <p:spPr>
          <a:xfrm>
            <a:off x="739903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noGrp="1"/>
          </p:cNvSpPr>
          <p:nvPr/>
        </p:nvSpPr>
        <p:spPr>
          <a:xfrm>
            <a:off x="74018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noGrp="1"/>
          </p:cNvSpPr>
          <p:nvPr/>
        </p:nvSpPr>
        <p:spPr>
          <a:xfrm>
            <a:off x="738639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noGrp="1"/>
          </p:cNvSpPr>
          <p:nvPr/>
        </p:nvSpPr>
        <p:spPr>
          <a:xfrm>
            <a:off x="7413743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noGrp="1"/>
          </p:cNvSpPr>
          <p:nvPr/>
        </p:nvSpPr>
        <p:spPr>
          <a:xfrm>
            <a:off x="730545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noGrp="1"/>
          </p:cNvSpPr>
          <p:nvPr/>
        </p:nvSpPr>
        <p:spPr>
          <a:xfrm>
            <a:off x="7313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noGrp="1"/>
          </p:cNvSpPr>
          <p:nvPr/>
        </p:nvSpPr>
        <p:spPr>
          <a:xfrm>
            <a:off x="7385464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noGrp="1"/>
          </p:cNvSpPr>
          <p:nvPr/>
        </p:nvSpPr>
        <p:spPr>
          <a:xfrm>
            <a:off x="7237943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noGrp="1"/>
          </p:cNvSpPr>
          <p:nvPr/>
        </p:nvSpPr>
        <p:spPr>
          <a:xfrm>
            <a:off x="73133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noGrp="1"/>
          </p:cNvSpPr>
          <p:nvPr/>
        </p:nvSpPr>
        <p:spPr>
          <a:xfrm>
            <a:off x="7320055" y="33223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noGrp="1"/>
          </p:cNvSpPr>
          <p:nvPr/>
        </p:nvSpPr>
        <p:spPr>
          <a:xfrm>
            <a:off x="7322185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noGrp="1"/>
          </p:cNvSpPr>
          <p:nvPr/>
        </p:nvSpPr>
        <p:spPr>
          <a:xfrm>
            <a:off x="7314335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noGrp="1"/>
          </p:cNvSpPr>
          <p:nvPr/>
        </p:nvSpPr>
        <p:spPr>
          <a:xfrm>
            <a:off x="7406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noGrp="1"/>
          </p:cNvSpPr>
          <p:nvPr/>
        </p:nvSpPr>
        <p:spPr>
          <a:xfrm>
            <a:off x="7305698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noGrp="1"/>
          </p:cNvSpPr>
          <p:nvPr/>
        </p:nvSpPr>
        <p:spPr>
          <a:xfrm>
            <a:off x="74102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noGrp="1"/>
          </p:cNvSpPr>
          <p:nvPr/>
        </p:nvSpPr>
        <p:spPr>
          <a:xfrm>
            <a:off x="736601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noGrp="1"/>
          </p:cNvSpPr>
          <p:nvPr/>
        </p:nvSpPr>
        <p:spPr>
          <a:xfrm>
            <a:off x="7390731" y="15242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noGrp="1"/>
          </p:cNvSpPr>
          <p:nvPr/>
        </p:nvSpPr>
        <p:spPr>
          <a:xfrm>
            <a:off x="736297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noGrp="1"/>
          </p:cNvSpPr>
          <p:nvPr/>
        </p:nvSpPr>
        <p:spPr>
          <a:xfrm>
            <a:off x="72732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noGrp="1"/>
          </p:cNvSpPr>
          <p:nvPr/>
        </p:nvSpPr>
        <p:spPr>
          <a:xfrm>
            <a:off x="7368781" y="2295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noGrp="1"/>
          </p:cNvSpPr>
          <p:nvPr/>
        </p:nvSpPr>
        <p:spPr>
          <a:xfrm>
            <a:off x="72997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noGrp="1"/>
          </p:cNvSpPr>
          <p:nvPr/>
        </p:nvSpPr>
        <p:spPr>
          <a:xfrm>
            <a:off x="73575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noGrp="1"/>
          </p:cNvSpPr>
          <p:nvPr/>
        </p:nvSpPr>
        <p:spPr>
          <a:xfrm>
            <a:off x="73038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noGrp="1"/>
          </p:cNvSpPr>
          <p:nvPr/>
        </p:nvSpPr>
        <p:spPr>
          <a:xfrm>
            <a:off x="7440931" y="29777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noGrp="1"/>
          </p:cNvSpPr>
          <p:nvPr/>
        </p:nvSpPr>
        <p:spPr>
          <a:xfrm>
            <a:off x="73675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noGrp="1"/>
          </p:cNvSpPr>
          <p:nvPr/>
        </p:nvSpPr>
        <p:spPr>
          <a:xfrm>
            <a:off x="73247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noGrp="1"/>
          </p:cNvSpPr>
          <p:nvPr/>
        </p:nvSpPr>
        <p:spPr>
          <a:xfrm>
            <a:off x="73095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noGrp="1"/>
          </p:cNvSpPr>
          <p:nvPr/>
        </p:nvSpPr>
        <p:spPr>
          <a:xfrm>
            <a:off x="73096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noGrp="1"/>
          </p:cNvSpPr>
          <p:nvPr/>
        </p:nvSpPr>
        <p:spPr>
          <a:xfrm>
            <a:off x="7418758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noGrp="1"/>
          </p:cNvSpPr>
          <p:nvPr/>
        </p:nvSpPr>
        <p:spPr>
          <a:xfrm>
            <a:off x="734478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noGrp="1"/>
          </p:cNvSpPr>
          <p:nvPr/>
        </p:nvSpPr>
        <p:spPr>
          <a:xfrm>
            <a:off x="73359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noGrp="1"/>
          </p:cNvSpPr>
          <p:nvPr/>
        </p:nvSpPr>
        <p:spPr>
          <a:xfrm>
            <a:off x="7238230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noGrp="1"/>
          </p:cNvSpPr>
          <p:nvPr/>
        </p:nvSpPr>
        <p:spPr>
          <a:xfrm>
            <a:off x="742502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noGrp="1"/>
          </p:cNvSpPr>
          <p:nvPr/>
        </p:nvSpPr>
        <p:spPr>
          <a:xfrm>
            <a:off x="72803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noGrp="1"/>
          </p:cNvSpPr>
          <p:nvPr/>
        </p:nvSpPr>
        <p:spPr>
          <a:xfrm>
            <a:off x="7285205" y="2878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noGrp="1"/>
          </p:cNvSpPr>
          <p:nvPr/>
        </p:nvSpPr>
        <p:spPr>
          <a:xfrm>
            <a:off x="74097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noGrp="1"/>
          </p:cNvSpPr>
          <p:nvPr/>
        </p:nvSpPr>
        <p:spPr>
          <a:xfrm>
            <a:off x="7311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noGrp="1"/>
          </p:cNvSpPr>
          <p:nvPr/>
        </p:nvSpPr>
        <p:spPr>
          <a:xfrm>
            <a:off x="7428570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noGrp="1"/>
          </p:cNvSpPr>
          <p:nvPr/>
        </p:nvSpPr>
        <p:spPr>
          <a:xfrm>
            <a:off x="7419345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noGrp="1"/>
          </p:cNvSpPr>
          <p:nvPr/>
        </p:nvSpPr>
        <p:spPr>
          <a:xfrm>
            <a:off x="728972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noGrp="1"/>
          </p:cNvSpPr>
          <p:nvPr/>
        </p:nvSpPr>
        <p:spPr>
          <a:xfrm>
            <a:off x="727918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noGrp="1"/>
          </p:cNvSpPr>
          <p:nvPr/>
        </p:nvSpPr>
        <p:spPr>
          <a:xfrm>
            <a:off x="73755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noGrp="1"/>
          </p:cNvSpPr>
          <p:nvPr/>
        </p:nvSpPr>
        <p:spPr>
          <a:xfrm>
            <a:off x="7316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noGrp="1"/>
          </p:cNvSpPr>
          <p:nvPr/>
        </p:nvSpPr>
        <p:spPr>
          <a:xfrm>
            <a:off x="737129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noGrp="1"/>
          </p:cNvSpPr>
          <p:nvPr/>
        </p:nvSpPr>
        <p:spPr>
          <a:xfrm>
            <a:off x="742383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noGrp="1"/>
          </p:cNvSpPr>
          <p:nvPr/>
        </p:nvSpPr>
        <p:spPr>
          <a:xfrm>
            <a:off x="7243071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noGrp="1"/>
          </p:cNvSpPr>
          <p:nvPr/>
        </p:nvSpPr>
        <p:spPr>
          <a:xfrm>
            <a:off x="7247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noGrp="1"/>
          </p:cNvSpPr>
          <p:nvPr/>
        </p:nvSpPr>
        <p:spPr>
          <a:xfrm>
            <a:off x="72896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noGrp="1"/>
          </p:cNvSpPr>
          <p:nvPr/>
        </p:nvSpPr>
        <p:spPr>
          <a:xfrm>
            <a:off x="7411502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noGrp="1"/>
          </p:cNvSpPr>
          <p:nvPr/>
        </p:nvSpPr>
        <p:spPr>
          <a:xfrm>
            <a:off x="745140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noGrp="1"/>
          </p:cNvSpPr>
          <p:nvPr/>
        </p:nvSpPr>
        <p:spPr>
          <a:xfrm>
            <a:off x="7404010" y="33094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noGrp="1"/>
          </p:cNvSpPr>
          <p:nvPr/>
        </p:nvSpPr>
        <p:spPr>
          <a:xfrm>
            <a:off x="729701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noGrp="1"/>
          </p:cNvSpPr>
          <p:nvPr/>
        </p:nvSpPr>
        <p:spPr>
          <a:xfrm>
            <a:off x="7297421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noGrp="1"/>
          </p:cNvSpPr>
          <p:nvPr/>
        </p:nvSpPr>
        <p:spPr>
          <a:xfrm>
            <a:off x="770883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noGrp="1"/>
          </p:cNvSpPr>
          <p:nvPr/>
        </p:nvSpPr>
        <p:spPr>
          <a:xfrm>
            <a:off x="7784760" y="14737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noGrp="1"/>
          </p:cNvSpPr>
          <p:nvPr/>
        </p:nvSpPr>
        <p:spPr>
          <a:xfrm>
            <a:off x="7774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noGrp="1"/>
          </p:cNvSpPr>
          <p:nvPr/>
        </p:nvSpPr>
        <p:spPr>
          <a:xfrm>
            <a:off x="767203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noGrp="1"/>
          </p:cNvSpPr>
          <p:nvPr/>
        </p:nvSpPr>
        <p:spPr>
          <a:xfrm>
            <a:off x="764081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noGrp="1"/>
          </p:cNvSpPr>
          <p:nvPr/>
        </p:nvSpPr>
        <p:spPr>
          <a:xfrm>
            <a:off x="7654519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noGrp="1"/>
          </p:cNvSpPr>
          <p:nvPr/>
        </p:nvSpPr>
        <p:spPr>
          <a:xfrm>
            <a:off x="7698063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noGrp="1"/>
          </p:cNvSpPr>
          <p:nvPr/>
        </p:nvSpPr>
        <p:spPr>
          <a:xfrm>
            <a:off x="7745355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noGrp="1"/>
          </p:cNvSpPr>
          <p:nvPr/>
        </p:nvSpPr>
        <p:spPr>
          <a:xfrm>
            <a:off x="7597243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noGrp="1"/>
          </p:cNvSpPr>
          <p:nvPr/>
        </p:nvSpPr>
        <p:spPr>
          <a:xfrm>
            <a:off x="774414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noGrp="1"/>
          </p:cNvSpPr>
          <p:nvPr/>
        </p:nvSpPr>
        <p:spPr>
          <a:xfrm>
            <a:off x="75951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noGrp="1"/>
          </p:cNvSpPr>
          <p:nvPr/>
        </p:nvSpPr>
        <p:spPr>
          <a:xfrm>
            <a:off x="7736267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noGrp="1"/>
          </p:cNvSpPr>
          <p:nvPr/>
        </p:nvSpPr>
        <p:spPr>
          <a:xfrm>
            <a:off x="7785986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noGrp="1"/>
          </p:cNvSpPr>
          <p:nvPr/>
        </p:nvSpPr>
        <p:spPr>
          <a:xfrm>
            <a:off x="7648632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noGrp="1"/>
          </p:cNvSpPr>
          <p:nvPr/>
        </p:nvSpPr>
        <p:spPr>
          <a:xfrm>
            <a:off x="762805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noGrp="1"/>
          </p:cNvSpPr>
          <p:nvPr/>
        </p:nvSpPr>
        <p:spPr>
          <a:xfrm>
            <a:off x="760256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noGrp="1"/>
          </p:cNvSpPr>
          <p:nvPr/>
        </p:nvSpPr>
        <p:spPr>
          <a:xfrm>
            <a:off x="76481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noGrp="1"/>
          </p:cNvSpPr>
          <p:nvPr/>
        </p:nvSpPr>
        <p:spPr>
          <a:xfrm>
            <a:off x="779549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noGrp="1"/>
          </p:cNvSpPr>
          <p:nvPr/>
        </p:nvSpPr>
        <p:spPr>
          <a:xfrm>
            <a:off x="7650492" y="27142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noGrp="1"/>
          </p:cNvSpPr>
          <p:nvPr/>
        </p:nvSpPr>
        <p:spPr>
          <a:xfrm>
            <a:off x="76123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noGrp="1"/>
          </p:cNvSpPr>
          <p:nvPr/>
        </p:nvSpPr>
        <p:spPr>
          <a:xfrm>
            <a:off x="765864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noGrp="1"/>
          </p:cNvSpPr>
          <p:nvPr/>
        </p:nvSpPr>
        <p:spPr>
          <a:xfrm>
            <a:off x="766664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noGrp="1"/>
          </p:cNvSpPr>
          <p:nvPr/>
        </p:nvSpPr>
        <p:spPr>
          <a:xfrm>
            <a:off x="7768422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noGrp="1"/>
          </p:cNvSpPr>
          <p:nvPr/>
        </p:nvSpPr>
        <p:spPr>
          <a:xfrm>
            <a:off x="77537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noGrp="1"/>
          </p:cNvSpPr>
          <p:nvPr/>
        </p:nvSpPr>
        <p:spPr>
          <a:xfrm>
            <a:off x="7592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noGrp="1"/>
          </p:cNvSpPr>
          <p:nvPr/>
        </p:nvSpPr>
        <p:spPr>
          <a:xfrm>
            <a:off x="7783289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noGrp="1"/>
          </p:cNvSpPr>
          <p:nvPr/>
        </p:nvSpPr>
        <p:spPr>
          <a:xfrm>
            <a:off x="765622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noGrp="1"/>
          </p:cNvSpPr>
          <p:nvPr/>
        </p:nvSpPr>
        <p:spPr>
          <a:xfrm>
            <a:off x="764578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noGrp="1"/>
          </p:cNvSpPr>
          <p:nvPr/>
        </p:nvSpPr>
        <p:spPr>
          <a:xfrm>
            <a:off x="770114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noGrp="1"/>
          </p:cNvSpPr>
          <p:nvPr/>
        </p:nvSpPr>
        <p:spPr>
          <a:xfrm>
            <a:off x="7775276" y="28929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noGrp="1"/>
          </p:cNvSpPr>
          <p:nvPr/>
        </p:nvSpPr>
        <p:spPr>
          <a:xfrm>
            <a:off x="7769661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noGrp="1"/>
          </p:cNvSpPr>
          <p:nvPr/>
        </p:nvSpPr>
        <p:spPr>
          <a:xfrm>
            <a:off x="76885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noGrp="1"/>
          </p:cNvSpPr>
          <p:nvPr/>
        </p:nvSpPr>
        <p:spPr>
          <a:xfrm>
            <a:off x="7748134" y="32935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noGrp="1"/>
          </p:cNvSpPr>
          <p:nvPr/>
        </p:nvSpPr>
        <p:spPr>
          <a:xfrm>
            <a:off x="77772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noGrp="1"/>
          </p:cNvSpPr>
          <p:nvPr/>
        </p:nvSpPr>
        <p:spPr>
          <a:xfrm>
            <a:off x="770252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noGrp="1"/>
          </p:cNvSpPr>
          <p:nvPr/>
        </p:nvSpPr>
        <p:spPr>
          <a:xfrm>
            <a:off x="773536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noGrp="1"/>
          </p:cNvSpPr>
          <p:nvPr/>
        </p:nvSpPr>
        <p:spPr>
          <a:xfrm>
            <a:off x="770538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noGrp="1"/>
          </p:cNvSpPr>
          <p:nvPr/>
        </p:nvSpPr>
        <p:spPr>
          <a:xfrm>
            <a:off x="7735212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noGrp="1"/>
          </p:cNvSpPr>
          <p:nvPr/>
        </p:nvSpPr>
        <p:spPr>
          <a:xfrm>
            <a:off x="76465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noGrp="1"/>
          </p:cNvSpPr>
          <p:nvPr/>
        </p:nvSpPr>
        <p:spPr>
          <a:xfrm>
            <a:off x="776390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noGrp="1"/>
          </p:cNvSpPr>
          <p:nvPr/>
        </p:nvSpPr>
        <p:spPr>
          <a:xfrm>
            <a:off x="7687835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noGrp="1"/>
          </p:cNvSpPr>
          <p:nvPr/>
        </p:nvSpPr>
        <p:spPr>
          <a:xfrm>
            <a:off x="777532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noGrp="1"/>
          </p:cNvSpPr>
          <p:nvPr/>
        </p:nvSpPr>
        <p:spPr>
          <a:xfrm>
            <a:off x="77290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noGrp="1"/>
          </p:cNvSpPr>
          <p:nvPr/>
        </p:nvSpPr>
        <p:spPr>
          <a:xfrm>
            <a:off x="762317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noGrp="1"/>
          </p:cNvSpPr>
          <p:nvPr/>
        </p:nvSpPr>
        <p:spPr>
          <a:xfrm>
            <a:off x="7746902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noGrp="1"/>
          </p:cNvSpPr>
          <p:nvPr/>
        </p:nvSpPr>
        <p:spPr>
          <a:xfrm>
            <a:off x="77428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noGrp="1"/>
          </p:cNvSpPr>
          <p:nvPr/>
        </p:nvSpPr>
        <p:spPr>
          <a:xfrm>
            <a:off x="76814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noGrp="1"/>
          </p:cNvSpPr>
          <p:nvPr/>
        </p:nvSpPr>
        <p:spPr>
          <a:xfrm>
            <a:off x="7766032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noGrp="1"/>
          </p:cNvSpPr>
          <p:nvPr/>
        </p:nvSpPr>
        <p:spPr>
          <a:xfrm>
            <a:off x="7730532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noGrp="1"/>
          </p:cNvSpPr>
          <p:nvPr/>
        </p:nvSpPr>
        <p:spPr>
          <a:xfrm>
            <a:off x="76237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noGrp="1"/>
          </p:cNvSpPr>
          <p:nvPr/>
        </p:nvSpPr>
        <p:spPr>
          <a:xfrm>
            <a:off x="7792860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noGrp="1"/>
          </p:cNvSpPr>
          <p:nvPr/>
        </p:nvSpPr>
        <p:spPr>
          <a:xfrm>
            <a:off x="7699641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noGrp="1"/>
          </p:cNvSpPr>
          <p:nvPr/>
        </p:nvSpPr>
        <p:spPr>
          <a:xfrm>
            <a:off x="761877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noGrp="1"/>
          </p:cNvSpPr>
          <p:nvPr/>
        </p:nvSpPr>
        <p:spPr>
          <a:xfrm>
            <a:off x="7640965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noGrp="1"/>
          </p:cNvSpPr>
          <p:nvPr/>
        </p:nvSpPr>
        <p:spPr>
          <a:xfrm>
            <a:off x="775564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noGrp="1"/>
          </p:cNvSpPr>
          <p:nvPr/>
        </p:nvSpPr>
        <p:spPr>
          <a:xfrm>
            <a:off x="780459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noGrp="1"/>
          </p:cNvSpPr>
          <p:nvPr/>
        </p:nvSpPr>
        <p:spPr>
          <a:xfrm>
            <a:off x="7738541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5" name="data_1594">
            <a:extLst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noGrp="1"/>
          </p:cNvSpPr>
          <p:nvPr/>
        </p:nvSpPr>
        <p:spPr>
          <a:xfrm>
            <a:off x="773229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noGrp="1"/>
          </p:cNvSpPr>
          <p:nvPr/>
        </p:nvSpPr>
        <p:spPr>
          <a:xfrm>
            <a:off x="7692457" y="24367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7" name="data_1596">
            <a:extLst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noGrp="1"/>
          </p:cNvSpPr>
          <p:nvPr/>
        </p:nvSpPr>
        <p:spPr>
          <a:xfrm>
            <a:off x="771052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noGrp="1"/>
          </p:cNvSpPr>
          <p:nvPr/>
        </p:nvSpPr>
        <p:spPr>
          <a:xfrm>
            <a:off x="7674545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9" name="data_1598">
            <a:extLst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noGrp="1"/>
          </p:cNvSpPr>
          <p:nvPr/>
        </p:nvSpPr>
        <p:spPr>
          <a:xfrm>
            <a:off x="76733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noGrp="1"/>
          </p:cNvSpPr>
          <p:nvPr/>
        </p:nvSpPr>
        <p:spPr>
          <a:xfrm>
            <a:off x="77840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1" name="data_1600">
            <a:extLst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noGrp="1"/>
          </p:cNvSpPr>
          <p:nvPr/>
        </p:nvSpPr>
        <p:spPr>
          <a:xfrm>
            <a:off x="774846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2" name="data_1601">
            <a:extLst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noGrp="1"/>
          </p:cNvSpPr>
          <p:nvPr/>
        </p:nvSpPr>
        <p:spPr>
          <a:xfrm>
            <a:off x="7693424" y="3292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noGrp="1"/>
          </p:cNvSpPr>
          <p:nvPr/>
        </p:nvSpPr>
        <p:spPr>
          <a:xfrm>
            <a:off x="766935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noGrp="1"/>
          </p:cNvSpPr>
          <p:nvPr/>
        </p:nvSpPr>
        <p:spPr>
          <a:xfrm>
            <a:off x="767201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5" name="data_1604">
            <a:extLst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noGrp="1"/>
          </p:cNvSpPr>
          <p:nvPr/>
        </p:nvSpPr>
        <p:spPr>
          <a:xfrm>
            <a:off x="7797904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6" name="data_1605">
            <a:extLst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noGrp="1"/>
          </p:cNvSpPr>
          <p:nvPr/>
        </p:nvSpPr>
        <p:spPr>
          <a:xfrm>
            <a:off x="773374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noGrp="1"/>
          </p:cNvSpPr>
          <p:nvPr/>
        </p:nvSpPr>
        <p:spPr>
          <a:xfrm>
            <a:off x="7648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8" name="data_1607">
            <a:extLst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noGrp="1"/>
          </p:cNvSpPr>
          <p:nvPr/>
        </p:nvSpPr>
        <p:spPr>
          <a:xfrm>
            <a:off x="779405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9" name="data_1608">
            <a:extLst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noGrp="1"/>
          </p:cNvSpPr>
          <p:nvPr/>
        </p:nvSpPr>
        <p:spPr>
          <a:xfrm>
            <a:off x="771797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noGrp="1"/>
          </p:cNvSpPr>
          <p:nvPr/>
        </p:nvSpPr>
        <p:spPr>
          <a:xfrm>
            <a:off x="763708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noGrp="1"/>
          </p:cNvSpPr>
          <p:nvPr/>
        </p:nvSpPr>
        <p:spPr>
          <a:xfrm>
            <a:off x="773457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2" name="data_1611">
            <a:extLst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noGrp="1"/>
          </p:cNvSpPr>
          <p:nvPr/>
        </p:nvSpPr>
        <p:spPr>
          <a:xfrm>
            <a:off x="7774565" y="2803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noGrp="1"/>
          </p:cNvSpPr>
          <p:nvPr/>
        </p:nvSpPr>
        <p:spPr>
          <a:xfrm>
            <a:off x="7650211" y="26744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noGrp="1"/>
          </p:cNvSpPr>
          <p:nvPr/>
        </p:nvSpPr>
        <p:spPr>
          <a:xfrm>
            <a:off x="7644622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5" name="data_1614">
            <a:extLst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noGrp="1"/>
          </p:cNvSpPr>
          <p:nvPr/>
        </p:nvSpPr>
        <p:spPr>
          <a:xfrm>
            <a:off x="773106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noGrp="1"/>
          </p:cNvSpPr>
          <p:nvPr/>
        </p:nvSpPr>
        <p:spPr>
          <a:xfrm>
            <a:off x="778451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noGrp="1"/>
          </p:cNvSpPr>
          <p:nvPr/>
        </p:nvSpPr>
        <p:spPr>
          <a:xfrm>
            <a:off x="76005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8" name="data_1617">
            <a:extLst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noGrp="1"/>
          </p:cNvSpPr>
          <p:nvPr/>
        </p:nvSpPr>
        <p:spPr>
          <a:xfrm>
            <a:off x="771284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9" name="data_1618">
            <a:extLst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noGrp="1"/>
          </p:cNvSpPr>
          <p:nvPr/>
        </p:nvSpPr>
        <p:spPr>
          <a:xfrm>
            <a:off x="767148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noGrp="1"/>
          </p:cNvSpPr>
          <p:nvPr/>
        </p:nvSpPr>
        <p:spPr>
          <a:xfrm>
            <a:off x="763469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noGrp="1"/>
          </p:cNvSpPr>
          <p:nvPr/>
        </p:nvSpPr>
        <p:spPr>
          <a:xfrm>
            <a:off x="7713885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noGrp="1"/>
          </p:cNvSpPr>
          <p:nvPr/>
        </p:nvSpPr>
        <p:spPr>
          <a:xfrm>
            <a:off x="7702413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noGrp="1"/>
          </p:cNvSpPr>
          <p:nvPr/>
        </p:nvSpPr>
        <p:spPr>
          <a:xfrm>
            <a:off x="7630916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noGrp="1"/>
          </p:cNvSpPr>
          <p:nvPr/>
        </p:nvSpPr>
        <p:spPr>
          <a:xfrm>
            <a:off x="7674426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noGrp="1"/>
          </p:cNvSpPr>
          <p:nvPr/>
        </p:nvSpPr>
        <p:spPr>
          <a:xfrm>
            <a:off x="759217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noGrp="1"/>
          </p:cNvSpPr>
          <p:nvPr/>
        </p:nvSpPr>
        <p:spPr>
          <a:xfrm>
            <a:off x="766409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noGrp="1"/>
          </p:cNvSpPr>
          <p:nvPr/>
        </p:nvSpPr>
        <p:spPr>
          <a:xfrm>
            <a:off x="7717315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noGrp="1"/>
          </p:cNvSpPr>
          <p:nvPr/>
        </p:nvSpPr>
        <p:spPr>
          <a:xfrm>
            <a:off x="764146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noGrp="1"/>
          </p:cNvSpPr>
          <p:nvPr/>
        </p:nvSpPr>
        <p:spPr>
          <a:xfrm>
            <a:off x="7788322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noGrp="1"/>
          </p:cNvSpPr>
          <p:nvPr/>
        </p:nvSpPr>
        <p:spPr>
          <a:xfrm>
            <a:off x="774813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noGrp="1"/>
          </p:cNvSpPr>
          <p:nvPr/>
        </p:nvSpPr>
        <p:spPr>
          <a:xfrm>
            <a:off x="7752752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noGrp="1"/>
          </p:cNvSpPr>
          <p:nvPr/>
        </p:nvSpPr>
        <p:spPr>
          <a:xfrm>
            <a:off x="80183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noGrp="1"/>
          </p:cNvSpPr>
          <p:nvPr/>
        </p:nvSpPr>
        <p:spPr>
          <a:xfrm>
            <a:off x="8111954" y="1458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noGrp="1"/>
          </p:cNvSpPr>
          <p:nvPr/>
        </p:nvSpPr>
        <p:spPr>
          <a:xfrm>
            <a:off x="81461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noGrp="1"/>
          </p:cNvSpPr>
          <p:nvPr/>
        </p:nvSpPr>
        <p:spPr>
          <a:xfrm>
            <a:off x="80327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noGrp="1"/>
          </p:cNvSpPr>
          <p:nvPr/>
        </p:nvSpPr>
        <p:spPr>
          <a:xfrm>
            <a:off x="81461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noGrp="1"/>
          </p:cNvSpPr>
          <p:nvPr/>
        </p:nvSpPr>
        <p:spPr>
          <a:xfrm>
            <a:off x="8141721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noGrp="1"/>
          </p:cNvSpPr>
          <p:nvPr/>
        </p:nvSpPr>
        <p:spPr>
          <a:xfrm>
            <a:off x="800193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noGrp="1"/>
          </p:cNvSpPr>
          <p:nvPr/>
        </p:nvSpPr>
        <p:spPr>
          <a:xfrm>
            <a:off x="8059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noGrp="1"/>
          </p:cNvSpPr>
          <p:nvPr/>
        </p:nvSpPr>
        <p:spPr>
          <a:xfrm>
            <a:off x="809159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noGrp="1"/>
          </p:cNvSpPr>
          <p:nvPr/>
        </p:nvSpPr>
        <p:spPr>
          <a:xfrm>
            <a:off x="808522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noGrp="1"/>
          </p:cNvSpPr>
          <p:nvPr/>
        </p:nvSpPr>
        <p:spPr>
          <a:xfrm>
            <a:off x="794450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noGrp="1"/>
          </p:cNvSpPr>
          <p:nvPr/>
        </p:nvSpPr>
        <p:spPr>
          <a:xfrm>
            <a:off x="81147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noGrp="1"/>
          </p:cNvSpPr>
          <p:nvPr/>
        </p:nvSpPr>
        <p:spPr>
          <a:xfrm>
            <a:off x="8058872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noGrp="1"/>
          </p:cNvSpPr>
          <p:nvPr/>
        </p:nvSpPr>
        <p:spPr>
          <a:xfrm>
            <a:off x="81025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noGrp="1"/>
          </p:cNvSpPr>
          <p:nvPr/>
        </p:nvSpPr>
        <p:spPr>
          <a:xfrm>
            <a:off x="81359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noGrp="1"/>
          </p:cNvSpPr>
          <p:nvPr/>
        </p:nvSpPr>
        <p:spPr>
          <a:xfrm>
            <a:off x="80514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noGrp="1"/>
          </p:cNvSpPr>
          <p:nvPr/>
        </p:nvSpPr>
        <p:spPr>
          <a:xfrm>
            <a:off x="802911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noGrp="1"/>
          </p:cNvSpPr>
          <p:nvPr/>
        </p:nvSpPr>
        <p:spPr>
          <a:xfrm>
            <a:off x="79588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noGrp="1"/>
          </p:cNvSpPr>
          <p:nvPr/>
        </p:nvSpPr>
        <p:spPr>
          <a:xfrm>
            <a:off x="8053825" y="26914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noGrp="1"/>
          </p:cNvSpPr>
          <p:nvPr/>
        </p:nvSpPr>
        <p:spPr>
          <a:xfrm>
            <a:off x="8069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noGrp="1"/>
          </p:cNvSpPr>
          <p:nvPr/>
        </p:nvSpPr>
        <p:spPr>
          <a:xfrm>
            <a:off x="8013113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noGrp="1"/>
          </p:cNvSpPr>
          <p:nvPr/>
        </p:nvSpPr>
        <p:spPr>
          <a:xfrm>
            <a:off x="803131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noGrp="1"/>
          </p:cNvSpPr>
          <p:nvPr/>
        </p:nvSpPr>
        <p:spPr>
          <a:xfrm>
            <a:off x="8136479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noGrp="1"/>
          </p:cNvSpPr>
          <p:nvPr/>
        </p:nvSpPr>
        <p:spPr>
          <a:xfrm>
            <a:off x="79825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noGrp="1"/>
          </p:cNvSpPr>
          <p:nvPr/>
        </p:nvSpPr>
        <p:spPr>
          <a:xfrm>
            <a:off x="79509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noGrp="1"/>
          </p:cNvSpPr>
          <p:nvPr/>
        </p:nvSpPr>
        <p:spPr>
          <a:xfrm>
            <a:off x="8027019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noGrp="1"/>
          </p:cNvSpPr>
          <p:nvPr/>
        </p:nvSpPr>
        <p:spPr>
          <a:xfrm>
            <a:off x="80196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noGrp="1"/>
          </p:cNvSpPr>
          <p:nvPr/>
        </p:nvSpPr>
        <p:spPr>
          <a:xfrm>
            <a:off x="80731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noGrp="1"/>
          </p:cNvSpPr>
          <p:nvPr/>
        </p:nvSpPr>
        <p:spPr>
          <a:xfrm>
            <a:off x="81277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noGrp="1"/>
          </p:cNvSpPr>
          <p:nvPr/>
        </p:nvSpPr>
        <p:spPr>
          <a:xfrm>
            <a:off x="8014929" y="2495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noGrp="1"/>
          </p:cNvSpPr>
          <p:nvPr/>
        </p:nvSpPr>
        <p:spPr>
          <a:xfrm>
            <a:off x="7960988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noGrp="1"/>
          </p:cNvSpPr>
          <p:nvPr/>
        </p:nvSpPr>
        <p:spPr>
          <a:xfrm>
            <a:off x="809754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noGrp="1"/>
          </p:cNvSpPr>
          <p:nvPr/>
        </p:nvSpPr>
        <p:spPr>
          <a:xfrm>
            <a:off x="8063036" y="3284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noGrp="1"/>
          </p:cNvSpPr>
          <p:nvPr/>
        </p:nvSpPr>
        <p:spPr>
          <a:xfrm>
            <a:off x="80868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noGrp="1"/>
          </p:cNvSpPr>
          <p:nvPr/>
        </p:nvSpPr>
        <p:spPr>
          <a:xfrm>
            <a:off x="81246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noGrp="1"/>
          </p:cNvSpPr>
          <p:nvPr/>
        </p:nvSpPr>
        <p:spPr>
          <a:xfrm>
            <a:off x="810507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noGrp="1"/>
          </p:cNvSpPr>
          <p:nvPr/>
        </p:nvSpPr>
        <p:spPr>
          <a:xfrm>
            <a:off x="81087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noGrp="1"/>
          </p:cNvSpPr>
          <p:nvPr/>
        </p:nvSpPr>
        <p:spPr>
          <a:xfrm>
            <a:off x="8114194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noGrp="1"/>
          </p:cNvSpPr>
          <p:nvPr/>
        </p:nvSpPr>
        <p:spPr>
          <a:xfrm>
            <a:off x="812019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noGrp="1"/>
          </p:cNvSpPr>
          <p:nvPr/>
        </p:nvSpPr>
        <p:spPr>
          <a:xfrm>
            <a:off x="80262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noGrp="1"/>
          </p:cNvSpPr>
          <p:nvPr/>
        </p:nvSpPr>
        <p:spPr>
          <a:xfrm>
            <a:off x="80776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noGrp="1"/>
          </p:cNvSpPr>
          <p:nvPr/>
        </p:nvSpPr>
        <p:spPr>
          <a:xfrm>
            <a:off x="80221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noGrp="1"/>
          </p:cNvSpPr>
          <p:nvPr/>
        </p:nvSpPr>
        <p:spPr>
          <a:xfrm>
            <a:off x="805399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noGrp="1"/>
          </p:cNvSpPr>
          <p:nvPr/>
        </p:nvSpPr>
        <p:spPr>
          <a:xfrm>
            <a:off x="79986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noGrp="1"/>
          </p:cNvSpPr>
          <p:nvPr/>
        </p:nvSpPr>
        <p:spPr>
          <a:xfrm>
            <a:off x="8084519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noGrp="1"/>
          </p:cNvSpPr>
          <p:nvPr/>
        </p:nvSpPr>
        <p:spPr>
          <a:xfrm>
            <a:off x="80295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noGrp="1"/>
          </p:cNvSpPr>
          <p:nvPr/>
        </p:nvSpPr>
        <p:spPr>
          <a:xfrm>
            <a:off x="80569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noGrp="1"/>
          </p:cNvSpPr>
          <p:nvPr/>
        </p:nvSpPr>
        <p:spPr>
          <a:xfrm>
            <a:off x="8039071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noGrp="1"/>
          </p:cNvSpPr>
          <p:nvPr/>
        </p:nvSpPr>
        <p:spPr>
          <a:xfrm>
            <a:off x="81245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noGrp="1"/>
          </p:cNvSpPr>
          <p:nvPr/>
        </p:nvSpPr>
        <p:spPr>
          <a:xfrm>
            <a:off x="803732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noGrp="1"/>
          </p:cNvSpPr>
          <p:nvPr/>
        </p:nvSpPr>
        <p:spPr>
          <a:xfrm>
            <a:off x="810944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noGrp="1"/>
          </p:cNvSpPr>
          <p:nvPr/>
        </p:nvSpPr>
        <p:spPr>
          <a:xfrm>
            <a:off x="8075781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noGrp="1"/>
          </p:cNvSpPr>
          <p:nvPr/>
        </p:nvSpPr>
        <p:spPr>
          <a:xfrm>
            <a:off x="808134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noGrp="1"/>
          </p:cNvSpPr>
          <p:nvPr/>
        </p:nvSpPr>
        <p:spPr>
          <a:xfrm>
            <a:off x="8001764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noGrp="1"/>
          </p:cNvSpPr>
          <p:nvPr/>
        </p:nvSpPr>
        <p:spPr>
          <a:xfrm>
            <a:off x="800642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noGrp="1"/>
          </p:cNvSpPr>
          <p:nvPr/>
        </p:nvSpPr>
        <p:spPr>
          <a:xfrm>
            <a:off x="812552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noGrp="1"/>
          </p:cNvSpPr>
          <p:nvPr/>
        </p:nvSpPr>
        <p:spPr>
          <a:xfrm>
            <a:off x="7955015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noGrp="1"/>
          </p:cNvSpPr>
          <p:nvPr/>
        </p:nvSpPr>
        <p:spPr>
          <a:xfrm>
            <a:off x="80806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noGrp="1"/>
          </p:cNvSpPr>
          <p:nvPr/>
        </p:nvSpPr>
        <p:spPr>
          <a:xfrm>
            <a:off x="8016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noGrp="1"/>
          </p:cNvSpPr>
          <p:nvPr/>
        </p:nvSpPr>
        <p:spPr>
          <a:xfrm>
            <a:off x="79693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noGrp="1"/>
          </p:cNvSpPr>
          <p:nvPr/>
        </p:nvSpPr>
        <p:spPr>
          <a:xfrm>
            <a:off x="8019611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noGrp="1"/>
          </p:cNvSpPr>
          <p:nvPr/>
        </p:nvSpPr>
        <p:spPr>
          <a:xfrm>
            <a:off x="80015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noGrp="1"/>
          </p:cNvSpPr>
          <p:nvPr/>
        </p:nvSpPr>
        <p:spPr>
          <a:xfrm>
            <a:off x="806608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noGrp="1"/>
          </p:cNvSpPr>
          <p:nvPr/>
        </p:nvSpPr>
        <p:spPr>
          <a:xfrm>
            <a:off x="796956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noGrp="1"/>
          </p:cNvSpPr>
          <p:nvPr/>
        </p:nvSpPr>
        <p:spPr>
          <a:xfrm>
            <a:off x="7960036" y="32927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noGrp="1"/>
          </p:cNvSpPr>
          <p:nvPr/>
        </p:nvSpPr>
        <p:spPr>
          <a:xfrm>
            <a:off x="79544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noGrp="1"/>
          </p:cNvSpPr>
          <p:nvPr/>
        </p:nvSpPr>
        <p:spPr>
          <a:xfrm>
            <a:off x="80465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noGrp="1"/>
          </p:cNvSpPr>
          <p:nvPr/>
        </p:nvSpPr>
        <p:spPr>
          <a:xfrm>
            <a:off x="8037133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noGrp="1"/>
          </p:cNvSpPr>
          <p:nvPr/>
        </p:nvSpPr>
        <p:spPr>
          <a:xfrm>
            <a:off x="8112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noGrp="1"/>
          </p:cNvSpPr>
          <p:nvPr/>
        </p:nvSpPr>
        <p:spPr>
          <a:xfrm>
            <a:off x="804546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noGrp="1"/>
          </p:cNvSpPr>
          <p:nvPr/>
        </p:nvSpPr>
        <p:spPr>
          <a:xfrm>
            <a:off x="79927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noGrp="1"/>
          </p:cNvSpPr>
          <p:nvPr/>
        </p:nvSpPr>
        <p:spPr>
          <a:xfrm>
            <a:off x="81090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noGrp="1"/>
          </p:cNvSpPr>
          <p:nvPr/>
        </p:nvSpPr>
        <p:spPr>
          <a:xfrm>
            <a:off x="7967927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noGrp="1"/>
          </p:cNvSpPr>
          <p:nvPr/>
        </p:nvSpPr>
        <p:spPr>
          <a:xfrm>
            <a:off x="81393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noGrp="1"/>
          </p:cNvSpPr>
          <p:nvPr/>
        </p:nvSpPr>
        <p:spPr>
          <a:xfrm>
            <a:off x="8154753" y="28645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noGrp="1"/>
          </p:cNvSpPr>
          <p:nvPr/>
        </p:nvSpPr>
        <p:spPr>
          <a:xfrm>
            <a:off x="8077954" y="26768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noGrp="1"/>
          </p:cNvSpPr>
          <p:nvPr/>
        </p:nvSpPr>
        <p:spPr>
          <a:xfrm>
            <a:off x="7939244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noGrp="1"/>
          </p:cNvSpPr>
          <p:nvPr/>
        </p:nvSpPr>
        <p:spPr>
          <a:xfrm>
            <a:off x="799389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noGrp="1"/>
          </p:cNvSpPr>
          <p:nvPr/>
        </p:nvSpPr>
        <p:spPr>
          <a:xfrm>
            <a:off x="813716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noGrp="1"/>
          </p:cNvSpPr>
          <p:nvPr/>
        </p:nvSpPr>
        <p:spPr>
          <a:xfrm>
            <a:off x="7958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noGrp="1"/>
          </p:cNvSpPr>
          <p:nvPr/>
        </p:nvSpPr>
        <p:spPr>
          <a:xfrm>
            <a:off x="80320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noGrp="1"/>
          </p:cNvSpPr>
          <p:nvPr/>
        </p:nvSpPr>
        <p:spPr>
          <a:xfrm>
            <a:off x="80566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noGrp="1"/>
          </p:cNvSpPr>
          <p:nvPr/>
        </p:nvSpPr>
        <p:spPr>
          <a:xfrm>
            <a:off x="8151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noGrp="1"/>
          </p:cNvSpPr>
          <p:nvPr/>
        </p:nvSpPr>
        <p:spPr>
          <a:xfrm>
            <a:off x="8070164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noGrp="1"/>
          </p:cNvSpPr>
          <p:nvPr/>
        </p:nvSpPr>
        <p:spPr>
          <a:xfrm>
            <a:off x="80179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noGrp="1"/>
          </p:cNvSpPr>
          <p:nvPr/>
        </p:nvSpPr>
        <p:spPr>
          <a:xfrm>
            <a:off x="8099223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noGrp="1"/>
          </p:cNvSpPr>
          <p:nvPr/>
        </p:nvSpPr>
        <p:spPr>
          <a:xfrm>
            <a:off x="7942104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noGrp="1"/>
          </p:cNvSpPr>
          <p:nvPr/>
        </p:nvSpPr>
        <p:spPr>
          <a:xfrm>
            <a:off x="79515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noGrp="1"/>
          </p:cNvSpPr>
          <p:nvPr/>
        </p:nvSpPr>
        <p:spPr>
          <a:xfrm>
            <a:off x="80541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noGrp="1"/>
          </p:cNvSpPr>
          <p:nvPr/>
        </p:nvSpPr>
        <p:spPr>
          <a:xfrm>
            <a:off x="8133056" y="15222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noGrp="1"/>
          </p:cNvSpPr>
          <p:nvPr/>
        </p:nvSpPr>
        <p:spPr>
          <a:xfrm>
            <a:off x="801742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noGrp="1"/>
          </p:cNvSpPr>
          <p:nvPr/>
        </p:nvSpPr>
        <p:spPr>
          <a:xfrm>
            <a:off x="80782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noGrp="1"/>
          </p:cNvSpPr>
          <p:nvPr/>
        </p:nvSpPr>
        <p:spPr>
          <a:xfrm>
            <a:off x="80947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noGrp="1"/>
          </p:cNvSpPr>
          <p:nvPr/>
        </p:nvSpPr>
        <p:spPr>
          <a:xfrm>
            <a:off x="7998174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noGrp="1"/>
          </p:cNvSpPr>
          <p:nvPr/>
        </p:nvSpPr>
        <p:spPr>
          <a:xfrm>
            <a:off x="5054096" y="1037862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noGrp="1"/>
          </p:cNvSpPr>
          <p:nvPr/>
        </p:nvSpPr>
        <p:spPr>
          <a:xfrm>
            <a:off x="5529072" y="1060254"/>
            <a:ext cx="96363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noGrp="1"/>
          </p:cNvSpPr>
          <p:nvPr/>
        </p:nvSpPr>
        <p:spPr>
          <a:xfrm>
            <a:off x="5907834" y="3149637"/>
            <a:ext cx="191" cy="101720"/>
          </a:xfrm>
          <a:custGeom>
            <a:avLst/>
            <a:gdLst/>
            <a:ahLst/>
            <a:cxnLst/>
            <a:rect l="0" t="0" r="0" b="0"/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noGrp="1"/>
          </p:cNvSpPr>
          <p:nvPr/>
        </p:nvSpPr>
        <p:spPr>
          <a:xfrm>
            <a:off x="5842279" y="325135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noGrp="1"/>
          </p:cNvSpPr>
          <p:nvPr/>
        </p:nvSpPr>
        <p:spPr>
          <a:xfrm>
            <a:off x="5842279" y="314963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noGrp="1"/>
          </p:cNvSpPr>
          <p:nvPr/>
        </p:nvSpPr>
        <p:spPr>
          <a:xfrm>
            <a:off x="6257460" y="2324331"/>
            <a:ext cx="191" cy="227876"/>
          </a:xfrm>
          <a:custGeom>
            <a:avLst/>
            <a:gdLst/>
            <a:ahLst/>
            <a:cxnLst/>
            <a:rect l="0" t="0" r="0" b="0"/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noGrp="1"/>
          </p:cNvSpPr>
          <p:nvPr/>
        </p:nvSpPr>
        <p:spPr>
          <a:xfrm>
            <a:off x="6191905" y="255220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noGrp="1"/>
          </p:cNvSpPr>
          <p:nvPr/>
        </p:nvSpPr>
        <p:spPr>
          <a:xfrm>
            <a:off x="6191905" y="232433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noGrp="1"/>
          </p:cNvSpPr>
          <p:nvPr/>
        </p:nvSpPr>
        <p:spPr>
          <a:xfrm>
            <a:off x="6607086" y="2155501"/>
            <a:ext cx="191" cy="208521"/>
          </a:xfrm>
          <a:custGeom>
            <a:avLst/>
            <a:gdLst/>
            <a:ahLst/>
            <a:cxnLst/>
            <a:rect l="0" t="0" r="0" b="0"/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noGrp="1"/>
          </p:cNvSpPr>
          <p:nvPr/>
        </p:nvSpPr>
        <p:spPr>
          <a:xfrm>
            <a:off x="6541531" y="236402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noGrp="1"/>
          </p:cNvSpPr>
          <p:nvPr/>
        </p:nvSpPr>
        <p:spPr>
          <a:xfrm>
            <a:off x="6541531" y="215550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noGrp="1"/>
          </p:cNvSpPr>
          <p:nvPr/>
        </p:nvSpPr>
        <p:spPr>
          <a:xfrm>
            <a:off x="7364610" y="2309892"/>
            <a:ext cx="191" cy="323489"/>
          </a:xfrm>
          <a:custGeom>
            <a:avLst/>
            <a:gdLst/>
            <a:ahLst/>
            <a:cxnLst/>
            <a:rect l="0" t="0" r="0" b="0"/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noGrp="1"/>
          </p:cNvSpPr>
          <p:nvPr/>
        </p:nvSpPr>
        <p:spPr>
          <a:xfrm>
            <a:off x="7299055" y="263338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noGrp="1"/>
          </p:cNvSpPr>
          <p:nvPr/>
        </p:nvSpPr>
        <p:spPr>
          <a:xfrm>
            <a:off x="7299055" y="230989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noGrp="1"/>
          </p:cNvSpPr>
          <p:nvPr/>
        </p:nvSpPr>
        <p:spPr>
          <a:xfrm>
            <a:off x="7714236" y="2118184"/>
            <a:ext cx="191" cy="292135"/>
          </a:xfrm>
          <a:custGeom>
            <a:avLst/>
            <a:gdLst/>
            <a:ahLst/>
            <a:cxnLst/>
            <a:rect l="0" t="0" r="0" b="0"/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noGrp="1"/>
          </p:cNvSpPr>
          <p:nvPr/>
        </p:nvSpPr>
        <p:spPr>
          <a:xfrm>
            <a:off x="7648681" y="241031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noGrp="1"/>
          </p:cNvSpPr>
          <p:nvPr/>
        </p:nvSpPr>
        <p:spPr>
          <a:xfrm>
            <a:off x="7648681" y="211818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noGrp="1"/>
          </p:cNvSpPr>
          <p:nvPr/>
        </p:nvSpPr>
        <p:spPr>
          <a:xfrm>
            <a:off x="8063862" y="1879886"/>
            <a:ext cx="191" cy="288697"/>
          </a:xfrm>
          <a:custGeom>
            <a:avLst/>
            <a:gdLst/>
            <a:ahLst/>
            <a:cxnLst/>
            <a:rect l="0" t="0" r="0" b="0"/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noGrp="1"/>
          </p:cNvSpPr>
          <p:nvPr/>
        </p:nvSpPr>
        <p:spPr>
          <a:xfrm>
            <a:off x="7998307" y="2168583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noGrp="1"/>
          </p:cNvSpPr>
          <p:nvPr/>
        </p:nvSpPr>
        <p:spPr>
          <a:xfrm>
            <a:off x="7998307" y="187988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noGrp="1"/>
          </p:cNvSpPr>
          <p:nvPr/>
        </p:nvSpPr>
        <p:spPr>
          <a:xfrm>
            <a:off x="5784008" y="3205172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noGrp="1"/>
          </p:cNvSpPr>
          <p:nvPr/>
        </p:nvSpPr>
        <p:spPr>
          <a:xfrm>
            <a:off x="6133634" y="2436390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noGrp="1"/>
          </p:cNvSpPr>
          <p:nvPr/>
        </p:nvSpPr>
        <p:spPr>
          <a:xfrm>
            <a:off x="6483260" y="225832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noGrp="1"/>
          </p:cNvSpPr>
          <p:nvPr/>
        </p:nvSpPr>
        <p:spPr>
          <a:xfrm>
            <a:off x="7240784" y="2472997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noGrp="1"/>
          </p:cNvSpPr>
          <p:nvPr/>
        </p:nvSpPr>
        <p:spPr>
          <a:xfrm>
            <a:off x="7590410" y="226508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noGrp="1"/>
          </p:cNvSpPr>
          <p:nvPr/>
        </p:nvSpPr>
        <p:spPr>
          <a:xfrm>
            <a:off x="7940036" y="202343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noGrp="1"/>
          </p:cNvSpPr>
          <p:nvPr/>
        </p:nvSpPr>
        <p:spPr>
          <a:xfrm>
            <a:off x="1136839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noGrp="1"/>
          </p:cNvSpPr>
          <p:nvPr/>
        </p:nvSpPr>
        <p:spPr>
          <a:xfrm>
            <a:off x="2673791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noGrp="1"/>
          </p:cNvSpPr>
          <p:nvPr/>
        </p:nvSpPr>
        <p:spPr>
          <a:xfrm>
            <a:off x="2593615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noGrp="1"/>
          </p:cNvSpPr>
          <p:nvPr/>
        </p:nvSpPr>
        <p:spPr>
          <a:xfrm>
            <a:off x="4130567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noGrp="1"/>
          </p:cNvSpPr>
          <p:nvPr/>
        </p:nvSpPr>
        <p:spPr>
          <a:xfrm>
            <a:off x="4050391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noGrp="1"/>
          </p:cNvSpPr>
          <p:nvPr/>
        </p:nvSpPr>
        <p:spPr>
          <a:xfrm>
            <a:off x="2308090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noGrp="1"/>
          </p:cNvSpPr>
          <p:nvPr/>
        </p:nvSpPr>
        <p:spPr>
          <a:xfrm>
            <a:off x="1745026" y="7948007"/>
            <a:ext cx="186651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noGrp="1"/>
          </p:cNvSpPr>
          <p:nvPr/>
        </p:nvSpPr>
        <p:spPr>
          <a:xfrm>
            <a:off x="1173036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noGrp="1"/>
          </p:cNvSpPr>
          <p:nvPr/>
        </p:nvSpPr>
        <p:spPr>
          <a:xfrm>
            <a:off x="951113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noGrp="1"/>
          </p:cNvSpPr>
          <p:nvPr/>
        </p:nvSpPr>
        <p:spPr>
          <a:xfrm>
            <a:off x="1217015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noGrp="1"/>
          </p:cNvSpPr>
          <p:nvPr/>
        </p:nvSpPr>
        <p:spPr>
          <a:xfrm>
            <a:off x="1173036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noGrp="1"/>
          </p:cNvSpPr>
          <p:nvPr/>
        </p:nvSpPr>
        <p:spPr>
          <a:xfrm>
            <a:off x="951113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noGrp="1"/>
          </p:cNvSpPr>
          <p:nvPr/>
        </p:nvSpPr>
        <p:spPr>
          <a:xfrm>
            <a:off x="1173036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noGrp="1"/>
          </p:cNvSpPr>
          <p:nvPr/>
        </p:nvSpPr>
        <p:spPr>
          <a:xfrm>
            <a:off x="951113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noGrp="1"/>
          </p:cNvSpPr>
          <p:nvPr/>
        </p:nvSpPr>
        <p:spPr>
          <a:xfrm rot="-5400000">
            <a:off x="229440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noGrp="1"/>
          </p:cNvSpPr>
          <p:nvPr/>
        </p:nvSpPr>
        <p:spPr>
          <a:xfrm>
            <a:off x="1185301" y="5373862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noGrp="1"/>
          </p:cNvSpPr>
          <p:nvPr/>
        </p:nvSpPr>
        <p:spPr>
          <a:xfrm>
            <a:off x="2561866" y="5853862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67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noGrp="1"/>
          </p:cNvSpPr>
          <p:nvPr/>
        </p:nvSpPr>
        <p:spPr>
          <a:xfrm>
            <a:off x="1185301" y="6736988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noGrp="1"/>
          </p:cNvSpPr>
          <p:nvPr/>
        </p:nvSpPr>
        <p:spPr>
          <a:xfrm>
            <a:off x="3480192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noGrp="1"/>
          </p:cNvSpPr>
          <p:nvPr/>
        </p:nvSpPr>
        <p:spPr>
          <a:xfrm>
            <a:off x="3009740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noGrp="1"/>
          </p:cNvSpPr>
          <p:nvPr/>
        </p:nvSpPr>
        <p:spPr>
          <a:xfrm>
            <a:off x="3499956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noGrp="1"/>
          </p:cNvSpPr>
          <p:nvPr/>
        </p:nvSpPr>
        <p:spPr>
          <a:xfrm>
            <a:off x="1185301" y="5692966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noGrp="1"/>
          </p:cNvSpPr>
          <p:nvPr/>
        </p:nvSpPr>
        <p:spPr>
          <a:xfrm>
            <a:off x="1832757" y="6542752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75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noGrp="1"/>
          </p:cNvSpPr>
          <p:nvPr/>
        </p:nvSpPr>
        <p:spPr>
          <a:xfrm>
            <a:off x="1913689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noGrp="1"/>
          </p:cNvSpPr>
          <p:nvPr/>
        </p:nvSpPr>
        <p:spPr>
          <a:xfrm>
            <a:off x="3387512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noGrp="1"/>
          </p:cNvSpPr>
          <p:nvPr/>
        </p:nvSpPr>
        <p:spPr>
          <a:xfrm>
            <a:off x="3211936" y="5328772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noGrp="1"/>
          </p:cNvSpPr>
          <p:nvPr/>
        </p:nvSpPr>
        <p:spPr>
          <a:xfrm>
            <a:off x="1843399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noGrp="1"/>
          </p:cNvSpPr>
          <p:nvPr/>
        </p:nvSpPr>
        <p:spPr>
          <a:xfrm>
            <a:off x="3088822" y="5183094"/>
            <a:ext cx="63428" cy="63428"/>
          </a:xfrm>
          <a:prstGeom prst="ellipse">
            <a:avLst/>
          </a:prstGeom>
          <a:solidFill>
            <a:srgbClr val="4829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noGrp="1"/>
          </p:cNvSpPr>
          <p:nvPr/>
        </p:nvSpPr>
        <p:spPr>
          <a:xfrm>
            <a:off x="3006271" y="569296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43B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noGrp="1"/>
          </p:cNvSpPr>
          <p:nvPr/>
        </p:nvSpPr>
        <p:spPr>
          <a:xfrm>
            <a:off x="1751825" y="6251396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noGrp="1"/>
          </p:cNvSpPr>
          <p:nvPr/>
        </p:nvSpPr>
        <p:spPr>
          <a:xfrm>
            <a:off x="1185301" y="6902043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noGrp="1"/>
          </p:cNvSpPr>
          <p:nvPr/>
        </p:nvSpPr>
        <p:spPr>
          <a:xfrm>
            <a:off x="1601523" y="6681492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noGrp="1"/>
          </p:cNvSpPr>
          <p:nvPr/>
        </p:nvSpPr>
        <p:spPr>
          <a:xfrm>
            <a:off x="1596187" y="6787022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E4C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noGrp="1"/>
          </p:cNvSpPr>
          <p:nvPr/>
        </p:nvSpPr>
        <p:spPr>
          <a:xfrm>
            <a:off x="2277883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noGrp="1"/>
          </p:cNvSpPr>
          <p:nvPr/>
        </p:nvSpPr>
        <p:spPr>
          <a:xfrm>
            <a:off x="1185301" y="7190208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noGrp="1"/>
          </p:cNvSpPr>
          <p:nvPr/>
        </p:nvSpPr>
        <p:spPr>
          <a:xfrm>
            <a:off x="1185301" y="523446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A6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noGrp="1"/>
          </p:cNvSpPr>
          <p:nvPr/>
        </p:nvSpPr>
        <p:spPr>
          <a:xfrm>
            <a:off x="1799543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noGrp="1"/>
          </p:cNvSpPr>
          <p:nvPr/>
        </p:nvSpPr>
        <p:spPr>
          <a:xfrm>
            <a:off x="2836314" y="6057160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noGrp="1"/>
          </p:cNvSpPr>
          <p:nvPr/>
        </p:nvSpPr>
        <p:spPr>
          <a:xfrm>
            <a:off x="1185301" y="671574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noGrp="1"/>
          </p:cNvSpPr>
          <p:nvPr/>
        </p:nvSpPr>
        <p:spPr>
          <a:xfrm>
            <a:off x="1185301" y="5410617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noGrp="1"/>
          </p:cNvSpPr>
          <p:nvPr/>
        </p:nvSpPr>
        <p:spPr>
          <a:xfrm>
            <a:off x="3411066" y="5551120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noGrp="1"/>
          </p:cNvSpPr>
          <p:nvPr/>
        </p:nvSpPr>
        <p:spPr>
          <a:xfrm>
            <a:off x="1185301" y="5730891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noGrp="1"/>
          </p:cNvSpPr>
          <p:nvPr/>
        </p:nvSpPr>
        <p:spPr>
          <a:xfrm>
            <a:off x="3127669" y="5783147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noGrp="1"/>
          </p:cNvSpPr>
          <p:nvPr/>
        </p:nvSpPr>
        <p:spPr>
          <a:xfrm>
            <a:off x="1185301" y="626527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noGrp="1"/>
          </p:cNvSpPr>
          <p:nvPr/>
        </p:nvSpPr>
        <p:spPr>
          <a:xfrm>
            <a:off x="1241374" y="7446828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noGrp="1"/>
          </p:cNvSpPr>
          <p:nvPr/>
        </p:nvSpPr>
        <p:spPr>
          <a:xfrm>
            <a:off x="2035087" y="5535148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72C7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noGrp="1"/>
          </p:cNvSpPr>
          <p:nvPr/>
        </p:nvSpPr>
        <p:spPr>
          <a:xfrm>
            <a:off x="2156485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noGrp="1"/>
          </p:cNvSpPr>
          <p:nvPr/>
        </p:nvSpPr>
        <p:spPr>
          <a:xfrm>
            <a:off x="1185301" y="6172777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noGrp="1"/>
          </p:cNvSpPr>
          <p:nvPr/>
        </p:nvSpPr>
        <p:spPr>
          <a:xfrm>
            <a:off x="1185301" y="5551748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noGrp="1"/>
          </p:cNvSpPr>
          <p:nvPr/>
        </p:nvSpPr>
        <p:spPr>
          <a:xfrm>
            <a:off x="2327929" y="4600384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noGrp="1"/>
          </p:cNvSpPr>
          <p:nvPr/>
        </p:nvSpPr>
        <p:spPr>
          <a:xfrm>
            <a:off x="1185301" y="5829927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noGrp="1"/>
          </p:cNvSpPr>
          <p:nvPr/>
        </p:nvSpPr>
        <p:spPr>
          <a:xfrm>
            <a:off x="2954243" y="4746061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noGrp="1"/>
          </p:cNvSpPr>
          <p:nvPr/>
        </p:nvSpPr>
        <p:spPr>
          <a:xfrm>
            <a:off x="1185301" y="6542752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noGrp="1"/>
          </p:cNvSpPr>
          <p:nvPr/>
        </p:nvSpPr>
        <p:spPr>
          <a:xfrm>
            <a:off x="1529262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noGrp="1"/>
          </p:cNvSpPr>
          <p:nvPr/>
        </p:nvSpPr>
        <p:spPr>
          <a:xfrm>
            <a:off x="2083646" y="7194832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noGrp="1"/>
          </p:cNvSpPr>
          <p:nvPr/>
        </p:nvSpPr>
        <p:spPr>
          <a:xfrm>
            <a:off x="1282419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noGrp="1"/>
          </p:cNvSpPr>
          <p:nvPr/>
        </p:nvSpPr>
        <p:spPr>
          <a:xfrm>
            <a:off x="2156485" y="6542752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28C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noGrp="1"/>
          </p:cNvSpPr>
          <p:nvPr/>
        </p:nvSpPr>
        <p:spPr>
          <a:xfrm>
            <a:off x="1185301" y="4983492"/>
            <a:ext cx="63428" cy="63428"/>
          </a:xfrm>
          <a:prstGeom prst="ellipse">
            <a:avLst/>
          </a:prstGeom>
          <a:solidFill>
            <a:srgbClr val="218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noGrp="1"/>
          </p:cNvSpPr>
          <p:nvPr/>
        </p:nvSpPr>
        <p:spPr>
          <a:xfrm>
            <a:off x="2642077" y="6785548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noGrp="1"/>
          </p:cNvSpPr>
          <p:nvPr/>
        </p:nvSpPr>
        <p:spPr>
          <a:xfrm>
            <a:off x="3266410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noGrp="1"/>
          </p:cNvSpPr>
          <p:nvPr/>
        </p:nvSpPr>
        <p:spPr>
          <a:xfrm>
            <a:off x="1618925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noGrp="1"/>
          </p:cNvSpPr>
          <p:nvPr/>
        </p:nvSpPr>
        <p:spPr>
          <a:xfrm>
            <a:off x="1670893" y="589529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noGrp="1"/>
          </p:cNvSpPr>
          <p:nvPr/>
        </p:nvSpPr>
        <p:spPr>
          <a:xfrm>
            <a:off x="1185301" y="6292004"/>
            <a:ext cx="63428" cy="63428"/>
          </a:xfrm>
          <a:prstGeom prst="ellipse">
            <a:avLst/>
          </a:prstGeom>
          <a:solidFill>
            <a:srgbClr val="22A8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noGrp="1"/>
          </p:cNvSpPr>
          <p:nvPr/>
        </p:nvSpPr>
        <p:spPr>
          <a:xfrm>
            <a:off x="2963510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noGrp="1"/>
          </p:cNvSpPr>
          <p:nvPr/>
        </p:nvSpPr>
        <p:spPr>
          <a:xfrm>
            <a:off x="1187060" y="6542752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noGrp="1"/>
          </p:cNvSpPr>
          <p:nvPr/>
        </p:nvSpPr>
        <p:spPr>
          <a:xfrm>
            <a:off x="1564525" y="4843180"/>
            <a:ext cx="63428" cy="63428"/>
          </a:xfrm>
          <a:prstGeom prst="ellipse">
            <a:avLst/>
          </a:prstGeom>
          <a:solidFill>
            <a:srgbClr val="218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noGrp="1"/>
          </p:cNvSpPr>
          <p:nvPr/>
        </p:nvSpPr>
        <p:spPr>
          <a:xfrm>
            <a:off x="1670893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87D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noGrp="1"/>
          </p:cNvSpPr>
          <p:nvPr/>
        </p:nvSpPr>
        <p:spPr>
          <a:xfrm>
            <a:off x="3370465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noGrp="1"/>
          </p:cNvSpPr>
          <p:nvPr/>
        </p:nvSpPr>
        <p:spPr>
          <a:xfrm>
            <a:off x="1185301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noGrp="1"/>
          </p:cNvSpPr>
          <p:nvPr/>
        </p:nvSpPr>
        <p:spPr>
          <a:xfrm>
            <a:off x="2474674" y="611962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noGrp="1"/>
          </p:cNvSpPr>
          <p:nvPr/>
        </p:nvSpPr>
        <p:spPr>
          <a:xfrm>
            <a:off x="3483768" y="5306542"/>
            <a:ext cx="63428" cy="63428"/>
          </a:xfrm>
          <a:prstGeom prst="ellipse">
            <a:avLst/>
          </a:prstGeom>
          <a:solidFill>
            <a:srgbClr val="28AE8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noGrp="1"/>
          </p:cNvSpPr>
          <p:nvPr/>
        </p:nvSpPr>
        <p:spPr>
          <a:xfrm>
            <a:off x="4098853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noGrp="1"/>
          </p:cNvSpPr>
          <p:nvPr/>
        </p:nvSpPr>
        <p:spPr>
          <a:xfrm>
            <a:off x="2579870" y="6057160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noGrp="1"/>
          </p:cNvSpPr>
          <p:nvPr/>
        </p:nvSpPr>
        <p:spPr>
          <a:xfrm>
            <a:off x="2205044" y="664329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noGrp="1"/>
          </p:cNvSpPr>
          <p:nvPr/>
        </p:nvSpPr>
        <p:spPr>
          <a:xfrm>
            <a:off x="1185301" y="5474449"/>
            <a:ext cx="63428" cy="63428"/>
          </a:xfrm>
          <a:prstGeom prst="ellipse">
            <a:avLst/>
          </a:prstGeom>
          <a:solidFill>
            <a:srgbClr val="3859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noGrp="1"/>
          </p:cNvSpPr>
          <p:nvPr/>
        </p:nvSpPr>
        <p:spPr>
          <a:xfrm>
            <a:off x="1185301" y="5479738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noGrp="1"/>
          </p:cNvSpPr>
          <p:nvPr/>
        </p:nvSpPr>
        <p:spPr>
          <a:xfrm>
            <a:off x="2247534" y="508597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noGrp="1"/>
          </p:cNvSpPr>
          <p:nvPr/>
        </p:nvSpPr>
        <p:spPr>
          <a:xfrm>
            <a:off x="1303097" y="6362770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1B6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noGrp="1"/>
          </p:cNvSpPr>
          <p:nvPr/>
        </p:nvSpPr>
        <p:spPr>
          <a:xfrm>
            <a:off x="1185301" y="5891707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noGrp="1"/>
          </p:cNvSpPr>
          <p:nvPr/>
        </p:nvSpPr>
        <p:spPr>
          <a:xfrm>
            <a:off x="1185301" y="4750686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noGrp="1"/>
          </p:cNvSpPr>
          <p:nvPr/>
        </p:nvSpPr>
        <p:spPr>
          <a:xfrm>
            <a:off x="2140049" y="6922120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noGrp="1"/>
          </p:cNvSpPr>
          <p:nvPr/>
        </p:nvSpPr>
        <p:spPr>
          <a:xfrm>
            <a:off x="1185301" y="619474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noGrp="1"/>
          </p:cNvSpPr>
          <p:nvPr/>
        </p:nvSpPr>
        <p:spPr>
          <a:xfrm>
            <a:off x="1185301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noGrp="1"/>
          </p:cNvSpPr>
          <p:nvPr/>
        </p:nvSpPr>
        <p:spPr>
          <a:xfrm>
            <a:off x="2607392" y="6057160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noGrp="1"/>
          </p:cNvSpPr>
          <p:nvPr/>
        </p:nvSpPr>
        <p:spPr>
          <a:xfrm>
            <a:off x="3370465" y="630345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noGrp="1"/>
          </p:cNvSpPr>
          <p:nvPr/>
        </p:nvSpPr>
        <p:spPr>
          <a:xfrm>
            <a:off x="2642077" y="619474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noGrp="1"/>
          </p:cNvSpPr>
          <p:nvPr/>
        </p:nvSpPr>
        <p:spPr>
          <a:xfrm>
            <a:off x="1230825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noGrp="1"/>
          </p:cNvSpPr>
          <p:nvPr/>
        </p:nvSpPr>
        <p:spPr>
          <a:xfrm>
            <a:off x="1185301" y="629995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noGrp="1"/>
          </p:cNvSpPr>
          <p:nvPr/>
        </p:nvSpPr>
        <p:spPr>
          <a:xfrm>
            <a:off x="1185301" y="659529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0E6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noGrp="1"/>
          </p:cNvSpPr>
          <p:nvPr/>
        </p:nvSpPr>
        <p:spPr>
          <a:xfrm>
            <a:off x="1806512" y="6607865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noGrp="1"/>
          </p:cNvSpPr>
          <p:nvPr/>
        </p:nvSpPr>
        <p:spPr>
          <a:xfrm>
            <a:off x="1185301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noGrp="1"/>
          </p:cNvSpPr>
          <p:nvPr/>
        </p:nvSpPr>
        <p:spPr>
          <a:xfrm>
            <a:off x="2838327" y="5586240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noGrp="1"/>
          </p:cNvSpPr>
          <p:nvPr/>
        </p:nvSpPr>
        <p:spPr>
          <a:xfrm>
            <a:off x="1282419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noGrp="1"/>
          </p:cNvSpPr>
          <p:nvPr/>
        </p:nvSpPr>
        <p:spPr>
          <a:xfrm>
            <a:off x="2632425" y="4600384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noGrp="1"/>
          </p:cNvSpPr>
          <p:nvPr/>
        </p:nvSpPr>
        <p:spPr>
          <a:xfrm>
            <a:off x="1845310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noGrp="1"/>
          </p:cNvSpPr>
          <p:nvPr/>
        </p:nvSpPr>
        <p:spPr>
          <a:xfrm>
            <a:off x="2439090" y="548745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noGrp="1"/>
          </p:cNvSpPr>
          <p:nvPr/>
        </p:nvSpPr>
        <p:spPr>
          <a:xfrm>
            <a:off x="1185301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noGrp="1"/>
          </p:cNvSpPr>
          <p:nvPr/>
        </p:nvSpPr>
        <p:spPr>
          <a:xfrm>
            <a:off x="1185301" y="5541218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noGrp="1"/>
          </p:cNvSpPr>
          <p:nvPr/>
        </p:nvSpPr>
        <p:spPr>
          <a:xfrm>
            <a:off x="4098853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noGrp="1"/>
          </p:cNvSpPr>
          <p:nvPr/>
        </p:nvSpPr>
        <p:spPr>
          <a:xfrm>
            <a:off x="1549495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noGrp="1"/>
          </p:cNvSpPr>
          <p:nvPr/>
        </p:nvSpPr>
        <p:spPr>
          <a:xfrm>
            <a:off x="1185301" y="6639870"/>
            <a:ext cx="63428" cy="63428"/>
          </a:xfrm>
          <a:prstGeom prst="ellipse">
            <a:avLst/>
          </a:prstGeom>
          <a:solidFill>
            <a:srgbClr val="433E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noGrp="1"/>
          </p:cNvSpPr>
          <p:nvPr/>
        </p:nvSpPr>
        <p:spPr>
          <a:xfrm>
            <a:off x="3023080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noGrp="1"/>
          </p:cNvSpPr>
          <p:nvPr/>
        </p:nvSpPr>
        <p:spPr>
          <a:xfrm>
            <a:off x="3613261" y="4600384"/>
            <a:ext cx="63428" cy="63428"/>
          </a:xfrm>
          <a:prstGeom prst="ellipse">
            <a:avLst/>
          </a:prstGeom>
          <a:solidFill>
            <a:srgbClr val="1F96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noGrp="1"/>
          </p:cNvSpPr>
          <p:nvPr/>
        </p:nvSpPr>
        <p:spPr>
          <a:xfrm>
            <a:off x="1185301" y="589529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noGrp="1"/>
          </p:cNvSpPr>
          <p:nvPr/>
        </p:nvSpPr>
        <p:spPr>
          <a:xfrm>
            <a:off x="1185301" y="5085976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noGrp="1"/>
          </p:cNvSpPr>
          <p:nvPr/>
        </p:nvSpPr>
        <p:spPr>
          <a:xfrm>
            <a:off x="2404236" y="6772169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noGrp="1"/>
          </p:cNvSpPr>
          <p:nvPr/>
        </p:nvSpPr>
        <p:spPr>
          <a:xfrm>
            <a:off x="1185301" y="6267673"/>
            <a:ext cx="63428" cy="63428"/>
          </a:xfrm>
          <a:prstGeom prst="ellipse">
            <a:avLst/>
          </a:prstGeom>
          <a:solidFill>
            <a:srgbClr val="1F9A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noGrp="1"/>
          </p:cNvSpPr>
          <p:nvPr/>
        </p:nvSpPr>
        <p:spPr>
          <a:xfrm>
            <a:off x="1403937" y="617099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noGrp="1"/>
          </p:cNvSpPr>
          <p:nvPr/>
        </p:nvSpPr>
        <p:spPr>
          <a:xfrm>
            <a:off x="2406218" y="6348515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noGrp="1"/>
          </p:cNvSpPr>
          <p:nvPr/>
        </p:nvSpPr>
        <p:spPr>
          <a:xfrm>
            <a:off x="1250960" y="6893015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noGrp="1"/>
          </p:cNvSpPr>
          <p:nvPr/>
        </p:nvSpPr>
        <p:spPr>
          <a:xfrm>
            <a:off x="1192888" y="7271140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noGrp="1"/>
          </p:cNvSpPr>
          <p:nvPr/>
        </p:nvSpPr>
        <p:spPr>
          <a:xfrm>
            <a:off x="4098853" y="7513936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noGrp="1"/>
          </p:cNvSpPr>
          <p:nvPr/>
        </p:nvSpPr>
        <p:spPr>
          <a:xfrm>
            <a:off x="2395871" y="6376454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noGrp="1"/>
          </p:cNvSpPr>
          <p:nvPr/>
        </p:nvSpPr>
        <p:spPr>
          <a:xfrm>
            <a:off x="1476656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noGrp="1"/>
          </p:cNvSpPr>
          <p:nvPr/>
        </p:nvSpPr>
        <p:spPr>
          <a:xfrm>
            <a:off x="742040" y="4321220"/>
            <a:ext cx="8232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noGrp="1"/>
          </p:cNvSpPr>
          <p:nvPr/>
        </p:nvSpPr>
        <p:spPr>
          <a:xfrm>
            <a:off x="1217015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noGrp="1"/>
          </p:cNvSpPr>
          <p:nvPr/>
        </p:nvSpPr>
        <p:spPr>
          <a:xfrm>
            <a:off x="129889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noGrp="1"/>
          </p:cNvSpPr>
          <p:nvPr/>
        </p:nvSpPr>
        <p:spPr>
          <a:xfrm>
            <a:off x="133386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noGrp="1"/>
          </p:cNvSpPr>
          <p:nvPr/>
        </p:nvSpPr>
        <p:spPr>
          <a:xfrm>
            <a:off x="1368835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noGrp="1"/>
          </p:cNvSpPr>
          <p:nvPr/>
        </p:nvSpPr>
        <p:spPr>
          <a:xfrm>
            <a:off x="140102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noGrp="1"/>
          </p:cNvSpPr>
          <p:nvPr/>
        </p:nvSpPr>
        <p:spPr>
          <a:xfrm>
            <a:off x="143599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noGrp="1"/>
          </p:cNvSpPr>
          <p:nvPr/>
        </p:nvSpPr>
        <p:spPr>
          <a:xfrm>
            <a:off x="1470964" y="4334816"/>
            <a:ext cx="7633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noGrp="1"/>
          </p:cNvSpPr>
          <p:nvPr/>
        </p:nvSpPr>
        <p:spPr>
          <a:xfrm>
            <a:off x="1538470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noGrp="1"/>
          </p:cNvSpPr>
          <p:nvPr/>
        </p:nvSpPr>
        <p:spPr>
          <a:xfrm>
            <a:off x="1608758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noGrp="1"/>
          </p:cNvSpPr>
          <p:nvPr/>
        </p:nvSpPr>
        <p:spPr>
          <a:xfrm>
            <a:off x="1685163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noGrp="1"/>
          </p:cNvSpPr>
          <p:nvPr/>
        </p:nvSpPr>
        <p:spPr>
          <a:xfrm>
            <a:off x="1761569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noGrp="1"/>
          </p:cNvSpPr>
          <p:nvPr/>
        </p:nvSpPr>
        <p:spPr>
          <a:xfrm>
            <a:off x="181836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noGrp="1"/>
          </p:cNvSpPr>
          <p:nvPr/>
        </p:nvSpPr>
        <p:spPr>
          <a:xfrm>
            <a:off x="1850558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noGrp="1"/>
          </p:cNvSpPr>
          <p:nvPr/>
        </p:nvSpPr>
        <p:spPr>
          <a:xfrm>
            <a:off x="1888656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noGrp="1"/>
          </p:cNvSpPr>
          <p:nvPr/>
        </p:nvSpPr>
        <p:spPr>
          <a:xfrm>
            <a:off x="192084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noGrp="1"/>
          </p:cNvSpPr>
          <p:nvPr/>
        </p:nvSpPr>
        <p:spPr>
          <a:xfrm>
            <a:off x="1955815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noGrp="1"/>
          </p:cNvSpPr>
          <p:nvPr/>
        </p:nvSpPr>
        <p:spPr>
          <a:xfrm>
            <a:off x="2032221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noGrp="1"/>
          </p:cNvSpPr>
          <p:nvPr/>
        </p:nvSpPr>
        <p:spPr>
          <a:xfrm>
            <a:off x="2089021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noGrp="1"/>
          </p:cNvSpPr>
          <p:nvPr/>
        </p:nvSpPr>
        <p:spPr>
          <a:xfrm>
            <a:off x="2138382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noGrp="1"/>
          </p:cNvSpPr>
          <p:nvPr/>
        </p:nvSpPr>
        <p:spPr>
          <a:xfrm>
            <a:off x="220867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noGrp="1"/>
          </p:cNvSpPr>
          <p:nvPr/>
        </p:nvSpPr>
        <p:spPr>
          <a:xfrm>
            <a:off x="2285075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noGrp="1"/>
          </p:cNvSpPr>
          <p:nvPr/>
        </p:nvSpPr>
        <p:spPr>
          <a:xfrm>
            <a:off x="2344656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noGrp="1"/>
          </p:cNvSpPr>
          <p:nvPr/>
        </p:nvSpPr>
        <p:spPr>
          <a:xfrm>
            <a:off x="2416334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noGrp="1"/>
          </p:cNvSpPr>
          <p:nvPr/>
        </p:nvSpPr>
        <p:spPr>
          <a:xfrm>
            <a:off x="245992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noGrp="1"/>
          </p:cNvSpPr>
          <p:nvPr/>
        </p:nvSpPr>
        <p:spPr>
          <a:xfrm>
            <a:off x="249489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noGrp="1"/>
          </p:cNvSpPr>
          <p:nvPr/>
        </p:nvSpPr>
        <p:spPr>
          <a:xfrm>
            <a:off x="2566573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noGrp="1"/>
          </p:cNvSpPr>
          <p:nvPr/>
        </p:nvSpPr>
        <p:spPr>
          <a:xfrm>
            <a:off x="263394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noGrp="1"/>
          </p:cNvSpPr>
          <p:nvPr/>
        </p:nvSpPr>
        <p:spPr>
          <a:xfrm>
            <a:off x="2705619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noGrp="1"/>
          </p:cNvSpPr>
          <p:nvPr/>
        </p:nvSpPr>
        <p:spPr>
          <a:xfrm>
            <a:off x="274058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noGrp="1"/>
          </p:cNvSpPr>
          <p:nvPr/>
        </p:nvSpPr>
        <p:spPr>
          <a:xfrm>
            <a:off x="2772778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noGrp="1"/>
          </p:cNvSpPr>
          <p:nvPr/>
        </p:nvSpPr>
        <p:spPr>
          <a:xfrm>
            <a:off x="2848557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noGrp="1"/>
          </p:cNvSpPr>
          <p:nvPr/>
        </p:nvSpPr>
        <p:spPr>
          <a:xfrm>
            <a:off x="2928717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noGrp="1"/>
          </p:cNvSpPr>
          <p:nvPr/>
        </p:nvSpPr>
        <p:spPr>
          <a:xfrm>
            <a:off x="3014995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noGrp="1"/>
          </p:cNvSpPr>
          <p:nvPr/>
        </p:nvSpPr>
        <p:spPr>
          <a:xfrm>
            <a:off x="3107947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noGrp="1"/>
          </p:cNvSpPr>
          <p:nvPr/>
        </p:nvSpPr>
        <p:spPr>
          <a:xfrm>
            <a:off x="318448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1" name="text_1990">
            <a:extLst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noGrp="1"/>
          </p:cNvSpPr>
          <p:nvPr/>
        </p:nvSpPr>
        <p:spPr>
          <a:xfrm>
            <a:off x="3234999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2" name="text_1991">
            <a:extLst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noGrp="1"/>
          </p:cNvSpPr>
          <p:nvPr/>
        </p:nvSpPr>
        <p:spPr>
          <a:xfrm>
            <a:off x="3261619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noGrp="1"/>
          </p:cNvSpPr>
          <p:nvPr/>
        </p:nvSpPr>
        <p:spPr>
          <a:xfrm>
            <a:off x="4238278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noGrp="1"/>
          </p:cNvSpPr>
          <p:nvPr/>
        </p:nvSpPr>
        <p:spPr>
          <a:xfrm>
            <a:off x="4238278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noGrp="1"/>
          </p:cNvSpPr>
          <p:nvPr/>
        </p:nvSpPr>
        <p:spPr>
          <a:xfrm>
            <a:off x="4238278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noGrp="1"/>
          </p:cNvSpPr>
          <p:nvPr/>
        </p:nvSpPr>
        <p:spPr>
          <a:xfrm>
            <a:off x="4238278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noGrp="1"/>
          </p:cNvSpPr>
          <p:nvPr/>
        </p:nvSpPr>
        <p:spPr>
          <a:xfrm>
            <a:off x="4238278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noGrp="1"/>
          </p:cNvSpPr>
          <p:nvPr/>
        </p:nvSpPr>
        <p:spPr>
          <a:xfrm>
            <a:off x="4238278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noGrp="1"/>
          </p:cNvSpPr>
          <p:nvPr/>
        </p:nvSpPr>
        <p:spPr>
          <a:xfrm>
            <a:off x="4238278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noGrp="1"/>
          </p:cNvSpPr>
          <p:nvPr/>
        </p:nvSpPr>
        <p:spPr>
          <a:xfrm>
            <a:off x="4238278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noGrp="1"/>
          </p:cNvSpPr>
          <p:nvPr/>
        </p:nvSpPr>
        <p:spPr>
          <a:xfrm>
            <a:off x="4238278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noGrp="1"/>
          </p:cNvSpPr>
          <p:nvPr/>
        </p:nvSpPr>
        <p:spPr>
          <a:xfrm>
            <a:off x="4238278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noGrp="1"/>
          </p:cNvSpPr>
          <p:nvPr/>
        </p:nvSpPr>
        <p:spPr>
          <a:xfrm>
            <a:off x="4238278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noGrp="1"/>
          </p:cNvSpPr>
          <p:nvPr/>
        </p:nvSpPr>
        <p:spPr>
          <a:xfrm>
            <a:off x="4238278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noGrp="1"/>
          </p:cNvSpPr>
          <p:nvPr/>
        </p:nvSpPr>
        <p:spPr>
          <a:xfrm>
            <a:off x="4238278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noGrp="1"/>
          </p:cNvSpPr>
          <p:nvPr/>
        </p:nvSpPr>
        <p:spPr>
          <a:xfrm>
            <a:off x="4238278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noGrp="1"/>
          </p:cNvSpPr>
          <p:nvPr/>
        </p:nvSpPr>
        <p:spPr>
          <a:xfrm>
            <a:off x="4238278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noGrp="1"/>
          </p:cNvSpPr>
          <p:nvPr/>
        </p:nvSpPr>
        <p:spPr>
          <a:xfrm>
            <a:off x="4238278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noGrp="1"/>
          </p:cNvSpPr>
          <p:nvPr/>
        </p:nvSpPr>
        <p:spPr>
          <a:xfrm>
            <a:off x="4238278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noGrp="1"/>
          </p:cNvSpPr>
          <p:nvPr/>
        </p:nvSpPr>
        <p:spPr>
          <a:xfrm>
            <a:off x="4238278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noGrp="1"/>
          </p:cNvSpPr>
          <p:nvPr/>
        </p:nvSpPr>
        <p:spPr>
          <a:xfrm>
            <a:off x="4238278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noGrp="1"/>
          </p:cNvSpPr>
          <p:nvPr/>
        </p:nvSpPr>
        <p:spPr>
          <a:xfrm>
            <a:off x="4238278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noGrp="1"/>
          </p:cNvSpPr>
          <p:nvPr/>
        </p:nvSpPr>
        <p:spPr>
          <a:xfrm>
            <a:off x="4238278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noGrp="1"/>
          </p:cNvSpPr>
          <p:nvPr/>
        </p:nvSpPr>
        <p:spPr>
          <a:xfrm>
            <a:off x="4238278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noGrp="1"/>
          </p:cNvSpPr>
          <p:nvPr/>
        </p:nvSpPr>
        <p:spPr>
          <a:xfrm>
            <a:off x="4238278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noGrp="1"/>
          </p:cNvSpPr>
          <p:nvPr/>
        </p:nvSpPr>
        <p:spPr>
          <a:xfrm>
            <a:off x="4238278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noGrp="1"/>
          </p:cNvSpPr>
          <p:nvPr/>
        </p:nvSpPr>
        <p:spPr>
          <a:xfrm>
            <a:off x="4238278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noGrp="1"/>
          </p:cNvSpPr>
          <p:nvPr/>
        </p:nvSpPr>
        <p:spPr>
          <a:xfrm>
            <a:off x="4238278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noGrp="1"/>
          </p:cNvSpPr>
          <p:nvPr/>
        </p:nvSpPr>
        <p:spPr>
          <a:xfrm>
            <a:off x="4238278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noGrp="1"/>
          </p:cNvSpPr>
          <p:nvPr/>
        </p:nvSpPr>
        <p:spPr>
          <a:xfrm>
            <a:off x="4238278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noGrp="1"/>
          </p:cNvSpPr>
          <p:nvPr/>
        </p:nvSpPr>
        <p:spPr>
          <a:xfrm>
            <a:off x="4238278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noGrp="1"/>
          </p:cNvSpPr>
          <p:nvPr/>
        </p:nvSpPr>
        <p:spPr>
          <a:xfrm>
            <a:off x="4238278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noGrp="1"/>
          </p:cNvSpPr>
          <p:nvPr/>
        </p:nvSpPr>
        <p:spPr>
          <a:xfrm>
            <a:off x="4238278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noGrp="1"/>
          </p:cNvSpPr>
          <p:nvPr/>
        </p:nvSpPr>
        <p:spPr>
          <a:xfrm>
            <a:off x="4238278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noGrp="1"/>
          </p:cNvSpPr>
          <p:nvPr/>
        </p:nvSpPr>
        <p:spPr>
          <a:xfrm>
            <a:off x="4238278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noGrp="1"/>
          </p:cNvSpPr>
          <p:nvPr/>
        </p:nvSpPr>
        <p:spPr>
          <a:xfrm>
            <a:off x="4238278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noGrp="1"/>
          </p:cNvSpPr>
          <p:nvPr/>
        </p:nvSpPr>
        <p:spPr>
          <a:xfrm>
            <a:off x="4238278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noGrp="1"/>
          </p:cNvSpPr>
          <p:nvPr/>
        </p:nvSpPr>
        <p:spPr>
          <a:xfrm>
            <a:off x="4238278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noGrp="1"/>
          </p:cNvSpPr>
          <p:nvPr/>
        </p:nvSpPr>
        <p:spPr>
          <a:xfrm>
            <a:off x="4238278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noGrp="1"/>
          </p:cNvSpPr>
          <p:nvPr/>
        </p:nvSpPr>
        <p:spPr>
          <a:xfrm>
            <a:off x="4238278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noGrp="1"/>
          </p:cNvSpPr>
          <p:nvPr/>
        </p:nvSpPr>
        <p:spPr>
          <a:xfrm>
            <a:off x="4238278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noGrp="1"/>
          </p:cNvSpPr>
          <p:nvPr/>
        </p:nvSpPr>
        <p:spPr>
          <a:xfrm>
            <a:off x="4238278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noGrp="1"/>
          </p:cNvSpPr>
          <p:nvPr/>
        </p:nvSpPr>
        <p:spPr>
          <a:xfrm>
            <a:off x="4238278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noGrp="1"/>
          </p:cNvSpPr>
          <p:nvPr/>
        </p:nvSpPr>
        <p:spPr>
          <a:xfrm>
            <a:off x="4238278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noGrp="1"/>
          </p:cNvSpPr>
          <p:nvPr/>
        </p:nvSpPr>
        <p:spPr>
          <a:xfrm>
            <a:off x="4238278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noGrp="1"/>
          </p:cNvSpPr>
          <p:nvPr/>
        </p:nvSpPr>
        <p:spPr>
          <a:xfrm>
            <a:off x="4238278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noGrp="1"/>
          </p:cNvSpPr>
          <p:nvPr/>
        </p:nvSpPr>
        <p:spPr>
          <a:xfrm>
            <a:off x="4238278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noGrp="1"/>
          </p:cNvSpPr>
          <p:nvPr/>
        </p:nvSpPr>
        <p:spPr>
          <a:xfrm>
            <a:off x="4238278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noGrp="1"/>
          </p:cNvSpPr>
          <p:nvPr/>
        </p:nvSpPr>
        <p:spPr>
          <a:xfrm>
            <a:off x="4238278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noGrp="1"/>
          </p:cNvSpPr>
          <p:nvPr/>
        </p:nvSpPr>
        <p:spPr>
          <a:xfrm>
            <a:off x="4238278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noGrp="1"/>
          </p:cNvSpPr>
          <p:nvPr/>
        </p:nvSpPr>
        <p:spPr>
          <a:xfrm>
            <a:off x="4238278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noGrp="1"/>
          </p:cNvSpPr>
          <p:nvPr/>
        </p:nvSpPr>
        <p:spPr>
          <a:xfrm>
            <a:off x="4238278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noGrp="1"/>
          </p:cNvSpPr>
          <p:nvPr/>
        </p:nvSpPr>
        <p:spPr>
          <a:xfrm>
            <a:off x="4238278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noGrp="1"/>
          </p:cNvSpPr>
          <p:nvPr/>
        </p:nvSpPr>
        <p:spPr>
          <a:xfrm>
            <a:off x="4238278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noGrp="1"/>
          </p:cNvSpPr>
          <p:nvPr/>
        </p:nvSpPr>
        <p:spPr>
          <a:xfrm>
            <a:off x="4238278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noGrp="1"/>
          </p:cNvSpPr>
          <p:nvPr/>
        </p:nvSpPr>
        <p:spPr>
          <a:xfrm>
            <a:off x="4238278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noGrp="1"/>
          </p:cNvSpPr>
          <p:nvPr/>
        </p:nvSpPr>
        <p:spPr>
          <a:xfrm>
            <a:off x="4238278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noGrp="1"/>
          </p:cNvSpPr>
          <p:nvPr/>
        </p:nvSpPr>
        <p:spPr>
          <a:xfrm>
            <a:off x="4238278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noGrp="1"/>
          </p:cNvSpPr>
          <p:nvPr/>
        </p:nvSpPr>
        <p:spPr>
          <a:xfrm>
            <a:off x="4238278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noGrp="1"/>
          </p:cNvSpPr>
          <p:nvPr/>
        </p:nvSpPr>
        <p:spPr>
          <a:xfrm>
            <a:off x="4238278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noGrp="1"/>
          </p:cNvSpPr>
          <p:nvPr/>
        </p:nvSpPr>
        <p:spPr>
          <a:xfrm>
            <a:off x="4238278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noGrp="1"/>
          </p:cNvSpPr>
          <p:nvPr/>
        </p:nvSpPr>
        <p:spPr>
          <a:xfrm>
            <a:off x="4238278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noGrp="1"/>
          </p:cNvSpPr>
          <p:nvPr/>
        </p:nvSpPr>
        <p:spPr>
          <a:xfrm>
            <a:off x="4238278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noGrp="1"/>
          </p:cNvSpPr>
          <p:nvPr/>
        </p:nvSpPr>
        <p:spPr>
          <a:xfrm>
            <a:off x="4238278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noGrp="1"/>
          </p:cNvSpPr>
          <p:nvPr/>
        </p:nvSpPr>
        <p:spPr>
          <a:xfrm>
            <a:off x="4238278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noGrp="1"/>
          </p:cNvSpPr>
          <p:nvPr/>
        </p:nvSpPr>
        <p:spPr>
          <a:xfrm>
            <a:off x="4238278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noGrp="1"/>
          </p:cNvSpPr>
          <p:nvPr/>
        </p:nvSpPr>
        <p:spPr>
          <a:xfrm>
            <a:off x="4238278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noGrp="1"/>
          </p:cNvSpPr>
          <p:nvPr/>
        </p:nvSpPr>
        <p:spPr>
          <a:xfrm>
            <a:off x="4238278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noGrp="1"/>
          </p:cNvSpPr>
          <p:nvPr/>
        </p:nvSpPr>
        <p:spPr>
          <a:xfrm>
            <a:off x="4238278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noGrp="1"/>
          </p:cNvSpPr>
          <p:nvPr/>
        </p:nvSpPr>
        <p:spPr>
          <a:xfrm>
            <a:off x="4238278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noGrp="1"/>
          </p:cNvSpPr>
          <p:nvPr/>
        </p:nvSpPr>
        <p:spPr>
          <a:xfrm>
            <a:off x="4238278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noGrp="1"/>
          </p:cNvSpPr>
          <p:nvPr/>
        </p:nvSpPr>
        <p:spPr>
          <a:xfrm>
            <a:off x="4238278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noGrp="1"/>
          </p:cNvSpPr>
          <p:nvPr/>
        </p:nvSpPr>
        <p:spPr>
          <a:xfrm>
            <a:off x="4238278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noGrp="1"/>
          </p:cNvSpPr>
          <p:nvPr/>
        </p:nvSpPr>
        <p:spPr>
          <a:xfrm>
            <a:off x="4238278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noGrp="1"/>
          </p:cNvSpPr>
          <p:nvPr/>
        </p:nvSpPr>
        <p:spPr>
          <a:xfrm>
            <a:off x="4238278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noGrp="1"/>
          </p:cNvSpPr>
          <p:nvPr/>
        </p:nvSpPr>
        <p:spPr>
          <a:xfrm>
            <a:off x="4238278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noGrp="1"/>
          </p:cNvSpPr>
          <p:nvPr/>
        </p:nvSpPr>
        <p:spPr>
          <a:xfrm>
            <a:off x="4238278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noGrp="1"/>
          </p:cNvSpPr>
          <p:nvPr/>
        </p:nvSpPr>
        <p:spPr>
          <a:xfrm>
            <a:off x="4238278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noGrp="1"/>
          </p:cNvSpPr>
          <p:nvPr/>
        </p:nvSpPr>
        <p:spPr>
          <a:xfrm>
            <a:off x="4238278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noGrp="1"/>
          </p:cNvSpPr>
          <p:nvPr/>
        </p:nvSpPr>
        <p:spPr>
          <a:xfrm>
            <a:off x="4238278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noGrp="1"/>
          </p:cNvSpPr>
          <p:nvPr/>
        </p:nvSpPr>
        <p:spPr>
          <a:xfrm>
            <a:off x="4238278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noGrp="1"/>
          </p:cNvSpPr>
          <p:nvPr/>
        </p:nvSpPr>
        <p:spPr>
          <a:xfrm>
            <a:off x="4238278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noGrp="1"/>
          </p:cNvSpPr>
          <p:nvPr/>
        </p:nvSpPr>
        <p:spPr>
          <a:xfrm>
            <a:off x="4238278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noGrp="1"/>
          </p:cNvSpPr>
          <p:nvPr/>
        </p:nvSpPr>
        <p:spPr>
          <a:xfrm>
            <a:off x="4238278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noGrp="1"/>
          </p:cNvSpPr>
          <p:nvPr/>
        </p:nvSpPr>
        <p:spPr>
          <a:xfrm>
            <a:off x="4238278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noGrp="1"/>
          </p:cNvSpPr>
          <p:nvPr/>
        </p:nvSpPr>
        <p:spPr>
          <a:xfrm>
            <a:off x="4238278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noGrp="1"/>
          </p:cNvSpPr>
          <p:nvPr/>
        </p:nvSpPr>
        <p:spPr>
          <a:xfrm>
            <a:off x="4238278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noGrp="1"/>
          </p:cNvSpPr>
          <p:nvPr/>
        </p:nvSpPr>
        <p:spPr>
          <a:xfrm>
            <a:off x="4238278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noGrp="1"/>
          </p:cNvSpPr>
          <p:nvPr/>
        </p:nvSpPr>
        <p:spPr>
          <a:xfrm>
            <a:off x="4238278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noGrp="1"/>
          </p:cNvSpPr>
          <p:nvPr/>
        </p:nvSpPr>
        <p:spPr>
          <a:xfrm>
            <a:off x="4238278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noGrp="1"/>
          </p:cNvSpPr>
          <p:nvPr/>
        </p:nvSpPr>
        <p:spPr>
          <a:xfrm>
            <a:off x="4238278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noGrp="1"/>
          </p:cNvSpPr>
          <p:nvPr/>
        </p:nvSpPr>
        <p:spPr>
          <a:xfrm>
            <a:off x="4238278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noGrp="1"/>
          </p:cNvSpPr>
          <p:nvPr/>
        </p:nvSpPr>
        <p:spPr>
          <a:xfrm>
            <a:off x="4238278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noGrp="1"/>
          </p:cNvSpPr>
          <p:nvPr/>
        </p:nvSpPr>
        <p:spPr>
          <a:xfrm>
            <a:off x="4238278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noGrp="1"/>
          </p:cNvSpPr>
          <p:nvPr/>
        </p:nvSpPr>
        <p:spPr>
          <a:xfrm>
            <a:off x="4238278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noGrp="1"/>
          </p:cNvSpPr>
          <p:nvPr/>
        </p:nvSpPr>
        <p:spPr>
          <a:xfrm>
            <a:off x="4238278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noGrp="1"/>
          </p:cNvSpPr>
          <p:nvPr/>
        </p:nvSpPr>
        <p:spPr>
          <a:xfrm>
            <a:off x="4238278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noGrp="1"/>
          </p:cNvSpPr>
          <p:nvPr/>
        </p:nvSpPr>
        <p:spPr>
          <a:xfrm>
            <a:off x="4238278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noGrp="1"/>
          </p:cNvSpPr>
          <p:nvPr/>
        </p:nvSpPr>
        <p:spPr>
          <a:xfrm>
            <a:off x="4238278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noGrp="1"/>
          </p:cNvSpPr>
          <p:nvPr/>
        </p:nvSpPr>
        <p:spPr>
          <a:xfrm>
            <a:off x="4238278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noGrp="1"/>
          </p:cNvSpPr>
          <p:nvPr/>
        </p:nvSpPr>
        <p:spPr>
          <a:xfrm>
            <a:off x="4238278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noGrp="1"/>
          </p:cNvSpPr>
          <p:nvPr/>
        </p:nvSpPr>
        <p:spPr>
          <a:xfrm>
            <a:off x="4238278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noGrp="1"/>
          </p:cNvSpPr>
          <p:nvPr/>
        </p:nvSpPr>
        <p:spPr>
          <a:xfrm>
            <a:off x="4238278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noGrp="1"/>
          </p:cNvSpPr>
          <p:nvPr/>
        </p:nvSpPr>
        <p:spPr>
          <a:xfrm>
            <a:off x="4238278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noGrp="1"/>
          </p:cNvSpPr>
          <p:nvPr/>
        </p:nvSpPr>
        <p:spPr>
          <a:xfrm>
            <a:off x="4238278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noGrp="1"/>
          </p:cNvSpPr>
          <p:nvPr/>
        </p:nvSpPr>
        <p:spPr>
          <a:xfrm>
            <a:off x="4238278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noGrp="1"/>
          </p:cNvSpPr>
          <p:nvPr/>
        </p:nvSpPr>
        <p:spPr>
          <a:xfrm>
            <a:off x="4238278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noGrp="1"/>
          </p:cNvSpPr>
          <p:nvPr/>
        </p:nvSpPr>
        <p:spPr>
          <a:xfrm>
            <a:off x="4238278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noGrp="1"/>
          </p:cNvSpPr>
          <p:nvPr/>
        </p:nvSpPr>
        <p:spPr>
          <a:xfrm>
            <a:off x="4238278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noGrp="1"/>
          </p:cNvSpPr>
          <p:nvPr/>
        </p:nvSpPr>
        <p:spPr>
          <a:xfrm>
            <a:off x="4238278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noGrp="1"/>
          </p:cNvSpPr>
          <p:nvPr/>
        </p:nvSpPr>
        <p:spPr>
          <a:xfrm>
            <a:off x="4238278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noGrp="1"/>
          </p:cNvSpPr>
          <p:nvPr/>
        </p:nvSpPr>
        <p:spPr>
          <a:xfrm>
            <a:off x="4238278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noGrp="1"/>
          </p:cNvSpPr>
          <p:nvPr/>
        </p:nvSpPr>
        <p:spPr>
          <a:xfrm>
            <a:off x="4238278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noGrp="1"/>
          </p:cNvSpPr>
          <p:nvPr/>
        </p:nvSpPr>
        <p:spPr>
          <a:xfrm>
            <a:off x="4238278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noGrp="1"/>
          </p:cNvSpPr>
          <p:nvPr/>
        </p:nvSpPr>
        <p:spPr>
          <a:xfrm>
            <a:off x="4238278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noGrp="1"/>
          </p:cNvSpPr>
          <p:nvPr/>
        </p:nvSpPr>
        <p:spPr>
          <a:xfrm>
            <a:off x="4238278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noGrp="1"/>
          </p:cNvSpPr>
          <p:nvPr/>
        </p:nvSpPr>
        <p:spPr>
          <a:xfrm>
            <a:off x="4238278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noGrp="1"/>
          </p:cNvSpPr>
          <p:nvPr/>
        </p:nvSpPr>
        <p:spPr>
          <a:xfrm>
            <a:off x="4238278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noGrp="1"/>
          </p:cNvSpPr>
          <p:nvPr/>
        </p:nvSpPr>
        <p:spPr>
          <a:xfrm>
            <a:off x="4238278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noGrp="1"/>
          </p:cNvSpPr>
          <p:nvPr/>
        </p:nvSpPr>
        <p:spPr>
          <a:xfrm>
            <a:off x="4238278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noGrp="1"/>
          </p:cNvSpPr>
          <p:nvPr/>
        </p:nvSpPr>
        <p:spPr>
          <a:xfrm>
            <a:off x="4238278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noGrp="1"/>
          </p:cNvSpPr>
          <p:nvPr/>
        </p:nvSpPr>
        <p:spPr>
          <a:xfrm>
            <a:off x="4238278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noGrp="1"/>
          </p:cNvSpPr>
          <p:nvPr/>
        </p:nvSpPr>
        <p:spPr>
          <a:xfrm>
            <a:off x="4238278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noGrp="1"/>
          </p:cNvSpPr>
          <p:nvPr/>
        </p:nvSpPr>
        <p:spPr>
          <a:xfrm>
            <a:off x="4238278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noGrp="1"/>
          </p:cNvSpPr>
          <p:nvPr/>
        </p:nvSpPr>
        <p:spPr>
          <a:xfrm>
            <a:off x="4238278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noGrp="1"/>
          </p:cNvSpPr>
          <p:nvPr/>
        </p:nvSpPr>
        <p:spPr>
          <a:xfrm>
            <a:off x="4238278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noGrp="1"/>
          </p:cNvSpPr>
          <p:nvPr/>
        </p:nvSpPr>
        <p:spPr>
          <a:xfrm>
            <a:off x="4238278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noGrp="1"/>
          </p:cNvSpPr>
          <p:nvPr/>
        </p:nvSpPr>
        <p:spPr>
          <a:xfrm>
            <a:off x="4238278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noGrp="1"/>
          </p:cNvSpPr>
          <p:nvPr/>
        </p:nvSpPr>
        <p:spPr>
          <a:xfrm>
            <a:off x="4238278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noGrp="1"/>
          </p:cNvSpPr>
          <p:nvPr/>
        </p:nvSpPr>
        <p:spPr>
          <a:xfrm>
            <a:off x="4238278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noGrp="1"/>
          </p:cNvSpPr>
          <p:nvPr/>
        </p:nvSpPr>
        <p:spPr>
          <a:xfrm>
            <a:off x="4238278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noGrp="1"/>
          </p:cNvSpPr>
          <p:nvPr/>
        </p:nvSpPr>
        <p:spPr>
          <a:xfrm>
            <a:off x="4238278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noGrp="1"/>
          </p:cNvSpPr>
          <p:nvPr/>
        </p:nvSpPr>
        <p:spPr>
          <a:xfrm>
            <a:off x="4238278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noGrp="1"/>
          </p:cNvSpPr>
          <p:nvPr/>
        </p:nvSpPr>
        <p:spPr>
          <a:xfrm>
            <a:off x="4238278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noGrp="1"/>
          </p:cNvSpPr>
          <p:nvPr/>
        </p:nvSpPr>
        <p:spPr>
          <a:xfrm>
            <a:off x="4238278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noGrp="1"/>
          </p:cNvSpPr>
          <p:nvPr/>
        </p:nvSpPr>
        <p:spPr>
          <a:xfrm>
            <a:off x="4238278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noGrp="1"/>
          </p:cNvSpPr>
          <p:nvPr/>
        </p:nvSpPr>
        <p:spPr>
          <a:xfrm>
            <a:off x="4238278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noGrp="1"/>
          </p:cNvSpPr>
          <p:nvPr/>
        </p:nvSpPr>
        <p:spPr>
          <a:xfrm>
            <a:off x="4238278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noGrp="1"/>
          </p:cNvSpPr>
          <p:nvPr/>
        </p:nvSpPr>
        <p:spPr>
          <a:xfrm>
            <a:off x="4238278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noGrp="1"/>
          </p:cNvSpPr>
          <p:nvPr/>
        </p:nvSpPr>
        <p:spPr>
          <a:xfrm>
            <a:off x="4238278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noGrp="1"/>
          </p:cNvSpPr>
          <p:nvPr/>
        </p:nvSpPr>
        <p:spPr>
          <a:xfrm>
            <a:off x="4238278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noGrp="1"/>
          </p:cNvSpPr>
          <p:nvPr/>
        </p:nvSpPr>
        <p:spPr>
          <a:xfrm>
            <a:off x="4238278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noGrp="1"/>
          </p:cNvSpPr>
          <p:nvPr/>
        </p:nvSpPr>
        <p:spPr>
          <a:xfrm>
            <a:off x="4238278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noGrp="1"/>
          </p:cNvSpPr>
          <p:nvPr/>
        </p:nvSpPr>
        <p:spPr>
          <a:xfrm>
            <a:off x="4238278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noGrp="1"/>
          </p:cNvSpPr>
          <p:nvPr/>
        </p:nvSpPr>
        <p:spPr>
          <a:xfrm>
            <a:off x="4238278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noGrp="1"/>
          </p:cNvSpPr>
          <p:nvPr/>
        </p:nvSpPr>
        <p:spPr>
          <a:xfrm>
            <a:off x="4238278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noGrp="1"/>
          </p:cNvSpPr>
          <p:nvPr/>
        </p:nvSpPr>
        <p:spPr>
          <a:xfrm>
            <a:off x="4238278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noGrp="1"/>
          </p:cNvSpPr>
          <p:nvPr/>
        </p:nvSpPr>
        <p:spPr>
          <a:xfrm>
            <a:off x="4238278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noGrp="1"/>
          </p:cNvSpPr>
          <p:nvPr/>
        </p:nvSpPr>
        <p:spPr>
          <a:xfrm>
            <a:off x="4238278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noGrp="1"/>
          </p:cNvSpPr>
          <p:nvPr/>
        </p:nvSpPr>
        <p:spPr>
          <a:xfrm>
            <a:off x="4238278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noGrp="1"/>
          </p:cNvSpPr>
          <p:nvPr/>
        </p:nvSpPr>
        <p:spPr>
          <a:xfrm>
            <a:off x="4238278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noGrp="1"/>
          </p:cNvSpPr>
          <p:nvPr/>
        </p:nvSpPr>
        <p:spPr>
          <a:xfrm>
            <a:off x="4238278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noGrp="1"/>
          </p:cNvSpPr>
          <p:nvPr/>
        </p:nvSpPr>
        <p:spPr>
          <a:xfrm>
            <a:off x="4238278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noGrp="1"/>
          </p:cNvSpPr>
          <p:nvPr/>
        </p:nvSpPr>
        <p:spPr>
          <a:xfrm>
            <a:off x="4238278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noGrp="1"/>
          </p:cNvSpPr>
          <p:nvPr/>
        </p:nvSpPr>
        <p:spPr>
          <a:xfrm>
            <a:off x="4238278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noGrp="1"/>
          </p:cNvSpPr>
          <p:nvPr/>
        </p:nvSpPr>
        <p:spPr>
          <a:xfrm>
            <a:off x="4238278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noGrp="1"/>
          </p:cNvSpPr>
          <p:nvPr/>
        </p:nvSpPr>
        <p:spPr>
          <a:xfrm>
            <a:off x="4238278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noGrp="1"/>
          </p:cNvSpPr>
          <p:nvPr/>
        </p:nvSpPr>
        <p:spPr>
          <a:xfrm>
            <a:off x="4238278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noGrp="1"/>
          </p:cNvSpPr>
          <p:nvPr/>
        </p:nvSpPr>
        <p:spPr>
          <a:xfrm>
            <a:off x="4238278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noGrp="1"/>
          </p:cNvSpPr>
          <p:nvPr/>
        </p:nvSpPr>
        <p:spPr>
          <a:xfrm>
            <a:off x="4238278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noGrp="1"/>
          </p:cNvSpPr>
          <p:nvPr/>
        </p:nvSpPr>
        <p:spPr>
          <a:xfrm>
            <a:off x="4238278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noGrp="1"/>
          </p:cNvSpPr>
          <p:nvPr/>
        </p:nvSpPr>
        <p:spPr>
          <a:xfrm>
            <a:off x="4238278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noGrp="1"/>
          </p:cNvSpPr>
          <p:nvPr/>
        </p:nvSpPr>
        <p:spPr>
          <a:xfrm>
            <a:off x="4238278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noGrp="1"/>
          </p:cNvSpPr>
          <p:nvPr/>
        </p:nvSpPr>
        <p:spPr>
          <a:xfrm>
            <a:off x="4238278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noGrp="1"/>
          </p:cNvSpPr>
          <p:nvPr/>
        </p:nvSpPr>
        <p:spPr>
          <a:xfrm>
            <a:off x="4238278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noGrp="1"/>
          </p:cNvSpPr>
          <p:nvPr/>
        </p:nvSpPr>
        <p:spPr>
          <a:xfrm>
            <a:off x="4238278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noGrp="1"/>
          </p:cNvSpPr>
          <p:nvPr/>
        </p:nvSpPr>
        <p:spPr>
          <a:xfrm>
            <a:off x="4238278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noGrp="1"/>
          </p:cNvSpPr>
          <p:nvPr/>
        </p:nvSpPr>
        <p:spPr>
          <a:xfrm>
            <a:off x="4238278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noGrp="1"/>
          </p:cNvSpPr>
          <p:nvPr/>
        </p:nvSpPr>
        <p:spPr>
          <a:xfrm>
            <a:off x="4238278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noGrp="1"/>
          </p:cNvSpPr>
          <p:nvPr/>
        </p:nvSpPr>
        <p:spPr>
          <a:xfrm>
            <a:off x="4238278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noGrp="1"/>
          </p:cNvSpPr>
          <p:nvPr/>
        </p:nvSpPr>
        <p:spPr>
          <a:xfrm>
            <a:off x="4238278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noGrp="1"/>
          </p:cNvSpPr>
          <p:nvPr/>
        </p:nvSpPr>
        <p:spPr>
          <a:xfrm>
            <a:off x="4238278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noGrp="1"/>
          </p:cNvSpPr>
          <p:nvPr/>
        </p:nvSpPr>
        <p:spPr>
          <a:xfrm>
            <a:off x="4238278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noGrp="1"/>
          </p:cNvSpPr>
          <p:nvPr/>
        </p:nvSpPr>
        <p:spPr>
          <a:xfrm>
            <a:off x="4238278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noGrp="1"/>
          </p:cNvSpPr>
          <p:nvPr/>
        </p:nvSpPr>
        <p:spPr>
          <a:xfrm>
            <a:off x="4238278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noGrp="1"/>
          </p:cNvSpPr>
          <p:nvPr/>
        </p:nvSpPr>
        <p:spPr>
          <a:xfrm>
            <a:off x="4238278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noGrp="1"/>
          </p:cNvSpPr>
          <p:nvPr/>
        </p:nvSpPr>
        <p:spPr>
          <a:xfrm>
            <a:off x="4238278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noGrp="1"/>
          </p:cNvSpPr>
          <p:nvPr/>
        </p:nvSpPr>
        <p:spPr>
          <a:xfrm>
            <a:off x="4238278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noGrp="1"/>
          </p:cNvSpPr>
          <p:nvPr/>
        </p:nvSpPr>
        <p:spPr>
          <a:xfrm>
            <a:off x="4238278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noGrp="1"/>
          </p:cNvSpPr>
          <p:nvPr/>
        </p:nvSpPr>
        <p:spPr>
          <a:xfrm>
            <a:off x="4238278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noGrp="1"/>
          </p:cNvSpPr>
          <p:nvPr/>
        </p:nvSpPr>
        <p:spPr>
          <a:xfrm>
            <a:off x="4238278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noGrp="1"/>
          </p:cNvSpPr>
          <p:nvPr/>
        </p:nvSpPr>
        <p:spPr>
          <a:xfrm>
            <a:off x="4238278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noGrp="1"/>
          </p:cNvSpPr>
          <p:nvPr/>
        </p:nvSpPr>
        <p:spPr>
          <a:xfrm>
            <a:off x="4238278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noGrp="1"/>
          </p:cNvSpPr>
          <p:nvPr/>
        </p:nvSpPr>
        <p:spPr>
          <a:xfrm>
            <a:off x="4238278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noGrp="1"/>
          </p:cNvSpPr>
          <p:nvPr/>
        </p:nvSpPr>
        <p:spPr>
          <a:xfrm>
            <a:off x="4238278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noGrp="1"/>
          </p:cNvSpPr>
          <p:nvPr/>
        </p:nvSpPr>
        <p:spPr>
          <a:xfrm>
            <a:off x="4238278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noGrp="1"/>
          </p:cNvSpPr>
          <p:nvPr/>
        </p:nvSpPr>
        <p:spPr>
          <a:xfrm>
            <a:off x="4238278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noGrp="1"/>
          </p:cNvSpPr>
          <p:nvPr/>
        </p:nvSpPr>
        <p:spPr>
          <a:xfrm>
            <a:off x="4238278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noGrp="1"/>
          </p:cNvSpPr>
          <p:nvPr/>
        </p:nvSpPr>
        <p:spPr>
          <a:xfrm>
            <a:off x="4238278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noGrp="1"/>
          </p:cNvSpPr>
          <p:nvPr/>
        </p:nvSpPr>
        <p:spPr>
          <a:xfrm>
            <a:off x="4238278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noGrp="1"/>
          </p:cNvSpPr>
          <p:nvPr/>
        </p:nvSpPr>
        <p:spPr>
          <a:xfrm>
            <a:off x="4238278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noGrp="1"/>
          </p:cNvSpPr>
          <p:nvPr/>
        </p:nvSpPr>
        <p:spPr>
          <a:xfrm>
            <a:off x="4238278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noGrp="1"/>
          </p:cNvSpPr>
          <p:nvPr/>
        </p:nvSpPr>
        <p:spPr>
          <a:xfrm>
            <a:off x="4238278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noGrp="1"/>
          </p:cNvSpPr>
          <p:nvPr/>
        </p:nvSpPr>
        <p:spPr>
          <a:xfrm>
            <a:off x="4238278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noGrp="1"/>
          </p:cNvSpPr>
          <p:nvPr/>
        </p:nvSpPr>
        <p:spPr>
          <a:xfrm>
            <a:off x="4238278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noGrp="1"/>
          </p:cNvSpPr>
          <p:nvPr/>
        </p:nvSpPr>
        <p:spPr>
          <a:xfrm>
            <a:off x="4238278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noGrp="1"/>
          </p:cNvSpPr>
          <p:nvPr/>
        </p:nvSpPr>
        <p:spPr>
          <a:xfrm>
            <a:off x="4238278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noGrp="1"/>
          </p:cNvSpPr>
          <p:nvPr/>
        </p:nvSpPr>
        <p:spPr>
          <a:xfrm>
            <a:off x="4238278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noGrp="1"/>
          </p:cNvSpPr>
          <p:nvPr/>
        </p:nvSpPr>
        <p:spPr>
          <a:xfrm>
            <a:off x="4238278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noGrp="1"/>
          </p:cNvSpPr>
          <p:nvPr/>
        </p:nvSpPr>
        <p:spPr>
          <a:xfrm>
            <a:off x="4238278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noGrp="1"/>
          </p:cNvSpPr>
          <p:nvPr/>
        </p:nvSpPr>
        <p:spPr>
          <a:xfrm>
            <a:off x="4238278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noGrp="1"/>
          </p:cNvSpPr>
          <p:nvPr/>
        </p:nvSpPr>
        <p:spPr>
          <a:xfrm>
            <a:off x="4238278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noGrp="1"/>
          </p:cNvSpPr>
          <p:nvPr/>
        </p:nvSpPr>
        <p:spPr>
          <a:xfrm>
            <a:off x="4238278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noGrp="1"/>
          </p:cNvSpPr>
          <p:nvPr/>
        </p:nvSpPr>
        <p:spPr>
          <a:xfrm>
            <a:off x="4238278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noGrp="1"/>
          </p:cNvSpPr>
          <p:nvPr/>
        </p:nvSpPr>
        <p:spPr>
          <a:xfrm>
            <a:off x="4238278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noGrp="1"/>
          </p:cNvSpPr>
          <p:nvPr/>
        </p:nvSpPr>
        <p:spPr>
          <a:xfrm>
            <a:off x="4238278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noGrp="1"/>
          </p:cNvSpPr>
          <p:nvPr/>
        </p:nvSpPr>
        <p:spPr>
          <a:xfrm>
            <a:off x="4238278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noGrp="1"/>
          </p:cNvSpPr>
          <p:nvPr/>
        </p:nvSpPr>
        <p:spPr>
          <a:xfrm>
            <a:off x="4238278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noGrp="1"/>
          </p:cNvSpPr>
          <p:nvPr/>
        </p:nvSpPr>
        <p:spPr>
          <a:xfrm>
            <a:off x="4238278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noGrp="1"/>
          </p:cNvSpPr>
          <p:nvPr/>
        </p:nvSpPr>
        <p:spPr>
          <a:xfrm>
            <a:off x="4238278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noGrp="1"/>
          </p:cNvSpPr>
          <p:nvPr/>
        </p:nvSpPr>
        <p:spPr>
          <a:xfrm>
            <a:off x="4238278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noGrp="1"/>
          </p:cNvSpPr>
          <p:nvPr/>
        </p:nvSpPr>
        <p:spPr>
          <a:xfrm>
            <a:off x="4238278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noGrp="1"/>
          </p:cNvSpPr>
          <p:nvPr/>
        </p:nvSpPr>
        <p:spPr>
          <a:xfrm>
            <a:off x="4238278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noGrp="1"/>
          </p:cNvSpPr>
          <p:nvPr/>
        </p:nvSpPr>
        <p:spPr>
          <a:xfrm>
            <a:off x="4238278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noGrp="1"/>
          </p:cNvSpPr>
          <p:nvPr/>
        </p:nvSpPr>
        <p:spPr>
          <a:xfrm>
            <a:off x="4238278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noGrp="1"/>
          </p:cNvSpPr>
          <p:nvPr/>
        </p:nvSpPr>
        <p:spPr>
          <a:xfrm>
            <a:off x="4238278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noGrp="1"/>
          </p:cNvSpPr>
          <p:nvPr/>
        </p:nvSpPr>
        <p:spPr>
          <a:xfrm>
            <a:off x="4238278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noGrp="1"/>
          </p:cNvSpPr>
          <p:nvPr/>
        </p:nvSpPr>
        <p:spPr>
          <a:xfrm>
            <a:off x="4238278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noGrp="1"/>
          </p:cNvSpPr>
          <p:nvPr/>
        </p:nvSpPr>
        <p:spPr>
          <a:xfrm>
            <a:off x="4238278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noGrp="1"/>
          </p:cNvSpPr>
          <p:nvPr/>
        </p:nvSpPr>
        <p:spPr>
          <a:xfrm>
            <a:off x="4238278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noGrp="1"/>
          </p:cNvSpPr>
          <p:nvPr/>
        </p:nvSpPr>
        <p:spPr>
          <a:xfrm>
            <a:off x="4238278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noGrp="1"/>
          </p:cNvSpPr>
          <p:nvPr/>
        </p:nvSpPr>
        <p:spPr>
          <a:xfrm>
            <a:off x="4238278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noGrp="1"/>
          </p:cNvSpPr>
          <p:nvPr/>
        </p:nvSpPr>
        <p:spPr>
          <a:xfrm>
            <a:off x="4238278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noGrp="1"/>
          </p:cNvSpPr>
          <p:nvPr/>
        </p:nvSpPr>
        <p:spPr>
          <a:xfrm>
            <a:off x="4238278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noGrp="1"/>
          </p:cNvSpPr>
          <p:nvPr/>
        </p:nvSpPr>
        <p:spPr>
          <a:xfrm>
            <a:off x="4238278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noGrp="1"/>
          </p:cNvSpPr>
          <p:nvPr/>
        </p:nvSpPr>
        <p:spPr>
          <a:xfrm>
            <a:off x="4238278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noGrp="1"/>
          </p:cNvSpPr>
          <p:nvPr/>
        </p:nvSpPr>
        <p:spPr>
          <a:xfrm>
            <a:off x="4238278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noGrp="1"/>
          </p:cNvSpPr>
          <p:nvPr/>
        </p:nvSpPr>
        <p:spPr>
          <a:xfrm>
            <a:off x="4238278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noGrp="1"/>
          </p:cNvSpPr>
          <p:nvPr/>
        </p:nvSpPr>
        <p:spPr>
          <a:xfrm>
            <a:off x="4238278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noGrp="1"/>
          </p:cNvSpPr>
          <p:nvPr/>
        </p:nvSpPr>
        <p:spPr>
          <a:xfrm>
            <a:off x="4238278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noGrp="1"/>
          </p:cNvSpPr>
          <p:nvPr/>
        </p:nvSpPr>
        <p:spPr>
          <a:xfrm>
            <a:off x="4238278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noGrp="1"/>
          </p:cNvSpPr>
          <p:nvPr/>
        </p:nvSpPr>
        <p:spPr>
          <a:xfrm>
            <a:off x="4238278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noGrp="1"/>
          </p:cNvSpPr>
          <p:nvPr/>
        </p:nvSpPr>
        <p:spPr>
          <a:xfrm>
            <a:off x="4238278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noGrp="1"/>
          </p:cNvSpPr>
          <p:nvPr/>
        </p:nvSpPr>
        <p:spPr>
          <a:xfrm>
            <a:off x="4238278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noGrp="1"/>
          </p:cNvSpPr>
          <p:nvPr/>
        </p:nvSpPr>
        <p:spPr>
          <a:xfrm>
            <a:off x="4238278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noGrp="1"/>
          </p:cNvSpPr>
          <p:nvPr/>
        </p:nvSpPr>
        <p:spPr>
          <a:xfrm>
            <a:off x="4238278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noGrp="1"/>
          </p:cNvSpPr>
          <p:nvPr/>
        </p:nvSpPr>
        <p:spPr>
          <a:xfrm>
            <a:off x="4238278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noGrp="1"/>
          </p:cNvSpPr>
          <p:nvPr/>
        </p:nvSpPr>
        <p:spPr>
          <a:xfrm>
            <a:off x="4238278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noGrp="1"/>
          </p:cNvSpPr>
          <p:nvPr/>
        </p:nvSpPr>
        <p:spPr>
          <a:xfrm>
            <a:off x="4238278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noGrp="1"/>
          </p:cNvSpPr>
          <p:nvPr/>
        </p:nvSpPr>
        <p:spPr>
          <a:xfrm>
            <a:off x="4238278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noGrp="1"/>
          </p:cNvSpPr>
          <p:nvPr/>
        </p:nvSpPr>
        <p:spPr>
          <a:xfrm>
            <a:off x="4238278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noGrp="1"/>
          </p:cNvSpPr>
          <p:nvPr/>
        </p:nvSpPr>
        <p:spPr>
          <a:xfrm>
            <a:off x="4238278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noGrp="1"/>
          </p:cNvSpPr>
          <p:nvPr/>
        </p:nvSpPr>
        <p:spPr>
          <a:xfrm>
            <a:off x="4238278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noGrp="1"/>
          </p:cNvSpPr>
          <p:nvPr/>
        </p:nvSpPr>
        <p:spPr>
          <a:xfrm>
            <a:off x="4238278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noGrp="1"/>
          </p:cNvSpPr>
          <p:nvPr/>
        </p:nvSpPr>
        <p:spPr>
          <a:xfrm>
            <a:off x="4238278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noGrp="1"/>
          </p:cNvSpPr>
          <p:nvPr/>
        </p:nvSpPr>
        <p:spPr>
          <a:xfrm>
            <a:off x="4238278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noGrp="1"/>
          </p:cNvSpPr>
          <p:nvPr/>
        </p:nvSpPr>
        <p:spPr>
          <a:xfrm>
            <a:off x="4238278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noGrp="1"/>
          </p:cNvSpPr>
          <p:nvPr/>
        </p:nvSpPr>
        <p:spPr>
          <a:xfrm>
            <a:off x="4238278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noGrp="1"/>
          </p:cNvSpPr>
          <p:nvPr/>
        </p:nvSpPr>
        <p:spPr>
          <a:xfrm>
            <a:off x="4238278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noGrp="1"/>
          </p:cNvSpPr>
          <p:nvPr/>
        </p:nvSpPr>
        <p:spPr>
          <a:xfrm>
            <a:off x="4238278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noGrp="1"/>
          </p:cNvSpPr>
          <p:nvPr/>
        </p:nvSpPr>
        <p:spPr>
          <a:xfrm>
            <a:off x="4238278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noGrp="1"/>
          </p:cNvSpPr>
          <p:nvPr/>
        </p:nvSpPr>
        <p:spPr>
          <a:xfrm>
            <a:off x="4238278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noGrp="1"/>
          </p:cNvSpPr>
          <p:nvPr/>
        </p:nvSpPr>
        <p:spPr>
          <a:xfrm>
            <a:off x="4238278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noGrp="1"/>
          </p:cNvSpPr>
          <p:nvPr/>
        </p:nvSpPr>
        <p:spPr>
          <a:xfrm>
            <a:off x="4238278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noGrp="1"/>
          </p:cNvSpPr>
          <p:nvPr/>
        </p:nvSpPr>
        <p:spPr>
          <a:xfrm>
            <a:off x="4238278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noGrp="1"/>
          </p:cNvSpPr>
          <p:nvPr/>
        </p:nvSpPr>
        <p:spPr>
          <a:xfrm>
            <a:off x="4238278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noGrp="1"/>
          </p:cNvSpPr>
          <p:nvPr/>
        </p:nvSpPr>
        <p:spPr>
          <a:xfrm>
            <a:off x="4238278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noGrp="1"/>
          </p:cNvSpPr>
          <p:nvPr/>
        </p:nvSpPr>
        <p:spPr>
          <a:xfrm>
            <a:off x="4328037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noGrp="1"/>
          </p:cNvSpPr>
          <p:nvPr/>
        </p:nvSpPr>
        <p:spPr>
          <a:xfrm>
            <a:off x="4424791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noGrp="1"/>
          </p:cNvSpPr>
          <p:nvPr/>
        </p:nvSpPr>
        <p:spPr>
          <a:xfrm>
            <a:off x="4328037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noGrp="1"/>
          </p:cNvSpPr>
          <p:nvPr/>
        </p:nvSpPr>
        <p:spPr>
          <a:xfrm>
            <a:off x="4424791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noGrp="1"/>
          </p:cNvSpPr>
          <p:nvPr/>
        </p:nvSpPr>
        <p:spPr>
          <a:xfrm>
            <a:off x="4328037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noGrp="1"/>
          </p:cNvSpPr>
          <p:nvPr/>
        </p:nvSpPr>
        <p:spPr>
          <a:xfrm>
            <a:off x="4424791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noGrp="1"/>
          </p:cNvSpPr>
          <p:nvPr/>
        </p:nvSpPr>
        <p:spPr>
          <a:xfrm>
            <a:off x="4328037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noGrp="1"/>
          </p:cNvSpPr>
          <p:nvPr/>
        </p:nvSpPr>
        <p:spPr>
          <a:xfrm>
            <a:off x="4424791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noGrp="1"/>
          </p:cNvSpPr>
          <p:nvPr/>
        </p:nvSpPr>
        <p:spPr>
          <a:xfrm rot="-5400000">
            <a:off x="4258526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noGrp="1"/>
          </p:cNvSpPr>
          <p:nvPr/>
        </p:nvSpPr>
        <p:spPr>
          <a:xfrm>
            <a:off x="5448896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noGrp="1"/>
          </p:cNvSpPr>
          <p:nvPr/>
        </p:nvSpPr>
        <p:spPr>
          <a:xfrm>
            <a:off x="6985848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noGrp="1"/>
          </p:cNvSpPr>
          <p:nvPr/>
        </p:nvSpPr>
        <p:spPr>
          <a:xfrm>
            <a:off x="6905672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noGrp="1"/>
          </p:cNvSpPr>
          <p:nvPr/>
        </p:nvSpPr>
        <p:spPr>
          <a:xfrm>
            <a:off x="8442624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noGrp="1"/>
          </p:cNvSpPr>
          <p:nvPr/>
        </p:nvSpPr>
        <p:spPr>
          <a:xfrm>
            <a:off x="8362448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noGrp="1"/>
          </p:cNvSpPr>
          <p:nvPr/>
        </p:nvSpPr>
        <p:spPr>
          <a:xfrm>
            <a:off x="6620147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noGrp="1"/>
          </p:cNvSpPr>
          <p:nvPr/>
        </p:nvSpPr>
        <p:spPr>
          <a:xfrm>
            <a:off x="6089183" y="7948007"/>
            <a:ext cx="1802303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noGrp="1"/>
          </p:cNvSpPr>
          <p:nvPr/>
        </p:nvSpPr>
        <p:spPr>
          <a:xfrm>
            <a:off x="5485093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noGrp="1"/>
          </p:cNvSpPr>
          <p:nvPr/>
        </p:nvSpPr>
        <p:spPr>
          <a:xfrm>
            <a:off x="5263170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noGrp="1"/>
          </p:cNvSpPr>
          <p:nvPr/>
        </p:nvSpPr>
        <p:spPr>
          <a:xfrm>
            <a:off x="5529072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noGrp="1"/>
          </p:cNvSpPr>
          <p:nvPr/>
        </p:nvSpPr>
        <p:spPr>
          <a:xfrm>
            <a:off x="5485093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noGrp="1"/>
          </p:cNvSpPr>
          <p:nvPr/>
        </p:nvSpPr>
        <p:spPr>
          <a:xfrm>
            <a:off x="5263170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noGrp="1"/>
          </p:cNvSpPr>
          <p:nvPr/>
        </p:nvSpPr>
        <p:spPr>
          <a:xfrm>
            <a:off x="5485093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noGrp="1"/>
          </p:cNvSpPr>
          <p:nvPr/>
        </p:nvSpPr>
        <p:spPr>
          <a:xfrm>
            <a:off x="5263170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noGrp="1"/>
          </p:cNvSpPr>
          <p:nvPr/>
        </p:nvSpPr>
        <p:spPr>
          <a:xfrm rot="-5400000">
            <a:off x="4541497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noGrp="1"/>
          </p:cNvSpPr>
          <p:nvPr/>
        </p:nvSpPr>
        <p:spPr>
          <a:xfrm>
            <a:off x="7875061" y="4646535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noGrp="1"/>
          </p:cNvSpPr>
          <p:nvPr/>
        </p:nvSpPr>
        <p:spPr>
          <a:xfrm>
            <a:off x="7792249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noGrp="1"/>
          </p:cNvSpPr>
          <p:nvPr/>
        </p:nvSpPr>
        <p:spPr>
          <a:xfrm>
            <a:off x="7321796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noGrp="1"/>
          </p:cNvSpPr>
          <p:nvPr/>
        </p:nvSpPr>
        <p:spPr>
          <a:xfrm>
            <a:off x="7812013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noGrp="1"/>
          </p:cNvSpPr>
          <p:nvPr/>
        </p:nvSpPr>
        <p:spPr>
          <a:xfrm>
            <a:off x="6792270" y="5571568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noGrp="1"/>
          </p:cNvSpPr>
          <p:nvPr/>
        </p:nvSpPr>
        <p:spPr>
          <a:xfrm>
            <a:off x="6225746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noGrp="1"/>
          </p:cNvSpPr>
          <p:nvPr/>
        </p:nvSpPr>
        <p:spPr>
          <a:xfrm>
            <a:off x="7699569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noGrp="1"/>
          </p:cNvSpPr>
          <p:nvPr/>
        </p:nvSpPr>
        <p:spPr>
          <a:xfrm>
            <a:off x="6155456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noGrp="1"/>
          </p:cNvSpPr>
          <p:nvPr/>
        </p:nvSpPr>
        <p:spPr>
          <a:xfrm>
            <a:off x="6468542" y="5571568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noGrp="1"/>
          </p:cNvSpPr>
          <p:nvPr/>
        </p:nvSpPr>
        <p:spPr>
          <a:xfrm>
            <a:off x="6031509" y="6568948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noGrp="1"/>
          </p:cNvSpPr>
          <p:nvPr/>
        </p:nvSpPr>
        <p:spPr>
          <a:xfrm>
            <a:off x="6954134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noGrp="1"/>
          </p:cNvSpPr>
          <p:nvPr/>
        </p:nvSpPr>
        <p:spPr>
          <a:xfrm>
            <a:off x="6589940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noGrp="1"/>
          </p:cNvSpPr>
          <p:nvPr/>
        </p:nvSpPr>
        <p:spPr>
          <a:xfrm>
            <a:off x="6111600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noGrp="1"/>
          </p:cNvSpPr>
          <p:nvPr/>
        </p:nvSpPr>
        <p:spPr>
          <a:xfrm>
            <a:off x="5497358" y="6845879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noGrp="1"/>
          </p:cNvSpPr>
          <p:nvPr/>
        </p:nvSpPr>
        <p:spPr>
          <a:xfrm>
            <a:off x="5497358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noGrp="1"/>
          </p:cNvSpPr>
          <p:nvPr/>
        </p:nvSpPr>
        <p:spPr>
          <a:xfrm>
            <a:off x="5545050" y="7466677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noGrp="1"/>
          </p:cNvSpPr>
          <p:nvPr/>
        </p:nvSpPr>
        <p:spPr>
          <a:xfrm>
            <a:off x="6468542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noGrp="1"/>
          </p:cNvSpPr>
          <p:nvPr/>
        </p:nvSpPr>
        <p:spPr>
          <a:xfrm>
            <a:off x="7855948" y="4843180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noGrp="1"/>
          </p:cNvSpPr>
          <p:nvPr/>
        </p:nvSpPr>
        <p:spPr>
          <a:xfrm>
            <a:off x="6185280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noGrp="1"/>
          </p:cNvSpPr>
          <p:nvPr/>
        </p:nvSpPr>
        <p:spPr>
          <a:xfrm>
            <a:off x="5594476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noGrp="1"/>
          </p:cNvSpPr>
          <p:nvPr/>
        </p:nvSpPr>
        <p:spPr>
          <a:xfrm>
            <a:off x="8410910" y="6057160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noGrp="1"/>
          </p:cNvSpPr>
          <p:nvPr/>
        </p:nvSpPr>
        <p:spPr>
          <a:xfrm>
            <a:off x="7578467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noGrp="1"/>
          </p:cNvSpPr>
          <p:nvPr/>
        </p:nvSpPr>
        <p:spPr>
          <a:xfrm>
            <a:off x="5930982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noGrp="1"/>
          </p:cNvSpPr>
          <p:nvPr/>
        </p:nvSpPr>
        <p:spPr>
          <a:xfrm>
            <a:off x="7275567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noGrp="1"/>
          </p:cNvSpPr>
          <p:nvPr/>
        </p:nvSpPr>
        <p:spPr>
          <a:xfrm>
            <a:off x="5499997" y="6785548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noGrp="1"/>
          </p:cNvSpPr>
          <p:nvPr/>
        </p:nvSpPr>
        <p:spPr>
          <a:xfrm>
            <a:off x="5982950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noGrp="1"/>
          </p:cNvSpPr>
          <p:nvPr/>
        </p:nvSpPr>
        <p:spPr>
          <a:xfrm>
            <a:off x="7682522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noGrp="1"/>
          </p:cNvSpPr>
          <p:nvPr/>
        </p:nvSpPr>
        <p:spPr>
          <a:xfrm>
            <a:off x="5497358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noGrp="1"/>
          </p:cNvSpPr>
          <p:nvPr/>
        </p:nvSpPr>
        <p:spPr>
          <a:xfrm>
            <a:off x="7682522" y="5328772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noGrp="1"/>
          </p:cNvSpPr>
          <p:nvPr/>
        </p:nvSpPr>
        <p:spPr>
          <a:xfrm>
            <a:off x="8410910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noGrp="1"/>
          </p:cNvSpPr>
          <p:nvPr/>
        </p:nvSpPr>
        <p:spPr>
          <a:xfrm>
            <a:off x="8286495" y="4600384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noGrp="1"/>
          </p:cNvSpPr>
          <p:nvPr/>
        </p:nvSpPr>
        <p:spPr>
          <a:xfrm>
            <a:off x="8410910" y="6138812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noGrp="1"/>
          </p:cNvSpPr>
          <p:nvPr/>
        </p:nvSpPr>
        <p:spPr>
          <a:xfrm>
            <a:off x="7090707" y="5328772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noGrp="1"/>
          </p:cNvSpPr>
          <p:nvPr/>
        </p:nvSpPr>
        <p:spPr>
          <a:xfrm>
            <a:off x="6034084" y="7465376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noGrp="1"/>
          </p:cNvSpPr>
          <p:nvPr/>
        </p:nvSpPr>
        <p:spPr>
          <a:xfrm>
            <a:off x="5497358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noGrp="1"/>
          </p:cNvSpPr>
          <p:nvPr/>
        </p:nvSpPr>
        <p:spPr>
          <a:xfrm>
            <a:off x="8410910" y="6542752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noGrp="1"/>
          </p:cNvSpPr>
          <p:nvPr/>
        </p:nvSpPr>
        <p:spPr>
          <a:xfrm>
            <a:off x="8341540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noGrp="1"/>
          </p:cNvSpPr>
          <p:nvPr/>
        </p:nvSpPr>
        <p:spPr>
          <a:xfrm>
            <a:off x="5542882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noGrp="1"/>
          </p:cNvSpPr>
          <p:nvPr/>
        </p:nvSpPr>
        <p:spPr>
          <a:xfrm>
            <a:off x="5497358" y="670731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noGrp="1"/>
          </p:cNvSpPr>
          <p:nvPr/>
        </p:nvSpPr>
        <p:spPr>
          <a:xfrm>
            <a:off x="6187592" y="6507191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noGrp="1"/>
          </p:cNvSpPr>
          <p:nvPr/>
        </p:nvSpPr>
        <p:spPr>
          <a:xfrm>
            <a:off x="5497358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noGrp="1"/>
          </p:cNvSpPr>
          <p:nvPr/>
        </p:nvSpPr>
        <p:spPr>
          <a:xfrm>
            <a:off x="5594476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noGrp="1"/>
          </p:cNvSpPr>
          <p:nvPr/>
        </p:nvSpPr>
        <p:spPr>
          <a:xfrm>
            <a:off x="6157367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noGrp="1"/>
          </p:cNvSpPr>
          <p:nvPr/>
        </p:nvSpPr>
        <p:spPr>
          <a:xfrm>
            <a:off x="5497358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noGrp="1"/>
          </p:cNvSpPr>
          <p:nvPr/>
        </p:nvSpPr>
        <p:spPr>
          <a:xfrm>
            <a:off x="8410910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noGrp="1"/>
          </p:cNvSpPr>
          <p:nvPr/>
        </p:nvSpPr>
        <p:spPr>
          <a:xfrm>
            <a:off x="5982950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noGrp="1"/>
          </p:cNvSpPr>
          <p:nvPr/>
        </p:nvSpPr>
        <p:spPr>
          <a:xfrm>
            <a:off x="7335137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noGrp="1"/>
          </p:cNvSpPr>
          <p:nvPr/>
        </p:nvSpPr>
        <p:spPr>
          <a:xfrm>
            <a:off x="8341540" y="5783147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noGrp="1"/>
          </p:cNvSpPr>
          <p:nvPr/>
        </p:nvSpPr>
        <p:spPr>
          <a:xfrm>
            <a:off x="5520120" y="6785548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noGrp="1"/>
          </p:cNvSpPr>
          <p:nvPr/>
        </p:nvSpPr>
        <p:spPr>
          <a:xfrm>
            <a:off x="5788713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noGrp="1"/>
          </p:cNvSpPr>
          <p:nvPr/>
        </p:nvSpPr>
        <p:spPr>
          <a:xfrm>
            <a:off x="5054096" y="4321220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noGrp="1"/>
          </p:cNvSpPr>
          <p:nvPr/>
        </p:nvSpPr>
        <p:spPr>
          <a:xfrm>
            <a:off x="5529072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noGrp="1"/>
          </p:cNvSpPr>
          <p:nvPr/>
        </p:nvSpPr>
        <p:spPr>
          <a:xfrm>
            <a:off x="5596370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noGrp="1"/>
          </p:cNvSpPr>
          <p:nvPr/>
        </p:nvSpPr>
        <p:spPr>
          <a:xfrm>
            <a:off x="5712195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noGrp="1"/>
          </p:cNvSpPr>
          <p:nvPr/>
        </p:nvSpPr>
        <p:spPr>
          <a:xfrm>
            <a:off x="578248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noGrp="1"/>
          </p:cNvSpPr>
          <p:nvPr/>
        </p:nvSpPr>
        <p:spPr>
          <a:xfrm>
            <a:off x="581745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noGrp="1"/>
          </p:cNvSpPr>
          <p:nvPr/>
        </p:nvSpPr>
        <p:spPr>
          <a:xfrm>
            <a:off x="5852422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noGrp="1"/>
          </p:cNvSpPr>
          <p:nvPr/>
        </p:nvSpPr>
        <p:spPr>
          <a:xfrm>
            <a:off x="5884611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noGrp="1"/>
          </p:cNvSpPr>
          <p:nvPr/>
        </p:nvSpPr>
        <p:spPr>
          <a:xfrm>
            <a:off x="6000436" y="4334816"/>
            <a:ext cx="8545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noGrp="1"/>
          </p:cNvSpPr>
          <p:nvPr/>
        </p:nvSpPr>
        <p:spPr>
          <a:xfrm>
            <a:off x="6076981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noGrp="1"/>
          </p:cNvSpPr>
          <p:nvPr/>
        </p:nvSpPr>
        <p:spPr>
          <a:xfrm>
            <a:off x="61119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noGrp="1"/>
          </p:cNvSpPr>
          <p:nvPr/>
        </p:nvSpPr>
        <p:spPr>
          <a:xfrm>
            <a:off x="6183629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noGrp="1"/>
          </p:cNvSpPr>
          <p:nvPr/>
        </p:nvSpPr>
        <p:spPr>
          <a:xfrm>
            <a:off x="62432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noGrp="1"/>
          </p:cNvSpPr>
          <p:nvPr/>
        </p:nvSpPr>
        <p:spPr>
          <a:xfrm>
            <a:off x="631961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noGrp="1"/>
          </p:cNvSpPr>
          <p:nvPr/>
        </p:nvSpPr>
        <p:spPr>
          <a:xfrm>
            <a:off x="635458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noGrp="1"/>
          </p:cNvSpPr>
          <p:nvPr/>
        </p:nvSpPr>
        <p:spPr>
          <a:xfrm>
            <a:off x="6426263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noGrp="1"/>
          </p:cNvSpPr>
          <p:nvPr/>
        </p:nvSpPr>
        <p:spPr>
          <a:xfrm>
            <a:off x="648306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noGrp="1"/>
          </p:cNvSpPr>
          <p:nvPr/>
        </p:nvSpPr>
        <p:spPr>
          <a:xfrm>
            <a:off x="6515252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noGrp="1"/>
          </p:cNvSpPr>
          <p:nvPr/>
        </p:nvSpPr>
        <p:spPr>
          <a:xfrm>
            <a:off x="6553351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noGrp="1"/>
          </p:cNvSpPr>
          <p:nvPr/>
        </p:nvSpPr>
        <p:spPr>
          <a:xfrm>
            <a:off x="658554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noGrp="1"/>
          </p:cNvSpPr>
          <p:nvPr/>
        </p:nvSpPr>
        <p:spPr>
          <a:xfrm>
            <a:off x="66205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noGrp="1"/>
          </p:cNvSpPr>
          <p:nvPr/>
        </p:nvSpPr>
        <p:spPr>
          <a:xfrm>
            <a:off x="6696915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noGrp="1"/>
          </p:cNvSpPr>
          <p:nvPr/>
        </p:nvSpPr>
        <p:spPr>
          <a:xfrm>
            <a:off x="6753716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noGrp="1"/>
          </p:cNvSpPr>
          <p:nvPr/>
        </p:nvSpPr>
        <p:spPr>
          <a:xfrm>
            <a:off x="6803077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noGrp="1"/>
          </p:cNvSpPr>
          <p:nvPr/>
        </p:nvSpPr>
        <p:spPr>
          <a:xfrm>
            <a:off x="6873364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noGrp="1"/>
          </p:cNvSpPr>
          <p:nvPr/>
        </p:nvSpPr>
        <p:spPr>
          <a:xfrm>
            <a:off x="6949770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noGrp="1"/>
          </p:cNvSpPr>
          <p:nvPr/>
        </p:nvSpPr>
        <p:spPr>
          <a:xfrm>
            <a:off x="70093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noGrp="1"/>
          </p:cNvSpPr>
          <p:nvPr/>
        </p:nvSpPr>
        <p:spPr>
          <a:xfrm>
            <a:off x="7081029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noGrp="1"/>
          </p:cNvSpPr>
          <p:nvPr/>
        </p:nvSpPr>
        <p:spPr>
          <a:xfrm>
            <a:off x="712462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noGrp="1"/>
          </p:cNvSpPr>
          <p:nvPr/>
        </p:nvSpPr>
        <p:spPr>
          <a:xfrm>
            <a:off x="7159590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noGrp="1"/>
          </p:cNvSpPr>
          <p:nvPr/>
        </p:nvSpPr>
        <p:spPr>
          <a:xfrm>
            <a:off x="7231268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noGrp="1"/>
          </p:cNvSpPr>
          <p:nvPr/>
        </p:nvSpPr>
        <p:spPr>
          <a:xfrm>
            <a:off x="729863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noGrp="1"/>
          </p:cNvSpPr>
          <p:nvPr/>
        </p:nvSpPr>
        <p:spPr>
          <a:xfrm>
            <a:off x="7370313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noGrp="1"/>
          </p:cNvSpPr>
          <p:nvPr/>
        </p:nvSpPr>
        <p:spPr>
          <a:xfrm>
            <a:off x="740528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noGrp="1"/>
          </p:cNvSpPr>
          <p:nvPr/>
        </p:nvSpPr>
        <p:spPr>
          <a:xfrm>
            <a:off x="7437472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noGrp="1"/>
          </p:cNvSpPr>
          <p:nvPr/>
        </p:nvSpPr>
        <p:spPr>
          <a:xfrm>
            <a:off x="7513252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noGrp="1"/>
          </p:cNvSpPr>
          <p:nvPr/>
        </p:nvSpPr>
        <p:spPr>
          <a:xfrm>
            <a:off x="7593412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noGrp="1"/>
          </p:cNvSpPr>
          <p:nvPr/>
        </p:nvSpPr>
        <p:spPr>
          <a:xfrm>
            <a:off x="7679689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noGrp="1"/>
          </p:cNvSpPr>
          <p:nvPr/>
        </p:nvSpPr>
        <p:spPr>
          <a:xfrm>
            <a:off x="7772641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noGrp="1"/>
          </p:cNvSpPr>
          <p:nvPr/>
        </p:nvSpPr>
        <p:spPr>
          <a:xfrm>
            <a:off x="7849178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5" name="text_2414">
            <a:extLst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noGrp="1"/>
          </p:cNvSpPr>
          <p:nvPr/>
        </p:nvSpPr>
        <p:spPr>
          <a:xfrm>
            <a:off x="7899693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6" name="text_2415">
            <a:extLst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noGrp="1"/>
          </p:cNvSpPr>
          <p:nvPr/>
        </p:nvSpPr>
        <p:spPr>
          <a:xfrm>
            <a:off x="792631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noGrp="1"/>
          </p:cNvSpPr>
          <p:nvPr/>
        </p:nvSpPr>
        <p:spPr>
          <a:xfrm>
            <a:off x="8550335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noGrp="1"/>
          </p:cNvSpPr>
          <p:nvPr/>
        </p:nvSpPr>
        <p:spPr>
          <a:xfrm>
            <a:off x="8550335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noGrp="1"/>
          </p:cNvSpPr>
          <p:nvPr/>
        </p:nvSpPr>
        <p:spPr>
          <a:xfrm>
            <a:off x="8550335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noGrp="1"/>
          </p:cNvSpPr>
          <p:nvPr/>
        </p:nvSpPr>
        <p:spPr>
          <a:xfrm>
            <a:off x="8550335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noGrp="1"/>
          </p:cNvSpPr>
          <p:nvPr/>
        </p:nvSpPr>
        <p:spPr>
          <a:xfrm>
            <a:off x="8550335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noGrp="1"/>
          </p:cNvSpPr>
          <p:nvPr/>
        </p:nvSpPr>
        <p:spPr>
          <a:xfrm>
            <a:off x="8550335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noGrp="1"/>
          </p:cNvSpPr>
          <p:nvPr/>
        </p:nvSpPr>
        <p:spPr>
          <a:xfrm>
            <a:off x="8550335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noGrp="1"/>
          </p:cNvSpPr>
          <p:nvPr/>
        </p:nvSpPr>
        <p:spPr>
          <a:xfrm>
            <a:off x="8550335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noGrp="1"/>
          </p:cNvSpPr>
          <p:nvPr/>
        </p:nvSpPr>
        <p:spPr>
          <a:xfrm>
            <a:off x="8550335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noGrp="1"/>
          </p:cNvSpPr>
          <p:nvPr/>
        </p:nvSpPr>
        <p:spPr>
          <a:xfrm>
            <a:off x="8550335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noGrp="1"/>
          </p:cNvSpPr>
          <p:nvPr/>
        </p:nvSpPr>
        <p:spPr>
          <a:xfrm>
            <a:off x="8550335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noGrp="1"/>
          </p:cNvSpPr>
          <p:nvPr/>
        </p:nvSpPr>
        <p:spPr>
          <a:xfrm>
            <a:off x="8550335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noGrp="1"/>
          </p:cNvSpPr>
          <p:nvPr/>
        </p:nvSpPr>
        <p:spPr>
          <a:xfrm>
            <a:off x="8550335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noGrp="1"/>
          </p:cNvSpPr>
          <p:nvPr/>
        </p:nvSpPr>
        <p:spPr>
          <a:xfrm>
            <a:off x="8550335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noGrp="1"/>
          </p:cNvSpPr>
          <p:nvPr/>
        </p:nvSpPr>
        <p:spPr>
          <a:xfrm>
            <a:off x="8550335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noGrp="1"/>
          </p:cNvSpPr>
          <p:nvPr/>
        </p:nvSpPr>
        <p:spPr>
          <a:xfrm>
            <a:off x="8550335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noGrp="1"/>
          </p:cNvSpPr>
          <p:nvPr/>
        </p:nvSpPr>
        <p:spPr>
          <a:xfrm>
            <a:off x="8550335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noGrp="1"/>
          </p:cNvSpPr>
          <p:nvPr/>
        </p:nvSpPr>
        <p:spPr>
          <a:xfrm>
            <a:off x="8550335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noGrp="1"/>
          </p:cNvSpPr>
          <p:nvPr/>
        </p:nvSpPr>
        <p:spPr>
          <a:xfrm>
            <a:off x="8550335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noGrp="1"/>
          </p:cNvSpPr>
          <p:nvPr/>
        </p:nvSpPr>
        <p:spPr>
          <a:xfrm>
            <a:off x="8550335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noGrp="1"/>
          </p:cNvSpPr>
          <p:nvPr/>
        </p:nvSpPr>
        <p:spPr>
          <a:xfrm>
            <a:off x="8550335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noGrp="1"/>
          </p:cNvSpPr>
          <p:nvPr/>
        </p:nvSpPr>
        <p:spPr>
          <a:xfrm>
            <a:off x="8550335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noGrp="1"/>
          </p:cNvSpPr>
          <p:nvPr/>
        </p:nvSpPr>
        <p:spPr>
          <a:xfrm>
            <a:off x="8550335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noGrp="1"/>
          </p:cNvSpPr>
          <p:nvPr/>
        </p:nvSpPr>
        <p:spPr>
          <a:xfrm>
            <a:off x="8550335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noGrp="1"/>
          </p:cNvSpPr>
          <p:nvPr/>
        </p:nvSpPr>
        <p:spPr>
          <a:xfrm>
            <a:off x="8550335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noGrp="1"/>
          </p:cNvSpPr>
          <p:nvPr/>
        </p:nvSpPr>
        <p:spPr>
          <a:xfrm>
            <a:off x="8550335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noGrp="1"/>
          </p:cNvSpPr>
          <p:nvPr/>
        </p:nvSpPr>
        <p:spPr>
          <a:xfrm>
            <a:off x="8550335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noGrp="1"/>
          </p:cNvSpPr>
          <p:nvPr/>
        </p:nvSpPr>
        <p:spPr>
          <a:xfrm>
            <a:off x="8550335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noGrp="1"/>
          </p:cNvSpPr>
          <p:nvPr/>
        </p:nvSpPr>
        <p:spPr>
          <a:xfrm>
            <a:off x="8550335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noGrp="1"/>
          </p:cNvSpPr>
          <p:nvPr/>
        </p:nvSpPr>
        <p:spPr>
          <a:xfrm>
            <a:off x="8550335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noGrp="1"/>
          </p:cNvSpPr>
          <p:nvPr/>
        </p:nvSpPr>
        <p:spPr>
          <a:xfrm>
            <a:off x="8550335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noGrp="1"/>
          </p:cNvSpPr>
          <p:nvPr/>
        </p:nvSpPr>
        <p:spPr>
          <a:xfrm>
            <a:off x="8550335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noGrp="1"/>
          </p:cNvSpPr>
          <p:nvPr/>
        </p:nvSpPr>
        <p:spPr>
          <a:xfrm>
            <a:off x="8550335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noGrp="1"/>
          </p:cNvSpPr>
          <p:nvPr/>
        </p:nvSpPr>
        <p:spPr>
          <a:xfrm>
            <a:off x="8550335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noGrp="1"/>
          </p:cNvSpPr>
          <p:nvPr/>
        </p:nvSpPr>
        <p:spPr>
          <a:xfrm>
            <a:off x="8550335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noGrp="1"/>
          </p:cNvSpPr>
          <p:nvPr/>
        </p:nvSpPr>
        <p:spPr>
          <a:xfrm>
            <a:off x="8550335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noGrp="1"/>
          </p:cNvSpPr>
          <p:nvPr/>
        </p:nvSpPr>
        <p:spPr>
          <a:xfrm>
            <a:off x="8550335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noGrp="1"/>
          </p:cNvSpPr>
          <p:nvPr/>
        </p:nvSpPr>
        <p:spPr>
          <a:xfrm>
            <a:off x="8550335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noGrp="1"/>
          </p:cNvSpPr>
          <p:nvPr/>
        </p:nvSpPr>
        <p:spPr>
          <a:xfrm>
            <a:off x="8550335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noGrp="1"/>
          </p:cNvSpPr>
          <p:nvPr/>
        </p:nvSpPr>
        <p:spPr>
          <a:xfrm>
            <a:off x="8550335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noGrp="1"/>
          </p:cNvSpPr>
          <p:nvPr/>
        </p:nvSpPr>
        <p:spPr>
          <a:xfrm>
            <a:off x="8550335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noGrp="1"/>
          </p:cNvSpPr>
          <p:nvPr/>
        </p:nvSpPr>
        <p:spPr>
          <a:xfrm>
            <a:off x="8550335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noGrp="1"/>
          </p:cNvSpPr>
          <p:nvPr/>
        </p:nvSpPr>
        <p:spPr>
          <a:xfrm>
            <a:off x="8550335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noGrp="1"/>
          </p:cNvSpPr>
          <p:nvPr/>
        </p:nvSpPr>
        <p:spPr>
          <a:xfrm>
            <a:off x="8550335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noGrp="1"/>
          </p:cNvSpPr>
          <p:nvPr/>
        </p:nvSpPr>
        <p:spPr>
          <a:xfrm>
            <a:off x="8550335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noGrp="1"/>
          </p:cNvSpPr>
          <p:nvPr/>
        </p:nvSpPr>
        <p:spPr>
          <a:xfrm>
            <a:off x="8550335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noGrp="1"/>
          </p:cNvSpPr>
          <p:nvPr/>
        </p:nvSpPr>
        <p:spPr>
          <a:xfrm>
            <a:off x="8550335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noGrp="1"/>
          </p:cNvSpPr>
          <p:nvPr/>
        </p:nvSpPr>
        <p:spPr>
          <a:xfrm>
            <a:off x="8550335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noGrp="1"/>
          </p:cNvSpPr>
          <p:nvPr/>
        </p:nvSpPr>
        <p:spPr>
          <a:xfrm>
            <a:off x="8550335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noGrp="1"/>
          </p:cNvSpPr>
          <p:nvPr/>
        </p:nvSpPr>
        <p:spPr>
          <a:xfrm>
            <a:off x="8550335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noGrp="1"/>
          </p:cNvSpPr>
          <p:nvPr/>
        </p:nvSpPr>
        <p:spPr>
          <a:xfrm>
            <a:off x="8550335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noGrp="1"/>
          </p:cNvSpPr>
          <p:nvPr/>
        </p:nvSpPr>
        <p:spPr>
          <a:xfrm>
            <a:off x="8550335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noGrp="1"/>
          </p:cNvSpPr>
          <p:nvPr/>
        </p:nvSpPr>
        <p:spPr>
          <a:xfrm>
            <a:off x="8550335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noGrp="1"/>
          </p:cNvSpPr>
          <p:nvPr/>
        </p:nvSpPr>
        <p:spPr>
          <a:xfrm>
            <a:off x="8550335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noGrp="1"/>
          </p:cNvSpPr>
          <p:nvPr/>
        </p:nvSpPr>
        <p:spPr>
          <a:xfrm>
            <a:off x="8550335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noGrp="1"/>
          </p:cNvSpPr>
          <p:nvPr/>
        </p:nvSpPr>
        <p:spPr>
          <a:xfrm>
            <a:off x="8550335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noGrp="1"/>
          </p:cNvSpPr>
          <p:nvPr/>
        </p:nvSpPr>
        <p:spPr>
          <a:xfrm>
            <a:off x="8550335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noGrp="1"/>
          </p:cNvSpPr>
          <p:nvPr/>
        </p:nvSpPr>
        <p:spPr>
          <a:xfrm>
            <a:off x="8550335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noGrp="1"/>
          </p:cNvSpPr>
          <p:nvPr/>
        </p:nvSpPr>
        <p:spPr>
          <a:xfrm>
            <a:off x="8550335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noGrp="1"/>
          </p:cNvSpPr>
          <p:nvPr/>
        </p:nvSpPr>
        <p:spPr>
          <a:xfrm>
            <a:off x="8550335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noGrp="1"/>
          </p:cNvSpPr>
          <p:nvPr/>
        </p:nvSpPr>
        <p:spPr>
          <a:xfrm>
            <a:off x="8550335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noGrp="1"/>
          </p:cNvSpPr>
          <p:nvPr/>
        </p:nvSpPr>
        <p:spPr>
          <a:xfrm>
            <a:off x="8550335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noGrp="1"/>
          </p:cNvSpPr>
          <p:nvPr/>
        </p:nvSpPr>
        <p:spPr>
          <a:xfrm>
            <a:off x="8550335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noGrp="1"/>
          </p:cNvSpPr>
          <p:nvPr/>
        </p:nvSpPr>
        <p:spPr>
          <a:xfrm>
            <a:off x="8550335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noGrp="1"/>
          </p:cNvSpPr>
          <p:nvPr/>
        </p:nvSpPr>
        <p:spPr>
          <a:xfrm>
            <a:off x="8550335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noGrp="1"/>
          </p:cNvSpPr>
          <p:nvPr/>
        </p:nvSpPr>
        <p:spPr>
          <a:xfrm>
            <a:off x="8550335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noGrp="1"/>
          </p:cNvSpPr>
          <p:nvPr/>
        </p:nvSpPr>
        <p:spPr>
          <a:xfrm>
            <a:off x="8550335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noGrp="1"/>
          </p:cNvSpPr>
          <p:nvPr/>
        </p:nvSpPr>
        <p:spPr>
          <a:xfrm>
            <a:off x="8550335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noGrp="1"/>
          </p:cNvSpPr>
          <p:nvPr/>
        </p:nvSpPr>
        <p:spPr>
          <a:xfrm>
            <a:off x="8550335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noGrp="1"/>
          </p:cNvSpPr>
          <p:nvPr/>
        </p:nvSpPr>
        <p:spPr>
          <a:xfrm>
            <a:off x="8550335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noGrp="1"/>
          </p:cNvSpPr>
          <p:nvPr/>
        </p:nvSpPr>
        <p:spPr>
          <a:xfrm>
            <a:off x="8550335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noGrp="1"/>
          </p:cNvSpPr>
          <p:nvPr/>
        </p:nvSpPr>
        <p:spPr>
          <a:xfrm>
            <a:off x="8550335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noGrp="1"/>
          </p:cNvSpPr>
          <p:nvPr/>
        </p:nvSpPr>
        <p:spPr>
          <a:xfrm>
            <a:off x="8550335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noGrp="1"/>
          </p:cNvSpPr>
          <p:nvPr/>
        </p:nvSpPr>
        <p:spPr>
          <a:xfrm>
            <a:off x="8550335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noGrp="1"/>
          </p:cNvSpPr>
          <p:nvPr/>
        </p:nvSpPr>
        <p:spPr>
          <a:xfrm>
            <a:off x="8550335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noGrp="1"/>
          </p:cNvSpPr>
          <p:nvPr/>
        </p:nvSpPr>
        <p:spPr>
          <a:xfrm>
            <a:off x="8550335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noGrp="1"/>
          </p:cNvSpPr>
          <p:nvPr/>
        </p:nvSpPr>
        <p:spPr>
          <a:xfrm>
            <a:off x="8550335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noGrp="1"/>
          </p:cNvSpPr>
          <p:nvPr/>
        </p:nvSpPr>
        <p:spPr>
          <a:xfrm>
            <a:off x="8550335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noGrp="1"/>
          </p:cNvSpPr>
          <p:nvPr/>
        </p:nvSpPr>
        <p:spPr>
          <a:xfrm>
            <a:off x="8550335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noGrp="1"/>
          </p:cNvSpPr>
          <p:nvPr/>
        </p:nvSpPr>
        <p:spPr>
          <a:xfrm>
            <a:off x="8550335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noGrp="1"/>
          </p:cNvSpPr>
          <p:nvPr/>
        </p:nvSpPr>
        <p:spPr>
          <a:xfrm>
            <a:off x="8550335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noGrp="1"/>
          </p:cNvSpPr>
          <p:nvPr/>
        </p:nvSpPr>
        <p:spPr>
          <a:xfrm>
            <a:off x="8550335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noGrp="1"/>
          </p:cNvSpPr>
          <p:nvPr/>
        </p:nvSpPr>
        <p:spPr>
          <a:xfrm>
            <a:off x="8550335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noGrp="1"/>
          </p:cNvSpPr>
          <p:nvPr/>
        </p:nvSpPr>
        <p:spPr>
          <a:xfrm>
            <a:off x="8550335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noGrp="1"/>
          </p:cNvSpPr>
          <p:nvPr/>
        </p:nvSpPr>
        <p:spPr>
          <a:xfrm>
            <a:off x="8550335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noGrp="1"/>
          </p:cNvSpPr>
          <p:nvPr/>
        </p:nvSpPr>
        <p:spPr>
          <a:xfrm>
            <a:off x="8550335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noGrp="1"/>
          </p:cNvSpPr>
          <p:nvPr/>
        </p:nvSpPr>
        <p:spPr>
          <a:xfrm>
            <a:off x="8550335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noGrp="1"/>
          </p:cNvSpPr>
          <p:nvPr/>
        </p:nvSpPr>
        <p:spPr>
          <a:xfrm>
            <a:off x="8550335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noGrp="1"/>
          </p:cNvSpPr>
          <p:nvPr/>
        </p:nvSpPr>
        <p:spPr>
          <a:xfrm>
            <a:off x="8550335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noGrp="1"/>
          </p:cNvSpPr>
          <p:nvPr/>
        </p:nvSpPr>
        <p:spPr>
          <a:xfrm>
            <a:off x="8550335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noGrp="1"/>
          </p:cNvSpPr>
          <p:nvPr/>
        </p:nvSpPr>
        <p:spPr>
          <a:xfrm>
            <a:off x="8550335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noGrp="1"/>
          </p:cNvSpPr>
          <p:nvPr/>
        </p:nvSpPr>
        <p:spPr>
          <a:xfrm>
            <a:off x="8550335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noGrp="1"/>
          </p:cNvSpPr>
          <p:nvPr/>
        </p:nvSpPr>
        <p:spPr>
          <a:xfrm>
            <a:off x="8550335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noGrp="1"/>
          </p:cNvSpPr>
          <p:nvPr/>
        </p:nvSpPr>
        <p:spPr>
          <a:xfrm>
            <a:off x="8550335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noGrp="1"/>
          </p:cNvSpPr>
          <p:nvPr/>
        </p:nvSpPr>
        <p:spPr>
          <a:xfrm>
            <a:off x="8550335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noGrp="1"/>
          </p:cNvSpPr>
          <p:nvPr/>
        </p:nvSpPr>
        <p:spPr>
          <a:xfrm>
            <a:off x="8550335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noGrp="1"/>
          </p:cNvSpPr>
          <p:nvPr/>
        </p:nvSpPr>
        <p:spPr>
          <a:xfrm>
            <a:off x="8550335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noGrp="1"/>
          </p:cNvSpPr>
          <p:nvPr/>
        </p:nvSpPr>
        <p:spPr>
          <a:xfrm>
            <a:off x="8550335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noGrp="1"/>
          </p:cNvSpPr>
          <p:nvPr/>
        </p:nvSpPr>
        <p:spPr>
          <a:xfrm>
            <a:off x="8550335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noGrp="1"/>
          </p:cNvSpPr>
          <p:nvPr/>
        </p:nvSpPr>
        <p:spPr>
          <a:xfrm>
            <a:off x="8550335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noGrp="1"/>
          </p:cNvSpPr>
          <p:nvPr/>
        </p:nvSpPr>
        <p:spPr>
          <a:xfrm>
            <a:off x="8550335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noGrp="1"/>
          </p:cNvSpPr>
          <p:nvPr/>
        </p:nvSpPr>
        <p:spPr>
          <a:xfrm>
            <a:off x="8550335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noGrp="1"/>
          </p:cNvSpPr>
          <p:nvPr/>
        </p:nvSpPr>
        <p:spPr>
          <a:xfrm>
            <a:off x="8550335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noGrp="1"/>
          </p:cNvSpPr>
          <p:nvPr/>
        </p:nvSpPr>
        <p:spPr>
          <a:xfrm>
            <a:off x="8550335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noGrp="1"/>
          </p:cNvSpPr>
          <p:nvPr/>
        </p:nvSpPr>
        <p:spPr>
          <a:xfrm>
            <a:off x="8550335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noGrp="1"/>
          </p:cNvSpPr>
          <p:nvPr/>
        </p:nvSpPr>
        <p:spPr>
          <a:xfrm>
            <a:off x="8550335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noGrp="1"/>
          </p:cNvSpPr>
          <p:nvPr/>
        </p:nvSpPr>
        <p:spPr>
          <a:xfrm>
            <a:off x="8550335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noGrp="1"/>
          </p:cNvSpPr>
          <p:nvPr/>
        </p:nvSpPr>
        <p:spPr>
          <a:xfrm>
            <a:off x="8550335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noGrp="1"/>
          </p:cNvSpPr>
          <p:nvPr/>
        </p:nvSpPr>
        <p:spPr>
          <a:xfrm>
            <a:off x="8550335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noGrp="1"/>
          </p:cNvSpPr>
          <p:nvPr/>
        </p:nvSpPr>
        <p:spPr>
          <a:xfrm>
            <a:off x="8550335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noGrp="1"/>
          </p:cNvSpPr>
          <p:nvPr/>
        </p:nvSpPr>
        <p:spPr>
          <a:xfrm>
            <a:off x="8550335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noGrp="1"/>
          </p:cNvSpPr>
          <p:nvPr/>
        </p:nvSpPr>
        <p:spPr>
          <a:xfrm>
            <a:off x="8550335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noGrp="1"/>
          </p:cNvSpPr>
          <p:nvPr/>
        </p:nvSpPr>
        <p:spPr>
          <a:xfrm>
            <a:off x="8550335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noGrp="1"/>
          </p:cNvSpPr>
          <p:nvPr/>
        </p:nvSpPr>
        <p:spPr>
          <a:xfrm>
            <a:off x="8550335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noGrp="1"/>
          </p:cNvSpPr>
          <p:nvPr/>
        </p:nvSpPr>
        <p:spPr>
          <a:xfrm>
            <a:off x="8550335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noGrp="1"/>
          </p:cNvSpPr>
          <p:nvPr/>
        </p:nvSpPr>
        <p:spPr>
          <a:xfrm>
            <a:off x="8550335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noGrp="1"/>
          </p:cNvSpPr>
          <p:nvPr/>
        </p:nvSpPr>
        <p:spPr>
          <a:xfrm>
            <a:off x="8550335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noGrp="1"/>
          </p:cNvSpPr>
          <p:nvPr/>
        </p:nvSpPr>
        <p:spPr>
          <a:xfrm>
            <a:off x="8550335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noGrp="1"/>
          </p:cNvSpPr>
          <p:nvPr/>
        </p:nvSpPr>
        <p:spPr>
          <a:xfrm>
            <a:off x="8550335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noGrp="1"/>
          </p:cNvSpPr>
          <p:nvPr/>
        </p:nvSpPr>
        <p:spPr>
          <a:xfrm>
            <a:off x="8550335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noGrp="1"/>
          </p:cNvSpPr>
          <p:nvPr/>
        </p:nvSpPr>
        <p:spPr>
          <a:xfrm>
            <a:off x="8550335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noGrp="1"/>
          </p:cNvSpPr>
          <p:nvPr/>
        </p:nvSpPr>
        <p:spPr>
          <a:xfrm>
            <a:off x="8550335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noGrp="1"/>
          </p:cNvSpPr>
          <p:nvPr/>
        </p:nvSpPr>
        <p:spPr>
          <a:xfrm>
            <a:off x="8550335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noGrp="1"/>
          </p:cNvSpPr>
          <p:nvPr/>
        </p:nvSpPr>
        <p:spPr>
          <a:xfrm>
            <a:off x="8550335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noGrp="1"/>
          </p:cNvSpPr>
          <p:nvPr/>
        </p:nvSpPr>
        <p:spPr>
          <a:xfrm>
            <a:off x="8550335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noGrp="1"/>
          </p:cNvSpPr>
          <p:nvPr/>
        </p:nvSpPr>
        <p:spPr>
          <a:xfrm>
            <a:off x="8550335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noGrp="1"/>
          </p:cNvSpPr>
          <p:nvPr/>
        </p:nvSpPr>
        <p:spPr>
          <a:xfrm>
            <a:off x="8550335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noGrp="1"/>
          </p:cNvSpPr>
          <p:nvPr/>
        </p:nvSpPr>
        <p:spPr>
          <a:xfrm>
            <a:off x="8550335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noGrp="1"/>
          </p:cNvSpPr>
          <p:nvPr/>
        </p:nvSpPr>
        <p:spPr>
          <a:xfrm>
            <a:off x="8550335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noGrp="1"/>
          </p:cNvSpPr>
          <p:nvPr/>
        </p:nvSpPr>
        <p:spPr>
          <a:xfrm>
            <a:off x="8550335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noGrp="1"/>
          </p:cNvSpPr>
          <p:nvPr/>
        </p:nvSpPr>
        <p:spPr>
          <a:xfrm>
            <a:off x="8550335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noGrp="1"/>
          </p:cNvSpPr>
          <p:nvPr/>
        </p:nvSpPr>
        <p:spPr>
          <a:xfrm>
            <a:off x="8550335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noGrp="1"/>
          </p:cNvSpPr>
          <p:nvPr/>
        </p:nvSpPr>
        <p:spPr>
          <a:xfrm>
            <a:off x="8550335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noGrp="1"/>
          </p:cNvSpPr>
          <p:nvPr/>
        </p:nvSpPr>
        <p:spPr>
          <a:xfrm>
            <a:off x="8550335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noGrp="1"/>
          </p:cNvSpPr>
          <p:nvPr/>
        </p:nvSpPr>
        <p:spPr>
          <a:xfrm>
            <a:off x="8550335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noGrp="1"/>
          </p:cNvSpPr>
          <p:nvPr/>
        </p:nvSpPr>
        <p:spPr>
          <a:xfrm>
            <a:off x="8550335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noGrp="1"/>
          </p:cNvSpPr>
          <p:nvPr/>
        </p:nvSpPr>
        <p:spPr>
          <a:xfrm>
            <a:off x="8550335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noGrp="1"/>
          </p:cNvSpPr>
          <p:nvPr/>
        </p:nvSpPr>
        <p:spPr>
          <a:xfrm>
            <a:off x="8550335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noGrp="1"/>
          </p:cNvSpPr>
          <p:nvPr/>
        </p:nvSpPr>
        <p:spPr>
          <a:xfrm>
            <a:off x="8550335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noGrp="1"/>
          </p:cNvSpPr>
          <p:nvPr/>
        </p:nvSpPr>
        <p:spPr>
          <a:xfrm>
            <a:off x="8550335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noGrp="1"/>
          </p:cNvSpPr>
          <p:nvPr/>
        </p:nvSpPr>
        <p:spPr>
          <a:xfrm>
            <a:off x="8550335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noGrp="1"/>
          </p:cNvSpPr>
          <p:nvPr/>
        </p:nvSpPr>
        <p:spPr>
          <a:xfrm>
            <a:off x="8550335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noGrp="1"/>
          </p:cNvSpPr>
          <p:nvPr/>
        </p:nvSpPr>
        <p:spPr>
          <a:xfrm>
            <a:off x="8550335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noGrp="1"/>
          </p:cNvSpPr>
          <p:nvPr/>
        </p:nvSpPr>
        <p:spPr>
          <a:xfrm>
            <a:off x="8550335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noGrp="1"/>
          </p:cNvSpPr>
          <p:nvPr/>
        </p:nvSpPr>
        <p:spPr>
          <a:xfrm>
            <a:off x="8550335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noGrp="1"/>
          </p:cNvSpPr>
          <p:nvPr/>
        </p:nvSpPr>
        <p:spPr>
          <a:xfrm>
            <a:off x="8550335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noGrp="1"/>
          </p:cNvSpPr>
          <p:nvPr/>
        </p:nvSpPr>
        <p:spPr>
          <a:xfrm>
            <a:off x="8550335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noGrp="1"/>
          </p:cNvSpPr>
          <p:nvPr/>
        </p:nvSpPr>
        <p:spPr>
          <a:xfrm>
            <a:off x="8550335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noGrp="1"/>
          </p:cNvSpPr>
          <p:nvPr/>
        </p:nvSpPr>
        <p:spPr>
          <a:xfrm>
            <a:off x="8550335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noGrp="1"/>
          </p:cNvSpPr>
          <p:nvPr/>
        </p:nvSpPr>
        <p:spPr>
          <a:xfrm>
            <a:off x="8550335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noGrp="1"/>
          </p:cNvSpPr>
          <p:nvPr/>
        </p:nvSpPr>
        <p:spPr>
          <a:xfrm>
            <a:off x="8550335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noGrp="1"/>
          </p:cNvSpPr>
          <p:nvPr/>
        </p:nvSpPr>
        <p:spPr>
          <a:xfrm>
            <a:off x="8550335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noGrp="1"/>
          </p:cNvSpPr>
          <p:nvPr/>
        </p:nvSpPr>
        <p:spPr>
          <a:xfrm>
            <a:off x="8550335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noGrp="1"/>
          </p:cNvSpPr>
          <p:nvPr/>
        </p:nvSpPr>
        <p:spPr>
          <a:xfrm>
            <a:off x="8550335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noGrp="1"/>
          </p:cNvSpPr>
          <p:nvPr/>
        </p:nvSpPr>
        <p:spPr>
          <a:xfrm>
            <a:off x="8550335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noGrp="1"/>
          </p:cNvSpPr>
          <p:nvPr/>
        </p:nvSpPr>
        <p:spPr>
          <a:xfrm>
            <a:off x="8550335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noGrp="1"/>
          </p:cNvSpPr>
          <p:nvPr/>
        </p:nvSpPr>
        <p:spPr>
          <a:xfrm>
            <a:off x="8550335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noGrp="1"/>
          </p:cNvSpPr>
          <p:nvPr/>
        </p:nvSpPr>
        <p:spPr>
          <a:xfrm>
            <a:off x="8550335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noGrp="1"/>
          </p:cNvSpPr>
          <p:nvPr/>
        </p:nvSpPr>
        <p:spPr>
          <a:xfrm>
            <a:off x="8550335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noGrp="1"/>
          </p:cNvSpPr>
          <p:nvPr/>
        </p:nvSpPr>
        <p:spPr>
          <a:xfrm>
            <a:off x="8550335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noGrp="1"/>
          </p:cNvSpPr>
          <p:nvPr/>
        </p:nvSpPr>
        <p:spPr>
          <a:xfrm>
            <a:off x="8550335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noGrp="1"/>
          </p:cNvSpPr>
          <p:nvPr/>
        </p:nvSpPr>
        <p:spPr>
          <a:xfrm>
            <a:off x="8550335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noGrp="1"/>
          </p:cNvSpPr>
          <p:nvPr/>
        </p:nvSpPr>
        <p:spPr>
          <a:xfrm>
            <a:off x="8550335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noGrp="1"/>
          </p:cNvSpPr>
          <p:nvPr/>
        </p:nvSpPr>
        <p:spPr>
          <a:xfrm>
            <a:off x="8550335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noGrp="1"/>
          </p:cNvSpPr>
          <p:nvPr/>
        </p:nvSpPr>
        <p:spPr>
          <a:xfrm>
            <a:off x="8550335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noGrp="1"/>
          </p:cNvSpPr>
          <p:nvPr/>
        </p:nvSpPr>
        <p:spPr>
          <a:xfrm>
            <a:off x="8550335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noGrp="1"/>
          </p:cNvSpPr>
          <p:nvPr/>
        </p:nvSpPr>
        <p:spPr>
          <a:xfrm>
            <a:off x="8550335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noGrp="1"/>
          </p:cNvSpPr>
          <p:nvPr/>
        </p:nvSpPr>
        <p:spPr>
          <a:xfrm>
            <a:off x="8550335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noGrp="1"/>
          </p:cNvSpPr>
          <p:nvPr/>
        </p:nvSpPr>
        <p:spPr>
          <a:xfrm>
            <a:off x="8550335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noGrp="1"/>
          </p:cNvSpPr>
          <p:nvPr/>
        </p:nvSpPr>
        <p:spPr>
          <a:xfrm>
            <a:off x="8550335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noGrp="1"/>
          </p:cNvSpPr>
          <p:nvPr/>
        </p:nvSpPr>
        <p:spPr>
          <a:xfrm>
            <a:off x="8550335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noGrp="1"/>
          </p:cNvSpPr>
          <p:nvPr/>
        </p:nvSpPr>
        <p:spPr>
          <a:xfrm>
            <a:off x="8550335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noGrp="1"/>
          </p:cNvSpPr>
          <p:nvPr/>
        </p:nvSpPr>
        <p:spPr>
          <a:xfrm>
            <a:off x="8550335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noGrp="1"/>
          </p:cNvSpPr>
          <p:nvPr/>
        </p:nvSpPr>
        <p:spPr>
          <a:xfrm>
            <a:off x="8550335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noGrp="1"/>
          </p:cNvSpPr>
          <p:nvPr/>
        </p:nvSpPr>
        <p:spPr>
          <a:xfrm>
            <a:off x="8550335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noGrp="1"/>
          </p:cNvSpPr>
          <p:nvPr/>
        </p:nvSpPr>
        <p:spPr>
          <a:xfrm>
            <a:off x="8550335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noGrp="1"/>
          </p:cNvSpPr>
          <p:nvPr/>
        </p:nvSpPr>
        <p:spPr>
          <a:xfrm>
            <a:off x="8550335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noGrp="1"/>
          </p:cNvSpPr>
          <p:nvPr/>
        </p:nvSpPr>
        <p:spPr>
          <a:xfrm>
            <a:off x="8550335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noGrp="1"/>
          </p:cNvSpPr>
          <p:nvPr/>
        </p:nvSpPr>
        <p:spPr>
          <a:xfrm>
            <a:off x="8550335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noGrp="1"/>
          </p:cNvSpPr>
          <p:nvPr/>
        </p:nvSpPr>
        <p:spPr>
          <a:xfrm>
            <a:off x="8550335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noGrp="1"/>
          </p:cNvSpPr>
          <p:nvPr/>
        </p:nvSpPr>
        <p:spPr>
          <a:xfrm>
            <a:off x="8550335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noGrp="1"/>
          </p:cNvSpPr>
          <p:nvPr/>
        </p:nvSpPr>
        <p:spPr>
          <a:xfrm>
            <a:off x="8550335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noGrp="1"/>
          </p:cNvSpPr>
          <p:nvPr/>
        </p:nvSpPr>
        <p:spPr>
          <a:xfrm>
            <a:off x="8550335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noGrp="1"/>
          </p:cNvSpPr>
          <p:nvPr/>
        </p:nvSpPr>
        <p:spPr>
          <a:xfrm>
            <a:off x="8550335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noGrp="1"/>
          </p:cNvSpPr>
          <p:nvPr/>
        </p:nvSpPr>
        <p:spPr>
          <a:xfrm>
            <a:off x="8550335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noGrp="1"/>
          </p:cNvSpPr>
          <p:nvPr/>
        </p:nvSpPr>
        <p:spPr>
          <a:xfrm>
            <a:off x="8550335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noGrp="1"/>
          </p:cNvSpPr>
          <p:nvPr/>
        </p:nvSpPr>
        <p:spPr>
          <a:xfrm>
            <a:off x="8550335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noGrp="1"/>
          </p:cNvSpPr>
          <p:nvPr/>
        </p:nvSpPr>
        <p:spPr>
          <a:xfrm>
            <a:off x="8550335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noGrp="1"/>
          </p:cNvSpPr>
          <p:nvPr/>
        </p:nvSpPr>
        <p:spPr>
          <a:xfrm>
            <a:off x="8550335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noGrp="1"/>
          </p:cNvSpPr>
          <p:nvPr/>
        </p:nvSpPr>
        <p:spPr>
          <a:xfrm>
            <a:off x="8550335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noGrp="1"/>
          </p:cNvSpPr>
          <p:nvPr/>
        </p:nvSpPr>
        <p:spPr>
          <a:xfrm>
            <a:off x="8550335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noGrp="1"/>
          </p:cNvSpPr>
          <p:nvPr/>
        </p:nvSpPr>
        <p:spPr>
          <a:xfrm>
            <a:off x="8550335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noGrp="1"/>
          </p:cNvSpPr>
          <p:nvPr/>
        </p:nvSpPr>
        <p:spPr>
          <a:xfrm>
            <a:off x="8550335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noGrp="1"/>
          </p:cNvSpPr>
          <p:nvPr/>
        </p:nvSpPr>
        <p:spPr>
          <a:xfrm>
            <a:off x="8550335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noGrp="1"/>
          </p:cNvSpPr>
          <p:nvPr/>
        </p:nvSpPr>
        <p:spPr>
          <a:xfrm>
            <a:off x="8550335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noGrp="1"/>
          </p:cNvSpPr>
          <p:nvPr/>
        </p:nvSpPr>
        <p:spPr>
          <a:xfrm>
            <a:off x="8550335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noGrp="1"/>
          </p:cNvSpPr>
          <p:nvPr/>
        </p:nvSpPr>
        <p:spPr>
          <a:xfrm>
            <a:off x="8550335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noGrp="1"/>
          </p:cNvSpPr>
          <p:nvPr/>
        </p:nvSpPr>
        <p:spPr>
          <a:xfrm>
            <a:off x="8550335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noGrp="1"/>
          </p:cNvSpPr>
          <p:nvPr/>
        </p:nvSpPr>
        <p:spPr>
          <a:xfrm>
            <a:off x="8550335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noGrp="1"/>
          </p:cNvSpPr>
          <p:nvPr/>
        </p:nvSpPr>
        <p:spPr>
          <a:xfrm>
            <a:off x="8550335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noGrp="1"/>
          </p:cNvSpPr>
          <p:nvPr/>
        </p:nvSpPr>
        <p:spPr>
          <a:xfrm>
            <a:off x="8550335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noGrp="1"/>
          </p:cNvSpPr>
          <p:nvPr/>
        </p:nvSpPr>
        <p:spPr>
          <a:xfrm>
            <a:off x="8550335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noGrp="1"/>
          </p:cNvSpPr>
          <p:nvPr/>
        </p:nvSpPr>
        <p:spPr>
          <a:xfrm>
            <a:off x="8550335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noGrp="1"/>
          </p:cNvSpPr>
          <p:nvPr/>
        </p:nvSpPr>
        <p:spPr>
          <a:xfrm>
            <a:off x="8550335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noGrp="1"/>
          </p:cNvSpPr>
          <p:nvPr/>
        </p:nvSpPr>
        <p:spPr>
          <a:xfrm>
            <a:off x="8550335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noGrp="1"/>
          </p:cNvSpPr>
          <p:nvPr/>
        </p:nvSpPr>
        <p:spPr>
          <a:xfrm>
            <a:off x="8550335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noGrp="1"/>
          </p:cNvSpPr>
          <p:nvPr/>
        </p:nvSpPr>
        <p:spPr>
          <a:xfrm>
            <a:off x="8550335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noGrp="1"/>
          </p:cNvSpPr>
          <p:nvPr/>
        </p:nvSpPr>
        <p:spPr>
          <a:xfrm>
            <a:off x="8550335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noGrp="1"/>
          </p:cNvSpPr>
          <p:nvPr/>
        </p:nvSpPr>
        <p:spPr>
          <a:xfrm>
            <a:off x="8550335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noGrp="1"/>
          </p:cNvSpPr>
          <p:nvPr/>
        </p:nvSpPr>
        <p:spPr>
          <a:xfrm>
            <a:off x="8550335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noGrp="1"/>
          </p:cNvSpPr>
          <p:nvPr/>
        </p:nvSpPr>
        <p:spPr>
          <a:xfrm>
            <a:off x="8550335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noGrp="1"/>
          </p:cNvSpPr>
          <p:nvPr/>
        </p:nvSpPr>
        <p:spPr>
          <a:xfrm>
            <a:off x="8550335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noGrp="1"/>
          </p:cNvSpPr>
          <p:nvPr/>
        </p:nvSpPr>
        <p:spPr>
          <a:xfrm>
            <a:off x="8550335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noGrp="1"/>
          </p:cNvSpPr>
          <p:nvPr/>
        </p:nvSpPr>
        <p:spPr>
          <a:xfrm>
            <a:off x="8550335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noGrp="1"/>
          </p:cNvSpPr>
          <p:nvPr/>
        </p:nvSpPr>
        <p:spPr>
          <a:xfrm>
            <a:off x="8550335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noGrp="1"/>
          </p:cNvSpPr>
          <p:nvPr/>
        </p:nvSpPr>
        <p:spPr>
          <a:xfrm>
            <a:off x="8550335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noGrp="1"/>
          </p:cNvSpPr>
          <p:nvPr/>
        </p:nvSpPr>
        <p:spPr>
          <a:xfrm>
            <a:off x="8550335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noGrp="1"/>
          </p:cNvSpPr>
          <p:nvPr/>
        </p:nvSpPr>
        <p:spPr>
          <a:xfrm>
            <a:off x="8550335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noGrp="1"/>
          </p:cNvSpPr>
          <p:nvPr/>
        </p:nvSpPr>
        <p:spPr>
          <a:xfrm>
            <a:off x="8550335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noGrp="1"/>
          </p:cNvSpPr>
          <p:nvPr/>
        </p:nvSpPr>
        <p:spPr>
          <a:xfrm>
            <a:off x="8550335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noGrp="1"/>
          </p:cNvSpPr>
          <p:nvPr/>
        </p:nvSpPr>
        <p:spPr>
          <a:xfrm>
            <a:off x="8550335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noGrp="1"/>
          </p:cNvSpPr>
          <p:nvPr/>
        </p:nvSpPr>
        <p:spPr>
          <a:xfrm>
            <a:off x="8550335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noGrp="1"/>
          </p:cNvSpPr>
          <p:nvPr/>
        </p:nvSpPr>
        <p:spPr>
          <a:xfrm>
            <a:off x="8550335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noGrp="1"/>
          </p:cNvSpPr>
          <p:nvPr/>
        </p:nvSpPr>
        <p:spPr>
          <a:xfrm>
            <a:off x="8550335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noGrp="1"/>
          </p:cNvSpPr>
          <p:nvPr/>
        </p:nvSpPr>
        <p:spPr>
          <a:xfrm>
            <a:off x="8550335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noGrp="1"/>
          </p:cNvSpPr>
          <p:nvPr/>
        </p:nvSpPr>
        <p:spPr>
          <a:xfrm>
            <a:off x="8550335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noGrp="1"/>
          </p:cNvSpPr>
          <p:nvPr/>
        </p:nvSpPr>
        <p:spPr>
          <a:xfrm>
            <a:off x="8550335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noGrp="1"/>
          </p:cNvSpPr>
          <p:nvPr/>
        </p:nvSpPr>
        <p:spPr>
          <a:xfrm>
            <a:off x="8550335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noGrp="1"/>
          </p:cNvSpPr>
          <p:nvPr/>
        </p:nvSpPr>
        <p:spPr>
          <a:xfrm>
            <a:off x="8550335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noGrp="1"/>
          </p:cNvSpPr>
          <p:nvPr/>
        </p:nvSpPr>
        <p:spPr>
          <a:xfrm>
            <a:off x="8550335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noGrp="1"/>
          </p:cNvSpPr>
          <p:nvPr/>
        </p:nvSpPr>
        <p:spPr>
          <a:xfrm>
            <a:off x="8550335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noGrp="1"/>
          </p:cNvSpPr>
          <p:nvPr/>
        </p:nvSpPr>
        <p:spPr>
          <a:xfrm>
            <a:off x="8550335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noGrp="1"/>
          </p:cNvSpPr>
          <p:nvPr/>
        </p:nvSpPr>
        <p:spPr>
          <a:xfrm>
            <a:off x="8550335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noGrp="1"/>
          </p:cNvSpPr>
          <p:nvPr/>
        </p:nvSpPr>
        <p:spPr>
          <a:xfrm>
            <a:off x="8550335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noGrp="1"/>
          </p:cNvSpPr>
          <p:nvPr/>
        </p:nvSpPr>
        <p:spPr>
          <a:xfrm>
            <a:off x="8550335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noGrp="1"/>
          </p:cNvSpPr>
          <p:nvPr/>
        </p:nvSpPr>
        <p:spPr>
          <a:xfrm>
            <a:off x="8550335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noGrp="1"/>
          </p:cNvSpPr>
          <p:nvPr/>
        </p:nvSpPr>
        <p:spPr>
          <a:xfrm>
            <a:off x="8550335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noGrp="1"/>
          </p:cNvSpPr>
          <p:nvPr/>
        </p:nvSpPr>
        <p:spPr>
          <a:xfrm>
            <a:off x="8550335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noGrp="1"/>
          </p:cNvSpPr>
          <p:nvPr/>
        </p:nvSpPr>
        <p:spPr>
          <a:xfrm>
            <a:off x="8550335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noGrp="1"/>
          </p:cNvSpPr>
          <p:nvPr/>
        </p:nvSpPr>
        <p:spPr>
          <a:xfrm>
            <a:off x="8550335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noGrp="1"/>
          </p:cNvSpPr>
          <p:nvPr/>
        </p:nvSpPr>
        <p:spPr>
          <a:xfrm>
            <a:off x="8550335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noGrp="1"/>
          </p:cNvSpPr>
          <p:nvPr/>
        </p:nvSpPr>
        <p:spPr>
          <a:xfrm>
            <a:off x="8550335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noGrp="1"/>
          </p:cNvSpPr>
          <p:nvPr/>
        </p:nvSpPr>
        <p:spPr>
          <a:xfrm>
            <a:off x="8550335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noGrp="1"/>
          </p:cNvSpPr>
          <p:nvPr/>
        </p:nvSpPr>
        <p:spPr>
          <a:xfrm>
            <a:off x="8550335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noGrp="1"/>
          </p:cNvSpPr>
          <p:nvPr/>
        </p:nvSpPr>
        <p:spPr>
          <a:xfrm>
            <a:off x="8550335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noGrp="1"/>
          </p:cNvSpPr>
          <p:nvPr/>
        </p:nvSpPr>
        <p:spPr>
          <a:xfrm>
            <a:off x="8550335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noGrp="1"/>
          </p:cNvSpPr>
          <p:nvPr/>
        </p:nvSpPr>
        <p:spPr>
          <a:xfrm>
            <a:off x="8550335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noGrp="1"/>
          </p:cNvSpPr>
          <p:nvPr/>
        </p:nvSpPr>
        <p:spPr>
          <a:xfrm>
            <a:off x="8550335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noGrp="1"/>
          </p:cNvSpPr>
          <p:nvPr/>
        </p:nvSpPr>
        <p:spPr>
          <a:xfrm>
            <a:off x="8550335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noGrp="1"/>
          </p:cNvSpPr>
          <p:nvPr/>
        </p:nvSpPr>
        <p:spPr>
          <a:xfrm>
            <a:off x="8550335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noGrp="1"/>
          </p:cNvSpPr>
          <p:nvPr/>
        </p:nvSpPr>
        <p:spPr>
          <a:xfrm>
            <a:off x="8550335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noGrp="1"/>
          </p:cNvSpPr>
          <p:nvPr/>
        </p:nvSpPr>
        <p:spPr>
          <a:xfrm>
            <a:off x="8550335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noGrp="1"/>
          </p:cNvSpPr>
          <p:nvPr/>
        </p:nvSpPr>
        <p:spPr>
          <a:xfrm>
            <a:off x="8550335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noGrp="1"/>
          </p:cNvSpPr>
          <p:nvPr/>
        </p:nvSpPr>
        <p:spPr>
          <a:xfrm>
            <a:off x="8550335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noGrp="1"/>
          </p:cNvSpPr>
          <p:nvPr/>
        </p:nvSpPr>
        <p:spPr>
          <a:xfrm>
            <a:off x="8550335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noGrp="1"/>
          </p:cNvSpPr>
          <p:nvPr/>
        </p:nvSpPr>
        <p:spPr>
          <a:xfrm>
            <a:off x="8640094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noGrp="1"/>
          </p:cNvSpPr>
          <p:nvPr/>
        </p:nvSpPr>
        <p:spPr>
          <a:xfrm>
            <a:off x="8736848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noGrp="1"/>
          </p:cNvSpPr>
          <p:nvPr/>
        </p:nvSpPr>
        <p:spPr>
          <a:xfrm>
            <a:off x="8640094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noGrp="1"/>
          </p:cNvSpPr>
          <p:nvPr/>
        </p:nvSpPr>
        <p:spPr>
          <a:xfrm>
            <a:off x="8736848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noGrp="1"/>
          </p:cNvSpPr>
          <p:nvPr/>
        </p:nvSpPr>
        <p:spPr>
          <a:xfrm>
            <a:off x="8640094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noGrp="1"/>
          </p:cNvSpPr>
          <p:nvPr/>
        </p:nvSpPr>
        <p:spPr>
          <a:xfrm>
            <a:off x="8736848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noGrp="1"/>
          </p:cNvSpPr>
          <p:nvPr/>
        </p:nvSpPr>
        <p:spPr>
          <a:xfrm>
            <a:off x="8640094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noGrp="1"/>
          </p:cNvSpPr>
          <p:nvPr/>
        </p:nvSpPr>
        <p:spPr>
          <a:xfrm>
            <a:off x="8736848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noGrp="1"/>
          </p:cNvSpPr>
          <p:nvPr/>
        </p:nvSpPr>
        <p:spPr>
          <a:xfrm rot="-5400000">
            <a:off x="8570583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noGrp="1"/>
          </p:cNvSpPr>
          <p:nvPr/>
        </p:nvSpPr>
        <p:spPr>
          <a:xfrm>
            <a:off x="2996844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noGrp="1"/>
          </p:cNvSpPr>
          <p:nvPr/>
        </p:nvSpPr>
        <p:spPr>
          <a:xfrm>
            <a:off x="3264238" y="397378"/>
            <a:ext cx="7807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noGrp="1"/>
          </p:cNvSpPr>
          <p:nvPr/>
        </p:nvSpPr>
        <p:spPr>
          <a:xfrm>
            <a:off x="4196710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686" name="text_2685">
            <a:extLst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noGrp="1"/>
          </p:cNvSpPr>
          <p:nvPr/>
        </p:nvSpPr>
        <p:spPr>
          <a:xfrm>
            <a:off x="4464104" y="397378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noGrp="1"/>
          </p:cNvSpPr>
          <p:nvPr/>
        </p:nvSpPr>
        <p:spPr>
          <a:xfrm>
            <a:off x="5835477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688" name="text_2687">
            <a:extLst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noGrp="1"/>
          </p:cNvSpPr>
          <p:nvPr/>
        </p:nvSpPr>
        <p:spPr>
          <a:xfrm>
            <a:off x="6102871" y="397378"/>
            <a:ext cx="11525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2688">
            <a:extLst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noGrp="1"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2689">
            <a:extLst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690">
            <a:extLst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noGrp="1"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noGrp="1"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noGrp="1"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noGrp="1"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noGrp="1"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noGrp="1"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noGrp="1"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noGrp="1"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noGrp="1"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noGrp="1"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noGrp="1"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noGrp="1"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noGrp="1"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noGrp="1"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noGrp="1"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noGrp="1"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noGrp="1"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noGrp="1"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noGrp="1"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noGrp="1"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noGrp="1"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noGrp="1"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2713">
            <a:extLst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noGrp="1"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2714">
            <a:extLst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noGrp="1"/>
          </p:cNvSpPr>
          <p:nvPr/>
        </p:nvSpPr>
        <p:spPr>
          <a:xfrm>
            <a:off x="1369994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2715">
            <a:extLst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noGrp="1"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2716">
            <a:extLst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noGrp="1"/>
          </p:cNvSpPr>
          <p:nvPr/>
        </p:nvSpPr>
        <p:spPr>
          <a:xfrm>
            <a:off x="1419945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2717">
            <a:extLst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noGrp="1"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2718">
            <a:extLst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noGrp="1"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2719">
            <a:extLst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noGrp="1"/>
          </p:cNvSpPr>
          <p:nvPr/>
        </p:nvSpPr>
        <p:spPr>
          <a:xfrm>
            <a:off x="1424394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2720">
            <a:extLst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noGrp="1"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2721">
            <a:extLst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noGrp="1"/>
          </p:cNvSpPr>
          <p:nvPr/>
        </p:nvSpPr>
        <p:spPr>
          <a:xfrm>
            <a:off x="1462036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2722">
            <a:extLst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noGrp="1"/>
          </p:cNvSpPr>
          <p:nvPr/>
        </p:nvSpPr>
        <p:spPr>
          <a:xfrm>
            <a:off x="1423991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2723">
            <a:extLst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noGrp="1"/>
          </p:cNvSpPr>
          <p:nvPr/>
        </p:nvSpPr>
        <p:spPr>
          <a:xfrm>
            <a:off x="1558316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2724">
            <a:extLst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noGrp="1"/>
          </p:cNvSpPr>
          <p:nvPr/>
        </p:nvSpPr>
        <p:spPr>
          <a:xfrm>
            <a:off x="1540654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2725">
            <a:extLst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noGrp="1"/>
          </p:cNvSpPr>
          <p:nvPr/>
        </p:nvSpPr>
        <p:spPr>
          <a:xfrm>
            <a:off x="15704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2726">
            <a:extLst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noGrp="1"/>
          </p:cNvSpPr>
          <p:nvPr/>
        </p:nvSpPr>
        <p:spPr>
          <a:xfrm>
            <a:off x="1446788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2727">
            <a:extLst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noGrp="1"/>
          </p:cNvSpPr>
          <p:nvPr/>
        </p:nvSpPr>
        <p:spPr>
          <a:xfrm>
            <a:off x="1516219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2728">
            <a:extLst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noGrp="1"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2729">
            <a:extLst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noGrp="1"/>
          </p:cNvSpPr>
          <p:nvPr/>
        </p:nvSpPr>
        <p:spPr>
          <a:xfrm>
            <a:off x="158467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2730">
            <a:extLst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noGrp="1"/>
          </p:cNvSpPr>
          <p:nvPr/>
        </p:nvSpPr>
        <p:spPr>
          <a:xfrm>
            <a:off x="1525131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2731">
            <a:extLst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noGrp="1"/>
          </p:cNvSpPr>
          <p:nvPr/>
        </p:nvSpPr>
        <p:spPr>
          <a:xfrm>
            <a:off x="1584563" y="3958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2732">
            <a:extLst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noGrp="1"/>
          </p:cNvSpPr>
          <p:nvPr/>
        </p:nvSpPr>
        <p:spPr>
          <a:xfrm>
            <a:off x="1389567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2733">
            <a:extLst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noGrp="1"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2734">
            <a:extLst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noGrp="1"/>
          </p:cNvSpPr>
          <p:nvPr/>
        </p:nvSpPr>
        <p:spPr>
          <a:xfrm>
            <a:off x="151515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2735">
            <a:extLst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noGrp="1"/>
          </p:cNvSpPr>
          <p:nvPr/>
        </p:nvSpPr>
        <p:spPr>
          <a:xfrm>
            <a:off x="1440787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2736">
            <a:extLst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noGrp="1"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2737">
            <a:extLst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noGrp="1"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2738">
            <a:extLst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noGrp="1"/>
          </p:cNvSpPr>
          <p:nvPr/>
        </p:nvSpPr>
        <p:spPr>
          <a:xfrm>
            <a:off x="1392293" y="39673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2739">
            <a:extLst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noGrp="1"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2740">
            <a:extLst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noGrp="1"/>
          </p:cNvSpPr>
          <p:nvPr/>
        </p:nvSpPr>
        <p:spPr>
          <a:xfrm>
            <a:off x="1390415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2741">
            <a:extLst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noGrp="1"/>
          </p:cNvSpPr>
          <p:nvPr/>
        </p:nvSpPr>
        <p:spPr>
          <a:xfrm>
            <a:off x="157385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2742">
            <a:extLst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noGrp="1"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2743">
            <a:extLst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noGrp="1"/>
          </p:cNvSpPr>
          <p:nvPr/>
        </p:nvSpPr>
        <p:spPr>
          <a:xfrm>
            <a:off x="1515489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2744">
            <a:extLst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noGrp="1"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2745">
            <a:extLst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noGrp="1"/>
          </p:cNvSpPr>
          <p:nvPr/>
        </p:nvSpPr>
        <p:spPr>
          <a:xfrm>
            <a:off x="1484477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2746">
            <a:extLst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noGrp="1"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2747">
            <a:extLst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noGrp="1"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2748">
            <a:extLst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noGrp="1"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2749">
            <a:extLst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noGrp="1"/>
          </p:cNvSpPr>
          <p:nvPr/>
        </p:nvSpPr>
        <p:spPr>
          <a:xfrm>
            <a:off x="1415549" y="3975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2750">
            <a:extLst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noGrp="1"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2751">
            <a:extLst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noGrp="1"/>
          </p:cNvSpPr>
          <p:nvPr/>
        </p:nvSpPr>
        <p:spPr>
          <a:xfrm>
            <a:off x="1406326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2752">
            <a:extLst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noGrp="1"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2753">
            <a:extLst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noGrp="1"/>
          </p:cNvSpPr>
          <p:nvPr/>
        </p:nvSpPr>
        <p:spPr>
          <a:xfrm>
            <a:off x="15284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2754">
            <a:extLst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noGrp="1"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2755">
            <a:extLst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noGrp="1"/>
          </p:cNvSpPr>
          <p:nvPr/>
        </p:nvSpPr>
        <p:spPr>
          <a:xfrm>
            <a:off x="15046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2756">
            <a:extLst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noGrp="1"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2757">
            <a:extLst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noGrp="1"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2758">
            <a:extLst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noGrp="1"/>
          </p:cNvSpPr>
          <p:nvPr/>
        </p:nvSpPr>
        <p:spPr>
          <a:xfrm>
            <a:off x="1499953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2759">
            <a:extLst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noGrp="1"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2760">
            <a:extLst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noGrp="1"/>
          </p:cNvSpPr>
          <p:nvPr/>
        </p:nvSpPr>
        <p:spPr>
          <a:xfrm>
            <a:off x="1558769" y="39540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2761">
            <a:extLst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noGrp="1"/>
          </p:cNvSpPr>
          <p:nvPr/>
        </p:nvSpPr>
        <p:spPr>
          <a:xfrm>
            <a:off x="14666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2762">
            <a:extLst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noGrp="1"/>
          </p:cNvSpPr>
          <p:nvPr/>
        </p:nvSpPr>
        <p:spPr>
          <a:xfrm>
            <a:off x="1487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2763">
            <a:extLst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noGrp="1"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2764">
            <a:extLst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noGrp="1"/>
          </p:cNvSpPr>
          <p:nvPr/>
        </p:nvSpPr>
        <p:spPr>
          <a:xfrm>
            <a:off x="14352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2765">
            <a:extLst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noGrp="1"/>
          </p:cNvSpPr>
          <p:nvPr/>
        </p:nvSpPr>
        <p:spPr>
          <a:xfrm>
            <a:off x="1451655" y="27850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2766">
            <a:extLst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noGrp="1"/>
          </p:cNvSpPr>
          <p:nvPr/>
        </p:nvSpPr>
        <p:spPr>
          <a:xfrm>
            <a:off x="14071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2767">
            <a:extLst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noGrp="1"/>
          </p:cNvSpPr>
          <p:nvPr/>
        </p:nvSpPr>
        <p:spPr>
          <a:xfrm>
            <a:off x="1396884" y="3959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2768">
            <a:extLst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noGrp="1"/>
          </p:cNvSpPr>
          <p:nvPr/>
        </p:nvSpPr>
        <p:spPr>
          <a:xfrm>
            <a:off x="15794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2769">
            <a:extLst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noGrp="1"/>
          </p:cNvSpPr>
          <p:nvPr/>
        </p:nvSpPr>
        <p:spPr>
          <a:xfrm>
            <a:off x="1379223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2770">
            <a:extLst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noGrp="1"/>
          </p:cNvSpPr>
          <p:nvPr/>
        </p:nvSpPr>
        <p:spPr>
          <a:xfrm>
            <a:off x="1381613" y="38719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2771">
            <a:extLst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noGrp="1"/>
          </p:cNvSpPr>
          <p:nvPr/>
        </p:nvSpPr>
        <p:spPr>
          <a:xfrm>
            <a:off x="1533700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2772">
            <a:extLst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noGrp="1"/>
          </p:cNvSpPr>
          <p:nvPr/>
        </p:nvSpPr>
        <p:spPr>
          <a:xfrm>
            <a:off x="1378695" y="39549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2773">
            <a:extLst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noGrp="1"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2774">
            <a:extLst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noGrp="1"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2775">
            <a:extLst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noGrp="1"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2776">
            <a:extLst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noGrp="1"/>
          </p:cNvSpPr>
          <p:nvPr/>
        </p:nvSpPr>
        <p:spPr>
          <a:xfrm>
            <a:off x="1493376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2777">
            <a:extLst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noGrp="1"/>
          </p:cNvSpPr>
          <p:nvPr/>
        </p:nvSpPr>
        <p:spPr>
          <a:xfrm>
            <a:off x="15399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2778">
            <a:extLst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noGrp="1"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2779">
            <a:extLst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noGrp="1"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2780">
            <a:extLst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noGrp="1"/>
          </p:cNvSpPr>
          <p:nvPr/>
        </p:nvSpPr>
        <p:spPr>
          <a:xfrm>
            <a:off x="1568718" y="3947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2781">
            <a:extLst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noGrp="1"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2782">
            <a:extLst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noGrp="1"/>
          </p:cNvSpPr>
          <p:nvPr/>
        </p:nvSpPr>
        <p:spPr>
          <a:xfrm>
            <a:off x="1540348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2783">
            <a:extLst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noGrp="1"/>
          </p:cNvSpPr>
          <p:nvPr/>
        </p:nvSpPr>
        <p:spPr>
          <a:xfrm>
            <a:off x="1367217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2784">
            <a:extLst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noGrp="1"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2785">
            <a:extLst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noGrp="1"/>
          </p:cNvSpPr>
          <p:nvPr/>
        </p:nvSpPr>
        <p:spPr>
          <a:xfrm>
            <a:off x="1372600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2786">
            <a:extLst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noGrp="1"/>
          </p:cNvSpPr>
          <p:nvPr/>
        </p:nvSpPr>
        <p:spPr>
          <a:xfrm>
            <a:off x="1541140" y="39718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2787">
            <a:extLst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noGrp="1"/>
          </p:cNvSpPr>
          <p:nvPr/>
        </p:nvSpPr>
        <p:spPr>
          <a:xfrm>
            <a:off x="1552757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2788">
            <a:extLst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noGrp="1"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2789">
            <a:extLst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noGrp="1"/>
          </p:cNvSpPr>
          <p:nvPr/>
        </p:nvSpPr>
        <p:spPr>
          <a:xfrm>
            <a:off x="1420613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2790">
            <a:extLst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noGrp="1"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2791">
            <a:extLst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noGrp="1"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2792">
            <a:extLst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noGrp="1"/>
          </p:cNvSpPr>
          <p:nvPr/>
        </p:nvSpPr>
        <p:spPr>
          <a:xfrm>
            <a:off x="1470849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2793">
            <a:extLst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noGrp="1"/>
          </p:cNvSpPr>
          <p:nvPr/>
        </p:nvSpPr>
        <p:spPr>
          <a:xfrm>
            <a:off x="1577818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2794">
            <a:extLst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noGrp="1"/>
          </p:cNvSpPr>
          <p:nvPr/>
        </p:nvSpPr>
        <p:spPr>
          <a:xfrm>
            <a:off x="1487003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2795">
            <a:extLst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noGrp="1"/>
          </p:cNvSpPr>
          <p:nvPr/>
        </p:nvSpPr>
        <p:spPr>
          <a:xfrm>
            <a:off x="144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2796">
            <a:extLst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noGrp="1"/>
          </p:cNvSpPr>
          <p:nvPr/>
        </p:nvSpPr>
        <p:spPr>
          <a:xfrm>
            <a:off x="14932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2797">
            <a:extLst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noGrp="1"/>
          </p:cNvSpPr>
          <p:nvPr/>
        </p:nvSpPr>
        <p:spPr>
          <a:xfrm>
            <a:off x="1389642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2798">
            <a:extLst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noGrp="1"/>
          </p:cNvSpPr>
          <p:nvPr/>
        </p:nvSpPr>
        <p:spPr>
          <a:xfrm>
            <a:off x="1418441" y="38804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2799">
            <a:extLst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noGrp="1"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2800">
            <a:extLst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noGrp="1"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2801">
            <a:extLst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noGrp="1"/>
          </p:cNvSpPr>
          <p:nvPr/>
        </p:nvSpPr>
        <p:spPr>
          <a:xfrm>
            <a:off x="1477370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2802">
            <a:extLst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noGrp="1"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2803">
            <a:extLst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noGrp="1"/>
          </p:cNvSpPr>
          <p:nvPr/>
        </p:nvSpPr>
        <p:spPr>
          <a:xfrm>
            <a:off x="1451448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2804">
            <a:extLst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noGrp="1"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2805">
            <a:extLst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noGrp="1"/>
          </p:cNvSpPr>
          <p:nvPr/>
        </p:nvSpPr>
        <p:spPr>
          <a:xfrm>
            <a:off x="1502373" y="39661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2806">
            <a:extLst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noGrp="1"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2807">
            <a:extLst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noGrp="1"/>
          </p:cNvSpPr>
          <p:nvPr/>
        </p:nvSpPr>
        <p:spPr>
          <a:xfrm>
            <a:off x="156941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2808">
            <a:extLst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noGrp="1"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2809">
            <a:extLst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noGrp="1"/>
          </p:cNvSpPr>
          <p:nvPr/>
        </p:nvSpPr>
        <p:spPr>
          <a:xfrm>
            <a:off x="1446914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2810">
            <a:extLst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noGrp="1"/>
          </p:cNvSpPr>
          <p:nvPr/>
        </p:nvSpPr>
        <p:spPr>
          <a:xfrm>
            <a:off x="14700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2811">
            <a:extLst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noGrp="1"/>
          </p:cNvSpPr>
          <p:nvPr/>
        </p:nvSpPr>
        <p:spPr>
          <a:xfrm>
            <a:off x="1553435" y="3440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2812">
            <a:extLst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noGrp="1"/>
          </p:cNvSpPr>
          <p:nvPr/>
        </p:nvSpPr>
        <p:spPr>
          <a:xfrm>
            <a:off x="139120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2813">
            <a:extLst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noGrp="1"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2814">
            <a:extLst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noGrp="1"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2815">
            <a:extLst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noGrp="1"/>
          </p:cNvSpPr>
          <p:nvPr/>
        </p:nvSpPr>
        <p:spPr>
          <a:xfrm>
            <a:off x="1564314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2816">
            <a:extLst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noGrp="1"/>
          </p:cNvSpPr>
          <p:nvPr/>
        </p:nvSpPr>
        <p:spPr>
          <a:xfrm>
            <a:off x="1417595" y="38530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2817">
            <a:extLst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noGrp="1"/>
          </p:cNvSpPr>
          <p:nvPr/>
        </p:nvSpPr>
        <p:spPr>
          <a:xfrm>
            <a:off x="1491025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2818">
            <a:extLst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noGrp="1"/>
          </p:cNvSpPr>
          <p:nvPr/>
        </p:nvSpPr>
        <p:spPr>
          <a:xfrm>
            <a:off x="1470236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2819">
            <a:extLst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noGrp="1"/>
          </p:cNvSpPr>
          <p:nvPr/>
        </p:nvSpPr>
        <p:spPr>
          <a:xfrm>
            <a:off x="1438881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2820">
            <a:extLst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noGrp="1"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2821">
            <a:extLst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noGrp="1"/>
          </p:cNvSpPr>
          <p:nvPr/>
        </p:nvSpPr>
        <p:spPr>
          <a:xfrm>
            <a:off x="147164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2822">
            <a:extLst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noGrp="1"/>
          </p:cNvSpPr>
          <p:nvPr/>
        </p:nvSpPr>
        <p:spPr>
          <a:xfrm>
            <a:off x="1364364" y="3964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2823">
            <a:extLst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noGrp="1"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2824">
            <a:extLst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noGrp="1"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2825">
            <a:extLst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noGrp="1"/>
          </p:cNvSpPr>
          <p:nvPr/>
        </p:nvSpPr>
        <p:spPr>
          <a:xfrm>
            <a:off x="1503547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2826">
            <a:extLst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noGrp="1"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2827">
            <a:extLst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noGrp="1"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2828">
            <a:extLst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noGrp="1"/>
          </p:cNvSpPr>
          <p:nvPr/>
        </p:nvSpPr>
        <p:spPr>
          <a:xfrm>
            <a:off x="1486553" y="38021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2829">
            <a:extLst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noGrp="1"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2830">
            <a:extLst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noGrp="1"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2831">
            <a:extLst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noGrp="1"/>
          </p:cNvSpPr>
          <p:nvPr/>
        </p:nvSpPr>
        <p:spPr>
          <a:xfrm>
            <a:off x="1503254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2832">
            <a:extLst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noGrp="1"/>
          </p:cNvSpPr>
          <p:nvPr/>
        </p:nvSpPr>
        <p:spPr>
          <a:xfrm>
            <a:off x="13661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2833">
            <a:extLst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noGrp="1"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2834">
            <a:extLst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noGrp="1"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2835">
            <a:extLst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noGrp="1"/>
          </p:cNvSpPr>
          <p:nvPr/>
        </p:nvSpPr>
        <p:spPr>
          <a:xfrm>
            <a:off x="1398698" y="39046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2836">
            <a:extLst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noGrp="1"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2837">
            <a:extLst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noGrp="1"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2838">
            <a:extLst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noGrp="1"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2839">
            <a:extLst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noGrp="1"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2840">
            <a:extLst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noGrp="1"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2841">
            <a:extLst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noGrp="1"/>
          </p:cNvSpPr>
          <p:nvPr/>
        </p:nvSpPr>
        <p:spPr>
          <a:xfrm>
            <a:off x="1576793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2842">
            <a:extLst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noGrp="1"/>
          </p:cNvSpPr>
          <p:nvPr/>
        </p:nvSpPr>
        <p:spPr>
          <a:xfrm>
            <a:off x="1444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2843">
            <a:extLst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noGrp="1"/>
          </p:cNvSpPr>
          <p:nvPr/>
        </p:nvSpPr>
        <p:spPr>
          <a:xfrm>
            <a:off x="1427449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2844">
            <a:extLst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noGrp="1"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2845">
            <a:extLst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noGrp="1"/>
          </p:cNvSpPr>
          <p:nvPr/>
        </p:nvSpPr>
        <p:spPr>
          <a:xfrm>
            <a:off x="1566408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2846">
            <a:extLst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noGrp="1"/>
          </p:cNvSpPr>
          <p:nvPr/>
        </p:nvSpPr>
        <p:spPr>
          <a:xfrm>
            <a:off x="1471861" y="391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2847">
            <a:extLst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noGrp="1"/>
          </p:cNvSpPr>
          <p:nvPr/>
        </p:nvSpPr>
        <p:spPr>
          <a:xfrm>
            <a:off x="1426514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2848">
            <a:extLst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noGrp="1"/>
          </p:cNvSpPr>
          <p:nvPr/>
        </p:nvSpPr>
        <p:spPr>
          <a:xfrm>
            <a:off x="1517138" y="397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2849">
            <a:extLst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noGrp="1"/>
          </p:cNvSpPr>
          <p:nvPr/>
        </p:nvSpPr>
        <p:spPr>
          <a:xfrm>
            <a:off x="139394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2850">
            <a:extLst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noGrp="1"/>
          </p:cNvSpPr>
          <p:nvPr/>
        </p:nvSpPr>
        <p:spPr>
          <a:xfrm>
            <a:off x="149073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2851">
            <a:extLst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noGrp="1"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2852">
            <a:extLst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noGrp="1"/>
          </p:cNvSpPr>
          <p:nvPr/>
        </p:nvSpPr>
        <p:spPr>
          <a:xfrm>
            <a:off x="1478102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2853">
            <a:extLst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noGrp="1"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2854">
            <a:extLst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noGrp="1"/>
          </p:cNvSpPr>
          <p:nvPr/>
        </p:nvSpPr>
        <p:spPr>
          <a:xfrm>
            <a:off x="14827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2855">
            <a:extLst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noGrp="1"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2856">
            <a:extLst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noGrp="1"/>
          </p:cNvSpPr>
          <p:nvPr/>
        </p:nvSpPr>
        <p:spPr>
          <a:xfrm>
            <a:off x="1499303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2857">
            <a:extLst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noGrp="1"/>
          </p:cNvSpPr>
          <p:nvPr/>
        </p:nvSpPr>
        <p:spPr>
          <a:xfrm>
            <a:off x="14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2858">
            <a:extLst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noGrp="1"/>
          </p:cNvSpPr>
          <p:nvPr/>
        </p:nvSpPr>
        <p:spPr>
          <a:xfrm>
            <a:off x="1576286" y="393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2859">
            <a:extLst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noGrp="1"/>
          </p:cNvSpPr>
          <p:nvPr/>
        </p:nvSpPr>
        <p:spPr>
          <a:xfrm>
            <a:off x="1519225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2860">
            <a:extLst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noGrp="1"/>
          </p:cNvSpPr>
          <p:nvPr/>
        </p:nvSpPr>
        <p:spPr>
          <a:xfrm>
            <a:off x="1400222" y="3968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2861">
            <a:extLst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noGrp="1"/>
          </p:cNvSpPr>
          <p:nvPr/>
        </p:nvSpPr>
        <p:spPr>
          <a:xfrm>
            <a:off x="1386726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2862">
            <a:extLst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noGrp="1"/>
          </p:cNvSpPr>
          <p:nvPr/>
        </p:nvSpPr>
        <p:spPr>
          <a:xfrm>
            <a:off x="1522833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2863">
            <a:extLst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noGrp="1"/>
          </p:cNvSpPr>
          <p:nvPr/>
        </p:nvSpPr>
        <p:spPr>
          <a:xfrm>
            <a:off x="15705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2864">
            <a:extLst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noGrp="1"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2865">
            <a:extLst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noGrp="1"/>
          </p:cNvSpPr>
          <p:nvPr/>
        </p:nvSpPr>
        <p:spPr>
          <a:xfrm>
            <a:off x="1534698" y="39615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2866">
            <a:extLst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noGrp="1"/>
          </p:cNvSpPr>
          <p:nvPr/>
        </p:nvSpPr>
        <p:spPr>
          <a:xfrm>
            <a:off x="15117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2867">
            <a:extLst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noGrp="1"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2868">
            <a:extLst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noGrp="1"/>
          </p:cNvSpPr>
          <p:nvPr/>
        </p:nvSpPr>
        <p:spPr>
          <a:xfrm>
            <a:off x="1516821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2869">
            <a:extLst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noGrp="1"/>
          </p:cNvSpPr>
          <p:nvPr/>
        </p:nvSpPr>
        <p:spPr>
          <a:xfrm>
            <a:off x="1449837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2870">
            <a:extLst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noGrp="1"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2871">
            <a:extLst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noGrp="1"/>
          </p:cNvSpPr>
          <p:nvPr/>
        </p:nvSpPr>
        <p:spPr>
          <a:xfrm>
            <a:off x="1463801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2872">
            <a:extLst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noGrp="1"/>
          </p:cNvSpPr>
          <p:nvPr/>
        </p:nvSpPr>
        <p:spPr>
          <a:xfrm>
            <a:off x="1407384" y="39468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2873">
            <a:extLst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noGrp="1"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2874">
            <a:extLst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noGrp="1"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2875">
            <a:extLst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noGrp="1"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2876">
            <a:extLst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noGrp="1"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2877">
            <a:extLst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noGrp="1"/>
          </p:cNvSpPr>
          <p:nvPr/>
        </p:nvSpPr>
        <p:spPr>
          <a:xfrm>
            <a:off x="1530703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2878">
            <a:extLst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noGrp="1"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2879">
            <a:extLst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noGrp="1"/>
          </p:cNvSpPr>
          <p:nvPr/>
        </p:nvSpPr>
        <p:spPr>
          <a:xfrm>
            <a:off x="1407218" y="39277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2880">
            <a:extLst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noGrp="1"/>
          </p:cNvSpPr>
          <p:nvPr/>
        </p:nvSpPr>
        <p:spPr>
          <a:xfrm>
            <a:off x="1363147" y="39747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2881">
            <a:extLst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noGrp="1"/>
          </p:cNvSpPr>
          <p:nvPr/>
        </p:nvSpPr>
        <p:spPr>
          <a:xfrm>
            <a:off x="1490985" y="39501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2882">
            <a:extLst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noGrp="1"/>
          </p:cNvSpPr>
          <p:nvPr/>
        </p:nvSpPr>
        <p:spPr>
          <a:xfrm>
            <a:off x="1388327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2883">
            <a:extLst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noGrp="1"/>
          </p:cNvSpPr>
          <p:nvPr/>
        </p:nvSpPr>
        <p:spPr>
          <a:xfrm>
            <a:off x="1547426" y="38436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2884">
            <a:extLst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noGrp="1"/>
          </p:cNvSpPr>
          <p:nvPr/>
        </p:nvSpPr>
        <p:spPr>
          <a:xfrm>
            <a:off x="1432952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2885">
            <a:extLst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noGrp="1"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2886">
            <a:extLst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noGrp="1"/>
          </p:cNvSpPr>
          <p:nvPr/>
        </p:nvSpPr>
        <p:spPr>
          <a:xfrm>
            <a:off x="1387804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2887">
            <a:extLst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noGrp="1"/>
          </p:cNvSpPr>
          <p:nvPr/>
        </p:nvSpPr>
        <p:spPr>
          <a:xfrm>
            <a:off x="1444423" y="3978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2888">
            <a:extLst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noGrp="1"/>
          </p:cNvSpPr>
          <p:nvPr/>
        </p:nvSpPr>
        <p:spPr>
          <a:xfrm>
            <a:off x="1537530" y="3717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2889">
            <a:extLst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noGrp="1"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2890">
            <a:extLst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noGrp="1"/>
          </p:cNvSpPr>
          <p:nvPr/>
        </p:nvSpPr>
        <p:spPr>
          <a:xfrm>
            <a:off x="1403893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2891">
            <a:extLst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noGrp="1"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2892">
            <a:extLst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noGrp="1"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2893">
            <a:extLst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noGrp="1"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2894">
            <a:extLst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noGrp="1"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2895">
            <a:extLst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noGrp="1"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2896">
            <a:extLst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noGrp="1"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2897">
            <a:extLst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noGrp="1"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2898">
            <a:extLst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noGrp="1"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2899">
            <a:extLst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noGrp="1"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2900">
            <a:extLst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noGrp="1"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2901">
            <a:extLst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noGrp="1"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2902">
            <a:extLst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noGrp="1"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2903">
            <a:extLst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noGrp="1"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2904">
            <a:extLst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noGrp="1"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2905">
            <a:extLst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noGrp="1"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2906">
            <a:extLst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noGrp="1"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2907">
            <a:extLst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noGrp="1"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2908">
            <a:extLst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noGrp="1"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2909">
            <a:extLst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noGrp="1"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2910">
            <a:extLst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noGrp="1"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2911">
            <a:extLst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noGrp="1"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2912">
            <a:extLst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noGrp="1"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2913">
            <a:extLst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noGrp="1"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2914">
            <a:extLst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noGrp="1"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2915">
            <a:extLst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noGrp="1"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2916">
            <a:extLst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noGrp="1"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2917">
            <a:extLst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noGrp="1"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2918">
            <a:extLst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noGrp="1"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2919">
            <a:extLst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noGrp="1"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2920">
            <a:extLst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noGrp="1"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2921">
            <a:extLst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noGrp="1"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2922">
            <a:extLst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noGrp="1"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2923">
            <a:extLst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noGrp="1"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2924">
            <a:extLst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noGrp="1"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2925">
            <a:extLst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noGrp="1"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2926">
            <a:extLst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noGrp="1"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2927">
            <a:extLst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noGrp="1"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2928">
            <a:extLst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noGrp="1"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2929">
            <a:extLst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noGrp="1"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2930">
            <a:extLst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noGrp="1"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2931">
            <a:extLst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noGrp="1"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2932">
            <a:extLst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noGrp="1"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2933">
            <a:extLst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noGrp="1"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2934">
            <a:extLst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noGrp="1"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2935">
            <a:extLst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noGrp="1"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2936">
            <a:extLst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noGrp="1"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2937">
            <a:extLst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noGrp="1"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2938">
            <a:extLst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noGrp="1"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2939">
            <a:extLst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noGrp="1"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2940">
            <a:extLst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noGrp="1"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2941">
            <a:extLst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noGrp="1"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2942">
            <a:extLst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noGrp="1"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2943">
            <a:extLst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noGrp="1"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2944">
            <a:extLst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noGrp="1"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2945">
            <a:extLst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noGrp="1"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2946">
            <a:extLst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noGrp="1"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2947">
            <a:extLst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noGrp="1"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2948">
            <a:extLst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noGrp="1"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2949">
            <a:extLst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noGrp="1"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2950">
            <a:extLst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noGrp="1"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2951">
            <a:extLst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noGrp="1"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2952">
            <a:extLst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noGrp="1"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2953">
            <a:extLst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noGrp="1"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2954">
            <a:extLst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noGrp="1"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2955">
            <a:extLst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noGrp="1"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2956">
            <a:extLst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noGrp="1"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2957">
            <a:extLst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noGrp="1"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2958">
            <a:extLst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noGrp="1"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2959">
            <a:extLst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noGrp="1"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2960">
            <a:extLst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noGrp="1"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2961">
            <a:extLst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noGrp="1"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2962">
            <a:extLst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noGrp="1"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2963">
            <a:extLst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noGrp="1"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2964">
            <a:extLst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noGrp="1"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2965">
            <a:extLst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noGrp="1"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2966">
            <a:extLst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noGrp="1"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2967">
            <a:extLst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noGrp="1"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2968">
            <a:extLst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noGrp="1"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2969">
            <a:extLst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noGrp="1"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2970">
            <a:extLst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noGrp="1"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2971">
            <a:extLst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noGrp="1"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2972">
            <a:extLst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noGrp="1"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2973">
            <a:extLst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noGrp="1"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2974">
            <a:extLst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noGrp="1"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2975">
            <a:extLst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noGrp="1"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2976">
            <a:extLst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noGrp="1"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2977">
            <a:extLst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noGrp="1"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2978">
            <a:extLst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noGrp="1"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2979">
            <a:extLst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noGrp="1"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2980">
            <a:extLst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noGrp="1"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2981">
            <a:extLst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noGrp="1"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2982">
            <a:extLst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noGrp="1"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2983">
            <a:extLst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noGrp="1"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2984">
            <a:extLst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noGrp="1"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2985">
            <a:extLst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noGrp="1"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2986">
            <a:extLst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noGrp="1"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2987">
            <a:extLst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noGrp="1"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2988">
            <a:extLst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noGrp="1"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2989">
            <a:extLst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noGrp="1"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2990">
            <a:extLst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noGrp="1"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2991">
            <a:extLst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noGrp="1"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2992">
            <a:extLst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noGrp="1"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2993">
            <a:extLst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noGrp="1"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2994">
            <a:extLst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noGrp="1"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2995">
            <a:extLst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noGrp="1"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2996">
            <a:extLst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noGrp="1"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2997">
            <a:extLst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noGrp="1"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2998">
            <a:extLst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noGrp="1"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2999">
            <a:extLst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noGrp="1"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3000">
            <a:extLst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noGrp="1"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3001">
            <a:extLst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noGrp="1"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3002">
            <a:extLst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noGrp="1"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3003">
            <a:extLst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noGrp="1"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3004">
            <a:extLst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noGrp="1"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3005">
            <a:extLst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noGrp="1"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3006">
            <a:extLst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noGrp="1"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3007">
            <a:extLst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noGrp="1"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3008">
            <a:extLst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noGrp="1"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3009">
            <a:extLst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noGrp="1"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3010">
            <a:extLst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noGrp="1"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3011">
            <a:extLst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noGrp="1"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3012">
            <a:extLst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noGrp="1"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3013">
            <a:extLst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noGrp="1"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3014">
            <a:extLst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noGrp="1"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3015">
            <a:extLst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noGrp="1"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3016">
            <a:extLst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noGrp="1"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3017">
            <a:extLst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noGrp="1"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3018">
            <a:extLst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noGrp="1"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3019">
            <a:extLst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noGrp="1"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3020">
            <a:extLst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noGrp="1"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3021">
            <a:extLst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noGrp="1"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3022">
            <a:extLst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noGrp="1"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3023">
            <a:extLst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noGrp="1"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3024">
            <a:extLst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noGrp="1"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3025">
            <a:extLst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noGrp="1"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3026">
            <a:extLst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noGrp="1"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3027">
            <a:extLst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noGrp="1"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3028">
            <a:extLst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noGrp="1"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3029">
            <a:extLst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noGrp="1"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3030">
            <a:extLst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noGrp="1"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3031">
            <a:extLst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noGrp="1"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3032">
            <a:extLst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noGrp="1"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3033">
            <a:extLst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noGrp="1"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3034">
            <a:extLst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noGrp="1"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3035">
            <a:extLst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noGrp="1"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3036">
            <a:extLst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noGrp="1"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3037">
            <a:extLst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noGrp="1"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3038">
            <a:extLst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noGrp="1"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3039">
            <a:extLst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noGrp="1"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3040">
            <a:extLst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noGrp="1"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3041">
            <a:extLst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noGrp="1"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3042">
            <a:extLst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noGrp="1"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3043">
            <a:extLst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noGrp="1"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3044">
            <a:extLst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noGrp="1"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3045">
            <a:extLst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noGrp="1"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3046">
            <a:extLst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noGrp="1"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3047">
            <a:extLst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noGrp="1"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3048">
            <a:extLst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noGrp="1"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3049">
            <a:extLst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noGrp="1"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3050">
            <a:extLst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noGrp="1"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3051">
            <a:extLst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noGrp="1"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3052">
            <a:extLst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noGrp="1"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3053">
            <a:extLst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noGrp="1"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3054">
            <a:extLst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noGrp="1"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3055">
            <a:extLst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noGrp="1"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3056">
            <a:extLst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noGrp="1"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3057">
            <a:extLst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noGrp="1"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3058">
            <a:extLst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noGrp="1"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3059">
            <a:extLst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noGrp="1"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3060">
            <a:extLst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noGrp="1"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3061">
            <a:extLst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noGrp="1"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3062">
            <a:extLst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noGrp="1"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3063">
            <a:extLst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noGrp="1"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3064">
            <a:extLst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noGrp="1"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3065">
            <a:extLst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noGrp="1"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3066">
            <a:extLst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noGrp="1"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3067">
            <a:extLst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noGrp="1"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3068">
            <a:extLst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noGrp="1"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3069">
            <a:extLst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noGrp="1"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3070">
            <a:extLst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noGrp="1"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3071">
            <a:extLst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noGrp="1"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3072">
            <a:extLst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noGrp="1"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3073">
            <a:extLst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noGrp="1"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3074">
            <a:extLst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noGrp="1"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3075">
            <a:extLst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noGrp="1"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3076">
            <a:extLst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noGrp="1"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3077">
            <a:extLst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noGrp="1"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3078">
            <a:extLst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noGrp="1"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3079">
            <a:extLst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noGrp="1"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3080">
            <a:extLst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noGrp="1"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3081">
            <a:extLst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noGrp="1"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3082">
            <a:extLst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noGrp="1"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3083">
            <a:extLst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noGrp="1"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3084">
            <a:extLst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noGrp="1"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3085">
            <a:extLst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noGrp="1"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3086">
            <a:extLst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noGrp="1"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3087">
            <a:extLst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noGrp="1"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3088">
            <a:extLst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noGrp="1"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3089">
            <a:extLst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noGrp="1"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3090">
            <a:extLst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noGrp="1"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3091">
            <a:extLst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noGrp="1"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3092">
            <a:extLst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noGrp="1"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3093">
            <a:extLst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noGrp="1"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3094">
            <a:extLst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noGrp="1"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3095">
            <a:extLst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noGrp="1"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3096">
            <a:extLst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noGrp="1"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3097">
            <a:extLst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noGrp="1"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3098">
            <a:extLst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noGrp="1"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3099">
            <a:extLst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noGrp="1"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3100">
            <a:extLst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noGrp="1"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3101">
            <a:extLst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noGrp="1"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3102">
            <a:extLst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noGrp="1"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3103">
            <a:extLst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noGrp="1"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3104">
            <a:extLst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noGrp="1"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3105">
            <a:extLst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noGrp="1"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3106">
            <a:extLst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noGrp="1"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3107">
            <a:extLst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noGrp="1"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3108">
            <a:extLst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noGrp="1"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3109">
            <a:extLst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noGrp="1"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3110">
            <a:extLst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noGrp="1"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3111">
            <a:extLst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noGrp="1"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3112">
            <a:extLst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noGrp="1"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3113">
            <a:extLst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noGrp="1"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3114">
            <a:extLst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noGrp="1"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3115">
            <a:extLst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noGrp="1"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3116">
            <a:extLst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noGrp="1"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3117">
            <a:extLst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noGrp="1"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3118">
            <a:extLst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noGrp="1"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3119">
            <a:extLst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noGrp="1"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3120">
            <a:extLst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noGrp="1"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3121">
            <a:extLst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noGrp="1"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3122">
            <a:extLst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noGrp="1"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3123">
            <a:extLst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noGrp="1"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3124">
            <a:extLst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noGrp="1"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3125">
            <a:extLst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noGrp="1"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3126">
            <a:extLst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noGrp="1"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3127">
            <a:extLst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noGrp="1"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3128">
            <a:extLst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noGrp="1"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3129">
            <a:extLst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noGrp="1"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3130">
            <a:extLst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noGrp="1"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3131">
            <a:extLst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noGrp="1"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3132">
            <a:extLst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noGrp="1"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3133">
            <a:extLst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noGrp="1"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3134">
            <a:extLst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noGrp="1"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3135">
            <a:extLst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noGrp="1"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3136">
            <a:extLst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noGrp="1"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3137">
            <a:extLst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noGrp="1"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3138">
            <a:extLst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noGrp="1"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3139">
            <a:extLst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noGrp="1"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3140">
            <a:extLst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noGrp="1"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3141">
            <a:extLst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noGrp="1"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3142">
            <a:extLst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noGrp="1"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3143">
            <a:extLst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noGrp="1"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3144">
            <a:extLst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noGrp="1"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3145">
            <a:extLst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noGrp="1"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3146">
            <a:extLst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noGrp="1"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3147">
            <a:extLst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noGrp="1"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3148">
            <a:extLst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noGrp="1"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3149">
            <a:extLst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noGrp="1"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3150">
            <a:extLst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noGrp="1"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3151">
            <a:extLst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noGrp="1"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3152">
            <a:extLst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noGrp="1"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3153">
            <a:extLst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noGrp="1"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3154">
            <a:extLst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noGrp="1"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3155">
            <a:extLst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noGrp="1"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3156">
            <a:extLst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noGrp="1"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3157">
            <a:extLst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noGrp="1"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3158">
            <a:extLst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noGrp="1"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3159">
            <a:extLst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noGrp="1"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3160">
            <a:extLst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noGrp="1"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3161">
            <a:extLst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noGrp="1"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3162">
            <a:extLst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noGrp="1"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3163">
            <a:extLst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noGrp="1"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3164">
            <a:extLst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noGrp="1"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3165">
            <a:extLst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noGrp="1"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3166">
            <a:extLst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noGrp="1"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3167">
            <a:extLst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noGrp="1"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3168">
            <a:extLst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noGrp="1"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3169">
            <a:extLst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noGrp="1"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3170">
            <a:extLst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noGrp="1"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3171">
            <a:extLst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noGrp="1"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3172">
            <a:extLst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noGrp="1"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3173">
            <a:extLst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noGrp="1"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3174">
            <a:extLst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noGrp="1"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3175">
            <a:extLst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noGrp="1"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3176">
            <a:extLst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noGrp="1"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3177">
            <a:extLst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noGrp="1"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3178">
            <a:extLst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noGrp="1"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3179">
            <a:extLst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noGrp="1"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3180">
            <a:extLst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noGrp="1"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3181">
            <a:extLst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noGrp="1"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3182">
            <a:extLst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noGrp="1"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3183">
            <a:extLst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noGrp="1"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3184">
            <a:extLst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noGrp="1"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3185">
            <a:extLst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noGrp="1"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3186">
            <a:extLst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noGrp="1"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3187">
            <a:extLst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noGrp="1"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3188">
            <a:extLst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noGrp="1"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3189">
            <a:extLst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noGrp="1"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3190">
            <a:extLst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noGrp="1"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3191">
            <a:extLst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noGrp="1"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3192">
            <a:extLst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noGrp="1"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3193">
            <a:extLst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noGrp="1"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3194">
            <a:extLst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noGrp="1"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3195">
            <a:extLst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noGrp="1"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3196">
            <a:extLst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noGrp="1"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3197">
            <a:extLst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noGrp="1"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3198">
            <a:extLst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noGrp="1"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3199">
            <a:extLst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noGrp="1"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3200">
            <a:extLst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noGrp="1"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3201">
            <a:extLst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noGrp="1"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3202">
            <a:extLst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noGrp="1"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3203">
            <a:extLst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noGrp="1"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3204">
            <a:extLst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noGrp="1"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3205">
            <a:extLst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noGrp="1"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3206">
            <a:extLst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noGrp="1"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3207">
            <a:extLst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noGrp="1"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3208">
            <a:extLst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noGrp="1"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3209">
            <a:extLst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noGrp="1"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3210">
            <a:extLst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noGrp="1"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3211">
            <a:extLst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noGrp="1"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3212">
            <a:extLst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noGrp="1"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3213">
            <a:extLst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noGrp="1"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3214">
            <a:extLst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noGrp="1"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3215">
            <a:extLst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noGrp="1"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3216">
            <a:extLst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noGrp="1"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3217">
            <a:extLst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noGrp="1"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3218">
            <a:extLst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noGrp="1"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3219">
            <a:extLst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noGrp="1"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3220">
            <a:extLst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noGrp="1"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3221">
            <a:extLst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noGrp="1"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3222">
            <a:extLst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noGrp="1"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3223">
            <a:extLst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noGrp="1"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3224">
            <a:extLst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noGrp="1"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3225">
            <a:extLst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noGrp="1"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3226">
            <a:extLst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noGrp="1"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3227">
            <a:extLst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noGrp="1"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3228">
            <a:extLst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noGrp="1"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3229">
            <a:extLst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noGrp="1"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3230">
            <a:extLst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noGrp="1"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3231">
            <a:extLst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noGrp="1"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3232">
            <a:extLst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noGrp="1"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3233">
            <a:extLst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noGrp="1"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3234">
            <a:extLst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noGrp="1"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3235">
            <a:extLst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noGrp="1"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3236">
            <a:extLst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noGrp="1"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3237">
            <a:extLst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noGrp="1"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3238">
            <a:extLst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noGrp="1"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3239">
            <a:extLst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noGrp="1"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3240">
            <a:extLst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noGrp="1"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3241">
            <a:extLst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noGrp="1"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3242">
            <a:extLst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noGrp="1"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3243">
            <a:extLst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noGrp="1"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3244">
            <a:extLst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noGrp="1"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3245">
            <a:extLst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noGrp="1"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3246">
            <a:extLst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noGrp="1"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3247">
            <a:extLst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noGrp="1"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3248">
            <a:extLst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noGrp="1"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3249">
            <a:extLst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noGrp="1"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3250">
            <a:extLst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noGrp="1"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3251">
            <a:extLst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noGrp="1"/>
          </p:cNvSpPr>
          <p:nvPr/>
        </p:nvSpPr>
        <p:spPr>
          <a:xfrm>
            <a:off x="335701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3252">
            <a:extLst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noGrp="1"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3253">
            <a:extLst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noGrp="1"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3254">
            <a:extLst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noGrp="1"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3255">
            <a:extLst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noGrp="1"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3256">
            <a:extLst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noGrp="1"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3257">
            <a:extLst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noGrp="1"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3258">
            <a:extLst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noGrp="1"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3259">
            <a:extLst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noGrp="1"/>
          </p:cNvSpPr>
          <p:nvPr/>
        </p:nvSpPr>
        <p:spPr>
          <a:xfrm>
            <a:off x="3455280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3260">
            <a:extLst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noGrp="1"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3261">
            <a:extLst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noGrp="1"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3262">
            <a:extLst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noGrp="1"/>
          </p:cNvSpPr>
          <p:nvPr/>
        </p:nvSpPr>
        <p:spPr>
          <a:xfrm>
            <a:off x="34910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3263">
            <a:extLst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noGrp="1"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3264">
            <a:extLst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noGrp="1"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3265">
            <a:extLst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noGrp="1"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3266">
            <a:extLst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noGrp="1"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3267">
            <a:extLst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noGrp="1"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3268">
            <a:extLst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noGrp="1"/>
          </p:cNvSpPr>
          <p:nvPr/>
        </p:nvSpPr>
        <p:spPr>
          <a:xfrm>
            <a:off x="3461399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3269">
            <a:extLst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noGrp="1"/>
          </p:cNvSpPr>
          <p:nvPr/>
        </p:nvSpPr>
        <p:spPr>
          <a:xfrm>
            <a:off x="32955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3270">
            <a:extLst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noGrp="1"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3271">
            <a:extLst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noGrp="1"/>
          </p:cNvSpPr>
          <p:nvPr/>
        </p:nvSpPr>
        <p:spPr>
          <a:xfrm>
            <a:off x="334502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3272">
            <a:extLst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noGrp="1"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3273">
            <a:extLst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noGrp="1"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3274">
            <a:extLst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noGrp="1"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3275">
            <a:extLst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noGrp="1"/>
          </p:cNvSpPr>
          <p:nvPr/>
        </p:nvSpPr>
        <p:spPr>
          <a:xfrm>
            <a:off x="34637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3276">
            <a:extLst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noGrp="1"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3277">
            <a:extLst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noGrp="1"/>
          </p:cNvSpPr>
          <p:nvPr/>
        </p:nvSpPr>
        <p:spPr>
          <a:xfrm>
            <a:off x="3400060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3278">
            <a:extLst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noGrp="1"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3279">
            <a:extLst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noGrp="1"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3280">
            <a:extLst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noGrp="1"/>
          </p:cNvSpPr>
          <p:nvPr/>
        </p:nvSpPr>
        <p:spPr>
          <a:xfrm>
            <a:off x="328480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3281">
            <a:extLst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noGrp="1"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3282">
            <a:extLst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noGrp="1"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3283">
            <a:extLst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noGrp="1"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3284">
            <a:extLst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noGrp="1"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3285">
            <a:extLst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noGrp="1"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3286">
            <a:extLst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noGrp="1"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3287">
            <a:extLst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noGrp="1"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3288">
            <a:extLst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noGrp="1"/>
          </p:cNvSpPr>
          <p:nvPr/>
        </p:nvSpPr>
        <p:spPr>
          <a:xfrm>
            <a:off x="336122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3289">
            <a:extLst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noGrp="1"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3290">
            <a:extLst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noGrp="1"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3291">
            <a:extLst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noGrp="1"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3292">
            <a:extLst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noGrp="1"/>
          </p:cNvSpPr>
          <p:nvPr/>
        </p:nvSpPr>
        <p:spPr>
          <a:xfrm>
            <a:off x="34510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3293">
            <a:extLst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noGrp="1"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3294">
            <a:extLst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noGrp="1"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3295">
            <a:extLst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noGrp="1"/>
          </p:cNvSpPr>
          <p:nvPr/>
        </p:nvSpPr>
        <p:spPr>
          <a:xfrm>
            <a:off x="33207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3296">
            <a:extLst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noGrp="1"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3297">
            <a:extLst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noGrp="1"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3298">
            <a:extLst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noGrp="1"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3299">
            <a:extLst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noGrp="1"/>
          </p:cNvSpPr>
          <p:nvPr/>
        </p:nvSpPr>
        <p:spPr>
          <a:xfrm>
            <a:off x="34593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3300">
            <a:extLst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noGrp="1"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3301">
            <a:extLst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noGrp="1"/>
          </p:cNvSpPr>
          <p:nvPr/>
        </p:nvSpPr>
        <p:spPr>
          <a:xfrm>
            <a:off x="334869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3302">
            <a:extLst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noGrp="1"/>
          </p:cNvSpPr>
          <p:nvPr/>
        </p:nvSpPr>
        <p:spPr>
          <a:xfrm>
            <a:off x="3325537" y="26566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3303">
            <a:extLst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noGrp="1"/>
          </p:cNvSpPr>
          <p:nvPr/>
        </p:nvSpPr>
        <p:spPr>
          <a:xfrm>
            <a:off x="33968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3304">
            <a:extLst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noGrp="1"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3305">
            <a:extLst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noGrp="1"/>
          </p:cNvSpPr>
          <p:nvPr/>
        </p:nvSpPr>
        <p:spPr>
          <a:xfrm>
            <a:off x="3387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3306">
            <a:extLst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noGrp="1"/>
          </p:cNvSpPr>
          <p:nvPr/>
        </p:nvSpPr>
        <p:spPr>
          <a:xfrm>
            <a:off x="34790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3307">
            <a:extLst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noGrp="1"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3308">
            <a:extLst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noGrp="1"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3309">
            <a:extLst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noGrp="1"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3310">
            <a:extLst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noGrp="1"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3311">
            <a:extLst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noGrp="1"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3312">
            <a:extLst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noGrp="1"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3313">
            <a:extLst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noGrp="1"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3314">
            <a:extLst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noGrp="1"/>
          </p:cNvSpPr>
          <p:nvPr/>
        </p:nvSpPr>
        <p:spPr>
          <a:xfrm>
            <a:off x="34685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3315">
            <a:extLst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noGrp="1"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3316">
            <a:extLst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noGrp="1"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3317">
            <a:extLst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noGrp="1"/>
          </p:cNvSpPr>
          <p:nvPr/>
        </p:nvSpPr>
        <p:spPr>
          <a:xfrm>
            <a:off x="3434561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3318">
            <a:extLst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noGrp="1"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3319">
            <a:extLst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noGrp="1"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3320">
            <a:extLst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noGrp="1"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3321">
            <a:extLst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noGrp="1"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3322">
            <a:extLst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noGrp="1"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3323">
            <a:extLst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noGrp="1"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3324">
            <a:extLst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noGrp="1"/>
          </p:cNvSpPr>
          <p:nvPr/>
        </p:nvSpPr>
        <p:spPr>
          <a:xfrm>
            <a:off x="3301021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3325">
            <a:extLst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noGrp="1"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3326">
            <a:extLst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noGrp="1"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3327">
            <a:extLst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noGrp="1"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3328">
            <a:extLst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noGrp="1"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3329">
            <a:extLst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noGrp="1"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3330">
            <a:extLst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noGrp="1"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3331">
            <a:extLst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noGrp="1"/>
          </p:cNvSpPr>
          <p:nvPr/>
        </p:nvSpPr>
        <p:spPr>
          <a:xfrm>
            <a:off x="3422598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3332">
            <a:extLst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noGrp="1"/>
          </p:cNvSpPr>
          <p:nvPr/>
        </p:nvSpPr>
        <p:spPr>
          <a:xfrm>
            <a:off x="33572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3333">
            <a:extLst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noGrp="1"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3334">
            <a:extLst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noGrp="1"/>
          </p:cNvSpPr>
          <p:nvPr/>
        </p:nvSpPr>
        <p:spPr>
          <a:xfrm>
            <a:off x="3419557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3335">
            <a:extLst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noGrp="1"/>
          </p:cNvSpPr>
          <p:nvPr/>
        </p:nvSpPr>
        <p:spPr>
          <a:xfrm>
            <a:off x="33659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3336">
            <a:extLst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noGrp="1"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3337">
            <a:extLst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noGrp="1"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3338">
            <a:extLst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noGrp="1"/>
          </p:cNvSpPr>
          <p:nvPr/>
        </p:nvSpPr>
        <p:spPr>
          <a:xfrm>
            <a:off x="3374193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3339">
            <a:extLst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noGrp="1"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3340">
            <a:extLst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noGrp="1"/>
          </p:cNvSpPr>
          <p:nvPr/>
        </p:nvSpPr>
        <p:spPr>
          <a:xfrm>
            <a:off x="3371417" y="39327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3341">
            <a:extLst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noGrp="1"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3342">
            <a:extLst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noGrp="1"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3343">
            <a:extLst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noGrp="1"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3344">
            <a:extLst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noGrp="1"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3345">
            <a:extLst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noGrp="1"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3346">
            <a:extLst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noGrp="1"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3347">
            <a:extLst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noGrp="1"/>
          </p:cNvSpPr>
          <p:nvPr/>
        </p:nvSpPr>
        <p:spPr>
          <a:xfrm>
            <a:off x="32920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3348">
            <a:extLst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noGrp="1"/>
          </p:cNvSpPr>
          <p:nvPr/>
        </p:nvSpPr>
        <p:spPr>
          <a:xfrm>
            <a:off x="3361646" y="3002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3349">
            <a:extLst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noGrp="1"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3350">
            <a:extLst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noGrp="1"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3351">
            <a:extLst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noGrp="1"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3352">
            <a:extLst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noGrp="1"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3353">
            <a:extLst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noGrp="1"/>
          </p:cNvSpPr>
          <p:nvPr/>
        </p:nvSpPr>
        <p:spPr>
          <a:xfrm>
            <a:off x="3315400" y="25534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3354">
            <a:extLst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noGrp="1"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3355">
            <a:extLst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noGrp="1"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3356">
            <a:extLst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noGrp="1"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3357">
            <a:extLst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noGrp="1"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3358">
            <a:extLst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noGrp="1"/>
          </p:cNvSpPr>
          <p:nvPr/>
        </p:nvSpPr>
        <p:spPr>
          <a:xfrm>
            <a:off x="32913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3359">
            <a:extLst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noGrp="1"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3360">
            <a:extLst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noGrp="1"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3361">
            <a:extLst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noGrp="1"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3362">
            <a:extLst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noGrp="1"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3363">
            <a:extLst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noGrp="1"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3364">
            <a:extLst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noGrp="1"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3365">
            <a:extLst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noGrp="1"/>
          </p:cNvSpPr>
          <p:nvPr/>
        </p:nvSpPr>
        <p:spPr>
          <a:xfrm>
            <a:off x="331820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3366">
            <a:extLst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noGrp="1"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3367">
            <a:extLst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noGrp="1"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3368">
            <a:extLst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noGrp="1"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3369">
            <a:extLst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noGrp="1"/>
          </p:cNvSpPr>
          <p:nvPr/>
        </p:nvSpPr>
        <p:spPr>
          <a:xfrm>
            <a:off x="33462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3370">
            <a:extLst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noGrp="1"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3371">
            <a:extLst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noGrp="1"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3372">
            <a:extLst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noGrp="1"/>
          </p:cNvSpPr>
          <p:nvPr/>
        </p:nvSpPr>
        <p:spPr>
          <a:xfrm>
            <a:off x="349258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3373">
            <a:extLst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noGrp="1"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3374">
            <a:extLst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noGrp="1"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3375">
            <a:extLst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noGrp="1"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3376">
            <a:extLst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noGrp="1"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3377">
            <a:extLst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noGrp="1"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3378">
            <a:extLst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noGrp="1"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3379">
            <a:extLst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noGrp="1"/>
          </p:cNvSpPr>
          <p:nvPr/>
        </p:nvSpPr>
        <p:spPr>
          <a:xfrm>
            <a:off x="34342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3380">
            <a:extLst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noGrp="1"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3381">
            <a:extLst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noGrp="1"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3382">
            <a:extLst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noGrp="1"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3383">
            <a:extLst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noGrp="1"/>
          </p:cNvSpPr>
          <p:nvPr/>
        </p:nvSpPr>
        <p:spPr>
          <a:xfrm>
            <a:off x="343414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3384">
            <a:extLst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noGrp="1"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3385">
            <a:extLst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noGrp="1"/>
          </p:cNvSpPr>
          <p:nvPr/>
        </p:nvSpPr>
        <p:spPr>
          <a:xfrm>
            <a:off x="33377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3386">
            <a:extLst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noGrp="1"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3387">
            <a:extLst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noGrp="1"/>
          </p:cNvSpPr>
          <p:nvPr/>
        </p:nvSpPr>
        <p:spPr>
          <a:xfrm>
            <a:off x="3371658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3388">
            <a:extLst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noGrp="1"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3389">
            <a:extLst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noGrp="1"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3390">
            <a:extLst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noGrp="1"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3391">
            <a:extLst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noGrp="1"/>
          </p:cNvSpPr>
          <p:nvPr/>
        </p:nvSpPr>
        <p:spPr>
          <a:xfrm>
            <a:off x="33553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3392">
            <a:extLst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noGrp="1"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3393">
            <a:extLst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noGrp="1"/>
          </p:cNvSpPr>
          <p:nvPr/>
        </p:nvSpPr>
        <p:spPr>
          <a:xfrm>
            <a:off x="3280911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3394">
            <a:extLst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noGrp="1"/>
          </p:cNvSpPr>
          <p:nvPr/>
        </p:nvSpPr>
        <p:spPr>
          <a:xfrm>
            <a:off x="33396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3395">
            <a:extLst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noGrp="1"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3396">
            <a:extLst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noGrp="1"/>
          </p:cNvSpPr>
          <p:nvPr/>
        </p:nvSpPr>
        <p:spPr>
          <a:xfrm>
            <a:off x="33549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3397">
            <a:extLst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noGrp="1"/>
          </p:cNvSpPr>
          <p:nvPr/>
        </p:nvSpPr>
        <p:spPr>
          <a:xfrm>
            <a:off x="3482076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3398">
            <a:extLst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noGrp="1"/>
          </p:cNvSpPr>
          <p:nvPr/>
        </p:nvSpPr>
        <p:spPr>
          <a:xfrm>
            <a:off x="3365158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3399">
            <a:extLst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noGrp="1"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3400">
            <a:extLst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noGrp="1"/>
          </p:cNvSpPr>
          <p:nvPr/>
        </p:nvSpPr>
        <p:spPr>
          <a:xfrm>
            <a:off x="34179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3401">
            <a:extLst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noGrp="1"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3402">
            <a:extLst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noGrp="1"/>
          </p:cNvSpPr>
          <p:nvPr/>
        </p:nvSpPr>
        <p:spPr>
          <a:xfrm>
            <a:off x="3374575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3403">
            <a:extLst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noGrp="1"/>
          </p:cNvSpPr>
          <p:nvPr/>
        </p:nvSpPr>
        <p:spPr>
          <a:xfrm>
            <a:off x="3478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3404">
            <a:extLst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noGrp="1"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3405">
            <a:extLst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noGrp="1"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3406">
            <a:extLst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noGrp="1"/>
          </p:cNvSpPr>
          <p:nvPr/>
        </p:nvSpPr>
        <p:spPr>
          <a:xfrm>
            <a:off x="3439126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3407">
            <a:extLst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noGrp="1"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3408">
            <a:extLst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noGrp="1"/>
          </p:cNvSpPr>
          <p:nvPr/>
        </p:nvSpPr>
        <p:spPr>
          <a:xfrm>
            <a:off x="3322482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3409">
            <a:extLst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noGrp="1"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3410">
            <a:extLst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noGrp="1"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3411">
            <a:extLst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noGrp="1"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3412">
            <a:extLst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noGrp="1"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3413">
            <a:extLst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noGrp="1"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3414">
            <a:extLst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noGrp="1"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3415">
            <a:extLst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noGrp="1"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3416">
            <a:extLst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noGrp="1"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3417">
            <a:extLst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noGrp="1"/>
          </p:cNvSpPr>
          <p:nvPr/>
        </p:nvSpPr>
        <p:spPr>
          <a:xfrm>
            <a:off x="3453877" y="36308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3418">
            <a:extLst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noGrp="1"/>
          </p:cNvSpPr>
          <p:nvPr/>
        </p:nvSpPr>
        <p:spPr>
          <a:xfrm>
            <a:off x="339691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3419">
            <a:extLst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noGrp="1"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3420">
            <a:extLst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noGrp="1"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3421">
            <a:extLst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noGrp="1"/>
          </p:cNvSpPr>
          <p:nvPr/>
        </p:nvSpPr>
        <p:spPr>
          <a:xfrm>
            <a:off x="3463912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3422">
            <a:extLst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noGrp="1"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3423">
            <a:extLst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noGrp="1"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3424">
            <a:extLst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noGrp="1"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3425">
            <a:extLst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noGrp="1"/>
          </p:cNvSpPr>
          <p:nvPr/>
        </p:nvSpPr>
        <p:spPr>
          <a:xfrm>
            <a:off x="3395670" y="2885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3426">
            <a:extLst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noGrp="1"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3427">
            <a:extLst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noGrp="1"/>
          </p:cNvSpPr>
          <p:nvPr/>
        </p:nvSpPr>
        <p:spPr>
          <a:xfrm>
            <a:off x="339994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3428">
            <a:extLst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noGrp="1"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3429">
            <a:extLst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noGrp="1"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3430">
            <a:extLst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noGrp="1"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3431">
            <a:extLst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noGrp="1"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3432">
            <a:extLst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noGrp="1"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3433">
            <a:extLst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noGrp="1"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3434">
            <a:extLst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noGrp="1"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3435">
            <a:extLst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noGrp="1"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3436">
            <a:extLst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noGrp="1"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3437">
            <a:extLst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noGrp="1"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3438">
            <a:extLst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noGrp="1"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3439">
            <a:extLst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noGrp="1"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3440">
            <a:extLst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noGrp="1"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3441">
            <a:extLst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noGrp="1"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3442">
            <a:extLst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noGrp="1"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3443">
            <a:extLst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noGrp="1"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3444">
            <a:extLst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noGrp="1"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3445">
            <a:extLst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noGrp="1"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3446">
            <a:extLst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noGrp="1"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3447">
            <a:extLst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noGrp="1"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3448">
            <a:extLst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noGrp="1"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3449">
            <a:extLst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noGrp="1"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3450">
            <a:extLst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noGrp="1"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3451">
            <a:extLst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noGrp="1"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3452">
            <a:extLst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noGrp="1"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3453">
            <a:extLst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noGrp="1"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3454">
            <a:extLst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noGrp="1"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3455">
            <a:extLst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noGrp="1"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3456">
            <a:extLst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noGrp="1"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3457">
            <a:extLst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noGrp="1"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3458">
            <a:extLst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noGrp="1"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3459">
            <a:extLst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noGrp="1"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3460">
            <a:extLst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noGrp="1"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3461">
            <a:extLst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noGrp="1"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3462">
            <a:extLst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noGrp="1"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3463">
            <a:extLst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noGrp="1"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3464">
            <a:extLst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noGrp="1"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3465">
            <a:extLst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noGrp="1"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3466">
            <a:extLst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noGrp="1"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3467">
            <a:extLst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noGrp="1"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3468">
            <a:extLst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noGrp="1"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3469">
            <a:extLst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noGrp="1"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3470">
            <a:extLst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noGrp="1"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3471">
            <a:extLst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noGrp="1"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3472">
            <a:extLst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noGrp="1"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3473">
            <a:extLst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noGrp="1"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3474">
            <a:extLst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noGrp="1"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3475">
            <a:extLst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noGrp="1"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3476">
            <a:extLst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noGrp="1"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3477">
            <a:extLst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noGrp="1"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3478">
            <a:extLst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noGrp="1"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3479">
            <a:extLst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noGrp="1"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3480">
            <a:extLst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noGrp="1"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3481">
            <a:extLst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noGrp="1"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3482">
            <a:extLst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noGrp="1"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3483">
            <a:extLst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noGrp="1"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3484">
            <a:extLst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noGrp="1"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3485">
            <a:extLst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noGrp="1"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3486">
            <a:extLst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noGrp="1"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3487">
            <a:extLst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noGrp="1"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3488">
            <a:extLst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noGrp="1"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3489">
            <a:extLst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noGrp="1"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3490">
            <a:extLst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noGrp="1"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3491">
            <a:extLst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noGrp="1"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3492">
            <a:extLst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noGrp="1"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3493">
            <a:extLst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noGrp="1"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3494">
            <a:extLst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noGrp="1"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3495">
            <a:extLst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noGrp="1"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3496">
            <a:extLst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noGrp="1"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3497">
            <a:extLst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noGrp="1"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3498">
            <a:extLst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noGrp="1"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3499">
            <a:extLst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noGrp="1"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3500">
            <a:extLst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noGrp="1"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3501">
            <a:extLst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noGrp="1"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3502">
            <a:extLst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noGrp="1"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3503">
            <a:extLst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noGrp="1"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3504">
            <a:extLst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noGrp="1"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3505">
            <a:extLst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noGrp="1"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3506">
            <a:extLst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noGrp="1"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3507">
            <a:extLst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noGrp="1"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3508">
            <a:extLst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noGrp="1"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3509">
            <a:extLst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noGrp="1"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3510">
            <a:extLst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noGrp="1"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3511">
            <a:extLst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noGrp="1"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3512">
            <a:extLst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noGrp="1"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3513">
            <a:extLst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noGrp="1"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3514">
            <a:extLst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noGrp="1"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3515">
            <a:extLst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noGrp="1"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3516">
            <a:extLst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noGrp="1"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3517">
            <a:extLst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noGrp="1"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3518">
            <a:extLst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noGrp="1"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3519">
            <a:extLst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noGrp="1"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3520">
            <a:extLst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noGrp="1"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3521">
            <a:extLst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noGrp="1"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3522">
            <a:extLst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noGrp="1"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3523">
            <a:extLst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noGrp="1"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3524">
            <a:extLst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noGrp="1"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3525">
            <a:extLst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noGrp="1"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3526">
            <a:extLst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noGrp="1"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3527">
            <a:extLst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noGrp="1"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3528">
            <a:extLst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noGrp="1"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3529">
            <a:extLst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noGrp="1"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3530">
            <a:extLst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noGrp="1"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3531">
            <a:extLst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noGrp="1"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3532">
            <a:extLst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noGrp="1"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3533">
            <a:extLst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noGrp="1"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3534">
            <a:extLst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noGrp="1"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3535">
            <a:extLst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noGrp="1"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3536">
            <a:extLst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noGrp="1"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3537">
            <a:extLst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noGrp="1"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3538">
            <a:extLst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noGrp="1"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3539">
            <a:extLst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noGrp="1"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3540">
            <a:extLst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noGrp="1"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3541">
            <a:extLst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noGrp="1"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3542">
            <a:extLst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noGrp="1"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3543">
            <a:extLst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noGrp="1"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3544">
            <a:extLst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noGrp="1"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3545">
            <a:extLst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noGrp="1"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3546">
            <a:extLst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noGrp="1"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3547">
            <a:extLst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noGrp="1"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3548">
            <a:extLst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noGrp="1"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3549">
            <a:extLst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noGrp="1"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3550">
            <a:extLst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noGrp="1"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3551">
            <a:extLst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noGrp="1"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3552">
            <a:extLst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noGrp="1"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3553">
            <a:extLst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noGrp="1"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3554">
            <a:extLst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noGrp="1"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3555">
            <a:extLst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noGrp="1"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3556">
            <a:extLst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noGrp="1"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3557">
            <a:extLst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noGrp="1"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3558">
            <a:extLst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noGrp="1"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3559">
            <a:extLst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noGrp="1"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3560">
            <a:extLst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noGrp="1"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3561">
            <a:extLst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noGrp="1"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3562">
            <a:extLst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noGrp="1"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3563">
            <a:extLst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noGrp="1"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3564">
            <a:extLst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noGrp="1"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3565">
            <a:extLst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noGrp="1"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3566">
            <a:extLst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noGrp="1"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3567">
            <a:extLst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noGrp="1"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3568">
            <a:extLst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noGrp="1"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3569">
            <a:extLst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noGrp="1"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3570">
            <a:extLst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noGrp="1"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3571">
            <a:extLst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noGrp="1"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3572">
            <a:extLst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noGrp="1"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3573">
            <a:extLst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noGrp="1"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3574">
            <a:extLst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noGrp="1"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3575">
            <a:extLst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noGrp="1"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3576">
            <a:extLst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noGrp="1"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3577">
            <a:extLst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noGrp="1"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3578">
            <a:extLst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noGrp="1"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3579">
            <a:extLst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noGrp="1"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3580">
            <a:extLst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noGrp="1"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3581">
            <a:extLst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noGrp="1"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3582">
            <a:extLst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noGrp="1"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3583">
            <a:extLst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noGrp="1"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3584">
            <a:extLst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noGrp="1"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3585">
            <a:extLst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noGrp="1"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3586">
            <a:extLst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noGrp="1"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3587">
            <a:extLst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noGrp="1"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3588">
            <a:extLst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noGrp="1"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3589">
            <a:extLst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noGrp="1"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3590">
            <a:extLst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noGrp="1"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3591">
            <a:extLst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noGrp="1"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3592">
            <a:extLst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noGrp="1"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3593">
            <a:extLst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noGrp="1"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3594">
            <a:extLst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noGrp="1"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3595">
            <a:extLst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noGrp="1"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3596">
            <a:extLst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noGrp="1"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3597">
            <a:extLst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noGrp="1"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3598">
            <a:extLst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noGrp="1"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3599">
            <a:extLst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noGrp="1"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3600">
            <a:extLst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noGrp="1"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3601">
            <a:extLst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noGrp="1"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3602">
            <a:extLst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noGrp="1"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3603">
            <a:extLst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noGrp="1"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3604">
            <a:extLst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noGrp="1"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3605">
            <a:extLst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noGrp="1"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3606">
            <a:extLst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noGrp="1"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3607">
            <a:extLst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noGrp="1"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3608">
            <a:extLst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noGrp="1"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3609">
            <a:extLst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noGrp="1"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3610">
            <a:extLst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noGrp="1"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3611">
            <a:extLst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noGrp="1"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3612">
            <a:extLst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noGrp="1"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3613">
            <a:extLst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noGrp="1"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3614">
            <a:extLst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noGrp="1"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3615">
            <a:extLst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noGrp="1"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3616">
            <a:extLst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noGrp="1"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3617">
            <a:extLst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noGrp="1"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3618">
            <a:extLst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noGrp="1"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3619">
            <a:extLst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noGrp="1"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3620">
            <a:extLst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noGrp="1"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3621">
            <a:extLst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noGrp="1"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3622">
            <a:extLst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noGrp="1"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3623">
            <a:extLst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noGrp="1"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3624">
            <a:extLst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noGrp="1"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3625">
            <a:extLst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noGrp="1"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3626">
            <a:extLst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noGrp="1"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3627">
            <a:extLst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noGrp="1"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3628">
            <a:extLst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noGrp="1"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3629">
            <a:extLst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noGrp="1"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3630">
            <a:extLst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noGrp="1"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3631">
            <a:extLst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noGrp="1"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3632">
            <a:extLst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noGrp="1"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3633">
            <a:extLst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noGrp="1"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3634">
            <a:extLst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noGrp="1"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3635">
            <a:extLst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noGrp="1"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3636">
            <a:extLst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noGrp="1"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3637">
            <a:extLst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noGrp="1"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3638">
            <a:extLst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noGrp="1"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3639">
            <a:extLst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noGrp="1"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3640">
            <a:extLst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noGrp="1"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3641">
            <a:extLst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noGrp="1"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3642">
            <a:extLst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noGrp="1"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3643">
            <a:extLst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noGrp="1"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3644">
            <a:extLst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noGrp="1"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3645">
            <a:extLst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noGrp="1"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3646">
            <a:extLst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noGrp="1"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3647">
            <a:extLst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noGrp="1"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3648">
            <a:extLst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noGrp="1"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3649">
            <a:extLst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noGrp="1"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3650">
            <a:extLst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noGrp="1"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3651">
            <a:extLst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noGrp="1"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3652">
            <a:extLst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noGrp="1"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3653">
            <a:extLst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noGrp="1"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3654">
            <a:extLst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noGrp="1"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3655">
            <a:extLst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noGrp="1"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3656">
            <a:extLst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noGrp="1"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3657">
            <a:extLst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noGrp="1"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3658">
            <a:extLst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noGrp="1"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3659">
            <a:extLst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noGrp="1"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3660">
            <a:extLst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noGrp="1"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3661">
            <a:extLst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noGrp="1"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3662">
            <a:extLst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noGrp="1"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3663">
            <a:extLst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noGrp="1"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3664">
            <a:extLst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noGrp="1"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3665">
            <a:extLst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noGrp="1"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3666">
            <a:extLst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noGrp="1"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3667">
            <a:extLst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noGrp="1"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3668">
            <a:extLst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noGrp="1"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3669">
            <a:extLst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noGrp="1"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3670">
            <a:extLst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noGrp="1"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3671">
            <a:extLst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noGrp="1"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3672">
            <a:extLst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noGrp="1"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3673">
            <a:extLst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noGrp="1"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3674">
            <a:extLst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noGrp="1"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3675">
            <a:extLst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noGrp="1"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3676">
            <a:extLst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noGrp="1"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3677">
            <a:extLst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noGrp="1"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3678">
            <a:extLst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noGrp="1"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3679">
            <a:extLst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noGrp="1"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3680">
            <a:extLst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noGrp="1"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3681">
            <a:extLst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noGrp="1"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3682">
            <a:extLst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noGrp="1"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3683">
            <a:extLst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noGrp="1"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3684">
            <a:extLst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noGrp="1"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3685">
            <a:extLst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noGrp="1"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3686">
            <a:extLst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noGrp="1"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3687">
            <a:extLst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noGrp="1"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3688">
            <a:extLst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noGrp="1"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3689">
            <a:extLst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noGrp="1"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3690">
            <a:extLst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noGrp="1"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3691">
            <a:extLst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noGrp="1"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3692">
            <a:extLst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noGrp="1"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3693">
            <a:extLst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noGrp="1"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3694">
            <a:extLst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noGrp="1"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3695">
            <a:extLst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noGrp="1"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3696">
            <a:extLst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noGrp="1"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3697">
            <a:extLst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noGrp="1"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3698">
            <a:extLst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noGrp="1"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3699">
            <a:extLst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noGrp="1"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3700">
            <a:extLst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noGrp="1"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3701">
            <a:extLst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noGrp="1"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3702">
            <a:extLst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noGrp="1"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3703">
            <a:extLst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noGrp="1"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3704">
            <a:extLst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noGrp="1"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3705">
            <a:extLst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noGrp="1"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3706">
            <a:extLst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noGrp="1"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3707">
            <a:extLst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noGrp="1"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3708">
            <a:extLst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noGrp="1"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3709">
            <a:extLst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noGrp="1"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3710">
            <a:extLst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noGrp="1"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3711">
            <a:extLst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noGrp="1"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3712">
            <a:extLst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noGrp="1"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3713">
            <a:extLst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noGrp="1"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3714">
            <a:extLst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noGrp="1"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3715">
            <a:extLst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noGrp="1"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3716">
            <a:extLst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noGrp="1"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3717">
            <a:extLst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noGrp="1"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3718">
            <a:extLst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noGrp="1"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3719">
            <a:extLst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noGrp="1"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3720">
            <a:extLst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noGrp="1"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3721">
            <a:extLst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noGrp="1"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3722">
            <a:extLst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noGrp="1"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3723">
            <a:extLst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noGrp="1"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3724">
            <a:extLst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noGrp="1"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3725">
            <a:extLst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noGrp="1"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3726">
            <a:extLst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noGrp="1"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3727">
            <a:extLst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noGrp="1"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3728">
            <a:extLst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noGrp="1"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3729">
            <a:extLst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noGrp="1"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3730">
            <a:extLst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noGrp="1"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3731">
            <a:extLst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noGrp="1"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3732">
            <a:extLst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noGrp="1"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3733">
            <a:extLst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noGrp="1"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3734">
            <a:extLst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noGrp="1"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3735">
            <a:extLst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noGrp="1"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3736">
            <a:extLst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noGrp="1"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3737">
            <a:extLst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noGrp="1"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3738">
            <a:extLst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noGrp="1"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3739">
            <a:extLst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noGrp="1"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3740">
            <a:extLst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noGrp="1"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3741">
            <a:extLst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noGrp="1"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3742">
            <a:extLst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noGrp="1"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3743">
            <a:extLst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noGrp="1"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3744">
            <a:extLst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noGrp="1"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3745">
            <a:extLst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noGrp="1"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3746">
            <a:extLst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noGrp="1"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3747">
            <a:extLst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noGrp="1"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3748">
            <a:extLst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noGrp="1"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3749">
            <a:extLst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noGrp="1"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3750">
            <a:extLst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noGrp="1"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3751">
            <a:extLst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noGrp="1"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3752">
            <a:extLst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noGrp="1"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3753">
            <a:extLst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noGrp="1"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3754">
            <a:extLst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noGrp="1"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3755">
            <a:extLst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noGrp="1"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3756">
            <a:extLst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noGrp="1"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3757">
            <a:extLst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noGrp="1"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3758">
            <a:extLst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noGrp="1"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3759">
            <a:extLst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noGrp="1"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3760">
            <a:extLst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noGrp="1"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3761">
            <a:extLst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noGrp="1"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3762">
            <a:extLst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noGrp="1"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3763">
            <a:extLst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noGrp="1"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3764">
            <a:extLst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noGrp="1"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3765">
            <a:extLst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noGrp="1"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3766">
            <a:extLst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noGrp="1"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3767">
            <a:extLst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noGrp="1"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3768">
            <a:extLst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noGrp="1"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3769">
            <a:extLst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noGrp="1"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3770">
            <a:extLst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noGrp="1"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3771">
            <a:extLst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noGrp="1"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3772">
            <a:extLst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noGrp="1"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3773">
            <a:extLst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noGrp="1"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3774">
            <a:extLst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noGrp="1"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3775">
            <a:extLst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noGrp="1"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3776">
            <a:extLst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noGrp="1"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3777">
            <a:extLst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noGrp="1"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3778">
            <a:extLst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noGrp="1"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3779">
            <a:extLst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noGrp="1"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3780">
            <a:extLst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noGrp="1"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3781">
            <a:extLst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noGrp="1"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3782">
            <a:extLst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noGrp="1"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3783">
            <a:extLst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noGrp="1"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3784">
            <a:extLst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noGrp="1"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3785">
            <a:extLst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noGrp="1"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3786">
            <a:extLst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noGrp="1"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noGrp="1"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noGrp="1"/>
          </p:cNvSpPr>
          <p:nvPr/>
        </p:nvSpPr>
        <p:spPr>
          <a:xfrm>
            <a:off x="1491033" y="3970885"/>
            <a:ext cx="191" cy="26416"/>
          </a:xfrm>
          <a:custGeom>
            <a:avLst/>
            <a:gdLst/>
            <a:ahLst/>
            <a:cxnLst/>
            <a:rect l="0" t="0" r="0" b="0"/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noGrp="1"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noGrp="1"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noGrp="1"/>
          </p:cNvSpPr>
          <p:nvPr/>
        </p:nvSpPr>
        <p:spPr>
          <a:xfrm>
            <a:off x="3400937" y="3154589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noGrp="1"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noGrp="1"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noGrp="1"/>
          </p:cNvSpPr>
          <p:nvPr/>
        </p:nvSpPr>
        <p:spPr>
          <a:xfrm>
            <a:off x="1455564" y="395890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noGrp="1"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noGrp="1"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noGrp="1"/>
          </p:cNvSpPr>
          <p:nvPr/>
        </p:nvSpPr>
        <p:spPr>
          <a:xfrm>
            <a:off x="3365468" y="372105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noGrp="1"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noGrp="1"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3803">
            <a:extLst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noGrp="1"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noGrp="1"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noGrp="1"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noGrp="1"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noGrp="1"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noGrp="1"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noGrp="1"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noGrp="1"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noGrp="1"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noGrp="1"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noGrp="1"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noGrp="1"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noGrp="1"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noGrp="1"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noGrp="1"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noGrp="1"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noGrp="1"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noGrp="1"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noGrp="1"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noGrp="1"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noGrp="1"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noGrp="1"/>
          </p:cNvSpPr>
          <p:nvPr/>
        </p:nvSpPr>
        <p:spPr>
          <a:xfrm>
            <a:off x="6089166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3826">
            <a:extLst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noGrp="1"/>
          </p:cNvSpPr>
          <p:nvPr/>
        </p:nvSpPr>
        <p:spPr>
          <a:xfrm>
            <a:off x="6028900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3827">
            <a:extLst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noGrp="1"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3828">
            <a:extLst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noGrp="1"/>
          </p:cNvSpPr>
          <p:nvPr/>
        </p:nvSpPr>
        <p:spPr>
          <a:xfrm>
            <a:off x="5950040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3829">
            <a:extLst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noGrp="1"/>
          </p:cNvSpPr>
          <p:nvPr/>
        </p:nvSpPr>
        <p:spPr>
          <a:xfrm>
            <a:off x="5935702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3830">
            <a:extLst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noGrp="1"/>
          </p:cNvSpPr>
          <p:nvPr/>
        </p:nvSpPr>
        <p:spPr>
          <a:xfrm>
            <a:off x="5922822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3831">
            <a:extLst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noGrp="1"/>
          </p:cNvSpPr>
          <p:nvPr/>
        </p:nvSpPr>
        <p:spPr>
          <a:xfrm>
            <a:off x="6007063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3832">
            <a:extLst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noGrp="1"/>
          </p:cNvSpPr>
          <p:nvPr/>
        </p:nvSpPr>
        <p:spPr>
          <a:xfrm>
            <a:off x="5940151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3833">
            <a:extLst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noGrp="1"/>
          </p:cNvSpPr>
          <p:nvPr/>
        </p:nvSpPr>
        <p:spPr>
          <a:xfrm>
            <a:off x="6067216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3834">
            <a:extLst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noGrp="1"/>
          </p:cNvSpPr>
          <p:nvPr/>
        </p:nvSpPr>
        <p:spPr>
          <a:xfrm>
            <a:off x="5977793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3835">
            <a:extLst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noGrp="1"/>
          </p:cNvSpPr>
          <p:nvPr/>
        </p:nvSpPr>
        <p:spPr>
          <a:xfrm>
            <a:off x="5939748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3836">
            <a:extLst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noGrp="1"/>
          </p:cNvSpPr>
          <p:nvPr/>
        </p:nvSpPr>
        <p:spPr>
          <a:xfrm>
            <a:off x="6074073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3837">
            <a:extLst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noGrp="1"/>
          </p:cNvSpPr>
          <p:nvPr/>
        </p:nvSpPr>
        <p:spPr>
          <a:xfrm>
            <a:off x="6056411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3838">
            <a:extLst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noGrp="1"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3839">
            <a:extLst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noGrp="1"/>
          </p:cNvSpPr>
          <p:nvPr/>
        </p:nvSpPr>
        <p:spPr>
          <a:xfrm>
            <a:off x="5962545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3840">
            <a:extLst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noGrp="1"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3841">
            <a:extLst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noGrp="1"/>
          </p:cNvSpPr>
          <p:nvPr/>
        </p:nvSpPr>
        <p:spPr>
          <a:xfrm>
            <a:off x="5940677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3842">
            <a:extLst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noGrp="1"/>
          </p:cNvSpPr>
          <p:nvPr/>
        </p:nvSpPr>
        <p:spPr>
          <a:xfrm>
            <a:off x="610043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3843">
            <a:extLst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noGrp="1"/>
          </p:cNvSpPr>
          <p:nvPr/>
        </p:nvSpPr>
        <p:spPr>
          <a:xfrm>
            <a:off x="6040888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3844">
            <a:extLst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noGrp="1"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3845">
            <a:extLst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noGrp="1"/>
          </p:cNvSpPr>
          <p:nvPr/>
        </p:nvSpPr>
        <p:spPr>
          <a:xfrm>
            <a:off x="5905325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3846">
            <a:extLst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noGrp="1"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3847">
            <a:extLst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noGrp="1"/>
          </p:cNvSpPr>
          <p:nvPr/>
        </p:nvSpPr>
        <p:spPr>
          <a:xfrm>
            <a:off x="6030912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3848">
            <a:extLst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noGrp="1"/>
          </p:cNvSpPr>
          <p:nvPr/>
        </p:nvSpPr>
        <p:spPr>
          <a:xfrm>
            <a:off x="59565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3849">
            <a:extLst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noGrp="1"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3850">
            <a:extLst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noGrp="1"/>
          </p:cNvSpPr>
          <p:nvPr/>
        </p:nvSpPr>
        <p:spPr>
          <a:xfrm>
            <a:off x="5886156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3851">
            <a:extLst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noGrp="1"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3852">
            <a:extLst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noGrp="1"/>
          </p:cNvSpPr>
          <p:nvPr/>
        </p:nvSpPr>
        <p:spPr>
          <a:xfrm>
            <a:off x="59553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3853">
            <a:extLst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noGrp="1"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3854">
            <a:extLst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noGrp="1"/>
          </p:cNvSpPr>
          <p:nvPr/>
        </p:nvSpPr>
        <p:spPr>
          <a:xfrm>
            <a:off x="6089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3855">
            <a:extLst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noGrp="1"/>
          </p:cNvSpPr>
          <p:nvPr/>
        </p:nvSpPr>
        <p:spPr>
          <a:xfrm>
            <a:off x="6081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3856">
            <a:extLst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noGrp="1"/>
          </p:cNvSpPr>
          <p:nvPr/>
        </p:nvSpPr>
        <p:spPr>
          <a:xfrm>
            <a:off x="6031246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3857">
            <a:extLst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noGrp="1"/>
          </p:cNvSpPr>
          <p:nvPr/>
        </p:nvSpPr>
        <p:spPr>
          <a:xfrm>
            <a:off x="6044810" y="3924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3858">
            <a:extLst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noGrp="1"/>
          </p:cNvSpPr>
          <p:nvPr/>
        </p:nvSpPr>
        <p:spPr>
          <a:xfrm>
            <a:off x="6000234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3859">
            <a:extLst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noGrp="1"/>
          </p:cNvSpPr>
          <p:nvPr/>
        </p:nvSpPr>
        <p:spPr>
          <a:xfrm>
            <a:off x="5934380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3860">
            <a:extLst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noGrp="1"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3861">
            <a:extLst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noGrp="1"/>
          </p:cNvSpPr>
          <p:nvPr/>
        </p:nvSpPr>
        <p:spPr>
          <a:xfrm>
            <a:off x="6097649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3862">
            <a:extLst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noGrp="1"/>
          </p:cNvSpPr>
          <p:nvPr/>
        </p:nvSpPr>
        <p:spPr>
          <a:xfrm>
            <a:off x="5931306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3863">
            <a:extLst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noGrp="1"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3864">
            <a:extLst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noGrp="1"/>
          </p:cNvSpPr>
          <p:nvPr/>
        </p:nvSpPr>
        <p:spPr>
          <a:xfrm>
            <a:off x="5922083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3865">
            <a:extLst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noGrp="1"/>
          </p:cNvSpPr>
          <p:nvPr/>
        </p:nvSpPr>
        <p:spPr>
          <a:xfrm>
            <a:off x="6082810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3866">
            <a:extLst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noGrp="1"/>
          </p:cNvSpPr>
          <p:nvPr/>
        </p:nvSpPr>
        <p:spPr>
          <a:xfrm>
            <a:off x="6044220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3867">
            <a:extLst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noGrp="1"/>
          </p:cNvSpPr>
          <p:nvPr/>
        </p:nvSpPr>
        <p:spPr>
          <a:xfrm>
            <a:off x="6055148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3868">
            <a:extLst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noGrp="1"/>
          </p:cNvSpPr>
          <p:nvPr/>
        </p:nvSpPr>
        <p:spPr>
          <a:xfrm>
            <a:off x="6020359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3869">
            <a:extLst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noGrp="1"/>
          </p:cNvSpPr>
          <p:nvPr/>
        </p:nvSpPr>
        <p:spPr>
          <a:xfrm>
            <a:off x="5941959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3870">
            <a:extLst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noGrp="1"/>
          </p:cNvSpPr>
          <p:nvPr/>
        </p:nvSpPr>
        <p:spPr>
          <a:xfrm>
            <a:off x="59674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3871">
            <a:extLst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noGrp="1"/>
          </p:cNvSpPr>
          <p:nvPr/>
        </p:nvSpPr>
        <p:spPr>
          <a:xfrm>
            <a:off x="6015710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3872">
            <a:extLst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noGrp="1"/>
          </p:cNvSpPr>
          <p:nvPr/>
        </p:nvSpPr>
        <p:spPr>
          <a:xfrm>
            <a:off x="5947130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3873">
            <a:extLst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noGrp="1"/>
          </p:cNvSpPr>
          <p:nvPr/>
        </p:nvSpPr>
        <p:spPr>
          <a:xfrm>
            <a:off x="6074526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3874">
            <a:extLst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noGrp="1"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3875">
            <a:extLst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noGrp="1"/>
          </p:cNvSpPr>
          <p:nvPr/>
        </p:nvSpPr>
        <p:spPr>
          <a:xfrm>
            <a:off x="6002923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3876">
            <a:extLst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noGrp="1"/>
          </p:cNvSpPr>
          <p:nvPr/>
        </p:nvSpPr>
        <p:spPr>
          <a:xfrm>
            <a:off x="5879742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3877">
            <a:extLst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noGrp="1"/>
          </p:cNvSpPr>
          <p:nvPr/>
        </p:nvSpPr>
        <p:spPr>
          <a:xfrm>
            <a:off x="5951007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3878">
            <a:extLst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noGrp="1"/>
          </p:cNvSpPr>
          <p:nvPr/>
        </p:nvSpPr>
        <p:spPr>
          <a:xfrm>
            <a:off x="59674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3879">
            <a:extLst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noGrp="1"/>
          </p:cNvSpPr>
          <p:nvPr/>
        </p:nvSpPr>
        <p:spPr>
          <a:xfrm>
            <a:off x="592295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3880">
            <a:extLst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noGrp="1"/>
          </p:cNvSpPr>
          <p:nvPr/>
        </p:nvSpPr>
        <p:spPr>
          <a:xfrm>
            <a:off x="5912641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3881">
            <a:extLst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noGrp="1"/>
          </p:cNvSpPr>
          <p:nvPr/>
        </p:nvSpPr>
        <p:spPr>
          <a:xfrm>
            <a:off x="6095203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3882">
            <a:extLst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noGrp="1"/>
          </p:cNvSpPr>
          <p:nvPr/>
        </p:nvSpPr>
        <p:spPr>
          <a:xfrm>
            <a:off x="5894981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3883">
            <a:extLst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noGrp="1"/>
          </p:cNvSpPr>
          <p:nvPr/>
        </p:nvSpPr>
        <p:spPr>
          <a:xfrm>
            <a:off x="5897370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3884">
            <a:extLst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noGrp="1"/>
          </p:cNvSpPr>
          <p:nvPr/>
        </p:nvSpPr>
        <p:spPr>
          <a:xfrm>
            <a:off x="604945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3885">
            <a:extLst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noGrp="1"/>
          </p:cNvSpPr>
          <p:nvPr/>
        </p:nvSpPr>
        <p:spPr>
          <a:xfrm>
            <a:off x="5894452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3886">
            <a:extLst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noGrp="1"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3887">
            <a:extLst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noGrp="1"/>
          </p:cNvSpPr>
          <p:nvPr/>
        </p:nvSpPr>
        <p:spPr>
          <a:xfrm>
            <a:off x="5885430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3888">
            <a:extLst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noGrp="1"/>
          </p:cNvSpPr>
          <p:nvPr/>
        </p:nvSpPr>
        <p:spPr>
          <a:xfrm>
            <a:off x="60190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3889">
            <a:extLst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noGrp="1"/>
          </p:cNvSpPr>
          <p:nvPr/>
        </p:nvSpPr>
        <p:spPr>
          <a:xfrm>
            <a:off x="60091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3890">
            <a:extLst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noGrp="1"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3891">
            <a:extLst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noGrp="1"/>
          </p:cNvSpPr>
          <p:nvPr/>
        </p:nvSpPr>
        <p:spPr>
          <a:xfrm>
            <a:off x="5987159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3892">
            <a:extLst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noGrp="1"/>
          </p:cNvSpPr>
          <p:nvPr/>
        </p:nvSpPr>
        <p:spPr>
          <a:xfrm>
            <a:off x="59143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3893">
            <a:extLst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noGrp="1"/>
          </p:cNvSpPr>
          <p:nvPr/>
        </p:nvSpPr>
        <p:spPr>
          <a:xfrm>
            <a:off x="6084475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3894">
            <a:extLst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noGrp="1"/>
          </p:cNvSpPr>
          <p:nvPr/>
        </p:nvSpPr>
        <p:spPr>
          <a:xfrm>
            <a:off x="589025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3895">
            <a:extLst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noGrp="1"/>
          </p:cNvSpPr>
          <p:nvPr/>
        </p:nvSpPr>
        <p:spPr>
          <a:xfrm>
            <a:off x="605610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3896">
            <a:extLst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noGrp="1"/>
          </p:cNvSpPr>
          <p:nvPr/>
        </p:nvSpPr>
        <p:spPr>
          <a:xfrm>
            <a:off x="588297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3897">
            <a:extLst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noGrp="1"/>
          </p:cNvSpPr>
          <p:nvPr/>
        </p:nvSpPr>
        <p:spPr>
          <a:xfrm>
            <a:off x="6007801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3898">
            <a:extLst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noGrp="1"/>
          </p:cNvSpPr>
          <p:nvPr/>
        </p:nvSpPr>
        <p:spPr>
          <a:xfrm>
            <a:off x="5888357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3899">
            <a:extLst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noGrp="1"/>
          </p:cNvSpPr>
          <p:nvPr/>
        </p:nvSpPr>
        <p:spPr>
          <a:xfrm>
            <a:off x="60568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3900">
            <a:extLst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noGrp="1"/>
          </p:cNvSpPr>
          <p:nvPr/>
        </p:nvSpPr>
        <p:spPr>
          <a:xfrm>
            <a:off x="6068514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3901">
            <a:extLst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noGrp="1"/>
          </p:cNvSpPr>
          <p:nvPr/>
        </p:nvSpPr>
        <p:spPr>
          <a:xfrm>
            <a:off x="60222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3902">
            <a:extLst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noGrp="1"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3903">
            <a:extLst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noGrp="1"/>
          </p:cNvSpPr>
          <p:nvPr/>
        </p:nvSpPr>
        <p:spPr>
          <a:xfrm>
            <a:off x="6093673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3904">
            <a:extLst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noGrp="1"/>
          </p:cNvSpPr>
          <p:nvPr/>
        </p:nvSpPr>
        <p:spPr>
          <a:xfrm>
            <a:off x="6049771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3905">
            <a:extLst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noGrp="1"/>
          </p:cNvSpPr>
          <p:nvPr/>
        </p:nvSpPr>
        <p:spPr>
          <a:xfrm>
            <a:off x="5986606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3906">
            <a:extLst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noGrp="1"/>
          </p:cNvSpPr>
          <p:nvPr/>
        </p:nvSpPr>
        <p:spPr>
          <a:xfrm>
            <a:off x="60935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3907">
            <a:extLst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noGrp="1"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3908">
            <a:extLst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noGrp="1"/>
          </p:cNvSpPr>
          <p:nvPr/>
        </p:nvSpPr>
        <p:spPr>
          <a:xfrm>
            <a:off x="59641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3909">
            <a:extLst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noGrp="1"/>
          </p:cNvSpPr>
          <p:nvPr/>
        </p:nvSpPr>
        <p:spPr>
          <a:xfrm>
            <a:off x="6008990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3910">
            <a:extLst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noGrp="1"/>
          </p:cNvSpPr>
          <p:nvPr/>
        </p:nvSpPr>
        <p:spPr>
          <a:xfrm>
            <a:off x="5905399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3911">
            <a:extLst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noGrp="1"/>
          </p:cNvSpPr>
          <p:nvPr/>
        </p:nvSpPr>
        <p:spPr>
          <a:xfrm>
            <a:off x="5934198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3912">
            <a:extLst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noGrp="1"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3913">
            <a:extLst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noGrp="1"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3914">
            <a:extLst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noGrp="1"/>
          </p:cNvSpPr>
          <p:nvPr/>
        </p:nvSpPr>
        <p:spPr>
          <a:xfrm>
            <a:off x="5993127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3915">
            <a:extLst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noGrp="1"/>
          </p:cNvSpPr>
          <p:nvPr/>
        </p:nvSpPr>
        <p:spPr>
          <a:xfrm>
            <a:off x="6042135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3916">
            <a:extLst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noGrp="1"/>
          </p:cNvSpPr>
          <p:nvPr/>
        </p:nvSpPr>
        <p:spPr>
          <a:xfrm>
            <a:off x="5967206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3917">
            <a:extLst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noGrp="1"/>
          </p:cNvSpPr>
          <p:nvPr/>
        </p:nvSpPr>
        <p:spPr>
          <a:xfrm>
            <a:off x="5998212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3918">
            <a:extLst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noGrp="1"/>
          </p:cNvSpPr>
          <p:nvPr/>
        </p:nvSpPr>
        <p:spPr>
          <a:xfrm>
            <a:off x="6018130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3919">
            <a:extLst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noGrp="1"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3920">
            <a:extLst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noGrp="1"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3921">
            <a:extLst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noGrp="1"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3922">
            <a:extLst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noGrp="1"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3923">
            <a:extLst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noGrp="1"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3924">
            <a:extLst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noGrp="1"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3925">
            <a:extLst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noGrp="1"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3926">
            <a:extLst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noGrp="1"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3927">
            <a:extLst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noGrp="1"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3928">
            <a:extLst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noGrp="1"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3929">
            <a:extLst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noGrp="1"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3930">
            <a:extLst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noGrp="1"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3931">
            <a:extLst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noGrp="1"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3932">
            <a:extLst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noGrp="1"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3933">
            <a:extLst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noGrp="1"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3934">
            <a:extLst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noGrp="1"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3935">
            <a:extLst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noGrp="1"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3936">
            <a:extLst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noGrp="1"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3937">
            <a:extLst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noGrp="1"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3938">
            <a:extLst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noGrp="1"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3939">
            <a:extLst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noGrp="1"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3940">
            <a:extLst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noGrp="1"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3941">
            <a:extLst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noGrp="1"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3942">
            <a:extLst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noGrp="1"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3943">
            <a:extLst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noGrp="1"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3944">
            <a:extLst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noGrp="1"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3945">
            <a:extLst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noGrp="1"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3946">
            <a:extLst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noGrp="1"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3947">
            <a:extLst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noGrp="1"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3948">
            <a:extLst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noGrp="1"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3949">
            <a:extLst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noGrp="1"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3950">
            <a:extLst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noGrp="1"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3951">
            <a:extLst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noGrp="1"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3952">
            <a:extLst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noGrp="1"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3953">
            <a:extLst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noGrp="1"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3954">
            <a:extLst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noGrp="1"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3955">
            <a:extLst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noGrp="1"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3956">
            <a:extLst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noGrp="1"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3957">
            <a:extLst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noGrp="1"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3958">
            <a:extLst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noGrp="1"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3959">
            <a:extLst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noGrp="1"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3960">
            <a:extLst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noGrp="1"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3961">
            <a:extLst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noGrp="1"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3962">
            <a:extLst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noGrp="1"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3963">
            <a:extLst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noGrp="1"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3964">
            <a:extLst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noGrp="1"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3965">
            <a:extLst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noGrp="1"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3966">
            <a:extLst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noGrp="1"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3967">
            <a:extLst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noGrp="1"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3968">
            <a:extLst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noGrp="1"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3969">
            <a:extLst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noGrp="1"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3970">
            <a:extLst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noGrp="1"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3971">
            <a:extLst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noGrp="1"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3972">
            <a:extLst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noGrp="1"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3973">
            <a:extLst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noGrp="1"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3974">
            <a:extLst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noGrp="1"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3975">
            <a:extLst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noGrp="1"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3976">
            <a:extLst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noGrp="1"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3977">
            <a:extLst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noGrp="1"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3978">
            <a:extLst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noGrp="1"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3979">
            <a:extLst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noGrp="1"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3980">
            <a:extLst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noGrp="1"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3981">
            <a:extLst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noGrp="1"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3982">
            <a:extLst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noGrp="1"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3983">
            <a:extLst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noGrp="1"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3984">
            <a:extLst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noGrp="1"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3985">
            <a:extLst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noGrp="1"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3986">
            <a:extLst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noGrp="1"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3987">
            <a:extLst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noGrp="1"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3988">
            <a:extLst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noGrp="1"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3989">
            <a:extLst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noGrp="1"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3990">
            <a:extLst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noGrp="1"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3991">
            <a:extLst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noGrp="1"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3992">
            <a:extLst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noGrp="1"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3993">
            <a:extLst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noGrp="1"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3994">
            <a:extLst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noGrp="1"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3995">
            <a:extLst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noGrp="1"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3996">
            <a:extLst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noGrp="1"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3997">
            <a:extLst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noGrp="1"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3998">
            <a:extLst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noGrp="1"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3999">
            <a:extLst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noGrp="1"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4000">
            <a:extLst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noGrp="1"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4001">
            <a:extLst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noGrp="1"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4002">
            <a:extLst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noGrp="1"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4003">
            <a:extLst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noGrp="1"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4004">
            <a:extLst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noGrp="1"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4005">
            <a:extLst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noGrp="1"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4006">
            <a:extLst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noGrp="1"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4007">
            <a:extLst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noGrp="1"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4008">
            <a:extLst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noGrp="1"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4009">
            <a:extLst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noGrp="1"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4010">
            <a:extLst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noGrp="1"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4011">
            <a:extLst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noGrp="1"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4012">
            <a:extLst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noGrp="1"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4013">
            <a:extLst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noGrp="1"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4014">
            <a:extLst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noGrp="1"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4015">
            <a:extLst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noGrp="1"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4016">
            <a:extLst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noGrp="1"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4017">
            <a:extLst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noGrp="1"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4018">
            <a:extLst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noGrp="1"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4019">
            <a:extLst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noGrp="1"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4020">
            <a:extLst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noGrp="1"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4021">
            <a:extLst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noGrp="1"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4022">
            <a:extLst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noGrp="1"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4023">
            <a:extLst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noGrp="1"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4024">
            <a:extLst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noGrp="1"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4025">
            <a:extLst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noGrp="1"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4026">
            <a:extLst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noGrp="1"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4027">
            <a:extLst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noGrp="1"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4028">
            <a:extLst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noGrp="1"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4029">
            <a:extLst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noGrp="1"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4030">
            <a:extLst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noGrp="1"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4031">
            <a:extLst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noGrp="1"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4032">
            <a:extLst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noGrp="1"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4033">
            <a:extLst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noGrp="1"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4034">
            <a:extLst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noGrp="1"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4035">
            <a:extLst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noGrp="1"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4036">
            <a:extLst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noGrp="1"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4037">
            <a:extLst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noGrp="1"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4038">
            <a:extLst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noGrp="1"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4039">
            <a:extLst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noGrp="1"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4040">
            <a:extLst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noGrp="1"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4041">
            <a:extLst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noGrp="1"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4042">
            <a:extLst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noGrp="1"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4043">
            <a:extLst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noGrp="1"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4044">
            <a:extLst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noGrp="1"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4045">
            <a:extLst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noGrp="1"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4046">
            <a:extLst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noGrp="1"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4047">
            <a:extLst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noGrp="1"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4048">
            <a:extLst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noGrp="1"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4049">
            <a:extLst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noGrp="1"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4050">
            <a:extLst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noGrp="1"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4051">
            <a:extLst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noGrp="1"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4052">
            <a:extLst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noGrp="1"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4053">
            <a:extLst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noGrp="1"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4054">
            <a:extLst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noGrp="1"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4055">
            <a:extLst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noGrp="1"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4056">
            <a:extLst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noGrp="1"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4057">
            <a:extLst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noGrp="1"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4058">
            <a:extLst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noGrp="1"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4059">
            <a:extLst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noGrp="1"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4060">
            <a:extLst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noGrp="1"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4061">
            <a:extLst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noGrp="1"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4062">
            <a:extLst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noGrp="1"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4063">
            <a:extLst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noGrp="1"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4064">
            <a:extLst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noGrp="1"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4065">
            <a:extLst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noGrp="1"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4066">
            <a:extLst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noGrp="1"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4067">
            <a:extLst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noGrp="1"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4068">
            <a:extLst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noGrp="1"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4069">
            <a:extLst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noGrp="1"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4070">
            <a:extLst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noGrp="1"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4071">
            <a:extLst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noGrp="1"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4072">
            <a:extLst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noGrp="1"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4073">
            <a:extLst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noGrp="1"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4074">
            <a:extLst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noGrp="1"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4075">
            <a:extLst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noGrp="1"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4076">
            <a:extLst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noGrp="1"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4077">
            <a:extLst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noGrp="1"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4078">
            <a:extLst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noGrp="1"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4079">
            <a:extLst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noGrp="1"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4080">
            <a:extLst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noGrp="1"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4081">
            <a:extLst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noGrp="1"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4082">
            <a:extLst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noGrp="1"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4083">
            <a:extLst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noGrp="1"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4084">
            <a:extLst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noGrp="1"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4085">
            <a:extLst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noGrp="1"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4086">
            <a:extLst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noGrp="1"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4087">
            <a:extLst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noGrp="1"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4088">
            <a:extLst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noGrp="1"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4089">
            <a:extLst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noGrp="1"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4090">
            <a:extLst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noGrp="1"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4091">
            <a:extLst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noGrp="1"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4092">
            <a:extLst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noGrp="1"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4093">
            <a:extLst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noGrp="1"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4094">
            <a:extLst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noGrp="1"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4095">
            <a:extLst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noGrp="1"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4096">
            <a:extLst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noGrp="1"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4097">
            <a:extLst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noGrp="1"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4098">
            <a:extLst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noGrp="1"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4099">
            <a:extLst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noGrp="1"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4100">
            <a:extLst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noGrp="1"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4101">
            <a:extLst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noGrp="1"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4102">
            <a:extLst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noGrp="1"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4103">
            <a:extLst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noGrp="1"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4104">
            <a:extLst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noGrp="1"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4105">
            <a:extLst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noGrp="1"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4106">
            <a:extLst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noGrp="1"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4107">
            <a:extLst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noGrp="1"/>
          </p:cNvSpPr>
          <p:nvPr/>
        </p:nvSpPr>
        <p:spPr>
          <a:xfrm>
            <a:off x="79027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4108">
            <a:extLst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noGrp="1"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4109">
            <a:extLst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noGrp="1"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4110">
            <a:extLst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noGrp="1"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4111">
            <a:extLst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noGrp="1"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4112">
            <a:extLst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noGrp="1"/>
          </p:cNvSpPr>
          <p:nvPr/>
        </p:nvSpPr>
        <p:spPr>
          <a:xfrm>
            <a:off x="7956791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4113">
            <a:extLst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noGrp="1"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4114">
            <a:extLst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noGrp="1"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4115">
            <a:extLst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noGrp="1"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4116">
            <a:extLst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noGrp="1"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4117">
            <a:extLst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noGrp="1"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4118">
            <a:extLst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noGrp="1"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4119">
            <a:extLst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noGrp="1"/>
          </p:cNvSpPr>
          <p:nvPr/>
        </p:nvSpPr>
        <p:spPr>
          <a:xfrm>
            <a:off x="78760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4120">
            <a:extLst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noGrp="1"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4121">
            <a:extLst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noGrp="1"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4122">
            <a:extLst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noGrp="1"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4123">
            <a:extLst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noGrp="1"/>
          </p:cNvSpPr>
          <p:nvPr/>
        </p:nvSpPr>
        <p:spPr>
          <a:xfrm>
            <a:off x="79120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4124">
            <a:extLst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noGrp="1"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4125">
            <a:extLst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noGrp="1"/>
          </p:cNvSpPr>
          <p:nvPr/>
        </p:nvSpPr>
        <p:spPr>
          <a:xfrm>
            <a:off x="800812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4126">
            <a:extLst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noGrp="1"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4127">
            <a:extLst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noGrp="1"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4128">
            <a:extLst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noGrp="1"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4129">
            <a:extLst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noGrp="1"/>
          </p:cNvSpPr>
          <p:nvPr/>
        </p:nvSpPr>
        <p:spPr>
          <a:xfrm>
            <a:off x="7860781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4130">
            <a:extLst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noGrp="1"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4131">
            <a:extLst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noGrp="1"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4132">
            <a:extLst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noGrp="1"/>
          </p:cNvSpPr>
          <p:nvPr/>
        </p:nvSpPr>
        <p:spPr>
          <a:xfrm>
            <a:off x="792766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4133">
            <a:extLst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noGrp="1"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4134">
            <a:extLst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noGrp="1"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4135">
            <a:extLst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noGrp="1"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4136">
            <a:extLst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noGrp="1"/>
          </p:cNvSpPr>
          <p:nvPr/>
        </p:nvSpPr>
        <p:spPr>
          <a:xfrm>
            <a:off x="79170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4137">
            <a:extLst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noGrp="1"/>
          </p:cNvSpPr>
          <p:nvPr/>
        </p:nvSpPr>
        <p:spPr>
          <a:xfrm>
            <a:off x="7793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4138">
            <a:extLst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noGrp="1"/>
          </p:cNvSpPr>
          <p:nvPr/>
        </p:nvSpPr>
        <p:spPr>
          <a:xfrm>
            <a:off x="780056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4139">
            <a:extLst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noGrp="1"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4140">
            <a:extLst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noGrp="1"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4141">
            <a:extLst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noGrp="1"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4142">
            <a:extLst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noGrp="1"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4143">
            <a:extLst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noGrp="1"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4144">
            <a:extLst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noGrp="1"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4145">
            <a:extLst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noGrp="1"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4146">
            <a:extLst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noGrp="1"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4147">
            <a:extLst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noGrp="1"/>
          </p:cNvSpPr>
          <p:nvPr/>
        </p:nvSpPr>
        <p:spPr>
          <a:xfrm>
            <a:off x="7900538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4148">
            <a:extLst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noGrp="1"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4149">
            <a:extLst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noGrp="1"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4150">
            <a:extLst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noGrp="1"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4151">
            <a:extLst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noGrp="1"/>
          </p:cNvSpPr>
          <p:nvPr/>
        </p:nvSpPr>
        <p:spPr>
          <a:xfrm>
            <a:off x="7808924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4152">
            <a:extLst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noGrp="1"/>
          </p:cNvSpPr>
          <p:nvPr/>
        </p:nvSpPr>
        <p:spPr>
          <a:xfrm>
            <a:off x="78073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4153">
            <a:extLst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noGrp="1"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4154">
            <a:extLst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noGrp="1"/>
          </p:cNvSpPr>
          <p:nvPr/>
        </p:nvSpPr>
        <p:spPr>
          <a:xfrm>
            <a:off x="7919212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4155">
            <a:extLst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noGrp="1"/>
          </p:cNvSpPr>
          <p:nvPr/>
        </p:nvSpPr>
        <p:spPr>
          <a:xfrm>
            <a:off x="7880384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4156">
            <a:extLst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noGrp="1"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4157">
            <a:extLst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noGrp="1"/>
          </p:cNvSpPr>
          <p:nvPr/>
        </p:nvSpPr>
        <p:spPr>
          <a:xfrm>
            <a:off x="7975103" y="39093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4158">
            <a:extLst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noGrp="1"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4159">
            <a:extLst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noGrp="1"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4160">
            <a:extLst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noGrp="1"/>
          </p:cNvSpPr>
          <p:nvPr/>
        </p:nvSpPr>
        <p:spPr>
          <a:xfrm>
            <a:off x="78412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4161">
            <a:extLst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noGrp="1"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4162">
            <a:extLst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noGrp="1"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4163">
            <a:extLst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noGrp="1"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4164">
            <a:extLst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noGrp="1"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4165">
            <a:extLst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noGrp="1"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4166">
            <a:extLst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noGrp="1"/>
          </p:cNvSpPr>
          <p:nvPr/>
        </p:nvSpPr>
        <p:spPr>
          <a:xfrm>
            <a:off x="79166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4167">
            <a:extLst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noGrp="1"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4168">
            <a:extLst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noGrp="1"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4169">
            <a:extLst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noGrp="1"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4170">
            <a:extLst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noGrp="1"/>
          </p:cNvSpPr>
          <p:nvPr/>
        </p:nvSpPr>
        <p:spPr>
          <a:xfrm>
            <a:off x="783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4171">
            <a:extLst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noGrp="1"/>
          </p:cNvSpPr>
          <p:nvPr/>
        </p:nvSpPr>
        <p:spPr>
          <a:xfrm>
            <a:off x="794283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4172">
            <a:extLst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noGrp="1"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4173">
            <a:extLst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noGrp="1"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4174">
            <a:extLst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noGrp="1"/>
          </p:cNvSpPr>
          <p:nvPr/>
        </p:nvSpPr>
        <p:spPr>
          <a:xfrm>
            <a:off x="77910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4175">
            <a:extLst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noGrp="1"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4176">
            <a:extLst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noGrp="1"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4177">
            <a:extLst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noGrp="1"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4178">
            <a:extLst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noGrp="1"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4179">
            <a:extLst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noGrp="1"/>
          </p:cNvSpPr>
          <p:nvPr/>
        </p:nvSpPr>
        <p:spPr>
          <a:xfrm>
            <a:off x="7816367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4180">
            <a:extLst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noGrp="1"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4181">
            <a:extLst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noGrp="1"/>
          </p:cNvSpPr>
          <p:nvPr/>
        </p:nvSpPr>
        <p:spPr>
          <a:xfrm>
            <a:off x="79641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4182">
            <a:extLst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noGrp="1"/>
          </p:cNvSpPr>
          <p:nvPr/>
        </p:nvSpPr>
        <p:spPr>
          <a:xfrm>
            <a:off x="7816779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4183">
            <a:extLst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noGrp="1"/>
          </p:cNvSpPr>
          <p:nvPr/>
        </p:nvSpPr>
        <p:spPr>
          <a:xfrm>
            <a:off x="785205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4184">
            <a:extLst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noGrp="1"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4185">
            <a:extLst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noGrp="1"/>
          </p:cNvSpPr>
          <p:nvPr/>
        </p:nvSpPr>
        <p:spPr>
          <a:xfrm>
            <a:off x="787368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4186">
            <a:extLst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noGrp="1"/>
          </p:cNvSpPr>
          <p:nvPr/>
        </p:nvSpPr>
        <p:spPr>
          <a:xfrm>
            <a:off x="7868801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4187">
            <a:extLst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noGrp="1"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4188">
            <a:extLst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noGrp="1"/>
          </p:cNvSpPr>
          <p:nvPr/>
        </p:nvSpPr>
        <p:spPr>
          <a:xfrm>
            <a:off x="800644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4189">
            <a:extLst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noGrp="1"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4190">
            <a:extLst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noGrp="1"/>
          </p:cNvSpPr>
          <p:nvPr/>
        </p:nvSpPr>
        <p:spPr>
          <a:xfrm>
            <a:off x="78729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4191">
            <a:extLst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noGrp="1"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4192">
            <a:extLst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noGrp="1"/>
          </p:cNvSpPr>
          <p:nvPr/>
        </p:nvSpPr>
        <p:spPr>
          <a:xfrm>
            <a:off x="7935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4193">
            <a:extLst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noGrp="1"/>
          </p:cNvSpPr>
          <p:nvPr/>
        </p:nvSpPr>
        <p:spPr>
          <a:xfrm>
            <a:off x="788168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4194">
            <a:extLst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noGrp="1"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4195">
            <a:extLst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noGrp="1"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4196">
            <a:extLst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noGrp="1"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4197">
            <a:extLst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noGrp="1"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4198">
            <a:extLst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noGrp="1"/>
          </p:cNvSpPr>
          <p:nvPr/>
        </p:nvSpPr>
        <p:spPr>
          <a:xfrm>
            <a:off x="788717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4199">
            <a:extLst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noGrp="1"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4200">
            <a:extLst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noGrp="1"/>
          </p:cNvSpPr>
          <p:nvPr/>
        </p:nvSpPr>
        <p:spPr>
          <a:xfrm>
            <a:off x="7806807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4201">
            <a:extLst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noGrp="1"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4202">
            <a:extLst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noGrp="1"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4203">
            <a:extLst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noGrp="1"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4204">
            <a:extLst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noGrp="1"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4205">
            <a:extLst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noGrp="1"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4206">
            <a:extLst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noGrp="1"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4207">
            <a:extLst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noGrp="1"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4208">
            <a:extLst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noGrp="1"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4209">
            <a:extLst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noGrp="1"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4210">
            <a:extLst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noGrp="1"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4211">
            <a:extLst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noGrp="1"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4212">
            <a:extLst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noGrp="1"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4213">
            <a:extLst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noGrp="1"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4214">
            <a:extLst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noGrp="1"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4215">
            <a:extLst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noGrp="1"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4216">
            <a:extLst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noGrp="1"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4217">
            <a:extLst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noGrp="1"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4218">
            <a:extLst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noGrp="1"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4219">
            <a:extLst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noGrp="1"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4220">
            <a:extLst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noGrp="1"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4221">
            <a:extLst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noGrp="1"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4222">
            <a:extLst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noGrp="1"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4223">
            <a:extLst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noGrp="1"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4224">
            <a:extLst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noGrp="1"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4225">
            <a:extLst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noGrp="1"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4226">
            <a:extLst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noGrp="1"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4227">
            <a:extLst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noGrp="1"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4228">
            <a:extLst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noGrp="1"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4229">
            <a:extLst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noGrp="1"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4230">
            <a:extLst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noGrp="1"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4231">
            <a:extLst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noGrp="1"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4232">
            <a:extLst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noGrp="1"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4233">
            <a:extLst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noGrp="1"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4234">
            <a:extLst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noGrp="1"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4235">
            <a:extLst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noGrp="1"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4236">
            <a:extLst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noGrp="1"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4237">
            <a:extLst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noGrp="1"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4238">
            <a:extLst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noGrp="1"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4239">
            <a:extLst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noGrp="1"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4240">
            <a:extLst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noGrp="1"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4241">
            <a:extLst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noGrp="1"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4242">
            <a:extLst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noGrp="1"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4243">
            <a:extLst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noGrp="1"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4244">
            <a:extLst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noGrp="1"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4245">
            <a:extLst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noGrp="1"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4246">
            <a:extLst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noGrp="1"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4247">
            <a:extLst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noGrp="1"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4248">
            <a:extLst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noGrp="1"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4249">
            <a:extLst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noGrp="1"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4250">
            <a:extLst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noGrp="1"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4251">
            <a:extLst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noGrp="1"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4252">
            <a:extLst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noGrp="1"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4253">
            <a:extLst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noGrp="1"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4254">
            <a:extLst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noGrp="1"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4255">
            <a:extLst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noGrp="1"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4256">
            <a:extLst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noGrp="1"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4257">
            <a:extLst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noGrp="1"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4258">
            <a:extLst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noGrp="1"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4259">
            <a:extLst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noGrp="1"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4260">
            <a:extLst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noGrp="1"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4261">
            <a:extLst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noGrp="1"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4262">
            <a:extLst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noGrp="1"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4263">
            <a:extLst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noGrp="1"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4264">
            <a:extLst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noGrp="1"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4265">
            <a:extLst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noGrp="1"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4266">
            <a:extLst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noGrp="1"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4267">
            <a:extLst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noGrp="1"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4268">
            <a:extLst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noGrp="1"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4269">
            <a:extLst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noGrp="1"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4270">
            <a:extLst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noGrp="1"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4271">
            <a:extLst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noGrp="1"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4272">
            <a:extLst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noGrp="1"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4273">
            <a:extLst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noGrp="1"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4274">
            <a:extLst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noGrp="1"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4275">
            <a:extLst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noGrp="1"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4276">
            <a:extLst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noGrp="1"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4277">
            <a:extLst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noGrp="1"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4278">
            <a:extLst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noGrp="1"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4279">
            <a:extLst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noGrp="1"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4280">
            <a:extLst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noGrp="1"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4281">
            <a:extLst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noGrp="1"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4282">
            <a:extLst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noGrp="1"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4283">
            <a:extLst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noGrp="1"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4284">
            <a:extLst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noGrp="1"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4285">
            <a:extLst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noGrp="1"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4286">
            <a:extLst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noGrp="1"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4287">
            <a:extLst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noGrp="1"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4288">
            <a:extLst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noGrp="1"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4289">
            <a:extLst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noGrp="1"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4290">
            <a:extLst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noGrp="1"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4291">
            <a:extLst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noGrp="1"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4292">
            <a:extLst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noGrp="1"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4293">
            <a:extLst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noGrp="1"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4294">
            <a:extLst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noGrp="1"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4295">
            <a:extLst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noGrp="1"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4296">
            <a:extLst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noGrp="1"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4297">
            <a:extLst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noGrp="1"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4298">
            <a:extLst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noGrp="1"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4299">
            <a:extLst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noGrp="1"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4300">
            <a:extLst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noGrp="1"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4301">
            <a:extLst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noGrp="1"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4302">
            <a:extLst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noGrp="1"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4303">
            <a:extLst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noGrp="1"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4304">
            <a:extLst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noGrp="1"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4305">
            <a:extLst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noGrp="1"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4306">
            <a:extLst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noGrp="1"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4307">
            <a:extLst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noGrp="1"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4308">
            <a:extLst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noGrp="1"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4309">
            <a:extLst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noGrp="1"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4310">
            <a:extLst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noGrp="1"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4311">
            <a:extLst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noGrp="1"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4312">
            <a:extLst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noGrp="1"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4313">
            <a:extLst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noGrp="1"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4314">
            <a:extLst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noGrp="1"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4315">
            <a:extLst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noGrp="1"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4316">
            <a:extLst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noGrp="1"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4317">
            <a:extLst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noGrp="1"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4318">
            <a:extLst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noGrp="1"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4319">
            <a:extLst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noGrp="1"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4320">
            <a:extLst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noGrp="1"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4321">
            <a:extLst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noGrp="1"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4322">
            <a:extLst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noGrp="1"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4323">
            <a:extLst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noGrp="1"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4324">
            <a:extLst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noGrp="1"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4325">
            <a:extLst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noGrp="1"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4326">
            <a:extLst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noGrp="1"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4327">
            <a:extLst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noGrp="1"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4328">
            <a:extLst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noGrp="1"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4329">
            <a:extLst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noGrp="1"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4330">
            <a:extLst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noGrp="1"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4331">
            <a:extLst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noGrp="1"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4332">
            <a:extLst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noGrp="1"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4333">
            <a:extLst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noGrp="1"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4334">
            <a:extLst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noGrp="1"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4335">
            <a:extLst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noGrp="1"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4336">
            <a:extLst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noGrp="1"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4337">
            <a:extLst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noGrp="1"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4338">
            <a:extLst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noGrp="1"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4339">
            <a:extLst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noGrp="1"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4340">
            <a:extLst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noGrp="1"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4341">
            <a:extLst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noGrp="1"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4342">
            <a:extLst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noGrp="1"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4343">
            <a:extLst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noGrp="1"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4344">
            <a:extLst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noGrp="1"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4345">
            <a:extLst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noGrp="1"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4346">
            <a:extLst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noGrp="1"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4347">
            <a:extLst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noGrp="1"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4348">
            <a:extLst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noGrp="1"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4349">
            <a:extLst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noGrp="1"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4350">
            <a:extLst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noGrp="1"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4351">
            <a:extLst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noGrp="1"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4352">
            <a:extLst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noGrp="1"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4353">
            <a:extLst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noGrp="1"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4354">
            <a:extLst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noGrp="1"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4355">
            <a:extLst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noGrp="1"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4356">
            <a:extLst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noGrp="1"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4357">
            <a:extLst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noGrp="1"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4358">
            <a:extLst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noGrp="1"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4359">
            <a:extLst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noGrp="1"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4360">
            <a:extLst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noGrp="1"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4361">
            <a:extLst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noGrp="1"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4362">
            <a:extLst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noGrp="1"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4363">
            <a:extLst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noGrp="1"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4364">
            <a:extLst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noGrp="1"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4365">
            <a:extLst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noGrp="1"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4366">
            <a:extLst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noGrp="1"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4367">
            <a:extLst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noGrp="1"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4368">
            <a:extLst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noGrp="1"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4369">
            <a:extLst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noGrp="1"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4370">
            <a:extLst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noGrp="1"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4371">
            <a:extLst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noGrp="1"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4372">
            <a:extLst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noGrp="1"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4373">
            <a:extLst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noGrp="1"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4374">
            <a:extLst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noGrp="1"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4375">
            <a:extLst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noGrp="1"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4376">
            <a:extLst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noGrp="1"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4377">
            <a:extLst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noGrp="1"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4378">
            <a:extLst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noGrp="1"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4379">
            <a:extLst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noGrp="1"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4380">
            <a:extLst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noGrp="1"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4381">
            <a:extLst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noGrp="1"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4382">
            <a:extLst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noGrp="1"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4383">
            <a:extLst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noGrp="1"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4384">
            <a:extLst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noGrp="1"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4385">
            <a:extLst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noGrp="1"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4386">
            <a:extLst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noGrp="1"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4387">
            <a:extLst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noGrp="1"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4388">
            <a:extLst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noGrp="1"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4389">
            <a:extLst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noGrp="1"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noGrp="1"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noGrp="1"/>
          </p:cNvSpPr>
          <p:nvPr/>
        </p:nvSpPr>
        <p:spPr>
          <a:xfrm>
            <a:off x="6006790" y="3959583"/>
            <a:ext cx="191" cy="37718"/>
          </a:xfrm>
          <a:custGeom>
            <a:avLst/>
            <a:gdLst/>
            <a:ahLst/>
            <a:cxnLst/>
            <a:rect l="0" t="0" r="0" b="0"/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noGrp="1"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noGrp="1"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noGrp="1"/>
          </p:cNvSpPr>
          <p:nvPr/>
        </p:nvSpPr>
        <p:spPr>
          <a:xfrm>
            <a:off x="7916694" y="2311878"/>
            <a:ext cx="191" cy="1685423"/>
          </a:xfrm>
          <a:custGeom>
            <a:avLst/>
            <a:gdLst/>
            <a:ahLst/>
            <a:cxnLst/>
            <a:rect l="0" t="0" r="0" b="0"/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noGrp="1"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noGrp="1"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noGrp="1"/>
          </p:cNvSpPr>
          <p:nvPr/>
        </p:nvSpPr>
        <p:spPr>
          <a:xfrm>
            <a:off x="5971322" y="395014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noGrp="1"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noGrp="1"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noGrp="1"/>
          </p:cNvSpPr>
          <p:nvPr/>
        </p:nvSpPr>
        <p:spPr>
          <a:xfrm>
            <a:off x="7881225" y="297866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noGrp="1"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noGrp="1"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4406">
            <a:extLst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noGrp="1"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noGrp="1"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noGrp="1"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noGrp="1"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noGrp="1"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noGrp="1"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noGrp="1"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noGrp="1"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noGrp="1"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noGrp="1"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noGrp="1"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noGrp="1"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noGrp="1"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noGrp="1"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noGrp="1"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noGrp="1"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noGrp="1"/>
          </p:cNvSpPr>
          <p:nvPr/>
        </p:nvSpPr>
        <p:spPr>
          <a:xfrm>
            <a:off x="1510368" y="6392864"/>
            <a:ext cx="343041" cy="462913"/>
          </a:xfrm>
          <a:custGeom>
            <a:avLst/>
            <a:gdLst/>
            <a:ahLst/>
            <a:cxnLst/>
            <a:rect l="0" t="0" r="0" b="0"/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4423">
            <a:extLst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noGrp="1"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4424">
            <a:extLst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noGrp="1"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4425">
            <a:extLst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noGrp="1"/>
          </p:cNvSpPr>
          <p:nvPr/>
        </p:nvSpPr>
        <p:spPr>
          <a:xfrm>
            <a:off x="3183738" y="6318127"/>
            <a:ext cx="343041" cy="537650"/>
          </a:xfrm>
          <a:custGeom>
            <a:avLst/>
            <a:gdLst/>
            <a:ahLst/>
            <a:cxnLst/>
            <a:rect l="0" t="0" r="0" b="0"/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4426">
            <a:extLst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noGrp="1"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4427">
            <a:extLst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noGrp="1"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4428">
            <a:extLst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noGrp="1"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noGrp="1"/>
          </p:cNvSpPr>
          <p:nvPr/>
        </p:nvSpPr>
        <p:spPr>
          <a:xfrm>
            <a:off x="1681888" y="6308212"/>
            <a:ext cx="191" cy="167494"/>
          </a:xfrm>
          <a:custGeom>
            <a:avLst/>
            <a:gdLst/>
            <a:ahLst/>
            <a:cxnLst/>
            <a:rect l="0" t="0" r="0" b="0"/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noGrp="1"/>
          </p:cNvSpPr>
          <p:nvPr/>
        </p:nvSpPr>
        <p:spPr>
          <a:xfrm>
            <a:off x="1623320" y="647570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noGrp="1"/>
          </p:cNvSpPr>
          <p:nvPr/>
        </p:nvSpPr>
        <p:spPr>
          <a:xfrm>
            <a:off x="1623320" y="630821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noGrp="1"/>
          </p:cNvSpPr>
          <p:nvPr/>
        </p:nvSpPr>
        <p:spPr>
          <a:xfrm>
            <a:off x="1568693" y="6127465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noGrp="1"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noGrp="1"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noGrp="1"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noGrp="1"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noGrp="1"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noGrp="1"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noGrp="1"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noGrp="1"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noGrp="1"/>
          </p:cNvSpPr>
          <p:nvPr/>
        </p:nvSpPr>
        <p:spPr>
          <a:xfrm>
            <a:off x="3355258" y="6222820"/>
            <a:ext cx="191" cy="188299"/>
          </a:xfrm>
          <a:custGeom>
            <a:avLst/>
            <a:gdLst/>
            <a:ahLst/>
            <a:cxnLst/>
            <a:rect l="0" t="0" r="0" b="0"/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noGrp="1"/>
          </p:cNvSpPr>
          <p:nvPr/>
        </p:nvSpPr>
        <p:spPr>
          <a:xfrm>
            <a:off x="3296690" y="641111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noGrp="1"/>
          </p:cNvSpPr>
          <p:nvPr/>
        </p:nvSpPr>
        <p:spPr>
          <a:xfrm>
            <a:off x="3296690" y="622282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noGrp="1"/>
          </p:cNvSpPr>
          <p:nvPr/>
        </p:nvSpPr>
        <p:spPr>
          <a:xfrm>
            <a:off x="3242063" y="604207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noGrp="1"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noGrp="1"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noGrp="1"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noGrp="1"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noGrp="1"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noGrp="1"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noGrp="1"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noGrp="1"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noGrp="1"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noGrp="1"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4457">
            <a:extLst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noGrp="1"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noGrp="1"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noGrp="1"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noGrp="1"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noGrp="1"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noGrp="1"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noGrp="1"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noGrp="1"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noGrp="1"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noGrp="1"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noGrp="1"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noGrp="1"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noGrp="1"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noGrp="1"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noGrp="1"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noGrp="1"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noGrp="1"/>
          </p:cNvSpPr>
          <p:nvPr/>
        </p:nvSpPr>
        <p:spPr>
          <a:xfrm>
            <a:off x="6026125" y="6066472"/>
            <a:ext cx="343041" cy="789306"/>
          </a:xfrm>
          <a:custGeom>
            <a:avLst/>
            <a:gdLst/>
            <a:ahLst/>
            <a:cxnLst/>
            <a:rect l="0" t="0" r="0" b="0"/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4474">
            <a:extLst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noGrp="1"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4475">
            <a:extLst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noGrp="1"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4476">
            <a:extLst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noGrp="1"/>
          </p:cNvSpPr>
          <p:nvPr/>
        </p:nvSpPr>
        <p:spPr>
          <a:xfrm>
            <a:off x="7699495" y="5934733"/>
            <a:ext cx="343041" cy="921045"/>
          </a:xfrm>
          <a:custGeom>
            <a:avLst/>
            <a:gdLst/>
            <a:ahLst/>
            <a:cxnLst/>
            <a:rect l="0" t="0" r="0" b="0"/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4477">
            <a:extLst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noGrp="1"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4478">
            <a:extLst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noGrp="1"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4479">
            <a:extLst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noGrp="1"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noGrp="1"/>
          </p:cNvSpPr>
          <p:nvPr/>
        </p:nvSpPr>
        <p:spPr>
          <a:xfrm>
            <a:off x="6197645" y="5911566"/>
            <a:ext cx="191" cy="307830"/>
          </a:xfrm>
          <a:custGeom>
            <a:avLst/>
            <a:gdLst/>
            <a:ahLst/>
            <a:cxnLst/>
            <a:rect l="0" t="0" r="0" b="0"/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noGrp="1"/>
          </p:cNvSpPr>
          <p:nvPr/>
        </p:nvSpPr>
        <p:spPr>
          <a:xfrm>
            <a:off x="6139077" y="621939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noGrp="1"/>
          </p:cNvSpPr>
          <p:nvPr/>
        </p:nvSpPr>
        <p:spPr>
          <a:xfrm>
            <a:off x="6139077" y="591156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noGrp="1"/>
          </p:cNvSpPr>
          <p:nvPr/>
        </p:nvSpPr>
        <p:spPr>
          <a:xfrm>
            <a:off x="6084450" y="573081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noGrp="1"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noGrp="1"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noGrp="1"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noGrp="1"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noGrp="1"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noGrp="1"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noGrp="1"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noGrp="1"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noGrp="1"/>
          </p:cNvSpPr>
          <p:nvPr/>
        </p:nvSpPr>
        <p:spPr>
          <a:xfrm>
            <a:off x="7871015" y="5777868"/>
            <a:ext cx="191" cy="313377"/>
          </a:xfrm>
          <a:custGeom>
            <a:avLst/>
            <a:gdLst/>
            <a:ahLst/>
            <a:cxnLst/>
            <a:rect l="0" t="0" r="0" b="0"/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noGrp="1"/>
          </p:cNvSpPr>
          <p:nvPr/>
        </p:nvSpPr>
        <p:spPr>
          <a:xfrm>
            <a:off x="7812447" y="609124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noGrp="1"/>
          </p:cNvSpPr>
          <p:nvPr/>
        </p:nvSpPr>
        <p:spPr>
          <a:xfrm>
            <a:off x="7812447" y="5777868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noGrp="1"/>
          </p:cNvSpPr>
          <p:nvPr/>
        </p:nvSpPr>
        <p:spPr>
          <a:xfrm>
            <a:off x="7757820" y="559712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noGrp="1"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noGrp="1"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noGrp="1"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noGrp="1"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noGrp="1"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noGrp="1"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noGrp="1"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noGrp="1"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noGrp="1"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noGrp="1"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noGrp="1"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4508">
            <a:extLst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noGrp="1"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noGrp="1"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4510">
            <a:extLst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noGrp="1"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noGrp="1"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4512">
            <a:extLst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noGrp="1"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4513">
            <a:extLst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noGrp="1"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514">
            <a:extLst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515">
            <a:extLst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noGrp="1"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noGrp="1"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noGrp="1"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noGrp="1"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noGrp="1"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noGrp="1"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noGrp="1"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noGrp="1"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noGrp="1"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noGrp="1"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noGrp="1"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noGrp="1"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noGrp="1"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noGrp="1"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noGrp="1"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noGrp="1"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noGrp="1"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noGrp="1"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noGrp="1"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noGrp="1"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noGrp="1"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noGrp="1"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noGrp="1"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noGrp="1"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noGrp="1"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noGrp="1"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noGrp="1"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noGrp="1"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noGrp="1"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noGrp="1"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noGrp="1"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noGrp="1"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noGrp="1"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noGrp="1"/>
          </p:cNvSpPr>
          <p:nvPr/>
        </p:nvSpPr>
        <p:spPr>
          <a:xfrm>
            <a:off x="1731169" y="5214680"/>
            <a:ext cx="706664" cy="205363"/>
          </a:xfrm>
          <a:custGeom>
            <a:avLst/>
            <a:gdLst/>
            <a:ahLst/>
            <a:cxnLst/>
            <a:rect l="0" t="0" r="0" b="0"/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noGrp="1"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noGrp="1"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noGrp="1"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553">
            <a:extLst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noGrp="1"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554">
            <a:extLst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noGrp="1"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555">
            <a:extLst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noGrp="1"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556">
            <a:extLst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noGrp="1"/>
          </p:cNvSpPr>
          <p:nvPr/>
        </p:nvSpPr>
        <p:spPr>
          <a:xfrm>
            <a:off x="1884340" y="48026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557">
            <a:extLst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noGrp="1"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58">
            <a:extLst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noGrp="1"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559">
            <a:extLst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noGrp="1"/>
          </p:cNvSpPr>
          <p:nvPr/>
        </p:nvSpPr>
        <p:spPr>
          <a:xfrm>
            <a:off x="2042452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560">
            <a:extLst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noGrp="1"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561">
            <a:extLst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noGrp="1"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562">
            <a:extLst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noGrp="1"/>
          </p:cNvSpPr>
          <p:nvPr/>
        </p:nvSpPr>
        <p:spPr>
          <a:xfrm>
            <a:off x="1988751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4563">
            <a:extLst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noGrp="1"/>
          </p:cNvSpPr>
          <p:nvPr/>
        </p:nvSpPr>
        <p:spPr>
          <a:xfrm>
            <a:off x="2060170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4564">
            <a:extLst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noGrp="1"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4565">
            <a:extLst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noGrp="1"/>
          </p:cNvSpPr>
          <p:nvPr/>
        </p:nvSpPr>
        <p:spPr>
          <a:xfrm>
            <a:off x="2081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4566">
            <a:extLst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noGrp="1"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4567">
            <a:extLst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noGrp="1"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4568">
            <a:extLst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noGrp="1"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4569">
            <a:extLst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noGrp="1"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4570">
            <a:extLst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noGrp="1"/>
          </p:cNvSpPr>
          <p:nvPr/>
        </p:nvSpPr>
        <p:spPr>
          <a:xfrm>
            <a:off x="2235860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4571">
            <a:extLst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noGrp="1"/>
          </p:cNvSpPr>
          <p:nvPr/>
        </p:nvSpPr>
        <p:spPr>
          <a:xfrm>
            <a:off x="2287158" y="4780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4572">
            <a:extLst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noGrp="1"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4573">
            <a:extLst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noGrp="1"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4574">
            <a:extLst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noGrp="1"/>
          </p:cNvSpPr>
          <p:nvPr/>
        </p:nvSpPr>
        <p:spPr>
          <a:xfrm>
            <a:off x="2208158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4575">
            <a:extLst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noGrp="1"/>
          </p:cNvSpPr>
          <p:nvPr/>
        </p:nvSpPr>
        <p:spPr>
          <a:xfrm>
            <a:off x="1815723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4576">
            <a:extLst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noGrp="1"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4577">
            <a:extLst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noGrp="1"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4578">
            <a:extLst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noGrp="1"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4579">
            <a:extLst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noGrp="1"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4580">
            <a:extLst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noGrp="1"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4581">
            <a:extLst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noGrp="1"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4582">
            <a:extLst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noGrp="1"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4583">
            <a:extLst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noGrp="1"/>
          </p:cNvSpPr>
          <p:nvPr/>
        </p:nvSpPr>
        <p:spPr>
          <a:xfrm>
            <a:off x="2115919" y="53292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4584">
            <a:extLst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noGrp="1"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4585">
            <a:extLst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noGrp="1"/>
          </p:cNvSpPr>
          <p:nvPr/>
        </p:nvSpPr>
        <p:spPr>
          <a:xfrm>
            <a:off x="217126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4586">
            <a:extLst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noGrp="1"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4587">
            <a:extLst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noGrp="1"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4588">
            <a:extLst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noGrp="1"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4589">
            <a:extLst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noGrp="1"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4590">
            <a:extLst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noGrp="1"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4591">
            <a:extLst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noGrp="1"/>
          </p:cNvSpPr>
          <p:nvPr/>
        </p:nvSpPr>
        <p:spPr>
          <a:xfrm>
            <a:off x="1837084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4592">
            <a:extLst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noGrp="1"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4593">
            <a:extLst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noGrp="1"/>
          </p:cNvSpPr>
          <p:nvPr/>
        </p:nvSpPr>
        <p:spPr>
          <a:xfrm>
            <a:off x="1968023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4594">
            <a:extLst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noGrp="1"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4595">
            <a:extLst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noGrp="1"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4596">
            <a:extLst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noGrp="1"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4597">
            <a:extLst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noGrp="1"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4598">
            <a:extLst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noGrp="1"/>
          </p:cNvSpPr>
          <p:nvPr/>
        </p:nvSpPr>
        <p:spPr>
          <a:xfrm>
            <a:off x="1841453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4599">
            <a:extLst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noGrp="1"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4600">
            <a:extLst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noGrp="1"/>
          </p:cNvSpPr>
          <p:nvPr/>
        </p:nvSpPr>
        <p:spPr>
          <a:xfrm>
            <a:off x="2172016" y="53480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4601">
            <a:extLst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noGrp="1"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4602">
            <a:extLst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noGrp="1"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4603">
            <a:extLst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noGrp="1"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4604">
            <a:extLst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noGrp="1"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4605">
            <a:extLst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noGrp="1"/>
          </p:cNvSpPr>
          <p:nvPr/>
        </p:nvSpPr>
        <p:spPr>
          <a:xfrm>
            <a:off x="1890322" y="5018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4606">
            <a:extLst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noGrp="1"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4607">
            <a:extLst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noGrp="1"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4608">
            <a:extLst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noGrp="1"/>
          </p:cNvSpPr>
          <p:nvPr/>
        </p:nvSpPr>
        <p:spPr>
          <a:xfrm>
            <a:off x="22900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4609">
            <a:extLst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noGrp="1"/>
          </p:cNvSpPr>
          <p:nvPr/>
        </p:nvSpPr>
        <p:spPr>
          <a:xfrm>
            <a:off x="2116569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4610">
            <a:extLst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noGrp="1"/>
          </p:cNvSpPr>
          <p:nvPr/>
        </p:nvSpPr>
        <p:spPr>
          <a:xfrm>
            <a:off x="1922397" y="537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4611">
            <a:extLst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noGrp="1"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4612">
            <a:extLst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noGrp="1"/>
          </p:cNvSpPr>
          <p:nvPr/>
        </p:nvSpPr>
        <p:spPr>
          <a:xfrm>
            <a:off x="209710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4613">
            <a:extLst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noGrp="1"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4614">
            <a:extLst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noGrp="1"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4615">
            <a:extLst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noGrp="1"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4616">
            <a:extLst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noGrp="1"/>
          </p:cNvSpPr>
          <p:nvPr/>
        </p:nvSpPr>
        <p:spPr>
          <a:xfrm>
            <a:off x="192778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4617">
            <a:extLst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noGrp="1"/>
          </p:cNvSpPr>
          <p:nvPr/>
        </p:nvSpPr>
        <p:spPr>
          <a:xfrm>
            <a:off x="22241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4618">
            <a:extLst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noGrp="1"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4619">
            <a:extLst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noGrp="1"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4620">
            <a:extLst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noGrp="1"/>
          </p:cNvSpPr>
          <p:nvPr/>
        </p:nvSpPr>
        <p:spPr>
          <a:xfrm>
            <a:off x="2065772" y="5208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4621">
            <a:extLst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noGrp="1"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4622">
            <a:extLst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noGrp="1"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4623">
            <a:extLst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noGrp="1"/>
          </p:cNvSpPr>
          <p:nvPr/>
        </p:nvSpPr>
        <p:spPr>
          <a:xfrm>
            <a:off x="2319654" y="5344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4624">
            <a:extLst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noGrp="1"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4625">
            <a:extLst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noGrp="1"/>
          </p:cNvSpPr>
          <p:nvPr/>
        </p:nvSpPr>
        <p:spPr>
          <a:xfrm>
            <a:off x="2300778" y="5357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4626">
            <a:extLst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noGrp="1"/>
          </p:cNvSpPr>
          <p:nvPr/>
        </p:nvSpPr>
        <p:spPr>
          <a:xfrm>
            <a:off x="2003369" y="51852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4627">
            <a:extLst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noGrp="1"/>
          </p:cNvSpPr>
          <p:nvPr/>
        </p:nvSpPr>
        <p:spPr>
          <a:xfrm>
            <a:off x="228469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4628">
            <a:extLst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noGrp="1"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4629">
            <a:extLst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noGrp="1"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4630">
            <a:extLst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noGrp="1"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4631">
            <a:extLst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noGrp="1"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4632">
            <a:extLst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noGrp="1"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4633">
            <a:extLst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noGrp="1"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4634">
            <a:extLst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noGrp="1"/>
          </p:cNvSpPr>
          <p:nvPr/>
        </p:nvSpPr>
        <p:spPr>
          <a:xfrm>
            <a:off x="1836653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4635">
            <a:extLst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noGrp="1"/>
          </p:cNvSpPr>
          <p:nvPr/>
        </p:nvSpPr>
        <p:spPr>
          <a:xfrm>
            <a:off x="21212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4636">
            <a:extLst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noGrp="1"/>
          </p:cNvSpPr>
          <p:nvPr/>
        </p:nvSpPr>
        <p:spPr>
          <a:xfrm>
            <a:off x="223923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4637">
            <a:extLst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noGrp="1"/>
          </p:cNvSpPr>
          <p:nvPr/>
        </p:nvSpPr>
        <p:spPr>
          <a:xfrm>
            <a:off x="1992181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4638">
            <a:extLst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noGrp="1"/>
          </p:cNvSpPr>
          <p:nvPr/>
        </p:nvSpPr>
        <p:spPr>
          <a:xfrm>
            <a:off x="1872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4639">
            <a:extLst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noGrp="1"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4640">
            <a:extLst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noGrp="1"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4641">
            <a:extLst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noGrp="1"/>
          </p:cNvSpPr>
          <p:nvPr/>
        </p:nvSpPr>
        <p:spPr>
          <a:xfrm>
            <a:off x="2315677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4642">
            <a:extLst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noGrp="1"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4643">
            <a:extLst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noGrp="1"/>
          </p:cNvSpPr>
          <p:nvPr/>
        </p:nvSpPr>
        <p:spPr>
          <a:xfrm>
            <a:off x="2115577" y="5401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4644">
            <a:extLst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noGrp="1"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4645">
            <a:extLst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noGrp="1"/>
          </p:cNvSpPr>
          <p:nvPr/>
        </p:nvSpPr>
        <p:spPr>
          <a:xfrm>
            <a:off x="19877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4646">
            <a:extLst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noGrp="1"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4647">
            <a:extLst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noGrp="1"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4648">
            <a:extLst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noGrp="1"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4649">
            <a:extLst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noGrp="1"/>
          </p:cNvSpPr>
          <p:nvPr/>
        </p:nvSpPr>
        <p:spPr>
          <a:xfrm>
            <a:off x="201992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4650">
            <a:extLst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noGrp="1"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4651">
            <a:extLst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noGrp="1"/>
          </p:cNvSpPr>
          <p:nvPr/>
        </p:nvSpPr>
        <p:spPr>
          <a:xfrm>
            <a:off x="1939656" y="5385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4652">
            <a:extLst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noGrp="1"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4653">
            <a:extLst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noGrp="1"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4654">
            <a:extLst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noGrp="1"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4655">
            <a:extLst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noGrp="1"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4656">
            <a:extLst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noGrp="1"/>
          </p:cNvSpPr>
          <p:nvPr/>
        </p:nvSpPr>
        <p:spPr>
          <a:xfrm>
            <a:off x="2007008" y="5267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4657">
            <a:extLst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noGrp="1"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4658">
            <a:extLst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noGrp="1"/>
          </p:cNvSpPr>
          <p:nvPr/>
        </p:nvSpPr>
        <p:spPr>
          <a:xfrm>
            <a:off x="1906360" y="49124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4659">
            <a:extLst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noGrp="1"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4660">
            <a:extLst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noGrp="1"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4661">
            <a:extLst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noGrp="1"/>
          </p:cNvSpPr>
          <p:nvPr/>
        </p:nvSpPr>
        <p:spPr>
          <a:xfrm>
            <a:off x="184899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4662">
            <a:extLst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noGrp="1"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4663">
            <a:extLst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noGrp="1"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4664">
            <a:extLst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noGrp="1"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4665">
            <a:extLst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noGrp="1"/>
          </p:cNvSpPr>
          <p:nvPr/>
        </p:nvSpPr>
        <p:spPr>
          <a:xfrm>
            <a:off x="2186803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4666">
            <a:extLst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noGrp="1"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4667">
            <a:extLst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noGrp="1"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4668">
            <a:extLst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noGrp="1"/>
          </p:cNvSpPr>
          <p:nvPr/>
        </p:nvSpPr>
        <p:spPr>
          <a:xfrm>
            <a:off x="2277153" y="5383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4669">
            <a:extLst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noGrp="1"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4670">
            <a:extLst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noGrp="1"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4671">
            <a:extLst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noGrp="1"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4672">
            <a:extLst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noGrp="1"/>
          </p:cNvSpPr>
          <p:nvPr/>
        </p:nvSpPr>
        <p:spPr>
          <a:xfrm>
            <a:off x="206660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4673">
            <a:extLst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noGrp="1"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4674">
            <a:extLst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noGrp="1"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4675">
            <a:extLst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noGrp="1"/>
          </p:cNvSpPr>
          <p:nvPr/>
        </p:nvSpPr>
        <p:spPr>
          <a:xfrm>
            <a:off x="2094367" y="5194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4676">
            <a:extLst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noGrp="1"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4677">
            <a:extLst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noGrp="1"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4678">
            <a:extLst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noGrp="1"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4679">
            <a:extLst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noGrp="1"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4680">
            <a:extLst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noGrp="1"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4681">
            <a:extLst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noGrp="1"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4682">
            <a:extLst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noGrp="1"/>
          </p:cNvSpPr>
          <p:nvPr/>
        </p:nvSpPr>
        <p:spPr>
          <a:xfrm>
            <a:off x="1847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4683">
            <a:extLst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noGrp="1"/>
          </p:cNvSpPr>
          <p:nvPr/>
        </p:nvSpPr>
        <p:spPr>
          <a:xfrm>
            <a:off x="21221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4684">
            <a:extLst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noGrp="1"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4685">
            <a:extLst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noGrp="1"/>
          </p:cNvSpPr>
          <p:nvPr/>
        </p:nvSpPr>
        <p:spPr>
          <a:xfrm>
            <a:off x="1811264" y="48239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4686">
            <a:extLst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noGrp="1"/>
          </p:cNvSpPr>
          <p:nvPr/>
        </p:nvSpPr>
        <p:spPr>
          <a:xfrm>
            <a:off x="2309658" y="50632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4687">
            <a:extLst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noGrp="1"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4688">
            <a:extLst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noGrp="1"/>
          </p:cNvSpPr>
          <p:nvPr/>
        </p:nvSpPr>
        <p:spPr>
          <a:xfrm>
            <a:off x="230133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4689">
            <a:extLst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noGrp="1"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4690">
            <a:extLst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noGrp="1"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4691">
            <a:extLst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noGrp="1"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4692">
            <a:extLst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noGrp="1"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4693">
            <a:extLst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noGrp="1"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4694">
            <a:extLst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noGrp="1"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4695">
            <a:extLst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noGrp="1"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4696">
            <a:extLst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noGrp="1"/>
          </p:cNvSpPr>
          <p:nvPr/>
        </p:nvSpPr>
        <p:spPr>
          <a:xfrm>
            <a:off x="2148740" y="5288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4697">
            <a:extLst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noGrp="1"/>
          </p:cNvSpPr>
          <p:nvPr/>
        </p:nvSpPr>
        <p:spPr>
          <a:xfrm>
            <a:off x="20533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4698">
            <a:extLst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noGrp="1"/>
          </p:cNvSpPr>
          <p:nvPr/>
        </p:nvSpPr>
        <p:spPr>
          <a:xfrm>
            <a:off x="2061469" y="5288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4699">
            <a:extLst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noGrp="1"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4700">
            <a:extLst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noGrp="1"/>
          </p:cNvSpPr>
          <p:nvPr/>
        </p:nvSpPr>
        <p:spPr>
          <a:xfrm>
            <a:off x="227489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4701">
            <a:extLst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noGrp="1"/>
          </p:cNvSpPr>
          <p:nvPr/>
        </p:nvSpPr>
        <p:spPr>
          <a:xfrm>
            <a:off x="19813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4702">
            <a:extLst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noGrp="1"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4703">
            <a:extLst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noGrp="1"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4704">
            <a:extLst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noGrp="1"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4705">
            <a:extLst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noGrp="1"/>
          </p:cNvSpPr>
          <p:nvPr/>
        </p:nvSpPr>
        <p:spPr>
          <a:xfrm>
            <a:off x="2150866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4706">
            <a:extLst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noGrp="1"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4707">
            <a:extLst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noGrp="1"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4708">
            <a:extLst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noGrp="1"/>
          </p:cNvSpPr>
          <p:nvPr/>
        </p:nvSpPr>
        <p:spPr>
          <a:xfrm>
            <a:off x="2137967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4709">
            <a:extLst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noGrp="1"/>
          </p:cNvSpPr>
          <p:nvPr/>
        </p:nvSpPr>
        <p:spPr>
          <a:xfrm>
            <a:off x="201326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4710">
            <a:extLst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noGrp="1"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4711">
            <a:extLst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noGrp="1"/>
          </p:cNvSpPr>
          <p:nvPr/>
        </p:nvSpPr>
        <p:spPr>
          <a:xfrm>
            <a:off x="2273261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4712">
            <a:extLst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noGrp="1"/>
          </p:cNvSpPr>
          <p:nvPr/>
        </p:nvSpPr>
        <p:spPr>
          <a:xfrm>
            <a:off x="1901369" y="4045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4713">
            <a:extLst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noGrp="1"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4714">
            <a:extLst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noGrp="1"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4715">
            <a:extLst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noGrp="1"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4716">
            <a:extLst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noGrp="1"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4717">
            <a:extLst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noGrp="1"/>
          </p:cNvSpPr>
          <p:nvPr/>
        </p:nvSpPr>
        <p:spPr>
          <a:xfrm>
            <a:off x="2022717" y="4721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4718">
            <a:extLst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noGrp="1"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4719">
            <a:extLst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noGrp="1"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4720">
            <a:extLst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noGrp="1"/>
          </p:cNvSpPr>
          <p:nvPr/>
        </p:nvSpPr>
        <p:spPr>
          <a:xfrm>
            <a:off x="22009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4721">
            <a:extLst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noGrp="1"/>
          </p:cNvSpPr>
          <p:nvPr/>
        </p:nvSpPr>
        <p:spPr>
          <a:xfrm>
            <a:off x="2007806" y="5200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4722">
            <a:extLst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noGrp="1"/>
          </p:cNvSpPr>
          <p:nvPr/>
        </p:nvSpPr>
        <p:spPr>
          <a:xfrm>
            <a:off x="22553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4723">
            <a:extLst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noGrp="1"/>
          </p:cNvSpPr>
          <p:nvPr/>
        </p:nvSpPr>
        <p:spPr>
          <a:xfrm>
            <a:off x="1963694" y="5401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4724">
            <a:extLst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noGrp="1"/>
          </p:cNvSpPr>
          <p:nvPr/>
        </p:nvSpPr>
        <p:spPr>
          <a:xfrm>
            <a:off x="18590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4725">
            <a:extLst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noGrp="1"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4726">
            <a:extLst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noGrp="1"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4727">
            <a:extLst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noGrp="1"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4728">
            <a:extLst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noGrp="1"/>
          </p:cNvSpPr>
          <p:nvPr/>
        </p:nvSpPr>
        <p:spPr>
          <a:xfrm>
            <a:off x="2257166" y="53571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4729">
            <a:extLst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noGrp="1"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4730">
            <a:extLst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noGrp="1"/>
          </p:cNvSpPr>
          <p:nvPr/>
        </p:nvSpPr>
        <p:spPr>
          <a:xfrm>
            <a:off x="2077906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4731">
            <a:extLst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noGrp="1"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4732">
            <a:extLst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noGrp="1"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4733">
            <a:extLst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noGrp="1"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4734">
            <a:extLst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noGrp="1"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4735">
            <a:extLst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noGrp="1"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4736">
            <a:extLst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noGrp="1"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4737">
            <a:extLst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noGrp="1"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4738">
            <a:extLst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noGrp="1"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4739">
            <a:extLst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noGrp="1"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4740">
            <a:extLst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noGrp="1"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4741">
            <a:extLst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noGrp="1"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4742">
            <a:extLst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noGrp="1"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4743">
            <a:extLst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noGrp="1"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4744">
            <a:extLst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noGrp="1"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4745">
            <a:extLst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noGrp="1"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4746">
            <a:extLst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noGrp="1"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4747">
            <a:extLst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noGrp="1"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4748">
            <a:extLst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noGrp="1"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4749">
            <a:extLst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noGrp="1"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4750">
            <a:extLst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noGrp="1"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4751">
            <a:extLst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noGrp="1"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4752">
            <a:extLst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noGrp="1"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4753">
            <a:extLst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noGrp="1"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4754">
            <a:extLst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noGrp="1"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4755">
            <a:extLst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noGrp="1"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4756">
            <a:extLst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noGrp="1"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4757">
            <a:extLst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noGrp="1"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4758">
            <a:extLst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noGrp="1"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4759">
            <a:extLst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noGrp="1"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4760">
            <a:extLst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noGrp="1"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4761">
            <a:extLst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noGrp="1"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4762">
            <a:extLst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noGrp="1"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4763">
            <a:extLst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noGrp="1"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4764">
            <a:extLst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noGrp="1"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4765">
            <a:extLst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noGrp="1"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4766">
            <a:extLst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noGrp="1"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4767">
            <a:extLst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noGrp="1"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4768">
            <a:extLst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noGrp="1"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4769">
            <a:extLst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noGrp="1"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4770">
            <a:extLst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noGrp="1"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4771">
            <a:extLst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noGrp="1"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4772">
            <a:extLst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noGrp="1"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4773">
            <a:extLst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noGrp="1"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4774">
            <a:extLst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noGrp="1"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4775">
            <a:extLst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noGrp="1"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4776">
            <a:extLst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noGrp="1"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4777">
            <a:extLst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noGrp="1"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4778">
            <a:extLst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noGrp="1"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4779">
            <a:extLst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noGrp="1"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4780">
            <a:extLst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noGrp="1"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4781">
            <a:extLst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noGrp="1"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4782">
            <a:extLst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noGrp="1"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4783">
            <a:extLst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noGrp="1"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4784">
            <a:extLst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noGrp="1"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4785">
            <a:extLst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noGrp="1"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4786">
            <a:extLst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noGrp="1"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4787">
            <a:extLst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noGrp="1"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4788">
            <a:extLst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noGrp="1"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4789">
            <a:extLst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noGrp="1"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4790">
            <a:extLst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noGrp="1"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4791">
            <a:extLst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noGrp="1"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4792">
            <a:extLst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noGrp="1"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4793">
            <a:extLst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noGrp="1"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4794">
            <a:extLst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noGrp="1"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4795">
            <a:extLst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noGrp="1"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4796">
            <a:extLst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noGrp="1"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4797">
            <a:extLst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noGrp="1"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4798">
            <a:extLst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noGrp="1"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4799">
            <a:extLst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noGrp="1"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4800">
            <a:extLst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noGrp="1"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4801">
            <a:extLst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noGrp="1"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4802">
            <a:extLst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noGrp="1"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4803">
            <a:extLst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noGrp="1"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4804">
            <a:extLst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noGrp="1"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4805">
            <a:extLst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noGrp="1"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4806">
            <a:extLst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noGrp="1"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4807">
            <a:extLst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noGrp="1"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4808">
            <a:extLst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noGrp="1"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4809">
            <a:extLst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noGrp="1"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4810">
            <a:extLst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noGrp="1"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4811">
            <a:extLst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noGrp="1"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4812">
            <a:extLst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noGrp="1"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4813">
            <a:extLst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noGrp="1"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4814">
            <a:extLst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noGrp="1"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4815">
            <a:extLst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noGrp="1"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4816">
            <a:extLst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noGrp="1"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4817">
            <a:extLst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noGrp="1"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4818">
            <a:extLst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noGrp="1"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4819">
            <a:extLst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noGrp="1"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4820">
            <a:extLst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noGrp="1"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4821">
            <a:extLst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noGrp="1"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4822">
            <a:extLst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noGrp="1"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4823">
            <a:extLst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noGrp="1"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4824">
            <a:extLst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noGrp="1"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4825">
            <a:extLst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noGrp="1"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4826">
            <a:extLst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noGrp="1"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4827">
            <a:extLst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noGrp="1"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4828">
            <a:extLst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noGrp="1"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4829">
            <a:extLst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noGrp="1"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4830">
            <a:extLst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noGrp="1"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4831">
            <a:extLst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noGrp="1"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4832">
            <a:extLst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noGrp="1"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4833">
            <a:extLst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noGrp="1"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4834">
            <a:extLst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noGrp="1"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4835">
            <a:extLst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noGrp="1"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4836">
            <a:extLst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noGrp="1"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4837">
            <a:extLst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noGrp="1"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4838">
            <a:extLst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noGrp="1"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4839">
            <a:extLst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noGrp="1"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4840">
            <a:extLst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noGrp="1"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4841">
            <a:extLst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noGrp="1"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4842">
            <a:extLst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noGrp="1"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4843">
            <a:extLst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noGrp="1"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4844">
            <a:extLst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noGrp="1"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4845">
            <a:extLst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noGrp="1"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4846">
            <a:extLst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noGrp="1"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4847">
            <a:extLst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noGrp="1"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4848">
            <a:extLst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noGrp="1"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4849">
            <a:extLst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noGrp="1"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4850">
            <a:extLst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noGrp="1"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4851">
            <a:extLst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noGrp="1"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4852">
            <a:extLst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noGrp="1"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4853">
            <a:extLst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noGrp="1"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4854">
            <a:extLst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noGrp="1"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4855">
            <a:extLst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noGrp="1"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4856">
            <a:extLst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noGrp="1"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4857">
            <a:extLst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noGrp="1"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4858">
            <a:extLst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noGrp="1"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4859">
            <a:extLst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noGrp="1"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4860">
            <a:extLst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noGrp="1"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4861">
            <a:extLst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noGrp="1"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4862">
            <a:extLst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noGrp="1"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4863">
            <a:extLst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noGrp="1"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4864">
            <a:extLst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noGrp="1"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4865">
            <a:extLst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noGrp="1"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4866">
            <a:extLst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noGrp="1"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4867">
            <a:extLst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noGrp="1"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4868">
            <a:extLst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noGrp="1"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4869">
            <a:extLst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noGrp="1"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4870">
            <a:extLst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noGrp="1"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4871">
            <a:extLst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noGrp="1"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4872">
            <a:extLst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noGrp="1"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4873">
            <a:extLst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noGrp="1"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4874">
            <a:extLst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noGrp="1"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4875">
            <a:extLst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noGrp="1"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4876">
            <a:extLst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noGrp="1"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4877">
            <a:extLst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noGrp="1"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4878">
            <a:extLst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noGrp="1"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4879">
            <a:extLst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noGrp="1"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4880">
            <a:extLst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noGrp="1"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4881">
            <a:extLst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noGrp="1"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4882">
            <a:extLst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noGrp="1"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4883">
            <a:extLst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noGrp="1"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4884">
            <a:extLst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noGrp="1"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4885">
            <a:extLst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noGrp="1"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4886">
            <a:extLst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noGrp="1"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4887">
            <a:extLst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noGrp="1"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4888">
            <a:extLst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noGrp="1"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4889">
            <a:extLst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noGrp="1"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4890">
            <a:extLst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noGrp="1"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4891">
            <a:extLst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noGrp="1"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4892">
            <a:extLst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noGrp="1"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4893">
            <a:extLst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noGrp="1"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4894">
            <a:extLst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noGrp="1"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4895">
            <a:extLst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noGrp="1"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4896">
            <a:extLst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noGrp="1"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4897">
            <a:extLst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noGrp="1"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4898">
            <a:extLst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noGrp="1"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4899">
            <a:extLst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noGrp="1"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4900">
            <a:extLst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noGrp="1"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4901">
            <a:extLst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noGrp="1"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4902">
            <a:extLst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noGrp="1"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4903">
            <a:extLst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noGrp="1"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4904">
            <a:extLst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noGrp="1"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4905">
            <a:extLst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noGrp="1"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4906">
            <a:extLst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noGrp="1"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4907">
            <a:extLst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noGrp="1"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4908">
            <a:extLst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noGrp="1"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4909">
            <a:extLst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noGrp="1"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4910">
            <a:extLst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noGrp="1"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4911">
            <a:extLst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noGrp="1"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4912">
            <a:extLst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noGrp="1"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913">
            <a:extLst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noGrp="1"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914">
            <a:extLst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noGrp="1"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915">
            <a:extLst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noGrp="1"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916">
            <a:extLst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noGrp="1"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917">
            <a:extLst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noGrp="1"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918">
            <a:extLst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noGrp="1"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919">
            <a:extLst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noGrp="1"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920">
            <a:extLst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noGrp="1"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921">
            <a:extLst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noGrp="1"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922">
            <a:extLst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noGrp="1"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923">
            <a:extLst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noGrp="1"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924">
            <a:extLst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noGrp="1"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925">
            <a:extLst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noGrp="1"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926">
            <a:extLst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noGrp="1"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927">
            <a:extLst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noGrp="1"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928">
            <a:extLst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noGrp="1"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929">
            <a:extLst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noGrp="1"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930">
            <a:extLst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noGrp="1"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931">
            <a:extLst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noGrp="1"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932">
            <a:extLst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noGrp="1"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933">
            <a:extLst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noGrp="1"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934">
            <a:extLst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noGrp="1"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935">
            <a:extLst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noGrp="1"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936">
            <a:extLst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noGrp="1"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937">
            <a:extLst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noGrp="1"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938">
            <a:extLst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noGrp="1"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939">
            <a:extLst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noGrp="1"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940">
            <a:extLst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noGrp="1"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941">
            <a:extLst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noGrp="1"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942">
            <a:extLst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noGrp="1"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943">
            <a:extLst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noGrp="1"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944">
            <a:extLst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noGrp="1"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945">
            <a:extLst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noGrp="1"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946">
            <a:extLst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noGrp="1"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947">
            <a:extLst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noGrp="1"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948">
            <a:extLst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noGrp="1"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949">
            <a:extLst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noGrp="1"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950">
            <a:extLst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noGrp="1"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951">
            <a:extLst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noGrp="1"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952">
            <a:extLst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noGrp="1"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953">
            <a:extLst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noGrp="1"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954">
            <a:extLst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noGrp="1"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955">
            <a:extLst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noGrp="1"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956">
            <a:extLst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noGrp="1"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957">
            <a:extLst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noGrp="1"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958">
            <a:extLst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noGrp="1"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959">
            <a:extLst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noGrp="1"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960">
            <a:extLst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noGrp="1"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961">
            <a:extLst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noGrp="1"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962">
            <a:extLst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noGrp="1"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963">
            <a:extLst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noGrp="1"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964">
            <a:extLst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noGrp="1"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965">
            <a:extLst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noGrp="1"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966">
            <a:extLst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noGrp="1"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967">
            <a:extLst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noGrp="1"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968">
            <a:extLst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noGrp="1"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969">
            <a:extLst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noGrp="1"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970">
            <a:extLst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noGrp="1"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971">
            <a:extLst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noGrp="1"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972">
            <a:extLst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noGrp="1"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973">
            <a:extLst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noGrp="1"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974">
            <a:extLst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noGrp="1"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975">
            <a:extLst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noGrp="1"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976">
            <a:extLst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noGrp="1"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977">
            <a:extLst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noGrp="1"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978">
            <a:extLst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noGrp="1"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979">
            <a:extLst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noGrp="1"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980">
            <a:extLst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noGrp="1"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981">
            <a:extLst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noGrp="1"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982">
            <a:extLst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noGrp="1"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983">
            <a:extLst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noGrp="1"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984">
            <a:extLst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noGrp="1"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985">
            <a:extLst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noGrp="1"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986">
            <a:extLst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noGrp="1"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987">
            <a:extLst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noGrp="1"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988">
            <a:extLst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noGrp="1"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989">
            <a:extLst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noGrp="1"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990">
            <a:extLst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noGrp="1"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991">
            <a:extLst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noGrp="1"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992">
            <a:extLst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noGrp="1"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993">
            <a:extLst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noGrp="1"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994">
            <a:extLst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noGrp="1"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995">
            <a:extLst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noGrp="1"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996">
            <a:extLst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noGrp="1"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997">
            <a:extLst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noGrp="1"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998">
            <a:extLst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noGrp="1"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999">
            <a:extLst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noGrp="1"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5000">
            <a:extLst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noGrp="1"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5001">
            <a:extLst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noGrp="1"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5002">
            <a:extLst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noGrp="1"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5003">
            <a:extLst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noGrp="1"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5004">
            <a:extLst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noGrp="1"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5005">
            <a:extLst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noGrp="1"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5006">
            <a:extLst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noGrp="1"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5007">
            <a:extLst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noGrp="1"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5008">
            <a:extLst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noGrp="1"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5009">
            <a:extLst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noGrp="1"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5010">
            <a:extLst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noGrp="1"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5011">
            <a:extLst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noGrp="1"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5012">
            <a:extLst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noGrp="1"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13">
            <a:extLst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noGrp="1"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4">
            <a:extLst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noGrp="1"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15">
            <a:extLst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noGrp="1"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16">
            <a:extLst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noGrp="1"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17">
            <a:extLst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noGrp="1"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18">
            <a:extLst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noGrp="1"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19">
            <a:extLst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noGrp="1"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20">
            <a:extLst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noGrp="1"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21">
            <a:extLst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noGrp="1"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22">
            <a:extLst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noGrp="1"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023">
            <a:extLst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noGrp="1"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024">
            <a:extLst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noGrp="1"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025">
            <a:extLst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noGrp="1"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026">
            <a:extLst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noGrp="1"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027">
            <a:extLst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noGrp="1"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028">
            <a:extLst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noGrp="1"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029">
            <a:extLst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noGrp="1"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030">
            <a:extLst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noGrp="1"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031">
            <a:extLst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noGrp="1"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032">
            <a:extLst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noGrp="1"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033">
            <a:extLst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noGrp="1"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034">
            <a:extLst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noGrp="1"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035">
            <a:extLst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noGrp="1"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036">
            <a:extLst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noGrp="1"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037">
            <a:extLst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noGrp="1"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038">
            <a:extLst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noGrp="1"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039">
            <a:extLst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noGrp="1"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040">
            <a:extLst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noGrp="1"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041">
            <a:extLst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noGrp="1"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042">
            <a:extLst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noGrp="1"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043">
            <a:extLst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noGrp="1"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044">
            <a:extLst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noGrp="1"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045">
            <a:extLst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noGrp="1"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046">
            <a:extLst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noGrp="1"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047">
            <a:extLst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noGrp="1"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048">
            <a:extLst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noGrp="1"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049">
            <a:extLst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noGrp="1"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050">
            <a:extLst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noGrp="1"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051">
            <a:extLst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noGrp="1"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052">
            <a:extLst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noGrp="1"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053">
            <a:extLst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noGrp="1"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054">
            <a:extLst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noGrp="1"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055">
            <a:extLst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noGrp="1"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056">
            <a:extLst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noGrp="1"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057">
            <a:extLst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noGrp="1"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058">
            <a:extLst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noGrp="1"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059">
            <a:extLst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noGrp="1"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060">
            <a:extLst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noGrp="1"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061">
            <a:extLst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noGrp="1"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062">
            <a:extLst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noGrp="1"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063">
            <a:extLst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noGrp="1"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064">
            <a:extLst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noGrp="1"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065">
            <a:extLst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noGrp="1"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066">
            <a:extLst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noGrp="1"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067">
            <a:extLst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noGrp="1"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068">
            <a:extLst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noGrp="1"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069">
            <a:extLst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noGrp="1"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070">
            <a:extLst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noGrp="1"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071">
            <a:extLst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noGrp="1"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072">
            <a:extLst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noGrp="1"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073">
            <a:extLst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noGrp="1"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074">
            <a:extLst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noGrp="1"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075">
            <a:extLst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noGrp="1"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076">
            <a:extLst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noGrp="1"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077">
            <a:extLst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noGrp="1"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078">
            <a:extLst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noGrp="1"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079">
            <a:extLst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noGrp="1"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080">
            <a:extLst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noGrp="1"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081">
            <a:extLst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noGrp="1"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082">
            <a:extLst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noGrp="1"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083">
            <a:extLst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noGrp="1"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084">
            <a:extLst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noGrp="1"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085">
            <a:extLst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noGrp="1"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086">
            <a:extLst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noGrp="1"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087">
            <a:extLst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noGrp="1"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088">
            <a:extLst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noGrp="1"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089">
            <a:extLst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noGrp="1"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noGrp="1"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noGrp="1"/>
          </p:cNvSpPr>
          <p:nvPr/>
        </p:nvSpPr>
        <p:spPr>
          <a:xfrm>
            <a:off x="2084501" y="5157841"/>
            <a:ext cx="191" cy="109500"/>
          </a:xfrm>
          <a:custGeom>
            <a:avLst/>
            <a:gdLst/>
            <a:ahLst/>
            <a:cxnLst/>
            <a:rect l="0" t="0" r="0" b="0"/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noGrp="1"/>
          </p:cNvSpPr>
          <p:nvPr/>
        </p:nvSpPr>
        <p:spPr>
          <a:xfrm>
            <a:off x="1929379" y="52673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noGrp="1"/>
          </p:cNvSpPr>
          <p:nvPr/>
        </p:nvSpPr>
        <p:spPr>
          <a:xfrm>
            <a:off x="1929379" y="51578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noGrp="1"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noGrp="1"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noGrp="1"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noGrp="1"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noGrp="1"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noGrp="1"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noGrp="1"/>
          </p:cNvSpPr>
          <p:nvPr/>
        </p:nvSpPr>
        <p:spPr>
          <a:xfrm>
            <a:off x="1791494" y="5214680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noGrp="1"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noGrp="1"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5106">
            <a:extLst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noGrp="1"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noGrp="1"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noGrp="1"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noGrp="1"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noGrp="1"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noGrp="1"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noGrp="1"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noGrp="1"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noGrp="1"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noGrp="1"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noGrp="1"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noGrp="1"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noGrp="1"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noGrp="1"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noGrp="1"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noGrp="1"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noGrp="1"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noGrp="1"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noGrp="1"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noGrp="1"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noGrp="1"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noGrp="1"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noGrp="1"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noGrp="1"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noGrp="1"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noGrp="1"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noGrp="1"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noGrp="1"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noGrp="1"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noGrp="1"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noGrp="1"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noGrp="1"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noGrp="1"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noGrp="1"/>
          </p:cNvSpPr>
          <p:nvPr/>
        </p:nvSpPr>
        <p:spPr>
          <a:xfrm>
            <a:off x="6246926" y="4942796"/>
            <a:ext cx="706664" cy="477246"/>
          </a:xfrm>
          <a:custGeom>
            <a:avLst/>
            <a:gdLst/>
            <a:ahLst/>
            <a:cxnLst/>
            <a:rect l="0" t="0" r="0" b="0"/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noGrp="1"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noGrp="1"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noGrp="1"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5144">
            <a:extLst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noGrp="1"/>
          </p:cNvSpPr>
          <p:nvPr/>
        </p:nvSpPr>
        <p:spPr>
          <a:xfrm>
            <a:off x="6672821" y="43665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5145">
            <a:extLst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noGrp="1"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5146">
            <a:extLst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noGrp="1"/>
          </p:cNvSpPr>
          <p:nvPr/>
        </p:nvSpPr>
        <p:spPr>
          <a:xfrm>
            <a:off x="6548704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5147">
            <a:extLst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noGrp="1"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5148">
            <a:extLst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noGrp="1"/>
          </p:cNvSpPr>
          <p:nvPr/>
        </p:nvSpPr>
        <p:spPr>
          <a:xfrm>
            <a:off x="6739782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5149">
            <a:extLst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noGrp="1"/>
          </p:cNvSpPr>
          <p:nvPr/>
        </p:nvSpPr>
        <p:spPr>
          <a:xfrm>
            <a:off x="6615792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5150">
            <a:extLst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noGrp="1"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5151">
            <a:extLst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noGrp="1"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5152">
            <a:extLst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noGrp="1"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5153">
            <a:extLst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noGrp="1"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5154">
            <a:extLst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noGrp="1"/>
          </p:cNvSpPr>
          <p:nvPr/>
        </p:nvSpPr>
        <p:spPr>
          <a:xfrm>
            <a:off x="6575927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5155">
            <a:extLst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noGrp="1"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5156">
            <a:extLst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noGrp="1"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5157">
            <a:extLst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noGrp="1"/>
          </p:cNvSpPr>
          <p:nvPr/>
        </p:nvSpPr>
        <p:spPr>
          <a:xfrm>
            <a:off x="678196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5158">
            <a:extLst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noGrp="1"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5159">
            <a:extLst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noGrp="1"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5160">
            <a:extLst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noGrp="1"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5161">
            <a:extLst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noGrp="1"/>
          </p:cNvSpPr>
          <p:nvPr/>
        </p:nvSpPr>
        <p:spPr>
          <a:xfrm>
            <a:off x="6751617" y="530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5162">
            <a:extLst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noGrp="1"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5163">
            <a:extLst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noGrp="1"/>
          </p:cNvSpPr>
          <p:nvPr/>
        </p:nvSpPr>
        <p:spPr>
          <a:xfrm>
            <a:off x="6769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5164">
            <a:extLst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noGrp="1"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5165">
            <a:extLst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noGrp="1"/>
          </p:cNvSpPr>
          <p:nvPr/>
        </p:nvSpPr>
        <p:spPr>
          <a:xfrm>
            <a:off x="6723915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5166">
            <a:extLst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noGrp="1"/>
          </p:cNvSpPr>
          <p:nvPr/>
        </p:nvSpPr>
        <p:spPr>
          <a:xfrm>
            <a:off x="633148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5167">
            <a:extLst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noGrp="1"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5168">
            <a:extLst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noGrp="1"/>
          </p:cNvSpPr>
          <p:nvPr/>
        </p:nvSpPr>
        <p:spPr>
          <a:xfrm>
            <a:off x="6702430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5169">
            <a:extLst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noGrp="1"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5170">
            <a:extLst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noGrp="1"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5171">
            <a:extLst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noGrp="1"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5172">
            <a:extLst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noGrp="1"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5173">
            <a:extLst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noGrp="1"/>
          </p:cNvSpPr>
          <p:nvPr/>
        </p:nvSpPr>
        <p:spPr>
          <a:xfrm>
            <a:off x="67451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5174">
            <a:extLst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noGrp="1"/>
          </p:cNvSpPr>
          <p:nvPr/>
        </p:nvSpPr>
        <p:spPr>
          <a:xfrm>
            <a:off x="6631677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5175">
            <a:extLst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noGrp="1"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5176">
            <a:extLst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noGrp="1"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5177">
            <a:extLst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noGrp="1"/>
          </p:cNvSpPr>
          <p:nvPr/>
        </p:nvSpPr>
        <p:spPr>
          <a:xfrm>
            <a:off x="648024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5178">
            <a:extLst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noGrp="1"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5179">
            <a:extLst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noGrp="1"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5180">
            <a:extLst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noGrp="1"/>
          </p:cNvSpPr>
          <p:nvPr/>
        </p:nvSpPr>
        <p:spPr>
          <a:xfrm>
            <a:off x="6568926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5181">
            <a:extLst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noGrp="1"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5182">
            <a:extLst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noGrp="1"/>
          </p:cNvSpPr>
          <p:nvPr/>
        </p:nvSpPr>
        <p:spPr>
          <a:xfrm>
            <a:off x="635284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5183">
            <a:extLst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noGrp="1"/>
          </p:cNvSpPr>
          <p:nvPr/>
        </p:nvSpPr>
        <p:spPr>
          <a:xfrm>
            <a:off x="67854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5184">
            <a:extLst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noGrp="1"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5185">
            <a:extLst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noGrp="1"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5186">
            <a:extLst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noGrp="1"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5187">
            <a:extLst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noGrp="1"/>
          </p:cNvSpPr>
          <p:nvPr/>
        </p:nvSpPr>
        <p:spPr>
          <a:xfrm>
            <a:off x="6330371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5188">
            <a:extLst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noGrp="1"/>
          </p:cNvSpPr>
          <p:nvPr/>
        </p:nvSpPr>
        <p:spPr>
          <a:xfrm>
            <a:off x="64421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5189">
            <a:extLst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noGrp="1"/>
          </p:cNvSpPr>
          <p:nvPr/>
        </p:nvSpPr>
        <p:spPr>
          <a:xfrm>
            <a:off x="63572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5190">
            <a:extLst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noGrp="1"/>
          </p:cNvSpPr>
          <p:nvPr/>
        </p:nvSpPr>
        <p:spPr>
          <a:xfrm>
            <a:off x="6532127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5191">
            <a:extLst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noGrp="1"/>
          </p:cNvSpPr>
          <p:nvPr/>
        </p:nvSpPr>
        <p:spPr>
          <a:xfrm>
            <a:off x="6687774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5192">
            <a:extLst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noGrp="1"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5193">
            <a:extLst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noGrp="1"/>
          </p:cNvSpPr>
          <p:nvPr/>
        </p:nvSpPr>
        <p:spPr>
          <a:xfrm>
            <a:off x="6561815" y="5400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5194">
            <a:extLst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noGrp="1"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5195">
            <a:extLst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noGrp="1"/>
          </p:cNvSpPr>
          <p:nvPr/>
        </p:nvSpPr>
        <p:spPr>
          <a:xfrm>
            <a:off x="6500335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5196">
            <a:extLst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noGrp="1"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5197">
            <a:extLst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noGrp="1"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5198">
            <a:extLst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noGrp="1"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5199">
            <a:extLst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noGrp="1"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5200">
            <a:extLst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noGrp="1"/>
          </p:cNvSpPr>
          <p:nvPr/>
        </p:nvSpPr>
        <p:spPr>
          <a:xfrm>
            <a:off x="6632326" y="44225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5201">
            <a:extLst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noGrp="1"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5202">
            <a:extLst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noGrp="1"/>
          </p:cNvSpPr>
          <p:nvPr/>
        </p:nvSpPr>
        <p:spPr>
          <a:xfrm>
            <a:off x="6521852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5203">
            <a:extLst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noGrp="1"/>
          </p:cNvSpPr>
          <p:nvPr/>
        </p:nvSpPr>
        <p:spPr>
          <a:xfrm>
            <a:off x="66128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5204">
            <a:extLst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noGrp="1"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5205">
            <a:extLst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noGrp="1"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5206">
            <a:extLst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noGrp="1"/>
          </p:cNvSpPr>
          <p:nvPr/>
        </p:nvSpPr>
        <p:spPr>
          <a:xfrm>
            <a:off x="64695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5207">
            <a:extLst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noGrp="1"/>
          </p:cNvSpPr>
          <p:nvPr/>
        </p:nvSpPr>
        <p:spPr>
          <a:xfrm>
            <a:off x="6443540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5208">
            <a:extLst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noGrp="1"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5209">
            <a:extLst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noGrp="1"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5210">
            <a:extLst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noGrp="1"/>
          </p:cNvSpPr>
          <p:nvPr/>
        </p:nvSpPr>
        <p:spPr>
          <a:xfrm>
            <a:off x="63485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5211">
            <a:extLst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noGrp="1"/>
          </p:cNvSpPr>
          <p:nvPr/>
        </p:nvSpPr>
        <p:spPr>
          <a:xfrm>
            <a:off x="658153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5212">
            <a:extLst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noGrp="1"/>
          </p:cNvSpPr>
          <p:nvPr/>
        </p:nvSpPr>
        <p:spPr>
          <a:xfrm>
            <a:off x="6684633" y="42455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5213">
            <a:extLst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noGrp="1"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5214">
            <a:extLst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noGrp="1"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5215">
            <a:extLst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noGrp="1"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5216">
            <a:extLst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noGrp="1"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5217">
            <a:extLst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noGrp="1"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5218">
            <a:extLst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noGrp="1"/>
          </p:cNvSpPr>
          <p:nvPr/>
        </p:nvSpPr>
        <p:spPr>
          <a:xfrm>
            <a:off x="6800451" y="52757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5219">
            <a:extLst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noGrp="1"/>
          </p:cNvSpPr>
          <p:nvPr/>
        </p:nvSpPr>
        <p:spPr>
          <a:xfrm>
            <a:off x="64980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5220">
            <a:extLst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noGrp="1"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5221">
            <a:extLst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noGrp="1"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5222">
            <a:extLst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noGrp="1"/>
          </p:cNvSpPr>
          <p:nvPr/>
        </p:nvSpPr>
        <p:spPr>
          <a:xfrm>
            <a:off x="659466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5223">
            <a:extLst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noGrp="1"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5224">
            <a:extLst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noGrp="1"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5225">
            <a:extLst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noGrp="1"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5226">
            <a:extLst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noGrp="1"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5227">
            <a:extLst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noGrp="1"/>
          </p:cNvSpPr>
          <p:nvPr/>
        </p:nvSpPr>
        <p:spPr>
          <a:xfrm>
            <a:off x="675498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5228">
            <a:extLst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noGrp="1"/>
          </p:cNvSpPr>
          <p:nvPr/>
        </p:nvSpPr>
        <p:spPr>
          <a:xfrm>
            <a:off x="650793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5229">
            <a:extLst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noGrp="1"/>
          </p:cNvSpPr>
          <p:nvPr/>
        </p:nvSpPr>
        <p:spPr>
          <a:xfrm>
            <a:off x="6388410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5230">
            <a:extLst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noGrp="1"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5231">
            <a:extLst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noGrp="1"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5232">
            <a:extLst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noGrp="1"/>
          </p:cNvSpPr>
          <p:nvPr/>
        </p:nvSpPr>
        <p:spPr>
          <a:xfrm>
            <a:off x="6831434" y="3813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5233">
            <a:extLst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noGrp="1"/>
          </p:cNvSpPr>
          <p:nvPr/>
        </p:nvSpPr>
        <p:spPr>
          <a:xfrm>
            <a:off x="67968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5234">
            <a:extLst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noGrp="1"/>
          </p:cNvSpPr>
          <p:nvPr/>
        </p:nvSpPr>
        <p:spPr>
          <a:xfrm>
            <a:off x="663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5235">
            <a:extLst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noGrp="1"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5236">
            <a:extLst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noGrp="1"/>
          </p:cNvSpPr>
          <p:nvPr/>
        </p:nvSpPr>
        <p:spPr>
          <a:xfrm>
            <a:off x="6503489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5237">
            <a:extLst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noGrp="1"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5238">
            <a:extLst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noGrp="1"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5239">
            <a:extLst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noGrp="1"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5240">
            <a:extLst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noGrp="1"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5241">
            <a:extLst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noGrp="1"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5242">
            <a:extLst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noGrp="1"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5243">
            <a:extLst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noGrp="1"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5244">
            <a:extLst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noGrp="1"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5245">
            <a:extLst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noGrp="1"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5246">
            <a:extLst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noGrp="1"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5247">
            <a:extLst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noGrp="1"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5248">
            <a:extLst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noGrp="1"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5249">
            <a:extLst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noGrp="1"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5250">
            <a:extLst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noGrp="1"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5251">
            <a:extLst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noGrp="1"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5252">
            <a:extLst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noGrp="1"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5253">
            <a:extLst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noGrp="1"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5254">
            <a:extLst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noGrp="1"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5255">
            <a:extLst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noGrp="1"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5256">
            <a:extLst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noGrp="1"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5257">
            <a:extLst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noGrp="1"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5258">
            <a:extLst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noGrp="1"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5259">
            <a:extLst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noGrp="1"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5260">
            <a:extLst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noGrp="1"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5261">
            <a:extLst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noGrp="1"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5262">
            <a:extLst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noGrp="1"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5263">
            <a:extLst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noGrp="1"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5264">
            <a:extLst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noGrp="1"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5265">
            <a:extLst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noGrp="1"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5266">
            <a:extLst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noGrp="1"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5267">
            <a:extLst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noGrp="1"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5268">
            <a:extLst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noGrp="1"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5269">
            <a:extLst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noGrp="1"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5270">
            <a:extLst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noGrp="1"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5271">
            <a:extLst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noGrp="1"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5272">
            <a:extLst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noGrp="1"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5273">
            <a:extLst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noGrp="1"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5274">
            <a:extLst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noGrp="1"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5275">
            <a:extLst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noGrp="1"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5276">
            <a:extLst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noGrp="1"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5277">
            <a:extLst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noGrp="1"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5278">
            <a:extLst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noGrp="1"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5279">
            <a:extLst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noGrp="1"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5280">
            <a:extLst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noGrp="1"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5281">
            <a:extLst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noGrp="1"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5282">
            <a:extLst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noGrp="1"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5283">
            <a:extLst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noGrp="1"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5284">
            <a:extLst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noGrp="1"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5285">
            <a:extLst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noGrp="1"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5286">
            <a:extLst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noGrp="1"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5287">
            <a:extLst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noGrp="1"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5288">
            <a:extLst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noGrp="1"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5289">
            <a:extLst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noGrp="1"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5290">
            <a:extLst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noGrp="1"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5291">
            <a:extLst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noGrp="1"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5292">
            <a:extLst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noGrp="1"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5293">
            <a:extLst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noGrp="1"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5294">
            <a:extLst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noGrp="1"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5295">
            <a:extLst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noGrp="1"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5296">
            <a:extLst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noGrp="1"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5297">
            <a:extLst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noGrp="1"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5298">
            <a:extLst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noGrp="1"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5299">
            <a:extLst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noGrp="1"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5300">
            <a:extLst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noGrp="1"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5301">
            <a:extLst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noGrp="1"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5302">
            <a:extLst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noGrp="1"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5303">
            <a:extLst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noGrp="1"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5304">
            <a:extLst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noGrp="1"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5305">
            <a:extLst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noGrp="1"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5306">
            <a:extLst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noGrp="1"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5307">
            <a:extLst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noGrp="1"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5308">
            <a:extLst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noGrp="1"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5309">
            <a:extLst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noGrp="1"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5310">
            <a:extLst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noGrp="1"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5311">
            <a:extLst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noGrp="1"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5312">
            <a:extLst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noGrp="1"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5313">
            <a:extLst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noGrp="1"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5314">
            <a:extLst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noGrp="1"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5315">
            <a:extLst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noGrp="1"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5316">
            <a:extLst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noGrp="1"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5317">
            <a:extLst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noGrp="1"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5318">
            <a:extLst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noGrp="1"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5319">
            <a:extLst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noGrp="1"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5320">
            <a:extLst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noGrp="1"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5321">
            <a:extLst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noGrp="1"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5322">
            <a:extLst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noGrp="1"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5323">
            <a:extLst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noGrp="1"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5324">
            <a:extLst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noGrp="1"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5325">
            <a:extLst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noGrp="1"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5326">
            <a:extLst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noGrp="1"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5327">
            <a:extLst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noGrp="1"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5328">
            <a:extLst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noGrp="1"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5329">
            <a:extLst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noGrp="1"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5330">
            <a:extLst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noGrp="1"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5331">
            <a:extLst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noGrp="1"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5332">
            <a:extLst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noGrp="1"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5333">
            <a:extLst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noGrp="1"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5334">
            <a:extLst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noGrp="1"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5335">
            <a:extLst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noGrp="1"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5336">
            <a:extLst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noGrp="1"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5337">
            <a:extLst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noGrp="1"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5338">
            <a:extLst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noGrp="1"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5339">
            <a:extLst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noGrp="1"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5340">
            <a:extLst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noGrp="1"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5341">
            <a:extLst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noGrp="1"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5342">
            <a:extLst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noGrp="1"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5343">
            <a:extLst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noGrp="1"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5344">
            <a:extLst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noGrp="1"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5345">
            <a:extLst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noGrp="1"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5346">
            <a:extLst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noGrp="1"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5347">
            <a:extLst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noGrp="1"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5348">
            <a:extLst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noGrp="1"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5349">
            <a:extLst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noGrp="1"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5350">
            <a:extLst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noGrp="1"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5351">
            <a:extLst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noGrp="1"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5352">
            <a:extLst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noGrp="1"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5353">
            <a:extLst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noGrp="1"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5354">
            <a:extLst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noGrp="1"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5355">
            <a:extLst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noGrp="1"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5356">
            <a:extLst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noGrp="1"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5357">
            <a:extLst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noGrp="1"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5358">
            <a:extLst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noGrp="1"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5359">
            <a:extLst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noGrp="1"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5360">
            <a:extLst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noGrp="1"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5361">
            <a:extLst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noGrp="1"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5362">
            <a:extLst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noGrp="1"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5363">
            <a:extLst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noGrp="1"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5364">
            <a:extLst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noGrp="1"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5365">
            <a:extLst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noGrp="1"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5366">
            <a:extLst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noGrp="1"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5367">
            <a:extLst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noGrp="1"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5368">
            <a:extLst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noGrp="1"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5369">
            <a:extLst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noGrp="1"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5370">
            <a:extLst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noGrp="1"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5371">
            <a:extLst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noGrp="1"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5372">
            <a:extLst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noGrp="1"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5373">
            <a:extLst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noGrp="1"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5374">
            <a:extLst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noGrp="1"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5375">
            <a:extLst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noGrp="1"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5376">
            <a:extLst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noGrp="1"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5377">
            <a:extLst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noGrp="1"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5378">
            <a:extLst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noGrp="1"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5379">
            <a:extLst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noGrp="1"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5380">
            <a:extLst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noGrp="1"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5381">
            <a:extLst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noGrp="1"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5382">
            <a:extLst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noGrp="1"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5383">
            <a:extLst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noGrp="1"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5384">
            <a:extLst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noGrp="1"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5385">
            <a:extLst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noGrp="1"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5386">
            <a:extLst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noGrp="1"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5387">
            <a:extLst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noGrp="1"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5388">
            <a:extLst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noGrp="1"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5389">
            <a:extLst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noGrp="1"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5390">
            <a:extLst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noGrp="1"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5391">
            <a:extLst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noGrp="1"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5392">
            <a:extLst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noGrp="1"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5393">
            <a:extLst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noGrp="1"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5394">
            <a:extLst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noGrp="1"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5395">
            <a:extLst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noGrp="1"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5396">
            <a:extLst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noGrp="1"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5397">
            <a:extLst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noGrp="1"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5398">
            <a:extLst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noGrp="1"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5399">
            <a:extLst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noGrp="1"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5400">
            <a:extLst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noGrp="1"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5401">
            <a:extLst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noGrp="1"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5402">
            <a:extLst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noGrp="1"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5403">
            <a:extLst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noGrp="1"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5404">
            <a:extLst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noGrp="1"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5405">
            <a:extLst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noGrp="1"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5406">
            <a:extLst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noGrp="1"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5407">
            <a:extLst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noGrp="1"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5408">
            <a:extLst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noGrp="1"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5409">
            <a:extLst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noGrp="1"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5410">
            <a:extLst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noGrp="1"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5411">
            <a:extLst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noGrp="1"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5412">
            <a:extLst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noGrp="1"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5413">
            <a:extLst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noGrp="1"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5414">
            <a:extLst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noGrp="1"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5415">
            <a:extLst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noGrp="1"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5416">
            <a:extLst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noGrp="1"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5417">
            <a:extLst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noGrp="1"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5418">
            <a:extLst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noGrp="1"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5419">
            <a:extLst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noGrp="1"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5420">
            <a:extLst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noGrp="1"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5421">
            <a:extLst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noGrp="1"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5422">
            <a:extLst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noGrp="1"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5423">
            <a:extLst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noGrp="1"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5424">
            <a:extLst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noGrp="1"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5425">
            <a:extLst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noGrp="1"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noGrp="1"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noGrp="1"/>
          </p:cNvSpPr>
          <p:nvPr/>
        </p:nvSpPr>
        <p:spPr>
          <a:xfrm>
            <a:off x="6600258" y="4809663"/>
            <a:ext cx="191" cy="257200"/>
          </a:xfrm>
          <a:custGeom>
            <a:avLst/>
            <a:gdLst/>
            <a:ahLst/>
            <a:cxnLst/>
            <a:rect l="0" t="0" r="0" b="0"/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noGrp="1"/>
          </p:cNvSpPr>
          <p:nvPr/>
        </p:nvSpPr>
        <p:spPr>
          <a:xfrm>
            <a:off x="6445137" y="50668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noGrp="1"/>
          </p:cNvSpPr>
          <p:nvPr/>
        </p:nvSpPr>
        <p:spPr>
          <a:xfrm>
            <a:off x="6445137" y="48096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noGrp="1"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noGrp="1"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noGrp="1"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noGrp="1"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noGrp="1"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noGrp="1"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noGrp="1"/>
          </p:cNvSpPr>
          <p:nvPr/>
        </p:nvSpPr>
        <p:spPr>
          <a:xfrm>
            <a:off x="6307251" y="4942796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noGrp="1"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noGrp="1"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noGrp="1"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5442">
            <a:extLst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noGrp="1"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noGrp="1"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5444">
            <a:extLst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noGrp="1"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noGrp="1"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5446">
            <a:extLst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noGrp="1"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5447">
            <a:extLst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noGrp="1"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5448">
            <a:extLst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5449">
            <a:extLst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noGrp="1"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noGrp="1"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noGrp="1"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noGrp="1"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noGrp="1"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noGrp="1"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noGrp="1"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noGrp="1"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noGrp="1"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noGrp="1"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noGrp="1"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noGrp="1"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noGrp="1"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noGrp="1"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noGrp="1"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noGrp="1"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noGrp="1"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noGrp="1"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noGrp="1"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noGrp="1"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5469">
            <a:extLst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noGrp="1"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5470">
            <a:extLst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noGrp="1"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5471">
            <a:extLst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noGrp="1"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5472">
            <a:extLst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noGrp="1"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5473">
            <a:extLst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noGrp="1"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5474">
            <a:extLst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5475">
            <a:extLst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noGrp="1"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5476">
            <a:extLst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5477">
            <a:extLst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5478">
            <a:extLst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noGrp="1"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5479">
            <a:extLst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noGrp="1"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5480">
            <a:extLst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noGrp="1"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5481">
            <a:extLst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noGrp="1"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5482">
            <a:extLst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noGrp="1"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5483">
            <a:extLst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noGrp="1"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5484">
            <a:extLst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noGrp="1"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5485">
            <a:extLst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noGrp="1"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5486">
            <a:extLst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noGrp="1"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5487">
            <a:extLst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noGrp="1"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5488">
            <a:extLst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noGrp="1"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5489">
            <a:extLst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noGrp="1"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5490">
            <a:extLst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noGrp="1"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5491">
            <a:extLst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noGrp="1"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5492">
            <a:extLst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noGrp="1"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5493">
            <a:extLst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noGrp="1"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5494">
            <a:extLst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noGrp="1"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5495">
            <a:extLst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noGrp="1"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5496">
            <a:extLst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noGrp="1"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5497">
            <a:extLst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noGrp="1"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5498">
            <a:extLst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noGrp="1"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5499">
            <a:extLst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noGrp="1"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5500">
            <a:extLst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noGrp="1"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5501">
            <a:extLst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noGrp="1"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5502">
            <a:extLst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noGrp="1"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5503">
            <a:extLst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noGrp="1"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5504">
            <a:extLst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noGrp="1"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5505">
            <a:extLst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noGrp="1"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5506">
            <a:extLst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noGrp="1"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5507">
            <a:extLst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noGrp="1"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5508">
            <a:extLst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noGrp="1"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5509">
            <a:extLst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noGrp="1"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5510">
            <a:extLst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noGrp="1"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5511">
            <a:extLst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noGrp="1"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5512">
            <a:extLst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noGrp="1"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5513">
            <a:extLst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noGrp="1"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5514">
            <a:extLst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noGrp="1"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5515">
            <a:extLst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noGrp="1"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5516">
            <a:extLst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noGrp="1"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5517">
            <a:extLst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noGrp="1"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5518">
            <a:extLst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noGrp="1"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5519">
            <a:extLst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noGrp="1"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5520">
            <a:extLst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noGrp="1"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5521">
            <a:extLst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noGrp="1"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5522">
            <a:extLst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noGrp="1"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5523">
            <a:extLst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noGrp="1"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5524">
            <a:extLst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noGrp="1"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5525">
            <a:extLst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noGrp="1"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5526">
            <a:extLst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noGrp="1"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5527">
            <a:extLst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noGrp="1"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5528">
            <a:extLst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noGrp="1"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5529">
            <a:extLst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noGrp="1"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5530">
            <a:extLst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5531">
            <a:extLst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noGrp="1"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5532">
            <a:extLst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noGrp="1"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5533">
            <a:extLst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noGrp="1"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5534">
            <a:extLst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noGrp="1"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5535">
            <a:extLst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noGrp="1"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5536">
            <a:extLst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noGrp="1"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5537">
            <a:extLst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noGrp="1"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5538">
            <a:extLst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5539">
            <a:extLst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noGrp="1"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5540">
            <a:extLst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noGrp="1"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5541">
            <a:extLst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noGrp="1"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5542">
            <a:extLst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noGrp="1"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5543">
            <a:extLst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noGrp="1"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5544">
            <a:extLst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noGrp="1"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5545">
            <a:extLst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noGrp="1"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5546">
            <a:extLst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noGrp="1"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5547">
            <a:extLst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noGrp="1"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5548">
            <a:extLst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noGrp="1"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5549">
            <a:extLst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noGrp="1"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5550">
            <a:extLst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noGrp="1"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5551">
            <a:extLst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noGrp="1"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5552">
            <a:extLst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noGrp="1"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5553">
            <a:extLst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noGrp="1"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5554">
            <a:extLst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noGrp="1"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5555">
            <a:extLst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noGrp="1"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5556">
            <a:extLst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noGrp="1"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5557">
            <a:extLst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noGrp="1"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5558">
            <a:extLst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noGrp="1"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5559">
            <a:extLst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noGrp="1"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5560">
            <a:extLst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noGrp="1"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5561">
            <a:extLst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noGrp="1"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5562">
            <a:extLst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noGrp="1"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5563">
            <a:extLst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noGrp="1"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5564">
            <a:extLst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noGrp="1"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5565">
            <a:extLst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noGrp="1"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5566">
            <a:extLst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5567">
            <a:extLst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noGrp="1"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5568">
            <a:extLst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noGrp="1"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5569">
            <a:extLst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noGrp="1"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5570">
            <a:extLst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noGrp="1"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5571">
            <a:extLst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noGrp="1"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5572">
            <a:extLst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noGrp="1"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5573">
            <a:extLst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noGrp="1"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5574">
            <a:extLst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noGrp="1"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5575">
            <a:extLst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noGrp="1"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5576">
            <a:extLst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noGrp="1"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5577">
            <a:extLst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noGrp="1"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5578">
            <a:extLst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noGrp="1"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5579">
            <a:extLst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noGrp="1"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5580">
            <a:extLst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noGrp="1"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5581">
            <a:extLst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noGrp="1"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5582">
            <a:extLst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noGrp="1"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5583">
            <a:extLst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noGrp="1"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5584">
            <a:extLst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noGrp="1"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5585">
            <a:extLst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noGrp="1"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5586">
            <a:extLst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noGrp="1"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5587">
            <a:extLst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noGrp="1"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5588">
            <a:extLst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noGrp="1"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5589">
            <a:extLst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noGrp="1"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5590">
            <a:extLst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noGrp="1"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5591">
            <a:extLst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noGrp="1"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5592">
            <a:extLst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noGrp="1"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5593">
            <a:extLst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noGrp="1"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5594">
            <a:extLst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noGrp="1"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5595">
            <a:extLst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noGrp="1"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5596">
            <a:extLst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noGrp="1"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5597">
            <a:extLst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noGrp="1"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5598">
            <a:extLst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noGrp="1"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5599">
            <a:extLst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noGrp="1"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5600">
            <a:extLst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noGrp="1"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5601">
            <a:extLst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noGrp="1"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5602">
            <a:extLst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noGrp="1"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5603">
            <a:extLst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noGrp="1"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5604">
            <a:extLst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noGrp="1"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5605">
            <a:extLst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noGrp="1"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5606">
            <a:extLst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noGrp="1"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5607">
            <a:extLst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noGrp="1"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5608">
            <a:extLst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noGrp="1"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5609">
            <a:extLst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noGrp="1"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5610">
            <a:extLst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noGrp="1"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5611">
            <a:extLst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noGrp="1"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5612">
            <a:extLst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noGrp="1"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5613">
            <a:extLst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noGrp="1"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5614">
            <a:extLst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noGrp="1"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5615">
            <a:extLst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noGrp="1"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5616">
            <a:extLst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noGrp="1"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5617">
            <a:extLst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noGrp="1"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5618">
            <a:extLst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noGrp="1"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5619">
            <a:extLst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noGrp="1"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5620">
            <a:extLst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noGrp="1"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5621">
            <a:extLst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noGrp="1"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5622">
            <a:extLst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noGrp="1"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5623">
            <a:extLst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noGrp="1"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5624">
            <a:extLst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noGrp="1"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5625">
            <a:extLst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5626">
            <a:extLst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noGrp="1"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5627">
            <a:extLst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noGrp="1"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5628">
            <a:extLst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noGrp="1"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5629">
            <a:extLst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noGrp="1"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5630">
            <a:extLst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noGrp="1"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5631">
            <a:extLst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noGrp="1"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5632">
            <a:extLst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noGrp="1"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5633">
            <a:extLst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noGrp="1"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5634">
            <a:extLst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noGrp="1"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5635">
            <a:extLst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noGrp="1"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5636">
            <a:extLst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noGrp="1"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5637">
            <a:extLst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noGrp="1"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5638">
            <a:extLst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noGrp="1"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5639">
            <a:extLst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noGrp="1"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5640">
            <a:extLst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noGrp="1"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5641">
            <a:extLst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noGrp="1"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5642">
            <a:extLst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5643">
            <a:extLst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noGrp="1"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5644">
            <a:extLst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noGrp="1"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5645">
            <a:extLst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noGrp="1"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5646">
            <a:extLst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noGrp="1"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5647">
            <a:extLst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noGrp="1"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5648">
            <a:extLst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noGrp="1"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5649">
            <a:extLst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noGrp="1"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5650">
            <a:extLst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5651">
            <a:extLst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noGrp="1"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5652">
            <a:extLst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noGrp="1"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5653">
            <a:extLst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noGrp="1"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5654">
            <a:extLst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noGrp="1"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5655">
            <a:extLst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5656">
            <a:extLst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noGrp="1"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5657">
            <a:extLst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noGrp="1"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5658">
            <a:extLst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noGrp="1"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5659">
            <a:extLst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noGrp="1"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5660">
            <a:extLst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noGrp="1"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5661">
            <a:extLst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noGrp="1"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5662">
            <a:extLst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noGrp="1"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5663">
            <a:extLst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noGrp="1"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5664">
            <a:extLst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noGrp="1"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5665">
            <a:extLst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noGrp="1"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5666">
            <a:extLst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noGrp="1"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5667">
            <a:extLst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noGrp="1"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5668">
            <a:extLst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noGrp="1"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5669">
            <a:extLst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noGrp="1"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5670">
            <a:extLst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noGrp="1"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5671">
            <a:extLst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noGrp="1"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5672">
            <a:extLst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noGrp="1"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5673">
            <a:extLst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noGrp="1"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5674">
            <a:extLst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noGrp="1"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5675">
            <a:extLst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noGrp="1"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5676">
            <a:extLst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noGrp="1"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5677">
            <a:extLst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noGrp="1"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5678">
            <a:extLst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noGrp="1"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5679">
            <a:extLst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noGrp="1"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5680">
            <a:extLst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noGrp="1"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5681">
            <a:extLst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noGrp="1"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5682">
            <a:extLst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noGrp="1"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5683">
            <a:extLst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noGrp="1"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5684">
            <a:extLst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noGrp="1"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5685">
            <a:extLst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noGrp="1"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5686">
            <a:extLst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noGrp="1"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5687">
            <a:extLst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noGrp="1"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5688">
            <a:extLst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noGrp="1"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5689">
            <a:extLst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noGrp="1"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5690">
            <a:extLst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noGrp="1"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5691">
            <a:extLst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noGrp="1"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5692">
            <a:extLst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noGrp="1"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5693">
            <a:extLst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noGrp="1"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5694">
            <a:extLst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noGrp="1"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5695">
            <a:extLst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noGrp="1"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5696">
            <a:extLst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noGrp="1"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5697">
            <a:extLst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noGrp="1"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5698">
            <a:extLst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noGrp="1"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5699">
            <a:extLst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noGrp="1"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5700">
            <a:extLst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noGrp="1"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5701">
            <a:extLst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noGrp="1"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5702">
            <a:extLst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noGrp="1"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5703">
            <a:extLst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noGrp="1"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5704">
            <a:extLst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noGrp="1"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5705">
            <a:extLst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noGrp="1"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5706">
            <a:extLst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noGrp="1"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5707">
            <a:extLst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noGrp="1"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5708">
            <a:extLst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noGrp="1"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5709">
            <a:extLst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5710">
            <a:extLst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noGrp="1"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5711">
            <a:extLst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noGrp="1"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5712">
            <a:extLst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noGrp="1"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5713">
            <a:extLst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noGrp="1"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5714">
            <a:extLst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noGrp="1"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5715">
            <a:extLst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noGrp="1"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5716">
            <a:extLst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noGrp="1"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5717">
            <a:extLst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noGrp="1"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5718">
            <a:extLst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5719">
            <a:extLst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noGrp="1"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5720">
            <a:extLst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noGrp="1"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5721">
            <a:extLst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noGrp="1"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5722">
            <a:extLst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noGrp="1"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5723">
            <a:extLst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noGrp="1"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5724">
            <a:extLst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5725">
            <a:extLst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noGrp="1"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5726">
            <a:extLst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noGrp="1"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5727">
            <a:extLst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noGrp="1"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5728">
            <a:extLst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noGrp="1"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5729">
            <a:extLst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noGrp="1"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5730">
            <a:extLst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noGrp="1"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5731">
            <a:extLst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noGrp="1"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5732">
            <a:extLst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noGrp="1"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5733">
            <a:extLst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noGrp="1"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5734">
            <a:extLst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noGrp="1"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5735">
            <a:extLst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noGrp="1"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5736">
            <a:extLst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noGrp="1"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5737">
            <a:extLst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noGrp="1"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5738">
            <a:extLst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noGrp="1"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5739">
            <a:extLst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noGrp="1"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5740">
            <a:extLst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noGrp="1"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5741">
            <a:extLst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noGrp="1"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5742">
            <a:extLst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noGrp="1"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5743">
            <a:extLst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noGrp="1"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5744">
            <a:extLst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noGrp="1"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5745">
            <a:extLst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noGrp="1"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5746">
            <a:extLst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noGrp="1"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5747">
            <a:extLst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noGrp="1"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5748">
            <a:extLst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noGrp="1"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5749">
            <a:extLst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noGrp="1"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5750">
            <a:extLst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noGrp="1"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5751">
            <a:extLst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noGrp="1"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5752">
            <a:extLst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noGrp="1"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5753">
            <a:extLst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noGrp="1"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5754">
            <a:extLst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noGrp="1"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5755">
            <a:extLst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noGrp="1"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5756">
            <a:extLst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noGrp="1"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5757">
            <a:extLst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noGrp="1"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5758">
            <a:extLst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noGrp="1"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5759">
            <a:extLst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noGrp="1"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5760">
            <a:extLst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noGrp="1"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5761">
            <a:extLst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noGrp="1"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5762">
            <a:extLst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noGrp="1"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5763">
            <a:extLst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noGrp="1"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5764">
            <a:extLst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noGrp="1"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5765">
            <a:extLst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noGrp="1"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5766">
            <a:extLst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noGrp="1"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5767">
            <a:extLst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noGrp="1"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5768">
            <a:extLst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noGrp="1"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5769">
            <a:extLst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noGrp="1"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5770">
            <a:extLst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noGrp="1"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5771">
            <a:extLst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noGrp="1"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5772">
            <a:extLst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noGrp="1"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5773">
            <a:extLst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noGrp="1"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5774">
            <a:extLst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noGrp="1"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5775">
            <a:extLst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noGrp="1"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5776">
            <a:extLst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noGrp="1"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5777">
            <a:extLst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noGrp="1"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5778">
            <a:extLst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noGrp="1"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5779">
            <a:extLst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noGrp="1"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5780">
            <a:extLst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noGrp="1"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5781">
            <a:extLst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noGrp="1"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5782">
            <a:extLst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noGrp="1"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5783">
            <a:extLst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noGrp="1"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5784">
            <a:extLst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noGrp="1"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5785">
            <a:extLst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noGrp="1"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5786">
            <a:extLst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noGrp="1"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5787">
            <a:extLst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noGrp="1"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5788">
            <a:extLst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noGrp="1"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5789">
            <a:extLst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noGrp="1"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5790">
            <a:extLst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noGrp="1"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5791">
            <a:extLst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noGrp="1"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5792">
            <a:extLst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5793">
            <a:extLst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noGrp="1"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5794">
            <a:extLst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noGrp="1"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5795">
            <a:extLst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noGrp="1"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5796">
            <a:extLst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noGrp="1"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5797">
            <a:extLst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noGrp="1"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5798">
            <a:extLst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noGrp="1"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5799">
            <a:extLst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noGrp="1"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5800">
            <a:extLst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noGrp="1"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5801">
            <a:extLst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noGrp="1"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5802">
            <a:extLst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noGrp="1"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5803">
            <a:extLst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noGrp="1"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5804">
            <a:extLst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noGrp="1"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5805">
            <a:extLst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noGrp="1"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5806">
            <a:extLst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noGrp="1"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5807">
            <a:extLst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noGrp="1"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5808">
            <a:extLst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noGrp="1"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5809">
            <a:extLst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noGrp="1"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5810">
            <a:extLst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noGrp="1"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5811">
            <a:extLst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noGrp="1"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5812">
            <a:extLst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noGrp="1"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5813">
            <a:extLst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noGrp="1"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5814">
            <a:extLst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noGrp="1"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5815">
            <a:extLst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noGrp="1"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5816">
            <a:extLst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noGrp="1"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5817">
            <a:extLst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noGrp="1"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5818">
            <a:extLst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noGrp="1"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5819">
            <a:extLst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noGrp="1"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5820">
            <a:extLst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noGrp="1"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5821">
            <a:extLst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noGrp="1"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5822">
            <a:extLst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noGrp="1"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5823">
            <a:extLst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noGrp="1"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5824">
            <a:extLst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noGrp="1"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5825">
            <a:extLst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noGrp="1"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5826">
            <a:extLst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noGrp="1"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5827">
            <a:extLst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noGrp="1"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5828">
            <a:extLst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noGrp="1"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5829">
            <a:extLst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5830">
            <a:extLst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noGrp="1"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5831">
            <a:extLst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noGrp="1"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5832">
            <a:extLst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5833">
            <a:extLst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noGrp="1"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5834">
            <a:extLst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5835">
            <a:extLst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noGrp="1"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5836">
            <a:extLst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noGrp="1"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5837">
            <a:extLst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noGrp="1"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5838">
            <a:extLst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noGrp="1"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5839">
            <a:extLst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noGrp="1"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5840">
            <a:extLst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noGrp="1"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5841">
            <a:extLst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noGrp="1"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5842">
            <a:extLst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noGrp="1"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5843">
            <a:extLst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noGrp="1"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5844">
            <a:extLst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noGrp="1"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5845">
            <a:extLst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noGrp="1"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5846">
            <a:extLst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noGrp="1"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5847">
            <a:extLst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noGrp="1"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5848">
            <a:extLst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noGrp="1"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5849">
            <a:extLst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noGrp="1"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5850">
            <a:extLst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noGrp="1"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5851">
            <a:extLst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noGrp="1"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5852">
            <a:extLst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noGrp="1"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5853">
            <a:extLst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noGrp="1"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5854">
            <a:extLst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noGrp="1"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5855">
            <a:extLst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noGrp="1"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5856">
            <a:extLst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noGrp="1"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5857">
            <a:extLst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noGrp="1"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5858">
            <a:extLst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noGrp="1"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5859">
            <a:extLst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noGrp="1"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5860">
            <a:extLst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noGrp="1"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5861">
            <a:extLst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noGrp="1"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5862">
            <a:extLst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noGrp="1"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5863">
            <a:extLst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noGrp="1"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5864">
            <a:extLst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noGrp="1"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5865">
            <a:extLst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noGrp="1"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5866">
            <a:extLst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noGrp="1"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5867">
            <a:extLst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noGrp="1"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5868">
            <a:extLst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noGrp="1"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5869">
            <a:extLst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noGrp="1"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5870">
            <a:extLst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5871">
            <a:extLst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5872">
            <a:extLst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noGrp="1"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5873">
            <a:extLst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noGrp="1"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5874">
            <a:extLst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noGrp="1"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5875">
            <a:extLst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noGrp="1"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5876">
            <a:extLst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noGrp="1"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5877">
            <a:extLst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noGrp="1"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5878">
            <a:extLst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noGrp="1"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5879">
            <a:extLst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noGrp="1"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5880">
            <a:extLst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noGrp="1"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5881">
            <a:extLst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noGrp="1"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5882">
            <a:extLst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noGrp="1"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5883">
            <a:extLst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noGrp="1"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5884">
            <a:extLst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noGrp="1"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5885">
            <a:extLst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noGrp="1"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5886">
            <a:extLst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noGrp="1"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5887">
            <a:extLst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noGrp="1"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5888">
            <a:extLst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5889">
            <a:extLst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noGrp="1"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5890">
            <a:extLst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noGrp="1"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5891">
            <a:extLst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noGrp="1"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5892">
            <a:extLst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noGrp="1"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5893">
            <a:extLst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noGrp="1"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5894">
            <a:extLst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noGrp="1"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5895">
            <a:extLst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noGrp="1"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5896">
            <a:extLst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5897">
            <a:extLst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5898">
            <a:extLst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noGrp="1"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5899">
            <a:extLst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noGrp="1"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5900">
            <a:extLst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noGrp="1"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5901">
            <a:extLst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noGrp="1"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5902">
            <a:extLst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noGrp="1"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5903">
            <a:extLst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5904">
            <a:extLst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noGrp="1"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5905">
            <a:extLst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noGrp="1"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5906">
            <a:extLst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noGrp="1"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5907">
            <a:extLst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noGrp="1"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5908">
            <a:extLst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noGrp="1"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5909">
            <a:extLst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noGrp="1"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5910">
            <a:extLst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noGrp="1"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5911">
            <a:extLst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noGrp="1"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5912">
            <a:extLst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noGrp="1"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5913">
            <a:extLst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noGrp="1"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5914">
            <a:extLst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noGrp="1"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5915">
            <a:extLst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noGrp="1"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5916">
            <a:extLst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noGrp="1"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5917">
            <a:extLst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noGrp="1"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5918">
            <a:extLst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noGrp="1"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5919">
            <a:extLst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noGrp="1"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5920">
            <a:extLst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noGrp="1"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5921">
            <a:extLst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noGrp="1"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5922">
            <a:extLst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noGrp="1"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5923">
            <a:extLst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noGrp="1"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5924">
            <a:extLst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noGrp="1"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5925">
            <a:extLst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noGrp="1"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5926">
            <a:extLst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noGrp="1"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5927">
            <a:extLst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noGrp="1"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5928">
            <a:extLst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noGrp="1"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5929">
            <a:extLst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noGrp="1"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5930">
            <a:extLst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noGrp="1"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5931">
            <a:extLst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noGrp="1"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5932">
            <a:extLst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noGrp="1"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5933">
            <a:extLst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noGrp="1"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5934">
            <a:extLst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noGrp="1"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5935">
            <a:extLst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noGrp="1"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5936">
            <a:extLst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noGrp="1"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5937">
            <a:extLst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noGrp="1"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5938">
            <a:extLst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noGrp="1"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5939">
            <a:extLst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noGrp="1"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5940">
            <a:extLst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noGrp="1"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5941">
            <a:extLst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noGrp="1"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5942">
            <a:extLst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noGrp="1"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5943">
            <a:extLst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noGrp="1"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5944">
            <a:extLst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noGrp="1"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5945">
            <a:extLst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noGrp="1"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5946">
            <a:extLst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noGrp="1"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5947">
            <a:extLst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noGrp="1"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5948">
            <a:extLst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noGrp="1"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5949">
            <a:extLst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noGrp="1"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5950">
            <a:extLst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noGrp="1"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5951">
            <a:extLst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noGrp="1"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5952">
            <a:extLst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noGrp="1"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5953">
            <a:extLst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noGrp="1"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5954">
            <a:extLst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noGrp="1"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5955">
            <a:extLst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noGrp="1"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5956">
            <a:extLst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noGrp="1"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5957">
            <a:extLst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noGrp="1"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5958">
            <a:extLst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noGrp="1"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5959">
            <a:extLst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noGrp="1"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5960">
            <a:extLst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noGrp="1"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5961">
            <a:extLst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noGrp="1"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5962">
            <a:extLst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noGrp="1"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5963">
            <a:extLst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noGrp="1"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5964">
            <a:extLst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noGrp="1"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5965">
            <a:extLst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noGrp="1"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5966">
            <a:extLst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noGrp="1"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5967">
            <a:extLst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noGrp="1"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5968">
            <a:extLst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noGrp="1"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5969">
            <a:extLst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noGrp="1"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5970">
            <a:extLst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noGrp="1"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5971">
            <a:extLst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5972">
            <a:extLst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noGrp="1"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5973">
            <a:extLst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noGrp="1"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5974">
            <a:extLst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noGrp="1"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5975">
            <a:extLst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noGrp="1"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5976">
            <a:extLst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noGrp="1"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5977">
            <a:extLst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noGrp="1"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5978">
            <a:extLst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noGrp="1"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5979">
            <a:extLst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noGrp="1"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5980">
            <a:extLst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noGrp="1"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5981">
            <a:extLst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noGrp="1"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5982">
            <a:extLst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noGrp="1"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5983">
            <a:extLst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noGrp="1"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5984">
            <a:extLst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noGrp="1"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5985">
            <a:extLst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noGrp="1"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5986">
            <a:extLst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noGrp="1"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5987">
            <a:extLst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noGrp="1"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5988">
            <a:extLst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noGrp="1"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5989">
            <a:extLst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noGrp="1"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5990">
            <a:extLst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noGrp="1"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5991">
            <a:extLst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noGrp="1"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5992">
            <a:extLst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noGrp="1"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5993">
            <a:extLst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noGrp="1"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5994">
            <a:extLst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noGrp="1"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5995">
            <a:extLst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noGrp="1"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5996">
            <a:extLst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noGrp="1"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5997">
            <a:extLst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noGrp="1"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5998">
            <a:extLst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noGrp="1"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5999">
            <a:extLst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noGrp="1"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6000">
            <a:extLst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noGrp="1"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6001">
            <a:extLst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noGrp="1"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6002">
            <a:extLst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noGrp="1"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6003">
            <a:extLst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noGrp="1"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6004">
            <a:extLst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noGrp="1"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6005">
            <a:extLst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noGrp="1"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6006">
            <a:extLst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noGrp="1"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6007">
            <a:extLst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noGrp="1"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6008">
            <a:extLst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6009">
            <a:extLst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noGrp="1"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6010">
            <a:extLst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noGrp="1"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6011">
            <a:extLst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6012">
            <a:extLst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noGrp="1"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6013">
            <a:extLst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6014">
            <a:extLst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noGrp="1"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6015">
            <a:extLst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noGrp="1"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6016">
            <a:extLst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noGrp="1"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6017">
            <a:extLst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noGrp="1"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6018">
            <a:extLst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noGrp="1"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6019">
            <a:extLst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noGrp="1"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6020">
            <a:extLst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noGrp="1"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6021">
            <a:extLst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noGrp="1"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6022">
            <a:extLst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noGrp="1"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6023">
            <a:extLst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noGrp="1"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6024">
            <a:extLst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noGrp="1"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6025">
            <a:extLst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noGrp="1"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6026">
            <a:extLst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noGrp="1"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6027">
            <a:extLst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noGrp="1"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6028">
            <a:extLst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noGrp="1"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6029">
            <a:extLst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noGrp="1"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6030">
            <a:extLst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noGrp="1"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6031">
            <a:extLst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noGrp="1"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6032">
            <a:extLst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noGrp="1"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6033">
            <a:extLst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noGrp="1"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6034">
            <a:extLst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noGrp="1"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6035">
            <a:extLst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noGrp="1"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6036">
            <a:extLst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noGrp="1"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6037">
            <a:extLst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noGrp="1"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6038">
            <a:extLst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noGrp="1"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6039">
            <a:extLst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noGrp="1"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6040">
            <a:extLst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noGrp="1"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6041">
            <a:extLst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noGrp="1"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6042">
            <a:extLst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noGrp="1"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6043">
            <a:extLst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noGrp="1"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6044">
            <a:extLst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noGrp="1"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6045">
            <a:extLst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noGrp="1"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6046">
            <a:extLst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noGrp="1"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6047">
            <a:extLst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noGrp="1"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6048">
            <a:extLst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noGrp="1"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6049">
            <a:extLst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6050">
            <a:extLst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6051">
            <a:extLst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6052">
            <a:extLst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noGrp="1"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6053">
            <a:extLst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noGrp="1"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6054">
            <a:extLst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noGrp="1"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6055">
            <a:extLst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noGrp="1"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6056">
            <a:extLst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noGrp="1"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6057">
            <a:extLst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noGrp="1"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6058">
            <a:extLst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noGrp="1"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6059">
            <a:extLst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noGrp="1"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6060">
            <a:extLst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noGrp="1"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6061">
            <a:extLst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noGrp="1"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6062">
            <a:extLst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noGrp="1"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6063">
            <a:extLst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noGrp="1"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6064">
            <a:extLst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noGrp="1"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6065">
            <a:extLst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noGrp="1"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6066">
            <a:extLst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noGrp="1"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6067">
            <a:extLst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6068">
            <a:extLst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noGrp="1"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6069">
            <a:extLst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noGrp="1"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6070">
            <a:extLst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noGrp="1"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6071">
            <a:extLst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6072">
            <a:extLst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noGrp="1"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6073">
            <a:extLst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noGrp="1"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6074">
            <a:extLst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noGrp="1"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6075">
            <a:extLst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6076">
            <a:extLst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6077">
            <a:extLst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noGrp="1"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6078">
            <a:extLst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noGrp="1"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6079">
            <a:extLst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noGrp="1"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6080">
            <a:extLst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noGrp="1"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6081">
            <a:extLst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noGrp="1"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6082">
            <a:extLst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6083">
            <a:extLst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noGrp="1"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6084">
            <a:extLst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noGrp="1"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6085">
            <a:extLst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noGrp="1"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6086">
            <a:extLst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noGrp="1"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6087">
            <a:extLst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noGrp="1"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6088">
            <a:extLst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noGrp="1"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6089">
            <a:extLst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noGrp="1"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6090">
            <a:extLst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noGrp="1"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6091">
            <a:extLst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noGrp="1"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6092">
            <a:extLst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noGrp="1"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6093">
            <a:extLst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noGrp="1"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6094">
            <a:extLst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noGrp="1"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6095">
            <a:extLst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noGrp="1"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6096">
            <a:extLst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noGrp="1"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6097">
            <a:extLst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noGrp="1"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6098">
            <a:extLst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noGrp="1"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6099">
            <a:extLst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noGrp="1"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6100">
            <a:extLst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noGrp="1"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6101">
            <a:extLst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noGrp="1"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6102">
            <a:extLst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noGrp="1"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6103">
            <a:extLst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noGrp="1"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6104">
            <a:extLst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noGrp="1"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6105">
            <a:extLst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noGrp="1"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6106">
            <a:extLst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noGrp="1"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6107">
            <a:extLst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noGrp="1"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6108">
            <a:extLst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noGrp="1"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6109">
            <a:extLst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noGrp="1"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6110">
            <a:extLst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noGrp="1"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6111">
            <a:extLst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noGrp="1"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6112">
            <a:extLst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noGrp="1"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6113">
            <a:extLst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noGrp="1"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6114">
            <a:extLst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noGrp="1"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6115">
            <a:extLst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noGrp="1"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6116">
            <a:extLst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noGrp="1"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6117">
            <a:extLst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noGrp="1"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6118">
            <a:extLst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noGrp="1"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6119">
            <a:extLst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noGrp="1"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6120">
            <a:extLst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noGrp="1"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6121">
            <a:extLst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noGrp="1"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6122">
            <a:extLst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noGrp="1"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6123">
            <a:extLst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noGrp="1"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6124">
            <a:extLst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noGrp="1"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6125">
            <a:extLst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noGrp="1"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6126">
            <a:extLst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noGrp="1"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6127">
            <a:extLst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noGrp="1"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6128">
            <a:extLst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noGrp="1"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6129">
            <a:extLst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noGrp="1"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6130">
            <a:extLst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noGrp="1"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6131">
            <a:extLst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noGrp="1"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6132">
            <a:extLst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noGrp="1"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6133">
            <a:extLst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noGrp="1"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6134">
            <a:extLst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noGrp="1"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6135">
            <a:extLst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noGrp="1"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6136">
            <a:extLst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noGrp="1"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6137">
            <a:extLst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noGrp="1"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6138">
            <a:extLst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noGrp="1"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6139">
            <a:extLst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noGrp="1"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6140">
            <a:extLst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noGrp="1"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6141">
            <a:extLst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noGrp="1"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6142">
            <a:extLst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noGrp="1"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6143">
            <a:extLst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noGrp="1"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6144">
            <a:extLst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noGrp="1"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6145">
            <a:extLst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noGrp="1"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6146">
            <a:extLst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noGrp="1"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6147">
            <a:extLst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noGrp="1"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6148">
            <a:extLst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noGrp="1"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6149">
            <a:extLst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noGrp="1"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6150">
            <a:extLst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6151">
            <a:extLst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noGrp="1"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6152">
            <a:extLst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noGrp="1"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6153">
            <a:extLst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noGrp="1"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6154">
            <a:extLst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noGrp="1"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6155">
            <a:extLst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noGrp="1"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6156">
            <a:extLst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noGrp="1"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6157">
            <a:extLst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noGrp="1"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6158">
            <a:extLst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noGrp="1"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6159">
            <a:extLst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noGrp="1"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6160">
            <a:extLst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noGrp="1"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6161">
            <a:extLst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noGrp="1"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6162">
            <a:extLst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noGrp="1"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6163">
            <a:extLst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noGrp="1"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6164">
            <a:extLst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noGrp="1"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6165">
            <a:extLst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noGrp="1"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6166">
            <a:extLst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noGrp="1"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6167">
            <a:extLst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noGrp="1"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6168">
            <a:extLst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noGrp="1"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6169">
            <a:extLst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noGrp="1"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6170">
            <a:extLst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noGrp="1"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6171">
            <a:extLst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noGrp="1"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6172">
            <a:extLst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noGrp="1"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6173">
            <a:extLst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noGrp="1"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6174">
            <a:extLst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noGrp="1"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6175">
            <a:extLst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noGrp="1"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6176">
            <a:extLst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noGrp="1"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6177">
            <a:extLst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noGrp="1"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6178">
            <a:extLst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noGrp="1"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6179">
            <a:extLst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noGrp="1"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6180">
            <a:extLst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noGrp="1"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6181">
            <a:extLst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noGrp="1"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6182">
            <a:extLst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noGrp="1"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6183">
            <a:extLst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noGrp="1"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6184">
            <a:extLst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noGrp="1"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noGrp="1"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noGrp="1"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noGrp="1"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noGrp="1"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noGrp="1"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noGrp="1"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noGrp="1"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noGrp="1"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noGrp="1"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noGrp="1"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noGrp="1"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noGrp="1"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6199">
            <a:extLst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noGrp="1"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noGrp="1"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noGrp="1"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noGrp="1"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noGrp="1"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noGrp="1"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noGrp="1"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noGrp="1"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noGrp="1"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noGrp="1"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noGrp="1"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noGrp="1"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noGrp="1"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noGrp="1"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noGrp="1"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noGrp="1"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noGrp="1"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noGrp="1"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noGrp="1"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6218">
            <a:extLst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noGrp="1"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6219">
            <a:extLst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noGrp="1"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6220">
            <a:extLst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noGrp="1"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6221">
            <a:extLst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noGrp="1"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6222">
            <a:extLst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noGrp="1"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6223">
            <a:extLst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6224">
            <a:extLst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noGrp="1"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6225">
            <a:extLst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noGrp="1"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6226">
            <a:extLst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noGrp="1"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6227">
            <a:extLst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noGrp="1"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6228">
            <a:extLst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noGrp="1"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6229">
            <a:extLst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noGrp="1"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6230">
            <a:extLst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noGrp="1"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6231">
            <a:extLst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noGrp="1"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6232">
            <a:extLst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noGrp="1"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6233">
            <a:extLst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noGrp="1"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6234">
            <a:extLst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noGrp="1"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6235">
            <a:extLst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noGrp="1"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6236">
            <a:extLst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noGrp="1"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6237">
            <a:extLst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noGrp="1"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6238">
            <a:extLst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noGrp="1"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6239">
            <a:extLst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noGrp="1"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6240">
            <a:extLst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noGrp="1"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6241">
            <a:extLst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noGrp="1"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6242">
            <a:extLst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noGrp="1"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6243">
            <a:extLst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noGrp="1"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6244">
            <a:extLst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noGrp="1"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6245">
            <a:extLst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noGrp="1"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6246">
            <a:extLst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noGrp="1"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6247">
            <a:extLst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noGrp="1"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6248">
            <a:extLst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noGrp="1"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6249">
            <a:extLst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noGrp="1"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6250">
            <a:extLst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noGrp="1"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6251">
            <a:extLst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noGrp="1"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6252">
            <a:extLst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noGrp="1"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6253">
            <a:extLst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noGrp="1"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6254">
            <a:extLst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noGrp="1"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6255">
            <a:extLst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noGrp="1"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6256">
            <a:extLst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noGrp="1"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6257">
            <a:extLst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noGrp="1"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6258">
            <a:extLst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noGrp="1"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6259">
            <a:extLst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noGrp="1"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6260">
            <a:extLst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noGrp="1"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6261">
            <a:extLst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noGrp="1"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6262">
            <a:extLst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noGrp="1"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6263">
            <a:extLst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noGrp="1"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6264">
            <a:extLst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noGrp="1"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6265">
            <a:extLst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noGrp="1"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6266">
            <a:extLst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noGrp="1"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6267">
            <a:extLst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noGrp="1"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6268">
            <a:extLst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noGrp="1"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6269">
            <a:extLst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noGrp="1"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6270">
            <a:extLst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noGrp="1"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6271">
            <a:extLst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noGrp="1"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6272">
            <a:extLst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noGrp="1"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6273">
            <a:extLst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noGrp="1"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6274">
            <a:extLst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noGrp="1"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6275">
            <a:extLst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noGrp="1"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6276">
            <a:extLst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noGrp="1"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6277">
            <a:extLst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noGrp="1"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6278">
            <a:extLst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noGrp="1"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6279">
            <a:extLst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noGrp="1"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6280">
            <a:extLst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noGrp="1"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6281">
            <a:extLst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noGrp="1"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6282">
            <a:extLst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noGrp="1"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6283">
            <a:extLst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noGrp="1"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6284">
            <a:extLst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noGrp="1"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6285">
            <a:extLst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noGrp="1"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6286">
            <a:extLst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noGrp="1"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6287">
            <a:extLst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6288">
            <a:extLst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noGrp="1"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6289">
            <a:extLst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noGrp="1"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6290">
            <a:extLst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noGrp="1"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6291">
            <a:extLst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noGrp="1"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6292">
            <a:extLst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noGrp="1"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6293">
            <a:extLst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noGrp="1"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6294">
            <a:extLst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noGrp="1"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6295">
            <a:extLst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noGrp="1"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6296">
            <a:extLst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noGrp="1"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6297">
            <a:extLst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noGrp="1"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6298">
            <a:extLst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noGrp="1"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6299">
            <a:extLst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noGrp="1"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6300">
            <a:extLst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noGrp="1"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6301">
            <a:extLst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noGrp="1"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6302">
            <a:extLst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noGrp="1"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6303">
            <a:extLst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noGrp="1"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6304">
            <a:extLst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noGrp="1"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6305">
            <a:extLst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noGrp="1"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6306">
            <a:extLst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noGrp="1"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6307">
            <a:extLst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noGrp="1"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6308">
            <a:extLst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noGrp="1"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6309">
            <a:extLst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noGrp="1"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6310">
            <a:extLst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noGrp="1"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6311">
            <a:extLst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noGrp="1"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6312">
            <a:extLst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noGrp="1"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6313">
            <a:extLst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noGrp="1"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6314">
            <a:extLst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noGrp="1"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6315">
            <a:extLst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noGrp="1"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6316">
            <a:extLst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noGrp="1"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6317">
            <a:extLst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noGrp="1"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6318">
            <a:extLst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noGrp="1"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6319">
            <a:extLst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noGrp="1"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6320">
            <a:extLst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noGrp="1"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6321">
            <a:extLst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noGrp="1"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6322">
            <a:extLst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noGrp="1"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6323">
            <a:extLst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noGrp="1"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6324">
            <a:extLst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noGrp="1"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6325">
            <a:extLst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noGrp="1"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6326">
            <a:extLst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noGrp="1"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6327">
            <a:extLst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noGrp="1"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6328">
            <a:extLst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noGrp="1"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6329">
            <a:extLst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noGrp="1"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6330">
            <a:extLst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noGrp="1"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6331">
            <a:extLst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noGrp="1"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6332">
            <a:extLst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noGrp="1"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6333">
            <a:extLst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noGrp="1"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6334">
            <a:extLst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noGrp="1"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6335">
            <a:extLst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noGrp="1"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6336">
            <a:extLst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noGrp="1"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6337">
            <a:extLst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noGrp="1"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6338">
            <a:extLst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noGrp="1"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6339">
            <a:extLst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noGrp="1"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6340">
            <a:extLst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noGrp="1"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6341">
            <a:extLst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noGrp="1"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6342">
            <a:extLst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noGrp="1"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6343">
            <a:extLst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noGrp="1"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6344">
            <a:extLst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noGrp="1"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6345">
            <a:extLst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noGrp="1"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6346">
            <a:extLst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noGrp="1"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6347">
            <a:extLst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noGrp="1"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6348">
            <a:extLst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noGrp="1"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6349">
            <a:extLst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noGrp="1"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6350">
            <a:extLst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noGrp="1"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6351">
            <a:extLst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noGrp="1"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6352">
            <a:extLst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noGrp="1"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6353">
            <a:extLst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noGrp="1"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6354">
            <a:extLst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noGrp="1"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6355">
            <a:extLst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noGrp="1"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6356">
            <a:extLst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noGrp="1"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6357">
            <a:extLst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noGrp="1"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6358">
            <a:extLst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noGrp="1"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6359">
            <a:extLst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noGrp="1"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6360">
            <a:extLst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noGrp="1"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6361">
            <a:extLst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noGrp="1"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6362">
            <a:extLst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noGrp="1"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6363">
            <a:extLst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noGrp="1"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6364">
            <a:extLst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noGrp="1"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6365">
            <a:extLst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noGrp="1"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6366">
            <a:extLst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noGrp="1"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6367">
            <a:extLst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noGrp="1"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6368">
            <a:extLst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noGrp="1"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6369">
            <a:extLst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noGrp="1"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6370">
            <a:extLst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noGrp="1"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6371">
            <a:extLst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noGrp="1"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6372">
            <a:extLst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noGrp="1"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6373">
            <a:extLst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noGrp="1"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6374">
            <a:extLst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6375">
            <a:extLst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noGrp="1"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6376">
            <a:extLst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noGrp="1"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6377">
            <a:extLst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noGrp="1"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6378">
            <a:extLst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noGrp="1"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6379">
            <a:extLst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noGrp="1"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6380">
            <a:extLst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noGrp="1"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6381">
            <a:extLst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noGrp="1"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6382">
            <a:extLst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noGrp="1"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6383">
            <a:extLst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noGrp="1"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6384">
            <a:extLst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noGrp="1"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6385">
            <a:extLst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noGrp="1"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6386">
            <a:extLst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noGrp="1"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6387">
            <a:extLst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noGrp="1"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6388">
            <a:extLst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noGrp="1"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6389">
            <a:extLst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noGrp="1"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6390">
            <a:extLst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noGrp="1"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6391">
            <a:extLst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6392">
            <a:extLst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noGrp="1"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6393">
            <a:extLst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noGrp="1"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6394">
            <a:extLst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noGrp="1"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6395">
            <a:extLst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noGrp="1"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6396">
            <a:extLst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noGrp="1"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6397">
            <a:extLst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noGrp="1"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6398">
            <a:extLst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noGrp="1"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6399">
            <a:extLst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noGrp="1"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6400">
            <a:extLst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noGrp="1"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6401">
            <a:extLst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noGrp="1"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6402">
            <a:extLst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noGrp="1"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6403">
            <a:extLst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noGrp="1"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6404">
            <a:extLst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noGrp="1"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6405">
            <a:extLst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noGrp="1"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6406">
            <a:extLst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noGrp="1"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6407">
            <a:extLst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noGrp="1"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6408">
            <a:extLst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noGrp="1"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6409">
            <a:extLst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noGrp="1"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6410">
            <a:extLst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noGrp="1"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6411">
            <a:extLst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noGrp="1"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6412">
            <a:extLst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noGrp="1"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6413">
            <a:extLst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noGrp="1"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6414">
            <a:extLst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noGrp="1"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6415">
            <a:extLst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noGrp="1"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6416">
            <a:extLst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noGrp="1"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6417">
            <a:extLst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noGrp="1"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6418">
            <a:extLst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noGrp="1"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6419">
            <a:extLst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noGrp="1"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6420">
            <a:extLst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noGrp="1"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6421">
            <a:extLst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noGrp="1"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6422">
            <a:extLst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noGrp="1"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6423">
            <a:extLst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noGrp="1"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6424">
            <a:extLst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noGrp="1"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6425">
            <a:extLst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noGrp="1"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6426">
            <a:extLst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noGrp="1"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6427">
            <a:extLst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noGrp="1"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6428">
            <a:extLst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noGrp="1"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6429">
            <a:extLst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noGrp="1"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6430">
            <a:extLst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noGrp="1"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6431">
            <a:extLst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noGrp="1"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6432">
            <a:extLst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noGrp="1"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6433">
            <a:extLst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noGrp="1"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6434">
            <a:extLst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noGrp="1"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6435">
            <a:extLst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noGrp="1"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6436">
            <a:extLst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noGrp="1"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6437">
            <a:extLst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noGrp="1"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6438">
            <a:extLst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noGrp="1"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6439">
            <a:extLst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noGrp="1"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6440">
            <a:extLst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noGrp="1"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6441">
            <a:extLst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noGrp="1"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6442">
            <a:extLst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noGrp="1"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6443">
            <a:extLst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noGrp="1"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6444">
            <a:extLst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noGrp="1"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6445">
            <a:extLst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noGrp="1"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6446">
            <a:extLst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noGrp="1"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6447">
            <a:extLst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noGrp="1"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6448">
            <a:extLst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noGrp="1"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6449">
            <a:extLst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noGrp="1"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6450">
            <a:extLst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noGrp="1"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6451">
            <a:extLst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noGrp="1"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6452">
            <a:extLst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noGrp="1"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6453">
            <a:extLst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noGrp="1"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6454">
            <a:extLst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noGrp="1"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6455">
            <a:extLst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noGrp="1"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6456">
            <a:extLst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noGrp="1"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6457">
            <a:extLst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noGrp="1"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6458">
            <a:extLst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noGrp="1"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6459">
            <a:extLst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noGrp="1"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6460">
            <a:extLst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noGrp="1"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6461">
            <a:extLst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noGrp="1"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6462">
            <a:extLst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noGrp="1"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6463">
            <a:extLst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noGrp="1"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6464">
            <a:extLst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noGrp="1"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6465">
            <a:extLst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noGrp="1"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6466">
            <a:extLst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noGrp="1"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6467">
            <a:extLst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noGrp="1"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6468">
            <a:extLst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noGrp="1"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6469">
            <a:extLst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noGrp="1"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6470">
            <a:extLst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noGrp="1"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6471">
            <a:extLst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noGrp="1"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6472">
            <a:extLst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noGrp="1"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6473">
            <a:extLst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noGrp="1"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6474">
            <a:extLst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noGrp="1"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6475">
            <a:extLst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noGrp="1"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6476">
            <a:extLst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noGrp="1"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6477">
            <a:extLst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noGrp="1"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6478">
            <a:extLst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noGrp="1"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6479">
            <a:extLst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noGrp="1"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6480">
            <a:extLst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noGrp="1"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6481">
            <a:extLst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noGrp="1"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6482">
            <a:extLst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noGrp="1"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6483">
            <a:extLst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noGrp="1"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6484">
            <a:extLst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noGrp="1"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6485">
            <a:extLst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noGrp="1"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6486">
            <a:extLst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noGrp="1"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6487">
            <a:extLst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noGrp="1"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6488">
            <a:extLst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noGrp="1"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6489">
            <a:extLst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noGrp="1"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6490">
            <a:extLst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noGrp="1"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6491">
            <a:extLst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noGrp="1"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6492">
            <a:extLst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noGrp="1"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6493">
            <a:extLst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noGrp="1"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6494">
            <a:extLst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noGrp="1"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6495">
            <a:extLst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noGrp="1"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6496">
            <a:extLst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noGrp="1"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6497">
            <a:extLst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noGrp="1"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6498">
            <a:extLst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noGrp="1"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6499">
            <a:extLst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noGrp="1"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6500">
            <a:extLst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noGrp="1"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6501">
            <a:extLst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noGrp="1"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6502">
            <a:extLst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noGrp="1"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6503">
            <a:extLst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noGrp="1"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6504">
            <a:extLst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noGrp="1"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6505">
            <a:extLst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noGrp="1"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6506">
            <a:extLst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noGrp="1"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6507">
            <a:extLst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noGrp="1"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6508">
            <a:extLst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noGrp="1"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6509">
            <a:extLst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noGrp="1"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6510">
            <a:extLst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noGrp="1"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6511">
            <a:extLst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noGrp="1"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6512">
            <a:extLst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noGrp="1"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6513">
            <a:extLst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noGrp="1"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6514">
            <a:extLst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noGrp="1"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6515">
            <a:extLst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noGrp="1"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6516">
            <a:extLst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noGrp="1"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6517">
            <a:extLst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noGrp="1"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6518">
            <a:extLst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noGrp="1"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6519">
            <a:extLst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noGrp="1"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6520">
            <a:extLst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noGrp="1"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6521">
            <a:extLst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noGrp="1"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6522">
            <a:extLst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noGrp="1"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6523">
            <a:extLst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noGrp="1"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6524">
            <a:extLst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noGrp="1"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6525">
            <a:extLst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noGrp="1"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6526">
            <a:extLst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noGrp="1"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6527">
            <a:extLst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noGrp="1"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6528">
            <a:extLst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noGrp="1"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6529">
            <a:extLst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noGrp="1"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6530">
            <a:extLst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noGrp="1"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6531">
            <a:extLst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noGrp="1"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6532">
            <a:extLst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noGrp="1"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6533">
            <a:extLst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noGrp="1"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6534">
            <a:extLst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noGrp="1"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6535">
            <a:extLst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noGrp="1"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6536">
            <a:extLst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noGrp="1"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6537">
            <a:extLst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noGrp="1"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6538">
            <a:extLst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noGrp="1"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6539">
            <a:extLst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noGrp="1"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6540">
            <a:extLst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noGrp="1"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6541">
            <a:extLst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noGrp="1"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6542">
            <a:extLst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noGrp="1"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6543">
            <a:extLst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noGrp="1"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6544">
            <a:extLst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noGrp="1"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6545">
            <a:extLst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noGrp="1"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6546">
            <a:extLst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noGrp="1"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6547">
            <a:extLst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noGrp="1"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6548">
            <a:extLst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noGrp="1"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6549">
            <a:extLst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noGrp="1"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6550">
            <a:extLst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noGrp="1"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6551">
            <a:extLst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noGrp="1"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6552">
            <a:extLst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noGrp="1"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6553">
            <a:extLst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noGrp="1"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6554">
            <a:extLst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noGrp="1"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6555">
            <a:extLst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noGrp="1"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6556">
            <a:extLst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noGrp="1"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6557">
            <a:extLst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noGrp="1"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6558">
            <a:extLst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noGrp="1"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6559">
            <a:extLst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noGrp="1"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6560">
            <a:extLst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noGrp="1"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6561">
            <a:extLst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noGrp="1"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6562">
            <a:extLst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noGrp="1"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6563">
            <a:extLst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noGrp="1"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6564">
            <a:extLst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noGrp="1"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6565">
            <a:extLst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noGrp="1"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6566">
            <a:extLst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noGrp="1"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6567">
            <a:extLst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noGrp="1"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6568">
            <a:extLst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noGrp="1"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6569">
            <a:extLst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noGrp="1"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6570">
            <a:extLst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noGrp="1"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6571">
            <a:extLst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noGrp="1"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6572">
            <a:extLst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noGrp="1"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6573">
            <a:extLst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noGrp="1"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6574">
            <a:extLst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noGrp="1"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6575">
            <a:extLst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noGrp="1"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6576">
            <a:extLst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noGrp="1"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6577">
            <a:extLst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noGrp="1"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6578">
            <a:extLst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noGrp="1"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6579">
            <a:extLst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noGrp="1"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6580">
            <a:extLst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noGrp="1"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6581">
            <a:extLst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noGrp="1"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6582">
            <a:extLst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noGrp="1"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6583">
            <a:extLst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noGrp="1"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6584">
            <a:extLst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noGrp="1"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6585">
            <a:extLst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noGrp="1"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6586">
            <a:extLst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noGrp="1"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6587">
            <a:extLst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noGrp="1"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6588">
            <a:extLst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noGrp="1"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6589">
            <a:extLst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noGrp="1"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6590">
            <a:extLst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noGrp="1"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6591">
            <a:extLst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noGrp="1"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6592">
            <a:extLst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noGrp="1"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6593">
            <a:extLst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noGrp="1"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6594">
            <a:extLst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noGrp="1"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6595">
            <a:extLst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noGrp="1"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6596">
            <a:extLst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noGrp="1"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6597">
            <a:extLst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noGrp="1"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6598">
            <a:extLst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noGrp="1"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6599">
            <a:extLst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noGrp="1"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6600">
            <a:extLst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noGrp="1"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6601">
            <a:extLst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noGrp="1"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6602">
            <a:extLst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noGrp="1"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6603">
            <a:extLst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noGrp="1"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6604">
            <a:extLst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noGrp="1"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6605">
            <a:extLst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noGrp="1"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6606">
            <a:extLst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noGrp="1"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6607">
            <a:extLst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noGrp="1"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6608">
            <a:extLst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noGrp="1"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6609">
            <a:extLst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noGrp="1"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6610">
            <a:extLst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noGrp="1"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6611">
            <a:extLst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noGrp="1"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6612">
            <a:extLst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noGrp="1"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6613">
            <a:extLst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noGrp="1"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6614">
            <a:extLst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noGrp="1"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6615">
            <a:extLst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noGrp="1"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6616">
            <a:extLst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noGrp="1"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6617">
            <a:extLst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noGrp="1"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6618">
            <a:extLst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noGrp="1"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6619">
            <a:extLst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noGrp="1"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6620">
            <a:extLst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noGrp="1"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6621">
            <a:extLst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noGrp="1"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6622">
            <a:extLst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noGrp="1"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6623">
            <a:extLst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noGrp="1"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6624">
            <a:extLst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noGrp="1"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6625">
            <a:extLst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noGrp="1"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6626">
            <a:extLst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noGrp="1"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6627">
            <a:extLst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noGrp="1"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6628">
            <a:extLst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noGrp="1"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6629">
            <a:extLst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noGrp="1"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6630">
            <a:extLst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noGrp="1"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6631">
            <a:extLst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noGrp="1"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6632">
            <a:extLst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noGrp="1"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6633">
            <a:extLst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noGrp="1"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6634">
            <a:extLst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noGrp="1"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6635">
            <a:extLst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noGrp="1"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6636">
            <a:extLst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noGrp="1"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6637">
            <a:extLst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noGrp="1"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6638">
            <a:extLst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noGrp="1"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6639">
            <a:extLst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noGrp="1"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6640">
            <a:extLst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noGrp="1"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6641">
            <a:extLst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noGrp="1"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6642">
            <a:extLst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noGrp="1"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6643">
            <a:extLst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noGrp="1"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6644">
            <a:extLst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noGrp="1"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6645">
            <a:extLst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noGrp="1"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6646">
            <a:extLst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noGrp="1"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6647">
            <a:extLst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noGrp="1"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6648">
            <a:extLst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noGrp="1"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6649">
            <a:extLst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noGrp="1"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6650">
            <a:extLst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noGrp="1"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6651">
            <a:extLst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noGrp="1"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6652">
            <a:extLst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noGrp="1"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6653">
            <a:extLst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noGrp="1"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6654">
            <a:extLst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noGrp="1"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6655">
            <a:extLst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noGrp="1"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6656">
            <a:extLst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noGrp="1"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6657">
            <a:extLst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noGrp="1"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6658">
            <a:extLst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noGrp="1"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6659">
            <a:extLst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noGrp="1"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6660">
            <a:extLst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noGrp="1"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6661">
            <a:extLst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noGrp="1"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6662">
            <a:extLst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noGrp="1"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6663">
            <a:extLst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noGrp="1"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6664">
            <a:extLst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noGrp="1"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6665">
            <a:extLst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noGrp="1"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6666">
            <a:extLst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noGrp="1"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6667">
            <a:extLst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noGrp="1"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6668">
            <a:extLst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noGrp="1"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6669">
            <a:extLst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noGrp="1"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6670">
            <a:extLst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noGrp="1"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6671">
            <a:extLst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noGrp="1"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6672">
            <a:extLst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noGrp="1"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6673">
            <a:extLst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noGrp="1"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6674">
            <a:extLst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noGrp="1"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6675">
            <a:extLst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noGrp="1"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6676">
            <a:extLst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noGrp="1"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6677">
            <a:extLst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noGrp="1"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6678">
            <a:extLst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noGrp="1"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6679">
            <a:extLst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noGrp="1"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6680">
            <a:extLst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noGrp="1"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6681">
            <a:extLst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noGrp="1"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6682">
            <a:extLst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noGrp="1"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6683">
            <a:extLst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noGrp="1"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6684">
            <a:extLst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noGrp="1"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6685">
            <a:extLst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noGrp="1"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6686">
            <a:extLst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noGrp="1"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6687">
            <a:extLst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noGrp="1"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6688">
            <a:extLst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noGrp="1"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6689">
            <a:extLst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noGrp="1"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6690">
            <a:extLst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noGrp="1"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6691">
            <a:extLst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noGrp="1"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6692">
            <a:extLst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noGrp="1"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6693">
            <a:extLst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noGrp="1"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6694">
            <a:extLst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noGrp="1"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6695">
            <a:extLst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noGrp="1"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6696">
            <a:extLst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noGrp="1"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6697">
            <a:extLst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noGrp="1"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6698">
            <a:extLst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noGrp="1"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6699">
            <a:extLst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noGrp="1"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6700">
            <a:extLst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noGrp="1"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6701">
            <a:extLst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noGrp="1"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6702">
            <a:extLst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noGrp="1"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6703">
            <a:extLst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noGrp="1"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6704">
            <a:extLst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noGrp="1"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6705">
            <a:extLst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noGrp="1"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6706">
            <a:extLst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noGrp="1"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6707">
            <a:extLst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noGrp="1"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6708">
            <a:extLst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noGrp="1"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6709">
            <a:extLst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noGrp="1"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6710">
            <a:extLst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noGrp="1"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6711">
            <a:extLst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noGrp="1"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6712">
            <a:extLst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noGrp="1"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6713">
            <a:extLst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noGrp="1"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6714">
            <a:extLst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noGrp="1"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6715">
            <a:extLst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noGrp="1"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6716">
            <a:extLst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noGrp="1"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6717">
            <a:extLst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noGrp="1"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6718">
            <a:extLst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noGrp="1"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6719">
            <a:extLst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noGrp="1"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6720">
            <a:extLst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noGrp="1"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6721">
            <a:extLst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noGrp="1"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6722">
            <a:extLst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noGrp="1"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6723">
            <a:extLst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noGrp="1"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6724">
            <a:extLst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noGrp="1"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6725">
            <a:extLst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noGrp="1"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6726">
            <a:extLst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noGrp="1"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6727">
            <a:extLst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noGrp="1"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6728">
            <a:extLst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noGrp="1"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6729">
            <a:extLst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noGrp="1"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6730">
            <a:extLst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noGrp="1"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6731">
            <a:extLst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noGrp="1"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6732">
            <a:extLst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noGrp="1"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6733">
            <a:extLst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noGrp="1"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6734">
            <a:extLst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noGrp="1"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6735">
            <a:extLst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noGrp="1"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6736">
            <a:extLst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noGrp="1"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6737">
            <a:extLst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noGrp="1"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6738">
            <a:extLst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noGrp="1"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6739">
            <a:extLst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noGrp="1"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6740">
            <a:extLst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noGrp="1"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6741">
            <a:extLst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noGrp="1"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6742">
            <a:extLst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noGrp="1"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6743">
            <a:extLst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noGrp="1"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6744">
            <a:extLst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noGrp="1"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6745">
            <a:extLst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noGrp="1"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6746">
            <a:extLst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noGrp="1"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6747">
            <a:extLst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noGrp="1"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6748">
            <a:extLst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noGrp="1"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6749">
            <a:extLst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noGrp="1"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6750">
            <a:extLst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noGrp="1"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6751">
            <a:extLst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noGrp="1"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6752">
            <a:extLst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noGrp="1"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6753">
            <a:extLst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noGrp="1"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6754">
            <a:extLst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noGrp="1"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6755">
            <a:extLst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noGrp="1"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6756">
            <a:extLst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noGrp="1"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6757">
            <a:extLst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noGrp="1"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6758">
            <a:extLst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noGrp="1"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6759">
            <a:extLst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noGrp="1"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6760">
            <a:extLst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noGrp="1"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6761">
            <a:extLst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noGrp="1"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6762">
            <a:extLst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noGrp="1"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6763">
            <a:extLst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noGrp="1"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6764">
            <a:extLst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noGrp="1"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6765">
            <a:extLst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noGrp="1"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6766">
            <a:extLst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noGrp="1"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6767">
            <a:extLst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noGrp="1"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6768">
            <a:extLst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noGrp="1"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6769">
            <a:extLst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noGrp="1"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6770">
            <a:extLst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noGrp="1"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6771">
            <a:extLst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noGrp="1"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6772">
            <a:extLst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noGrp="1"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6773">
            <a:extLst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noGrp="1"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6774">
            <a:extLst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noGrp="1"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6775">
            <a:extLst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noGrp="1"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6776">
            <a:extLst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noGrp="1"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6777">
            <a:extLst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noGrp="1"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6778">
            <a:extLst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noGrp="1"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6779">
            <a:extLst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noGrp="1"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6780">
            <a:extLst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noGrp="1"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6781">
            <a:extLst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noGrp="1"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6782">
            <a:extLst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noGrp="1"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6783">
            <a:extLst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noGrp="1"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6784">
            <a:extLst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noGrp="1"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6785">
            <a:extLst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noGrp="1"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6786">
            <a:extLst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noGrp="1"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6787">
            <a:extLst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noGrp="1"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6788">
            <a:extLst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noGrp="1"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6789">
            <a:extLst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noGrp="1"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6790">
            <a:extLst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noGrp="1"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6791">
            <a:extLst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noGrp="1"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6792">
            <a:extLst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noGrp="1"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6793">
            <a:extLst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noGrp="1"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6794">
            <a:extLst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noGrp="1"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6795">
            <a:extLst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noGrp="1"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6796">
            <a:extLst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noGrp="1"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6797">
            <a:extLst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noGrp="1"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6798">
            <a:extLst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6799">
            <a:extLst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6800">
            <a:extLst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noGrp="1"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6801">
            <a:extLst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noGrp="1"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6802">
            <a:extLst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noGrp="1"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6803">
            <a:extLst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noGrp="1"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6804">
            <a:extLst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noGrp="1"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6805">
            <a:extLst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noGrp="1"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6806">
            <a:extLst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noGrp="1"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6807">
            <a:extLst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noGrp="1"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6808">
            <a:extLst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noGrp="1"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6809">
            <a:extLst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noGrp="1"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6810">
            <a:extLst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noGrp="1"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6811">
            <a:extLst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noGrp="1"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6812">
            <a:extLst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noGrp="1"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6813">
            <a:extLst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noGrp="1"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6814">
            <a:extLst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noGrp="1"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6815">
            <a:extLst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noGrp="1"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6816">
            <a:extLst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noGrp="1"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6817">
            <a:extLst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noGrp="1"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6818">
            <a:extLst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noGrp="1"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6819">
            <a:extLst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noGrp="1"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6820">
            <a:extLst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noGrp="1"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6821">
            <a:extLst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noGrp="1"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6822">
            <a:extLst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noGrp="1"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6823">
            <a:extLst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noGrp="1"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6824">
            <a:extLst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noGrp="1"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6825">
            <a:extLst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noGrp="1"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6826">
            <a:extLst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noGrp="1"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6827">
            <a:extLst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noGrp="1"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6828">
            <a:extLst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noGrp="1"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6829">
            <a:extLst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noGrp="1"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6830">
            <a:extLst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noGrp="1"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6831">
            <a:extLst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noGrp="1"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6832">
            <a:extLst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noGrp="1"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6833">
            <a:extLst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noGrp="1"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6834">
            <a:extLst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noGrp="1"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6835">
            <a:extLst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noGrp="1"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6836">
            <a:extLst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noGrp="1"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6837">
            <a:extLst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noGrp="1"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6838">
            <a:extLst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noGrp="1"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6839">
            <a:extLst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noGrp="1"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6840">
            <a:extLst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noGrp="1"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6841">
            <a:extLst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noGrp="1"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6842">
            <a:extLst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noGrp="1"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6843">
            <a:extLst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noGrp="1"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6844">
            <a:extLst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noGrp="1"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6845">
            <a:extLst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noGrp="1"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6846">
            <a:extLst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noGrp="1"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6847">
            <a:extLst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noGrp="1"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6848">
            <a:extLst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noGrp="1"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6849">
            <a:extLst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noGrp="1"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6850">
            <a:extLst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noGrp="1"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6851">
            <a:extLst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noGrp="1"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6852">
            <a:extLst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noGrp="1"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6853">
            <a:extLst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noGrp="1"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6854">
            <a:extLst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noGrp="1"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6855">
            <a:extLst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noGrp="1"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6856">
            <a:extLst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noGrp="1"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6857">
            <a:extLst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noGrp="1"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6858">
            <a:extLst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noGrp="1"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6859">
            <a:extLst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noGrp="1"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6860">
            <a:extLst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noGrp="1"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6861">
            <a:extLst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noGrp="1"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6862">
            <a:extLst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noGrp="1"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6863">
            <a:extLst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noGrp="1"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6864">
            <a:extLst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noGrp="1"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6865">
            <a:extLst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noGrp="1"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6866">
            <a:extLst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noGrp="1"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6867">
            <a:extLst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noGrp="1"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6868">
            <a:extLst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noGrp="1"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6869">
            <a:extLst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noGrp="1"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6870">
            <a:extLst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noGrp="1"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6871">
            <a:extLst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noGrp="1"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6872">
            <a:extLst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noGrp="1"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6873">
            <a:extLst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noGrp="1"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6874">
            <a:extLst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noGrp="1"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6875">
            <a:extLst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noGrp="1"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6876">
            <a:extLst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noGrp="1"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6877">
            <a:extLst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noGrp="1"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6878">
            <a:extLst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noGrp="1"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6879">
            <a:extLst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noGrp="1"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6880">
            <a:extLst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noGrp="1"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6881">
            <a:extLst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noGrp="1"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6882">
            <a:extLst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noGrp="1"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6883">
            <a:extLst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noGrp="1"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6884">
            <a:extLst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noGrp="1"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6885">
            <a:extLst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noGrp="1"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6886">
            <a:extLst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noGrp="1"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6887">
            <a:extLst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noGrp="1"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6888">
            <a:extLst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noGrp="1"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6889">
            <a:extLst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noGrp="1"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6890">
            <a:extLst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noGrp="1"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6891">
            <a:extLst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noGrp="1"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6892">
            <a:extLst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noGrp="1"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6893">
            <a:extLst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noGrp="1"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6894">
            <a:extLst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noGrp="1"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6895">
            <a:extLst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noGrp="1"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6896">
            <a:extLst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noGrp="1"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6897">
            <a:extLst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noGrp="1"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6898">
            <a:extLst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noGrp="1"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6899">
            <a:extLst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noGrp="1"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6900">
            <a:extLst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noGrp="1"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6901">
            <a:extLst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noGrp="1"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6902">
            <a:extLst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noGrp="1"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6903">
            <a:extLst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noGrp="1"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6904">
            <a:extLst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noGrp="1"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6905">
            <a:extLst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noGrp="1"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6906">
            <a:extLst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noGrp="1"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6907">
            <a:extLst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noGrp="1"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6908">
            <a:extLst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noGrp="1"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6909">
            <a:extLst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noGrp="1"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6910">
            <a:extLst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noGrp="1"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6911">
            <a:extLst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noGrp="1"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6912">
            <a:extLst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noGrp="1"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6913">
            <a:extLst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noGrp="1"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6914">
            <a:extLst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noGrp="1"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6915">
            <a:extLst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noGrp="1"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6916">
            <a:extLst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noGrp="1"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6917">
            <a:extLst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noGrp="1"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6918">
            <a:extLst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noGrp="1"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6919">
            <a:extLst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noGrp="1"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6920">
            <a:extLst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noGrp="1"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6921">
            <a:extLst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noGrp="1"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6922">
            <a:extLst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noGrp="1"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6923">
            <a:extLst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noGrp="1"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6924">
            <a:extLst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noGrp="1"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6925">
            <a:extLst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noGrp="1"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6926">
            <a:extLst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noGrp="1"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6927">
            <a:extLst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noGrp="1"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6928">
            <a:extLst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noGrp="1"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6929">
            <a:extLst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noGrp="1"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6930">
            <a:extLst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noGrp="1"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6931">
            <a:extLst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noGrp="1"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6932">
            <a:extLst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noGrp="1"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6933">
            <a:extLst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noGrp="1"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noGrp="1"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noGrp="1"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noGrp="1"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noGrp="1"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noGrp="1"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noGrp="1"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noGrp="1"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noGrp="1"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noGrp="1"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noGrp="1"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noGrp="1"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noGrp="1"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6948">
            <a:extLst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noGrp="1"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noGrp="1"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noGrp="1"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noGrp="1"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noGrp="1"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noGrp="1"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noGrp="1"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noGrp="1"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noGrp="1"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noGrp="1"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noGrp="1"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noGrp="1"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noGrp="1"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noGrp="1"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noGrp="1"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noGrp="1"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noGrp="1"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noGrp="1"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noGrp="1"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6967">
            <a:extLst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noGrp="1"/>
          </p:cNvSpPr>
          <p:nvPr/>
        </p:nvSpPr>
        <p:spPr>
          <a:xfrm>
            <a:off x="722363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6968">
            <a:extLst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noGrp="1"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6969">
            <a:extLst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noGrp="1"/>
          </p:cNvSpPr>
          <p:nvPr/>
        </p:nvSpPr>
        <p:spPr>
          <a:xfrm>
            <a:off x="724343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6970">
            <a:extLst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noGrp="1"/>
          </p:cNvSpPr>
          <p:nvPr/>
        </p:nvSpPr>
        <p:spPr>
          <a:xfrm>
            <a:off x="72655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6971">
            <a:extLst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noGrp="1"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6972">
            <a:extLst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noGrp="1"/>
          </p:cNvSpPr>
          <p:nvPr/>
        </p:nvSpPr>
        <p:spPr>
          <a:xfrm>
            <a:off x="7327348" y="32331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6973">
            <a:extLst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noGrp="1"/>
          </p:cNvSpPr>
          <p:nvPr/>
        </p:nvSpPr>
        <p:spPr>
          <a:xfrm>
            <a:off x="72305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6974">
            <a:extLst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noGrp="1"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6975">
            <a:extLst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6976">
            <a:extLst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noGrp="1"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6977">
            <a:extLst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noGrp="1"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6978">
            <a:extLst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noGrp="1"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6979">
            <a:extLst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noGrp="1"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6980">
            <a:extLst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noGrp="1"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6981">
            <a:extLst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noGrp="1"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6982">
            <a:extLst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noGrp="1"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6983">
            <a:extLst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noGrp="1"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6984">
            <a:extLst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noGrp="1"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6985">
            <a:extLst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noGrp="1"/>
          </p:cNvSpPr>
          <p:nvPr/>
        </p:nvSpPr>
        <p:spPr>
          <a:xfrm>
            <a:off x="73433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6986">
            <a:extLst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noGrp="1"/>
          </p:cNvSpPr>
          <p:nvPr/>
        </p:nvSpPr>
        <p:spPr>
          <a:xfrm>
            <a:off x="72984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6987">
            <a:extLst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noGrp="1"/>
          </p:cNvSpPr>
          <p:nvPr/>
        </p:nvSpPr>
        <p:spPr>
          <a:xfrm>
            <a:off x="7221157" y="32139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6988">
            <a:extLst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noGrp="1"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6989">
            <a:extLst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noGrp="1"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6990">
            <a:extLst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noGrp="1"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6991">
            <a:extLst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noGrp="1"/>
          </p:cNvSpPr>
          <p:nvPr/>
        </p:nvSpPr>
        <p:spPr>
          <a:xfrm>
            <a:off x="7220114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6992">
            <a:extLst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noGrp="1"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6993">
            <a:extLst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noGrp="1"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6994">
            <a:extLst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noGrp="1"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6995">
            <a:extLst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noGrp="1"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6996">
            <a:extLst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noGrp="1"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6997">
            <a:extLst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noGrp="1"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6998">
            <a:extLst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noGrp="1"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6999">
            <a:extLst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noGrp="1"/>
          </p:cNvSpPr>
          <p:nvPr/>
        </p:nvSpPr>
        <p:spPr>
          <a:xfrm>
            <a:off x="7304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7000">
            <a:extLst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noGrp="1"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7001">
            <a:extLst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noGrp="1"/>
          </p:cNvSpPr>
          <p:nvPr/>
        </p:nvSpPr>
        <p:spPr>
          <a:xfrm>
            <a:off x="72205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7002">
            <a:extLst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noGrp="1"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7003">
            <a:extLst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noGrp="1"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7004">
            <a:extLst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noGrp="1"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7005">
            <a:extLst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noGrp="1"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7006">
            <a:extLst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noGrp="1"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7007">
            <a:extLst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noGrp="1"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7008">
            <a:extLst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noGrp="1"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7009">
            <a:extLst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noGrp="1"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7010">
            <a:extLst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7011">
            <a:extLst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7012">
            <a:extLst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7013">
            <a:extLst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noGrp="1"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7014">
            <a:extLst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noGrp="1"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7015">
            <a:extLst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noGrp="1"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7016">
            <a:extLst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noGrp="1"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7017">
            <a:extLst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noGrp="1"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7018">
            <a:extLst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noGrp="1"/>
          </p:cNvSpPr>
          <p:nvPr/>
        </p:nvSpPr>
        <p:spPr>
          <a:xfrm>
            <a:off x="7337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7019">
            <a:extLst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noGrp="1"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7020">
            <a:extLst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noGrp="1"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7021">
            <a:extLst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noGrp="1"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7022">
            <a:extLst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noGrp="1"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7023">
            <a:extLst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noGrp="1"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7024">
            <a:extLst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noGrp="1"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7025">
            <a:extLst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noGrp="1"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7026">
            <a:extLst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noGrp="1"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7027">
            <a:extLst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noGrp="1"/>
          </p:cNvSpPr>
          <p:nvPr/>
        </p:nvSpPr>
        <p:spPr>
          <a:xfrm>
            <a:off x="7310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7028">
            <a:extLst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noGrp="1"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7029">
            <a:extLst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noGrp="1"/>
          </p:cNvSpPr>
          <p:nvPr/>
        </p:nvSpPr>
        <p:spPr>
          <a:xfrm>
            <a:off x="725373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7030">
            <a:extLst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noGrp="1"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7031">
            <a:extLst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noGrp="1"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7032">
            <a:extLst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7033">
            <a:extLst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7034">
            <a:extLst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noGrp="1"/>
          </p:cNvSpPr>
          <p:nvPr/>
        </p:nvSpPr>
        <p:spPr>
          <a:xfrm>
            <a:off x="733555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7035">
            <a:extLst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noGrp="1"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7036">
            <a:extLst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noGrp="1"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7037">
            <a:extLst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noGrp="1"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7038">
            <a:extLst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noGrp="1"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7039">
            <a:extLst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noGrp="1"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7040">
            <a:extLst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7041">
            <a:extLst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noGrp="1"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7042">
            <a:extLst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noGrp="1"/>
          </p:cNvSpPr>
          <p:nvPr/>
        </p:nvSpPr>
        <p:spPr>
          <a:xfrm>
            <a:off x="7308976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7043">
            <a:extLst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noGrp="1"/>
          </p:cNvSpPr>
          <p:nvPr/>
        </p:nvSpPr>
        <p:spPr>
          <a:xfrm>
            <a:off x="7243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7044">
            <a:extLst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noGrp="1"/>
          </p:cNvSpPr>
          <p:nvPr/>
        </p:nvSpPr>
        <p:spPr>
          <a:xfrm>
            <a:off x="7256076" y="32410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7045">
            <a:extLst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noGrp="1"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7046">
            <a:extLst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noGrp="1"/>
          </p:cNvSpPr>
          <p:nvPr/>
        </p:nvSpPr>
        <p:spPr>
          <a:xfrm>
            <a:off x="72485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7047">
            <a:extLst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noGrp="1"/>
          </p:cNvSpPr>
          <p:nvPr/>
        </p:nvSpPr>
        <p:spPr>
          <a:xfrm>
            <a:off x="725360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7048">
            <a:extLst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noGrp="1"/>
          </p:cNvSpPr>
          <p:nvPr/>
        </p:nvSpPr>
        <p:spPr>
          <a:xfrm>
            <a:off x="733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7049">
            <a:extLst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noGrp="1"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7050">
            <a:extLst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7051">
            <a:extLst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noGrp="1"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7052">
            <a:extLst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noGrp="1"/>
          </p:cNvSpPr>
          <p:nvPr/>
        </p:nvSpPr>
        <p:spPr>
          <a:xfrm>
            <a:off x="732773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7053">
            <a:extLst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noGrp="1"/>
          </p:cNvSpPr>
          <p:nvPr/>
        </p:nvSpPr>
        <p:spPr>
          <a:xfrm>
            <a:off x="7303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7054">
            <a:extLst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7055">
            <a:extLst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7056">
            <a:extLst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noGrp="1"/>
          </p:cNvSpPr>
          <p:nvPr/>
        </p:nvSpPr>
        <p:spPr>
          <a:xfrm>
            <a:off x="7269236" y="371706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7057">
            <a:extLst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noGrp="1"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7058">
            <a:extLst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noGrp="1"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7059">
            <a:extLst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noGrp="1"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7060">
            <a:extLst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noGrp="1"/>
          </p:cNvSpPr>
          <p:nvPr/>
        </p:nvSpPr>
        <p:spPr>
          <a:xfrm>
            <a:off x="733164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7061">
            <a:extLst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noGrp="1"/>
          </p:cNvSpPr>
          <p:nvPr/>
        </p:nvSpPr>
        <p:spPr>
          <a:xfrm>
            <a:off x="72567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7062">
            <a:extLst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noGrp="1"/>
          </p:cNvSpPr>
          <p:nvPr/>
        </p:nvSpPr>
        <p:spPr>
          <a:xfrm>
            <a:off x="72370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7063">
            <a:extLst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noGrp="1"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7064">
            <a:extLst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7065">
            <a:extLst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noGrp="1"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7066">
            <a:extLst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noGrp="1"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7067">
            <a:extLst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noGrp="1"/>
          </p:cNvSpPr>
          <p:nvPr/>
        </p:nvSpPr>
        <p:spPr>
          <a:xfrm>
            <a:off x="72321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7068">
            <a:extLst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noGrp="1"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7069">
            <a:extLst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noGrp="1"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7070">
            <a:extLst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noGrp="1"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7071">
            <a:extLst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7072">
            <a:extLst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noGrp="1"/>
          </p:cNvSpPr>
          <p:nvPr/>
        </p:nvSpPr>
        <p:spPr>
          <a:xfrm>
            <a:off x="7339205" y="31023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7073">
            <a:extLst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noGrp="1"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7074">
            <a:extLst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noGrp="1"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7075">
            <a:extLst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7076">
            <a:extLst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noGrp="1"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7077">
            <a:extLst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noGrp="1"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7078">
            <a:extLst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noGrp="1"/>
          </p:cNvSpPr>
          <p:nvPr/>
        </p:nvSpPr>
        <p:spPr>
          <a:xfrm>
            <a:off x="73191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7079">
            <a:extLst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noGrp="1"/>
          </p:cNvSpPr>
          <p:nvPr/>
        </p:nvSpPr>
        <p:spPr>
          <a:xfrm>
            <a:off x="722793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7080">
            <a:extLst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noGrp="1"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7081">
            <a:extLst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noGrp="1"/>
          </p:cNvSpPr>
          <p:nvPr/>
        </p:nvSpPr>
        <p:spPr>
          <a:xfrm>
            <a:off x="7300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7082">
            <a:extLst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noGrp="1"/>
          </p:cNvSpPr>
          <p:nvPr/>
        </p:nvSpPr>
        <p:spPr>
          <a:xfrm>
            <a:off x="7338423" y="31033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7083">
            <a:extLst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noGrp="1"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7084">
            <a:extLst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noGrp="1"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7085">
            <a:extLst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noGrp="1"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7086">
            <a:extLst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noGrp="1"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7087">
            <a:extLst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noGrp="1"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7088">
            <a:extLst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noGrp="1"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7089">
            <a:extLst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noGrp="1"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7090">
            <a:extLst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noGrp="1"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7091">
            <a:extLst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noGrp="1"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7092">
            <a:extLst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noGrp="1"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7093">
            <a:extLst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noGrp="1"/>
          </p:cNvSpPr>
          <p:nvPr/>
        </p:nvSpPr>
        <p:spPr>
          <a:xfrm>
            <a:off x="7284220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7094">
            <a:extLst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noGrp="1"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7095">
            <a:extLst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noGrp="1"/>
          </p:cNvSpPr>
          <p:nvPr/>
        </p:nvSpPr>
        <p:spPr>
          <a:xfrm>
            <a:off x="7267803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7096">
            <a:extLst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noGrp="1"/>
          </p:cNvSpPr>
          <p:nvPr/>
        </p:nvSpPr>
        <p:spPr>
          <a:xfrm>
            <a:off x="732409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7097">
            <a:extLst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noGrp="1"/>
          </p:cNvSpPr>
          <p:nvPr/>
        </p:nvSpPr>
        <p:spPr>
          <a:xfrm>
            <a:off x="7231841" y="31625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7098">
            <a:extLst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noGrp="1"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7099">
            <a:extLst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noGrp="1"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7100">
            <a:extLst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noGrp="1"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7101">
            <a:extLst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noGrp="1"/>
          </p:cNvSpPr>
          <p:nvPr/>
        </p:nvSpPr>
        <p:spPr>
          <a:xfrm>
            <a:off x="7333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7102">
            <a:extLst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noGrp="1"/>
          </p:cNvSpPr>
          <p:nvPr/>
        </p:nvSpPr>
        <p:spPr>
          <a:xfrm>
            <a:off x="73135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7103">
            <a:extLst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noGrp="1"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7104">
            <a:extLst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7105">
            <a:extLst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noGrp="1"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7106">
            <a:extLst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noGrp="1"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7107">
            <a:extLst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noGrp="1"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7108">
            <a:extLst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noGrp="1"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7109">
            <a:extLst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noGrp="1"/>
          </p:cNvSpPr>
          <p:nvPr/>
        </p:nvSpPr>
        <p:spPr>
          <a:xfrm>
            <a:off x="73067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7110">
            <a:extLst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noGrp="1"/>
          </p:cNvSpPr>
          <p:nvPr/>
        </p:nvSpPr>
        <p:spPr>
          <a:xfrm>
            <a:off x="7305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7111">
            <a:extLst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noGrp="1"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7112">
            <a:extLst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noGrp="1"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7113">
            <a:extLst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noGrp="1"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7114">
            <a:extLst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noGrp="1"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7115">
            <a:extLst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noGrp="1"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7116">
            <a:extLst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noGrp="1"/>
          </p:cNvSpPr>
          <p:nvPr/>
        </p:nvSpPr>
        <p:spPr>
          <a:xfrm>
            <a:off x="730611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7117">
            <a:extLst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noGrp="1"/>
          </p:cNvSpPr>
          <p:nvPr/>
        </p:nvSpPr>
        <p:spPr>
          <a:xfrm>
            <a:off x="732330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7118">
            <a:extLst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noGrp="1"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7119">
            <a:extLst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noGrp="1"/>
          </p:cNvSpPr>
          <p:nvPr/>
        </p:nvSpPr>
        <p:spPr>
          <a:xfrm>
            <a:off x="7307283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7120">
            <a:extLst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noGrp="1"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7121">
            <a:extLst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noGrp="1"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7122">
            <a:extLst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noGrp="1"/>
          </p:cNvSpPr>
          <p:nvPr/>
        </p:nvSpPr>
        <p:spPr>
          <a:xfrm>
            <a:off x="72307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7123">
            <a:extLst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noGrp="1"/>
          </p:cNvSpPr>
          <p:nvPr/>
        </p:nvSpPr>
        <p:spPr>
          <a:xfrm>
            <a:off x="7305849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7124">
            <a:extLst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noGrp="1"/>
          </p:cNvSpPr>
          <p:nvPr/>
        </p:nvSpPr>
        <p:spPr>
          <a:xfrm>
            <a:off x="733946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7125">
            <a:extLst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noGrp="1"/>
          </p:cNvSpPr>
          <p:nvPr/>
        </p:nvSpPr>
        <p:spPr>
          <a:xfrm>
            <a:off x="7345069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7126">
            <a:extLst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noGrp="1"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7127">
            <a:extLst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noGrp="1"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7128">
            <a:extLst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noGrp="1"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7129">
            <a:extLst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noGrp="1"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7130">
            <a:extLst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noGrp="1"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7131">
            <a:extLst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noGrp="1"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7132">
            <a:extLst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noGrp="1"/>
          </p:cNvSpPr>
          <p:nvPr/>
        </p:nvSpPr>
        <p:spPr>
          <a:xfrm>
            <a:off x="7272624" y="34160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7133">
            <a:extLst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noGrp="1"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7134">
            <a:extLst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noGrp="1"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7135">
            <a:extLst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noGrp="1"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7136">
            <a:extLst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noGrp="1"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7137">
            <a:extLst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noGrp="1"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7138">
            <a:extLst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noGrp="1"/>
          </p:cNvSpPr>
          <p:nvPr/>
        </p:nvSpPr>
        <p:spPr>
          <a:xfrm>
            <a:off x="72373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7139">
            <a:extLst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noGrp="1"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7140">
            <a:extLst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noGrp="1"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7141">
            <a:extLst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noGrp="1"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7142">
            <a:extLst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noGrp="1"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7143">
            <a:extLst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noGrp="1"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7144">
            <a:extLst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noGrp="1"/>
          </p:cNvSpPr>
          <p:nvPr/>
        </p:nvSpPr>
        <p:spPr>
          <a:xfrm>
            <a:off x="72202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7145">
            <a:extLst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noGrp="1"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7146">
            <a:extLst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noGrp="1"/>
          </p:cNvSpPr>
          <p:nvPr/>
        </p:nvSpPr>
        <p:spPr>
          <a:xfrm>
            <a:off x="756514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7147">
            <a:extLst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noGrp="1"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7148">
            <a:extLst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noGrp="1"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7149">
            <a:extLst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noGrp="1"/>
          </p:cNvSpPr>
          <p:nvPr/>
        </p:nvSpPr>
        <p:spPr>
          <a:xfrm>
            <a:off x="76071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7150">
            <a:extLst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noGrp="1"/>
          </p:cNvSpPr>
          <p:nvPr/>
        </p:nvSpPr>
        <p:spPr>
          <a:xfrm>
            <a:off x="76450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7151">
            <a:extLst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noGrp="1"/>
          </p:cNvSpPr>
          <p:nvPr/>
        </p:nvSpPr>
        <p:spPr>
          <a:xfrm>
            <a:off x="7668862" y="30281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7152">
            <a:extLst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noGrp="1"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7153">
            <a:extLst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noGrp="1"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7154">
            <a:extLst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7155">
            <a:extLst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noGrp="1"/>
          </p:cNvSpPr>
          <p:nvPr/>
        </p:nvSpPr>
        <p:spPr>
          <a:xfrm>
            <a:off x="75581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7156">
            <a:extLst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noGrp="1"/>
          </p:cNvSpPr>
          <p:nvPr/>
        </p:nvSpPr>
        <p:spPr>
          <a:xfrm>
            <a:off x="76584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7157">
            <a:extLst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noGrp="1"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7158">
            <a:extLst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noGrp="1"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7159">
            <a:extLst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noGrp="1"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7160">
            <a:extLst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noGrp="1"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7161">
            <a:extLst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noGrp="1"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7162">
            <a:extLst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noGrp="1"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7163">
            <a:extLst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noGrp="1"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7164">
            <a:extLst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noGrp="1"/>
          </p:cNvSpPr>
          <p:nvPr/>
        </p:nvSpPr>
        <p:spPr>
          <a:xfrm>
            <a:off x="76848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7165">
            <a:extLst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noGrp="1"/>
          </p:cNvSpPr>
          <p:nvPr/>
        </p:nvSpPr>
        <p:spPr>
          <a:xfrm>
            <a:off x="76399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7166">
            <a:extLst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noGrp="1"/>
          </p:cNvSpPr>
          <p:nvPr/>
        </p:nvSpPr>
        <p:spPr>
          <a:xfrm>
            <a:off x="7562670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7167">
            <a:extLst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noGrp="1"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7168">
            <a:extLst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noGrp="1"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7169">
            <a:extLst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noGrp="1"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7170">
            <a:extLst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noGrp="1"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7171">
            <a:extLst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noGrp="1"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7172">
            <a:extLst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noGrp="1"/>
          </p:cNvSpPr>
          <p:nvPr/>
        </p:nvSpPr>
        <p:spPr>
          <a:xfrm>
            <a:off x="76360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7173">
            <a:extLst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noGrp="1"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7174">
            <a:extLst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noGrp="1"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7175">
            <a:extLst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noGrp="1"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7176">
            <a:extLst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noGrp="1"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7177">
            <a:extLst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noGrp="1"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7178">
            <a:extLst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noGrp="1"/>
          </p:cNvSpPr>
          <p:nvPr/>
        </p:nvSpPr>
        <p:spPr>
          <a:xfrm>
            <a:off x="76459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7179">
            <a:extLst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noGrp="1"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7180">
            <a:extLst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noGrp="1"/>
          </p:cNvSpPr>
          <p:nvPr/>
        </p:nvSpPr>
        <p:spPr>
          <a:xfrm>
            <a:off x="75620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7181">
            <a:extLst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noGrp="1"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7182">
            <a:extLst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noGrp="1"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7183">
            <a:extLst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noGrp="1"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7184">
            <a:extLst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noGrp="1"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7185">
            <a:extLst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noGrp="1"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7186">
            <a:extLst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noGrp="1"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7187">
            <a:extLst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noGrp="1"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7188">
            <a:extLst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noGrp="1"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7189">
            <a:extLst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7190">
            <a:extLst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7191">
            <a:extLst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7192">
            <a:extLst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noGrp="1"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7193">
            <a:extLst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noGrp="1"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7194">
            <a:extLst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noGrp="1"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7195">
            <a:extLst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noGrp="1"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7196">
            <a:extLst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noGrp="1"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7197">
            <a:extLst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noGrp="1"/>
          </p:cNvSpPr>
          <p:nvPr/>
        </p:nvSpPr>
        <p:spPr>
          <a:xfrm>
            <a:off x="76790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7198">
            <a:extLst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noGrp="1"/>
          </p:cNvSpPr>
          <p:nvPr/>
        </p:nvSpPr>
        <p:spPr>
          <a:xfrm>
            <a:off x="756384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7199">
            <a:extLst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noGrp="1"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7200">
            <a:extLst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noGrp="1"/>
          </p:cNvSpPr>
          <p:nvPr/>
        </p:nvSpPr>
        <p:spPr>
          <a:xfrm>
            <a:off x="765218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7201">
            <a:extLst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noGrp="1"/>
          </p:cNvSpPr>
          <p:nvPr/>
        </p:nvSpPr>
        <p:spPr>
          <a:xfrm>
            <a:off x="76072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7202">
            <a:extLst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noGrp="1"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7203">
            <a:extLst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noGrp="1"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7204">
            <a:extLst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noGrp="1"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7205">
            <a:extLst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noGrp="1"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7206">
            <a:extLst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noGrp="1"/>
          </p:cNvSpPr>
          <p:nvPr/>
        </p:nvSpPr>
        <p:spPr>
          <a:xfrm>
            <a:off x="76524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7207">
            <a:extLst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noGrp="1"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7208">
            <a:extLst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noGrp="1"/>
          </p:cNvSpPr>
          <p:nvPr/>
        </p:nvSpPr>
        <p:spPr>
          <a:xfrm>
            <a:off x="75952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7209">
            <a:extLst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noGrp="1"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7210">
            <a:extLst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noGrp="1"/>
          </p:cNvSpPr>
          <p:nvPr/>
        </p:nvSpPr>
        <p:spPr>
          <a:xfrm>
            <a:off x="75814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7211">
            <a:extLst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7212">
            <a:extLst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7213">
            <a:extLst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noGrp="1"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7214">
            <a:extLst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noGrp="1"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7215">
            <a:extLst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noGrp="1"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7216">
            <a:extLst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noGrp="1"/>
          </p:cNvSpPr>
          <p:nvPr/>
        </p:nvSpPr>
        <p:spPr>
          <a:xfrm>
            <a:off x="7652705" y="26698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7217">
            <a:extLst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noGrp="1"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7218">
            <a:extLst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noGrp="1"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7219">
            <a:extLst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7220">
            <a:extLst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noGrp="1"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7221">
            <a:extLst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noGrp="1"/>
          </p:cNvSpPr>
          <p:nvPr/>
        </p:nvSpPr>
        <p:spPr>
          <a:xfrm>
            <a:off x="765049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7222">
            <a:extLst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noGrp="1"/>
          </p:cNvSpPr>
          <p:nvPr/>
        </p:nvSpPr>
        <p:spPr>
          <a:xfrm>
            <a:off x="75849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7223">
            <a:extLst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noGrp="1"/>
          </p:cNvSpPr>
          <p:nvPr/>
        </p:nvSpPr>
        <p:spPr>
          <a:xfrm>
            <a:off x="7597590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7224">
            <a:extLst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noGrp="1"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7225">
            <a:extLst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noGrp="1"/>
          </p:cNvSpPr>
          <p:nvPr/>
        </p:nvSpPr>
        <p:spPr>
          <a:xfrm>
            <a:off x="7590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7226">
            <a:extLst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noGrp="1"/>
          </p:cNvSpPr>
          <p:nvPr/>
        </p:nvSpPr>
        <p:spPr>
          <a:xfrm>
            <a:off x="759511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7227">
            <a:extLst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noGrp="1"/>
          </p:cNvSpPr>
          <p:nvPr/>
        </p:nvSpPr>
        <p:spPr>
          <a:xfrm>
            <a:off x="76760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7228">
            <a:extLst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noGrp="1"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7229">
            <a:extLst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7230">
            <a:extLst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noGrp="1"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7231">
            <a:extLst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noGrp="1"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7232">
            <a:extLst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noGrp="1"/>
          </p:cNvSpPr>
          <p:nvPr/>
        </p:nvSpPr>
        <p:spPr>
          <a:xfrm>
            <a:off x="7644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7233">
            <a:extLst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7234">
            <a:extLst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7235">
            <a:extLst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noGrp="1"/>
          </p:cNvSpPr>
          <p:nvPr/>
        </p:nvSpPr>
        <p:spPr>
          <a:xfrm>
            <a:off x="7610750" y="3655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7236">
            <a:extLst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noGrp="1"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7237">
            <a:extLst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noGrp="1"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7238">
            <a:extLst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noGrp="1"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7239">
            <a:extLst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noGrp="1"/>
          </p:cNvSpPr>
          <p:nvPr/>
        </p:nvSpPr>
        <p:spPr>
          <a:xfrm>
            <a:off x="767316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7240">
            <a:extLst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noGrp="1"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7241">
            <a:extLst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noGrp="1"/>
          </p:cNvSpPr>
          <p:nvPr/>
        </p:nvSpPr>
        <p:spPr>
          <a:xfrm>
            <a:off x="75785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7242">
            <a:extLst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noGrp="1"/>
          </p:cNvSpPr>
          <p:nvPr/>
        </p:nvSpPr>
        <p:spPr>
          <a:xfrm>
            <a:off x="76543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7243">
            <a:extLst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7244">
            <a:extLst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noGrp="1"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7245">
            <a:extLst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noGrp="1"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7246">
            <a:extLst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noGrp="1"/>
          </p:cNvSpPr>
          <p:nvPr/>
        </p:nvSpPr>
        <p:spPr>
          <a:xfrm>
            <a:off x="75736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7247">
            <a:extLst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noGrp="1"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7248">
            <a:extLst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noGrp="1"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7249">
            <a:extLst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noGrp="1"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7250">
            <a:extLst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7251">
            <a:extLst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noGrp="1"/>
          </p:cNvSpPr>
          <p:nvPr/>
        </p:nvSpPr>
        <p:spPr>
          <a:xfrm>
            <a:off x="7680719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7252">
            <a:extLst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noGrp="1"/>
          </p:cNvSpPr>
          <p:nvPr/>
        </p:nvSpPr>
        <p:spPr>
          <a:xfrm>
            <a:off x="7686322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7253">
            <a:extLst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noGrp="1"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7254">
            <a:extLst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7255">
            <a:extLst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noGrp="1"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7256">
            <a:extLst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noGrp="1"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7257">
            <a:extLst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noGrp="1"/>
          </p:cNvSpPr>
          <p:nvPr/>
        </p:nvSpPr>
        <p:spPr>
          <a:xfrm>
            <a:off x="76606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7258">
            <a:extLst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noGrp="1"/>
          </p:cNvSpPr>
          <p:nvPr/>
        </p:nvSpPr>
        <p:spPr>
          <a:xfrm>
            <a:off x="756944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7259">
            <a:extLst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noGrp="1"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7260">
            <a:extLst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noGrp="1"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7261">
            <a:extLst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noGrp="1"/>
          </p:cNvSpPr>
          <p:nvPr/>
        </p:nvSpPr>
        <p:spPr>
          <a:xfrm>
            <a:off x="767993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7262">
            <a:extLst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noGrp="1"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7263">
            <a:extLst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noGrp="1"/>
          </p:cNvSpPr>
          <p:nvPr/>
        </p:nvSpPr>
        <p:spPr>
          <a:xfrm>
            <a:off x="76099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7264">
            <a:extLst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noGrp="1"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7265">
            <a:extLst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noGrp="1"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7266">
            <a:extLst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noGrp="1"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7267">
            <a:extLst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noGrp="1"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7268">
            <a:extLst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noGrp="1"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7269">
            <a:extLst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noGrp="1"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7270">
            <a:extLst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noGrp="1"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7271">
            <a:extLst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noGrp="1"/>
          </p:cNvSpPr>
          <p:nvPr/>
        </p:nvSpPr>
        <p:spPr>
          <a:xfrm>
            <a:off x="75965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7272">
            <a:extLst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noGrp="1"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7273">
            <a:extLst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noGrp="1"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7274">
            <a:extLst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noGrp="1"/>
          </p:cNvSpPr>
          <p:nvPr/>
        </p:nvSpPr>
        <p:spPr>
          <a:xfrm>
            <a:off x="760931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7275">
            <a:extLst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noGrp="1"/>
          </p:cNvSpPr>
          <p:nvPr/>
        </p:nvSpPr>
        <p:spPr>
          <a:xfrm>
            <a:off x="766560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7276">
            <a:extLst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noGrp="1"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7277">
            <a:extLst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noGrp="1"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7278">
            <a:extLst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noGrp="1"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7279">
            <a:extLst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noGrp="1"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7280">
            <a:extLst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noGrp="1"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7281">
            <a:extLst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noGrp="1"/>
          </p:cNvSpPr>
          <p:nvPr/>
        </p:nvSpPr>
        <p:spPr>
          <a:xfrm>
            <a:off x="76550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7282">
            <a:extLst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noGrp="1"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7283">
            <a:extLst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7284">
            <a:extLst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noGrp="1"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7285">
            <a:extLst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noGrp="1"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7286">
            <a:extLst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noGrp="1"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7287">
            <a:extLst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noGrp="1"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7288">
            <a:extLst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noGrp="1"/>
          </p:cNvSpPr>
          <p:nvPr/>
        </p:nvSpPr>
        <p:spPr>
          <a:xfrm>
            <a:off x="7648275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7289">
            <a:extLst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noGrp="1"/>
          </p:cNvSpPr>
          <p:nvPr/>
        </p:nvSpPr>
        <p:spPr>
          <a:xfrm>
            <a:off x="7647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7290">
            <a:extLst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noGrp="1"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7291">
            <a:extLst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noGrp="1"/>
          </p:cNvSpPr>
          <p:nvPr/>
        </p:nvSpPr>
        <p:spPr>
          <a:xfrm>
            <a:off x="76280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7292">
            <a:extLst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noGrp="1"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7293">
            <a:extLst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noGrp="1"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7294">
            <a:extLst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noGrp="1"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7295">
            <a:extLst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noGrp="1"/>
          </p:cNvSpPr>
          <p:nvPr/>
        </p:nvSpPr>
        <p:spPr>
          <a:xfrm>
            <a:off x="7647624" y="36204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7296">
            <a:extLst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noGrp="1"/>
          </p:cNvSpPr>
          <p:nvPr/>
        </p:nvSpPr>
        <p:spPr>
          <a:xfrm>
            <a:off x="7664823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7297">
            <a:extLst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noGrp="1"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7298">
            <a:extLst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noGrp="1"/>
          </p:cNvSpPr>
          <p:nvPr/>
        </p:nvSpPr>
        <p:spPr>
          <a:xfrm>
            <a:off x="7648796" y="25269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7299">
            <a:extLst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noGrp="1"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7300">
            <a:extLst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noGrp="1"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7301">
            <a:extLst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noGrp="1"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7302">
            <a:extLst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noGrp="1"/>
          </p:cNvSpPr>
          <p:nvPr/>
        </p:nvSpPr>
        <p:spPr>
          <a:xfrm>
            <a:off x="764736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7303">
            <a:extLst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noGrp="1"/>
          </p:cNvSpPr>
          <p:nvPr/>
        </p:nvSpPr>
        <p:spPr>
          <a:xfrm>
            <a:off x="768098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7304">
            <a:extLst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noGrp="1"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7305">
            <a:extLst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noGrp="1"/>
          </p:cNvSpPr>
          <p:nvPr/>
        </p:nvSpPr>
        <p:spPr>
          <a:xfrm>
            <a:off x="76060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7306">
            <a:extLst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noGrp="1"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7307">
            <a:extLst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noGrp="1"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7308">
            <a:extLst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noGrp="1"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7309">
            <a:extLst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noGrp="1"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7310">
            <a:extLst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noGrp="1"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7311">
            <a:extLst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noGrp="1"/>
          </p:cNvSpPr>
          <p:nvPr/>
        </p:nvSpPr>
        <p:spPr>
          <a:xfrm>
            <a:off x="7614137" y="3023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7312">
            <a:extLst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noGrp="1"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7313">
            <a:extLst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noGrp="1"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7314">
            <a:extLst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noGrp="1"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7315">
            <a:extLst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noGrp="1"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7316">
            <a:extLst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noGrp="1"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7317">
            <a:extLst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noGrp="1"/>
          </p:cNvSpPr>
          <p:nvPr/>
        </p:nvSpPr>
        <p:spPr>
          <a:xfrm>
            <a:off x="75788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7318">
            <a:extLst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noGrp="1"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7319">
            <a:extLst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noGrp="1"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7320">
            <a:extLst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noGrp="1"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7321">
            <a:extLst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noGrp="1"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7322">
            <a:extLst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noGrp="1"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7323">
            <a:extLst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noGrp="1"/>
          </p:cNvSpPr>
          <p:nvPr/>
        </p:nvSpPr>
        <p:spPr>
          <a:xfrm>
            <a:off x="756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7324">
            <a:extLst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noGrp="1"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7325">
            <a:extLst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noGrp="1"/>
          </p:cNvSpPr>
          <p:nvPr/>
        </p:nvSpPr>
        <p:spPr>
          <a:xfrm>
            <a:off x="824817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7326">
            <a:extLst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noGrp="1"/>
          </p:cNvSpPr>
          <p:nvPr/>
        </p:nvSpPr>
        <p:spPr>
          <a:xfrm>
            <a:off x="826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7327">
            <a:extLst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noGrp="1"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7328">
            <a:extLst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noGrp="1"/>
          </p:cNvSpPr>
          <p:nvPr/>
        </p:nvSpPr>
        <p:spPr>
          <a:xfrm>
            <a:off x="82901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7329">
            <a:extLst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noGrp="1"/>
          </p:cNvSpPr>
          <p:nvPr/>
        </p:nvSpPr>
        <p:spPr>
          <a:xfrm>
            <a:off x="83280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7330">
            <a:extLst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noGrp="1"/>
          </p:cNvSpPr>
          <p:nvPr/>
        </p:nvSpPr>
        <p:spPr>
          <a:xfrm>
            <a:off x="8351890" y="27092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7331">
            <a:extLst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noGrp="1"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7332">
            <a:extLst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noGrp="1"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7333">
            <a:extLst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7334">
            <a:extLst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noGrp="1"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7335">
            <a:extLst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noGrp="1"/>
          </p:cNvSpPr>
          <p:nvPr/>
        </p:nvSpPr>
        <p:spPr>
          <a:xfrm>
            <a:off x="834146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7336">
            <a:extLst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noGrp="1"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7337">
            <a:extLst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noGrp="1"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7338">
            <a:extLst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noGrp="1"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7339">
            <a:extLst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noGrp="1"/>
          </p:cNvSpPr>
          <p:nvPr/>
        </p:nvSpPr>
        <p:spPr>
          <a:xfrm>
            <a:off x="8268370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7340">
            <a:extLst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noGrp="1"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7341">
            <a:extLst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noGrp="1"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7342">
            <a:extLst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noGrp="1"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7343">
            <a:extLst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noGrp="1"/>
          </p:cNvSpPr>
          <p:nvPr/>
        </p:nvSpPr>
        <p:spPr>
          <a:xfrm>
            <a:off x="83679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7344">
            <a:extLst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noGrp="1"/>
          </p:cNvSpPr>
          <p:nvPr/>
        </p:nvSpPr>
        <p:spPr>
          <a:xfrm>
            <a:off x="83229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7345">
            <a:extLst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noGrp="1"/>
          </p:cNvSpPr>
          <p:nvPr/>
        </p:nvSpPr>
        <p:spPr>
          <a:xfrm>
            <a:off x="8245698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7346">
            <a:extLst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noGrp="1"/>
          </p:cNvSpPr>
          <p:nvPr/>
        </p:nvSpPr>
        <p:spPr>
          <a:xfrm>
            <a:off x="82649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7347">
            <a:extLst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noGrp="1"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7348">
            <a:extLst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noGrp="1"/>
          </p:cNvSpPr>
          <p:nvPr/>
        </p:nvSpPr>
        <p:spPr>
          <a:xfrm>
            <a:off x="8245437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7349">
            <a:extLst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noGrp="1"/>
          </p:cNvSpPr>
          <p:nvPr/>
        </p:nvSpPr>
        <p:spPr>
          <a:xfrm>
            <a:off x="824465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7350">
            <a:extLst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noGrp="1"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7351">
            <a:extLst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noGrp="1"/>
          </p:cNvSpPr>
          <p:nvPr/>
        </p:nvSpPr>
        <p:spPr>
          <a:xfrm>
            <a:off x="83190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7352">
            <a:extLst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noGrp="1"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7353">
            <a:extLst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noGrp="1"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7354">
            <a:extLst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noGrp="1"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7355">
            <a:extLst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noGrp="1"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7356">
            <a:extLst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noGrp="1"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7357">
            <a:extLst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noGrp="1"/>
          </p:cNvSpPr>
          <p:nvPr/>
        </p:nvSpPr>
        <p:spPr>
          <a:xfrm>
            <a:off x="832895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7358">
            <a:extLst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noGrp="1"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7359">
            <a:extLst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noGrp="1"/>
          </p:cNvSpPr>
          <p:nvPr/>
        </p:nvSpPr>
        <p:spPr>
          <a:xfrm>
            <a:off x="824504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7360">
            <a:extLst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noGrp="1"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7361">
            <a:extLst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noGrp="1"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7362">
            <a:extLst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noGrp="1"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7363">
            <a:extLst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noGrp="1"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7364">
            <a:extLst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noGrp="1"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7365">
            <a:extLst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noGrp="1"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7366">
            <a:extLst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noGrp="1"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7367">
            <a:extLst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noGrp="1"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7368">
            <a:extLst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7369">
            <a:extLst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7370">
            <a:extLst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7371">
            <a:extLst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noGrp="1"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7372">
            <a:extLst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noGrp="1"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7373">
            <a:extLst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noGrp="1"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7374">
            <a:extLst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noGrp="1"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7375">
            <a:extLst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noGrp="1"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7376">
            <a:extLst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noGrp="1"/>
          </p:cNvSpPr>
          <p:nvPr/>
        </p:nvSpPr>
        <p:spPr>
          <a:xfrm>
            <a:off x="83620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7377">
            <a:extLst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noGrp="1"/>
          </p:cNvSpPr>
          <p:nvPr/>
        </p:nvSpPr>
        <p:spPr>
          <a:xfrm>
            <a:off x="8246871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7378">
            <a:extLst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noGrp="1"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7379">
            <a:extLst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noGrp="1"/>
          </p:cNvSpPr>
          <p:nvPr/>
        </p:nvSpPr>
        <p:spPr>
          <a:xfrm>
            <a:off x="833521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7380">
            <a:extLst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noGrp="1"/>
          </p:cNvSpPr>
          <p:nvPr/>
        </p:nvSpPr>
        <p:spPr>
          <a:xfrm>
            <a:off x="82902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7381">
            <a:extLst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noGrp="1"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7382">
            <a:extLst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noGrp="1"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7383">
            <a:extLst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noGrp="1"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7384">
            <a:extLst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noGrp="1"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7385">
            <a:extLst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noGrp="1"/>
          </p:cNvSpPr>
          <p:nvPr/>
        </p:nvSpPr>
        <p:spPr>
          <a:xfrm>
            <a:off x="833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7386">
            <a:extLst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noGrp="1"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7387">
            <a:extLst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noGrp="1"/>
          </p:cNvSpPr>
          <p:nvPr/>
        </p:nvSpPr>
        <p:spPr>
          <a:xfrm>
            <a:off x="82782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7388">
            <a:extLst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noGrp="1"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7389">
            <a:extLst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noGrp="1"/>
          </p:cNvSpPr>
          <p:nvPr/>
        </p:nvSpPr>
        <p:spPr>
          <a:xfrm>
            <a:off x="82644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7390">
            <a:extLst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7391">
            <a:extLst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7392">
            <a:extLst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noGrp="1"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7393">
            <a:extLst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noGrp="1"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7394">
            <a:extLst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noGrp="1"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7395">
            <a:extLst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noGrp="1"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7396">
            <a:extLst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noGrp="1"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7397">
            <a:extLst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noGrp="1"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7398">
            <a:extLst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7399">
            <a:extLst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noGrp="1"/>
          </p:cNvSpPr>
          <p:nvPr/>
        </p:nvSpPr>
        <p:spPr>
          <a:xfrm>
            <a:off x="8271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7400">
            <a:extLst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noGrp="1"/>
          </p:cNvSpPr>
          <p:nvPr/>
        </p:nvSpPr>
        <p:spPr>
          <a:xfrm>
            <a:off x="8333518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7401">
            <a:extLst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noGrp="1"/>
          </p:cNvSpPr>
          <p:nvPr/>
        </p:nvSpPr>
        <p:spPr>
          <a:xfrm>
            <a:off x="82679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7402">
            <a:extLst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noGrp="1"/>
          </p:cNvSpPr>
          <p:nvPr/>
        </p:nvSpPr>
        <p:spPr>
          <a:xfrm>
            <a:off x="8280617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7403">
            <a:extLst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noGrp="1"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7404">
            <a:extLst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noGrp="1"/>
          </p:cNvSpPr>
          <p:nvPr/>
        </p:nvSpPr>
        <p:spPr>
          <a:xfrm>
            <a:off x="8273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7405">
            <a:extLst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noGrp="1"/>
          </p:cNvSpPr>
          <p:nvPr/>
        </p:nvSpPr>
        <p:spPr>
          <a:xfrm>
            <a:off x="827814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7406">
            <a:extLst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noGrp="1"/>
          </p:cNvSpPr>
          <p:nvPr/>
        </p:nvSpPr>
        <p:spPr>
          <a:xfrm>
            <a:off x="8359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7407">
            <a:extLst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noGrp="1"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7408">
            <a:extLst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7409">
            <a:extLst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noGrp="1"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7410">
            <a:extLst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noGrp="1"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7411">
            <a:extLst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noGrp="1"/>
          </p:cNvSpPr>
          <p:nvPr/>
        </p:nvSpPr>
        <p:spPr>
          <a:xfrm>
            <a:off x="83276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7412">
            <a:extLst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7413">
            <a:extLst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7414">
            <a:extLst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noGrp="1"/>
          </p:cNvSpPr>
          <p:nvPr/>
        </p:nvSpPr>
        <p:spPr>
          <a:xfrm>
            <a:off x="8293777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7415">
            <a:extLst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noGrp="1"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7416">
            <a:extLst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noGrp="1"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7417">
            <a:extLst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noGrp="1"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7418">
            <a:extLst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noGrp="1"/>
          </p:cNvSpPr>
          <p:nvPr/>
        </p:nvSpPr>
        <p:spPr>
          <a:xfrm>
            <a:off x="83561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7419">
            <a:extLst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noGrp="1"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7420">
            <a:extLst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noGrp="1"/>
          </p:cNvSpPr>
          <p:nvPr/>
        </p:nvSpPr>
        <p:spPr>
          <a:xfrm>
            <a:off x="82615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7421">
            <a:extLst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noGrp="1"/>
          </p:cNvSpPr>
          <p:nvPr/>
        </p:nvSpPr>
        <p:spPr>
          <a:xfrm>
            <a:off x="83374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7422">
            <a:extLst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7423">
            <a:extLst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noGrp="1"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7424">
            <a:extLst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noGrp="1"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7425">
            <a:extLst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noGrp="1"/>
          </p:cNvSpPr>
          <p:nvPr/>
        </p:nvSpPr>
        <p:spPr>
          <a:xfrm>
            <a:off x="82566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7426">
            <a:extLst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noGrp="1"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7427">
            <a:extLst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noGrp="1"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7428">
            <a:extLst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noGrp="1"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7429">
            <a:extLst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noGrp="1"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7430">
            <a:extLst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noGrp="1"/>
          </p:cNvSpPr>
          <p:nvPr/>
        </p:nvSpPr>
        <p:spPr>
          <a:xfrm>
            <a:off x="8363747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7431">
            <a:extLst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noGrp="1"/>
          </p:cNvSpPr>
          <p:nvPr/>
        </p:nvSpPr>
        <p:spPr>
          <a:xfrm>
            <a:off x="836934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7432">
            <a:extLst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noGrp="1"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7433">
            <a:extLst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7434">
            <a:extLst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noGrp="1"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7435">
            <a:extLst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noGrp="1"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7436">
            <a:extLst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noGrp="1"/>
          </p:cNvSpPr>
          <p:nvPr/>
        </p:nvSpPr>
        <p:spPr>
          <a:xfrm>
            <a:off x="834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7437">
            <a:extLst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noGrp="1"/>
          </p:cNvSpPr>
          <p:nvPr/>
        </p:nvSpPr>
        <p:spPr>
          <a:xfrm>
            <a:off x="825247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7438">
            <a:extLst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noGrp="1"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7439">
            <a:extLst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noGrp="1"/>
          </p:cNvSpPr>
          <p:nvPr/>
        </p:nvSpPr>
        <p:spPr>
          <a:xfrm>
            <a:off x="83247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7440">
            <a:extLst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noGrp="1"/>
          </p:cNvSpPr>
          <p:nvPr/>
        </p:nvSpPr>
        <p:spPr>
          <a:xfrm>
            <a:off x="8362965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7441">
            <a:extLst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noGrp="1"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7442">
            <a:extLst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noGrp="1"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7443">
            <a:extLst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noGrp="1"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7444">
            <a:extLst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noGrp="1"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7445">
            <a:extLst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noGrp="1"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7446">
            <a:extLst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noGrp="1"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7447">
            <a:extLst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noGrp="1"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7448">
            <a:extLst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noGrp="1"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7449">
            <a:extLst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noGrp="1"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7450">
            <a:extLst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noGrp="1"/>
          </p:cNvSpPr>
          <p:nvPr/>
        </p:nvSpPr>
        <p:spPr>
          <a:xfrm>
            <a:off x="8279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7451">
            <a:extLst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noGrp="1"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7452">
            <a:extLst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noGrp="1"/>
          </p:cNvSpPr>
          <p:nvPr/>
        </p:nvSpPr>
        <p:spPr>
          <a:xfrm>
            <a:off x="828087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7453">
            <a:extLst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noGrp="1"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7454">
            <a:extLst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noGrp="1"/>
          </p:cNvSpPr>
          <p:nvPr/>
        </p:nvSpPr>
        <p:spPr>
          <a:xfrm>
            <a:off x="834863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7455">
            <a:extLst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noGrp="1"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7456">
            <a:extLst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noGrp="1"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7457">
            <a:extLst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noGrp="1"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7458">
            <a:extLst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noGrp="1"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7459">
            <a:extLst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noGrp="1"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7460">
            <a:extLst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noGrp="1"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7461">
            <a:extLst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noGrp="1"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7462">
            <a:extLst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noGrp="1"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7463">
            <a:extLst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noGrp="1"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7464">
            <a:extLst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noGrp="1"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7465">
            <a:extLst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noGrp="1"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7466">
            <a:extLst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noGrp="1"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7467">
            <a:extLst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noGrp="1"/>
          </p:cNvSpPr>
          <p:nvPr/>
        </p:nvSpPr>
        <p:spPr>
          <a:xfrm>
            <a:off x="83313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7468">
            <a:extLst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noGrp="1"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7469">
            <a:extLst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noGrp="1"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7470">
            <a:extLst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noGrp="1"/>
          </p:cNvSpPr>
          <p:nvPr/>
        </p:nvSpPr>
        <p:spPr>
          <a:xfrm>
            <a:off x="83111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7471">
            <a:extLst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noGrp="1"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7472">
            <a:extLst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noGrp="1"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7473">
            <a:extLst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noGrp="1"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7474">
            <a:extLst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noGrp="1"/>
          </p:cNvSpPr>
          <p:nvPr/>
        </p:nvSpPr>
        <p:spPr>
          <a:xfrm>
            <a:off x="8330651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7475">
            <a:extLst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noGrp="1"/>
          </p:cNvSpPr>
          <p:nvPr/>
        </p:nvSpPr>
        <p:spPr>
          <a:xfrm>
            <a:off x="834785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7476">
            <a:extLst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noGrp="1"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7477">
            <a:extLst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noGrp="1"/>
          </p:cNvSpPr>
          <p:nvPr/>
        </p:nvSpPr>
        <p:spPr>
          <a:xfrm>
            <a:off x="8331824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7478">
            <a:extLst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noGrp="1"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7479">
            <a:extLst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noGrp="1"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7480">
            <a:extLst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noGrp="1"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7481">
            <a:extLst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noGrp="1"/>
          </p:cNvSpPr>
          <p:nvPr/>
        </p:nvSpPr>
        <p:spPr>
          <a:xfrm>
            <a:off x="833039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7482">
            <a:extLst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noGrp="1"/>
          </p:cNvSpPr>
          <p:nvPr/>
        </p:nvSpPr>
        <p:spPr>
          <a:xfrm>
            <a:off x="836400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7483">
            <a:extLst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noGrp="1"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7484">
            <a:extLst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noGrp="1"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7485">
            <a:extLst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noGrp="1"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7486">
            <a:extLst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noGrp="1"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7487">
            <a:extLst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noGrp="1"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7488">
            <a:extLst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noGrp="1"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7489">
            <a:extLst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noGrp="1"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7490">
            <a:extLst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noGrp="1"/>
          </p:cNvSpPr>
          <p:nvPr/>
        </p:nvSpPr>
        <p:spPr>
          <a:xfrm>
            <a:off x="8297165" y="28467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7491">
            <a:extLst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noGrp="1"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7492">
            <a:extLst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noGrp="1"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7493">
            <a:extLst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noGrp="1"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7494">
            <a:extLst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noGrp="1"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7495">
            <a:extLst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noGrp="1"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7496">
            <a:extLst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noGrp="1"/>
          </p:cNvSpPr>
          <p:nvPr/>
        </p:nvSpPr>
        <p:spPr>
          <a:xfrm>
            <a:off x="82618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7497">
            <a:extLst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noGrp="1"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7498">
            <a:extLst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noGrp="1"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7499">
            <a:extLst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noGrp="1"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7500">
            <a:extLst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noGrp="1"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7501">
            <a:extLst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noGrp="1"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7502">
            <a:extLst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noGrp="1"/>
          </p:cNvSpPr>
          <p:nvPr/>
        </p:nvSpPr>
        <p:spPr>
          <a:xfrm>
            <a:off x="8244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7503">
            <a:extLst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noGrp="1"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7504">
            <a:extLst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noGrp="1"/>
          </p:cNvSpPr>
          <p:nvPr/>
        </p:nvSpPr>
        <p:spPr>
          <a:xfrm>
            <a:off x="893120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7505">
            <a:extLst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noGrp="1"/>
          </p:cNvSpPr>
          <p:nvPr/>
        </p:nvSpPr>
        <p:spPr>
          <a:xfrm>
            <a:off x="8951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7506">
            <a:extLst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noGrp="1"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7507">
            <a:extLst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noGrp="1"/>
          </p:cNvSpPr>
          <p:nvPr/>
        </p:nvSpPr>
        <p:spPr>
          <a:xfrm>
            <a:off x="89731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7508">
            <a:extLst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noGrp="1"/>
          </p:cNvSpPr>
          <p:nvPr/>
        </p:nvSpPr>
        <p:spPr>
          <a:xfrm>
            <a:off x="90110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7509">
            <a:extLst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noGrp="1"/>
          </p:cNvSpPr>
          <p:nvPr/>
        </p:nvSpPr>
        <p:spPr>
          <a:xfrm>
            <a:off x="9034917" y="25725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7510">
            <a:extLst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noGrp="1"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7511">
            <a:extLst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noGrp="1"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7512">
            <a:extLst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7513">
            <a:extLst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noGrp="1"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7514">
            <a:extLst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noGrp="1"/>
          </p:cNvSpPr>
          <p:nvPr/>
        </p:nvSpPr>
        <p:spPr>
          <a:xfrm>
            <a:off x="902449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7515">
            <a:extLst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noGrp="1"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7516">
            <a:extLst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noGrp="1"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7517">
            <a:extLst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noGrp="1"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7518">
            <a:extLst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noGrp="1"/>
          </p:cNvSpPr>
          <p:nvPr/>
        </p:nvSpPr>
        <p:spPr>
          <a:xfrm>
            <a:off x="895139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7519">
            <a:extLst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noGrp="1"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7520">
            <a:extLst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noGrp="1"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7521">
            <a:extLst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noGrp="1"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7522">
            <a:extLst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noGrp="1"/>
          </p:cNvSpPr>
          <p:nvPr/>
        </p:nvSpPr>
        <p:spPr>
          <a:xfrm>
            <a:off x="9050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7523">
            <a:extLst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noGrp="1"/>
          </p:cNvSpPr>
          <p:nvPr/>
        </p:nvSpPr>
        <p:spPr>
          <a:xfrm>
            <a:off x="90059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7524">
            <a:extLst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noGrp="1"/>
          </p:cNvSpPr>
          <p:nvPr/>
        </p:nvSpPr>
        <p:spPr>
          <a:xfrm>
            <a:off x="8928726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7525">
            <a:extLst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noGrp="1"/>
          </p:cNvSpPr>
          <p:nvPr/>
        </p:nvSpPr>
        <p:spPr>
          <a:xfrm>
            <a:off x="8948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7526">
            <a:extLst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noGrp="1"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7527">
            <a:extLst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noGrp="1"/>
          </p:cNvSpPr>
          <p:nvPr/>
        </p:nvSpPr>
        <p:spPr>
          <a:xfrm>
            <a:off x="8928465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7528">
            <a:extLst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noGrp="1"/>
          </p:cNvSpPr>
          <p:nvPr/>
        </p:nvSpPr>
        <p:spPr>
          <a:xfrm>
            <a:off x="892768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7529">
            <a:extLst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noGrp="1"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7530">
            <a:extLst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noGrp="1"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7531">
            <a:extLst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noGrp="1"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7532">
            <a:extLst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noGrp="1"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7533">
            <a:extLst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noGrp="1"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7534">
            <a:extLst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noGrp="1"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7535">
            <a:extLst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noGrp="1"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7536">
            <a:extLst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noGrp="1"/>
          </p:cNvSpPr>
          <p:nvPr/>
        </p:nvSpPr>
        <p:spPr>
          <a:xfrm>
            <a:off x="90119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7537">
            <a:extLst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noGrp="1"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7538">
            <a:extLst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noGrp="1"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7539">
            <a:extLst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noGrp="1"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7540">
            <a:extLst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noGrp="1"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7541">
            <a:extLst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noGrp="1"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7542">
            <a:extLst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noGrp="1"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7543">
            <a:extLst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noGrp="1"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7544">
            <a:extLst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noGrp="1"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7545">
            <a:extLst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noGrp="1"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7546">
            <a:extLst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noGrp="1"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7547">
            <a:extLst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7548">
            <a:extLst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7549">
            <a:extLst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7550">
            <a:extLst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noGrp="1"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7551">
            <a:extLst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noGrp="1"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7552">
            <a:extLst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noGrp="1"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7553">
            <a:extLst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noGrp="1"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7554">
            <a:extLst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noGrp="1"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7555">
            <a:extLst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noGrp="1"/>
          </p:cNvSpPr>
          <p:nvPr/>
        </p:nvSpPr>
        <p:spPr>
          <a:xfrm>
            <a:off x="90450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7556">
            <a:extLst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noGrp="1"/>
          </p:cNvSpPr>
          <p:nvPr/>
        </p:nvSpPr>
        <p:spPr>
          <a:xfrm>
            <a:off x="892989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7557">
            <a:extLst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noGrp="1"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7558">
            <a:extLst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noGrp="1"/>
          </p:cNvSpPr>
          <p:nvPr/>
        </p:nvSpPr>
        <p:spPr>
          <a:xfrm>
            <a:off x="901823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7559">
            <a:extLst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noGrp="1"/>
          </p:cNvSpPr>
          <p:nvPr/>
        </p:nvSpPr>
        <p:spPr>
          <a:xfrm>
            <a:off x="8973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7560">
            <a:extLst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noGrp="1"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7561">
            <a:extLst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noGrp="1"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7562">
            <a:extLst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noGrp="1"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7563">
            <a:extLst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noGrp="1"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7564">
            <a:extLst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noGrp="1"/>
          </p:cNvSpPr>
          <p:nvPr/>
        </p:nvSpPr>
        <p:spPr>
          <a:xfrm>
            <a:off x="901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7565">
            <a:extLst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noGrp="1"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7566">
            <a:extLst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noGrp="1"/>
          </p:cNvSpPr>
          <p:nvPr/>
        </p:nvSpPr>
        <p:spPr>
          <a:xfrm>
            <a:off x="89613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7567">
            <a:extLst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noGrp="1"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7568">
            <a:extLst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noGrp="1"/>
          </p:cNvSpPr>
          <p:nvPr/>
        </p:nvSpPr>
        <p:spPr>
          <a:xfrm>
            <a:off x="89474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7569">
            <a:extLst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7570">
            <a:extLst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7571">
            <a:extLst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noGrp="1"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7572">
            <a:extLst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noGrp="1"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7573">
            <a:extLst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noGrp="1"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7574">
            <a:extLst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noGrp="1"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7575">
            <a:extLst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noGrp="1"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7576">
            <a:extLst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noGrp="1"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7577">
            <a:extLst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7578">
            <a:extLst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noGrp="1"/>
          </p:cNvSpPr>
          <p:nvPr/>
        </p:nvSpPr>
        <p:spPr>
          <a:xfrm>
            <a:off x="89546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7579">
            <a:extLst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noGrp="1"/>
          </p:cNvSpPr>
          <p:nvPr/>
        </p:nvSpPr>
        <p:spPr>
          <a:xfrm>
            <a:off x="9016545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7580">
            <a:extLst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noGrp="1"/>
          </p:cNvSpPr>
          <p:nvPr/>
        </p:nvSpPr>
        <p:spPr>
          <a:xfrm>
            <a:off x="8951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7581">
            <a:extLst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noGrp="1"/>
          </p:cNvSpPr>
          <p:nvPr/>
        </p:nvSpPr>
        <p:spPr>
          <a:xfrm>
            <a:off x="8963645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7582">
            <a:extLst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noGrp="1"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7583">
            <a:extLst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noGrp="1"/>
          </p:cNvSpPr>
          <p:nvPr/>
        </p:nvSpPr>
        <p:spPr>
          <a:xfrm>
            <a:off x="89560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7584">
            <a:extLst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noGrp="1"/>
          </p:cNvSpPr>
          <p:nvPr/>
        </p:nvSpPr>
        <p:spPr>
          <a:xfrm>
            <a:off x="896116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7585">
            <a:extLst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noGrp="1"/>
          </p:cNvSpPr>
          <p:nvPr/>
        </p:nvSpPr>
        <p:spPr>
          <a:xfrm>
            <a:off x="90420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7586">
            <a:extLst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noGrp="1"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7587">
            <a:extLst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7588">
            <a:extLst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noGrp="1"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7589">
            <a:extLst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noGrp="1"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7590">
            <a:extLst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noGrp="1"/>
          </p:cNvSpPr>
          <p:nvPr/>
        </p:nvSpPr>
        <p:spPr>
          <a:xfrm>
            <a:off x="90106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7591">
            <a:extLst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7592">
            <a:extLst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7593">
            <a:extLst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noGrp="1"/>
          </p:cNvSpPr>
          <p:nvPr/>
        </p:nvSpPr>
        <p:spPr>
          <a:xfrm>
            <a:off x="8976805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7594">
            <a:extLst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noGrp="1"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7595">
            <a:extLst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noGrp="1"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7596">
            <a:extLst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noGrp="1"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7597">
            <a:extLst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noGrp="1"/>
          </p:cNvSpPr>
          <p:nvPr/>
        </p:nvSpPr>
        <p:spPr>
          <a:xfrm>
            <a:off x="90392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7598">
            <a:extLst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noGrp="1"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7599">
            <a:extLst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noGrp="1"/>
          </p:cNvSpPr>
          <p:nvPr/>
        </p:nvSpPr>
        <p:spPr>
          <a:xfrm>
            <a:off x="8944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7600">
            <a:extLst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noGrp="1"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7601">
            <a:extLst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7602">
            <a:extLst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noGrp="1"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7603">
            <a:extLst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noGrp="1"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7604">
            <a:extLst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noGrp="1"/>
          </p:cNvSpPr>
          <p:nvPr/>
        </p:nvSpPr>
        <p:spPr>
          <a:xfrm>
            <a:off x="89396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7605">
            <a:extLst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noGrp="1"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7606">
            <a:extLst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noGrp="1"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7607">
            <a:extLst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noGrp="1"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7608">
            <a:extLst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noGrp="1"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7609">
            <a:extLst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noGrp="1"/>
          </p:cNvSpPr>
          <p:nvPr/>
        </p:nvSpPr>
        <p:spPr>
          <a:xfrm>
            <a:off x="9046774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7610">
            <a:extLst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noGrp="1"/>
          </p:cNvSpPr>
          <p:nvPr/>
        </p:nvSpPr>
        <p:spPr>
          <a:xfrm>
            <a:off x="905237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7611">
            <a:extLst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noGrp="1"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7612">
            <a:extLst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7613">
            <a:extLst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noGrp="1"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7614">
            <a:extLst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noGrp="1"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7615">
            <a:extLst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noGrp="1"/>
          </p:cNvSpPr>
          <p:nvPr/>
        </p:nvSpPr>
        <p:spPr>
          <a:xfrm>
            <a:off x="90267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7616">
            <a:extLst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noGrp="1"/>
          </p:cNvSpPr>
          <p:nvPr/>
        </p:nvSpPr>
        <p:spPr>
          <a:xfrm>
            <a:off x="893550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7617">
            <a:extLst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noGrp="1"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7618">
            <a:extLst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noGrp="1"/>
          </p:cNvSpPr>
          <p:nvPr/>
        </p:nvSpPr>
        <p:spPr>
          <a:xfrm>
            <a:off x="90078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7619">
            <a:extLst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noGrp="1"/>
          </p:cNvSpPr>
          <p:nvPr/>
        </p:nvSpPr>
        <p:spPr>
          <a:xfrm>
            <a:off x="9045992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7620">
            <a:extLst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noGrp="1"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7621">
            <a:extLst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noGrp="1"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7622">
            <a:extLst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noGrp="1"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7623">
            <a:extLst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noGrp="1"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7624">
            <a:extLst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noGrp="1"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7625">
            <a:extLst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noGrp="1"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7626">
            <a:extLst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noGrp="1"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7627">
            <a:extLst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noGrp="1"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7628">
            <a:extLst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noGrp="1"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7629">
            <a:extLst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noGrp="1"/>
          </p:cNvSpPr>
          <p:nvPr/>
        </p:nvSpPr>
        <p:spPr>
          <a:xfrm>
            <a:off x="896260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7630">
            <a:extLst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noGrp="1"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7631">
            <a:extLst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noGrp="1"/>
          </p:cNvSpPr>
          <p:nvPr/>
        </p:nvSpPr>
        <p:spPr>
          <a:xfrm>
            <a:off x="8963906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7632">
            <a:extLst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noGrp="1"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7633">
            <a:extLst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noGrp="1"/>
          </p:cNvSpPr>
          <p:nvPr/>
        </p:nvSpPr>
        <p:spPr>
          <a:xfrm>
            <a:off x="90316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7634">
            <a:extLst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noGrp="1"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7635">
            <a:extLst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noGrp="1"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7636">
            <a:extLst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noGrp="1"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7637">
            <a:extLst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noGrp="1"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7638">
            <a:extLst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noGrp="1"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7639">
            <a:extLst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noGrp="1"/>
          </p:cNvSpPr>
          <p:nvPr/>
        </p:nvSpPr>
        <p:spPr>
          <a:xfrm>
            <a:off x="90211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7640">
            <a:extLst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noGrp="1"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7641">
            <a:extLst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noGrp="1"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7642">
            <a:extLst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noGrp="1"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7643">
            <a:extLst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noGrp="1"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7644">
            <a:extLst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noGrp="1"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7645">
            <a:extLst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noGrp="1"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7646">
            <a:extLst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noGrp="1"/>
          </p:cNvSpPr>
          <p:nvPr/>
        </p:nvSpPr>
        <p:spPr>
          <a:xfrm>
            <a:off x="90143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7647">
            <a:extLst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noGrp="1"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7648">
            <a:extLst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noGrp="1"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7649">
            <a:extLst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noGrp="1"/>
          </p:cNvSpPr>
          <p:nvPr/>
        </p:nvSpPr>
        <p:spPr>
          <a:xfrm>
            <a:off x="89941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7650">
            <a:extLst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noGrp="1"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7651">
            <a:extLst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noGrp="1"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7652">
            <a:extLst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noGrp="1"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7653">
            <a:extLst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noGrp="1"/>
          </p:cNvSpPr>
          <p:nvPr/>
        </p:nvSpPr>
        <p:spPr>
          <a:xfrm>
            <a:off x="9013679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7654">
            <a:extLst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noGrp="1"/>
          </p:cNvSpPr>
          <p:nvPr/>
        </p:nvSpPr>
        <p:spPr>
          <a:xfrm>
            <a:off x="9030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7655">
            <a:extLst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noGrp="1"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7656">
            <a:extLst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noGrp="1"/>
          </p:cNvSpPr>
          <p:nvPr/>
        </p:nvSpPr>
        <p:spPr>
          <a:xfrm>
            <a:off x="9014852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7657">
            <a:extLst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noGrp="1"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7658">
            <a:extLst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noGrp="1"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7659">
            <a:extLst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noGrp="1"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7660">
            <a:extLst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noGrp="1"/>
          </p:cNvSpPr>
          <p:nvPr/>
        </p:nvSpPr>
        <p:spPr>
          <a:xfrm>
            <a:off x="9013418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7661">
            <a:extLst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noGrp="1"/>
          </p:cNvSpPr>
          <p:nvPr/>
        </p:nvSpPr>
        <p:spPr>
          <a:xfrm>
            <a:off x="90470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7662">
            <a:extLst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noGrp="1"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7663">
            <a:extLst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noGrp="1"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7664">
            <a:extLst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noGrp="1"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7665">
            <a:extLst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noGrp="1"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7666">
            <a:extLst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noGrp="1"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7667">
            <a:extLst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noGrp="1"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7668">
            <a:extLst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noGrp="1"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7669">
            <a:extLst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noGrp="1"/>
          </p:cNvSpPr>
          <p:nvPr/>
        </p:nvSpPr>
        <p:spPr>
          <a:xfrm>
            <a:off x="8980193" y="28083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7670">
            <a:extLst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noGrp="1"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7671">
            <a:extLst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noGrp="1"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7672">
            <a:extLst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noGrp="1"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7673">
            <a:extLst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noGrp="1"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7674">
            <a:extLst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noGrp="1"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7675">
            <a:extLst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noGrp="1"/>
          </p:cNvSpPr>
          <p:nvPr/>
        </p:nvSpPr>
        <p:spPr>
          <a:xfrm>
            <a:off x="89448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7676">
            <a:extLst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noGrp="1"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7677">
            <a:extLst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noGrp="1"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7678">
            <a:extLst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noGrp="1"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7679">
            <a:extLst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noGrp="1"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7680">
            <a:extLst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noGrp="1"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7681">
            <a:extLst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noGrp="1"/>
          </p:cNvSpPr>
          <p:nvPr/>
        </p:nvSpPr>
        <p:spPr>
          <a:xfrm>
            <a:off x="89278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7682">
            <a:extLst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noGrp="1"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noGrp="1"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noGrp="1"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noGrp="1"/>
          </p:cNvSpPr>
          <p:nvPr/>
        </p:nvSpPr>
        <p:spPr>
          <a:xfrm>
            <a:off x="6958625" y="3447233"/>
            <a:ext cx="2049083" cy="534744"/>
          </a:xfrm>
          <a:custGeom>
            <a:avLst/>
            <a:gdLst/>
            <a:ahLst/>
            <a:cxnLst/>
            <a:rect l="0" t="0" r="0" b="0"/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noGrp="1"/>
          </p:cNvSpPr>
          <p:nvPr/>
        </p:nvSpPr>
        <p:spPr>
          <a:xfrm>
            <a:off x="6958625" y="3759866"/>
            <a:ext cx="2049083" cy="222111"/>
          </a:xfrm>
          <a:custGeom>
            <a:avLst/>
            <a:gdLst/>
            <a:ahLst/>
            <a:cxnLst/>
            <a:rect l="0" t="0" r="0" b="0"/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noGrp="1"/>
          </p:cNvSpPr>
          <p:nvPr/>
        </p:nvSpPr>
        <p:spPr>
          <a:xfrm>
            <a:off x="7269990" y="367081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noGrp="1"/>
          </p:cNvSpPr>
          <p:nvPr/>
        </p:nvSpPr>
        <p:spPr>
          <a:xfrm>
            <a:off x="7611504" y="349141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noGrp="1"/>
          </p:cNvSpPr>
          <p:nvPr/>
        </p:nvSpPr>
        <p:spPr>
          <a:xfrm>
            <a:off x="8294532" y="3437503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noGrp="1"/>
          </p:cNvSpPr>
          <p:nvPr/>
        </p:nvSpPr>
        <p:spPr>
          <a:xfrm>
            <a:off x="8977559" y="341708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noGrp="1"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noGrp="1"/>
          </p:cNvSpPr>
          <p:nvPr/>
        </p:nvSpPr>
        <p:spPr>
          <a:xfrm>
            <a:off x="7591492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noGrp="1"/>
          </p:cNvSpPr>
          <p:nvPr/>
        </p:nvSpPr>
        <p:spPr>
          <a:xfrm>
            <a:off x="8274520" y="378617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noGrp="1"/>
          </p:cNvSpPr>
          <p:nvPr/>
        </p:nvSpPr>
        <p:spPr>
          <a:xfrm>
            <a:off x="8957547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7697">
            <a:extLst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noGrp="1"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noGrp="1"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noGrp="1"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noGrp="1"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noGrp="1"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noGrp="1"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noGrp="1"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noGrp="1"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noGrp="1"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noGrp="1"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noGrp="1"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noGrp="1"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noGrp="1"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noGrp="1"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noGrp="1"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noGrp="1"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noGrp="1"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noGrp="1"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noGrp="1"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noGrp="1"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noGrp="1"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noGrp="1"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noGrp="1"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noGrp="1"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noGrp="1"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noGrp="1"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7723">
            <a:extLst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noGrp="1"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7724">
            <a:extLst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noGrp="1"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7725">
            <a:extLst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noGrp="1"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7726">
            <a:extLst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noGrp="1"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7727">
            <a:extLst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noGrp="1"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7728">
            <a:extLst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noGrp="1"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7729">
            <a:extLst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noGrp="1"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7730">
            <a:extLst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noGrp="1"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7731">
            <a:extLst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noGrp="1"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7732">
            <a:extLst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noGrp="1"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7733">
            <a:extLst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noGrp="1"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7734">
            <a:extLst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noGrp="1"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7735">
            <a:extLst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noGrp="1"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7736">
            <a:extLst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noGrp="1"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7737">
            <a:extLst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noGrp="1"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7738">
            <a:extLst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noGrp="1"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7739">
            <a:extLst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noGrp="1"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7740">
            <a:extLst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noGrp="1"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7741">
            <a:extLst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noGrp="1"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7742">
            <a:extLst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noGrp="1"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7743">
            <a:extLst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noGrp="1"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7744">
            <a:extLst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noGrp="1"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7745">
            <a:extLst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noGrp="1"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7746">
            <a:extLst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noGrp="1"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7747">
            <a:extLst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noGrp="1"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7748">
            <a:extLst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noGrp="1"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7749">
            <a:extLst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noGrp="1"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7750">
            <a:extLst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noGrp="1"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7751">
            <a:extLst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noGrp="1"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7752">
            <a:extLst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noGrp="1"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7753">
            <a:extLst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noGrp="1"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7754">
            <a:extLst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noGrp="1"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7755">
            <a:extLst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noGrp="1"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7756">
            <a:extLst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noGrp="1"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7757">
            <a:extLst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noGrp="1"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7758">
            <a:extLst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noGrp="1"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7759">
            <a:extLst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noGrp="1"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7760">
            <a:extLst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noGrp="1"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7761">
            <a:extLst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noGrp="1"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7762">
            <a:extLst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noGrp="1"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7763">
            <a:extLst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noGrp="1"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7764">
            <a:extLst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noGrp="1"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7765">
            <a:extLst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noGrp="1"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7766">
            <a:extLst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noGrp="1"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7767">
            <a:extLst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noGrp="1"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7768">
            <a:extLst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7769">
            <a:extLst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noGrp="1"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7770">
            <a:extLst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noGrp="1"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7771">
            <a:extLst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noGrp="1"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7772">
            <a:extLst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noGrp="1"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7773">
            <a:extLst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noGrp="1"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7774">
            <a:extLst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noGrp="1"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7775">
            <a:extLst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noGrp="1"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7776">
            <a:extLst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noGrp="1"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7777">
            <a:extLst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noGrp="1"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7778">
            <a:extLst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noGrp="1"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7779">
            <a:extLst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noGrp="1"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7780">
            <a:extLst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noGrp="1"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7781">
            <a:extLst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noGrp="1"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7782">
            <a:extLst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noGrp="1"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7783">
            <a:extLst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noGrp="1"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7784">
            <a:extLst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noGrp="1"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7785">
            <a:extLst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noGrp="1"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7786">
            <a:extLst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noGrp="1"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7787">
            <a:extLst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noGrp="1"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7788">
            <a:extLst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noGrp="1"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7789">
            <a:extLst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noGrp="1"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7790">
            <a:extLst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7791">
            <a:extLst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noGrp="1"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7792">
            <a:extLst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noGrp="1"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7793">
            <a:extLst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noGrp="1"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7794">
            <a:extLst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noGrp="1"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7795">
            <a:extLst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noGrp="1"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7796">
            <a:extLst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noGrp="1"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7797">
            <a:extLst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noGrp="1"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7798">
            <a:extLst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noGrp="1"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7799">
            <a:extLst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noGrp="1"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7800">
            <a:extLst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7801">
            <a:extLst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noGrp="1"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7802">
            <a:extLst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noGrp="1"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7803">
            <a:extLst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noGrp="1"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7804">
            <a:extLst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noGrp="1"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7805">
            <a:extLst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noGrp="1"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7806">
            <a:extLst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noGrp="1"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7807">
            <a:extLst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noGrp="1"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7808">
            <a:extLst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noGrp="1"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7809">
            <a:extLst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noGrp="1"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7810">
            <a:extLst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noGrp="1"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7811">
            <a:extLst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7812">
            <a:extLst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noGrp="1"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7813">
            <a:extLst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noGrp="1"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7814">
            <a:extLst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noGrp="1"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7815">
            <a:extLst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noGrp="1"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7816">
            <a:extLst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noGrp="1"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7817">
            <a:extLst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noGrp="1"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7818">
            <a:extLst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noGrp="1"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7819">
            <a:extLst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noGrp="1"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7820">
            <a:extLst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noGrp="1"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7821">
            <a:extLst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noGrp="1"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7822">
            <a:extLst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noGrp="1"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7823">
            <a:extLst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noGrp="1"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7824">
            <a:extLst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noGrp="1"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7825">
            <a:extLst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noGrp="1"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7826">
            <a:extLst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noGrp="1"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7827">
            <a:extLst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noGrp="1"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7828">
            <a:extLst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noGrp="1"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7829">
            <a:extLst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noGrp="1"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7830">
            <a:extLst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noGrp="1"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7831">
            <a:extLst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noGrp="1"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7832">
            <a:extLst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noGrp="1"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7833">
            <a:extLst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noGrp="1"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7834">
            <a:extLst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noGrp="1"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7835">
            <a:extLst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noGrp="1"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7836">
            <a:extLst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noGrp="1"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7837">
            <a:extLst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noGrp="1"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7838">
            <a:extLst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noGrp="1"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7839">
            <a:extLst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noGrp="1"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7840">
            <a:extLst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noGrp="1"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7841">
            <a:extLst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noGrp="1"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7842">
            <a:extLst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7843">
            <a:extLst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noGrp="1"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7844">
            <a:extLst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noGrp="1"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7845">
            <a:extLst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noGrp="1"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7846">
            <a:extLst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noGrp="1"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7847">
            <a:extLst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noGrp="1"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7848">
            <a:extLst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noGrp="1"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7849">
            <a:extLst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noGrp="1"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7850">
            <a:extLst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noGrp="1"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7851">
            <a:extLst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noGrp="1"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7852">
            <a:extLst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noGrp="1"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7853">
            <a:extLst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noGrp="1"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7854">
            <a:extLst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noGrp="1"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7855">
            <a:extLst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noGrp="1"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7856">
            <a:extLst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noGrp="1"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7857">
            <a:extLst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noGrp="1"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7858">
            <a:extLst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noGrp="1"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7859">
            <a:extLst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noGrp="1"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7860">
            <a:extLst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noGrp="1"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7861">
            <a:extLst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noGrp="1"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7862">
            <a:extLst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noGrp="1"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7863">
            <a:extLst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noGrp="1"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7864">
            <a:extLst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noGrp="1"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7865">
            <a:extLst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noGrp="1"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7866">
            <a:extLst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noGrp="1"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7867">
            <a:extLst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noGrp="1"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7868">
            <a:extLst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noGrp="1"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7869">
            <a:extLst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noGrp="1"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7870">
            <a:extLst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noGrp="1"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7871">
            <a:extLst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noGrp="1"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7872">
            <a:extLst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noGrp="1"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7873">
            <a:extLst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noGrp="1"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7874">
            <a:extLst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noGrp="1"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7875">
            <a:extLst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noGrp="1"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7876">
            <a:extLst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noGrp="1"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7877">
            <a:extLst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noGrp="1"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7878">
            <a:extLst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noGrp="1"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7879">
            <a:extLst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noGrp="1"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7880">
            <a:extLst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noGrp="1"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7881">
            <a:extLst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noGrp="1"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7882">
            <a:extLst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noGrp="1"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7883">
            <a:extLst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noGrp="1"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7884">
            <a:extLst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noGrp="1"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7885">
            <a:extLst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noGrp="1"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7886">
            <a:extLst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noGrp="1"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7887">
            <a:extLst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7888">
            <a:extLst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noGrp="1"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7889">
            <a:extLst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noGrp="1"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7890">
            <a:extLst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noGrp="1"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7891">
            <a:extLst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noGrp="1"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7892">
            <a:extLst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noGrp="1"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7893">
            <a:extLst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noGrp="1"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7894">
            <a:extLst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noGrp="1"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7895">
            <a:extLst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noGrp="1"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7896">
            <a:extLst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noGrp="1"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7897">
            <a:extLst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noGrp="1"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7898">
            <a:extLst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noGrp="1"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7899">
            <a:extLst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noGrp="1"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7900">
            <a:extLst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noGrp="1"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7901">
            <a:extLst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noGrp="1"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7902">
            <a:extLst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noGrp="1"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7903">
            <a:extLst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noGrp="1"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7904">
            <a:extLst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noGrp="1"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7905">
            <a:extLst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noGrp="1"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7906">
            <a:extLst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noGrp="1"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7907">
            <a:extLst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noGrp="1"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7908">
            <a:extLst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noGrp="1"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7909">
            <a:extLst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noGrp="1"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7910">
            <a:extLst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noGrp="1"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7911">
            <a:extLst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noGrp="1"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7912">
            <a:extLst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noGrp="1"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7913">
            <a:extLst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noGrp="1"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7914">
            <a:extLst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noGrp="1"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7915">
            <a:extLst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noGrp="1"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7916">
            <a:extLst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noGrp="1"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7917">
            <a:extLst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noGrp="1"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7918">
            <a:extLst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noGrp="1"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7919">
            <a:extLst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noGrp="1"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7920">
            <a:extLst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noGrp="1"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7921">
            <a:extLst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noGrp="1"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7922">
            <a:extLst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noGrp="1"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7923">
            <a:extLst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noGrp="1"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7924">
            <a:extLst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noGrp="1"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7925">
            <a:extLst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noGrp="1"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7926">
            <a:extLst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noGrp="1"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7927">
            <a:extLst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noGrp="1"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7928">
            <a:extLst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noGrp="1"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7929">
            <a:extLst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noGrp="1"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7930">
            <a:extLst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noGrp="1"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7931">
            <a:extLst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noGrp="1"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7932">
            <a:extLst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noGrp="1"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7933">
            <a:extLst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noGrp="1"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7934">
            <a:extLst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noGrp="1"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7935">
            <a:extLst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noGrp="1"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7936">
            <a:extLst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7937">
            <a:extLst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noGrp="1"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7938">
            <a:extLst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noGrp="1"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7939">
            <a:extLst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noGrp="1"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7940">
            <a:extLst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noGrp="1"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7941">
            <a:extLst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noGrp="1"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7942">
            <a:extLst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noGrp="1"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7943">
            <a:extLst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noGrp="1"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7944">
            <a:extLst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noGrp="1"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7945">
            <a:extLst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noGrp="1"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7946">
            <a:extLst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noGrp="1"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7947">
            <a:extLst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noGrp="1"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7948">
            <a:extLst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noGrp="1"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7949">
            <a:extLst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noGrp="1"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7950">
            <a:extLst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noGrp="1"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7951">
            <a:extLst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noGrp="1"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7952">
            <a:extLst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noGrp="1"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7953">
            <a:extLst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noGrp="1"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7954">
            <a:extLst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noGrp="1"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7955">
            <a:extLst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noGrp="1"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7956">
            <a:extLst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noGrp="1"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7957">
            <a:extLst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noGrp="1"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7958">
            <a:extLst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noGrp="1"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7959">
            <a:extLst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noGrp="1"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7960">
            <a:extLst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noGrp="1"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7961">
            <a:extLst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noGrp="1"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7962">
            <a:extLst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noGrp="1"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7963">
            <a:extLst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noGrp="1"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7964">
            <a:extLst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noGrp="1"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7965">
            <a:extLst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noGrp="1"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7966">
            <a:extLst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noGrp="1"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7967">
            <a:extLst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noGrp="1"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7968">
            <a:extLst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noGrp="1"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7969">
            <a:extLst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noGrp="1"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7970">
            <a:extLst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noGrp="1"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7971">
            <a:extLst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noGrp="1"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7972">
            <a:extLst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noGrp="1"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7973">
            <a:extLst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noGrp="1"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7974">
            <a:extLst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noGrp="1"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7975">
            <a:extLst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noGrp="1"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7976">
            <a:extLst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noGrp="1"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7977">
            <a:extLst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noGrp="1"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7978">
            <a:extLst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noGrp="1"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7979">
            <a:extLst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noGrp="1"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7980">
            <a:extLst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noGrp="1"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7981">
            <a:extLst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7982">
            <a:extLst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noGrp="1"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7983">
            <a:extLst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noGrp="1"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7984">
            <a:extLst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noGrp="1"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7985">
            <a:extLst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noGrp="1"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7986">
            <a:extLst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noGrp="1"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7987">
            <a:extLst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noGrp="1"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7988">
            <a:extLst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noGrp="1"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7989">
            <a:extLst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noGrp="1"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7990">
            <a:extLst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noGrp="1"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7991">
            <a:extLst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noGrp="1"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7992">
            <a:extLst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noGrp="1"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7993">
            <a:extLst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noGrp="1"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7994">
            <a:extLst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noGrp="1"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7995">
            <a:extLst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noGrp="1"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7996">
            <a:extLst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noGrp="1"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7997">
            <a:extLst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noGrp="1"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7998">
            <a:extLst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noGrp="1"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7999">
            <a:extLst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noGrp="1"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8000">
            <a:extLst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noGrp="1"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8001">
            <a:extLst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noGrp="1"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8002">
            <a:extLst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noGrp="1"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8003">
            <a:extLst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noGrp="1"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8004">
            <a:extLst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noGrp="1"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8005">
            <a:extLst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noGrp="1"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8006">
            <a:extLst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noGrp="1"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8007">
            <a:extLst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noGrp="1"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8008">
            <a:extLst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noGrp="1"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8009">
            <a:extLst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noGrp="1"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8010">
            <a:extLst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noGrp="1"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8011">
            <a:extLst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noGrp="1"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8012">
            <a:extLst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noGrp="1"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8013">
            <a:extLst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noGrp="1"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8014">
            <a:extLst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noGrp="1"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8015">
            <a:extLst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noGrp="1"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8016">
            <a:extLst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noGrp="1"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8017">
            <a:extLst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noGrp="1"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8018">
            <a:extLst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noGrp="1"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8019">
            <a:extLst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noGrp="1"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8020">
            <a:extLst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noGrp="1"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8021">
            <a:extLst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noGrp="1"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8022">
            <a:extLst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noGrp="1"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8023">
            <a:extLst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noGrp="1"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8024">
            <a:extLst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noGrp="1"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8025">
            <a:extLst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noGrp="1"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8026">
            <a:extLst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noGrp="1"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8027">
            <a:extLst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noGrp="1"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8028">
            <a:extLst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noGrp="1"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8029">
            <a:extLst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noGrp="1"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8030">
            <a:extLst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8031">
            <a:extLst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noGrp="1"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8032">
            <a:extLst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noGrp="1"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8033">
            <a:extLst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noGrp="1"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8034">
            <a:extLst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noGrp="1"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8035">
            <a:extLst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noGrp="1"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8036">
            <a:extLst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noGrp="1"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8037">
            <a:extLst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noGrp="1"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8038">
            <a:extLst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noGrp="1"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8039">
            <a:extLst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noGrp="1"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8040">
            <a:extLst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noGrp="1"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8041">
            <a:extLst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noGrp="1"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8042">
            <a:extLst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noGrp="1"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8043">
            <a:extLst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noGrp="1"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8044">
            <a:extLst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noGrp="1"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8045">
            <a:extLst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noGrp="1"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8046">
            <a:extLst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noGrp="1"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8047">
            <a:extLst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noGrp="1"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8048">
            <a:extLst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noGrp="1"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8049">
            <a:extLst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noGrp="1"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8050">
            <a:extLst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noGrp="1"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8051">
            <a:extLst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noGrp="1"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8052">
            <a:extLst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noGrp="1"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8053">
            <a:extLst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noGrp="1"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8054">
            <a:extLst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noGrp="1"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8055">
            <a:extLst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noGrp="1"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8056">
            <a:extLst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noGrp="1"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8057">
            <a:extLst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noGrp="1"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8058">
            <a:extLst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noGrp="1"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8059">
            <a:extLst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noGrp="1"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8060">
            <a:extLst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noGrp="1"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8061">
            <a:extLst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noGrp="1"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8062">
            <a:extLst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noGrp="1"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8063">
            <a:extLst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noGrp="1"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8064">
            <a:extLst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noGrp="1"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8065">
            <a:extLst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noGrp="1"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8066">
            <a:extLst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noGrp="1"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8067">
            <a:extLst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noGrp="1"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8068">
            <a:extLst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noGrp="1"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8069">
            <a:extLst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noGrp="1"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8070">
            <a:extLst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noGrp="1"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8071">
            <a:extLst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noGrp="1"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8072">
            <a:extLst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noGrp="1"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8073">
            <a:extLst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noGrp="1"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8074">
            <a:extLst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noGrp="1"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8075">
            <a:extLst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8076">
            <a:extLst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noGrp="1"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8077">
            <a:extLst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noGrp="1"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8078">
            <a:extLst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noGrp="1"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8079">
            <a:extLst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noGrp="1"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8080">
            <a:extLst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noGrp="1"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8081">
            <a:extLst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noGrp="1"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8082">
            <a:extLst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noGrp="1"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8083">
            <a:extLst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noGrp="1"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8084">
            <a:extLst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noGrp="1"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8085">
            <a:extLst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noGrp="1"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8086">
            <a:extLst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noGrp="1"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8087">
            <a:extLst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noGrp="1"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8088">
            <a:extLst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noGrp="1"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8089">
            <a:extLst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noGrp="1"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8090">
            <a:extLst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noGrp="1"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8091">
            <a:extLst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noGrp="1"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8092">
            <a:extLst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noGrp="1"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8093">
            <a:extLst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noGrp="1"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8094">
            <a:extLst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noGrp="1"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8095">
            <a:extLst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noGrp="1"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8096">
            <a:extLst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noGrp="1"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8097">
            <a:extLst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noGrp="1"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8098">
            <a:extLst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noGrp="1"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noGrp="1"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noGrp="1"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noGrp="1"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noGrp="1"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noGrp="1"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noGrp="1"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noGrp="1"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noGrp="1"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noGrp="1"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noGrp="1"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noGrp="1"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noGrp="1"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8113">
            <a:extLst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noGrp="1"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noGrp="1"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noGrp="1"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noGrp="1"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noGrp="1"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noGrp="1"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noGrp="1"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noGrp="1"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noGrp="1"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noGrp="1"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noGrp="1"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noGrp="1"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noGrp="1"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noGrp="1"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noGrp="1"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noGrp="1"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noGrp="1"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noGrp="1"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noGrp="1"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noGrp="1"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noGrp="1"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noGrp="1"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noGrp="1"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noGrp="1"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noGrp="1"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8138">
            <a:extLst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noGrp="1"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8139">
            <a:extLst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noGrp="1"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8140">
            <a:extLst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noGrp="1"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8141">
            <a:extLst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noGrp="1"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8142">
            <a:extLst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noGrp="1"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8143">
            <a:extLst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noGrp="1"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8144">
            <a:extLst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noGrp="1"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8145">
            <a:extLst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noGrp="1"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8146">
            <a:extLst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noGrp="1"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8147">
            <a:extLst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noGrp="1"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8148">
            <a:extLst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noGrp="1"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8149">
            <a:extLst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noGrp="1"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8150">
            <a:extLst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noGrp="1"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8151">
            <a:extLst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noGrp="1"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8152">
            <a:extLst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noGrp="1"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8153">
            <a:extLst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noGrp="1"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8154">
            <a:extLst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noGrp="1"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8155">
            <a:extLst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noGrp="1"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8156">
            <a:extLst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noGrp="1"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8157">
            <a:extLst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noGrp="1"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8158">
            <a:extLst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noGrp="1"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8159">
            <a:extLst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noGrp="1"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8160">
            <a:extLst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noGrp="1"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8161">
            <a:extLst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noGrp="1"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8162">
            <a:extLst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noGrp="1"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8163">
            <a:extLst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noGrp="1"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8164">
            <a:extLst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noGrp="1"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8165">
            <a:extLst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noGrp="1"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8166">
            <a:extLst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noGrp="1"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8167">
            <a:extLst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noGrp="1"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8168">
            <a:extLst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noGrp="1"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8169">
            <a:extLst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noGrp="1"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8170">
            <a:extLst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noGrp="1"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8171">
            <a:extLst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noGrp="1"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8172">
            <a:extLst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noGrp="1"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8173">
            <a:extLst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noGrp="1"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8174">
            <a:extLst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noGrp="1"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8175">
            <a:extLst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noGrp="1"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8176">
            <a:extLst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noGrp="1"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8177">
            <a:extLst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noGrp="1"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8178">
            <a:extLst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noGrp="1"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8179">
            <a:extLst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noGrp="1"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8180">
            <a:extLst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noGrp="1"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8181">
            <a:extLst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noGrp="1"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8182">
            <a:extLst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noGrp="1"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8183">
            <a:extLst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8184">
            <a:extLst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noGrp="1"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8185">
            <a:extLst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noGrp="1"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8186">
            <a:extLst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noGrp="1"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8187">
            <a:extLst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noGrp="1"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8188">
            <a:extLst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noGrp="1"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8189">
            <a:extLst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noGrp="1"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8190">
            <a:extLst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noGrp="1"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8191">
            <a:extLst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noGrp="1"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8192">
            <a:extLst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noGrp="1"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8193">
            <a:extLst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noGrp="1"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8194">
            <a:extLst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noGrp="1"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8195">
            <a:extLst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noGrp="1"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8196">
            <a:extLst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noGrp="1"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8197">
            <a:extLst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noGrp="1"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8198">
            <a:extLst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noGrp="1"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8199">
            <a:extLst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noGrp="1"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8200">
            <a:extLst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noGrp="1"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8201">
            <a:extLst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noGrp="1"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8202">
            <a:extLst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noGrp="1"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8203">
            <a:extLst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noGrp="1"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8204">
            <a:extLst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noGrp="1"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8205">
            <a:extLst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8206">
            <a:extLst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noGrp="1"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8207">
            <a:extLst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noGrp="1"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8208">
            <a:extLst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noGrp="1"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8209">
            <a:extLst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noGrp="1"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8210">
            <a:extLst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noGrp="1"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8211">
            <a:extLst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noGrp="1"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8212">
            <a:extLst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noGrp="1"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8213">
            <a:extLst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noGrp="1"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8214">
            <a:extLst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noGrp="1"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8215">
            <a:extLst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8216">
            <a:extLst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noGrp="1"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8217">
            <a:extLst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noGrp="1"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8218">
            <a:extLst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noGrp="1"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8219">
            <a:extLst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noGrp="1"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8220">
            <a:extLst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noGrp="1"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8221">
            <a:extLst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noGrp="1"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8222">
            <a:extLst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noGrp="1"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8223">
            <a:extLst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noGrp="1"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8224">
            <a:extLst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noGrp="1"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8225">
            <a:extLst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noGrp="1"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8226">
            <a:extLst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8227">
            <a:extLst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noGrp="1"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8228">
            <a:extLst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noGrp="1"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8229">
            <a:extLst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noGrp="1"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8230">
            <a:extLst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noGrp="1"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8231">
            <a:extLst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noGrp="1"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8232">
            <a:extLst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noGrp="1"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8233">
            <a:extLst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noGrp="1"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8234">
            <a:extLst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noGrp="1"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8235">
            <a:extLst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noGrp="1"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8236">
            <a:extLst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noGrp="1"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8237">
            <a:extLst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noGrp="1"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8238">
            <a:extLst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noGrp="1"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8239">
            <a:extLst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noGrp="1"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8240">
            <a:extLst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noGrp="1"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8241">
            <a:extLst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noGrp="1"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8242">
            <a:extLst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noGrp="1"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8243">
            <a:extLst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noGrp="1"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8244">
            <a:extLst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noGrp="1"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8245">
            <a:extLst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noGrp="1"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8246">
            <a:extLst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noGrp="1"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8247">
            <a:extLst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noGrp="1"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8248">
            <a:extLst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noGrp="1"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8249">
            <a:extLst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noGrp="1"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8250">
            <a:extLst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noGrp="1"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8251">
            <a:extLst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noGrp="1"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8252">
            <a:extLst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noGrp="1"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8253">
            <a:extLst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noGrp="1"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8254">
            <a:extLst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noGrp="1"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8255">
            <a:extLst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noGrp="1"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8256">
            <a:extLst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noGrp="1"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8257">
            <a:extLst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noGrp="1"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8258">
            <a:extLst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noGrp="1"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8259">
            <a:extLst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noGrp="1"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8260">
            <a:extLst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noGrp="1"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8261">
            <a:extLst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noGrp="1"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8262">
            <a:extLst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noGrp="1"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8263">
            <a:extLst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noGrp="1"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8264">
            <a:extLst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noGrp="1"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8265">
            <a:extLst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noGrp="1"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8266">
            <a:extLst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noGrp="1"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8267">
            <a:extLst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noGrp="1"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8268">
            <a:extLst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noGrp="1"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8269">
            <a:extLst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noGrp="1"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8270">
            <a:extLst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noGrp="1"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8271">
            <a:extLst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noGrp="1"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8272">
            <a:extLst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noGrp="1"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8273">
            <a:extLst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noGrp="1"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8274">
            <a:extLst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noGrp="1"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8275">
            <a:extLst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noGrp="1"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8276">
            <a:extLst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noGrp="1"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8277">
            <a:extLst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noGrp="1"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8278">
            <a:extLst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noGrp="1"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8279">
            <a:extLst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noGrp="1"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8280">
            <a:extLst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noGrp="1"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8281">
            <a:extLst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noGrp="1"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8282">
            <a:extLst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noGrp="1"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8283">
            <a:extLst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noGrp="1"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8284">
            <a:extLst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noGrp="1"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8285">
            <a:extLst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noGrp="1"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8286">
            <a:extLst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noGrp="1"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8287">
            <a:extLst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noGrp="1"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8288">
            <a:extLst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noGrp="1"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8289">
            <a:extLst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noGrp="1"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8290">
            <a:extLst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noGrp="1"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8291">
            <a:extLst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noGrp="1"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8292">
            <a:extLst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noGrp="1"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8293">
            <a:extLst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noGrp="1"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8294">
            <a:extLst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noGrp="1"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8295">
            <a:extLst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noGrp="1"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8296">
            <a:extLst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noGrp="1"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8297">
            <a:extLst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noGrp="1"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8298">
            <a:extLst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noGrp="1"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8299">
            <a:extLst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noGrp="1"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8300">
            <a:extLst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noGrp="1"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8301">
            <a:extLst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noGrp="1"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8302">
            <a:extLst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noGrp="1"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8303">
            <a:extLst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noGrp="1"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8304">
            <a:extLst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noGrp="1"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8305">
            <a:extLst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noGrp="1"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8306">
            <a:extLst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noGrp="1"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8307">
            <a:extLst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noGrp="1"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8308">
            <a:extLst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noGrp="1"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8309">
            <a:extLst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noGrp="1"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8310">
            <a:extLst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noGrp="1"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8311">
            <a:extLst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noGrp="1"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8312">
            <a:extLst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noGrp="1"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8313">
            <a:extLst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noGrp="1"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8314">
            <a:extLst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noGrp="1"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8315">
            <a:extLst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noGrp="1"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8316">
            <a:extLst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noGrp="1"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8317">
            <a:extLst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noGrp="1"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8318">
            <a:extLst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noGrp="1"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8319">
            <a:extLst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noGrp="1"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8320">
            <a:extLst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noGrp="1"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8321">
            <a:extLst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noGrp="1"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8322">
            <a:extLst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noGrp="1"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8323">
            <a:extLst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noGrp="1"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8324">
            <a:extLst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noGrp="1"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8325">
            <a:extLst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noGrp="1"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8326">
            <a:extLst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noGrp="1"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8327">
            <a:extLst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noGrp="1"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8328">
            <a:extLst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noGrp="1"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8329">
            <a:extLst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noGrp="1"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8330">
            <a:extLst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noGrp="1"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8331">
            <a:extLst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noGrp="1"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8332">
            <a:extLst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noGrp="1"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8333">
            <a:extLst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noGrp="1"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8334">
            <a:extLst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noGrp="1"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8335">
            <a:extLst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noGrp="1"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8336">
            <a:extLst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noGrp="1"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8337">
            <a:extLst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noGrp="1"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8338">
            <a:extLst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noGrp="1"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8339">
            <a:extLst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noGrp="1"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8340">
            <a:extLst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noGrp="1"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8341">
            <a:extLst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noGrp="1"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8342">
            <a:extLst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noGrp="1"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8343">
            <a:extLst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noGrp="1"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8344">
            <a:extLst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noGrp="1"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8345">
            <a:extLst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noGrp="1"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8346">
            <a:extLst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noGrp="1"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8347">
            <a:extLst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noGrp="1"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8348">
            <a:extLst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noGrp="1"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8349">
            <a:extLst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noGrp="1"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8350">
            <a:extLst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noGrp="1"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8351">
            <a:extLst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noGrp="1"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8352">
            <a:extLst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noGrp="1"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8353">
            <a:extLst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noGrp="1"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8354">
            <a:extLst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noGrp="1"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8355">
            <a:extLst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noGrp="1"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8356">
            <a:extLst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noGrp="1"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8357">
            <a:extLst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noGrp="1"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8358">
            <a:extLst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noGrp="1"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8359">
            <a:extLst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noGrp="1"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8360">
            <a:extLst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noGrp="1"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8361">
            <a:extLst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noGrp="1"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8362">
            <a:extLst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noGrp="1"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8363">
            <a:extLst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noGrp="1"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8364">
            <a:extLst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noGrp="1"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8365">
            <a:extLst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noGrp="1"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8366">
            <a:extLst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noGrp="1"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8367">
            <a:extLst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noGrp="1"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8368">
            <a:extLst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noGrp="1"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8369">
            <a:extLst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noGrp="1"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8370">
            <a:extLst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noGrp="1"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8371">
            <a:extLst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noGrp="1"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8372">
            <a:extLst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noGrp="1"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8373">
            <a:extLst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noGrp="1"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8374">
            <a:extLst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noGrp="1"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8375">
            <a:extLst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noGrp="1"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8376">
            <a:extLst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noGrp="1"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8377">
            <a:extLst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noGrp="1"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8378">
            <a:extLst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noGrp="1"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8379">
            <a:extLst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noGrp="1"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8380">
            <a:extLst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noGrp="1"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8381">
            <a:extLst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noGrp="1"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8382">
            <a:extLst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noGrp="1"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8383">
            <a:extLst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noGrp="1"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8384">
            <a:extLst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noGrp="1"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8385">
            <a:extLst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noGrp="1"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8386">
            <a:extLst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noGrp="1"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8387">
            <a:extLst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noGrp="1"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8388">
            <a:extLst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noGrp="1"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8389">
            <a:extLst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noGrp="1"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8390">
            <a:extLst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noGrp="1"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8391">
            <a:extLst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noGrp="1"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8392">
            <a:extLst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noGrp="1"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8393">
            <a:extLst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noGrp="1"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8394">
            <a:extLst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noGrp="1"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8395">
            <a:extLst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noGrp="1"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8396">
            <a:extLst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noGrp="1"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8397">
            <a:extLst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noGrp="1"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8398">
            <a:extLst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noGrp="1"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8399">
            <a:extLst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noGrp="1"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8400">
            <a:extLst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noGrp="1"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8401">
            <a:extLst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noGrp="1"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8402">
            <a:extLst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noGrp="1"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8403">
            <a:extLst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noGrp="1"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8404">
            <a:extLst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noGrp="1"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8405">
            <a:extLst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noGrp="1"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8406">
            <a:extLst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noGrp="1"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8407">
            <a:extLst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noGrp="1"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8408">
            <a:extLst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noGrp="1"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8409">
            <a:extLst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noGrp="1"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8410">
            <a:extLst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noGrp="1"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8411">
            <a:extLst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noGrp="1"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8412">
            <a:extLst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noGrp="1"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8413">
            <a:extLst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noGrp="1"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8414">
            <a:extLst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noGrp="1"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8415">
            <a:extLst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noGrp="1"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8416">
            <a:extLst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noGrp="1"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8417">
            <a:extLst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noGrp="1"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8418">
            <a:extLst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noGrp="1"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8419">
            <a:extLst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noGrp="1"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8420">
            <a:extLst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noGrp="1"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8421">
            <a:extLst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noGrp="1"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8422">
            <a:extLst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noGrp="1"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8423">
            <a:extLst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noGrp="1"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8424">
            <a:extLst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noGrp="1"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8425">
            <a:extLst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noGrp="1"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8426">
            <a:extLst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noGrp="1"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8427">
            <a:extLst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noGrp="1"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8428">
            <a:extLst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noGrp="1"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8429">
            <a:extLst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noGrp="1"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8430">
            <a:extLst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noGrp="1"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8431">
            <a:extLst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noGrp="1"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8432">
            <a:extLst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noGrp="1"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8433">
            <a:extLst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noGrp="1"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8434">
            <a:extLst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noGrp="1"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8435">
            <a:extLst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noGrp="1"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8436">
            <a:extLst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noGrp="1"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8437">
            <a:extLst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noGrp="1"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8438">
            <a:extLst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noGrp="1"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8439">
            <a:extLst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noGrp="1"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8440">
            <a:extLst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noGrp="1"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8441">
            <a:extLst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noGrp="1"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8442">
            <a:extLst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noGrp="1"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8443">
            <a:extLst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noGrp="1"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8444">
            <a:extLst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noGrp="1"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8445">
            <a:extLst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noGrp="1"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8446">
            <a:extLst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noGrp="1"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8447">
            <a:extLst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noGrp="1"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8448">
            <a:extLst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noGrp="1"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8449">
            <a:extLst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noGrp="1"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8450">
            <a:extLst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noGrp="1"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8451">
            <a:extLst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noGrp="1"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8452">
            <a:extLst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noGrp="1"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8453">
            <a:extLst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noGrp="1"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8454">
            <a:extLst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noGrp="1"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8455">
            <a:extLst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noGrp="1"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8456">
            <a:extLst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noGrp="1"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8457">
            <a:extLst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noGrp="1"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8458">
            <a:extLst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noGrp="1"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8459">
            <a:extLst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noGrp="1"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8460">
            <a:extLst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noGrp="1"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8461">
            <a:extLst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noGrp="1"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8462">
            <a:extLst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noGrp="1"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8463">
            <a:extLst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noGrp="1"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8464">
            <a:extLst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noGrp="1"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8465">
            <a:extLst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noGrp="1"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8466">
            <a:extLst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noGrp="1"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8467">
            <a:extLst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noGrp="1"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8468">
            <a:extLst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noGrp="1"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8469">
            <a:extLst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noGrp="1"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8470">
            <a:extLst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noGrp="1"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8471">
            <a:extLst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noGrp="1"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8472">
            <a:extLst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noGrp="1"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8473">
            <a:extLst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noGrp="1"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8474">
            <a:extLst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noGrp="1"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8475">
            <a:extLst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noGrp="1"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8476">
            <a:extLst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noGrp="1"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8477">
            <a:extLst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noGrp="1"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8478">
            <a:extLst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noGrp="1"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8479">
            <a:extLst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noGrp="1"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8480">
            <a:extLst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noGrp="1"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8481">
            <a:extLst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noGrp="1"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8482">
            <a:extLst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noGrp="1"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8483">
            <a:extLst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noGrp="1"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8484">
            <a:extLst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noGrp="1"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8485">
            <a:extLst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noGrp="1"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8486">
            <a:extLst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noGrp="1"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8487">
            <a:extLst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noGrp="1"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8488">
            <a:extLst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noGrp="1"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8489">
            <a:extLst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noGrp="1"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8490">
            <a:extLst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noGrp="1"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8491">
            <a:extLst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noGrp="1"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8492">
            <a:extLst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noGrp="1"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8493">
            <a:extLst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noGrp="1"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8494">
            <a:extLst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noGrp="1"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8495">
            <a:extLst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noGrp="1"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8496">
            <a:extLst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noGrp="1"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8497">
            <a:extLst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noGrp="1"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8498">
            <a:extLst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noGrp="1"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8499">
            <a:extLst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noGrp="1"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8500">
            <a:extLst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noGrp="1"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8501">
            <a:extLst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noGrp="1"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8502">
            <a:extLst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noGrp="1"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8503">
            <a:extLst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noGrp="1"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8504">
            <a:extLst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noGrp="1"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8505">
            <a:extLst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noGrp="1"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8506">
            <a:extLst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noGrp="1"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8507">
            <a:extLst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noGrp="1"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8508">
            <a:extLst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noGrp="1"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8509">
            <a:extLst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noGrp="1"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8510">
            <a:extLst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noGrp="1"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8511">
            <a:extLst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noGrp="1"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8512">
            <a:extLst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noGrp="1"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8513">
            <a:extLst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noGrp="1"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noGrp="1"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noGrp="1"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noGrp="1"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noGrp="1"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noGrp="1"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noGrp="1"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noGrp="1"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noGrp="1"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noGrp="1"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noGrp="1"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noGrp="1"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noGrp="1"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8528">
            <a:extLst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noGrp="1"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noGrp="1"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noGrp="1"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noGrp="1"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noGrp="1"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noGrp="1"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noGrp="1"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noGrp="1"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noGrp="1"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noGrp="1"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noGrp="1"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noGrp="1"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noGrp="1"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noGrp="1"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noGrp="1"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noGrp="1"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noGrp="1"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noGrp="1"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noGrp="1"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noGrp="1"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noGrp="1"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noGrp="1"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noGrp="1"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noGrp="1"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noGrp="1"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8553">
            <a:extLst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noGrp="1"/>
          </p:cNvSpPr>
          <p:nvPr/>
        </p:nvSpPr>
        <p:spPr>
          <a:xfrm>
            <a:off x="7327348" y="62041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8554">
            <a:extLst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noGrp="1"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8555">
            <a:extLst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noGrp="1"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8556">
            <a:extLst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noGrp="1"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8557">
            <a:extLst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noGrp="1"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8558">
            <a:extLst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noGrp="1"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8559">
            <a:extLst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noGrp="1"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8560">
            <a:extLst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noGrp="1"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8561">
            <a:extLst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noGrp="1"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8562">
            <a:extLst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noGrp="1"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8563">
            <a:extLst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noGrp="1"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8564">
            <a:extLst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noGrp="1"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8565">
            <a:extLst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noGrp="1"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8566">
            <a:extLst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noGrp="1"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8567">
            <a:extLst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noGrp="1"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8568">
            <a:extLst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noGrp="1"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8569">
            <a:extLst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noGrp="1"/>
          </p:cNvSpPr>
          <p:nvPr/>
        </p:nvSpPr>
        <p:spPr>
          <a:xfrm>
            <a:off x="73375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8570">
            <a:extLst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noGrp="1"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8571">
            <a:extLst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noGrp="1"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8572">
            <a:extLst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noGrp="1"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8573">
            <a:extLst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noGrp="1"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8574">
            <a:extLst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noGrp="1"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8575">
            <a:extLst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noGrp="1"/>
          </p:cNvSpPr>
          <p:nvPr/>
        </p:nvSpPr>
        <p:spPr>
          <a:xfrm>
            <a:off x="7310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8576">
            <a:extLst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noGrp="1"/>
          </p:cNvSpPr>
          <p:nvPr/>
        </p:nvSpPr>
        <p:spPr>
          <a:xfrm>
            <a:off x="72537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8577">
            <a:extLst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noGrp="1"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8578">
            <a:extLst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noGrp="1"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8579">
            <a:extLst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noGrp="1"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8580">
            <a:extLst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noGrp="1"/>
          </p:cNvSpPr>
          <p:nvPr/>
        </p:nvSpPr>
        <p:spPr>
          <a:xfrm>
            <a:off x="730897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8581">
            <a:extLst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noGrp="1"/>
          </p:cNvSpPr>
          <p:nvPr/>
        </p:nvSpPr>
        <p:spPr>
          <a:xfrm>
            <a:off x="7243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8582">
            <a:extLst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noGrp="1"/>
          </p:cNvSpPr>
          <p:nvPr/>
        </p:nvSpPr>
        <p:spPr>
          <a:xfrm>
            <a:off x="725360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8583">
            <a:extLst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noGrp="1"/>
          </p:cNvSpPr>
          <p:nvPr/>
        </p:nvSpPr>
        <p:spPr>
          <a:xfrm>
            <a:off x="733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8584">
            <a:extLst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noGrp="1"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8585">
            <a:extLst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8586">
            <a:extLst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noGrp="1"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8587">
            <a:extLst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noGrp="1"/>
          </p:cNvSpPr>
          <p:nvPr/>
        </p:nvSpPr>
        <p:spPr>
          <a:xfrm>
            <a:off x="73316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8588">
            <a:extLst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noGrp="1"/>
          </p:cNvSpPr>
          <p:nvPr/>
        </p:nvSpPr>
        <p:spPr>
          <a:xfrm>
            <a:off x="7256728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8589">
            <a:extLst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noGrp="1"/>
          </p:cNvSpPr>
          <p:nvPr/>
        </p:nvSpPr>
        <p:spPr>
          <a:xfrm>
            <a:off x="72370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8590">
            <a:extLst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noGrp="1"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8591">
            <a:extLst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noGrp="1"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8592">
            <a:extLst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noGrp="1"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8593">
            <a:extLst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noGrp="1"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8594">
            <a:extLst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noGrp="1"/>
          </p:cNvSpPr>
          <p:nvPr/>
        </p:nvSpPr>
        <p:spPr>
          <a:xfrm>
            <a:off x="72321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8595">
            <a:extLst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noGrp="1"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8596">
            <a:extLst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noGrp="1"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8597">
            <a:extLst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noGrp="1"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8598">
            <a:extLst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8599">
            <a:extLst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noGrp="1"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8600">
            <a:extLst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noGrp="1"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8601">
            <a:extLst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8602">
            <a:extLst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noGrp="1"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8603">
            <a:extLst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noGrp="1"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8604">
            <a:extLst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noGrp="1"/>
          </p:cNvSpPr>
          <p:nvPr/>
        </p:nvSpPr>
        <p:spPr>
          <a:xfrm>
            <a:off x="73191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8605">
            <a:extLst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noGrp="1"/>
          </p:cNvSpPr>
          <p:nvPr/>
        </p:nvSpPr>
        <p:spPr>
          <a:xfrm>
            <a:off x="73002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8606">
            <a:extLst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noGrp="1"/>
          </p:cNvSpPr>
          <p:nvPr/>
        </p:nvSpPr>
        <p:spPr>
          <a:xfrm>
            <a:off x="7338423" y="60742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8607">
            <a:extLst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noGrp="1"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8608">
            <a:extLst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noGrp="1"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8609">
            <a:extLst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noGrp="1"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8610">
            <a:extLst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noGrp="1"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8611">
            <a:extLst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noGrp="1"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8612">
            <a:extLst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noGrp="1"/>
          </p:cNvSpPr>
          <p:nvPr/>
        </p:nvSpPr>
        <p:spPr>
          <a:xfrm>
            <a:off x="726780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8613">
            <a:extLst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noGrp="1"/>
          </p:cNvSpPr>
          <p:nvPr/>
        </p:nvSpPr>
        <p:spPr>
          <a:xfrm>
            <a:off x="732409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8614">
            <a:extLst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noGrp="1"/>
          </p:cNvSpPr>
          <p:nvPr/>
        </p:nvSpPr>
        <p:spPr>
          <a:xfrm>
            <a:off x="723184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8615">
            <a:extLst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noGrp="1"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8616">
            <a:extLst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noGrp="1"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8617">
            <a:extLst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noGrp="1"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8618">
            <a:extLst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noGrp="1"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8619">
            <a:extLst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noGrp="1"/>
          </p:cNvSpPr>
          <p:nvPr/>
        </p:nvSpPr>
        <p:spPr>
          <a:xfrm>
            <a:off x="73135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8620">
            <a:extLst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8621">
            <a:extLst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noGrp="1"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8622">
            <a:extLst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noGrp="1"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8623">
            <a:extLst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noGrp="1"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8624">
            <a:extLst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noGrp="1"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8625">
            <a:extLst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noGrp="1"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8626">
            <a:extLst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noGrp="1"/>
          </p:cNvSpPr>
          <p:nvPr/>
        </p:nvSpPr>
        <p:spPr>
          <a:xfrm>
            <a:off x="7306110" y="66597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8627">
            <a:extLst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noGrp="1"/>
          </p:cNvSpPr>
          <p:nvPr/>
        </p:nvSpPr>
        <p:spPr>
          <a:xfrm>
            <a:off x="732330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8628">
            <a:extLst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noGrp="1"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8629">
            <a:extLst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noGrp="1"/>
          </p:cNvSpPr>
          <p:nvPr/>
        </p:nvSpPr>
        <p:spPr>
          <a:xfrm>
            <a:off x="72307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8630">
            <a:extLst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noGrp="1"/>
          </p:cNvSpPr>
          <p:nvPr/>
        </p:nvSpPr>
        <p:spPr>
          <a:xfrm>
            <a:off x="7305849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8631">
            <a:extLst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noGrp="1"/>
          </p:cNvSpPr>
          <p:nvPr/>
        </p:nvSpPr>
        <p:spPr>
          <a:xfrm>
            <a:off x="7339466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8632">
            <a:extLst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noGrp="1"/>
          </p:cNvSpPr>
          <p:nvPr/>
        </p:nvSpPr>
        <p:spPr>
          <a:xfrm>
            <a:off x="73450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8633">
            <a:extLst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noGrp="1"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8634">
            <a:extLst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noGrp="1"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8635">
            <a:extLst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noGrp="1"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8636">
            <a:extLst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noGrp="1"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8637">
            <a:extLst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noGrp="1"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8638">
            <a:extLst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noGrp="1"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8639">
            <a:extLst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noGrp="1"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8640">
            <a:extLst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noGrp="1"/>
          </p:cNvSpPr>
          <p:nvPr/>
        </p:nvSpPr>
        <p:spPr>
          <a:xfrm>
            <a:off x="72373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8641">
            <a:extLst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noGrp="1"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8642">
            <a:extLst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noGrp="1"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8643">
            <a:extLst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noGrp="1"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8644">
            <a:extLst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noGrp="1"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8645">
            <a:extLst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noGrp="1"/>
          </p:cNvSpPr>
          <p:nvPr/>
        </p:nvSpPr>
        <p:spPr>
          <a:xfrm>
            <a:off x="72202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8646">
            <a:extLst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noGrp="1"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8647">
            <a:extLst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noGrp="1"/>
          </p:cNvSpPr>
          <p:nvPr/>
        </p:nvSpPr>
        <p:spPr>
          <a:xfrm>
            <a:off x="7668862" y="59991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8648">
            <a:extLst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noGrp="1"/>
          </p:cNvSpPr>
          <p:nvPr/>
        </p:nvSpPr>
        <p:spPr>
          <a:xfrm>
            <a:off x="75581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8649">
            <a:extLst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noGrp="1"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8650">
            <a:extLst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noGrp="1"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8651">
            <a:extLst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noGrp="1"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8652">
            <a:extLst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noGrp="1"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8653">
            <a:extLst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noGrp="1"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8654">
            <a:extLst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noGrp="1"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8655">
            <a:extLst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noGrp="1"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8656">
            <a:extLst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noGrp="1"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8657">
            <a:extLst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noGrp="1"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8658">
            <a:extLst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noGrp="1"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8659">
            <a:extLst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noGrp="1"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8660">
            <a:extLst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noGrp="1"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8661">
            <a:extLst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noGrp="1"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8662">
            <a:extLst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noGrp="1"/>
          </p:cNvSpPr>
          <p:nvPr/>
        </p:nvSpPr>
        <p:spPr>
          <a:xfrm>
            <a:off x="756201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8663">
            <a:extLst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noGrp="1"/>
          </p:cNvSpPr>
          <p:nvPr/>
        </p:nvSpPr>
        <p:spPr>
          <a:xfrm>
            <a:off x="76790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8664">
            <a:extLst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noGrp="1"/>
          </p:cNvSpPr>
          <p:nvPr/>
        </p:nvSpPr>
        <p:spPr>
          <a:xfrm>
            <a:off x="756384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8665">
            <a:extLst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noGrp="1"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8666">
            <a:extLst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noGrp="1"/>
          </p:cNvSpPr>
          <p:nvPr/>
        </p:nvSpPr>
        <p:spPr>
          <a:xfrm>
            <a:off x="76072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8667">
            <a:extLst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noGrp="1"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8668">
            <a:extLst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noGrp="1"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8669">
            <a:extLst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noGrp="1"/>
          </p:cNvSpPr>
          <p:nvPr/>
        </p:nvSpPr>
        <p:spPr>
          <a:xfrm>
            <a:off x="76524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8670">
            <a:extLst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noGrp="1"/>
          </p:cNvSpPr>
          <p:nvPr/>
        </p:nvSpPr>
        <p:spPr>
          <a:xfrm>
            <a:off x="75952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8671">
            <a:extLst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noGrp="1"/>
          </p:cNvSpPr>
          <p:nvPr/>
        </p:nvSpPr>
        <p:spPr>
          <a:xfrm>
            <a:off x="7677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8672">
            <a:extLst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noGrp="1"/>
          </p:cNvSpPr>
          <p:nvPr/>
        </p:nvSpPr>
        <p:spPr>
          <a:xfrm>
            <a:off x="7652705" y="56408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8673">
            <a:extLst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noGrp="1"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8674">
            <a:extLst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noGrp="1"/>
          </p:cNvSpPr>
          <p:nvPr/>
        </p:nvSpPr>
        <p:spPr>
          <a:xfrm>
            <a:off x="7650490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8675">
            <a:extLst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noGrp="1"/>
          </p:cNvSpPr>
          <p:nvPr/>
        </p:nvSpPr>
        <p:spPr>
          <a:xfrm>
            <a:off x="75849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8676">
            <a:extLst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noGrp="1"/>
          </p:cNvSpPr>
          <p:nvPr/>
        </p:nvSpPr>
        <p:spPr>
          <a:xfrm>
            <a:off x="759511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8677">
            <a:extLst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noGrp="1"/>
          </p:cNvSpPr>
          <p:nvPr/>
        </p:nvSpPr>
        <p:spPr>
          <a:xfrm>
            <a:off x="76760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8678">
            <a:extLst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noGrp="1"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8679">
            <a:extLst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8680">
            <a:extLst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noGrp="1"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8681">
            <a:extLst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noGrp="1"/>
          </p:cNvSpPr>
          <p:nvPr/>
        </p:nvSpPr>
        <p:spPr>
          <a:xfrm>
            <a:off x="767316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8682">
            <a:extLst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noGrp="1"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8683">
            <a:extLst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noGrp="1"/>
          </p:cNvSpPr>
          <p:nvPr/>
        </p:nvSpPr>
        <p:spPr>
          <a:xfrm>
            <a:off x="75785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8684">
            <a:extLst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noGrp="1"/>
          </p:cNvSpPr>
          <p:nvPr/>
        </p:nvSpPr>
        <p:spPr>
          <a:xfrm>
            <a:off x="76543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8685">
            <a:extLst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noGrp="1"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8686">
            <a:extLst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noGrp="1"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8687">
            <a:extLst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noGrp="1"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8688">
            <a:extLst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noGrp="1"/>
          </p:cNvSpPr>
          <p:nvPr/>
        </p:nvSpPr>
        <p:spPr>
          <a:xfrm>
            <a:off x="75736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8689">
            <a:extLst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noGrp="1"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8690">
            <a:extLst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noGrp="1"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8691">
            <a:extLst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noGrp="1"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8692">
            <a:extLst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8693">
            <a:extLst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noGrp="1"/>
          </p:cNvSpPr>
          <p:nvPr/>
        </p:nvSpPr>
        <p:spPr>
          <a:xfrm>
            <a:off x="7686322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8694">
            <a:extLst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noGrp="1"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8695">
            <a:extLst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8696">
            <a:extLst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noGrp="1"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8697">
            <a:extLst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noGrp="1"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8698">
            <a:extLst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noGrp="1"/>
          </p:cNvSpPr>
          <p:nvPr/>
        </p:nvSpPr>
        <p:spPr>
          <a:xfrm>
            <a:off x="76606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8699">
            <a:extLst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noGrp="1"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8700">
            <a:extLst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noGrp="1"/>
          </p:cNvSpPr>
          <p:nvPr/>
        </p:nvSpPr>
        <p:spPr>
          <a:xfrm>
            <a:off x="767993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8701">
            <a:extLst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noGrp="1"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8702">
            <a:extLst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noGrp="1"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8703">
            <a:extLst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noGrp="1"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8704">
            <a:extLst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noGrp="1"/>
          </p:cNvSpPr>
          <p:nvPr/>
        </p:nvSpPr>
        <p:spPr>
          <a:xfrm>
            <a:off x="75965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8705">
            <a:extLst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noGrp="1"/>
          </p:cNvSpPr>
          <p:nvPr/>
        </p:nvSpPr>
        <p:spPr>
          <a:xfrm>
            <a:off x="7625734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8706">
            <a:extLst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noGrp="1"/>
          </p:cNvSpPr>
          <p:nvPr/>
        </p:nvSpPr>
        <p:spPr>
          <a:xfrm>
            <a:off x="760931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8707">
            <a:extLst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noGrp="1"/>
          </p:cNvSpPr>
          <p:nvPr/>
        </p:nvSpPr>
        <p:spPr>
          <a:xfrm>
            <a:off x="766560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8708">
            <a:extLst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noGrp="1"/>
          </p:cNvSpPr>
          <p:nvPr/>
        </p:nvSpPr>
        <p:spPr>
          <a:xfrm>
            <a:off x="757335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8709">
            <a:extLst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noGrp="1"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8710">
            <a:extLst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noGrp="1"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8711">
            <a:extLst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noGrp="1"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8712">
            <a:extLst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noGrp="1"/>
          </p:cNvSpPr>
          <p:nvPr/>
        </p:nvSpPr>
        <p:spPr>
          <a:xfrm>
            <a:off x="7674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8713">
            <a:extLst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noGrp="1"/>
          </p:cNvSpPr>
          <p:nvPr/>
        </p:nvSpPr>
        <p:spPr>
          <a:xfrm>
            <a:off x="76550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8714">
            <a:extLst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8715">
            <a:extLst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noGrp="1"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8716">
            <a:extLst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noGrp="1"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8717">
            <a:extLst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noGrp="1"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8718">
            <a:extLst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noGrp="1"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8719">
            <a:extLst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noGrp="1"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8720">
            <a:extLst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noGrp="1"/>
          </p:cNvSpPr>
          <p:nvPr/>
        </p:nvSpPr>
        <p:spPr>
          <a:xfrm>
            <a:off x="7647624" y="65913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8721">
            <a:extLst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noGrp="1"/>
          </p:cNvSpPr>
          <p:nvPr/>
        </p:nvSpPr>
        <p:spPr>
          <a:xfrm>
            <a:off x="7664823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8722">
            <a:extLst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noGrp="1"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8723">
            <a:extLst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noGrp="1"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8724">
            <a:extLst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noGrp="1"/>
          </p:cNvSpPr>
          <p:nvPr/>
        </p:nvSpPr>
        <p:spPr>
          <a:xfrm>
            <a:off x="764736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8725">
            <a:extLst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noGrp="1"/>
          </p:cNvSpPr>
          <p:nvPr/>
        </p:nvSpPr>
        <p:spPr>
          <a:xfrm>
            <a:off x="7680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8726">
            <a:extLst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noGrp="1"/>
          </p:cNvSpPr>
          <p:nvPr/>
        </p:nvSpPr>
        <p:spPr>
          <a:xfrm>
            <a:off x="7686582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8727">
            <a:extLst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noGrp="1"/>
          </p:cNvSpPr>
          <p:nvPr/>
        </p:nvSpPr>
        <p:spPr>
          <a:xfrm>
            <a:off x="76060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8728">
            <a:extLst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noGrp="1"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8729">
            <a:extLst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noGrp="1"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8730">
            <a:extLst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noGrp="1"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8731">
            <a:extLst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noGrp="1"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8732">
            <a:extLst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noGrp="1"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8733">
            <a:extLst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noGrp="1"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8734">
            <a:extLst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noGrp="1"/>
          </p:cNvSpPr>
          <p:nvPr/>
        </p:nvSpPr>
        <p:spPr>
          <a:xfrm>
            <a:off x="75788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8735">
            <a:extLst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noGrp="1"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8736">
            <a:extLst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noGrp="1"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8737">
            <a:extLst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noGrp="1"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8738">
            <a:extLst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noGrp="1"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8739">
            <a:extLst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noGrp="1"/>
          </p:cNvSpPr>
          <p:nvPr/>
        </p:nvSpPr>
        <p:spPr>
          <a:xfrm>
            <a:off x="756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8740">
            <a:extLst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noGrp="1"/>
          </p:cNvSpPr>
          <p:nvPr/>
        </p:nvSpPr>
        <p:spPr>
          <a:xfrm>
            <a:off x="826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8741">
            <a:extLst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noGrp="1"/>
          </p:cNvSpPr>
          <p:nvPr/>
        </p:nvSpPr>
        <p:spPr>
          <a:xfrm>
            <a:off x="8351890" y="568017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8742">
            <a:extLst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noGrp="1"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8743">
            <a:extLst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noGrp="1"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8744">
            <a:extLst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noGrp="1"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8745">
            <a:extLst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noGrp="1"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8746">
            <a:extLst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noGrp="1"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8747">
            <a:extLst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noGrp="1"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8748">
            <a:extLst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noGrp="1"/>
          </p:cNvSpPr>
          <p:nvPr/>
        </p:nvSpPr>
        <p:spPr>
          <a:xfrm>
            <a:off x="8245698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8749">
            <a:extLst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noGrp="1"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8750">
            <a:extLst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noGrp="1"/>
          </p:cNvSpPr>
          <p:nvPr/>
        </p:nvSpPr>
        <p:spPr>
          <a:xfrm>
            <a:off x="8245437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8751">
            <a:extLst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noGrp="1"/>
          </p:cNvSpPr>
          <p:nvPr/>
        </p:nvSpPr>
        <p:spPr>
          <a:xfrm>
            <a:off x="83190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8752">
            <a:extLst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noGrp="1"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8753">
            <a:extLst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noGrp="1"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8754">
            <a:extLst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noGrp="1"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8755">
            <a:extLst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noGrp="1"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8756">
            <a:extLst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noGrp="1"/>
          </p:cNvSpPr>
          <p:nvPr/>
        </p:nvSpPr>
        <p:spPr>
          <a:xfrm>
            <a:off x="824504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8757">
            <a:extLst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noGrp="1"/>
          </p:cNvSpPr>
          <p:nvPr/>
        </p:nvSpPr>
        <p:spPr>
          <a:xfrm>
            <a:off x="8362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8758">
            <a:extLst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noGrp="1"/>
          </p:cNvSpPr>
          <p:nvPr/>
        </p:nvSpPr>
        <p:spPr>
          <a:xfrm>
            <a:off x="8246871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8759">
            <a:extLst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noGrp="1"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8760">
            <a:extLst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noGrp="1"/>
          </p:cNvSpPr>
          <p:nvPr/>
        </p:nvSpPr>
        <p:spPr>
          <a:xfrm>
            <a:off x="82902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8761">
            <a:extLst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noGrp="1"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8762">
            <a:extLst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noGrp="1"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8763">
            <a:extLst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noGrp="1"/>
          </p:cNvSpPr>
          <p:nvPr/>
        </p:nvSpPr>
        <p:spPr>
          <a:xfrm>
            <a:off x="833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8764">
            <a:extLst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noGrp="1"/>
          </p:cNvSpPr>
          <p:nvPr/>
        </p:nvSpPr>
        <p:spPr>
          <a:xfrm>
            <a:off x="82782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8765">
            <a:extLst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noGrp="1"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8766">
            <a:extLst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noGrp="1"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8767">
            <a:extLst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noGrp="1"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8768">
            <a:extLst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noGrp="1"/>
          </p:cNvSpPr>
          <p:nvPr/>
        </p:nvSpPr>
        <p:spPr>
          <a:xfrm>
            <a:off x="833351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8769">
            <a:extLst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noGrp="1"/>
          </p:cNvSpPr>
          <p:nvPr/>
        </p:nvSpPr>
        <p:spPr>
          <a:xfrm>
            <a:off x="82679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8770">
            <a:extLst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noGrp="1"/>
          </p:cNvSpPr>
          <p:nvPr/>
        </p:nvSpPr>
        <p:spPr>
          <a:xfrm>
            <a:off x="827814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8771">
            <a:extLst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noGrp="1"/>
          </p:cNvSpPr>
          <p:nvPr/>
        </p:nvSpPr>
        <p:spPr>
          <a:xfrm>
            <a:off x="83590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8772">
            <a:extLst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noGrp="1"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8773">
            <a:extLst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8774">
            <a:extLst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noGrp="1"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8775">
            <a:extLst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noGrp="1"/>
          </p:cNvSpPr>
          <p:nvPr/>
        </p:nvSpPr>
        <p:spPr>
          <a:xfrm>
            <a:off x="83561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8776">
            <a:extLst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noGrp="1"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8777">
            <a:extLst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noGrp="1"/>
          </p:cNvSpPr>
          <p:nvPr/>
        </p:nvSpPr>
        <p:spPr>
          <a:xfrm>
            <a:off x="826159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8778">
            <a:extLst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noGrp="1"/>
          </p:cNvSpPr>
          <p:nvPr/>
        </p:nvSpPr>
        <p:spPr>
          <a:xfrm>
            <a:off x="83374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8779">
            <a:extLst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noGrp="1"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8780">
            <a:extLst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noGrp="1"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8781">
            <a:extLst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noGrp="1"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8782">
            <a:extLst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noGrp="1"/>
          </p:cNvSpPr>
          <p:nvPr/>
        </p:nvSpPr>
        <p:spPr>
          <a:xfrm>
            <a:off x="82566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8783">
            <a:extLst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noGrp="1"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8784">
            <a:extLst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noGrp="1"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8785">
            <a:extLst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noGrp="1"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8786">
            <a:extLst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noGrp="1"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8787">
            <a:extLst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noGrp="1"/>
          </p:cNvSpPr>
          <p:nvPr/>
        </p:nvSpPr>
        <p:spPr>
          <a:xfrm>
            <a:off x="836934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8788">
            <a:extLst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noGrp="1"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8789">
            <a:extLst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8790">
            <a:extLst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noGrp="1"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8791">
            <a:extLst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noGrp="1"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8792">
            <a:extLst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noGrp="1"/>
          </p:cNvSpPr>
          <p:nvPr/>
        </p:nvSpPr>
        <p:spPr>
          <a:xfrm>
            <a:off x="834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8793">
            <a:extLst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noGrp="1"/>
          </p:cNvSpPr>
          <p:nvPr/>
        </p:nvSpPr>
        <p:spPr>
          <a:xfrm>
            <a:off x="8324788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8794">
            <a:extLst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noGrp="1"/>
          </p:cNvSpPr>
          <p:nvPr/>
        </p:nvSpPr>
        <p:spPr>
          <a:xfrm>
            <a:off x="8362965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8795">
            <a:extLst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noGrp="1"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8796">
            <a:extLst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noGrp="1"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8797">
            <a:extLst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noGrp="1"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8798">
            <a:extLst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noGrp="1"/>
          </p:cNvSpPr>
          <p:nvPr/>
        </p:nvSpPr>
        <p:spPr>
          <a:xfrm>
            <a:off x="8279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8799">
            <a:extLst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noGrp="1"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8800">
            <a:extLst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noGrp="1"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8801">
            <a:extLst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noGrp="1"/>
          </p:cNvSpPr>
          <p:nvPr/>
        </p:nvSpPr>
        <p:spPr>
          <a:xfrm>
            <a:off x="834863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8802">
            <a:extLst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noGrp="1"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8803">
            <a:extLst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noGrp="1"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8804">
            <a:extLst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noGrp="1"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8805">
            <a:extLst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noGrp="1"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8806">
            <a:extLst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noGrp="1"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8807">
            <a:extLst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noGrp="1"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8808">
            <a:extLst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noGrp="1"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8809">
            <a:extLst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noGrp="1"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8810">
            <a:extLst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noGrp="1"/>
          </p:cNvSpPr>
          <p:nvPr/>
        </p:nvSpPr>
        <p:spPr>
          <a:xfrm>
            <a:off x="833013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8811">
            <a:extLst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noGrp="1"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8812">
            <a:extLst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noGrp="1"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8813">
            <a:extLst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noGrp="1"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8814">
            <a:extLst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noGrp="1"/>
          </p:cNvSpPr>
          <p:nvPr/>
        </p:nvSpPr>
        <p:spPr>
          <a:xfrm>
            <a:off x="8330651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8815">
            <a:extLst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noGrp="1"/>
          </p:cNvSpPr>
          <p:nvPr/>
        </p:nvSpPr>
        <p:spPr>
          <a:xfrm>
            <a:off x="834785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8816">
            <a:extLst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noGrp="1"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8817">
            <a:extLst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noGrp="1"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8818">
            <a:extLst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noGrp="1"/>
          </p:cNvSpPr>
          <p:nvPr/>
        </p:nvSpPr>
        <p:spPr>
          <a:xfrm>
            <a:off x="8330391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8819">
            <a:extLst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noGrp="1"/>
          </p:cNvSpPr>
          <p:nvPr/>
        </p:nvSpPr>
        <p:spPr>
          <a:xfrm>
            <a:off x="8364007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8820">
            <a:extLst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noGrp="1"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8821">
            <a:extLst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noGrp="1"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8822">
            <a:extLst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noGrp="1"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8823">
            <a:extLst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noGrp="1"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8824">
            <a:extLst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noGrp="1"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8825">
            <a:extLst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noGrp="1"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8826">
            <a:extLst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noGrp="1"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8827">
            <a:extLst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noGrp="1"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8828">
            <a:extLst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noGrp="1"/>
          </p:cNvSpPr>
          <p:nvPr/>
        </p:nvSpPr>
        <p:spPr>
          <a:xfrm>
            <a:off x="82618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8829">
            <a:extLst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noGrp="1"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8830">
            <a:extLst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noGrp="1"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8831">
            <a:extLst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noGrp="1"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8832">
            <a:extLst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noGrp="1"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8833">
            <a:extLst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noGrp="1"/>
          </p:cNvSpPr>
          <p:nvPr/>
        </p:nvSpPr>
        <p:spPr>
          <a:xfrm>
            <a:off x="8244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8834">
            <a:extLst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noGrp="1"/>
          </p:cNvSpPr>
          <p:nvPr/>
        </p:nvSpPr>
        <p:spPr>
          <a:xfrm>
            <a:off x="89515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8835">
            <a:extLst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noGrp="1"/>
          </p:cNvSpPr>
          <p:nvPr/>
        </p:nvSpPr>
        <p:spPr>
          <a:xfrm>
            <a:off x="9034917" y="55434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8836">
            <a:extLst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noGrp="1"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8837">
            <a:extLst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noGrp="1"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8838">
            <a:extLst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noGrp="1"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8839">
            <a:extLst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noGrp="1"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8840">
            <a:extLst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noGrp="1"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8841">
            <a:extLst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noGrp="1"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8842">
            <a:extLst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noGrp="1"/>
          </p:cNvSpPr>
          <p:nvPr/>
        </p:nvSpPr>
        <p:spPr>
          <a:xfrm>
            <a:off x="8928726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8843">
            <a:extLst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noGrp="1"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8844">
            <a:extLst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noGrp="1"/>
          </p:cNvSpPr>
          <p:nvPr/>
        </p:nvSpPr>
        <p:spPr>
          <a:xfrm>
            <a:off x="8928465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8845">
            <a:extLst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noGrp="1"/>
          </p:cNvSpPr>
          <p:nvPr/>
        </p:nvSpPr>
        <p:spPr>
          <a:xfrm>
            <a:off x="90020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8846">
            <a:extLst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noGrp="1"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8847">
            <a:extLst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noGrp="1"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8848">
            <a:extLst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noGrp="1"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8849">
            <a:extLst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noGrp="1"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8850">
            <a:extLst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noGrp="1"/>
          </p:cNvSpPr>
          <p:nvPr/>
        </p:nvSpPr>
        <p:spPr>
          <a:xfrm>
            <a:off x="89280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8851">
            <a:extLst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noGrp="1"/>
          </p:cNvSpPr>
          <p:nvPr/>
        </p:nvSpPr>
        <p:spPr>
          <a:xfrm>
            <a:off x="904508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8852">
            <a:extLst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noGrp="1"/>
          </p:cNvSpPr>
          <p:nvPr/>
        </p:nvSpPr>
        <p:spPr>
          <a:xfrm>
            <a:off x="8929898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8853">
            <a:extLst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noGrp="1"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8854">
            <a:extLst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noGrp="1"/>
          </p:cNvSpPr>
          <p:nvPr/>
        </p:nvSpPr>
        <p:spPr>
          <a:xfrm>
            <a:off x="89732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8855">
            <a:extLst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noGrp="1"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8856">
            <a:extLst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noGrp="1"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8857">
            <a:extLst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noGrp="1"/>
          </p:cNvSpPr>
          <p:nvPr/>
        </p:nvSpPr>
        <p:spPr>
          <a:xfrm>
            <a:off x="901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8858">
            <a:extLst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noGrp="1"/>
          </p:cNvSpPr>
          <p:nvPr/>
        </p:nvSpPr>
        <p:spPr>
          <a:xfrm>
            <a:off x="89613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8859">
            <a:extLst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noGrp="1"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8860">
            <a:extLst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noGrp="1"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8861">
            <a:extLst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noGrp="1"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8862">
            <a:extLst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noGrp="1"/>
          </p:cNvSpPr>
          <p:nvPr/>
        </p:nvSpPr>
        <p:spPr>
          <a:xfrm>
            <a:off x="9016545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8863">
            <a:extLst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noGrp="1"/>
          </p:cNvSpPr>
          <p:nvPr/>
        </p:nvSpPr>
        <p:spPr>
          <a:xfrm>
            <a:off x="8951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8864">
            <a:extLst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noGrp="1"/>
          </p:cNvSpPr>
          <p:nvPr/>
        </p:nvSpPr>
        <p:spPr>
          <a:xfrm>
            <a:off x="89611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8865">
            <a:extLst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noGrp="1"/>
          </p:cNvSpPr>
          <p:nvPr/>
        </p:nvSpPr>
        <p:spPr>
          <a:xfrm>
            <a:off x="904208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8866">
            <a:extLst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noGrp="1"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8867">
            <a:extLst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8868">
            <a:extLst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noGrp="1"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8869">
            <a:extLst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noGrp="1"/>
          </p:cNvSpPr>
          <p:nvPr/>
        </p:nvSpPr>
        <p:spPr>
          <a:xfrm>
            <a:off x="903921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8870">
            <a:extLst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noGrp="1"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8871">
            <a:extLst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noGrp="1"/>
          </p:cNvSpPr>
          <p:nvPr/>
        </p:nvSpPr>
        <p:spPr>
          <a:xfrm>
            <a:off x="8944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8872">
            <a:extLst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noGrp="1"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8873">
            <a:extLst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noGrp="1"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8874">
            <a:extLst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noGrp="1"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8875">
            <a:extLst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noGrp="1"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8876">
            <a:extLst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noGrp="1"/>
          </p:cNvSpPr>
          <p:nvPr/>
        </p:nvSpPr>
        <p:spPr>
          <a:xfrm>
            <a:off x="89396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8877">
            <a:extLst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noGrp="1"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8878">
            <a:extLst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noGrp="1"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8879">
            <a:extLst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noGrp="1"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8880">
            <a:extLst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noGrp="1"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8881">
            <a:extLst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noGrp="1"/>
          </p:cNvSpPr>
          <p:nvPr/>
        </p:nvSpPr>
        <p:spPr>
          <a:xfrm>
            <a:off x="905237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8882">
            <a:extLst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noGrp="1"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8883">
            <a:extLst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8884">
            <a:extLst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noGrp="1"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8885">
            <a:extLst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noGrp="1"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8886">
            <a:extLst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noGrp="1"/>
          </p:cNvSpPr>
          <p:nvPr/>
        </p:nvSpPr>
        <p:spPr>
          <a:xfrm>
            <a:off x="90267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8887">
            <a:extLst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noGrp="1"/>
          </p:cNvSpPr>
          <p:nvPr/>
        </p:nvSpPr>
        <p:spPr>
          <a:xfrm>
            <a:off x="9007816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8888">
            <a:extLst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noGrp="1"/>
          </p:cNvSpPr>
          <p:nvPr/>
        </p:nvSpPr>
        <p:spPr>
          <a:xfrm>
            <a:off x="9045992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8889">
            <a:extLst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noGrp="1"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8890">
            <a:extLst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noGrp="1"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8891">
            <a:extLst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noGrp="1"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8892">
            <a:extLst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noGrp="1"/>
          </p:cNvSpPr>
          <p:nvPr/>
        </p:nvSpPr>
        <p:spPr>
          <a:xfrm>
            <a:off x="896260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8893">
            <a:extLst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noGrp="1"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8894">
            <a:extLst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noGrp="1"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8895">
            <a:extLst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noGrp="1"/>
          </p:cNvSpPr>
          <p:nvPr/>
        </p:nvSpPr>
        <p:spPr>
          <a:xfrm>
            <a:off x="90316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8896">
            <a:extLst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noGrp="1"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8897">
            <a:extLst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noGrp="1"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8898">
            <a:extLst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noGrp="1"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8899">
            <a:extLst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noGrp="1"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8900">
            <a:extLst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noGrp="1"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8901">
            <a:extLst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noGrp="1"/>
          </p:cNvSpPr>
          <p:nvPr/>
        </p:nvSpPr>
        <p:spPr>
          <a:xfrm>
            <a:off x="902110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8902">
            <a:extLst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noGrp="1"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8903">
            <a:extLst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noGrp="1"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8904">
            <a:extLst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noGrp="1"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8905">
            <a:extLst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noGrp="1"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8906">
            <a:extLst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noGrp="1"/>
          </p:cNvSpPr>
          <p:nvPr/>
        </p:nvSpPr>
        <p:spPr>
          <a:xfrm>
            <a:off x="8994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8907">
            <a:extLst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noGrp="1"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8908">
            <a:extLst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noGrp="1"/>
          </p:cNvSpPr>
          <p:nvPr/>
        </p:nvSpPr>
        <p:spPr>
          <a:xfrm>
            <a:off x="9013679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8909">
            <a:extLst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noGrp="1"/>
          </p:cNvSpPr>
          <p:nvPr/>
        </p:nvSpPr>
        <p:spPr>
          <a:xfrm>
            <a:off x="9030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8910">
            <a:extLst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noGrp="1"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8911">
            <a:extLst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noGrp="1"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8912">
            <a:extLst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noGrp="1"/>
          </p:cNvSpPr>
          <p:nvPr/>
        </p:nvSpPr>
        <p:spPr>
          <a:xfrm>
            <a:off x="9013418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8913">
            <a:extLst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noGrp="1"/>
          </p:cNvSpPr>
          <p:nvPr/>
        </p:nvSpPr>
        <p:spPr>
          <a:xfrm>
            <a:off x="904703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8914">
            <a:extLst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noGrp="1"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8915">
            <a:extLst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noGrp="1"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8916">
            <a:extLst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noGrp="1"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8917">
            <a:extLst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noGrp="1"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8918">
            <a:extLst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noGrp="1"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8919">
            <a:extLst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noGrp="1"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8920">
            <a:extLst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noGrp="1"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8921">
            <a:extLst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noGrp="1"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8922">
            <a:extLst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noGrp="1"/>
          </p:cNvSpPr>
          <p:nvPr/>
        </p:nvSpPr>
        <p:spPr>
          <a:xfrm>
            <a:off x="89448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8923">
            <a:extLst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noGrp="1"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8924">
            <a:extLst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noGrp="1"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8925">
            <a:extLst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noGrp="1"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8926">
            <a:extLst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noGrp="1"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8927">
            <a:extLst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noGrp="1"/>
          </p:cNvSpPr>
          <p:nvPr/>
        </p:nvSpPr>
        <p:spPr>
          <a:xfrm>
            <a:off x="89278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8928">
            <a:extLst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noGrp="1"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noGrp="1"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noGrp="1"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noGrp="1"/>
          </p:cNvSpPr>
          <p:nvPr/>
        </p:nvSpPr>
        <p:spPr>
          <a:xfrm>
            <a:off x="6958625" y="6036870"/>
            <a:ext cx="2049083" cy="916065"/>
          </a:xfrm>
          <a:custGeom>
            <a:avLst/>
            <a:gdLst/>
            <a:ahLst/>
            <a:cxnLst/>
            <a:rect l="0" t="0" r="0" b="0"/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noGrp="1"/>
          </p:cNvSpPr>
          <p:nvPr/>
        </p:nvSpPr>
        <p:spPr>
          <a:xfrm>
            <a:off x="6958625" y="6064491"/>
            <a:ext cx="2049083" cy="888444"/>
          </a:xfrm>
          <a:custGeom>
            <a:avLst/>
            <a:gdLst/>
            <a:ahLst/>
            <a:cxnLst/>
            <a:rect l="0" t="0" r="0" b="0"/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noGrp="1"/>
          </p:cNvSpPr>
          <p:nvPr/>
        </p:nvSpPr>
        <p:spPr>
          <a:xfrm>
            <a:off x="7269990" y="658358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noGrp="1"/>
          </p:cNvSpPr>
          <p:nvPr/>
        </p:nvSpPr>
        <p:spPr>
          <a:xfrm>
            <a:off x="7611504" y="6137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noGrp="1"/>
          </p:cNvSpPr>
          <p:nvPr/>
        </p:nvSpPr>
        <p:spPr>
          <a:xfrm>
            <a:off x="8294532" y="60412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noGrp="1"/>
          </p:cNvSpPr>
          <p:nvPr/>
        </p:nvSpPr>
        <p:spPr>
          <a:xfrm>
            <a:off x="8977559" y="600672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noGrp="1"/>
          </p:cNvSpPr>
          <p:nvPr/>
        </p:nvSpPr>
        <p:spPr>
          <a:xfrm>
            <a:off x="7249978" y="69027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noGrp="1"/>
          </p:cNvSpPr>
          <p:nvPr/>
        </p:nvSpPr>
        <p:spPr>
          <a:xfrm>
            <a:off x="7591492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noGrp="1"/>
          </p:cNvSpPr>
          <p:nvPr/>
        </p:nvSpPr>
        <p:spPr>
          <a:xfrm>
            <a:off x="8274520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noGrp="1"/>
          </p:cNvSpPr>
          <p:nvPr/>
        </p:nvSpPr>
        <p:spPr>
          <a:xfrm>
            <a:off x="8957547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noGrp="1"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noGrp="1"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noGrp="1"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noGrp="1"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noGrp="1"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noGrp="1"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noGrp="1"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noGrp="1"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01CAFD2A-9033-4A5E-9238-28C97CB4BE9D}"/>
              </a:ext>
            </a:extLst>
          </p:cNvPr>
          <p:cNvSpPr>
            <a:spLocks/>
          </p:cNvSpPr>
          <p:nvPr/>
        </p:nvSpPr>
        <p:spPr>
          <a:xfrm>
            <a:off x="238125" y="504560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4BEF8165-0534-41A9-8213-CF48CAF53A06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3DED3436-DF6A-408D-B9D4-1ABD21AC88D1}"/>
              </a:ext>
            </a:extLst>
          </p:cNvPr>
          <p:cNvSpPr>
            <a:spLocks/>
          </p:cNvSpPr>
          <p:nvPr/>
        </p:nvSpPr>
        <p:spPr>
          <a:xfrm>
            <a:off x="147586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13A26B58-3228-4AFF-9212-30AC05990E1B}"/>
              </a:ext>
            </a:extLst>
          </p:cNvPr>
          <p:cNvSpPr>
            <a:spLocks/>
          </p:cNvSpPr>
          <p:nvPr/>
        </p:nvSpPr>
        <p:spPr>
          <a:xfrm>
            <a:off x="1109400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DE12643E-26EC-425F-A2D9-D4D271775B59}"/>
              </a:ext>
            </a:extLst>
          </p:cNvPr>
          <p:cNvSpPr>
            <a:spLocks/>
          </p:cNvSpPr>
          <p:nvPr/>
        </p:nvSpPr>
        <p:spPr>
          <a:xfrm>
            <a:off x="241305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D3F8F180-E273-47F4-AF37-7E9EB07CE97D}"/>
              </a:ext>
            </a:extLst>
          </p:cNvPr>
          <p:cNvSpPr>
            <a:spLocks/>
          </p:cNvSpPr>
          <p:nvPr/>
        </p:nvSpPr>
        <p:spPr>
          <a:xfrm>
            <a:off x="2052957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ADE92164-72CD-4A6A-9AA9-C1E982AEEBC1}"/>
              </a:ext>
            </a:extLst>
          </p:cNvPr>
          <p:cNvSpPr>
            <a:spLocks/>
          </p:cNvSpPr>
          <p:nvPr/>
        </p:nvSpPr>
        <p:spPr>
          <a:xfrm>
            <a:off x="2174280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799000B8-6DE0-41C5-A84D-D68DD00BEF05}"/>
              </a:ext>
            </a:extLst>
          </p:cNvPr>
          <p:cNvSpPr>
            <a:spLocks/>
          </p:cNvSpPr>
          <p:nvPr/>
        </p:nvSpPr>
        <p:spPr>
          <a:xfrm>
            <a:off x="2240130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25F4C3B-5520-43E9-8AA7-387E235D2479}"/>
              </a:ext>
            </a:extLst>
          </p:cNvPr>
          <p:cNvSpPr>
            <a:spLocks/>
          </p:cNvSpPr>
          <p:nvPr/>
        </p:nvSpPr>
        <p:spPr>
          <a:xfrm>
            <a:off x="2309340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F3D8052F-776B-4494-8ED1-6237B3D84AA3}"/>
              </a:ext>
            </a:extLst>
          </p:cNvPr>
          <p:cNvSpPr>
            <a:spLocks/>
          </p:cNvSpPr>
          <p:nvPr/>
        </p:nvSpPr>
        <p:spPr>
          <a:xfrm>
            <a:off x="2383093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DE1F51A4-B518-40B3-B7E2-E2E8FA1F78BE}"/>
              </a:ext>
            </a:extLst>
          </p:cNvPr>
          <p:cNvSpPr>
            <a:spLocks/>
          </p:cNvSpPr>
          <p:nvPr/>
        </p:nvSpPr>
        <p:spPr>
          <a:xfrm>
            <a:off x="2464876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3A996943-F195-407C-93B4-A9C56C343536}"/>
              </a:ext>
            </a:extLst>
          </p:cNvPr>
          <p:cNvSpPr>
            <a:spLocks/>
          </p:cNvSpPr>
          <p:nvPr/>
        </p:nvSpPr>
        <p:spPr>
          <a:xfrm>
            <a:off x="2533884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6449DF47-9D62-4932-8D71-1F5B262DFF76}"/>
              </a:ext>
            </a:extLst>
          </p:cNvPr>
          <p:cNvSpPr>
            <a:spLocks/>
          </p:cNvSpPr>
          <p:nvPr/>
        </p:nvSpPr>
        <p:spPr>
          <a:xfrm>
            <a:off x="2579107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000CE97A-0BE5-4487-A5D5-3AA4DEFB583D}"/>
              </a:ext>
            </a:extLst>
          </p:cNvPr>
          <p:cNvSpPr>
            <a:spLocks/>
          </p:cNvSpPr>
          <p:nvPr/>
        </p:nvSpPr>
        <p:spPr>
          <a:xfrm>
            <a:off x="2601631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FAEFB243-A0BB-4EA4-AD14-A459012AD167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78EEC56A-81A7-4431-B4A6-CD66F2A668AF}"/>
              </a:ext>
            </a:extLst>
          </p:cNvPr>
          <p:cNvSpPr>
            <a:spLocks/>
          </p:cNvSpPr>
          <p:nvPr/>
        </p:nvSpPr>
        <p:spPr>
          <a:xfrm>
            <a:off x="962933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226D894-ED8C-46A6-88B3-ED60A6AF7819}"/>
              </a:ext>
            </a:extLst>
          </p:cNvPr>
          <p:cNvSpPr>
            <a:spLocks/>
          </p:cNvSpPr>
          <p:nvPr/>
        </p:nvSpPr>
        <p:spPr>
          <a:xfrm>
            <a:off x="73920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15C649D9-A741-4D6E-B5C7-0E081669E5F1}"/>
              </a:ext>
            </a:extLst>
          </p:cNvPr>
          <p:cNvSpPr>
            <a:spLocks/>
          </p:cNvSpPr>
          <p:nvPr/>
        </p:nvSpPr>
        <p:spPr>
          <a:xfrm>
            <a:off x="1007269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1AF32FE2-497C-449C-B52A-C8AB591A174E}"/>
              </a:ext>
            </a:extLst>
          </p:cNvPr>
          <p:cNvSpPr>
            <a:spLocks/>
          </p:cNvSpPr>
          <p:nvPr/>
        </p:nvSpPr>
        <p:spPr>
          <a:xfrm>
            <a:off x="962933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F585887C-4A4F-4ACA-AD42-585129D042B8}"/>
              </a:ext>
            </a:extLst>
          </p:cNvPr>
          <p:cNvSpPr>
            <a:spLocks/>
          </p:cNvSpPr>
          <p:nvPr/>
        </p:nvSpPr>
        <p:spPr>
          <a:xfrm>
            <a:off x="739209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ABAD1765-2579-45C3-AF4B-582AD79B8C95}"/>
              </a:ext>
            </a:extLst>
          </p:cNvPr>
          <p:cNvSpPr>
            <a:spLocks/>
          </p:cNvSpPr>
          <p:nvPr/>
        </p:nvSpPr>
        <p:spPr>
          <a:xfrm>
            <a:off x="1007269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004CA115-20D8-492B-979D-79982147CA1B}"/>
              </a:ext>
            </a:extLst>
          </p:cNvPr>
          <p:cNvSpPr>
            <a:spLocks/>
          </p:cNvSpPr>
          <p:nvPr/>
        </p:nvSpPr>
        <p:spPr>
          <a:xfrm>
            <a:off x="962933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46943BC-7C74-47A9-BEF3-ACC00C014276}"/>
              </a:ext>
            </a:extLst>
          </p:cNvPr>
          <p:cNvSpPr>
            <a:spLocks/>
          </p:cNvSpPr>
          <p:nvPr/>
        </p:nvSpPr>
        <p:spPr>
          <a:xfrm>
            <a:off x="739209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CF57A121-D450-48A7-A5EC-5DCBA94EAB79}"/>
              </a:ext>
            </a:extLst>
          </p:cNvPr>
          <p:cNvSpPr>
            <a:spLocks/>
          </p:cNvSpPr>
          <p:nvPr/>
        </p:nvSpPr>
        <p:spPr>
          <a:xfrm rot="-5400000">
            <a:off x="470001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CD6D9B9A-90CB-46A8-8D60-8407F0CE7EAD}"/>
              </a:ext>
            </a:extLst>
          </p:cNvPr>
          <p:cNvSpPr>
            <a:spLocks/>
          </p:cNvSpPr>
          <p:nvPr/>
        </p:nvSpPr>
        <p:spPr>
          <a:xfrm>
            <a:off x="1154876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7FB4F399-A7FF-4980-B9AF-02C9AD3F6117}"/>
              </a:ext>
            </a:extLst>
          </p:cNvPr>
          <p:cNvSpPr>
            <a:spLocks/>
          </p:cNvSpPr>
          <p:nvPr/>
        </p:nvSpPr>
        <p:spPr>
          <a:xfrm>
            <a:off x="1379803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E140A1C3-6CA3-436D-81DE-2F83AD6AE7F7}"/>
              </a:ext>
            </a:extLst>
          </p:cNvPr>
          <p:cNvSpPr>
            <a:spLocks/>
          </p:cNvSpPr>
          <p:nvPr/>
        </p:nvSpPr>
        <p:spPr>
          <a:xfrm>
            <a:off x="1604729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1FDB5B4-D9C8-4EBD-81A8-E010C3F78C48}"/>
              </a:ext>
            </a:extLst>
          </p:cNvPr>
          <p:cNvSpPr>
            <a:spLocks/>
          </p:cNvSpPr>
          <p:nvPr/>
        </p:nvSpPr>
        <p:spPr>
          <a:xfrm>
            <a:off x="2092068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DFA4B2C1-35F0-433A-A470-D6BF071DF289}"/>
              </a:ext>
            </a:extLst>
          </p:cNvPr>
          <p:cNvSpPr>
            <a:spLocks/>
          </p:cNvSpPr>
          <p:nvPr/>
        </p:nvSpPr>
        <p:spPr>
          <a:xfrm>
            <a:off x="2316995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9BC0C2B9-809F-4E8B-97C7-6D547A86B45E}"/>
              </a:ext>
            </a:extLst>
          </p:cNvPr>
          <p:cNvSpPr>
            <a:spLocks/>
          </p:cNvSpPr>
          <p:nvPr/>
        </p:nvSpPr>
        <p:spPr>
          <a:xfrm>
            <a:off x="2541921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0D4BC70-67F3-451C-9B8C-2F02D2E1AC51}"/>
              </a:ext>
            </a:extLst>
          </p:cNvPr>
          <p:cNvSpPr>
            <a:spLocks/>
          </p:cNvSpPr>
          <p:nvPr/>
        </p:nvSpPr>
        <p:spPr>
          <a:xfrm>
            <a:off x="11958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33F2CE71-C094-47E6-98B9-78384D4A02D0}"/>
              </a:ext>
            </a:extLst>
          </p:cNvPr>
          <p:cNvSpPr>
            <a:spLocks/>
          </p:cNvSpPr>
          <p:nvPr/>
        </p:nvSpPr>
        <p:spPr>
          <a:xfrm>
            <a:off x="12577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3BEE2A31-835B-46E0-95EF-99195DDFCD84}"/>
              </a:ext>
            </a:extLst>
          </p:cNvPr>
          <p:cNvSpPr>
            <a:spLocks/>
          </p:cNvSpPr>
          <p:nvPr/>
        </p:nvSpPr>
        <p:spPr>
          <a:xfrm>
            <a:off x="1171894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81183E9F-E9E7-477D-A5E9-56A8E7C50ACC}"/>
              </a:ext>
            </a:extLst>
          </p:cNvPr>
          <p:cNvSpPr>
            <a:spLocks/>
          </p:cNvSpPr>
          <p:nvPr/>
        </p:nvSpPr>
        <p:spPr>
          <a:xfrm>
            <a:off x="122401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481E5661-CEDB-49F3-BADE-E71AC3C256CA}"/>
              </a:ext>
            </a:extLst>
          </p:cNvPr>
          <p:cNvSpPr>
            <a:spLocks/>
          </p:cNvSpPr>
          <p:nvPr/>
        </p:nvSpPr>
        <p:spPr>
          <a:xfrm>
            <a:off x="1183607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C2C01458-2E10-4239-A2EA-4A00E5AD106B}"/>
              </a:ext>
            </a:extLst>
          </p:cNvPr>
          <p:cNvSpPr>
            <a:spLocks/>
          </p:cNvSpPr>
          <p:nvPr/>
        </p:nvSpPr>
        <p:spPr>
          <a:xfrm>
            <a:off x="1275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B88CDE93-69EC-4261-8AE0-A968455BE5EA}"/>
              </a:ext>
            </a:extLst>
          </p:cNvPr>
          <p:cNvSpPr>
            <a:spLocks/>
          </p:cNvSpPr>
          <p:nvPr/>
        </p:nvSpPr>
        <p:spPr>
          <a:xfrm>
            <a:off x="12422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F8735903-5A94-4958-974C-6E61802DA24E}"/>
              </a:ext>
            </a:extLst>
          </p:cNvPr>
          <p:cNvSpPr>
            <a:spLocks/>
          </p:cNvSpPr>
          <p:nvPr/>
        </p:nvSpPr>
        <p:spPr>
          <a:xfrm>
            <a:off x="1226594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79E720C4-455E-42EA-AA55-AD23C21A72F8}"/>
              </a:ext>
            </a:extLst>
          </p:cNvPr>
          <p:cNvSpPr>
            <a:spLocks/>
          </p:cNvSpPr>
          <p:nvPr/>
        </p:nvSpPr>
        <p:spPr>
          <a:xfrm>
            <a:off x="1179513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1CB0C9B6-F535-491C-94C7-F42E1C06E5BA}"/>
              </a:ext>
            </a:extLst>
          </p:cNvPr>
          <p:cNvSpPr>
            <a:spLocks/>
          </p:cNvSpPr>
          <p:nvPr/>
        </p:nvSpPr>
        <p:spPr>
          <a:xfrm>
            <a:off x="1208993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4C396D5B-D387-49C1-9D6D-6E56053BC24E}"/>
              </a:ext>
            </a:extLst>
          </p:cNvPr>
          <p:cNvSpPr>
            <a:spLocks/>
          </p:cNvSpPr>
          <p:nvPr/>
        </p:nvSpPr>
        <p:spPr>
          <a:xfrm>
            <a:off x="1211994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B5851AA8-2D4B-4391-A364-80E94B042BBA}"/>
              </a:ext>
            </a:extLst>
          </p:cNvPr>
          <p:cNvSpPr>
            <a:spLocks/>
          </p:cNvSpPr>
          <p:nvPr/>
        </p:nvSpPr>
        <p:spPr>
          <a:xfrm>
            <a:off x="1231411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695F0E04-00D1-4CD8-8DBD-C5938697095D}"/>
              </a:ext>
            </a:extLst>
          </p:cNvPr>
          <p:cNvSpPr>
            <a:spLocks/>
          </p:cNvSpPr>
          <p:nvPr/>
        </p:nvSpPr>
        <p:spPr>
          <a:xfrm>
            <a:off x="1269787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B890F89-F1E1-42F9-8707-C221484534A1}"/>
              </a:ext>
            </a:extLst>
          </p:cNvPr>
          <p:cNvSpPr>
            <a:spLocks/>
          </p:cNvSpPr>
          <p:nvPr/>
        </p:nvSpPr>
        <p:spPr>
          <a:xfrm>
            <a:off x="1237095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A785278-D405-4DA7-89C7-9AF8AD6C484D}"/>
              </a:ext>
            </a:extLst>
          </p:cNvPr>
          <p:cNvSpPr>
            <a:spLocks/>
          </p:cNvSpPr>
          <p:nvPr/>
        </p:nvSpPr>
        <p:spPr>
          <a:xfrm>
            <a:off x="1287427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695693CE-CE8A-469F-A0F6-EA67E6D2E227}"/>
              </a:ext>
            </a:extLst>
          </p:cNvPr>
          <p:cNvSpPr>
            <a:spLocks/>
          </p:cNvSpPr>
          <p:nvPr/>
        </p:nvSpPr>
        <p:spPr>
          <a:xfrm>
            <a:off x="1184811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FFD6A7DD-F3FA-4CED-8821-EE138EE894D0}"/>
              </a:ext>
            </a:extLst>
          </p:cNvPr>
          <p:cNvSpPr>
            <a:spLocks/>
          </p:cNvSpPr>
          <p:nvPr/>
        </p:nvSpPr>
        <p:spPr>
          <a:xfrm>
            <a:off x="1174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4492B349-54FE-4FE1-970C-B83A35FD36CB}"/>
              </a:ext>
            </a:extLst>
          </p:cNvPr>
          <p:cNvSpPr>
            <a:spLocks/>
          </p:cNvSpPr>
          <p:nvPr/>
        </p:nvSpPr>
        <p:spPr>
          <a:xfrm>
            <a:off x="1259663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3421162-57DC-495E-B739-F5969B3D73D5}"/>
              </a:ext>
            </a:extLst>
          </p:cNvPr>
          <p:cNvSpPr>
            <a:spLocks/>
          </p:cNvSpPr>
          <p:nvPr/>
        </p:nvSpPr>
        <p:spPr>
          <a:xfrm>
            <a:off x="1279176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B2F8F20C-1605-4B3D-AFEB-E635947B4205}"/>
              </a:ext>
            </a:extLst>
          </p:cNvPr>
          <p:cNvSpPr>
            <a:spLocks/>
          </p:cNvSpPr>
          <p:nvPr/>
        </p:nvSpPr>
        <p:spPr>
          <a:xfrm>
            <a:off x="1293123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0081A9F9-853A-455A-8A4C-F37E5CA11999}"/>
              </a:ext>
            </a:extLst>
          </p:cNvPr>
          <p:cNvSpPr>
            <a:spLocks/>
          </p:cNvSpPr>
          <p:nvPr/>
        </p:nvSpPr>
        <p:spPr>
          <a:xfrm>
            <a:off x="1283950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657B547B-1081-4094-AB67-A335F4F408D6}"/>
              </a:ext>
            </a:extLst>
          </p:cNvPr>
          <p:cNvSpPr>
            <a:spLocks/>
          </p:cNvSpPr>
          <p:nvPr/>
        </p:nvSpPr>
        <p:spPr>
          <a:xfrm>
            <a:off x="12340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A94006D-DF9C-4ED5-9B1B-F05AE1D4E902}"/>
              </a:ext>
            </a:extLst>
          </p:cNvPr>
          <p:cNvSpPr>
            <a:spLocks/>
          </p:cNvSpPr>
          <p:nvPr/>
        </p:nvSpPr>
        <p:spPr>
          <a:xfrm>
            <a:off x="1271645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60E1346D-8BD1-4B03-B550-95A6EBA62FA7}"/>
              </a:ext>
            </a:extLst>
          </p:cNvPr>
          <p:cNvSpPr>
            <a:spLocks/>
          </p:cNvSpPr>
          <p:nvPr/>
        </p:nvSpPr>
        <p:spPr>
          <a:xfrm>
            <a:off x="1164952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95DA79ED-F024-47A0-8E22-C440BAD6F7D2}"/>
              </a:ext>
            </a:extLst>
          </p:cNvPr>
          <p:cNvSpPr>
            <a:spLocks/>
          </p:cNvSpPr>
          <p:nvPr/>
        </p:nvSpPr>
        <p:spPr>
          <a:xfrm>
            <a:off x="11632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2E5AC8F-41D5-44A9-807E-F9B343A12DBB}"/>
              </a:ext>
            </a:extLst>
          </p:cNvPr>
          <p:cNvSpPr>
            <a:spLocks/>
          </p:cNvSpPr>
          <p:nvPr/>
        </p:nvSpPr>
        <p:spPr>
          <a:xfrm>
            <a:off x="12658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E5FD68C1-2F44-44BA-AB71-A8A70E587B18}"/>
              </a:ext>
            </a:extLst>
          </p:cNvPr>
          <p:cNvSpPr>
            <a:spLocks/>
          </p:cNvSpPr>
          <p:nvPr/>
        </p:nvSpPr>
        <p:spPr>
          <a:xfrm>
            <a:off x="1279556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E54E4004-EF0E-4704-AF06-CF82A464A0CB}"/>
              </a:ext>
            </a:extLst>
          </p:cNvPr>
          <p:cNvSpPr>
            <a:spLocks/>
          </p:cNvSpPr>
          <p:nvPr/>
        </p:nvSpPr>
        <p:spPr>
          <a:xfrm>
            <a:off x="1265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62A3EF7E-F7D1-4E0E-A878-ACFBF60938B6}"/>
              </a:ext>
            </a:extLst>
          </p:cNvPr>
          <p:cNvSpPr>
            <a:spLocks/>
          </p:cNvSpPr>
          <p:nvPr/>
        </p:nvSpPr>
        <p:spPr>
          <a:xfrm>
            <a:off x="1246328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C82E3878-EEA6-4565-BF5D-858CA15B179C}"/>
              </a:ext>
            </a:extLst>
          </p:cNvPr>
          <p:cNvSpPr>
            <a:spLocks/>
          </p:cNvSpPr>
          <p:nvPr/>
        </p:nvSpPr>
        <p:spPr>
          <a:xfrm>
            <a:off x="1193844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2E11171-7836-45A8-943B-56C4C87CFF37}"/>
              </a:ext>
            </a:extLst>
          </p:cNvPr>
          <p:cNvSpPr>
            <a:spLocks/>
          </p:cNvSpPr>
          <p:nvPr/>
        </p:nvSpPr>
        <p:spPr>
          <a:xfrm>
            <a:off x="1277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D3CBA8AF-B525-4729-BB32-ACB52AE32716}"/>
              </a:ext>
            </a:extLst>
          </p:cNvPr>
          <p:cNvSpPr>
            <a:spLocks/>
          </p:cNvSpPr>
          <p:nvPr/>
        </p:nvSpPr>
        <p:spPr>
          <a:xfrm>
            <a:off x="1246568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97EDFA58-0FD5-4936-8033-8AEB153E6CE9}"/>
              </a:ext>
            </a:extLst>
          </p:cNvPr>
          <p:cNvSpPr>
            <a:spLocks/>
          </p:cNvSpPr>
          <p:nvPr/>
        </p:nvSpPr>
        <p:spPr>
          <a:xfrm>
            <a:off x="11910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72B32C62-39EB-47DD-B8C4-08D7A4A410C2}"/>
              </a:ext>
            </a:extLst>
          </p:cNvPr>
          <p:cNvSpPr>
            <a:spLocks/>
          </p:cNvSpPr>
          <p:nvPr/>
        </p:nvSpPr>
        <p:spPr>
          <a:xfrm>
            <a:off x="1261614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7D8950E5-CDE1-46E6-935A-55C70D078DA2}"/>
              </a:ext>
            </a:extLst>
          </p:cNvPr>
          <p:cNvSpPr>
            <a:spLocks/>
          </p:cNvSpPr>
          <p:nvPr/>
        </p:nvSpPr>
        <p:spPr>
          <a:xfrm>
            <a:off x="12053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1FC64F6A-EFD8-4D71-8504-CF4121FFCA5D}"/>
              </a:ext>
            </a:extLst>
          </p:cNvPr>
          <p:cNvSpPr>
            <a:spLocks/>
          </p:cNvSpPr>
          <p:nvPr/>
        </p:nvSpPr>
        <p:spPr>
          <a:xfrm>
            <a:off x="1174389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1CFAAEB-59E9-4853-AE80-565316A63B67}"/>
              </a:ext>
            </a:extLst>
          </p:cNvPr>
          <p:cNvSpPr>
            <a:spLocks/>
          </p:cNvSpPr>
          <p:nvPr/>
        </p:nvSpPr>
        <p:spPr>
          <a:xfrm>
            <a:off x="127021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E67D24F6-A505-4F10-ACAA-2CD5CF29C7FD}"/>
              </a:ext>
            </a:extLst>
          </p:cNvPr>
          <p:cNvSpPr>
            <a:spLocks/>
          </p:cNvSpPr>
          <p:nvPr/>
        </p:nvSpPr>
        <p:spPr>
          <a:xfrm>
            <a:off x="1229507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1F02959D-D60F-4BC0-9CB9-4EFB3F285744}"/>
              </a:ext>
            </a:extLst>
          </p:cNvPr>
          <p:cNvSpPr>
            <a:spLocks/>
          </p:cNvSpPr>
          <p:nvPr/>
        </p:nvSpPr>
        <p:spPr>
          <a:xfrm>
            <a:off x="12043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2865A9A0-37D7-4E1D-BFC4-68D1A0C81AF9}"/>
              </a:ext>
            </a:extLst>
          </p:cNvPr>
          <p:cNvSpPr>
            <a:spLocks/>
          </p:cNvSpPr>
          <p:nvPr/>
        </p:nvSpPr>
        <p:spPr>
          <a:xfrm>
            <a:off x="1170759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27D43CD8-D9BA-4176-9C38-DE9C1F445326}"/>
              </a:ext>
            </a:extLst>
          </p:cNvPr>
          <p:cNvSpPr>
            <a:spLocks/>
          </p:cNvSpPr>
          <p:nvPr/>
        </p:nvSpPr>
        <p:spPr>
          <a:xfrm>
            <a:off x="12883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36670FC8-3DB7-4968-93E9-849548B231C9}"/>
              </a:ext>
            </a:extLst>
          </p:cNvPr>
          <p:cNvSpPr>
            <a:spLocks/>
          </p:cNvSpPr>
          <p:nvPr/>
        </p:nvSpPr>
        <p:spPr>
          <a:xfrm>
            <a:off x="1206358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80503CD9-45C7-470B-8AC1-4F05C4B05CE6}"/>
              </a:ext>
            </a:extLst>
          </p:cNvPr>
          <p:cNvSpPr>
            <a:spLocks/>
          </p:cNvSpPr>
          <p:nvPr/>
        </p:nvSpPr>
        <p:spPr>
          <a:xfrm>
            <a:off x="12706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D58220C5-A258-446C-9093-910D50279B38}"/>
              </a:ext>
            </a:extLst>
          </p:cNvPr>
          <p:cNvSpPr>
            <a:spLocks/>
          </p:cNvSpPr>
          <p:nvPr/>
        </p:nvSpPr>
        <p:spPr>
          <a:xfrm>
            <a:off x="1232773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31D8482A-FE8F-4E24-BF1E-CB5E98DAB72C}"/>
              </a:ext>
            </a:extLst>
          </p:cNvPr>
          <p:cNvSpPr>
            <a:spLocks/>
          </p:cNvSpPr>
          <p:nvPr/>
        </p:nvSpPr>
        <p:spPr>
          <a:xfrm>
            <a:off x="11646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56821FF4-D6FE-4D69-AA54-A0A967B51C2C}"/>
              </a:ext>
            </a:extLst>
          </p:cNvPr>
          <p:cNvSpPr>
            <a:spLocks/>
          </p:cNvSpPr>
          <p:nvPr/>
        </p:nvSpPr>
        <p:spPr>
          <a:xfrm>
            <a:off x="11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4E7E6FD9-7C21-41B6-82A5-1CD016005744}"/>
              </a:ext>
            </a:extLst>
          </p:cNvPr>
          <p:cNvSpPr>
            <a:spLocks/>
          </p:cNvSpPr>
          <p:nvPr/>
        </p:nvSpPr>
        <p:spPr>
          <a:xfrm>
            <a:off x="1171947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7DA9AB14-37F2-4933-A852-C43CC2A6FEE5}"/>
              </a:ext>
            </a:extLst>
          </p:cNvPr>
          <p:cNvSpPr>
            <a:spLocks/>
          </p:cNvSpPr>
          <p:nvPr/>
        </p:nvSpPr>
        <p:spPr>
          <a:xfrm>
            <a:off x="1219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4025CE4F-0839-4866-8FB6-10D77DE52288}"/>
              </a:ext>
            </a:extLst>
          </p:cNvPr>
          <p:cNvSpPr>
            <a:spLocks/>
          </p:cNvSpPr>
          <p:nvPr/>
        </p:nvSpPr>
        <p:spPr>
          <a:xfrm>
            <a:off x="1261819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C7D9A37-3921-437B-9B81-E3B31AFE7B0D}"/>
              </a:ext>
            </a:extLst>
          </p:cNvPr>
          <p:cNvSpPr>
            <a:spLocks/>
          </p:cNvSpPr>
          <p:nvPr/>
        </p:nvSpPr>
        <p:spPr>
          <a:xfrm>
            <a:off x="1300230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45DA22C0-371E-4327-A758-0B2A76E1D14D}"/>
              </a:ext>
            </a:extLst>
          </p:cNvPr>
          <p:cNvSpPr>
            <a:spLocks/>
          </p:cNvSpPr>
          <p:nvPr/>
        </p:nvSpPr>
        <p:spPr>
          <a:xfrm>
            <a:off x="1227574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621A21C8-2ACF-42F8-ADA7-E1DECA1181BC}"/>
              </a:ext>
            </a:extLst>
          </p:cNvPr>
          <p:cNvSpPr>
            <a:spLocks/>
          </p:cNvSpPr>
          <p:nvPr/>
        </p:nvSpPr>
        <p:spPr>
          <a:xfrm>
            <a:off x="1198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C585DF00-640F-455C-8735-6699BB69E2E4}"/>
              </a:ext>
            </a:extLst>
          </p:cNvPr>
          <p:cNvSpPr>
            <a:spLocks/>
          </p:cNvSpPr>
          <p:nvPr/>
        </p:nvSpPr>
        <p:spPr>
          <a:xfrm>
            <a:off x="1210859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A26E2595-46C4-453A-9D90-D30E0D5A2F67}"/>
              </a:ext>
            </a:extLst>
          </p:cNvPr>
          <p:cNvSpPr>
            <a:spLocks/>
          </p:cNvSpPr>
          <p:nvPr/>
        </p:nvSpPr>
        <p:spPr>
          <a:xfrm>
            <a:off x="1185233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F71EF87D-D78D-4C36-831A-27589F146B19}"/>
              </a:ext>
            </a:extLst>
          </p:cNvPr>
          <p:cNvSpPr>
            <a:spLocks/>
          </p:cNvSpPr>
          <p:nvPr/>
        </p:nvSpPr>
        <p:spPr>
          <a:xfrm>
            <a:off x="1182511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25C0BCA8-43E0-4565-A27A-F53127DCBB47}"/>
              </a:ext>
            </a:extLst>
          </p:cNvPr>
          <p:cNvSpPr>
            <a:spLocks/>
          </p:cNvSpPr>
          <p:nvPr/>
        </p:nvSpPr>
        <p:spPr>
          <a:xfrm>
            <a:off x="1265704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0746F57F-37DE-4544-A78E-42C2D49D2A5C}"/>
              </a:ext>
            </a:extLst>
          </p:cNvPr>
          <p:cNvSpPr>
            <a:spLocks/>
          </p:cNvSpPr>
          <p:nvPr/>
        </p:nvSpPr>
        <p:spPr>
          <a:xfrm>
            <a:off x="1293898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00FEC999-B51C-43F7-B043-A5F7472A7812}"/>
              </a:ext>
            </a:extLst>
          </p:cNvPr>
          <p:cNvSpPr>
            <a:spLocks/>
          </p:cNvSpPr>
          <p:nvPr/>
        </p:nvSpPr>
        <p:spPr>
          <a:xfrm>
            <a:off x="1246744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8014722B-7BEF-458C-BC21-07A66406555D}"/>
              </a:ext>
            </a:extLst>
          </p:cNvPr>
          <p:cNvSpPr>
            <a:spLocks/>
          </p:cNvSpPr>
          <p:nvPr/>
        </p:nvSpPr>
        <p:spPr>
          <a:xfrm>
            <a:off x="1193954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1FC23383-4391-497C-A7D0-0280F6BA435C}"/>
              </a:ext>
            </a:extLst>
          </p:cNvPr>
          <p:cNvSpPr>
            <a:spLocks/>
          </p:cNvSpPr>
          <p:nvPr/>
        </p:nvSpPr>
        <p:spPr>
          <a:xfrm>
            <a:off x="1216709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77C26A7-AB34-4D93-8111-9A6B182AAC08}"/>
              </a:ext>
            </a:extLst>
          </p:cNvPr>
          <p:cNvSpPr>
            <a:spLocks/>
          </p:cNvSpPr>
          <p:nvPr/>
        </p:nvSpPr>
        <p:spPr>
          <a:xfrm>
            <a:off x="1241453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8C8CD4BD-D4AF-4821-9CCF-C9F2A7EB9261}"/>
              </a:ext>
            </a:extLst>
          </p:cNvPr>
          <p:cNvSpPr>
            <a:spLocks/>
          </p:cNvSpPr>
          <p:nvPr/>
        </p:nvSpPr>
        <p:spPr>
          <a:xfrm>
            <a:off x="12993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5A48A68A-50BA-45D8-8606-7D5DC25BA55E}"/>
              </a:ext>
            </a:extLst>
          </p:cNvPr>
          <p:cNvSpPr>
            <a:spLocks/>
          </p:cNvSpPr>
          <p:nvPr/>
        </p:nvSpPr>
        <p:spPr>
          <a:xfrm>
            <a:off x="11756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99286086-2318-46B4-8439-055CECADB188}"/>
              </a:ext>
            </a:extLst>
          </p:cNvPr>
          <p:cNvSpPr>
            <a:spLocks/>
          </p:cNvSpPr>
          <p:nvPr/>
        </p:nvSpPr>
        <p:spPr>
          <a:xfrm>
            <a:off x="12024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B5730D8-5E57-45D7-9559-8BA8511DD05E}"/>
              </a:ext>
            </a:extLst>
          </p:cNvPr>
          <p:cNvSpPr>
            <a:spLocks/>
          </p:cNvSpPr>
          <p:nvPr/>
        </p:nvSpPr>
        <p:spPr>
          <a:xfrm>
            <a:off x="1195418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DDA833B7-CE3A-44B0-BAD7-708CEF002F3F}"/>
              </a:ext>
            </a:extLst>
          </p:cNvPr>
          <p:cNvSpPr>
            <a:spLocks/>
          </p:cNvSpPr>
          <p:nvPr/>
        </p:nvSpPr>
        <p:spPr>
          <a:xfrm>
            <a:off x="1276000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6BC500B-063D-4602-AC64-0818DC6F5581}"/>
              </a:ext>
            </a:extLst>
          </p:cNvPr>
          <p:cNvSpPr>
            <a:spLocks/>
          </p:cNvSpPr>
          <p:nvPr/>
        </p:nvSpPr>
        <p:spPr>
          <a:xfrm>
            <a:off x="11938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022AFECA-B38B-4475-8CAE-3E6C8C6E8D7D}"/>
              </a:ext>
            </a:extLst>
          </p:cNvPr>
          <p:cNvSpPr>
            <a:spLocks/>
          </p:cNvSpPr>
          <p:nvPr/>
        </p:nvSpPr>
        <p:spPr>
          <a:xfrm>
            <a:off x="116958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EB501E7B-3B6A-43B0-9C6C-31314F4C3256}"/>
              </a:ext>
            </a:extLst>
          </p:cNvPr>
          <p:cNvSpPr>
            <a:spLocks/>
          </p:cNvSpPr>
          <p:nvPr/>
        </p:nvSpPr>
        <p:spPr>
          <a:xfrm>
            <a:off x="1232934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7945C0AB-A513-42DC-832F-0F4C7718E529}"/>
              </a:ext>
            </a:extLst>
          </p:cNvPr>
          <p:cNvSpPr>
            <a:spLocks/>
          </p:cNvSpPr>
          <p:nvPr/>
        </p:nvSpPr>
        <p:spPr>
          <a:xfrm>
            <a:off x="1260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3066F4D-24F6-4495-AB1D-756EBF86F07E}"/>
              </a:ext>
            </a:extLst>
          </p:cNvPr>
          <p:cNvSpPr>
            <a:spLocks/>
          </p:cNvSpPr>
          <p:nvPr/>
        </p:nvSpPr>
        <p:spPr>
          <a:xfrm>
            <a:off x="1301273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C7BC0AC-B93C-4D41-81EC-33C226ED327B}"/>
              </a:ext>
            </a:extLst>
          </p:cNvPr>
          <p:cNvSpPr>
            <a:spLocks/>
          </p:cNvSpPr>
          <p:nvPr/>
        </p:nvSpPr>
        <p:spPr>
          <a:xfrm>
            <a:off x="1301958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2C221952-6B0A-4277-9597-76AA8CB2856C}"/>
              </a:ext>
            </a:extLst>
          </p:cNvPr>
          <p:cNvSpPr>
            <a:spLocks/>
          </p:cNvSpPr>
          <p:nvPr/>
        </p:nvSpPr>
        <p:spPr>
          <a:xfrm>
            <a:off x="1302215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7CBEEDC7-F6AC-4ACA-88E3-C715B07AD560}"/>
              </a:ext>
            </a:extLst>
          </p:cNvPr>
          <p:cNvSpPr>
            <a:spLocks/>
          </p:cNvSpPr>
          <p:nvPr/>
        </p:nvSpPr>
        <p:spPr>
          <a:xfrm>
            <a:off x="1296826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5C8C51EE-BDEA-448C-BBDD-726D7AB26B8D}"/>
              </a:ext>
            </a:extLst>
          </p:cNvPr>
          <p:cNvSpPr>
            <a:spLocks/>
          </p:cNvSpPr>
          <p:nvPr/>
        </p:nvSpPr>
        <p:spPr>
          <a:xfrm>
            <a:off x="1215968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0DB5A060-20F3-4ECD-B6BC-EC4756DB44B6}"/>
              </a:ext>
            </a:extLst>
          </p:cNvPr>
          <p:cNvSpPr>
            <a:spLocks/>
          </p:cNvSpPr>
          <p:nvPr/>
        </p:nvSpPr>
        <p:spPr>
          <a:xfrm>
            <a:off x="1292453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8111E318-DB03-43E1-B553-6134981EBE4D}"/>
              </a:ext>
            </a:extLst>
          </p:cNvPr>
          <p:cNvSpPr>
            <a:spLocks/>
          </p:cNvSpPr>
          <p:nvPr/>
        </p:nvSpPr>
        <p:spPr>
          <a:xfrm>
            <a:off x="121024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5A1CB5A5-E2AE-4D5E-A66E-E5F924E706A2}"/>
              </a:ext>
            </a:extLst>
          </p:cNvPr>
          <p:cNvSpPr>
            <a:spLocks/>
          </p:cNvSpPr>
          <p:nvPr/>
        </p:nvSpPr>
        <p:spPr>
          <a:xfrm>
            <a:off x="1257783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D56B1C17-46F0-4808-8558-80CB83C93EBD}"/>
              </a:ext>
            </a:extLst>
          </p:cNvPr>
          <p:cNvSpPr>
            <a:spLocks/>
          </p:cNvSpPr>
          <p:nvPr/>
        </p:nvSpPr>
        <p:spPr>
          <a:xfrm>
            <a:off x="1174096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6E4BF9A6-D585-4ACF-BCD6-5BEDA71519AF}"/>
              </a:ext>
            </a:extLst>
          </p:cNvPr>
          <p:cNvSpPr>
            <a:spLocks/>
          </p:cNvSpPr>
          <p:nvPr/>
        </p:nvSpPr>
        <p:spPr>
          <a:xfrm>
            <a:off x="1236504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CE4182DB-4904-4E3B-9B5B-AE5FEEA0A186}"/>
              </a:ext>
            </a:extLst>
          </p:cNvPr>
          <p:cNvSpPr>
            <a:spLocks/>
          </p:cNvSpPr>
          <p:nvPr/>
        </p:nvSpPr>
        <p:spPr>
          <a:xfrm>
            <a:off x="1301897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A2B6A6E1-9FDC-4A5C-A7FB-696136788D9A}"/>
              </a:ext>
            </a:extLst>
          </p:cNvPr>
          <p:cNvSpPr>
            <a:spLocks/>
          </p:cNvSpPr>
          <p:nvPr/>
        </p:nvSpPr>
        <p:spPr>
          <a:xfrm>
            <a:off x="1193284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4763A88A-7684-47F3-B16D-ADFDBF6E03FA}"/>
              </a:ext>
            </a:extLst>
          </p:cNvPr>
          <p:cNvSpPr>
            <a:spLocks/>
          </p:cNvSpPr>
          <p:nvPr/>
        </p:nvSpPr>
        <p:spPr>
          <a:xfrm>
            <a:off x="1170642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99365AF5-0C8A-4FBA-AEF6-D959E0D7A164}"/>
              </a:ext>
            </a:extLst>
          </p:cNvPr>
          <p:cNvSpPr>
            <a:spLocks/>
          </p:cNvSpPr>
          <p:nvPr/>
        </p:nvSpPr>
        <p:spPr>
          <a:xfrm>
            <a:off x="1248028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C17ECFEB-859C-4154-9603-D6F251A5EAAB}"/>
              </a:ext>
            </a:extLst>
          </p:cNvPr>
          <p:cNvSpPr>
            <a:spLocks/>
          </p:cNvSpPr>
          <p:nvPr/>
        </p:nvSpPr>
        <p:spPr>
          <a:xfrm>
            <a:off x="1280093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6BDF3580-8F18-4959-BC93-60D896553C49}"/>
              </a:ext>
            </a:extLst>
          </p:cNvPr>
          <p:cNvSpPr>
            <a:spLocks/>
          </p:cNvSpPr>
          <p:nvPr/>
        </p:nvSpPr>
        <p:spPr>
          <a:xfrm>
            <a:off x="1212926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761CA08-CBA4-4CE8-BC4E-7AA69447F7AA}"/>
              </a:ext>
            </a:extLst>
          </p:cNvPr>
          <p:cNvSpPr>
            <a:spLocks/>
          </p:cNvSpPr>
          <p:nvPr/>
        </p:nvSpPr>
        <p:spPr>
          <a:xfrm>
            <a:off x="1180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E0860D2-365E-4A90-95AE-B69C63C9F4A5}"/>
              </a:ext>
            </a:extLst>
          </p:cNvPr>
          <p:cNvSpPr>
            <a:spLocks/>
          </p:cNvSpPr>
          <p:nvPr/>
        </p:nvSpPr>
        <p:spPr>
          <a:xfrm>
            <a:off x="12486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7BF5027A-315E-43D9-BD79-5470CC32255A}"/>
              </a:ext>
            </a:extLst>
          </p:cNvPr>
          <p:cNvSpPr>
            <a:spLocks/>
          </p:cNvSpPr>
          <p:nvPr/>
        </p:nvSpPr>
        <p:spPr>
          <a:xfrm>
            <a:off x="1280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DC5CA4AB-8169-4B11-AC5A-DD2FA0EAAAFC}"/>
              </a:ext>
            </a:extLst>
          </p:cNvPr>
          <p:cNvSpPr>
            <a:spLocks/>
          </p:cNvSpPr>
          <p:nvPr/>
        </p:nvSpPr>
        <p:spPr>
          <a:xfrm>
            <a:off x="1300877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BDB7F28-84BB-41A5-93D5-95DD852797F1}"/>
              </a:ext>
            </a:extLst>
          </p:cNvPr>
          <p:cNvSpPr>
            <a:spLocks/>
          </p:cNvSpPr>
          <p:nvPr/>
        </p:nvSpPr>
        <p:spPr>
          <a:xfrm>
            <a:off x="12914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164AE51-76CE-4714-92FE-8796930E25AF}"/>
              </a:ext>
            </a:extLst>
          </p:cNvPr>
          <p:cNvSpPr>
            <a:spLocks/>
          </p:cNvSpPr>
          <p:nvPr/>
        </p:nvSpPr>
        <p:spPr>
          <a:xfrm>
            <a:off x="1246474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0AEC9A28-8BC2-4493-84EF-3B6B848C8656}"/>
              </a:ext>
            </a:extLst>
          </p:cNvPr>
          <p:cNvSpPr>
            <a:spLocks/>
          </p:cNvSpPr>
          <p:nvPr/>
        </p:nvSpPr>
        <p:spPr>
          <a:xfrm>
            <a:off x="1199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B3948FC9-A9FB-42D1-8057-F2FD9D0281D5}"/>
              </a:ext>
            </a:extLst>
          </p:cNvPr>
          <p:cNvSpPr>
            <a:spLocks/>
          </p:cNvSpPr>
          <p:nvPr/>
        </p:nvSpPr>
        <p:spPr>
          <a:xfrm>
            <a:off x="1211717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920DE6BB-2E6A-4119-A4C0-71FAAB288A45}"/>
              </a:ext>
            </a:extLst>
          </p:cNvPr>
          <p:cNvSpPr>
            <a:spLocks/>
          </p:cNvSpPr>
          <p:nvPr/>
        </p:nvSpPr>
        <p:spPr>
          <a:xfrm>
            <a:off x="12974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1E5B3311-4B9E-48D7-B982-A24F489ECF70}"/>
              </a:ext>
            </a:extLst>
          </p:cNvPr>
          <p:cNvSpPr>
            <a:spLocks/>
          </p:cNvSpPr>
          <p:nvPr/>
        </p:nvSpPr>
        <p:spPr>
          <a:xfrm>
            <a:off x="1274939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17AD94AB-08D8-4B48-B095-F8B8E2D473B9}"/>
              </a:ext>
            </a:extLst>
          </p:cNvPr>
          <p:cNvSpPr>
            <a:spLocks/>
          </p:cNvSpPr>
          <p:nvPr/>
        </p:nvSpPr>
        <p:spPr>
          <a:xfrm>
            <a:off x="12141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FC39D7CA-7496-402F-B11C-03A033D5CBB1}"/>
              </a:ext>
            </a:extLst>
          </p:cNvPr>
          <p:cNvSpPr>
            <a:spLocks/>
          </p:cNvSpPr>
          <p:nvPr/>
        </p:nvSpPr>
        <p:spPr>
          <a:xfrm>
            <a:off x="1220468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78A5F56A-64DF-4992-9CBA-F2567EBE8221}"/>
              </a:ext>
            </a:extLst>
          </p:cNvPr>
          <p:cNvSpPr>
            <a:spLocks/>
          </p:cNvSpPr>
          <p:nvPr/>
        </p:nvSpPr>
        <p:spPr>
          <a:xfrm>
            <a:off x="1190781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D530BD5-50AC-4E1D-A4E8-B938397E50D2}"/>
              </a:ext>
            </a:extLst>
          </p:cNvPr>
          <p:cNvSpPr>
            <a:spLocks/>
          </p:cNvSpPr>
          <p:nvPr/>
        </p:nvSpPr>
        <p:spPr>
          <a:xfrm>
            <a:off x="1198646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01F5373F-D296-472E-B3CD-041B7F348716}"/>
              </a:ext>
            </a:extLst>
          </p:cNvPr>
          <p:cNvSpPr>
            <a:spLocks/>
          </p:cNvSpPr>
          <p:nvPr/>
        </p:nvSpPr>
        <p:spPr>
          <a:xfrm>
            <a:off x="1209281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61A4D53-DCCF-4915-A399-CADD83C0609C}"/>
              </a:ext>
            </a:extLst>
          </p:cNvPr>
          <p:cNvSpPr>
            <a:spLocks/>
          </p:cNvSpPr>
          <p:nvPr/>
        </p:nvSpPr>
        <p:spPr>
          <a:xfrm>
            <a:off x="1290116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E112FC10-9471-4236-9965-995165BB02F7}"/>
              </a:ext>
            </a:extLst>
          </p:cNvPr>
          <p:cNvSpPr>
            <a:spLocks/>
          </p:cNvSpPr>
          <p:nvPr/>
        </p:nvSpPr>
        <p:spPr>
          <a:xfrm>
            <a:off x="12428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C1725142-A68B-4093-9C5B-D5524A641DD0}"/>
              </a:ext>
            </a:extLst>
          </p:cNvPr>
          <p:cNvSpPr>
            <a:spLocks/>
          </p:cNvSpPr>
          <p:nvPr/>
        </p:nvSpPr>
        <p:spPr>
          <a:xfrm>
            <a:off x="1261664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4F6D773E-60AF-46EF-A7C1-DC952D3F10F7}"/>
              </a:ext>
            </a:extLst>
          </p:cNvPr>
          <p:cNvSpPr>
            <a:spLocks/>
          </p:cNvSpPr>
          <p:nvPr/>
        </p:nvSpPr>
        <p:spPr>
          <a:xfrm>
            <a:off x="1216957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788B872-2499-4E28-A65B-49CDB11A7D13}"/>
              </a:ext>
            </a:extLst>
          </p:cNvPr>
          <p:cNvSpPr>
            <a:spLocks/>
          </p:cNvSpPr>
          <p:nvPr/>
        </p:nvSpPr>
        <p:spPr>
          <a:xfrm>
            <a:off x="1201441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2F823C7-2D28-4881-9B30-E10E32B0064E}"/>
              </a:ext>
            </a:extLst>
          </p:cNvPr>
          <p:cNvSpPr>
            <a:spLocks/>
          </p:cNvSpPr>
          <p:nvPr/>
        </p:nvSpPr>
        <p:spPr>
          <a:xfrm>
            <a:off x="1189594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86BE5AC7-39A9-433B-B948-833AF74FB3CB}"/>
              </a:ext>
            </a:extLst>
          </p:cNvPr>
          <p:cNvSpPr>
            <a:spLocks/>
          </p:cNvSpPr>
          <p:nvPr/>
        </p:nvSpPr>
        <p:spPr>
          <a:xfrm>
            <a:off x="1205345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33DE82A-B269-4280-8CFC-F8FA9A8E8377}"/>
              </a:ext>
            </a:extLst>
          </p:cNvPr>
          <p:cNvSpPr>
            <a:spLocks/>
          </p:cNvSpPr>
          <p:nvPr/>
        </p:nvSpPr>
        <p:spPr>
          <a:xfrm>
            <a:off x="13003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8277B7A7-72CD-42E3-BE8A-EA798808B2E0}"/>
              </a:ext>
            </a:extLst>
          </p:cNvPr>
          <p:cNvSpPr>
            <a:spLocks/>
          </p:cNvSpPr>
          <p:nvPr/>
        </p:nvSpPr>
        <p:spPr>
          <a:xfrm>
            <a:off x="1173998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B2A5765C-BBDC-4327-B37D-A256C58EC821}"/>
              </a:ext>
            </a:extLst>
          </p:cNvPr>
          <p:cNvSpPr>
            <a:spLocks/>
          </p:cNvSpPr>
          <p:nvPr/>
        </p:nvSpPr>
        <p:spPr>
          <a:xfrm>
            <a:off x="1195910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2C0F7641-D1EB-4B9C-A197-85EF79C292B4}"/>
              </a:ext>
            </a:extLst>
          </p:cNvPr>
          <p:cNvSpPr>
            <a:spLocks/>
          </p:cNvSpPr>
          <p:nvPr/>
        </p:nvSpPr>
        <p:spPr>
          <a:xfrm>
            <a:off x="11853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EC7FA8E6-6BE3-4F2B-B1CD-00DFA38FA0EC}"/>
              </a:ext>
            </a:extLst>
          </p:cNvPr>
          <p:cNvSpPr>
            <a:spLocks/>
          </p:cNvSpPr>
          <p:nvPr/>
        </p:nvSpPr>
        <p:spPr>
          <a:xfrm>
            <a:off x="12196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A2F26561-B776-42CD-9E14-A2D606F95C03}"/>
              </a:ext>
            </a:extLst>
          </p:cNvPr>
          <p:cNvSpPr>
            <a:spLocks/>
          </p:cNvSpPr>
          <p:nvPr/>
        </p:nvSpPr>
        <p:spPr>
          <a:xfrm>
            <a:off x="1265839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64562BA6-2D73-4EFC-9A20-B86D6BFDD824}"/>
              </a:ext>
            </a:extLst>
          </p:cNvPr>
          <p:cNvSpPr>
            <a:spLocks/>
          </p:cNvSpPr>
          <p:nvPr/>
        </p:nvSpPr>
        <p:spPr>
          <a:xfrm>
            <a:off x="11709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8558DD86-7B52-4A0C-A1D7-3DF99983AB69}"/>
              </a:ext>
            </a:extLst>
          </p:cNvPr>
          <p:cNvSpPr>
            <a:spLocks/>
          </p:cNvSpPr>
          <p:nvPr/>
        </p:nvSpPr>
        <p:spPr>
          <a:xfrm>
            <a:off x="117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6B3229A-2602-4D72-BB6B-5FD90C484D58}"/>
              </a:ext>
            </a:extLst>
          </p:cNvPr>
          <p:cNvSpPr>
            <a:spLocks/>
          </p:cNvSpPr>
          <p:nvPr/>
        </p:nvSpPr>
        <p:spPr>
          <a:xfrm>
            <a:off x="1290403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02F4F0C6-5771-44D9-B0F9-BC01F472C7FD}"/>
              </a:ext>
            </a:extLst>
          </p:cNvPr>
          <p:cNvSpPr>
            <a:spLocks/>
          </p:cNvSpPr>
          <p:nvPr/>
        </p:nvSpPr>
        <p:spPr>
          <a:xfrm>
            <a:off x="12441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8B39CD04-6C20-4DAE-AFA4-D2B01034CA5F}"/>
              </a:ext>
            </a:extLst>
          </p:cNvPr>
          <p:cNvSpPr>
            <a:spLocks/>
          </p:cNvSpPr>
          <p:nvPr/>
        </p:nvSpPr>
        <p:spPr>
          <a:xfrm>
            <a:off x="12169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E764A60F-F127-4495-ACB4-8DD7032ACC3D}"/>
              </a:ext>
            </a:extLst>
          </p:cNvPr>
          <p:cNvSpPr>
            <a:spLocks/>
          </p:cNvSpPr>
          <p:nvPr/>
        </p:nvSpPr>
        <p:spPr>
          <a:xfrm>
            <a:off x="1183092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8EDC482E-7AB4-4241-93A7-1B7E32544A9C}"/>
              </a:ext>
            </a:extLst>
          </p:cNvPr>
          <p:cNvSpPr>
            <a:spLocks/>
          </p:cNvSpPr>
          <p:nvPr/>
        </p:nvSpPr>
        <p:spPr>
          <a:xfrm>
            <a:off x="1233160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A1DD2886-8AE8-4505-9800-7E3B64D79FA3}"/>
              </a:ext>
            </a:extLst>
          </p:cNvPr>
          <p:cNvSpPr>
            <a:spLocks/>
          </p:cNvSpPr>
          <p:nvPr/>
        </p:nvSpPr>
        <p:spPr>
          <a:xfrm>
            <a:off x="1269194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BC110AF8-A540-4D2A-AD23-06AA6F58A60F}"/>
              </a:ext>
            </a:extLst>
          </p:cNvPr>
          <p:cNvSpPr>
            <a:spLocks/>
          </p:cNvSpPr>
          <p:nvPr/>
        </p:nvSpPr>
        <p:spPr>
          <a:xfrm>
            <a:off x="1302933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135B1F8C-EF80-469E-853A-BCAF26102EF6}"/>
              </a:ext>
            </a:extLst>
          </p:cNvPr>
          <p:cNvSpPr>
            <a:spLocks/>
          </p:cNvSpPr>
          <p:nvPr/>
        </p:nvSpPr>
        <p:spPr>
          <a:xfrm>
            <a:off x="1240708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273BBA5F-9CFB-4848-B19E-03D2B68D1409}"/>
              </a:ext>
            </a:extLst>
          </p:cNvPr>
          <p:cNvSpPr>
            <a:spLocks/>
          </p:cNvSpPr>
          <p:nvPr/>
        </p:nvSpPr>
        <p:spPr>
          <a:xfrm>
            <a:off x="1195869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D067F2E-B508-471D-AA30-C9000B18390C}"/>
              </a:ext>
            </a:extLst>
          </p:cNvPr>
          <p:cNvSpPr>
            <a:spLocks/>
          </p:cNvSpPr>
          <p:nvPr/>
        </p:nvSpPr>
        <p:spPr>
          <a:xfrm>
            <a:off x="1282911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D70AA383-EAD8-44A2-B2F5-D16CDD2E81F6}"/>
              </a:ext>
            </a:extLst>
          </p:cNvPr>
          <p:cNvSpPr>
            <a:spLocks/>
          </p:cNvSpPr>
          <p:nvPr/>
        </p:nvSpPr>
        <p:spPr>
          <a:xfrm>
            <a:off x="1173843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82F24780-2E02-4C36-B563-5FB6215F8CDD}"/>
              </a:ext>
            </a:extLst>
          </p:cNvPr>
          <p:cNvSpPr>
            <a:spLocks/>
          </p:cNvSpPr>
          <p:nvPr/>
        </p:nvSpPr>
        <p:spPr>
          <a:xfrm>
            <a:off x="12608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43C26125-63A2-48EC-BE2C-C711A60FB128}"/>
              </a:ext>
            </a:extLst>
          </p:cNvPr>
          <p:cNvSpPr>
            <a:spLocks/>
          </p:cNvSpPr>
          <p:nvPr/>
        </p:nvSpPr>
        <p:spPr>
          <a:xfrm>
            <a:off x="1291497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DE69468B-F7F9-429E-BD85-1C620FC86EE5}"/>
              </a:ext>
            </a:extLst>
          </p:cNvPr>
          <p:cNvSpPr>
            <a:spLocks/>
          </p:cNvSpPr>
          <p:nvPr/>
        </p:nvSpPr>
        <p:spPr>
          <a:xfrm>
            <a:off x="1210714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03609A6-B9EA-47F7-A5AB-60E906DAE98D}"/>
              </a:ext>
            </a:extLst>
          </p:cNvPr>
          <p:cNvSpPr>
            <a:spLocks/>
          </p:cNvSpPr>
          <p:nvPr/>
        </p:nvSpPr>
        <p:spPr>
          <a:xfrm>
            <a:off x="1173604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47118FEE-9397-47E8-A5FE-D3D779AFBEBF}"/>
              </a:ext>
            </a:extLst>
          </p:cNvPr>
          <p:cNvSpPr>
            <a:spLocks/>
          </p:cNvSpPr>
          <p:nvPr/>
        </p:nvSpPr>
        <p:spPr>
          <a:xfrm>
            <a:off x="1248265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2DFC6B6-CC6B-42ED-BFB9-17C55CF18E74}"/>
              </a:ext>
            </a:extLst>
          </p:cNvPr>
          <p:cNvSpPr>
            <a:spLocks/>
          </p:cNvSpPr>
          <p:nvPr/>
        </p:nvSpPr>
        <p:spPr>
          <a:xfrm>
            <a:off x="11978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BCD783F3-121A-4B2D-95C4-EB949EE3AB12}"/>
              </a:ext>
            </a:extLst>
          </p:cNvPr>
          <p:cNvSpPr>
            <a:spLocks/>
          </p:cNvSpPr>
          <p:nvPr/>
        </p:nvSpPr>
        <p:spPr>
          <a:xfrm>
            <a:off x="1163739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228E4036-C21B-4D65-AE44-04BE669FF4C3}"/>
              </a:ext>
            </a:extLst>
          </p:cNvPr>
          <p:cNvSpPr>
            <a:spLocks/>
          </p:cNvSpPr>
          <p:nvPr/>
        </p:nvSpPr>
        <p:spPr>
          <a:xfrm>
            <a:off x="1299240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0E5F98B2-E80E-4F41-A6CD-F06D0A1160A5}"/>
              </a:ext>
            </a:extLst>
          </p:cNvPr>
          <p:cNvSpPr>
            <a:spLocks/>
          </p:cNvSpPr>
          <p:nvPr/>
        </p:nvSpPr>
        <p:spPr>
          <a:xfrm>
            <a:off x="1264196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BD08D69B-B2C3-4908-B78A-DE3EB721D7B8}"/>
              </a:ext>
            </a:extLst>
          </p:cNvPr>
          <p:cNvSpPr>
            <a:spLocks/>
          </p:cNvSpPr>
          <p:nvPr/>
        </p:nvSpPr>
        <p:spPr>
          <a:xfrm>
            <a:off x="1296977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1BBDD59B-32F9-4894-8484-80AA85C38370}"/>
              </a:ext>
            </a:extLst>
          </p:cNvPr>
          <p:cNvSpPr>
            <a:spLocks/>
          </p:cNvSpPr>
          <p:nvPr/>
        </p:nvSpPr>
        <p:spPr>
          <a:xfrm>
            <a:off x="1163591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7B636A7-AB68-422D-A689-69DDF40AC80B}"/>
              </a:ext>
            </a:extLst>
          </p:cNvPr>
          <p:cNvSpPr>
            <a:spLocks/>
          </p:cNvSpPr>
          <p:nvPr/>
        </p:nvSpPr>
        <p:spPr>
          <a:xfrm>
            <a:off x="1273211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ADADA8D-A553-488A-9E12-DDEB7C2AF5FF}"/>
              </a:ext>
            </a:extLst>
          </p:cNvPr>
          <p:cNvSpPr>
            <a:spLocks/>
          </p:cNvSpPr>
          <p:nvPr/>
        </p:nvSpPr>
        <p:spPr>
          <a:xfrm>
            <a:off x="12020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6053A814-3ECF-4E12-87E2-924A42A779A7}"/>
              </a:ext>
            </a:extLst>
          </p:cNvPr>
          <p:cNvSpPr>
            <a:spLocks/>
          </p:cNvSpPr>
          <p:nvPr/>
        </p:nvSpPr>
        <p:spPr>
          <a:xfrm>
            <a:off x="1224551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F3173DBC-D8E0-45AA-A16A-A010B6F9ED72}"/>
              </a:ext>
            </a:extLst>
          </p:cNvPr>
          <p:cNvSpPr>
            <a:spLocks/>
          </p:cNvSpPr>
          <p:nvPr/>
        </p:nvSpPr>
        <p:spPr>
          <a:xfrm>
            <a:off x="124687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868ED2D-7F5B-4DE9-8A37-463720DE4412}"/>
              </a:ext>
            </a:extLst>
          </p:cNvPr>
          <p:cNvSpPr>
            <a:spLocks/>
          </p:cNvSpPr>
          <p:nvPr/>
        </p:nvSpPr>
        <p:spPr>
          <a:xfrm>
            <a:off x="1295762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C365217A-C316-4EA6-9CB1-AE4F7F8CB4DB}"/>
              </a:ext>
            </a:extLst>
          </p:cNvPr>
          <p:cNvSpPr>
            <a:spLocks/>
          </p:cNvSpPr>
          <p:nvPr/>
        </p:nvSpPr>
        <p:spPr>
          <a:xfrm>
            <a:off x="1182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05607644-22E1-42D0-8133-AA9B42AFC33D}"/>
              </a:ext>
            </a:extLst>
          </p:cNvPr>
          <p:cNvSpPr>
            <a:spLocks/>
          </p:cNvSpPr>
          <p:nvPr/>
        </p:nvSpPr>
        <p:spPr>
          <a:xfrm>
            <a:off x="1255491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564E858F-BBDD-4E8C-8833-3609F606287F}"/>
              </a:ext>
            </a:extLst>
          </p:cNvPr>
          <p:cNvSpPr>
            <a:spLocks/>
          </p:cNvSpPr>
          <p:nvPr/>
        </p:nvSpPr>
        <p:spPr>
          <a:xfrm>
            <a:off x="1229561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9CC6342C-6D93-41B8-BCA1-DD314472D3F0}"/>
              </a:ext>
            </a:extLst>
          </p:cNvPr>
          <p:cNvSpPr>
            <a:spLocks/>
          </p:cNvSpPr>
          <p:nvPr/>
        </p:nvSpPr>
        <p:spPr>
          <a:xfrm>
            <a:off x="1231764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68B93BCB-886B-4090-9084-90BD12C824B9}"/>
              </a:ext>
            </a:extLst>
          </p:cNvPr>
          <p:cNvSpPr>
            <a:spLocks/>
          </p:cNvSpPr>
          <p:nvPr/>
        </p:nvSpPr>
        <p:spPr>
          <a:xfrm>
            <a:off x="1183148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3C3B84C-B266-49FD-8552-91BC069E743D}"/>
              </a:ext>
            </a:extLst>
          </p:cNvPr>
          <p:cNvSpPr>
            <a:spLocks/>
          </p:cNvSpPr>
          <p:nvPr/>
        </p:nvSpPr>
        <p:spPr>
          <a:xfrm>
            <a:off x="1289788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9AE8434B-308B-4956-AD09-01BAE1370FC5}"/>
              </a:ext>
            </a:extLst>
          </p:cNvPr>
          <p:cNvSpPr>
            <a:spLocks/>
          </p:cNvSpPr>
          <p:nvPr/>
        </p:nvSpPr>
        <p:spPr>
          <a:xfrm>
            <a:off x="1209976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7F747769-8811-4F18-BEC2-FA17C8104979}"/>
              </a:ext>
            </a:extLst>
          </p:cNvPr>
          <p:cNvSpPr>
            <a:spLocks/>
          </p:cNvSpPr>
          <p:nvPr/>
        </p:nvSpPr>
        <p:spPr>
          <a:xfrm>
            <a:off x="1296716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4BBD6171-26E9-4F4E-9463-9C79216B8842}"/>
              </a:ext>
            </a:extLst>
          </p:cNvPr>
          <p:cNvSpPr>
            <a:spLocks/>
          </p:cNvSpPr>
          <p:nvPr/>
        </p:nvSpPr>
        <p:spPr>
          <a:xfrm>
            <a:off x="1225030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DB80788F-3A61-4E72-94EC-9B2A27B81E7B}"/>
              </a:ext>
            </a:extLst>
          </p:cNvPr>
          <p:cNvSpPr>
            <a:spLocks/>
          </p:cNvSpPr>
          <p:nvPr/>
        </p:nvSpPr>
        <p:spPr>
          <a:xfrm>
            <a:off x="12247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F16C201A-A871-4923-8F4F-0DF87755A13B}"/>
              </a:ext>
            </a:extLst>
          </p:cNvPr>
          <p:cNvSpPr>
            <a:spLocks/>
          </p:cNvSpPr>
          <p:nvPr/>
        </p:nvSpPr>
        <p:spPr>
          <a:xfrm>
            <a:off x="1256069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12C617A1-3D5B-44CB-97BF-10C2E0A9C3F6}"/>
              </a:ext>
            </a:extLst>
          </p:cNvPr>
          <p:cNvSpPr>
            <a:spLocks/>
          </p:cNvSpPr>
          <p:nvPr/>
        </p:nvSpPr>
        <p:spPr>
          <a:xfrm>
            <a:off x="1291255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3F14A4D-3995-4B4A-AD02-2B6E95D554FE}"/>
              </a:ext>
            </a:extLst>
          </p:cNvPr>
          <p:cNvSpPr>
            <a:spLocks/>
          </p:cNvSpPr>
          <p:nvPr/>
        </p:nvSpPr>
        <p:spPr>
          <a:xfrm>
            <a:off x="1195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4B950C01-9456-4188-B32B-2F251B53C5E2}"/>
              </a:ext>
            </a:extLst>
          </p:cNvPr>
          <p:cNvSpPr>
            <a:spLocks/>
          </p:cNvSpPr>
          <p:nvPr/>
        </p:nvSpPr>
        <p:spPr>
          <a:xfrm>
            <a:off x="1252562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F4D64BC-CA8D-4B15-BA79-B23DEEDA6EDD}"/>
              </a:ext>
            </a:extLst>
          </p:cNvPr>
          <p:cNvSpPr>
            <a:spLocks/>
          </p:cNvSpPr>
          <p:nvPr/>
        </p:nvSpPr>
        <p:spPr>
          <a:xfrm>
            <a:off x="1218660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2F199BC7-CB1B-47F2-B6E5-0A923EF15EA4}"/>
              </a:ext>
            </a:extLst>
          </p:cNvPr>
          <p:cNvSpPr>
            <a:spLocks/>
          </p:cNvSpPr>
          <p:nvPr/>
        </p:nvSpPr>
        <p:spPr>
          <a:xfrm>
            <a:off x="12516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DB8EEE6-50D3-4F66-A75D-9F6036F114CC}"/>
              </a:ext>
            </a:extLst>
          </p:cNvPr>
          <p:cNvSpPr>
            <a:spLocks/>
          </p:cNvSpPr>
          <p:nvPr/>
        </p:nvSpPr>
        <p:spPr>
          <a:xfrm>
            <a:off x="1289345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37A8B58-CE2A-409C-BB0B-A64BBF713C36}"/>
              </a:ext>
            </a:extLst>
          </p:cNvPr>
          <p:cNvSpPr>
            <a:spLocks/>
          </p:cNvSpPr>
          <p:nvPr/>
        </p:nvSpPr>
        <p:spPr>
          <a:xfrm>
            <a:off x="1188237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3809407E-0818-4465-A62F-3748B6C8C4B1}"/>
              </a:ext>
            </a:extLst>
          </p:cNvPr>
          <p:cNvSpPr>
            <a:spLocks/>
          </p:cNvSpPr>
          <p:nvPr/>
        </p:nvSpPr>
        <p:spPr>
          <a:xfrm>
            <a:off x="1226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D44770FF-FA5E-4EBE-BF78-552A4DBEF0FD}"/>
              </a:ext>
            </a:extLst>
          </p:cNvPr>
          <p:cNvSpPr>
            <a:spLocks/>
          </p:cNvSpPr>
          <p:nvPr/>
        </p:nvSpPr>
        <p:spPr>
          <a:xfrm>
            <a:off x="11737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537DF22-F123-406E-93DE-E5AD171AEF69}"/>
              </a:ext>
            </a:extLst>
          </p:cNvPr>
          <p:cNvSpPr>
            <a:spLocks/>
          </p:cNvSpPr>
          <p:nvPr/>
        </p:nvSpPr>
        <p:spPr>
          <a:xfrm>
            <a:off x="1247139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F900E80-2318-4A33-8D49-71C928D967F8}"/>
              </a:ext>
            </a:extLst>
          </p:cNvPr>
          <p:cNvSpPr>
            <a:spLocks/>
          </p:cNvSpPr>
          <p:nvPr/>
        </p:nvSpPr>
        <p:spPr>
          <a:xfrm>
            <a:off x="12090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AE02E018-B103-4E7E-A7E0-A399A17BF01C}"/>
              </a:ext>
            </a:extLst>
          </p:cNvPr>
          <p:cNvSpPr>
            <a:spLocks/>
          </p:cNvSpPr>
          <p:nvPr/>
        </p:nvSpPr>
        <p:spPr>
          <a:xfrm>
            <a:off x="1221228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8DDEDE4-62DF-4516-8BBC-BF99A55D7DF4}"/>
              </a:ext>
            </a:extLst>
          </p:cNvPr>
          <p:cNvSpPr>
            <a:spLocks/>
          </p:cNvSpPr>
          <p:nvPr/>
        </p:nvSpPr>
        <p:spPr>
          <a:xfrm>
            <a:off x="12090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3CFF970E-59C2-4EBC-BCBC-4C9922F10BDF}"/>
              </a:ext>
            </a:extLst>
          </p:cNvPr>
          <p:cNvSpPr>
            <a:spLocks/>
          </p:cNvSpPr>
          <p:nvPr/>
        </p:nvSpPr>
        <p:spPr>
          <a:xfrm>
            <a:off x="1202894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74B5BFF0-D7BC-4ED9-896F-31204A09FA2C}"/>
              </a:ext>
            </a:extLst>
          </p:cNvPr>
          <p:cNvSpPr>
            <a:spLocks/>
          </p:cNvSpPr>
          <p:nvPr/>
        </p:nvSpPr>
        <p:spPr>
          <a:xfrm>
            <a:off x="1269690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E27B5D58-EB79-4E34-9FCC-4576C77488EB}"/>
              </a:ext>
            </a:extLst>
          </p:cNvPr>
          <p:cNvSpPr>
            <a:spLocks/>
          </p:cNvSpPr>
          <p:nvPr/>
        </p:nvSpPr>
        <p:spPr>
          <a:xfrm>
            <a:off x="1217174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E3430357-6B49-433A-B240-1D2CD63B6BFF}"/>
              </a:ext>
            </a:extLst>
          </p:cNvPr>
          <p:cNvSpPr>
            <a:spLocks/>
          </p:cNvSpPr>
          <p:nvPr/>
        </p:nvSpPr>
        <p:spPr>
          <a:xfrm>
            <a:off x="1284465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ADCBEFFD-0C75-4718-85A0-2594D25328E5}"/>
              </a:ext>
            </a:extLst>
          </p:cNvPr>
          <p:cNvSpPr>
            <a:spLocks/>
          </p:cNvSpPr>
          <p:nvPr/>
        </p:nvSpPr>
        <p:spPr>
          <a:xfrm>
            <a:off x="1205181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ED680C1B-084A-44F0-AEAB-406779C8B4B6}"/>
              </a:ext>
            </a:extLst>
          </p:cNvPr>
          <p:cNvSpPr>
            <a:spLocks/>
          </p:cNvSpPr>
          <p:nvPr/>
        </p:nvSpPr>
        <p:spPr>
          <a:xfrm>
            <a:off x="1176729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97E237C-6038-417D-A9BD-956B3A2995B8}"/>
              </a:ext>
            </a:extLst>
          </p:cNvPr>
          <p:cNvSpPr>
            <a:spLocks/>
          </p:cNvSpPr>
          <p:nvPr/>
        </p:nvSpPr>
        <p:spPr>
          <a:xfrm>
            <a:off x="1168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A8C9E87-C2A4-4AB2-AA6F-678B052B1E69}"/>
              </a:ext>
            </a:extLst>
          </p:cNvPr>
          <p:cNvSpPr>
            <a:spLocks/>
          </p:cNvSpPr>
          <p:nvPr/>
        </p:nvSpPr>
        <p:spPr>
          <a:xfrm>
            <a:off x="1262166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38A69C4-7BA2-4198-93F3-2B711E85C037}"/>
              </a:ext>
            </a:extLst>
          </p:cNvPr>
          <p:cNvSpPr>
            <a:spLocks/>
          </p:cNvSpPr>
          <p:nvPr/>
        </p:nvSpPr>
        <p:spPr>
          <a:xfrm>
            <a:off x="1273242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66F646A8-8F5C-457D-ADBA-5353A4FC7637}"/>
              </a:ext>
            </a:extLst>
          </p:cNvPr>
          <p:cNvSpPr>
            <a:spLocks/>
          </p:cNvSpPr>
          <p:nvPr/>
        </p:nvSpPr>
        <p:spPr>
          <a:xfrm>
            <a:off x="1284969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E8EC44D7-2BD4-42AC-B5E0-21536E479ADC}"/>
              </a:ext>
            </a:extLst>
          </p:cNvPr>
          <p:cNvSpPr>
            <a:spLocks/>
          </p:cNvSpPr>
          <p:nvPr/>
        </p:nvSpPr>
        <p:spPr>
          <a:xfrm>
            <a:off x="12396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5D063C04-698C-4C7B-8AF7-CF32A4AA03D3}"/>
              </a:ext>
            </a:extLst>
          </p:cNvPr>
          <p:cNvSpPr>
            <a:spLocks/>
          </p:cNvSpPr>
          <p:nvPr/>
        </p:nvSpPr>
        <p:spPr>
          <a:xfrm>
            <a:off x="1236233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E761FA28-B979-4731-8A0C-950AC15C25EC}"/>
              </a:ext>
            </a:extLst>
          </p:cNvPr>
          <p:cNvSpPr>
            <a:spLocks/>
          </p:cNvSpPr>
          <p:nvPr/>
        </p:nvSpPr>
        <p:spPr>
          <a:xfrm>
            <a:off x="1441116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BE2AD5E9-5F6B-4D11-BE35-A42817D98BEF}"/>
              </a:ext>
            </a:extLst>
          </p:cNvPr>
          <p:cNvSpPr>
            <a:spLocks/>
          </p:cNvSpPr>
          <p:nvPr/>
        </p:nvSpPr>
        <p:spPr>
          <a:xfrm>
            <a:off x="1528209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D6D1D77F-6F69-4FD0-BE3A-20364CD15EAA}"/>
              </a:ext>
            </a:extLst>
          </p:cNvPr>
          <p:cNvSpPr>
            <a:spLocks/>
          </p:cNvSpPr>
          <p:nvPr/>
        </p:nvSpPr>
        <p:spPr>
          <a:xfrm>
            <a:off x="1524327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4D051536-6774-44F4-B5D1-CD6B6E5813EC}"/>
              </a:ext>
            </a:extLst>
          </p:cNvPr>
          <p:cNvSpPr>
            <a:spLocks/>
          </p:cNvSpPr>
          <p:nvPr/>
        </p:nvSpPr>
        <p:spPr>
          <a:xfrm>
            <a:off x="1475213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40CAD010-A8A2-4266-B298-D4E914B25FB7}"/>
              </a:ext>
            </a:extLst>
          </p:cNvPr>
          <p:cNvSpPr>
            <a:spLocks/>
          </p:cNvSpPr>
          <p:nvPr/>
        </p:nvSpPr>
        <p:spPr>
          <a:xfrm>
            <a:off x="1499709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5CDD5763-CEF7-4A59-BB71-C4289A544005}"/>
              </a:ext>
            </a:extLst>
          </p:cNvPr>
          <p:cNvSpPr>
            <a:spLocks/>
          </p:cNvSpPr>
          <p:nvPr/>
        </p:nvSpPr>
        <p:spPr>
          <a:xfrm>
            <a:off x="1394453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375E2CD0-7F0D-4C8A-9E49-A609F44A5DC1}"/>
              </a:ext>
            </a:extLst>
          </p:cNvPr>
          <p:cNvSpPr>
            <a:spLocks/>
          </p:cNvSpPr>
          <p:nvPr/>
        </p:nvSpPr>
        <p:spPr>
          <a:xfrm>
            <a:off x="1430330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68C5B391-F683-48C6-AB5F-67A025CD2665}"/>
              </a:ext>
            </a:extLst>
          </p:cNvPr>
          <p:cNvSpPr>
            <a:spLocks/>
          </p:cNvSpPr>
          <p:nvPr/>
        </p:nvSpPr>
        <p:spPr>
          <a:xfrm>
            <a:off x="1419466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EED3B948-9B8E-4EF0-98EA-E867ADD35807}"/>
              </a:ext>
            </a:extLst>
          </p:cNvPr>
          <p:cNvSpPr>
            <a:spLocks/>
          </p:cNvSpPr>
          <p:nvPr/>
        </p:nvSpPr>
        <p:spPr>
          <a:xfrm>
            <a:off x="1435987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842AD2D8-DC4B-42F2-9C1A-BD8AFB5C2499}"/>
              </a:ext>
            </a:extLst>
          </p:cNvPr>
          <p:cNvSpPr>
            <a:spLocks/>
          </p:cNvSpPr>
          <p:nvPr/>
        </p:nvSpPr>
        <p:spPr>
          <a:xfrm>
            <a:off x="1395813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B880DEE-DDCF-4218-B855-D3B1D003A8B5}"/>
              </a:ext>
            </a:extLst>
          </p:cNvPr>
          <p:cNvSpPr>
            <a:spLocks/>
          </p:cNvSpPr>
          <p:nvPr/>
        </p:nvSpPr>
        <p:spPr>
          <a:xfrm>
            <a:off x="1510562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988009DA-1DE1-497E-BB6D-52BA836BFD78}"/>
              </a:ext>
            </a:extLst>
          </p:cNvPr>
          <p:cNvSpPr>
            <a:spLocks/>
          </p:cNvSpPr>
          <p:nvPr/>
        </p:nvSpPr>
        <p:spPr>
          <a:xfrm>
            <a:off x="1450031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788064E6-10EB-4131-87DF-1E7ED7471D39}"/>
              </a:ext>
            </a:extLst>
          </p:cNvPr>
          <p:cNvSpPr>
            <a:spLocks/>
          </p:cNvSpPr>
          <p:nvPr/>
        </p:nvSpPr>
        <p:spPr>
          <a:xfrm>
            <a:off x="1482728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650DF7A-C792-409B-A523-2055401F9B3E}"/>
              </a:ext>
            </a:extLst>
          </p:cNvPr>
          <p:cNvSpPr>
            <a:spLocks/>
          </p:cNvSpPr>
          <p:nvPr/>
        </p:nvSpPr>
        <p:spPr>
          <a:xfrm>
            <a:off x="1415427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A680EAA-AE1F-482C-BBF4-634D43730497}"/>
              </a:ext>
            </a:extLst>
          </p:cNvPr>
          <p:cNvSpPr>
            <a:spLocks/>
          </p:cNvSpPr>
          <p:nvPr/>
        </p:nvSpPr>
        <p:spPr>
          <a:xfrm>
            <a:off x="1453376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D6D8218-8D02-45F0-A748-7A34EF90E64B}"/>
              </a:ext>
            </a:extLst>
          </p:cNvPr>
          <p:cNvSpPr>
            <a:spLocks/>
          </p:cNvSpPr>
          <p:nvPr/>
        </p:nvSpPr>
        <p:spPr>
          <a:xfrm>
            <a:off x="1432808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15DAD434-3330-4A94-B001-EA8AD6CE8BDB}"/>
              </a:ext>
            </a:extLst>
          </p:cNvPr>
          <p:cNvSpPr>
            <a:spLocks/>
          </p:cNvSpPr>
          <p:nvPr/>
        </p:nvSpPr>
        <p:spPr>
          <a:xfrm>
            <a:off x="1408716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E0CAB590-8224-458B-8D4F-5E328F3099F5}"/>
              </a:ext>
            </a:extLst>
          </p:cNvPr>
          <p:cNvSpPr>
            <a:spLocks/>
          </p:cNvSpPr>
          <p:nvPr/>
        </p:nvSpPr>
        <p:spPr>
          <a:xfrm>
            <a:off x="1404711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8137E122-E8FA-460C-8D93-67A4FA27732C}"/>
              </a:ext>
            </a:extLst>
          </p:cNvPr>
          <p:cNvSpPr>
            <a:spLocks/>
          </p:cNvSpPr>
          <p:nvPr/>
        </p:nvSpPr>
        <p:spPr>
          <a:xfrm>
            <a:off x="1510331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911F323E-3EFD-4911-B512-6D146FD8D78C}"/>
              </a:ext>
            </a:extLst>
          </p:cNvPr>
          <p:cNvSpPr>
            <a:spLocks/>
          </p:cNvSpPr>
          <p:nvPr/>
        </p:nvSpPr>
        <p:spPr>
          <a:xfrm>
            <a:off x="1464283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2206FA75-91D3-474D-A7EF-0B3DEF80F95E}"/>
              </a:ext>
            </a:extLst>
          </p:cNvPr>
          <p:cNvSpPr>
            <a:spLocks/>
          </p:cNvSpPr>
          <p:nvPr/>
        </p:nvSpPr>
        <p:spPr>
          <a:xfrm>
            <a:off x="1437357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17430A70-B040-497B-89C7-AA2C97AEFE70}"/>
              </a:ext>
            </a:extLst>
          </p:cNvPr>
          <p:cNvSpPr>
            <a:spLocks/>
          </p:cNvSpPr>
          <p:nvPr/>
        </p:nvSpPr>
        <p:spPr>
          <a:xfrm>
            <a:off x="1509940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E2FF6622-B64D-440A-ADFD-EEF3383ADCA2}"/>
              </a:ext>
            </a:extLst>
          </p:cNvPr>
          <p:cNvSpPr>
            <a:spLocks/>
          </p:cNvSpPr>
          <p:nvPr/>
        </p:nvSpPr>
        <p:spPr>
          <a:xfrm>
            <a:off x="1413238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36759BDD-9A26-40C1-9EB0-F6B6C64371F4}"/>
              </a:ext>
            </a:extLst>
          </p:cNvPr>
          <p:cNvSpPr>
            <a:spLocks/>
          </p:cNvSpPr>
          <p:nvPr/>
        </p:nvSpPr>
        <p:spPr>
          <a:xfrm>
            <a:off x="1400755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1B45EF50-F1CB-4E4D-8247-D677BCFD253F}"/>
              </a:ext>
            </a:extLst>
          </p:cNvPr>
          <p:cNvSpPr>
            <a:spLocks/>
          </p:cNvSpPr>
          <p:nvPr/>
        </p:nvSpPr>
        <p:spPr>
          <a:xfrm>
            <a:off x="1439584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6DB314BB-E9FC-4141-B43C-D9D794959162}"/>
              </a:ext>
            </a:extLst>
          </p:cNvPr>
          <p:cNvSpPr>
            <a:spLocks/>
          </p:cNvSpPr>
          <p:nvPr/>
        </p:nvSpPr>
        <p:spPr>
          <a:xfrm>
            <a:off x="140842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9DFB6EC7-2214-4A01-BE64-F3B7DD293E16}"/>
              </a:ext>
            </a:extLst>
          </p:cNvPr>
          <p:cNvSpPr>
            <a:spLocks/>
          </p:cNvSpPr>
          <p:nvPr/>
        </p:nvSpPr>
        <p:spPr>
          <a:xfrm>
            <a:off x="1483951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C051D1E6-5886-4B6D-B52A-DE09AFB27A7E}"/>
              </a:ext>
            </a:extLst>
          </p:cNvPr>
          <p:cNvSpPr>
            <a:spLocks/>
          </p:cNvSpPr>
          <p:nvPr/>
        </p:nvSpPr>
        <p:spPr>
          <a:xfrm>
            <a:off x="1400220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24A21A22-D904-4C21-909E-29807180CB5C}"/>
              </a:ext>
            </a:extLst>
          </p:cNvPr>
          <p:cNvSpPr>
            <a:spLocks/>
          </p:cNvSpPr>
          <p:nvPr/>
        </p:nvSpPr>
        <p:spPr>
          <a:xfrm>
            <a:off x="1446177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68C0549E-EF6C-48DF-8FDD-82FB5CD41068}"/>
              </a:ext>
            </a:extLst>
          </p:cNvPr>
          <p:cNvSpPr>
            <a:spLocks/>
          </p:cNvSpPr>
          <p:nvPr/>
        </p:nvSpPr>
        <p:spPr>
          <a:xfrm>
            <a:off x="1452524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23430A0A-BCAF-4C29-8040-C8D8C8309C44}"/>
              </a:ext>
            </a:extLst>
          </p:cNvPr>
          <p:cNvSpPr>
            <a:spLocks/>
          </p:cNvSpPr>
          <p:nvPr/>
        </p:nvSpPr>
        <p:spPr>
          <a:xfrm>
            <a:off x="150417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363D4F07-8E18-45F8-99C5-4AAFC70B30EB}"/>
              </a:ext>
            </a:extLst>
          </p:cNvPr>
          <p:cNvSpPr>
            <a:spLocks/>
          </p:cNvSpPr>
          <p:nvPr/>
        </p:nvSpPr>
        <p:spPr>
          <a:xfrm>
            <a:off x="1471635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4EA360FD-F0C6-403D-93E8-44A65F27861C}"/>
              </a:ext>
            </a:extLst>
          </p:cNvPr>
          <p:cNvSpPr>
            <a:spLocks/>
          </p:cNvSpPr>
          <p:nvPr/>
        </p:nvSpPr>
        <p:spPr>
          <a:xfrm>
            <a:off x="14302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E9A9DEFC-7DA8-4868-9702-30132D4126F6}"/>
              </a:ext>
            </a:extLst>
          </p:cNvPr>
          <p:cNvSpPr>
            <a:spLocks/>
          </p:cNvSpPr>
          <p:nvPr/>
        </p:nvSpPr>
        <p:spPr>
          <a:xfrm>
            <a:off x="1394891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0524EFE8-376A-4486-8EBF-70F71FEADC2A}"/>
              </a:ext>
            </a:extLst>
          </p:cNvPr>
          <p:cNvSpPr>
            <a:spLocks/>
          </p:cNvSpPr>
          <p:nvPr/>
        </p:nvSpPr>
        <p:spPr>
          <a:xfrm>
            <a:off x="1390348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E41039A1-2C9B-45E4-B511-151854058147}"/>
              </a:ext>
            </a:extLst>
          </p:cNvPr>
          <p:cNvSpPr>
            <a:spLocks/>
          </p:cNvSpPr>
          <p:nvPr/>
        </p:nvSpPr>
        <p:spPr>
          <a:xfrm>
            <a:off x="14106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7A547CA-1A55-4312-BF4E-98BDED40FE1C}"/>
              </a:ext>
            </a:extLst>
          </p:cNvPr>
          <p:cNvSpPr>
            <a:spLocks/>
          </p:cNvSpPr>
          <p:nvPr/>
        </p:nvSpPr>
        <p:spPr>
          <a:xfrm>
            <a:off x="1426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0C0C5D78-8040-48D3-A1F0-6E637AD4877E}"/>
              </a:ext>
            </a:extLst>
          </p:cNvPr>
          <p:cNvSpPr>
            <a:spLocks/>
          </p:cNvSpPr>
          <p:nvPr/>
        </p:nvSpPr>
        <p:spPr>
          <a:xfrm>
            <a:off x="1511930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E92C133-65CF-43F3-AA3B-007C06B5034C}"/>
              </a:ext>
            </a:extLst>
          </p:cNvPr>
          <p:cNvSpPr>
            <a:spLocks/>
          </p:cNvSpPr>
          <p:nvPr/>
        </p:nvSpPr>
        <p:spPr>
          <a:xfrm>
            <a:off x="1411717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7048A1A-5219-41BE-9657-8474E64193F1}"/>
              </a:ext>
            </a:extLst>
          </p:cNvPr>
          <p:cNvSpPr>
            <a:spLocks/>
          </p:cNvSpPr>
          <p:nvPr/>
        </p:nvSpPr>
        <p:spPr>
          <a:xfrm>
            <a:off x="1478675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707A2D07-550D-4374-B896-B06D88F6918F}"/>
              </a:ext>
            </a:extLst>
          </p:cNvPr>
          <p:cNvSpPr>
            <a:spLocks/>
          </p:cNvSpPr>
          <p:nvPr/>
        </p:nvSpPr>
        <p:spPr>
          <a:xfrm>
            <a:off x="148827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6F5738C0-9EC2-438C-96DF-26BB4F630C2D}"/>
              </a:ext>
            </a:extLst>
          </p:cNvPr>
          <p:cNvSpPr>
            <a:spLocks/>
          </p:cNvSpPr>
          <p:nvPr/>
        </p:nvSpPr>
        <p:spPr>
          <a:xfrm>
            <a:off x="1465419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19A524D3-A942-4664-8C6F-7A7DC1E632FE}"/>
              </a:ext>
            </a:extLst>
          </p:cNvPr>
          <p:cNvSpPr>
            <a:spLocks/>
          </p:cNvSpPr>
          <p:nvPr/>
        </p:nvSpPr>
        <p:spPr>
          <a:xfrm>
            <a:off x="1441238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CA99F129-A7F5-4EB0-BE3B-747C2D193D4F}"/>
              </a:ext>
            </a:extLst>
          </p:cNvPr>
          <p:cNvSpPr>
            <a:spLocks/>
          </p:cNvSpPr>
          <p:nvPr/>
        </p:nvSpPr>
        <p:spPr>
          <a:xfrm>
            <a:off x="1487093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05BA3F2-310B-4FA9-8B82-B8F3E5781576}"/>
              </a:ext>
            </a:extLst>
          </p:cNvPr>
          <p:cNvSpPr>
            <a:spLocks/>
          </p:cNvSpPr>
          <p:nvPr/>
        </p:nvSpPr>
        <p:spPr>
          <a:xfrm>
            <a:off x="1417457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7EDA5C23-01EE-4A9C-AF13-1BB241D96A5F}"/>
              </a:ext>
            </a:extLst>
          </p:cNvPr>
          <p:cNvSpPr>
            <a:spLocks/>
          </p:cNvSpPr>
          <p:nvPr/>
        </p:nvSpPr>
        <p:spPr>
          <a:xfrm>
            <a:off x="1392754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2573470B-554F-48CB-9E12-72832C4B18FE}"/>
              </a:ext>
            </a:extLst>
          </p:cNvPr>
          <p:cNvSpPr>
            <a:spLocks/>
          </p:cNvSpPr>
          <p:nvPr/>
        </p:nvSpPr>
        <p:spPr>
          <a:xfrm>
            <a:off x="1525048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BF61DE6-0C7F-4645-9AED-B3D53EE09936}"/>
              </a:ext>
            </a:extLst>
          </p:cNvPr>
          <p:cNvSpPr>
            <a:spLocks/>
          </p:cNvSpPr>
          <p:nvPr/>
        </p:nvSpPr>
        <p:spPr>
          <a:xfrm>
            <a:off x="1486627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3E4E8D5D-4A84-4A0E-90BD-1F6FC1C2FBC5}"/>
              </a:ext>
            </a:extLst>
          </p:cNvPr>
          <p:cNvSpPr>
            <a:spLocks/>
          </p:cNvSpPr>
          <p:nvPr/>
        </p:nvSpPr>
        <p:spPr>
          <a:xfrm>
            <a:off x="1429576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FA07097-EB98-4972-BAD4-8E53C8F1A33F}"/>
              </a:ext>
            </a:extLst>
          </p:cNvPr>
          <p:cNvSpPr>
            <a:spLocks/>
          </p:cNvSpPr>
          <p:nvPr/>
        </p:nvSpPr>
        <p:spPr>
          <a:xfrm>
            <a:off x="1409737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C4408629-11F3-4A69-BD60-DCBCB2347B0B}"/>
              </a:ext>
            </a:extLst>
          </p:cNvPr>
          <p:cNvSpPr>
            <a:spLocks/>
          </p:cNvSpPr>
          <p:nvPr/>
        </p:nvSpPr>
        <p:spPr>
          <a:xfrm>
            <a:off x="1513100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DF4F38D-03FA-4ACF-B787-75A9A81A20E5}"/>
              </a:ext>
            </a:extLst>
          </p:cNvPr>
          <p:cNvSpPr>
            <a:spLocks/>
          </p:cNvSpPr>
          <p:nvPr/>
        </p:nvSpPr>
        <p:spPr>
          <a:xfrm>
            <a:off x="141607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C854B51B-CD04-45E2-8BAC-5A895253DC58}"/>
              </a:ext>
            </a:extLst>
          </p:cNvPr>
          <p:cNvSpPr>
            <a:spLocks/>
          </p:cNvSpPr>
          <p:nvPr/>
        </p:nvSpPr>
        <p:spPr>
          <a:xfrm>
            <a:off x="1481982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9FFFA282-A1D7-494B-8051-5C125D694FAD}"/>
              </a:ext>
            </a:extLst>
          </p:cNvPr>
          <p:cNvSpPr>
            <a:spLocks/>
          </p:cNvSpPr>
          <p:nvPr/>
        </p:nvSpPr>
        <p:spPr>
          <a:xfrm>
            <a:off x="1409789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1CA034D6-2AEF-4194-9338-A8FD496028A3}"/>
              </a:ext>
            </a:extLst>
          </p:cNvPr>
          <p:cNvSpPr>
            <a:spLocks/>
          </p:cNvSpPr>
          <p:nvPr/>
        </p:nvSpPr>
        <p:spPr>
          <a:xfrm>
            <a:off x="1464944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1BF8E4B-ABB4-4F67-9AEE-F1F67DB39382}"/>
              </a:ext>
            </a:extLst>
          </p:cNvPr>
          <p:cNvSpPr>
            <a:spLocks/>
          </p:cNvSpPr>
          <p:nvPr/>
        </p:nvSpPr>
        <p:spPr>
          <a:xfrm>
            <a:off x="1520505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0A454E3E-8CBF-478F-BBC2-D95E7CC49274}"/>
              </a:ext>
            </a:extLst>
          </p:cNvPr>
          <p:cNvSpPr>
            <a:spLocks/>
          </p:cNvSpPr>
          <p:nvPr/>
        </p:nvSpPr>
        <p:spPr>
          <a:xfrm>
            <a:off x="1439146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DB7340F7-F656-40B3-82B8-03D7D62E4CFE}"/>
              </a:ext>
            </a:extLst>
          </p:cNvPr>
          <p:cNvSpPr>
            <a:spLocks/>
          </p:cNvSpPr>
          <p:nvPr/>
        </p:nvSpPr>
        <p:spPr>
          <a:xfrm>
            <a:off x="1411546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E03E35C5-D939-4F98-86C6-6A0CDBB96E51}"/>
              </a:ext>
            </a:extLst>
          </p:cNvPr>
          <p:cNvSpPr>
            <a:spLocks/>
          </p:cNvSpPr>
          <p:nvPr/>
        </p:nvSpPr>
        <p:spPr>
          <a:xfrm>
            <a:off x="1465584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3FB55ACE-5AC6-4D8F-8303-F8B84166F726}"/>
              </a:ext>
            </a:extLst>
          </p:cNvPr>
          <p:cNvSpPr>
            <a:spLocks/>
          </p:cNvSpPr>
          <p:nvPr/>
        </p:nvSpPr>
        <p:spPr>
          <a:xfrm>
            <a:off x="1439625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02D2C76D-9CDA-4B3F-9547-7674B30A8038}"/>
              </a:ext>
            </a:extLst>
          </p:cNvPr>
          <p:cNvSpPr>
            <a:spLocks/>
          </p:cNvSpPr>
          <p:nvPr/>
        </p:nvSpPr>
        <p:spPr>
          <a:xfrm>
            <a:off x="1443484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193103DC-C255-4FA3-A237-9107CA34DFF1}"/>
              </a:ext>
            </a:extLst>
          </p:cNvPr>
          <p:cNvSpPr>
            <a:spLocks/>
          </p:cNvSpPr>
          <p:nvPr/>
        </p:nvSpPr>
        <p:spPr>
          <a:xfrm>
            <a:off x="1438123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FA710C9E-4B79-4606-95B1-BF1FBFE59D2A}"/>
              </a:ext>
            </a:extLst>
          </p:cNvPr>
          <p:cNvSpPr>
            <a:spLocks/>
          </p:cNvSpPr>
          <p:nvPr/>
        </p:nvSpPr>
        <p:spPr>
          <a:xfrm>
            <a:off x="1512439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351EC667-C6E2-4DF5-8B2B-207657924245}"/>
              </a:ext>
            </a:extLst>
          </p:cNvPr>
          <p:cNvSpPr>
            <a:spLocks/>
          </p:cNvSpPr>
          <p:nvPr/>
        </p:nvSpPr>
        <p:spPr>
          <a:xfrm>
            <a:off x="1428286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D115A12B-C78B-4984-B1DE-6F213BC9441F}"/>
              </a:ext>
            </a:extLst>
          </p:cNvPr>
          <p:cNvSpPr>
            <a:spLocks/>
          </p:cNvSpPr>
          <p:nvPr/>
        </p:nvSpPr>
        <p:spPr>
          <a:xfrm>
            <a:off x="1426073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8982622F-9A98-4D0B-9F94-DF3ABB1C7285}"/>
              </a:ext>
            </a:extLst>
          </p:cNvPr>
          <p:cNvSpPr>
            <a:spLocks/>
          </p:cNvSpPr>
          <p:nvPr/>
        </p:nvSpPr>
        <p:spPr>
          <a:xfrm>
            <a:off x="1469371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3D36EA3-2C8F-47CD-9F47-58B1CC92EEB9}"/>
              </a:ext>
            </a:extLst>
          </p:cNvPr>
          <p:cNvSpPr>
            <a:spLocks/>
          </p:cNvSpPr>
          <p:nvPr/>
        </p:nvSpPr>
        <p:spPr>
          <a:xfrm>
            <a:off x="1415521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7D4956E2-4D37-4573-A671-F5867085F88E}"/>
              </a:ext>
            </a:extLst>
          </p:cNvPr>
          <p:cNvSpPr>
            <a:spLocks/>
          </p:cNvSpPr>
          <p:nvPr/>
        </p:nvSpPr>
        <p:spPr>
          <a:xfrm>
            <a:off x="144804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B472F739-2CC8-44BA-90F7-0C966B38EE5E}"/>
              </a:ext>
            </a:extLst>
          </p:cNvPr>
          <p:cNvSpPr>
            <a:spLocks/>
          </p:cNvSpPr>
          <p:nvPr/>
        </p:nvSpPr>
        <p:spPr>
          <a:xfrm>
            <a:off x="1426138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73B50B76-5179-4CFE-A3C2-4F6B6766F71D}"/>
              </a:ext>
            </a:extLst>
          </p:cNvPr>
          <p:cNvSpPr>
            <a:spLocks/>
          </p:cNvSpPr>
          <p:nvPr/>
        </p:nvSpPr>
        <p:spPr>
          <a:xfrm>
            <a:off x="1478448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27880102-A10A-4945-A913-2C4A75C24067}"/>
              </a:ext>
            </a:extLst>
          </p:cNvPr>
          <p:cNvSpPr>
            <a:spLocks/>
          </p:cNvSpPr>
          <p:nvPr/>
        </p:nvSpPr>
        <p:spPr>
          <a:xfrm>
            <a:off x="1400621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F0D367A4-D071-4C2F-BC3A-4BFA6F7CF496}"/>
              </a:ext>
            </a:extLst>
          </p:cNvPr>
          <p:cNvSpPr>
            <a:spLocks/>
          </p:cNvSpPr>
          <p:nvPr/>
        </p:nvSpPr>
        <p:spPr>
          <a:xfrm>
            <a:off x="1434343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BF5F62F6-7053-4A29-AADE-C9E4415EFCDF}"/>
              </a:ext>
            </a:extLst>
          </p:cNvPr>
          <p:cNvSpPr>
            <a:spLocks/>
          </p:cNvSpPr>
          <p:nvPr/>
        </p:nvSpPr>
        <p:spPr>
          <a:xfrm>
            <a:off x="1488890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71AFC338-8C58-489E-B65F-4080BC10FC54}"/>
              </a:ext>
            </a:extLst>
          </p:cNvPr>
          <p:cNvSpPr>
            <a:spLocks/>
          </p:cNvSpPr>
          <p:nvPr/>
        </p:nvSpPr>
        <p:spPr>
          <a:xfrm>
            <a:off x="1401532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CC42695D-1EBA-41D7-B48A-8DB91E810374}"/>
              </a:ext>
            </a:extLst>
          </p:cNvPr>
          <p:cNvSpPr>
            <a:spLocks/>
          </p:cNvSpPr>
          <p:nvPr/>
        </p:nvSpPr>
        <p:spPr>
          <a:xfrm>
            <a:off x="1482051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FCB731BD-CA94-4E29-9829-FB9D7CC0888E}"/>
              </a:ext>
            </a:extLst>
          </p:cNvPr>
          <p:cNvSpPr>
            <a:spLocks/>
          </p:cNvSpPr>
          <p:nvPr/>
        </p:nvSpPr>
        <p:spPr>
          <a:xfrm>
            <a:off x="1410486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6AD32416-0390-4F99-85A4-8126E13DB8BF}"/>
              </a:ext>
            </a:extLst>
          </p:cNvPr>
          <p:cNvSpPr>
            <a:spLocks/>
          </p:cNvSpPr>
          <p:nvPr/>
        </p:nvSpPr>
        <p:spPr>
          <a:xfrm>
            <a:off x="150636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B92797F8-3E6C-4198-9BB5-56F08D2CAB1E}"/>
              </a:ext>
            </a:extLst>
          </p:cNvPr>
          <p:cNvSpPr>
            <a:spLocks/>
          </p:cNvSpPr>
          <p:nvPr/>
        </p:nvSpPr>
        <p:spPr>
          <a:xfrm>
            <a:off x="1454303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10AF5B2B-C0D8-47D0-938F-9E5C478AAC95}"/>
              </a:ext>
            </a:extLst>
          </p:cNvPr>
          <p:cNvSpPr>
            <a:spLocks/>
          </p:cNvSpPr>
          <p:nvPr/>
        </p:nvSpPr>
        <p:spPr>
          <a:xfrm>
            <a:off x="1451635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7C716C9-76BA-47F3-9E17-C5342F2F035C}"/>
              </a:ext>
            </a:extLst>
          </p:cNvPr>
          <p:cNvSpPr>
            <a:spLocks/>
          </p:cNvSpPr>
          <p:nvPr/>
        </p:nvSpPr>
        <p:spPr>
          <a:xfrm>
            <a:off x="1445106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47EF251-3A2E-402F-AC8D-DCA3CB15766A}"/>
              </a:ext>
            </a:extLst>
          </p:cNvPr>
          <p:cNvSpPr>
            <a:spLocks/>
          </p:cNvSpPr>
          <p:nvPr/>
        </p:nvSpPr>
        <p:spPr>
          <a:xfrm>
            <a:off x="1524425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471C9BD8-3D59-4708-9BBD-6F1F0F2BD256}"/>
              </a:ext>
            </a:extLst>
          </p:cNvPr>
          <p:cNvSpPr>
            <a:spLocks/>
          </p:cNvSpPr>
          <p:nvPr/>
        </p:nvSpPr>
        <p:spPr>
          <a:xfrm>
            <a:off x="14281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61E61153-600C-40DC-BE3A-4FA64E7ED74F}"/>
              </a:ext>
            </a:extLst>
          </p:cNvPr>
          <p:cNvSpPr>
            <a:spLocks/>
          </p:cNvSpPr>
          <p:nvPr/>
        </p:nvSpPr>
        <p:spPr>
          <a:xfrm>
            <a:off x="1507497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372FC174-3AC6-4419-B2E3-A1C3A05DCB76}"/>
              </a:ext>
            </a:extLst>
          </p:cNvPr>
          <p:cNvSpPr>
            <a:spLocks/>
          </p:cNvSpPr>
          <p:nvPr/>
        </p:nvSpPr>
        <p:spPr>
          <a:xfrm>
            <a:off x="1437491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61BA813C-BE04-40DD-B6BE-4CC2558E1C7E}"/>
              </a:ext>
            </a:extLst>
          </p:cNvPr>
          <p:cNvSpPr>
            <a:spLocks/>
          </p:cNvSpPr>
          <p:nvPr/>
        </p:nvSpPr>
        <p:spPr>
          <a:xfrm>
            <a:off x="1424154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1713F3D-4823-419C-B315-E2710F728531}"/>
              </a:ext>
            </a:extLst>
          </p:cNvPr>
          <p:cNvSpPr>
            <a:spLocks/>
          </p:cNvSpPr>
          <p:nvPr/>
        </p:nvSpPr>
        <p:spPr>
          <a:xfrm>
            <a:off x="1527988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6C3C0EB8-88B4-42C5-8635-0A91F12E2556}"/>
              </a:ext>
            </a:extLst>
          </p:cNvPr>
          <p:cNvSpPr>
            <a:spLocks/>
          </p:cNvSpPr>
          <p:nvPr/>
        </p:nvSpPr>
        <p:spPr>
          <a:xfrm>
            <a:off x="1452741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247816D0-F3F0-47B4-A583-F11E54184CFF}"/>
              </a:ext>
            </a:extLst>
          </p:cNvPr>
          <p:cNvSpPr>
            <a:spLocks/>
          </p:cNvSpPr>
          <p:nvPr/>
        </p:nvSpPr>
        <p:spPr>
          <a:xfrm>
            <a:off x="1455439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339E2FD5-79E4-403F-B44F-5F61043C415B}"/>
              </a:ext>
            </a:extLst>
          </p:cNvPr>
          <p:cNvSpPr>
            <a:spLocks/>
          </p:cNvSpPr>
          <p:nvPr/>
        </p:nvSpPr>
        <p:spPr>
          <a:xfrm>
            <a:off x="1442778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43976884-6A2C-43EA-BC8C-C861EBD72697}"/>
              </a:ext>
            </a:extLst>
          </p:cNvPr>
          <p:cNvSpPr>
            <a:spLocks/>
          </p:cNvSpPr>
          <p:nvPr/>
        </p:nvSpPr>
        <p:spPr>
          <a:xfrm>
            <a:off x="1490619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5EF178D5-A99C-4C41-A27B-5FD3857AA66F}"/>
              </a:ext>
            </a:extLst>
          </p:cNvPr>
          <p:cNvSpPr>
            <a:spLocks/>
          </p:cNvSpPr>
          <p:nvPr/>
        </p:nvSpPr>
        <p:spPr>
          <a:xfrm>
            <a:off x="1469631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C4559B7-3BE5-48DB-89D6-DB07064D9F21}"/>
              </a:ext>
            </a:extLst>
          </p:cNvPr>
          <p:cNvSpPr>
            <a:spLocks/>
          </p:cNvSpPr>
          <p:nvPr/>
        </p:nvSpPr>
        <p:spPr>
          <a:xfrm>
            <a:off x="1508963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E6F58D97-DB8D-4789-9B37-873EBF327D5A}"/>
              </a:ext>
            </a:extLst>
          </p:cNvPr>
          <p:cNvSpPr>
            <a:spLocks/>
          </p:cNvSpPr>
          <p:nvPr/>
        </p:nvSpPr>
        <p:spPr>
          <a:xfrm>
            <a:off x="1464759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4A4B348C-A5AE-4539-8FCC-50D589B2C7F9}"/>
              </a:ext>
            </a:extLst>
          </p:cNvPr>
          <p:cNvSpPr>
            <a:spLocks/>
          </p:cNvSpPr>
          <p:nvPr/>
        </p:nvSpPr>
        <p:spPr>
          <a:xfrm>
            <a:off x="1441600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B29766-BFFF-44E8-A86D-3EF41F7F1133}"/>
              </a:ext>
            </a:extLst>
          </p:cNvPr>
          <p:cNvSpPr>
            <a:spLocks/>
          </p:cNvSpPr>
          <p:nvPr/>
        </p:nvSpPr>
        <p:spPr>
          <a:xfrm>
            <a:off x="143114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EE16C374-7281-419A-B638-C586A84EAFF0}"/>
              </a:ext>
            </a:extLst>
          </p:cNvPr>
          <p:cNvSpPr>
            <a:spLocks/>
          </p:cNvSpPr>
          <p:nvPr/>
        </p:nvSpPr>
        <p:spPr>
          <a:xfrm>
            <a:off x="1442889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3071ADF0-28B5-4B1F-AD10-4614D994E911}"/>
              </a:ext>
            </a:extLst>
          </p:cNvPr>
          <p:cNvSpPr>
            <a:spLocks/>
          </p:cNvSpPr>
          <p:nvPr/>
        </p:nvSpPr>
        <p:spPr>
          <a:xfrm>
            <a:off x="1458627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FDD39B58-ECA9-4E69-B73B-166E2800AD12}"/>
              </a:ext>
            </a:extLst>
          </p:cNvPr>
          <p:cNvSpPr>
            <a:spLocks/>
          </p:cNvSpPr>
          <p:nvPr/>
        </p:nvSpPr>
        <p:spPr>
          <a:xfrm>
            <a:off x="1463349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B2EE0D2B-44EA-4EB4-ACAE-5CD9B87280EE}"/>
              </a:ext>
            </a:extLst>
          </p:cNvPr>
          <p:cNvSpPr>
            <a:spLocks/>
          </p:cNvSpPr>
          <p:nvPr/>
        </p:nvSpPr>
        <p:spPr>
          <a:xfrm>
            <a:off x="151088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8FEDB41-BD8F-40B0-AFFD-AA782014358A}"/>
              </a:ext>
            </a:extLst>
          </p:cNvPr>
          <p:cNvSpPr>
            <a:spLocks/>
          </p:cNvSpPr>
          <p:nvPr/>
        </p:nvSpPr>
        <p:spPr>
          <a:xfrm>
            <a:off x="1520030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43F3CC3-8D03-44F9-949E-C32A82D00766}"/>
              </a:ext>
            </a:extLst>
          </p:cNvPr>
          <p:cNvSpPr>
            <a:spLocks/>
          </p:cNvSpPr>
          <p:nvPr/>
        </p:nvSpPr>
        <p:spPr>
          <a:xfrm>
            <a:off x="1427458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C84A58E5-C0AA-4EB2-8366-417F4493F68D}"/>
              </a:ext>
            </a:extLst>
          </p:cNvPr>
          <p:cNvSpPr>
            <a:spLocks/>
          </p:cNvSpPr>
          <p:nvPr/>
        </p:nvSpPr>
        <p:spPr>
          <a:xfrm>
            <a:off x="1410465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56B5E373-E9FF-4DA9-93A5-AA8EA9C3771A}"/>
              </a:ext>
            </a:extLst>
          </p:cNvPr>
          <p:cNvSpPr>
            <a:spLocks/>
          </p:cNvSpPr>
          <p:nvPr/>
        </p:nvSpPr>
        <p:spPr>
          <a:xfrm>
            <a:off x="150951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02472BC-29E7-436E-A839-6E06693DB928}"/>
              </a:ext>
            </a:extLst>
          </p:cNvPr>
          <p:cNvSpPr>
            <a:spLocks/>
          </p:cNvSpPr>
          <p:nvPr/>
        </p:nvSpPr>
        <p:spPr>
          <a:xfrm>
            <a:off x="13920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964C7E26-3283-4EF7-B44F-36E5AB734C22}"/>
              </a:ext>
            </a:extLst>
          </p:cNvPr>
          <p:cNvSpPr>
            <a:spLocks/>
          </p:cNvSpPr>
          <p:nvPr/>
        </p:nvSpPr>
        <p:spPr>
          <a:xfrm>
            <a:off x="1471957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6F58A6FB-FD8A-47EE-BFEE-42315AAF0548}"/>
              </a:ext>
            </a:extLst>
          </p:cNvPr>
          <p:cNvSpPr>
            <a:spLocks/>
          </p:cNvSpPr>
          <p:nvPr/>
        </p:nvSpPr>
        <p:spPr>
          <a:xfrm>
            <a:off x="1482038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26F01C7-FA2C-42F2-950A-FE9A5C302AF3}"/>
              </a:ext>
            </a:extLst>
          </p:cNvPr>
          <p:cNvSpPr>
            <a:spLocks/>
          </p:cNvSpPr>
          <p:nvPr/>
        </p:nvSpPr>
        <p:spPr>
          <a:xfrm>
            <a:off x="1495292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FA12365-4FFD-4D40-80C1-FACF90054E5F}"/>
              </a:ext>
            </a:extLst>
          </p:cNvPr>
          <p:cNvSpPr>
            <a:spLocks/>
          </p:cNvSpPr>
          <p:nvPr/>
        </p:nvSpPr>
        <p:spPr>
          <a:xfrm>
            <a:off x="1499607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8D9D7A9-4A2A-491B-BA30-9E366D94844F}"/>
              </a:ext>
            </a:extLst>
          </p:cNvPr>
          <p:cNvSpPr>
            <a:spLocks/>
          </p:cNvSpPr>
          <p:nvPr/>
        </p:nvSpPr>
        <p:spPr>
          <a:xfrm>
            <a:off x="1478281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82EF272-AE48-4460-90F1-1A27FA5B900A}"/>
              </a:ext>
            </a:extLst>
          </p:cNvPr>
          <p:cNvSpPr>
            <a:spLocks/>
          </p:cNvSpPr>
          <p:nvPr/>
        </p:nvSpPr>
        <p:spPr>
          <a:xfrm>
            <a:off x="1409181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F9D55C09-544D-443D-865D-F7B0A73E9053}"/>
              </a:ext>
            </a:extLst>
          </p:cNvPr>
          <p:cNvSpPr>
            <a:spLocks/>
          </p:cNvSpPr>
          <p:nvPr/>
        </p:nvSpPr>
        <p:spPr>
          <a:xfrm>
            <a:off x="1434594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DA38E96F-A8E6-4DCC-9208-A3EA51202B67}"/>
              </a:ext>
            </a:extLst>
          </p:cNvPr>
          <p:cNvSpPr>
            <a:spLocks/>
          </p:cNvSpPr>
          <p:nvPr/>
        </p:nvSpPr>
        <p:spPr>
          <a:xfrm>
            <a:off x="1389204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01CF01D5-43DF-46ED-B5A2-5A2DE5BD66F2}"/>
              </a:ext>
            </a:extLst>
          </p:cNvPr>
          <p:cNvSpPr>
            <a:spLocks/>
          </p:cNvSpPr>
          <p:nvPr/>
        </p:nvSpPr>
        <p:spPr>
          <a:xfrm>
            <a:off x="1526718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51F14E-1DD0-4A4C-BBBC-8F5152BA8C85}"/>
              </a:ext>
            </a:extLst>
          </p:cNvPr>
          <p:cNvSpPr>
            <a:spLocks/>
          </p:cNvSpPr>
          <p:nvPr/>
        </p:nvSpPr>
        <p:spPr>
          <a:xfrm>
            <a:off x="1435843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CB378E0-F53B-488D-BCF2-35E810B46276}"/>
              </a:ext>
            </a:extLst>
          </p:cNvPr>
          <p:cNvSpPr>
            <a:spLocks/>
          </p:cNvSpPr>
          <p:nvPr/>
        </p:nvSpPr>
        <p:spPr>
          <a:xfrm>
            <a:off x="1482142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C7B9E88-BA46-4F68-B008-0A37DE9F465D}"/>
              </a:ext>
            </a:extLst>
          </p:cNvPr>
          <p:cNvSpPr>
            <a:spLocks/>
          </p:cNvSpPr>
          <p:nvPr/>
        </p:nvSpPr>
        <p:spPr>
          <a:xfrm>
            <a:off x="1401866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0C9BBE2-8B29-4E70-84F4-2A6CFF2A5D01}"/>
              </a:ext>
            </a:extLst>
          </p:cNvPr>
          <p:cNvSpPr>
            <a:spLocks/>
          </p:cNvSpPr>
          <p:nvPr/>
        </p:nvSpPr>
        <p:spPr>
          <a:xfrm>
            <a:off x="1412581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38C5AE1D-C89D-4C22-9F2C-9C8D30DBCB57}"/>
              </a:ext>
            </a:extLst>
          </p:cNvPr>
          <p:cNvSpPr>
            <a:spLocks/>
          </p:cNvSpPr>
          <p:nvPr/>
        </p:nvSpPr>
        <p:spPr>
          <a:xfrm>
            <a:off x="1516068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100463AE-4B60-49B1-A2C0-0C3BBC0E46A2}"/>
              </a:ext>
            </a:extLst>
          </p:cNvPr>
          <p:cNvSpPr>
            <a:spLocks/>
          </p:cNvSpPr>
          <p:nvPr/>
        </p:nvSpPr>
        <p:spPr>
          <a:xfrm>
            <a:off x="145031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0F92D45F-86C1-4595-9585-B8DB3619B0EC}"/>
              </a:ext>
            </a:extLst>
          </p:cNvPr>
          <p:cNvSpPr>
            <a:spLocks/>
          </p:cNvSpPr>
          <p:nvPr/>
        </p:nvSpPr>
        <p:spPr>
          <a:xfrm>
            <a:off x="1396291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8CA1E893-F24D-4166-90AD-18AE33CE5291}"/>
              </a:ext>
            </a:extLst>
          </p:cNvPr>
          <p:cNvSpPr>
            <a:spLocks/>
          </p:cNvSpPr>
          <p:nvPr/>
        </p:nvSpPr>
        <p:spPr>
          <a:xfrm>
            <a:off x="14363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AD881834-0FC5-48FE-8BE0-DA22E657A8B2}"/>
              </a:ext>
            </a:extLst>
          </p:cNvPr>
          <p:cNvSpPr>
            <a:spLocks/>
          </p:cNvSpPr>
          <p:nvPr/>
        </p:nvSpPr>
        <p:spPr>
          <a:xfrm>
            <a:off x="1407418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5043CAD8-CCF0-4BF2-BA60-DDF97BDCEF82}"/>
              </a:ext>
            </a:extLst>
          </p:cNvPr>
          <p:cNvSpPr>
            <a:spLocks/>
          </p:cNvSpPr>
          <p:nvPr/>
        </p:nvSpPr>
        <p:spPr>
          <a:xfrm>
            <a:off x="1432198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B3533BA-3FAB-44B8-8570-A9F810A8BAF5}"/>
              </a:ext>
            </a:extLst>
          </p:cNvPr>
          <p:cNvSpPr>
            <a:spLocks/>
          </p:cNvSpPr>
          <p:nvPr/>
        </p:nvSpPr>
        <p:spPr>
          <a:xfrm>
            <a:off x="1463313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D3D7686E-5AB1-474B-AF2D-B7B5F587AD56}"/>
              </a:ext>
            </a:extLst>
          </p:cNvPr>
          <p:cNvSpPr>
            <a:spLocks/>
          </p:cNvSpPr>
          <p:nvPr/>
        </p:nvSpPr>
        <p:spPr>
          <a:xfrm>
            <a:off x="1423062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6B2DFECF-C78F-4DBB-9FB9-6B04F9C1F3DF}"/>
              </a:ext>
            </a:extLst>
          </p:cNvPr>
          <p:cNvSpPr>
            <a:spLocks/>
          </p:cNvSpPr>
          <p:nvPr/>
        </p:nvSpPr>
        <p:spPr>
          <a:xfrm>
            <a:off x="1487137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9939B763-AB51-4463-AE8C-92EDD75A862F}"/>
              </a:ext>
            </a:extLst>
          </p:cNvPr>
          <p:cNvSpPr>
            <a:spLocks/>
          </p:cNvSpPr>
          <p:nvPr/>
        </p:nvSpPr>
        <p:spPr>
          <a:xfrm>
            <a:off x="1472454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BF5B17A7-8FAC-45FC-A508-EF95A748E03C}"/>
              </a:ext>
            </a:extLst>
          </p:cNvPr>
          <p:cNvSpPr>
            <a:spLocks/>
          </p:cNvSpPr>
          <p:nvPr/>
        </p:nvSpPr>
        <p:spPr>
          <a:xfrm>
            <a:off x="14546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0C049FEE-10DB-4008-A55F-1B2D5CD28FA6}"/>
              </a:ext>
            </a:extLst>
          </p:cNvPr>
          <p:cNvSpPr>
            <a:spLocks/>
          </p:cNvSpPr>
          <p:nvPr/>
        </p:nvSpPr>
        <p:spPr>
          <a:xfrm>
            <a:off x="1489230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4569A284-F87A-41EF-883E-855847EE6C19}"/>
              </a:ext>
            </a:extLst>
          </p:cNvPr>
          <p:cNvSpPr>
            <a:spLocks/>
          </p:cNvSpPr>
          <p:nvPr/>
        </p:nvSpPr>
        <p:spPr>
          <a:xfrm>
            <a:off x="1477620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DE57FD9C-A1B0-4527-919B-24465C758C61}"/>
              </a:ext>
            </a:extLst>
          </p:cNvPr>
          <p:cNvSpPr>
            <a:spLocks/>
          </p:cNvSpPr>
          <p:nvPr/>
        </p:nvSpPr>
        <p:spPr>
          <a:xfrm>
            <a:off x="1418979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B9B919F9-6B3E-4C14-BE8C-684631CA5E7A}"/>
              </a:ext>
            </a:extLst>
          </p:cNvPr>
          <p:cNvSpPr>
            <a:spLocks/>
          </p:cNvSpPr>
          <p:nvPr/>
        </p:nvSpPr>
        <p:spPr>
          <a:xfrm>
            <a:off x="1481621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9810F9DF-8B44-4C78-9691-687543B72391}"/>
              </a:ext>
            </a:extLst>
          </p:cNvPr>
          <p:cNvSpPr>
            <a:spLocks/>
          </p:cNvSpPr>
          <p:nvPr/>
        </p:nvSpPr>
        <p:spPr>
          <a:xfrm>
            <a:off x="1434285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57B4EAD3-E257-451A-9D20-4E680BD220DC}"/>
              </a:ext>
            </a:extLst>
          </p:cNvPr>
          <p:cNvSpPr>
            <a:spLocks/>
          </p:cNvSpPr>
          <p:nvPr/>
        </p:nvSpPr>
        <p:spPr>
          <a:xfrm>
            <a:off x="1489631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335DE6B8-4500-4E38-B265-889DC80CAE15}"/>
              </a:ext>
            </a:extLst>
          </p:cNvPr>
          <p:cNvSpPr>
            <a:spLocks/>
          </p:cNvSpPr>
          <p:nvPr/>
        </p:nvSpPr>
        <p:spPr>
          <a:xfrm>
            <a:off x="1469217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8BD9ECA2-A251-472B-9DEC-613423CB2B50}"/>
              </a:ext>
            </a:extLst>
          </p:cNvPr>
          <p:cNvSpPr>
            <a:spLocks/>
          </p:cNvSpPr>
          <p:nvPr/>
        </p:nvSpPr>
        <p:spPr>
          <a:xfrm>
            <a:off x="1398820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9EBB7C42-FB07-453F-93F9-22443F5CB117}"/>
              </a:ext>
            </a:extLst>
          </p:cNvPr>
          <p:cNvSpPr>
            <a:spLocks/>
          </p:cNvSpPr>
          <p:nvPr/>
        </p:nvSpPr>
        <p:spPr>
          <a:xfrm>
            <a:off x="1489029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230FCA5-7E07-4CE0-99E8-EE9844C5A0EA}"/>
              </a:ext>
            </a:extLst>
          </p:cNvPr>
          <p:cNvSpPr>
            <a:spLocks/>
          </p:cNvSpPr>
          <p:nvPr/>
        </p:nvSpPr>
        <p:spPr>
          <a:xfrm>
            <a:off x="1499978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0DCDA14-90DA-4F7D-89C1-28E1FCADD106}"/>
              </a:ext>
            </a:extLst>
          </p:cNvPr>
          <p:cNvSpPr>
            <a:spLocks/>
          </p:cNvSpPr>
          <p:nvPr/>
        </p:nvSpPr>
        <p:spPr>
          <a:xfrm>
            <a:off x="14837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6BFE2A40-09C7-47E0-AF99-66B554D1E1EA}"/>
              </a:ext>
            </a:extLst>
          </p:cNvPr>
          <p:cNvSpPr>
            <a:spLocks/>
          </p:cNvSpPr>
          <p:nvPr/>
        </p:nvSpPr>
        <p:spPr>
          <a:xfrm>
            <a:off x="1456879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8D0B8BC7-730F-4830-8ADA-93BB053E1DDF}"/>
              </a:ext>
            </a:extLst>
          </p:cNvPr>
          <p:cNvSpPr>
            <a:spLocks/>
          </p:cNvSpPr>
          <p:nvPr/>
        </p:nvSpPr>
        <p:spPr>
          <a:xfrm>
            <a:off x="1425117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9496B130-1A0F-4E58-BF8B-06FCA5325AC8}"/>
              </a:ext>
            </a:extLst>
          </p:cNvPr>
          <p:cNvSpPr>
            <a:spLocks/>
          </p:cNvSpPr>
          <p:nvPr/>
        </p:nvSpPr>
        <p:spPr>
          <a:xfrm>
            <a:off x="139696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5A67B02C-81AB-4C74-A4F8-628AE1654ACC}"/>
              </a:ext>
            </a:extLst>
          </p:cNvPr>
          <p:cNvSpPr>
            <a:spLocks/>
          </p:cNvSpPr>
          <p:nvPr/>
        </p:nvSpPr>
        <p:spPr>
          <a:xfrm>
            <a:off x="1494454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125AE625-AEC6-4D19-B636-7F95D7D89FDE}"/>
              </a:ext>
            </a:extLst>
          </p:cNvPr>
          <p:cNvSpPr>
            <a:spLocks/>
          </p:cNvSpPr>
          <p:nvPr/>
        </p:nvSpPr>
        <p:spPr>
          <a:xfrm>
            <a:off x="150963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15AD60B-B8FA-41CF-86C9-187373AEAF04}"/>
              </a:ext>
            </a:extLst>
          </p:cNvPr>
          <p:cNvSpPr>
            <a:spLocks/>
          </p:cNvSpPr>
          <p:nvPr/>
        </p:nvSpPr>
        <p:spPr>
          <a:xfrm>
            <a:off x="1492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19B9C210-DC9C-4F53-AF9C-8DF4387775C4}"/>
              </a:ext>
            </a:extLst>
          </p:cNvPr>
          <p:cNvSpPr>
            <a:spLocks/>
          </p:cNvSpPr>
          <p:nvPr/>
        </p:nvSpPr>
        <p:spPr>
          <a:xfrm>
            <a:off x="1425585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9A0A4E10-6505-4036-B630-B855E58BB374}"/>
              </a:ext>
            </a:extLst>
          </p:cNvPr>
          <p:cNvSpPr>
            <a:spLocks/>
          </p:cNvSpPr>
          <p:nvPr/>
        </p:nvSpPr>
        <p:spPr>
          <a:xfrm>
            <a:off x="1472876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A8157BA3-DB14-4C37-B2FB-344CBC5BEDC6}"/>
              </a:ext>
            </a:extLst>
          </p:cNvPr>
          <p:cNvSpPr>
            <a:spLocks/>
          </p:cNvSpPr>
          <p:nvPr/>
        </p:nvSpPr>
        <p:spPr>
          <a:xfrm>
            <a:off x="1406227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7CE2D2C-553F-4951-8AC4-13A4B736D449}"/>
              </a:ext>
            </a:extLst>
          </p:cNvPr>
          <p:cNvSpPr>
            <a:spLocks/>
          </p:cNvSpPr>
          <p:nvPr/>
        </p:nvSpPr>
        <p:spPr>
          <a:xfrm>
            <a:off x="1474506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C4C07113-8B7E-4EE3-8D39-CCF7EEF203AC}"/>
              </a:ext>
            </a:extLst>
          </p:cNvPr>
          <p:cNvSpPr>
            <a:spLocks/>
          </p:cNvSpPr>
          <p:nvPr/>
        </p:nvSpPr>
        <p:spPr>
          <a:xfrm>
            <a:off x="1479252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E82FD78E-F30A-4E55-84BB-EB85C9FF9842}"/>
              </a:ext>
            </a:extLst>
          </p:cNvPr>
          <p:cNvSpPr>
            <a:spLocks/>
          </p:cNvSpPr>
          <p:nvPr/>
        </p:nvSpPr>
        <p:spPr>
          <a:xfrm>
            <a:off x="1449026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AB56C3A1-66EA-458D-8369-F24790123EC4}"/>
              </a:ext>
            </a:extLst>
          </p:cNvPr>
          <p:cNvSpPr>
            <a:spLocks/>
          </p:cNvSpPr>
          <p:nvPr/>
        </p:nvSpPr>
        <p:spPr>
          <a:xfrm>
            <a:off x="1479352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90B8C94E-FF9D-476C-AE17-C6D06B1D2FA7}"/>
              </a:ext>
            </a:extLst>
          </p:cNvPr>
          <p:cNvSpPr>
            <a:spLocks/>
          </p:cNvSpPr>
          <p:nvPr/>
        </p:nvSpPr>
        <p:spPr>
          <a:xfrm>
            <a:off x="1497726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8B47C887-A2EA-4858-9CCC-FB4AEE699D18}"/>
              </a:ext>
            </a:extLst>
          </p:cNvPr>
          <p:cNvSpPr>
            <a:spLocks/>
          </p:cNvSpPr>
          <p:nvPr/>
        </p:nvSpPr>
        <p:spPr>
          <a:xfrm>
            <a:off x="1508925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45A6BF05-43AE-4E1D-96DF-3B7E1F6DD3D5}"/>
              </a:ext>
            </a:extLst>
          </p:cNvPr>
          <p:cNvSpPr>
            <a:spLocks/>
          </p:cNvSpPr>
          <p:nvPr/>
        </p:nvSpPr>
        <p:spPr>
          <a:xfrm>
            <a:off x="1526640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1305746-03AE-412C-B89C-51F58F731C1F}"/>
              </a:ext>
            </a:extLst>
          </p:cNvPr>
          <p:cNvSpPr>
            <a:spLocks/>
          </p:cNvSpPr>
          <p:nvPr/>
        </p:nvSpPr>
        <p:spPr>
          <a:xfrm>
            <a:off x="1397505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1CB54C9-D8F7-45B4-B599-6E5683CB7095}"/>
              </a:ext>
            </a:extLst>
          </p:cNvPr>
          <p:cNvSpPr>
            <a:spLocks/>
          </p:cNvSpPr>
          <p:nvPr/>
        </p:nvSpPr>
        <p:spPr>
          <a:xfrm>
            <a:off x="1473015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4A142B7-D1D7-4B51-98D5-FB6C747FC94F}"/>
              </a:ext>
            </a:extLst>
          </p:cNvPr>
          <p:cNvSpPr>
            <a:spLocks/>
          </p:cNvSpPr>
          <p:nvPr/>
        </p:nvSpPr>
        <p:spPr>
          <a:xfrm>
            <a:off x="1437106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043CF8A-2CF4-4507-B985-DA9524AD4566}"/>
              </a:ext>
            </a:extLst>
          </p:cNvPr>
          <p:cNvSpPr>
            <a:spLocks/>
          </p:cNvSpPr>
          <p:nvPr/>
        </p:nvSpPr>
        <p:spPr>
          <a:xfrm>
            <a:off x="1473003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C2E23E21-BDA2-4886-9F46-3E33E259CC96}"/>
              </a:ext>
            </a:extLst>
          </p:cNvPr>
          <p:cNvSpPr>
            <a:spLocks/>
          </p:cNvSpPr>
          <p:nvPr/>
        </p:nvSpPr>
        <p:spPr>
          <a:xfrm>
            <a:off x="1505546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905B09BB-9D69-4AA0-9F8B-53ADE83338D7}"/>
              </a:ext>
            </a:extLst>
          </p:cNvPr>
          <p:cNvSpPr>
            <a:spLocks/>
          </p:cNvSpPr>
          <p:nvPr/>
        </p:nvSpPr>
        <p:spPr>
          <a:xfrm>
            <a:off x="1507907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E4E94DBA-7071-42DF-B083-4170B9450348}"/>
              </a:ext>
            </a:extLst>
          </p:cNvPr>
          <p:cNvSpPr>
            <a:spLocks/>
          </p:cNvSpPr>
          <p:nvPr/>
        </p:nvSpPr>
        <p:spPr>
          <a:xfrm>
            <a:off x="1404632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A47E2A26-E99D-49D6-ACA1-E8DA24B37A97}"/>
              </a:ext>
            </a:extLst>
          </p:cNvPr>
          <p:cNvSpPr>
            <a:spLocks/>
          </p:cNvSpPr>
          <p:nvPr/>
        </p:nvSpPr>
        <p:spPr>
          <a:xfrm>
            <a:off x="1410534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74B88F69-A7D4-4281-B711-7F3E1CC688C6}"/>
              </a:ext>
            </a:extLst>
          </p:cNvPr>
          <p:cNvSpPr>
            <a:spLocks/>
          </p:cNvSpPr>
          <p:nvPr/>
        </p:nvSpPr>
        <p:spPr>
          <a:xfrm>
            <a:off x="1410512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2727A7E5-E415-4870-9D3C-40AE838368C4}"/>
              </a:ext>
            </a:extLst>
          </p:cNvPr>
          <p:cNvSpPr>
            <a:spLocks/>
          </p:cNvSpPr>
          <p:nvPr/>
        </p:nvSpPr>
        <p:spPr>
          <a:xfrm>
            <a:off x="1484637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A576F55A-D9A2-4984-9566-83E9C0DEC036}"/>
              </a:ext>
            </a:extLst>
          </p:cNvPr>
          <p:cNvSpPr>
            <a:spLocks/>
          </p:cNvSpPr>
          <p:nvPr/>
        </p:nvSpPr>
        <p:spPr>
          <a:xfrm>
            <a:off x="1403296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AD4A4FC-46FB-49B1-A91D-C9B2B58CD1DF}"/>
              </a:ext>
            </a:extLst>
          </p:cNvPr>
          <p:cNvSpPr>
            <a:spLocks/>
          </p:cNvSpPr>
          <p:nvPr/>
        </p:nvSpPr>
        <p:spPr>
          <a:xfrm>
            <a:off x="1486230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7FFF35BE-9FD7-4A6A-98FD-A46551665411}"/>
              </a:ext>
            </a:extLst>
          </p:cNvPr>
          <p:cNvSpPr>
            <a:spLocks/>
          </p:cNvSpPr>
          <p:nvPr/>
        </p:nvSpPr>
        <p:spPr>
          <a:xfrm>
            <a:off x="1452004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DAC63B1A-8F31-47B7-B749-F2CA94527582}"/>
              </a:ext>
            </a:extLst>
          </p:cNvPr>
          <p:cNvSpPr>
            <a:spLocks/>
          </p:cNvSpPr>
          <p:nvPr/>
        </p:nvSpPr>
        <p:spPr>
          <a:xfrm>
            <a:off x="1440019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0462494-215D-4D31-8EE6-85C34D350B90}"/>
              </a:ext>
            </a:extLst>
          </p:cNvPr>
          <p:cNvSpPr>
            <a:spLocks/>
          </p:cNvSpPr>
          <p:nvPr/>
        </p:nvSpPr>
        <p:spPr>
          <a:xfrm>
            <a:off x="1409171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79399F1-5918-4E93-8BA6-8140CA824A83}"/>
              </a:ext>
            </a:extLst>
          </p:cNvPr>
          <p:cNvSpPr>
            <a:spLocks/>
          </p:cNvSpPr>
          <p:nvPr/>
        </p:nvSpPr>
        <p:spPr>
          <a:xfrm>
            <a:off x="1452885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D470DE3D-2E78-4C85-801A-A3E9EDDED5DC}"/>
              </a:ext>
            </a:extLst>
          </p:cNvPr>
          <p:cNvSpPr>
            <a:spLocks/>
          </p:cNvSpPr>
          <p:nvPr/>
        </p:nvSpPr>
        <p:spPr>
          <a:xfrm>
            <a:off x="1428869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104D010B-8D72-4D29-B35B-5A4B0D441CBE}"/>
              </a:ext>
            </a:extLst>
          </p:cNvPr>
          <p:cNvSpPr>
            <a:spLocks/>
          </p:cNvSpPr>
          <p:nvPr/>
        </p:nvSpPr>
        <p:spPr>
          <a:xfrm>
            <a:off x="1516944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0D657094-D53F-4096-A8D9-57066D8A0B47}"/>
              </a:ext>
            </a:extLst>
          </p:cNvPr>
          <p:cNvSpPr>
            <a:spLocks/>
          </p:cNvSpPr>
          <p:nvPr/>
        </p:nvSpPr>
        <p:spPr>
          <a:xfrm>
            <a:off x="1499786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13BB7228-25DA-4B76-A950-BEBD1A39503F}"/>
              </a:ext>
            </a:extLst>
          </p:cNvPr>
          <p:cNvSpPr>
            <a:spLocks/>
          </p:cNvSpPr>
          <p:nvPr/>
        </p:nvSpPr>
        <p:spPr>
          <a:xfrm>
            <a:off x="1471576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58B82F02-45F0-470B-AEFB-7368D6E88076}"/>
              </a:ext>
            </a:extLst>
          </p:cNvPr>
          <p:cNvSpPr>
            <a:spLocks/>
          </p:cNvSpPr>
          <p:nvPr/>
        </p:nvSpPr>
        <p:spPr>
          <a:xfrm>
            <a:off x="1409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14E96EB9-62A9-4362-AE89-DFE083D3ADBF}"/>
              </a:ext>
            </a:extLst>
          </p:cNvPr>
          <p:cNvSpPr>
            <a:spLocks/>
          </p:cNvSpPr>
          <p:nvPr/>
        </p:nvSpPr>
        <p:spPr>
          <a:xfrm>
            <a:off x="1434467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E5D6353-ADE8-4F31-8822-EABD9E6D24DC}"/>
              </a:ext>
            </a:extLst>
          </p:cNvPr>
          <p:cNvSpPr>
            <a:spLocks/>
          </p:cNvSpPr>
          <p:nvPr/>
        </p:nvSpPr>
        <p:spPr>
          <a:xfrm>
            <a:off x="14263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E054E46-0040-4C84-8051-D477C1A45011}"/>
              </a:ext>
            </a:extLst>
          </p:cNvPr>
          <p:cNvSpPr>
            <a:spLocks/>
          </p:cNvSpPr>
          <p:nvPr/>
        </p:nvSpPr>
        <p:spPr>
          <a:xfrm>
            <a:off x="148355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5614D761-8768-40D7-BCD5-2A013FEB85E7}"/>
              </a:ext>
            </a:extLst>
          </p:cNvPr>
          <p:cNvSpPr>
            <a:spLocks/>
          </p:cNvSpPr>
          <p:nvPr/>
        </p:nvSpPr>
        <p:spPr>
          <a:xfrm>
            <a:off x="1705723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63ED086A-C65F-4387-914D-94A4B61C9BAA}"/>
              </a:ext>
            </a:extLst>
          </p:cNvPr>
          <p:cNvSpPr>
            <a:spLocks/>
          </p:cNvSpPr>
          <p:nvPr/>
        </p:nvSpPr>
        <p:spPr>
          <a:xfrm>
            <a:off x="1629409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11115C8B-EAAD-4250-A300-62ECF4A932A4}"/>
              </a:ext>
            </a:extLst>
          </p:cNvPr>
          <p:cNvSpPr>
            <a:spLocks/>
          </p:cNvSpPr>
          <p:nvPr/>
        </p:nvSpPr>
        <p:spPr>
          <a:xfrm>
            <a:off x="1736330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2A81323A-0987-424C-A853-5C2B634D0EAA}"/>
              </a:ext>
            </a:extLst>
          </p:cNvPr>
          <p:cNvSpPr>
            <a:spLocks/>
          </p:cNvSpPr>
          <p:nvPr/>
        </p:nvSpPr>
        <p:spPr>
          <a:xfrm>
            <a:off x="1630533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02AB9224-2571-4789-B446-2DA7DF64B81E}"/>
              </a:ext>
            </a:extLst>
          </p:cNvPr>
          <p:cNvSpPr>
            <a:spLocks/>
          </p:cNvSpPr>
          <p:nvPr/>
        </p:nvSpPr>
        <p:spPr>
          <a:xfrm>
            <a:off x="1696787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C79B7C4E-2E8B-4588-8540-1FE3928BAFE8}"/>
              </a:ext>
            </a:extLst>
          </p:cNvPr>
          <p:cNvSpPr>
            <a:spLocks/>
          </p:cNvSpPr>
          <p:nvPr/>
        </p:nvSpPr>
        <p:spPr>
          <a:xfrm>
            <a:off x="1698249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4FAC796C-740B-4BE4-A63E-332EDD63CAB7}"/>
              </a:ext>
            </a:extLst>
          </p:cNvPr>
          <p:cNvSpPr>
            <a:spLocks/>
          </p:cNvSpPr>
          <p:nvPr/>
        </p:nvSpPr>
        <p:spPr>
          <a:xfrm>
            <a:off x="1752741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B6262CB8-B734-44E3-A7F8-B448BD211527}"/>
              </a:ext>
            </a:extLst>
          </p:cNvPr>
          <p:cNvSpPr>
            <a:spLocks/>
          </p:cNvSpPr>
          <p:nvPr/>
        </p:nvSpPr>
        <p:spPr>
          <a:xfrm>
            <a:off x="1693842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B1C316C1-25F0-497F-AB15-F617BBFFDDA5}"/>
              </a:ext>
            </a:extLst>
          </p:cNvPr>
          <p:cNvSpPr>
            <a:spLocks/>
          </p:cNvSpPr>
          <p:nvPr/>
        </p:nvSpPr>
        <p:spPr>
          <a:xfrm>
            <a:off x="1692966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8830A433-220A-43A6-9469-E57C39C02E42}"/>
              </a:ext>
            </a:extLst>
          </p:cNvPr>
          <p:cNvSpPr>
            <a:spLocks/>
          </p:cNvSpPr>
          <p:nvPr/>
        </p:nvSpPr>
        <p:spPr>
          <a:xfrm>
            <a:off x="1692917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65497E75-2443-4D2E-99ED-2029A58611B0}"/>
              </a:ext>
            </a:extLst>
          </p:cNvPr>
          <p:cNvSpPr>
            <a:spLocks/>
          </p:cNvSpPr>
          <p:nvPr/>
        </p:nvSpPr>
        <p:spPr>
          <a:xfrm>
            <a:off x="1661337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35D5B2C7-3657-48E7-B1FC-BA1792DF8EE7}"/>
              </a:ext>
            </a:extLst>
          </p:cNvPr>
          <p:cNvSpPr>
            <a:spLocks/>
          </p:cNvSpPr>
          <p:nvPr/>
        </p:nvSpPr>
        <p:spPr>
          <a:xfrm>
            <a:off x="1621338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13D27A2E-CB7A-460C-88C5-8F42A45AD879}"/>
              </a:ext>
            </a:extLst>
          </p:cNvPr>
          <p:cNvSpPr>
            <a:spLocks/>
          </p:cNvSpPr>
          <p:nvPr/>
        </p:nvSpPr>
        <p:spPr>
          <a:xfrm>
            <a:off x="1733773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FBD9C338-308F-42E1-8B67-9A2643C0E62A}"/>
              </a:ext>
            </a:extLst>
          </p:cNvPr>
          <p:cNvSpPr>
            <a:spLocks/>
          </p:cNvSpPr>
          <p:nvPr/>
        </p:nvSpPr>
        <p:spPr>
          <a:xfrm>
            <a:off x="1613627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B22FA25D-4331-4C2D-97CE-799AC633B661}"/>
              </a:ext>
            </a:extLst>
          </p:cNvPr>
          <p:cNvSpPr>
            <a:spLocks/>
          </p:cNvSpPr>
          <p:nvPr/>
        </p:nvSpPr>
        <p:spPr>
          <a:xfrm>
            <a:off x="1751763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E1F55F23-2264-4CEF-81EB-CFDD5920E9C6}"/>
              </a:ext>
            </a:extLst>
          </p:cNvPr>
          <p:cNvSpPr>
            <a:spLocks/>
          </p:cNvSpPr>
          <p:nvPr/>
        </p:nvSpPr>
        <p:spPr>
          <a:xfrm>
            <a:off x="1737248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AEC77015-285C-441D-8B98-DD980F4D526C}"/>
              </a:ext>
            </a:extLst>
          </p:cNvPr>
          <p:cNvSpPr>
            <a:spLocks/>
          </p:cNvSpPr>
          <p:nvPr/>
        </p:nvSpPr>
        <p:spPr>
          <a:xfrm>
            <a:off x="1664009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7158EA26-AF8A-4567-B8C2-6217C602A89E}"/>
              </a:ext>
            </a:extLst>
          </p:cNvPr>
          <p:cNvSpPr>
            <a:spLocks/>
          </p:cNvSpPr>
          <p:nvPr/>
        </p:nvSpPr>
        <p:spPr>
          <a:xfrm>
            <a:off x="1717795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E34E9503-BF98-4AAD-8934-8D30039783A7}"/>
              </a:ext>
            </a:extLst>
          </p:cNvPr>
          <p:cNvSpPr>
            <a:spLocks/>
          </p:cNvSpPr>
          <p:nvPr/>
        </p:nvSpPr>
        <p:spPr>
          <a:xfrm>
            <a:off x="1651181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F31706FC-CE3B-4C27-B11A-71F812E77487}"/>
              </a:ext>
            </a:extLst>
          </p:cNvPr>
          <p:cNvSpPr>
            <a:spLocks/>
          </p:cNvSpPr>
          <p:nvPr/>
        </p:nvSpPr>
        <p:spPr>
          <a:xfrm>
            <a:off x="1618778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85EA2176-04CE-44A2-81DF-FC406E26C5EB}"/>
              </a:ext>
            </a:extLst>
          </p:cNvPr>
          <p:cNvSpPr>
            <a:spLocks/>
          </p:cNvSpPr>
          <p:nvPr/>
        </p:nvSpPr>
        <p:spPr>
          <a:xfrm>
            <a:off x="1731593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F2DDDDC-7ECF-4CB0-8484-6AE92C9CCED2}"/>
              </a:ext>
            </a:extLst>
          </p:cNvPr>
          <p:cNvSpPr>
            <a:spLocks/>
          </p:cNvSpPr>
          <p:nvPr/>
        </p:nvSpPr>
        <p:spPr>
          <a:xfrm>
            <a:off x="1629036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6CA340C8-F138-41A3-9A14-DE47EDCFF26E}"/>
              </a:ext>
            </a:extLst>
          </p:cNvPr>
          <p:cNvSpPr>
            <a:spLocks/>
          </p:cNvSpPr>
          <p:nvPr/>
        </p:nvSpPr>
        <p:spPr>
          <a:xfrm>
            <a:off x="1640746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C3200FE1-AED4-4346-B25F-17616544D52B}"/>
              </a:ext>
            </a:extLst>
          </p:cNvPr>
          <p:cNvSpPr>
            <a:spLocks/>
          </p:cNvSpPr>
          <p:nvPr/>
        </p:nvSpPr>
        <p:spPr>
          <a:xfrm>
            <a:off x="1643515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3737CA-6A89-46D9-9B8C-69A522EB5FBA}"/>
              </a:ext>
            </a:extLst>
          </p:cNvPr>
          <p:cNvSpPr>
            <a:spLocks/>
          </p:cNvSpPr>
          <p:nvPr/>
        </p:nvSpPr>
        <p:spPr>
          <a:xfrm>
            <a:off x="1717650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E19016E2-11A3-4BEA-89A9-61624C3C0FB5}"/>
              </a:ext>
            </a:extLst>
          </p:cNvPr>
          <p:cNvSpPr>
            <a:spLocks/>
          </p:cNvSpPr>
          <p:nvPr/>
        </p:nvSpPr>
        <p:spPr>
          <a:xfrm>
            <a:off x="16805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CA8C074-25F3-4309-9A83-57CE912AF556}"/>
              </a:ext>
            </a:extLst>
          </p:cNvPr>
          <p:cNvSpPr>
            <a:spLocks/>
          </p:cNvSpPr>
          <p:nvPr/>
        </p:nvSpPr>
        <p:spPr>
          <a:xfrm>
            <a:off x="1613349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6B2CFFC1-BFDF-4818-9187-59A397FA370F}"/>
              </a:ext>
            </a:extLst>
          </p:cNvPr>
          <p:cNvSpPr>
            <a:spLocks/>
          </p:cNvSpPr>
          <p:nvPr/>
        </p:nvSpPr>
        <p:spPr>
          <a:xfrm>
            <a:off x="1631910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6CBD32AA-AE9D-4E0C-80FD-8CA999FA6643}"/>
              </a:ext>
            </a:extLst>
          </p:cNvPr>
          <p:cNvSpPr>
            <a:spLocks/>
          </p:cNvSpPr>
          <p:nvPr/>
        </p:nvSpPr>
        <p:spPr>
          <a:xfrm>
            <a:off x="1681645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104B49B3-C22B-456D-BDBC-65867504879E}"/>
              </a:ext>
            </a:extLst>
          </p:cNvPr>
          <p:cNvSpPr>
            <a:spLocks/>
          </p:cNvSpPr>
          <p:nvPr/>
        </p:nvSpPr>
        <p:spPr>
          <a:xfrm>
            <a:off x="1731921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2CBA5DC-9503-4125-8BA3-C28AC2250A6B}"/>
              </a:ext>
            </a:extLst>
          </p:cNvPr>
          <p:cNvSpPr>
            <a:spLocks/>
          </p:cNvSpPr>
          <p:nvPr/>
        </p:nvSpPr>
        <p:spPr>
          <a:xfrm>
            <a:off x="1667715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57B599E-DFAB-424C-B7D1-B853BB829B2A}"/>
              </a:ext>
            </a:extLst>
          </p:cNvPr>
          <p:cNvSpPr>
            <a:spLocks/>
          </p:cNvSpPr>
          <p:nvPr/>
        </p:nvSpPr>
        <p:spPr>
          <a:xfrm>
            <a:off x="1669252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4D5AEBAB-61FE-40B6-B756-668BEF68DA65}"/>
              </a:ext>
            </a:extLst>
          </p:cNvPr>
          <p:cNvSpPr>
            <a:spLocks/>
          </p:cNvSpPr>
          <p:nvPr/>
        </p:nvSpPr>
        <p:spPr>
          <a:xfrm>
            <a:off x="16264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CE24CB2-1A2C-4954-BB45-BD13B9A2A2B9}"/>
              </a:ext>
            </a:extLst>
          </p:cNvPr>
          <p:cNvSpPr>
            <a:spLocks/>
          </p:cNvSpPr>
          <p:nvPr/>
        </p:nvSpPr>
        <p:spPr>
          <a:xfrm>
            <a:off x="1713232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A3534C54-ABD2-4420-8D02-F18CAE82C8B3}"/>
              </a:ext>
            </a:extLst>
          </p:cNvPr>
          <p:cNvSpPr>
            <a:spLocks/>
          </p:cNvSpPr>
          <p:nvPr/>
        </p:nvSpPr>
        <p:spPr>
          <a:xfrm>
            <a:off x="1685085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7280BDD2-AD48-42F1-BA1A-A920CA071256}"/>
              </a:ext>
            </a:extLst>
          </p:cNvPr>
          <p:cNvSpPr>
            <a:spLocks/>
          </p:cNvSpPr>
          <p:nvPr/>
        </p:nvSpPr>
        <p:spPr>
          <a:xfrm>
            <a:off x="16370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9C8EEDA-6735-4B55-9EF0-F493262D5C09}"/>
              </a:ext>
            </a:extLst>
          </p:cNvPr>
          <p:cNvSpPr>
            <a:spLocks/>
          </p:cNvSpPr>
          <p:nvPr/>
        </p:nvSpPr>
        <p:spPr>
          <a:xfrm>
            <a:off x="1745120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49BE813F-4D73-4E08-A95D-4A0D15398D6F}"/>
              </a:ext>
            </a:extLst>
          </p:cNvPr>
          <p:cNvSpPr>
            <a:spLocks/>
          </p:cNvSpPr>
          <p:nvPr/>
        </p:nvSpPr>
        <p:spPr>
          <a:xfrm>
            <a:off x="1687325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E5EA6251-6612-4201-B87D-B7D5EB8583FA}"/>
              </a:ext>
            </a:extLst>
          </p:cNvPr>
          <p:cNvSpPr>
            <a:spLocks/>
          </p:cNvSpPr>
          <p:nvPr/>
        </p:nvSpPr>
        <p:spPr>
          <a:xfrm>
            <a:off x="1645505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B2CD5860-4F3F-4749-8C7A-FB34E0335282}"/>
              </a:ext>
            </a:extLst>
          </p:cNvPr>
          <p:cNvSpPr>
            <a:spLocks/>
          </p:cNvSpPr>
          <p:nvPr/>
        </p:nvSpPr>
        <p:spPr>
          <a:xfrm>
            <a:off x="1744613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671B90EB-0C83-4AD4-821D-57125776B41E}"/>
              </a:ext>
            </a:extLst>
          </p:cNvPr>
          <p:cNvSpPr>
            <a:spLocks/>
          </p:cNvSpPr>
          <p:nvPr/>
        </p:nvSpPr>
        <p:spPr>
          <a:xfrm>
            <a:off x="1627078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CA29489D-0EE1-49A6-A35A-A0FC494DB94C}"/>
              </a:ext>
            </a:extLst>
          </p:cNvPr>
          <p:cNvSpPr>
            <a:spLocks/>
          </p:cNvSpPr>
          <p:nvPr/>
        </p:nvSpPr>
        <p:spPr>
          <a:xfrm>
            <a:off x="1613070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384FBD15-EB8F-499B-AB10-8ECFEE438265}"/>
              </a:ext>
            </a:extLst>
          </p:cNvPr>
          <p:cNvSpPr>
            <a:spLocks/>
          </p:cNvSpPr>
          <p:nvPr/>
        </p:nvSpPr>
        <p:spPr>
          <a:xfrm>
            <a:off x="1718158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EFCEDB25-F7F4-4561-B6BC-752A190E0A16}"/>
              </a:ext>
            </a:extLst>
          </p:cNvPr>
          <p:cNvSpPr>
            <a:spLocks/>
          </p:cNvSpPr>
          <p:nvPr/>
        </p:nvSpPr>
        <p:spPr>
          <a:xfrm>
            <a:off x="1741057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C531DFCA-047D-4F04-9049-6273850C2D68}"/>
              </a:ext>
            </a:extLst>
          </p:cNvPr>
          <p:cNvSpPr>
            <a:spLocks/>
          </p:cNvSpPr>
          <p:nvPr/>
        </p:nvSpPr>
        <p:spPr>
          <a:xfrm>
            <a:off x="1709875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F034727A-E850-493E-8D60-09CA7D613EBC}"/>
              </a:ext>
            </a:extLst>
          </p:cNvPr>
          <p:cNvSpPr>
            <a:spLocks/>
          </p:cNvSpPr>
          <p:nvPr/>
        </p:nvSpPr>
        <p:spPr>
          <a:xfrm>
            <a:off x="1736365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152BAC28-6904-4E93-A2F1-A5BF651D8470}"/>
              </a:ext>
            </a:extLst>
          </p:cNvPr>
          <p:cNvSpPr>
            <a:spLocks/>
          </p:cNvSpPr>
          <p:nvPr/>
        </p:nvSpPr>
        <p:spPr>
          <a:xfrm>
            <a:off x="1621802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7430C413-F5DD-479D-8652-0F4FC3F9FA1F}"/>
              </a:ext>
            </a:extLst>
          </p:cNvPr>
          <p:cNvSpPr>
            <a:spLocks/>
          </p:cNvSpPr>
          <p:nvPr/>
        </p:nvSpPr>
        <p:spPr>
          <a:xfrm>
            <a:off x="1723664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E090E66A-3DD6-4227-96DB-6043E8AE3399}"/>
              </a:ext>
            </a:extLst>
          </p:cNvPr>
          <p:cNvSpPr>
            <a:spLocks/>
          </p:cNvSpPr>
          <p:nvPr/>
        </p:nvSpPr>
        <p:spPr>
          <a:xfrm>
            <a:off x="1624781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1571AFA3-C8C6-4199-9225-F63BD0E69EE4}"/>
              </a:ext>
            </a:extLst>
          </p:cNvPr>
          <p:cNvSpPr>
            <a:spLocks/>
          </p:cNvSpPr>
          <p:nvPr/>
        </p:nvSpPr>
        <p:spPr>
          <a:xfrm>
            <a:off x="1618315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429D36BA-FE9C-42CB-8294-A5437116CBAB}"/>
              </a:ext>
            </a:extLst>
          </p:cNvPr>
          <p:cNvSpPr>
            <a:spLocks/>
          </p:cNvSpPr>
          <p:nvPr/>
        </p:nvSpPr>
        <p:spPr>
          <a:xfrm>
            <a:off x="1675398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A14557B2-7049-411F-A3FE-CFCF444BE260}"/>
              </a:ext>
            </a:extLst>
          </p:cNvPr>
          <p:cNvSpPr>
            <a:spLocks/>
          </p:cNvSpPr>
          <p:nvPr/>
        </p:nvSpPr>
        <p:spPr>
          <a:xfrm>
            <a:off x="1747062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13AB110-1251-41D3-B20D-AFEC26634EEF}"/>
              </a:ext>
            </a:extLst>
          </p:cNvPr>
          <p:cNvSpPr>
            <a:spLocks/>
          </p:cNvSpPr>
          <p:nvPr/>
        </p:nvSpPr>
        <p:spPr>
          <a:xfrm>
            <a:off x="1644625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A1B9E9DC-187F-4AB8-804B-F2757B46CE90}"/>
              </a:ext>
            </a:extLst>
          </p:cNvPr>
          <p:cNvSpPr>
            <a:spLocks/>
          </p:cNvSpPr>
          <p:nvPr/>
        </p:nvSpPr>
        <p:spPr>
          <a:xfrm>
            <a:off x="1662187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8CCB56F6-8357-4734-B70D-D2AB7AC22D84}"/>
              </a:ext>
            </a:extLst>
          </p:cNvPr>
          <p:cNvSpPr>
            <a:spLocks/>
          </p:cNvSpPr>
          <p:nvPr/>
        </p:nvSpPr>
        <p:spPr>
          <a:xfrm>
            <a:off x="1730237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6BF387AD-1E78-433D-AB95-8F45DEF900EF}"/>
              </a:ext>
            </a:extLst>
          </p:cNvPr>
          <p:cNvSpPr>
            <a:spLocks/>
          </p:cNvSpPr>
          <p:nvPr/>
        </p:nvSpPr>
        <p:spPr>
          <a:xfrm>
            <a:off x="1622762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5BC64010-CA05-4738-8743-F3DF3D8C5F7D}"/>
              </a:ext>
            </a:extLst>
          </p:cNvPr>
          <p:cNvSpPr>
            <a:spLocks/>
          </p:cNvSpPr>
          <p:nvPr/>
        </p:nvSpPr>
        <p:spPr>
          <a:xfrm>
            <a:off x="1696766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1F783293-078F-4CFF-8B02-FDCEF270EA3C}"/>
              </a:ext>
            </a:extLst>
          </p:cNvPr>
          <p:cNvSpPr>
            <a:spLocks/>
          </p:cNvSpPr>
          <p:nvPr/>
        </p:nvSpPr>
        <p:spPr>
          <a:xfrm>
            <a:off x="1699626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61311445-5C56-4E2B-B066-F6074ED6007A}"/>
              </a:ext>
            </a:extLst>
          </p:cNvPr>
          <p:cNvSpPr>
            <a:spLocks/>
          </p:cNvSpPr>
          <p:nvPr/>
        </p:nvSpPr>
        <p:spPr>
          <a:xfrm>
            <a:off x="1698135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BF719637-97CD-48A0-8C87-A427D85D68F7}"/>
              </a:ext>
            </a:extLst>
          </p:cNvPr>
          <p:cNvSpPr>
            <a:spLocks/>
          </p:cNvSpPr>
          <p:nvPr/>
        </p:nvSpPr>
        <p:spPr>
          <a:xfrm>
            <a:off x="1709134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A5F94BF3-2F3D-40EF-87F4-76D939E9C989}"/>
              </a:ext>
            </a:extLst>
          </p:cNvPr>
          <p:cNvSpPr>
            <a:spLocks/>
          </p:cNvSpPr>
          <p:nvPr/>
        </p:nvSpPr>
        <p:spPr>
          <a:xfrm>
            <a:off x="1709319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FA8C4038-7DB1-46FB-B5D4-961A5FCD9013}"/>
              </a:ext>
            </a:extLst>
          </p:cNvPr>
          <p:cNvSpPr>
            <a:spLocks/>
          </p:cNvSpPr>
          <p:nvPr/>
        </p:nvSpPr>
        <p:spPr>
          <a:xfrm>
            <a:off x="1643416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6350BF43-6807-4030-893E-C9DBAD4CA1EB}"/>
              </a:ext>
            </a:extLst>
          </p:cNvPr>
          <p:cNvSpPr>
            <a:spLocks/>
          </p:cNvSpPr>
          <p:nvPr/>
        </p:nvSpPr>
        <p:spPr>
          <a:xfrm>
            <a:off x="1744255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C159130A-9324-4C4C-B3F7-963685AA5581}"/>
              </a:ext>
            </a:extLst>
          </p:cNvPr>
          <p:cNvSpPr>
            <a:spLocks/>
          </p:cNvSpPr>
          <p:nvPr/>
        </p:nvSpPr>
        <p:spPr>
          <a:xfrm>
            <a:off x="1717594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E4F4BFA7-81E4-4162-A337-4160F8176D1F}"/>
              </a:ext>
            </a:extLst>
          </p:cNvPr>
          <p:cNvSpPr>
            <a:spLocks/>
          </p:cNvSpPr>
          <p:nvPr/>
        </p:nvSpPr>
        <p:spPr>
          <a:xfrm>
            <a:off x="1656083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ACFDBAA-C067-44A6-9EA4-5E78CAE79F0E}"/>
              </a:ext>
            </a:extLst>
          </p:cNvPr>
          <p:cNvSpPr>
            <a:spLocks/>
          </p:cNvSpPr>
          <p:nvPr/>
        </p:nvSpPr>
        <p:spPr>
          <a:xfrm>
            <a:off x="1671798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D87599EA-8739-46E8-9064-CCF34576594F}"/>
              </a:ext>
            </a:extLst>
          </p:cNvPr>
          <p:cNvSpPr>
            <a:spLocks/>
          </p:cNvSpPr>
          <p:nvPr/>
        </p:nvSpPr>
        <p:spPr>
          <a:xfrm>
            <a:off x="1624958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76C91F5-2354-4607-B1A7-D37EC083E716}"/>
              </a:ext>
            </a:extLst>
          </p:cNvPr>
          <p:cNvSpPr>
            <a:spLocks/>
          </p:cNvSpPr>
          <p:nvPr/>
        </p:nvSpPr>
        <p:spPr>
          <a:xfrm>
            <a:off x="1660070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C7FDDBD-DB4B-424B-BBC8-AB177B7C4D2B}"/>
              </a:ext>
            </a:extLst>
          </p:cNvPr>
          <p:cNvSpPr>
            <a:spLocks/>
          </p:cNvSpPr>
          <p:nvPr/>
        </p:nvSpPr>
        <p:spPr>
          <a:xfrm>
            <a:off x="1620778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26897FDB-593C-408F-84DE-7392AC06D2B8}"/>
              </a:ext>
            </a:extLst>
          </p:cNvPr>
          <p:cNvSpPr>
            <a:spLocks/>
          </p:cNvSpPr>
          <p:nvPr/>
        </p:nvSpPr>
        <p:spPr>
          <a:xfrm>
            <a:off x="1725557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4E62B710-E822-4847-82F1-209187234B78}"/>
              </a:ext>
            </a:extLst>
          </p:cNvPr>
          <p:cNvSpPr>
            <a:spLocks/>
          </p:cNvSpPr>
          <p:nvPr/>
        </p:nvSpPr>
        <p:spPr>
          <a:xfrm>
            <a:off x="1698512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277499E-AA76-44BE-801F-A71536CAF295}"/>
              </a:ext>
            </a:extLst>
          </p:cNvPr>
          <p:cNvSpPr>
            <a:spLocks/>
          </p:cNvSpPr>
          <p:nvPr/>
        </p:nvSpPr>
        <p:spPr>
          <a:xfrm>
            <a:off x="1726717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4FF530F5-5C16-4DE7-B725-DC453D1CD7F6}"/>
              </a:ext>
            </a:extLst>
          </p:cNvPr>
          <p:cNvSpPr>
            <a:spLocks/>
          </p:cNvSpPr>
          <p:nvPr/>
        </p:nvSpPr>
        <p:spPr>
          <a:xfrm>
            <a:off x="1688333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63BB2E0A-A901-43F8-A479-1B0D2E22A286}"/>
              </a:ext>
            </a:extLst>
          </p:cNvPr>
          <p:cNvSpPr>
            <a:spLocks/>
          </p:cNvSpPr>
          <p:nvPr/>
        </p:nvSpPr>
        <p:spPr>
          <a:xfrm>
            <a:off x="1623119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0766E34-979A-4224-992F-78F1C62B2F50}"/>
              </a:ext>
            </a:extLst>
          </p:cNvPr>
          <p:cNvSpPr>
            <a:spLocks/>
          </p:cNvSpPr>
          <p:nvPr/>
        </p:nvSpPr>
        <p:spPr>
          <a:xfrm>
            <a:off x="1730428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EA79407C-E346-419D-B14A-8901C0D1B18B}"/>
              </a:ext>
            </a:extLst>
          </p:cNvPr>
          <p:cNvSpPr>
            <a:spLocks/>
          </p:cNvSpPr>
          <p:nvPr/>
        </p:nvSpPr>
        <p:spPr>
          <a:xfrm>
            <a:off x="1631781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509BAB30-A371-4B40-8EF6-DD8A153B7D1B}"/>
              </a:ext>
            </a:extLst>
          </p:cNvPr>
          <p:cNvSpPr>
            <a:spLocks/>
          </p:cNvSpPr>
          <p:nvPr/>
        </p:nvSpPr>
        <p:spPr>
          <a:xfrm>
            <a:off x="169491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7963263-0173-4C46-9E85-98AF0E540DFA}"/>
              </a:ext>
            </a:extLst>
          </p:cNvPr>
          <p:cNvSpPr>
            <a:spLocks/>
          </p:cNvSpPr>
          <p:nvPr/>
        </p:nvSpPr>
        <p:spPr>
          <a:xfrm>
            <a:off x="1669422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75DBF4C-17B5-4FAD-9056-FD19089F602A}"/>
              </a:ext>
            </a:extLst>
          </p:cNvPr>
          <p:cNvSpPr>
            <a:spLocks/>
          </p:cNvSpPr>
          <p:nvPr/>
        </p:nvSpPr>
        <p:spPr>
          <a:xfrm>
            <a:off x="1638710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0AEC071C-E182-4C8F-BD80-44D97B6ABDF3}"/>
              </a:ext>
            </a:extLst>
          </p:cNvPr>
          <p:cNvSpPr>
            <a:spLocks/>
          </p:cNvSpPr>
          <p:nvPr/>
        </p:nvSpPr>
        <p:spPr>
          <a:xfrm>
            <a:off x="1726069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DB87DCC8-6D67-4A0E-911B-2E33B13A9B7C}"/>
              </a:ext>
            </a:extLst>
          </p:cNvPr>
          <p:cNvSpPr>
            <a:spLocks/>
          </p:cNvSpPr>
          <p:nvPr/>
        </p:nvSpPr>
        <p:spPr>
          <a:xfrm>
            <a:off x="1646218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7E4EC8B-6A5B-4C64-A30C-0E4AFCDB07EC}"/>
              </a:ext>
            </a:extLst>
          </p:cNvPr>
          <p:cNvSpPr>
            <a:spLocks/>
          </p:cNvSpPr>
          <p:nvPr/>
        </p:nvSpPr>
        <p:spPr>
          <a:xfrm>
            <a:off x="1726840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1B79AD79-D896-4777-B44E-A4FA1DF9C7CE}"/>
              </a:ext>
            </a:extLst>
          </p:cNvPr>
          <p:cNvSpPr>
            <a:spLocks/>
          </p:cNvSpPr>
          <p:nvPr/>
        </p:nvSpPr>
        <p:spPr>
          <a:xfrm>
            <a:off x="1668816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90C3F12B-AAA3-470B-A878-C06ABC3EFDA7}"/>
              </a:ext>
            </a:extLst>
          </p:cNvPr>
          <p:cNvSpPr>
            <a:spLocks/>
          </p:cNvSpPr>
          <p:nvPr/>
        </p:nvSpPr>
        <p:spPr>
          <a:xfrm>
            <a:off x="1721190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53D3DB7-7B28-4942-BDC2-CCE35F70A06F}"/>
              </a:ext>
            </a:extLst>
          </p:cNvPr>
          <p:cNvSpPr>
            <a:spLocks/>
          </p:cNvSpPr>
          <p:nvPr/>
        </p:nvSpPr>
        <p:spPr>
          <a:xfrm>
            <a:off x="1632000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CAFC65C9-ECC5-40F3-89A8-3FF42240796F}"/>
              </a:ext>
            </a:extLst>
          </p:cNvPr>
          <p:cNvSpPr>
            <a:spLocks/>
          </p:cNvSpPr>
          <p:nvPr/>
        </p:nvSpPr>
        <p:spPr>
          <a:xfrm>
            <a:off x="1706388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DCAE100-5521-4BFB-B1F5-FEA43BAEABF7}"/>
              </a:ext>
            </a:extLst>
          </p:cNvPr>
          <p:cNvSpPr>
            <a:spLocks/>
          </p:cNvSpPr>
          <p:nvPr/>
        </p:nvSpPr>
        <p:spPr>
          <a:xfrm>
            <a:off x="1634376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8899116-CA5C-443D-B7BA-D0D5419E024A}"/>
              </a:ext>
            </a:extLst>
          </p:cNvPr>
          <p:cNvSpPr>
            <a:spLocks/>
          </p:cNvSpPr>
          <p:nvPr/>
        </p:nvSpPr>
        <p:spPr>
          <a:xfrm>
            <a:off x="1624753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4C056E7B-8F6C-4139-9509-5350CD6DC3B2}"/>
              </a:ext>
            </a:extLst>
          </p:cNvPr>
          <p:cNvSpPr>
            <a:spLocks/>
          </p:cNvSpPr>
          <p:nvPr/>
        </p:nvSpPr>
        <p:spPr>
          <a:xfrm>
            <a:off x="164520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A7535E2B-E292-4CBC-8ED9-7B00FD634DEB}"/>
              </a:ext>
            </a:extLst>
          </p:cNvPr>
          <p:cNvSpPr>
            <a:spLocks/>
          </p:cNvSpPr>
          <p:nvPr/>
        </p:nvSpPr>
        <p:spPr>
          <a:xfrm>
            <a:off x="1656701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B49C09AE-B4D7-4BA0-8478-1F95340F64BC}"/>
              </a:ext>
            </a:extLst>
          </p:cNvPr>
          <p:cNvSpPr>
            <a:spLocks/>
          </p:cNvSpPr>
          <p:nvPr/>
        </p:nvSpPr>
        <p:spPr>
          <a:xfrm>
            <a:off x="1710889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B5FE02C9-99EE-456E-8A5E-B55FC09E8B9A}"/>
              </a:ext>
            </a:extLst>
          </p:cNvPr>
          <p:cNvSpPr>
            <a:spLocks/>
          </p:cNvSpPr>
          <p:nvPr/>
        </p:nvSpPr>
        <p:spPr>
          <a:xfrm>
            <a:off x="1670160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E07FA2F5-A427-4DBD-AE8E-CB859C5A841F}"/>
              </a:ext>
            </a:extLst>
          </p:cNvPr>
          <p:cNvSpPr>
            <a:spLocks/>
          </p:cNvSpPr>
          <p:nvPr/>
        </p:nvSpPr>
        <p:spPr>
          <a:xfrm>
            <a:off x="1735674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D00652F2-55DF-46CA-9F6E-21C16BA7AF18}"/>
              </a:ext>
            </a:extLst>
          </p:cNvPr>
          <p:cNvSpPr>
            <a:spLocks/>
          </p:cNvSpPr>
          <p:nvPr/>
        </p:nvSpPr>
        <p:spPr>
          <a:xfrm>
            <a:off x="1678108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7E054DDD-2DFF-4677-A911-7DFB0DDFD18C}"/>
              </a:ext>
            </a:extLst>
          </p:cNvPr>
          <p:cNvSpPr>
            <a:spLocks/>
          </p:cNvSpPr>
          <p:nvPr/>
        </p:nvSpPr>
        <p:spPr>
          <a:xfrm>
            <a:off x="1717294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0881F328-0547-445F-BDC8-DA6465E37B87}"/>
              </a:ext>
            </a:extLst>
          </p:cNvPr>
          <p:cNvSpPr>
            <a:spLocks/>
          </p:cNvSpPr>
          <p:nvPr/>
        </p:nvSpPr>
        <p:spPr>
          <a:xfrm>
            <a:off x="16659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5381A404-ADE1-4C37-9457-372CD4C46D69}"/>
              </a:ext>
            </a:extLst>
          </p:cNvPr>
          <p:cNvSpPr>
            <a:spLocks/>
          </p:cNvSpPr>
          <p:nvPr/>
        </p:nvSpPr>
        <p:spPr>
          <a:xfrm>
            <a:off x="1740165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1116A2E4-8753-49FA-8ED4-BC2B7350D089}"/>
              </a:ext>
            </a:extLst>
          </p:cNvPr>
          <p:cNvSpPr>
            <a:spLocks/>
          </p:cNvSpPr>
          <p:nvPr/>
        </p:nvSpPr>
        <p:spPr>
          <a:xfrm>
            <a:off x="1660462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2A3723BC-67CF-493B-A771-3E4544042C74}"/>
              </a:ext>
            </a:extLst>
          </p:cNvPr>
          <p:cNvSpPr>
            <a:spLocks/>
          </p:cNvSpPr>
          <p:nvPr/>
        </p:nvSpPr>
        <p:spPr>
          <a:xfrm>
            <a:off x="1613591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F173BBBF-686A-492C-93DC-80C00310C460}"/>
              </a:ext>
            </a:extLst>
          </p:cNvPr>
          <p:cNvSpPr>
            <a:spLocks/>
          </p:cNvSpPr>
          <p:nvPr/>
        </p:nvSpPr>
        <p:spPr>
          <a:xfrm>
            <a:off x="1653090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212E84D-CC33-4F83-B22A-6D0570A563BE}"/>
              </a:ext>
            </a:extLst>
          </p:cNvPr>
          <p:cNvSpPr>
            <a:spLocks/>
          </p:cNvSpPr>
          <p:nvPr/>
        </p:nvSpPr>
        <p:spPr>
          <a:xfrm>
            <a:off x="1666297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1B3EA300-1299-486E-8192-0CABDC131C09}"/>
              </a:ext>
            </a:extLst>
          </p:cNvPr>
          <p:cNvSpPr>
            <a:spLocks/>
          </p:cNvSpPr>
          <p:nvPr/>
        </p:nvSpPr>
        <p:spPr>
          <a:xfrm>
            <a:off x="1702108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D62FDACC-2F57-4743-9DE8-9B360D6AA614}"/>
              </a:ext>
            </a:extLst>
          </p:cNvPr>
          <p:cNvSpPr>
            <a:spLocks/>
          </p:cNvSpPr>
          <p:nvPr/>
        </p:nvSpPr>
        <p:spPr>
          <a:xfrm>
            <a:off x="175031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9C411016-587A-4C3D-AADD-9D8A1387C94E}"/>
              </a:ext>
            </a:extLst>
          </p:cNvPr>
          <p:cNvSpPr>
            <a:spLocks/>
          </p:cNvSpPr>
          <p:nvPr/>
        </p:nvSpPr>
        <p:spPr>
          <a:xfrm>
            <a:off x="1627097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2C02B20D-6FA8-465D-A943-8551A947E7B7}"/>
              </a:ext>
            </a:extLst>
          </p:cNvPr>
          <p:cNvSpPr>
            <a:spLocks/>
          </p:cNvSpPr>
          <p:nvPr/>
        </p:nvSpPr>
        <p:spPr>
          <a:xfrm>
            <a:off x="1627789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B648B5C-FB93-4B13-AC58-2394E7BD5910}"/>
              </a:ext>
            </a:extLst>
          </p:cNvPr>
          <p:cNvSpPr>
            <a:spLocks/>
          </p:cNvSpPr>
          <p:nvPr/>
        </p:nvSpPr>
        <p:spPr>
          <a:xfrm>
            <a:off x="1741864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CD37261B-C183-401E-9460-B849B068BB75}"/>
              </a:ext>
            </a:extLst>
          </p:cNvPr>
          <p:cNvSpPr>
            <a:spLocks/>
          </p:cNvSpPr>
          <p:nvPr/>
        </p:nvSpPr>
        <p:spPr>
          <a:xfrm>
            <a:off x="1628268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F8004EEC-80B1-4F8E-A362-9689FD68CBC0}"/>
              </a:ext>
            </a:extLst>
          </p:cNvPr>
          <p:cNvSpPr>
            <a:spLocks/>
          </p:cNvSpPr>
          <p:nvPr/>
        </p:nvSpPr>
        <p:spPr>
          <a:xfrm>
            <a:off x="1726308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E624C90-66FA-4B65-BF46-901BC6BC93B6}"/>
              </a:ext>
            </a:extLst>
          </p:cNvPr>
          <p:cNvSpPr>
            <a:spLocks/>
          </p:cNvSpPr>
          <p:nvPr/>
        </p:nvSpPr>
        <p:spPr>
          <a:xfrm>
            <a:off x="1622887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5B0DC34A-76A8-48F6-835D-4E9758B0791D}"/>
              </a:ext>
            </a:extLst>
          </p:cNvPr>
          <p:cNvSpPr>
            <a:spLocks/>
          </p:cNvSpPr>
          <p:nvPr/>
        </p:nvSpPr>
        <p:spPr>
          <a:xfrm>
            <a:off x="1718306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2F9FF4EF-3B10-4C81-8AEF-5383A1F4A6EF}"/>
              </a:ext>
            </a:extLst>
          </p:cNvPr>
          <p:cNvSpPr>
            <a:spLocks/>
          </p:cNvSpPr>
          <p:nvPr/>
        </p:nvSpPr>
        <p:spPr>
          <a:xfrm>
            <a:off x="1645026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7AC16DEC-ADEE-416A-9421-C470863091D7}"/>
              </a:ext>
            </a:extLst>
          </p:cNvPr>
          <p:cNvSpPr>
            <a:spLocks/>
          </p:cNvSpPr>
          <p:nvPr/>
        </p:nvSpPr>
        <p:spPr>
          <a:xfrm>
            <a:off x="1717020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0D33D2B-014D-4905-B023-51E5A59EC649}"/>
              </a:ext>
            </a:extLst>
          </p:cNvPr>
          <p:cNvSpPr>
            <a:spLocks/>
          </p:cNvSpPr>
          <p:nvPr/>
        </p:nvSpPr>
        <p:spPr>
          <a:xfrm>
            <a:off x="1650751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47FCEA85-7850-4849-AAD5-6D6782B69670}"/>
              </a:ext>
            </a:extLst>
          </p:cNvPr>
          <p:cNvSpPr>
            <a:spLocks/>
          </p:cNvSpPr>
          <p:nvPr/>
        </p:nvSpPr>
        <p:spPr>
          <a:xfrm>
            <a:off x="1664945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ACC9930F-BC42-419A-9ECF-74A2C7C3C764}"/>
              </a:ext>
            </a:extLst>
          </p:cNvPr>
          <p:cNvSpPr>
            <a:spLocks/>
          </p:cNvSpPr>
          <p:nvPr/>
        </p:nvSpPr>
        <p:spPr>
          <a:xfrm>
            <a:off x="1752909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DB6B48D5-0C9A-426E-8C81-0A996CBD8654}"/>
              </a:ext>
            </a:extLst>
          </p:cNvPr>
          <p:cNvSpPr>
            <a:spLocks/>
          </p:cNvSpPr>
          <p:nvPr/>
        </p:nvSpPr>
        <p:spPr>
          <a:xfrm>
            <a:off x="1676972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9EAD6B4A-6F6B-401E-8CF5-B882DB7FFE26}"/>
              </a:ext>
            </a:extLst>
          </p:cNvPr>
          <p:cNvSpPr>
            <a:spLocks/>
          </p:cNvSpPr>
          <p:nvPr/>
        </p:nvSpPr>
        <p:spPr>
          <a:xfrm>
            <a:off x="1716467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D8D0BE2-93D7-41F2-B796-1FC71B0DA1A0}"/>
              </a:ext>
            </a:extLst>
          </p:cNvPr>
          <p:cNvSpPr>
            <a:spLocks/>
          </p:cNvSpPr>
          <p:nvPr/>
        </p:nvSpPr>
        <p:spPr>
          <a:xfrm>
            <a:off x="1689894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20386B8-4EB0-4E10-BC87-B3E31DCCABD9}"/>
              </a:ext>
            </a:extLst>
          </p:cNvPr>
          <p:cNvSpPr>
            <a:spLocks/>
          </p:cNvSpPr>
          <p:nvPr/>
        </p:nvSpPr>
        <p:spPr>
          <a:xfrm>
            <a:off x="163502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06AD476A-CB13-434C-A6B5-28C8448C729A}"/>
              </a:ext>
            </a:extLst>
          </p:cNvPr>
          <p:cNvSpPr>
            <a:spLocks/>
          </p:cNvSpPr>
          <p:nvPr/>
        </p:nvSpPr>
        <p:spPr>
          <a:xfrm>
            <a:off x="1707241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F4481D3F-9176-4AAA-9ECA-8B7EBA75C8BC}"/>
              </a:ext>
            </a:extLst>
          </p:cNvPr>
          <p:cNvSpPr>
            <a:spLocks/>
          </p:cNvSpPr>
          <p:nvPr/>
        </p:nvSpPr>
        <p:spPr>
          <a:xfrm>
            <a:off x="17311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24034E68-8A9C-42E7-AD52-F5448DB2DE3F}"/>
              </a:ext>
            </a:extLst>
          </p:cNvPr>
          <p:cNvSpPr>
            <a:spLocks/>
          </p:cNvSpPr>
          <p:nvPr/>
        </p:nvSpPr>
        <p:spPr>
          <a:xfrm>
            <a:off x="1715207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CD2BA3F4-A2E7-49A6-AFD0-F1B1AEA971C6}"/>
              </a:ext>
            </a:extLst>
          </p:cNvPr>
          <p:cNvSpPr>
            <a:spLocks/>
          </p:cNvSpPr>
          <p:nvPr/>
        </p:nvSpPr>
        <p:spPr>
          <a:xfrm>
            <a:off x="1705055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F4CA04A9-3B2D-4D5F-8002-A38112673204}"/>
              </a:ext>
            </a:extLst>
          </p:cNvPr>
          <p:cNvSpPr>
            <a:spLocks/>
          </p:cNvSpPr>
          <p:nvPr/>
        </p:nvSpPr>
        <p:spPr>
          <a:xfrm>
            <a:off x="1727331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39727D69-27D0-44D5-8714-75682A19862C}"/>
              </a:ext>
            </a:extLst>
          </p:cNvPr>
          <p:cNvSpPr>
            <a:spLocks/>
          </p:cNvSpPr>
          <p:nvPr/>
        </p:nvSpPr>
        <p:spPr>
          <a:xfrm>
            <a:off x="1704627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DA535695-638C-485D-A988-BC0171F698F1}"/>
              </a:ext>
            </a:extLst>
          </p:cNvPr>
          <p:cNvSpPr>
            <a:spLocks/>
          </p:cNvSpPr>
          <p:nvPr/>
        </p:nvSpPr>
        <p:spPr>
          <a:xfrm>
            <a:off x="1614351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DD2165E6-118B-4556-9363-0C8F32E6B483}"/>
              </a:ext>
            </a:extLst>
          </p:cNvPr>
          <p:cNvSpPr>
            <a:spLocks/>
          </p:cNvSpPr>
          <p:nvPr/>
        </p:nvSpPr>
        <p:spPr>
          <a:xfrm>
            <a:off x="1741639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A6FFD1D5-15AF-4E9C-A906-EACD4A53FC7A}"/>
              </a:ext>
            </a:extLst>
          </p:cNvPr>
          <p:cNvSpPr>
            <a:spLocks/>
          </p:cNvSpPr>
          <p:nvPr/>
        </p:nvSpPr>
        <p:spPr>
          <a:xfrm>
            <a:off x="165788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5AEAB9EB-F950-4981-8246-6B0D6F79412D}"/>
              </a:ext>
            </a:extLst>
          </p:cNvPr>
          <p:cNvSpPr>
            <a:spLocks/>
          </p:cNvSpPr>
          <p:nvPr/>
        </p:nvSpPr>
        <p:spPr>
          <a:xfrm>
            <a:off x="1700984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353BFA72-7AB7-49BA-AC31-BB09A7574B36}"/>
              </a:ext>
            </a:extLst>
          </p:cNvPr>
          <p:cNvSpPr>
            <a:spLocks/>
          </p:cNvSpPr>
          <p:nvPr/>
        </p:nvSpPr>
        <p:spPr>
          <a:xfrm>
            <a:off x="1679566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6868D267-1D3E-4C2C-8F7E-22EE86CC616F}"/>
              </a:ext>
            </a:extLst>
          </p:cNvPr>
          <p:cNvSpPr>
            <a:spLocks/>
          </p:cNvSpPr>
          <p:nvPr/>
        </p:nvSpPr>
        <p:spPr>
          <a:xfrm>
            <a:off x="1673571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66F607B2-162B-4CB4-84F8-A2896D83888F}"/>
              </a:ext>
            </a:extLst>
          </p:cNvPr>
          <p:cNvSpPr>
            <a:spLocks/>
          </p:cNvSpPr>
          <p:nvPr/>
        </p:nvSpPr>
        <p:spPr>
          <a:xfrm>
            <a:off x="1720607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71F185-30E6-449E-B866-5A186A112DA4}"/>
              </a:ext>
            </a:extLst>
          </p:cNvPr>
          <p:cNvSpPr>
            <a:spLocks/>
          </p:cNvSpPr>
          <p:nvPr/>
        </p:nvSpPr>
        <p:spPr>
          <a:xfrm>
            <a:off x="1686467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66DDCC16-0577-496A-8D09-5EA80B0CE7C6}"/>
              </a:ext>
            </a:extLst>
          </p:cNvPr>
          <p:cNvSpPr>
            <a:spLocks/>
          </p:cNvSpPr>
          <p:nvPr/>
        </p:nvSpPr>
        <p:spPr>
          <a:xfrm>
            <a:off x="1628469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F0F8A00E-9A3B-4A01-BBA6-053E1149FA06}"/>
              </a:ext>
            </a:extLst>
          </p:cNvPr>
          <p:cNvSpPr>
            <a:spLocks/>
          </p:cNvSpPr>
          <p:nvPr/>
        </p:nvSpPr>
        <p:spPr>
          <a:xfrm>
            <a:off x="1723896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56DCAD41-8A6E-4C62-8551-375019669CA5}"/>
              </a:ext>
            </a:extLst>
          </p:cNvPr>
          <p:cNvSpPr>
            <a:spLocks/>
          </p:cNvSpPr>
          <p:nvPr/>
        </p:nvSpPr>
        <p:spPr>
          <a:xfrm>
            <a:off x="1661532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1E88310B-DC8B-4353-9BAA-4D930A4ABCC5}"/>
              </a:ext>
            </a:extLst>
          </p:cNvPr>
          <p:cNvSpPr>
            <a:spLocks/>
          </p:cNvSpPr>
          <p:nvPr/>
        </p:nvSpPr>
        <p:spPr>
          <a:xfrm>
            <a:off x="1638632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A8BE30C-15F8-4A31-BFEE-4937DA94E0DF}"/>
              </a:ext>
            </a:extLst>
          </p:cNvPr>
          <p:cNvSpPr>
            <a:spLocks/>
          </p:cNvSpPr>
          <p:nvPr/>
        </p:nvSpPr>
        <p:spPr>
          <a:xfrm>
            <a:off x="1630348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EB42575-F820-41F6-8A24-D57222AA616C}"/>
              </a:ext>
            </a:extLst>
          </p:cNvPr>
          <p:cNvSpPr>
            <a:spLocks/>
          </p:cNvSpPr>
          <p:nvPr/>
        </p:nvSpPr>
        <p:spPr>
          <a:xfrm>
            <a:off x="1637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564C045B-82D5-4EF5-BEC9-585135443B4F}"/>
              </a:ext>
            </a:extLst>
          </p:cNvPr>
          <p:cNvSpPr>
            <a:spLocks/>
          </p:cNvSpPr>
          <p:nvPr/>
        </p:nvSpPr>
        <p:spPr>
          <a:xfrm>
            <a:off x="1746812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327C27DD-DDA4-434D-94F9-13239E13EAF7}"/>
              </a:ext>
            </a:extLst>
          </p:cNvPr>
          <p:cNvSpPr>
            <a:spLocks/>
          </p:cNvSpPr>
          <p:nvPr/>
        </p:nvSpPr>
        <p:spPr>
          <a:xfrm>
            <a:off x="1690175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9DD1A1F-7530-4628-BC8E-BCE74A56C844}"/>
              </a:ext>
            </a:extLst>
          </p:cNvPr>
          <p:cNvSpPr>
            <a:spLocks/>
          </p:cNvSpPr>
          <p:nvPr/>
        </p:nvSpPr>
        <p:spPr>
          <a:xfrm>
            <a:off x="1632367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B7CA5DD4-0C25-460C-A2F6-BDE4C4E7F419}"/>
              </a:ext>
            </a:extLst>
          </p:cNvPr>
          <p:cNvSpPr>
            <a:spLocks/>
          </p:cNvSpPr>
          <p:nvPr/>
        </p:nvSpPr>
        <p:spPr>
          <a:xfrm>
            <a:off x="1713164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AEB9C1CB-9014-4046-8F5D-FE27295ECB0B}"/>
              </a:ext>
            </a:extLst>
          </p:cNvPr>
          <p:cNvSpPr>
            <a:spLocks/>
          </p:cNvSpPr>
          <p:nvPr/>
        </p:nvSpPr>
        <p:spPr>
          <a:xfrm>
            <a:off x="171589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8A95B4B5-F382-4450-BEEF-EE7AEFCE668E}"/>
              </a:ext>
            </a:extLst>
          </p:cNvPr>
          <p:cNvSpPr>
            <a:spLocks/>
          </p:cNvSpPr>
          <p:nvPr/>
        </p:nvSpPr>
        <p:spPr>
          <a:xfrm>
            <a:off x="1751711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C0A800BD-8D3E-4A8F-95CE-A39DDF19C26B}"/>
              </a:ext>
            </a:extLst>
          </p:cNvPr>
          <p:cNvSpPr>
            <a:spLocks/>
          </p:cNvSpPr>
          <p:nvPr/>
        </p:nvSpPr>
        <p:spPr>
          <a:xfrm>
            <a:off x="1619087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A92055B7-E6F3-43BF-92FB-4E5A7A73668D}"/>
              </a:ext>
            </a:extLst>
          </p:cNvPr>
          <p:cNvSpPr>
            <a:spLocks/>
          </p:cNvSpPr>
          <p:nvPr/>
        </p:nvSpPr>
        <p:spPr>
          <a:xfrm>
            <a:off x="1664925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937471C2-0870-4DE3-8C17-36579582075F}"/>
              </a:ext>
            </a:extLst>
          </p:cNvPr>
          <p:cNvSpPr>
            <a:spLocks/>
          </p:cNvSpPr>
          <p:nvPr/>
        </p:nvSpPr>
        <p:spPr>
          <a:xfrm>
            <a:off x="1669847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049802C4-F03F-416F-B7C7-E3780C394E08}"/>
              </a:ext>
            </a:extLst>
          </p:cNvPr>
          <p:cNvSpPr>
            <a:spLocks/>
          </p:cNvSpPr>
          <p:nvPr/>
        </p:nvSpPr>
        <p:spPr>
          <a:xfrm>
            <a:off x="1691702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D59F92B1-E41D-4CC4-820C-6F2E16AA6F2A}"/>
              </a:ext>
            </a:extLst>
          </p:cNvPr>
          <p:cNvSpPr>
            <a:spLocks/>
          </p:cNvSpPr>
          <p:nvPr/>
        </p:nvSpPr>
        <p:spPr>
          <a:xfrm>
            <a:off x="1683693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16D6395B-20F0-47DA-8572-039C1D6EF95C}"/>
              </a:ext>
            </a:extLst>
          </p:cNvPr>
          <p:cNvSpPr>
            <a:spLocks/>
          </p:cNvSpPr>
          <p:nvPr/>
        </p:nvSpPr>
        <p:spPr>
          <a:xfrm>
            <a:off x="1649427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047F6880-A443-4B87-BCC3-38FD3DF30007}"/>
              </a:ext>
            </a:extLst>
          </p:cNvPr>
          <p:cNvSpPr>
            <a:spLocks/>
          </p:cNvSpPr>
          <p:nvPr/>
        </p:nvSpPr>
        <p:spPr>
          <a:xfrm>
            <a:off x="1723587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74580AF9-8E0C-4CEA-A85F-8BF76A09A9A8}"/>
              </a:ext>
            </a:extLst>
          </p:cNvPr>
          <p:cNvSpPr>
            <a:spLocks/>
          </p:cNvSpPr>
          <p:nvPr/>
        </p:nvSpPr>
        <p:spPr>
          <a:xfrm>
            <a:off x="1620101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37E7A9D0-85BE-4CAC-8F6B-2BBB78064264}"/>
              </a:ext>
            </a:extLst>
          </p:cNvPr>
          <p:cNvSpPr>
            <a:spLocks/>
          </p:cNvSpPr>
          <p:nvPr/>
        </p:nvSpPr>
        <p:spPr>
          <a:xfrm>
            <a:off x="1705442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DDDB468B-D969-424C-BC60-ACF518E0266A}"/>
              </a:ext>
            </a:extLst>
          </p:cNvPr>
          <p:cNvSpPr>
            <a:spLocks/>
          </p:cNvSpPr>
          <p:nvPr/>
        </p:nvSpPr>
        <p:spPr>
          <a:xfrm>
            <a:off x="1686794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E1E7DF19-F10A-4F64-98F7-EE4A579FA1E5}"/>
              </a:ext>
            </a:extLst>
          </p:cNvPr>
          <p:cNvSpPr>
            <a:spLocks/>
          </p:cNvSpPr>
          <p:nvPr/>
        </p:nvSpPr>
        <p:spPr>
          <a:xfrm>
            <a:off x="1685526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A42F6EE-39A1-4F6A-B14D-5F04112996E8}"/>
              </a:ext>
            </a:extLst>
          </p:cNvPr>
          <p:cNvSpPr>
            <a:spLocks/>
          </p:cNvSpPr>
          <p:nvPr/>
        </p:nvSpPr>
        <p:spPr>
          <a:xfrm>
            <a:off x="1662690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CD733A8-0DD3-4658-9C4E-A11097726E2C}"/>
              </a:ext>
            </a:extLst>
          </p:cNvPr>
          <p:cNvSpPr>
            <a:spLocks/>
          </p:cNvSpPr>
          <p:nvPr/>
        </p:nvSpPr>
        <p:spPr>
          <a:xfrm>
            <a:off x="1719553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DD9B01F-8642-4D7A-85F5-40AB4275D1E5}"/>
              </a:ext>
            </a:extLst>
          </p:cNvPr>
          <p:cNvSpPr>
            <a:spLocks/>
          </p:cNvSpPr>
          <p:nvPr/>
        </p:nvSpPr>
        <p:spPr>
          <a:xfrm>
            <a:off x="1659292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6C487AF9-30BA-4427-B6A7-BE2CE4518CA2}"/>
              </a:ext>
            </a:extLst>
          </p:cNvPr>
          <p:cNvSpPr>
            <a:spLocks/>
          </p:cNvSpPr>
          <p:nvPr/>
        </p:nvSpPr>
        <p:spPr>
          <a:xfrm>
            <a:off x="1659903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E9859F03-B143-4C21-A18F-5E43BF030693}"/>
              </a:ext>
            </a:extLst>
          </p:cNvPr>
          <p:cNvSpPr>
            <a:spLocks/>
          </p:cNvSpPr>
          <p:nvPr/>
        </p:nvSpPr>
        <p:spPr>
          <a:xfrm>
            <a:off x="1689583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0E946963-7E4D-4EDF-82EC-E7ECAD5BFFD6}"/>
              </a:ext>
            </a:extLst>
          </p:cNvPr>
          <p:cNvSpPr>
            <a:spLocks/>
          </p:cNvSpPr>
          <p:nvPr/>
        </p:nvSpPr>
        <p:spPr>
          <a:xfrm>
            <a:off x="1701414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08218ADC-1F73-41E9-B207-6119C2823B18}"/>
              </a:ext>
            </a:extLst>
          </p:cNvPr>
          <p:cNvSpPr>
            <a:spLocks/>
          </p:cNvSpPr>
          <p:nvPr/>
        </p:nvSpPr>
        <p:spPr>
          <a:xfrm>
            <a:off x="1712252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7002B48-3DB1-4D61-88A0-9BF993711B29}"/>
              </a:ext>
            </a:extLst>
          </p:cNvPr>
          <p:cNvSpPr>
            <a:spLocks/>
          </p:cNvSpPr>
          <p:nvPr/>
        </p:nvSpPr>
        <p:spPr>
          <a:xfrm>
            <a:off x="1690303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B97D53F-2C81-4A77-9865-73FDFCEE412C}"/>
              </a:ext>
            </a:extLst>
          </p:cNvPr>
          <p:cNvSpPr>
            <a:spLocks/>
          </p:cNvSpPr>
          <p:nvPr/>
        </p:nvSpPr>
        <p:spPr>
          <a:xfrm>
            <a:off x="1634718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05D2A589-3703-45C1-A986-99CB77AD1068}"/>
              </a:ext>
            </a:extLst>
          </p:cNvPr>
          <p:cNvSpPr>
            <a:spLocks/>
          </p:cNvSpPr>
          <p:nvPr/>
        </p:nvSpPr>
        <p:spPr>
          <a:xfrm>
            <a:off x="1664109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1F97588-1EAA-48DF-8E36-C5DFE402724F}"/>
              </a:ext>
            </a:extLst>
          </p:cNvPr>
          <p:cNvSpPr>
            <a:spLocks/>
          </p:cNvSpPr>
          <p:nvPr/>
        </p:nvSpPr>
        <p:spPr>
          <a:xfrm>
            <a:off x="1747284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FE630445-C092-4948-A00F-9DA9199F0232}"/>
              </a:ext>
            </a:extLst>
          </p:cNvPr>
          <p:cNvSpPr>
            <a:spLocks/>
          </p:cNvSpPr>
          <p:nvPr/>
        </p:nvSpPr>
        <p:spPr>
          <a:xfrm>
            <a:off x="1658626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8B6BAAB2-04D8-47FE-866C-854FC0BA05D1}"/>
              </a:ext>
            </a:extLst>
          </p:cNvPr>
          <p:cNvSpPr>
            <a:spLocks/>
          </p:cNvSpPr>
          <p:nvPr/>
        </p:nvSpPr>
        <p:spPr>
          <a:xfrm>
            <a:off x="1623699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EE156E99-CA2F-4ACE-8794-276A800F09A3}"/>
              </a:ext>
            </a:extLst>
          </p:cNvPr>
          <p:cNvSpPr>
            <a:spLocks/>
          </p:cNvSpPr>
          <p:nvPr/>
        </p:nvSpPr>
        <p:spPr>
          <a:xfrm>
            <a:off x="1744568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2BB35FF-69EE-4AFB-B892-717879E91D4F}"/>
              </a:ext>
            </a:extLst>
          </p:cNvPr>
          <p:cNvSpPr>
            <a:spLocks/>
          </p:cNvSpPr>
          <p:nvPr/>
        </p:nvSpPr>
        <p:spPr>
          <a:xfrm>
            <a:off x="1686582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8698E6A9-0113-456E-9596-BFEABBF06B1E}"/>
              </a:ext>
            </a:extLst>
          </p:cNvPr>
          <p:cNvSpPr>
            <a:spLocks/>
          </p:cNvSpPr>
          <p:nvPr/>
        </p:nvSpPr>
        <p:spPr>
          <a:xfrm>
            <a:off x="1744484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F2FE5455-A2E3-44FC-BFE8-C5569023B665}"/>
              </a:ext>
            </a:extLst>
          </p:cNvPr>
          <p:cNvSpPr>
            <a:spLocks/>
          </p:cNvSpPr>
          <p:nvPr/>
        </p:nvSpPr>
        <p:spPr>
          <a:xfrm>
            <a:off x="1626099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8946123D-ADA3-4BF7-BC18-57241C4BF436}"/>
              </a:ext>
            </a:extLst>
          </p:cNvPr>
          <p:cNvSpPr>
            <a:spLocks/>
          </p:cNvSpPr>
          <p:nvPr/>
        </p:nvSpPr>
        <p:spPr>
          <a:xfrm>
            <a:off x="1702613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E0970A3D-C957-430F-BF13-CDB82FA5FBA2}"/>
              </a:ext>
            </a:extLst>
          </p:cNvPr>
          <p:cNvSpPr>
            <a:spLocks/>
          </p:cNvSpPr>
          <p:nvPr/>
        </p:nvSpPr>
        <p:spPr>
          <a:xfrm>
            <a:off x="1634068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18E0877E-389F-49EE-8D58-30CCD462B9CA}"/>
              </a:ext>
            </a:extLst>
          </p:cNvPr>
          <p:cNvSpPr>
            <a:spLocks/>
          </p:cNvSpPr>
          <p:nvPr/>
        </p:nvSpPr>
        <p:spPr>
          <a:xfrm>
            <a:off x="1717377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EBF22485-3B3B-4AEE-9232-AF6B6EE21FAF}"/>
              </a:ext>
            </a:extLst>
          </p:cNvPr>
          <p:cNvSpPr>
            <a:spLocks/>
          </p:cNvSpPr>
          <p:nvPr/>
        </p:nvSpPr>
        <p:spPr>
          <a:xfrm>
            <a:off x="1710443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58DDD0CB-4761-454A-9DB0-AD9CB0B5BC30}"/>
              </a:ext>
            </a:extLst>
          </p:cNvPr>
          <p:cNvSpPr>
            <a:spLocks/>
          </p:cNvSpPr>
          <p:nvPr/>
        </p:nvSpPr>
        <p:spPr>
          <a:xfrm>
            <a:off x="162780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72DFDEDD-C556-47B8-A0A9-BB0C1ACE987F}"/>
              </a:ext>
            </a:extLst>
          </p:cNvPr>
          <p:cNvSpPr>
            <a:spLocks/>
          </p:cNvSpPr>
          <p:nvPr/>
        </p:nvSpPr>
        <p:spPr>
          <a:xfrm>
            <a:off x="172050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7B1D4878-F1DF-4454-A3EF-D38D7B638590}"/>
              </a:ext>
            </a:extLst>
          </p:cNvPr>
          <p:cNvSpPr>
            <a:spLocks/>
          </p:cNvSpPr>
          <p:nvPr/>
        </p:nvSpPr>
        <p:spPr>
          <a:xfrm>
            <a:off x="2121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C7FAA7A7-3BEC-4604-8D9C-0A4DE8400033}"/>
              </a:ext>
            </a:extLst>
          </p:cNvPr>
          <p:cNvSpPr>
            <a:spLocks/>
          </p:cNvSpPr>
          <p:nvPr/>
        </p:nvSpPr>
        <p:spPr>
          <a:xfrm>
            <a:off x="21040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8B916313-1885-4E2B-AA88-DAE5D76AD1E6}"/>
              </a:ext>
            </a:extLst>
          </p:cNvPr>
          <p:cNvSpPr>
            <a:spLocks/>
          </p:cNvSpPr>
          <p:nvPr/>
        </p:nvSpPr>
        <p:spPr>
          <a:xfrm>
            <a:off x="21209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9390CE-2A31-4336-9F12-6165DCBB6240}"/>
              </a:ext>
            </a:extLst>
          </p:cNvPr>
          <p:cNvSpPr>
            <a:spLocks/>
          </p:cNvSpPr>
          <p:nvPr/>
        </p:nvSpPr>
        <p:spPr>
          <a:xfrm>
            <a:off x="21235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8056E3C-2032-41A9-9FDF-7FC4F9CA4195}"/>
              </a:ext>
            </a:extLst>
          </p:cNvPr>
          <p:cNvSpPr>
            <a:spLocks/>
          </p:cNvSpPr>
          <p:nvPr/>
        </p:nvSpPr>
        <p:spPr>
          <a:xfrm>
            <a:off x="2219067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27047A28-844D-4CE7-B0EF-BB8A46F45801}"/>
              </a:ext>
            </a:extLst>
          </p:cNvPr>
          <p:cNvSpPr>
            <a:spLocks/>
          </p:cNvSpPr>
          <p:nvPr/>
        </p:nvSpPr>
        <p:spPr>
          <a:xfrm>
            <a:off x="22106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E4D1E57A-A5EA-4C0D-8D9C-91AD3E33CAB1}"/>
              </a:ext>
            </a:extLst>
          </p:cNvPr>
          <p:cNvSpPr>
            <a:spLocks/>
          </p:cNvSpPr>
          <p:nvPr/>
        </p:nvSpPr>
        <p:spPr>
          <a:xfrm>
            <a:off x="210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97400-9511-4B9D-BC39-5E69106C51A5}"/>
              </a:ext>
            </a:extLst>
          </p:cNvPr>
          <p:cNvSpPr>
            <a:spLocks/>
          </p:cNvSpPr>
          <p:nvPr/>
        </p:nvSpPr>
        <p:spPr>
          <a:xfrm>
            <a:off x="219403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89549297-3A2A-4B30-B3BE-1413C9293A28}"/>
              </a:ext>
            </a:extLst>
          </p:cNvPr>
          <p:cNvSpPr>
            <a:spLocks/>
          </p:cNvSpPr>
          <p:nvPr/>
        </p:nvSpPr>
        <p:spPr>
          <a:xfrm>
            <a:off x="21263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375F1A67-DD9D-480B-AA1D-AD8A108EB773}"/>
              </a:ext>
            </a:extLst>
          </p:cNvPr>
          <p:cNvSpPr>
            <a:spLocks/>
          </p:cNvSpPr>
          <p:nvPr/>
        </p:nvSpPr>
        <p:spPr>
          <a:xfrm>
            <a:off x="215485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9533049-6314-4936-8D68-CDC80E682901}"/>
              </a:ext>
            </a:extLst>
          </p:cNvPr>
          <p:cNvSpPr>
            <a:spLocks/>
          </p:cNvSpPr>
          <p:nvPr/>
        </p:nvSpPr>
        <p:spPr>
          <a:xfrm>
            <a:off x="2224395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4808FD1A-536F-4671-AC8F-2B2157F74020}"/>
              </a:ext>
            </a:extLst>
          </p:cNvPr>
          <p:cNvSpPr>
            <a:spLocks/>
          </p:cNvSpPr>
          <p:nvPr/>
        </p:nvSpPr>
        <p:spPr>
          <a:xfrm>
            <a:off x="2233792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9E38DE7D-CB39-4638-9566-19EA5E0B3B3F}"/>
              </a:ext>
            </a:extLst>
          </p:cNvPr>
          <p:cNvSpPr>
            <a:spLocks/>
          </p:cNvSpPr>
          <p:nvPr/>
        </p:nvSpPr>
        <p:spPr>
          <a:xfrm>
            <a:off x="2151929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F1FCE9FF-541C-4A93-8367-ABAF83C8BED6}"/>
              </a:ext>
            </a:extLst>
          </p:cNvPr>
          <p:cNvSpPr>
            <a:spLocks/>
          </p:cNvSpPr>
          <p:nvPr/>
        </p:nvSpPr>
        <p:spPr>
          <a:xfrm>
            <a:off x="2205492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87E62374-D441-4499-8854-3D7EF224B551}"/>
              </a:ext>
            </a:extLst>
          </p:cNvPr>
          <p:cNvSpPr>
            <a:spLocks/>
          </p:cNvSpPr>
          <p:nvPr/>
        </p:nvSpPr>
        <p:spPr>
          <a:xfrm>
            <a:off x="2176067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9E85B8DB-7D12-4715-984E-9FE8D8F4A729}"/>
              </a:ext>
            </a:extLst>
          </p:cNvPr>
          <p:cNvSpPr>
            <a:spLocks/>
          </p:cNvSpPr>
          <p:nvPr/>
        </p:nvSpPr>
        <p:spPr>
          <a:xfrm>
            <a:off x="219860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2E76EEE8-933F-4317-8E29-B8972DA310BB}"/>
              </a:ext>
            </a:extLst>
          </p:cNvPr>
          <p:cNvSpPr>
            <a:spLocks/>
          </p:cNvSpPr>
          <p:nvPr/>
        </p:nvSpPr>
        <p:spPr>
          <a:xfrm>
            <a:off x="21152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8D9B604C-E8B9-451C-8423-104AABBEDEBC}"/>
              </a:ext>
            </a:extLst>
          </p:cNvPr>
          <p:cNvSpPr>
            <a:spLocks/>
          </p:cNvSpPr>
          <p:nvPr/>
        </p:nvSpPr>
        <p:spPr>
          <a:xfrm>
            <a:off x="2231708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B42A6B0B-0FC3-4F9C-BA55-632A723A69E3}"/>
              </a:ext>
            </a:extLst>
          </p:cNvPr>
          <p:cNvSpPr>
            <a:spLocks/>
          </p:cNvSpPr>
          <p:nvPr/>
        </p:nvSpPr>
        <p:spPr>
          <a:xfrm>
            <a:off x="2169545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1EAF3C24-4784-443C-81BA-F301E07655C4}"/>
              </a:ext>
            </a:extLst>
          </p:cNvPr>
          <p:cNvSpPr>
            <a:spLocks/>
          </p:cNvSpPr>
          <p:nvPr/>
        </p:nvSpPr>
        <p:spPr>
          <a:xfrm>
            <a:off x="2179137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5C263BF8-44A7-4A71-BBB3-1A7E24922082}"/>
              </a:ext>
            </a:extLst>
          </p:cNvPr>
          <p:cNvSpPr>
            <a:spLocks/>
          </p:cNvSpPr>
          <p:nvPr/>
        </p:nvSpPr>
        <p:spPr>
          <a:xfrm>
            <a:off x="2218018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D8EEFCC5-BB92-47CA-90EA-3F7E747898CB}"/>
              </a:ext>
            </a:extLst>
          </p:cNvPr>
          <p:cNvSpPr>
            <a:spLocks/>
          </p:cNvSpPr>
          <p:nvPr/>
        </p:nvSpPr>
        <p:spPr>
          <a:xfrm>
            <a:off x="21339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A8F84E56-72D3-40F5-9C52-97E3DB487065}"/>
              </a:ext>
            </a:extLst>
          </p:cNvPr>
          <p:cNvSpPr>
            <a:spLocks/>
          </p:cNvSpPr>
          <p:nvPr/>
        </p:nvSpPr>
        <p:spPr>
          <a:xfrm>
            <a:off x="2146759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B7FD4C6-4330-41C1-8E9D-72C55C1B2B40}"/>
              </a:ext>
            </a:extLst>
          </p:cNvPr>
          <p:cNvSpPr>
            <a:spLocks/>
          </p:cNvSpPr>
          <p:nvPr/>
        </p:nvSpPr>
        <p:spPr>
          <a:xfrm>
            <a:off x="2192155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648BAD5B-455C-4D3F-84C1-58B5EE057F5D}"/>
              </a:ext>
            </a:extLst>
          </p:cNvPr>
          <p:cNvSpPr>
            <a:spLocks/>
          </p:cNvSpPr>
          <p:nvPr/>
        </p:nvSpPr>
        <p:spPr>
          <a:xfrm>
            <a:off x="210203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7432541E-16A6-4901-9684-CABB71CB2C55}"/>
              </a:ext>
            </a:extLst>
          </p:cNvPr>
          <p:cNvSpPr>
            <a:spLocks/>
          </p:cNvSpPr>
          <p:nvPr/>
        </p:nvSpPr>
        <p:spPr>
          <a:xfrm>
            <a:off x="2101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601A12AF-261F-4665-8A0D-9D7BC84AD372}"/>
              </a:ext>
            </a:extLst>
          </p:cNvPr>
          <p:cNvSpPr>
            <a:spLocks/>
          </p:cNvSpPr>
          <p:nvPr/>
        </p:nvSpPr>
        <p:spPr>
          <a:xfrm>
            <a:off x="2129043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2DD5E0E-441E-43B9-8738-4B89A42C6B57}"/>
              </a:ext>
            </a:extLst>
          </p:cNvPr>
          <p:cNvSpPr>
            <a:spLocks/>
          </p:cNvSpPr>
          <p:nvPr/>
        </p:nvSpPr>
        <p:spPr>
          <a:xfrm>
            <a:off x="22048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9A2E7343-DB66-4EB5-A503-73A1D3865E04}"/>
              </a:ext>
            </a:extLst>
          </p:cNvPr>
          <p:cNvSpPr>
            <a:spLocks/>
          </p:cNvSpPr>
          <p:nvPr/>
        </p:nvSpPr>
        <p:spPr>
          <a:xfrm>
            <a:off x="2120899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C956D263-0012-447C-A40E-8BA23FCF6213}"/>
              </a:ext>
            </a:extLst>
          </p:cNvPr>
          <p:cNvSpPr>
            <a:spLocks/>
          </p:cNvSpPr>
          <p:nvPr/>
        </p:nvSpPr>
        <p:spPr>
          <a:xfrm>
            <a:off x="212766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72F0B44A-7A0A-4435-AB90-A116E338DDCD}"/>
              </a:ext>
            </a:extLst>
          </p:cNvPr>
          <p:cNvSpPr>
            <a:spLocks/>
          </p:cNvSpPr>
          <p:nvPr/>
        </p:nvSpPr>
        <p:spPr>
          <a:xfrm>
            <a:off x="21152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1669FB49-D56D-43A6-8FB2-676F77E4E982}"/>
              </a:ext>
            </a:extLst>
          </p:cNvPr>
          <p:cNvSpPr>
            <a:spLocks/>
          </p:cNvSpPr>
          <p:nvPr/>
        </p:nvSpPr>
        <p:spPr>
          <a:xfrm>
            <a:off x="2213070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85E7BFED-8522-41DD-BED1-FDDD01D9D9BC}"/>
              </a:ext>
            </a:extLst>
          </p:cNvPr>
          <p:cNvSpPr>
            <a:spLocks/>
          </p:cNvSpPr>
          <p:nvPr/>
        </p:nvSpPr>
        <p:spPr>
          <a:xfrm>
            <a:off x="22242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75AF6551-D28F-4495-9861-277E6AD5CC75}"/>
              </a:ext>
            </a:extLst>
          </p:cNvPr>
          <p:cNvSpPr>
            <a:spLocks/>
          </p:cNvSpPr>
          <p:nvPr/>
        </p:nvSpPr>
        <p:spPr>
          <a:xfrm>
            <a:off x="22293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52F128F6-5AF2-4DB2-9B4F-0BF2F79CB57F}"/>
              </a:ext>
            </a:extLst>
          </p:cNvPr>
          <p:cNvSpPr>
            <a:spLocks/>
          </p:cNvSpPr>
          <p:nvPr/>
        </p:nvSpPr>
        <p:spPr>
          <a:xfrm>
            <a:off x="21833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E6EC381D-81EE-4DAA-8F6A-A9AED32AEC96}"/>
              </a:ext>
            </a:extLst>
          </p:cNvPr>
          <p:cNvSpPr>
            <a:spLocks/>
          </p:cNvSpPr>
          <p:nvPr/>
        </p:nvSpPr>
        <p:spPr>
          <a:xfrm>
            <a:off x="211847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5D54AC39-ED2B-452D-B371-BB53221B73B4}"/>
              </a:ext>
            </a:extLst>
          </p:cNvPr>
          <p:cNvSpPr>
            <a:spLocks/>
          </p:cNvSpPr>
          <p:nvPr/>
        </p:nvSpPr>
        <p:spPr>
          <a:xfrm>
            <a:off x="21130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76792FBA-D9D8-46B3-B820-2A0E6F11339A}"/>
              </a:ext>
            </a:extLst>
          </p:cNvPr>
          <p:cNvSpPr>
            <a:spLocks/>
          </p:cNvSpPr>
          <p:nvPr/>
        </p:nvSpPr>
        <p:spPr>
          <a:xfrm>
            <a:off x="216779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EA43EA78-E2E3-44F4-866F-E2FF3FEAD2BB}"/>
              </a:ext>
            </a:extLst>
          </p:cNvPr>
          <p:cNvSpPr>
            <a:spLocks/>
          </p:cNvSpPr>
          <p:nvPr/>
        </p:nvSpPr>
        <p:spPr>
          <a:xfrm>
            <a:off x="21686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ED6407FC-DC00-46DB-AF32-1C4C7B7FF44D}"/>
              </a:ext>
            </a:extLst>
          </p:cNvPr>
          <p:cNvSpPr>
            <a:spLocks/>
          </p:cNvSpPr>
          <p:nvPr/>
        </p:nvSpPr>
        <p:spPr>
          <a:xfrm>
            <a:off x="2118629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348E099-37AC-4B42-A258-02A4EA4EE1DF}"/>
              </a:ext>
            </a:extLst>
          </p:cNvPr>
          <p:cNvSpPr>
            <a:spLocks/>
          </p:cNvSpPr>
          <p:nvPr/>
        </p:nvSpPr>
        <p:spPr>
          <a:xfrm>
            <a:off x="2193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43B3C173-CDE2-4806-8CC9-6C0D8D75C430}"/>
              </a:ext>
            </a:extLst>
          </p:cNvPr>
          <p:cNvSpPr>
            <a:spLocks/>
          </p:cNvSpPr>
          <p:nvPr/>
        </p:nvSpPr>
        <p:spPr>
          <a:xfrm>
            <a:off x="220386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FAB284-AC86-4DB3-A5AA-DDD5E9353884}"/>
              </a:ext>
            </a:extLst>
          </p:cNvPr>
          <p:cNvSpPr>
            <a:spLocks/>
          </p:cNvSpPr>
          <p:nvPr/>
        </p:nvSpPr>
        <p:spPr>
          <a:xfrm>
            <a:off x="22056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B73FE23-DFFB-44A9-814F-AA096455943D}"/>
              </a:ext>
            </a:extLst>
          </p:cNvPr>
          <p:cNvSpPr>
            <a:spLocks/>
          </p:cNvSpPr>
          <p:nvPr/>
        </p:nvSpPr>
        <p:spPr>
          <a:xfrm>
            <a:off x="2195727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B5962F6C-C85A-4A16-BB9F-17B10C6104F3}"/>
              </a:ext>
            </a:extLst>
          </p:cNvPr>
          <p:cNvSpPr>
            <a:spLocks/>
          </p:cNvSpPr>
          <p:nvPr/>
        </p:nvSpPr>
        <p:spPr>
          <a:xfrm>
            <a:off x="22133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2D545412-5E66-462F-BEA7-0A86AD1F4DB2}"/>
              </a:ext>
            </a:extLst>
          </p:cNvPr>
          <p:cNvSpPr>
            <a:spLocks/>
          </p:cNvSpPr>
          <p:nvPr/>
        </p:nvSpPr>
        <p:spPr>
          <a:xfrm>
            <a:off x="21436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0D112AE4-06C2-4F85-90C7-0CA7D5E460A7}"/>
              </a:ext>
            </a:extLst>
          </p:cNvPr>
          <p:cNvSpPr>
            <a:spLocks/>
          </p:cNvSpPr>
          <p:nvPr/>
        </p:nvSpPr>
        <p:spPr>
          <a:xfrm>
            <a:off x="2148966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9021C791-EF6C-4468-91BB-79D22DE63E6C}"/>
              </a:ext>
            </a:extLst>
          </p:cNvPr>
          <p:cNvSpPr>
            <a:spLocks/>
          </p:cNvSpPr>
          <p:nvPr/>
        </p:nvSpPr>
        <p:spPr>
          <a:xfrm>
            <a:off x="21951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06C7A018-7827-4FA7-86D8-12D6A1DE5499}"/>
              </a:ext>
            </a:extLst>
          </p:cNvPr>
          <p:cNvSpPr>
            <a:spLocks/>
          </p:cNvSpPr>
          <p:nvPr/>
        </p:nvSpPr>
        <p:spPr>
          <a:xfrm>
            <a:off x="2100225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86B2DD6B-CA8D-4253-834D-B1941CE4B7FD}"/>
              </a:ext>
            </a:extLst>
          </p:cNvPr>
          <p:cNvSpPr>
            <a:spLocks/>
          </p:cNvSpPr>
          <p:nvPr/>
        </p:nvSpPr>
        <p:spPr>
          <a:xfrm>
            <a:off x="2148748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6DAA331A-2FE1-40D2-B7A5-887653021D19}"/>
              </a:ext>
            </a:extLst>
          </p:cNvPr>
          <p:cNvSpPr>
            <a:spLocks/>
          </p:cNvSpPr>
          <p:nvPr/>
        </p:nvSpPr>
        <p:spPr>
          <a:xfrm>
            <a:off x="2153050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4B351B07-6D93-4E2D-9FC4-9CB82E90CEB0}"/>
              </a:ext>
            </a:extLst>
          </p:cNvPr>
          <p:cNvSpPr>
            <a:spLocks/>
          </p:cNvSpPr>
          <p:nvPr/>
        </p:nvSpPr>
        <p:spPr>
          <a:xfrm>
            <a:off x="215442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6477B895-DD88-40F1-B8B0-65B34E9D61EF}"/>
              </a:ext>
            </a:extLst>
          </p:cNvPr>
          <p:cNvSpPr>
            <a:spLocks/>
          </p:cNvSpPr>
          <p:nvPr/>
        </p:nvSpPr>
        <p:spPr>
          <a:xfrm>
            <a:off x="2149370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94E5B22B-CC87-455C-BEE5-823BDDF155FE}"/>
              </a:ext>
            </a:extLst>
          </p:cNvPr>
          <p:cNvSpPr>
            <a:spLocks/>
          </p:cNvSpPr>
          <p:nvPr/>
        </p:nvSpPr>
        <p:spPr>
          <a:xfrm>
            <a:off x="2208836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07BCBF9E-CCC9-4C20-AA7A-F4E0C536EF0A}"/>
              </a:ext>
            </a:extLst>
          </p:cNvPr>
          <p:cNvSpPr>
            <a:spLocks/>
          </p:cNvSpPr>
          <p:nvPr/>
        </p:nvSpPr>
        <p:spPr>
          <a:xfrm>
            <a:off x="2143814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45FAFDFF-20A4-433C-865D-ED872DBC70B6}"/>
              </a:ext>
            </a:extLst>
          </p:cNvPr>
          <p:cNvSpPr>
            <a:spLocks/>
          </p:cNvSpPr>
          <p:nvPr/>
        </p:nvSpPr>
        <p:spPr>
          <a:xfrm>
            <a:off x="2211091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5E7E57EC-B8F5-49ED-9B66-FFA8E6E20620}"/>
              </a:ext>
            </a:extLst>
          </p:cNvPr>
          <p:cNvSpPr>
            <a:spLocks/>
          </p:cNvSpPr>
          <p:nvPr/>
        </p:nvSpPr>
        <p:spPr>
          <a:xfrm>
            <a:off x="2182616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8957BE5E-AA1A-4454-869A-1423CFABE338}"/>
              </a:ext>
            </a:extLst>
          </p:cNvPr>
          <p:cNvSpPr>
            <a:spLocks/>
          </p:cNvSpPr>
          <p:nvPr/>
        </p:nvSpPr>
        <p:spPr>
          <a:xfrm>
            <a:off x="2198518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9DE85D19-7986-40E2-998F-08D6DB6FE8E2}"/>
              </a:ext>
            </a:extLst>
          </p:cNvPr>
          <p:cNvSpPr>
            <a:spLocks/>
          </p:cNvSpPr>
          <p:nvPr/>
        </p:nvSpPr>
        <p:spPr>
          <a:xfrm>
            <a:off x="2180662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2E4E908-3AE7-4EEB-87D2-7F3220335CE6}"/>
              </a:ext>
            </a:extLst>
          </p:cNvPr>
          <p:cNvSpPr>
            <a:spLocks/>
          </p:cNvSpPr>
          <p:nvPr/>
        </p:nvSpPr>
        <p:spPr>
          <a:xfrm>
            <a:off x="2122934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8AB3256C-FABF-4F81-B7BA-3372F4AD54B6}"/>
              </a:ext>
            </a:extLst>
          </p:cNvPr>
          <p:cNvSpPr>
            <a:spLocks/>
          </p:cNvSpPr>
          <p:nvPr/>
        </p:nvSpPr>
        <p:spPr>
          <a:xfrm>
            <a:off x="2184397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1AB4783-2CBB-487E-9FFD-C11C20CF90CD}"/>
              </a:ext>
            </a:extLst>
          </p:cNvPr>
          <p:cNvSpPr>
            <a:spLocks/>
          </p:cNvSpPr>
          <p:nvPr/>
        </p:nvSpPr>
        <p:spPr>
          <a:xfrm>
            <a:off x="21399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E407CBA-C458-463B-95BB-9EFCB1DCF372}"/>
              </a:ext>
            </a:extLst>
          </p:cNvPr>
          <p:cNvSpPr>
            <a:spLocks/>
          </p:cNvSpPr>
          <p:nvPr/>
        </p:nvSpPr>
        <p:spPr>
          <a:xfrm>
            <a:off x="21771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D3C2DA5F-AA25-431B-ACA6-DD056D8AB8B1}"/>
              </a:ext>
            </a:extLst>
          </p:cNvPr>
          <p:cNvSpPr>
            <a:spLocks/>
          </p:cNvSpPr>
          <p:nvPr/>
        </p:nvSpPr>
        <p:spPr>
          <a:xfrm>
            <a:off x="21426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2EC8E93E-F5AE-4521-B229-EEE5EA52C11B}"/>
              </a:ext>
            </a:extLst>
          </p:cNvPr>
          <p:cNvSpPr>
            <a:spLocks/>
          </p:cNvSpPr>
          <p:nvPr/>
        </p:nvSpPr>
        <p:spPr>
          <a:xfrm>
            <a:off x="22308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3FCA6A1-B3CF-4BF3-AC3B-9994115F8949}"/>
              </a:ext>
            </a:extLst>
          </p:cNvPr>
          <p:cNvSpPr>
            <a:spLocks/>
          </p:cNvSpPr>
          <p:nvPr/>
        </p:nvSpPr>
        <p:spPr>
          <a:xfrm>
            <a:off x="2183617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32CDEE5-A95A-44DE-8568-DD1D06F872AD}"/>
              </a:ext>
            </a:extLst>
          </p:cNvPr>
          <p:cNvSpPr>
            <a:spLocks/>
          </p:cNvSpPr>
          <p:nvPr/>
        </p:nvSpPr>
        <p:spPr>
          <a:xfrm>
            <a:off x="2156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CC1E009C-578C-4BAC-825D-DA220F339E39}"/>
              </a:ext>
            </a:extLst>
          </p:cNvPr>
          <p:cNvSpPr>
            <a:spLocks/>
          </p:cNvSpPr>
          <p:nvPr/>
        </p:nvSpPr>
        <p:spPr>
          <a:xfrm>
            <a:off x="21462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DAACC76-7F29-42FF-A42F-624A91E1F37A}"/>
              </a:ext>
            </a:extLst>
          </p:cNvPr>
          <p:cNvSpPr>
            <a:spLocks/>
          </p:cNvSpPr>
          <p:nvPr/>
        </p:nvSpPr>
        <p:spPr>
          <a:xfrm>
            <a:off x="2146341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94479754-CC05-4B26-97E7-5DADF40033EE}"/>
              </a:ext>
            </a:extLst>
          </p:cNvPr>
          <p:cNvSpPr>
            <a:spLocks/>
          </p:cNvSpPr>
          <p:nvPr/>
        </p:nvSpPr>
        <p:spPr>
          <a:xfrm>
            <a:off x="2216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AF899CDD-A4C6-48EE-915D-FC400DA4BBD5}"/>
              </a:ext>
            </a:extLst>
          </p:cNvPr>
          <p:cNvSpPr>
            <a:spLocks/>
          </p:cNvSpPr>
          <p:nvPr/>
        </p:nvSpPr>
        <p:spPr>
          <a:xfrm>
            <a:off x="216896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AADA1FB8-55E0-4355-96DF-18E88ADA59E1}"/>
              </a:ext>
            </a:extLst>
          </p:cNvPr>
          <p:cNvSpPr>
            <a:spLocks/>
          </p:cNvSpPr>
          <p:nvPr/>
        </p:nvSpPr>
        <p:spPr>
          <a:xfrm>
            <a:off x="2163290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08FD274-BD9F-465F-A722-B03EE81A1DEE}"/>
              </a:ext>
            </a:extLst>
          </p:cNvPr>
          <p:cNvSpPr>
            <a:spLocks/>
          </p:cNvSpPr>
          <p:nvPr/>
        </p:nvSpPr>
        <p:spPr>
          <a:xfrm>
            <a:off x="21004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FF738F5-2F20-427A-973E-8934F157587D}"/>
              </a:ext>
            </a:extLst>
          </p:cNvPr>
          <p:cNvSpPr>
            <a:spLocks/>
          </p:cNvSpPr>
          <p:nvPr/>
        </p:nvSpPr>
        <p:spPr>
          <a:xfrm>
            <a:off x="2220583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8C989048-9161-4E2A-ADA8-5D02431EC297}"/>
              </a:ext>
            </a:extLst>
          </p:cNvPr>
          <p:cNvSpPr>
            <a:spLocks/>
          </p:cNvSpPr>
          <p:nvPr/>
        </p:nvSpPr>
        <p:spPr>
          <a:xfrm>
            <a:off x="2127524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A71F7085-652C-4218-A901-2E18F0DAC32A}"/>
              </a:ext>
            </a:extLst>
          </p:cNvPr>
          <p:cNvSpPr>
            <a:spLocks/>
          </p:cNvSpPr>
          <p:nvPr/>
        </p:nvSpPr>
        <p:spPr>
          <a:xfrm>
            <a:off x="2130630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FE5CEF32-DBF7-4AE5-B011-31E06DFAABA4}"/>
              </a:ext>
            </a:extLst>
          </p:cNvPr>
          <p:cNvSpPr>
            <a:spLocks/>
          </p:cNvSpPr>
          <p:nvPr/>
        </p:nvSpPr>
        <p:spPr>
          <a:xfrm>
            <a:off x="2210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DD228929-2BEE-4A9D-9542-68E0F8B6C97C}"/>
              </a:ext>
            </a:extLst>
          </p:cNvPr>
          <p:cNvSpPr>
            <a:spLocks/>
          </p:cNvSpPr>
          <p:nvPr/>
        </p:nvSpPr>
        <p:spPr>
          <a:xfrm>
            <a:off x="214749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3948F1C-8280-44C9-BCDE-5C8BAB557BD6}"/>
              </a:ext>
            </a:extLst>
          </p:cNvPr>
          <p:cNvSpPr>
            <a:spLocks/>
          </p:cNvSpPr>
          <p:nvPr/>
        </p:nvSpPr>
        <p:spPr>
          <a:xfrm>
            <a:off x="22228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3434AC72-C77C-4D2C-A97E-4E83C3183FFF}"/>
              </a:ext>
            </a:extLst>
          </p:cNvPr>
          <p:cNvSpPr>
            <a:spLocks/>
          </p:cNvSpPr>
          <p:nvPr/>
        </p:nvSpPr>
        <p:spPr>
          <a:xfrm>
            <a:off x="22169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409D08FB-3E86-4130-AAB7-36176D28F70D}"/>
              </a:ext>
            </a:extLst>
          </p:cNvPr>
          <p:cNvSpPr>
            <a:spLocks/>
          </p:cNvSpPr>
          <p:nvPr/>
        </p:nvSpPr>
        <p:spPr>
          <a:xfrm>
            <a:off x="21335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5CDE61FD-C8FC-418C-8A87-D306995DA17F}"/>
              </a:ext>
            </a:extLst>
          </p:cNvPr>
          <p:cNvSpPr>
            <a:spLocks/>
          </p:cNvSpPr>
          <p:nvPr/>
        </p:nvSpPr>
        <p:spPr>
          <a:xfrm>
            <a:off x="212675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F14A92A3-CE89-4484-B7BE-8E3C81EB7AC7}"/>
              </a:ext>
            </a:extLst>
          </p:cNvPr>
          <p:cNvSpPr>
            <a:spLocks/>
          </p:cNvSpPr>
          <p:nvPr/>
        </p:nvSpPr>
        <p:spPr>
          <a:xfrm>
            <a:off x="2188756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F14C8EB6-F536-4F75-8828-67EFE264AABE}"/>
              </a:ext>
            </a:extLst>
          </p:cNvPr>
          <p:cNvSpPr>
            <a:spLocks/>
          </p:cNvSpPr>
          <p:nvPr/>
        </p:nvSpPr>
        <p:spPr>
          <a:xfrm>
            <a:off x="2150906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96980851-71AC-40DA-9D19-072102794A48}"/>
              </a:ext>
            </a:extLst>
          </p:cNvPr>
          <p:cNvSpPr>
            <a:spLocks/>
          </p:cNvSpPr>
          <p:nvPr/>
        </p:nvSpPr>
        <p:spPr>
          <a:xfrm>
            <a:off x="218601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A03FA404-481B-4608-81BE-2602DD1756B6}"/>
              </a:ext>
            </a:extLst>
          </p:cNvPr>
          <p:cNvSpPr>
            <a:spLocks/>
          </p:cNvSpPr>
          <p:nvPr/>
        </p:nvSpPr>
        <p:spPr>
          <a:xfrm>
            <a:off x="2219818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5BF17FD8-8782-4B71-9162-8CF55D9F5AAC}"/>
              </a:ext>
            </a:extLst>
          </p:cNvPr>
          <p:cNvSpPr>
            <a:spLocks/>
          </p:cNvSpPr>
          <p:nvPr/>
        </p:nvSpPr>
        <p:spPr>
          <a:xfrm>
            <a:off x="2103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54285FA-345E-4F17-BF23-5F3C316DC5C1}"/>
              </a:ext>
            </a:extLst>
          </p:cNvPr>
          <p:cNvSpPr>
            <a:spLocks/>
          </p:cNvSpPr>
          <p:nvPr/>
        </p:nvSpPr>
        <p:spPr>
          <a:xfrm>
            <a:off x="21065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C3721134-9944-4943-9743-C3FEE38FBEFC}"/>
              </a:ext>
            </a:extLst>
          </p:cNvPr>
          <p:cNvSpPr>
            <a:spLocks/>
          </p:cNvSpPr>
          <p:nvPr/>
        </p:nvSpPr>
        <p:spPr>
          <a:xfrm>
            <a:off x="2133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9EF186A7-1E71-48F6-A313-41529CC5FF53}"/>
              </a:ext>
            </a:extLst>
          </p:cNvPr>
          <p:cNvSpPr>
            <a:spLocks/>
          </p:cNvSpPr>
          <p:nvPr/>
        </p:nvSpPr>
        <p:spPr>
          <a:xfrm>
            <a:off x="2211881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91C8E0B-95D5-4DED-ADF9-66F596AA594B}"/>
              </a:ext>
            </a:extLst>
          </p:cNvPr>
          <p:cNvSpPr>
            <a:spLocks/>
          </p:cNvSpPr>
          <p:nvPr/>
        </p:nvSpPr>
        <p:spPr>
          <a:xfrm>
            <a:off x="2237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7E6E8FFB-DC37-487E-89F7-5D40868F9238}"/>
              </a:ext>
            </a:extLst>
          </p:cNvPr>
          <p:cNvSpPr>
            <a:spLocks/>
          </p:cNvSpPr>
          <p:nvPr/>
        </p:nvSpPr>
        <p:spPr>
          <a:xfrm>
            <a:off x="22070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06CC149-F4DE-4580-8FA4-3C7E7EE43E20}"/>
              </a:ext>
            </a:extLst>
          </p:cNvPr>
          <p:cNvSpPr>
            <a:spLocks/>
          </p:cNvSpPr>
          <p:nvPr/>
        </p:nvSpPr>
        <p:spPr>
          <a:xfrm>
            <a:off x="2138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CCB5CEC2-25E2-4E96-A2F1-E0560B726D7D}"/>
              </a:ext>
            </a:extLst>
          </p:cNvPr>
          <p:cNvSpPr>
            <a:spLocks/>
          </p:cNvSpPr>
          <p:nvPr/>
        </p:nvSpPr>
        <p:spPr>
          <a:xfrm>
            <a:off x="2138489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FA2AA2E-8F25-4895-ACEB-53FDC7009F57}"/>
              </a:ext>
            </a:extLst>
          </p:cNvPr>
          <p:cNvSpPr>
            <a:spLocks/>
          </p:cNvSpPr>
          <p:nvPr/>
        </p:nvSpPr>
        <p:spPr>
          <a:xfrm>
            <a:off x="21501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5AA7530C-1A4E-4A43-BB21-5D34BC605493}"/>
              </a:ext>
            </a:extLst>
          </p:cNvPr>
          <p:cNvSpPr>
            <a:spLocks/>
          </p:cNvSpPr>
          <p:nvPr/>
        </p:nvSpPr>
        <p:spPr>
          <a:xfrm>
            <a:off x="2139804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8A05414A-77D2-434E-8E64-92D25EDC03F5}"/>
              </a:ext>
            </a:extLst>
          </p:cNvPr>
          <p:cNvSpPr>
            <a:spLocks/>
          </p:cNvSpPr>
          <p:nvPr/>
        </p:nvSpPr>
        <p:spPr>
          <a:xfrm>
            <a:off x="21808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74A5ABE8-2584-48A5-8572-55DE9254C3DA}"/>
              </a:ext>
            </a:extLst>
          </p:cNvPr>
          <p:cNvSpPr>
            <a:spLocks/>
          </p:cNvSpPr>
          <p:nvPr/>
        </p:nvSpPr>
        <p:spPr>
          <a:xfrm>
            <a:off x="2174485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9942D025-BF3C-4161-A5B4-B0B329613388}"/>
              </a:ext>
            </a:extLst>
          </p:cNvPr>
          <p:cNvSpPr>
            <a:spLocks/>
          </p:cNvSpPr>
          <p:nvPr/>
        </p:nvSpPr>
        <p:spPr>
          <a:xfrm>
            <a:off x="2142764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AE79E86-F0B2-4E36-A9AA-41244159D298}"/>
              </a:ext>
            </a:extLst>
          </p:cNvPr>
          <p:cNvSpPr>
            <a:spLocks/>
          </p:cNvSpPr>
          <p:nvPr/>
        </p:nvSpPr>
        <p:spPr>
          <a:xfrm>
            <a:off x="2206195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893A4BE9-FCFC-4D8C-B8D6-78D9F5DC0E39}"/>
              </a:ext>
            </a:extLst>
          </p:cNvPr>
          <p:cNvSpPr>
            <a:spLocks/>
          </p:cNvSpPr>
          <p:nvPr/>
        </p:nvSpPr>
        <p:spPr>
          <a:xfrm>
            <a:off x="2239203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9379B7E1-378C-4281-8F63-8F9BDDDD955E}"/>
              </a:ext>
            </a:extLst>
          </p:cNvPr>
          <p:cNvSpPr>
            <a:spLocks/>
          </p:cNvSpPr>
          <p:nvPr/>
        </p:nvSpPr>
        <p:spPr>
          <a:xfrm>
            <a:off x="21800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7A5C076D-3B3D-482E-8999-CD95C38DAD87}"/>
              </a:ext>
            </a:extLst>
          </p:cNvPr>
          <p:cNvSpPr>
            <a:spLocks/>
          </p:cNvSpPr>
          <p:nvPr/>
        </p:nvSpPr>
        <p:spPr>
          <a:xfrm>
            <a:off x="21383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2B5449-8D09-459C-8301-647B13889F6C}"/>
              </a:ext>
            </a:extLst>
          </p:cNvPr>
          <p:cNvSpPr>
            <a:spLocks/>
          </p:cNvSpPr>
          <p:nvPr/>
        </p:nvSpPr>
        <p:spPr>
          <a:xfrm>
            <a:off x="217650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2BCFDF18-1773-40D4-A6B5-4D98C0217993}"/>
              </a:ext>
            </a:extLst>
          </p:cNvPr>
          <p:cNvSpPr>
            <a:spLocks/>
          </p:cNvSpPr>
          <p:nvPr/>
        </p:nvSpPr>
        <p:spPr>
          <a:xfrm>
            <a:off x="2141176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2625040E-7E2A-42CD-BF74-9B92DFDC8598}"/>
              </a:ext>
            </a:extLst>
          </p:cNvPr>
          <p:cNvSpPr>
            <a:spLocks/>
          </p:cNvSpPr>
          <p:nvPr/>
        </p:nvSpPr>
        <p:spPr>
          <a:xfrm>
            <a:off x="219504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67B68BDB-D746-4D42-98A8-6320BBFAB86D}"/>
              </a:ext>
            </a:extLst>
          </p:cNvPr>
          <p:cNvSpPr>
            <a:spLocks/>
          </p:cNvSpPr>
          <p:nvPr/>
        </p:nvSpPr>
        <p:spPr>
          <a:xfrm>
            <a:off x="2150145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F165E987-39C3-4123-9CE3-2BE6DB29B8BE}"/>
              </a:ext>
            </a:extLst>
          </p:cNvPr>
          <p:cNvSpPr>
            <a:spLocks/>
          </p:cNvSpPr>
          <p:nvPr/>
        </p:nvSpPr>
        <p:spPr>
          <a:xfrm>
            <a:off x="2182661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96492A04-CF89-4A6B-AACD-159C1466074B}"/>
              </a:ext>
            </a:extLst>
          </p:cNvPr>
          <p:cNvSpPr>
            <a:spLocks/>
          </p:cNvSpPr>
          <p:nvPr/>
        </p:nvSpPr>
        <p:spPr>
          <a:xfrm>
            <a:off x="21223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CB48EA7F-C09B-4E4D-B443-1C21157FFA5C}"/>
              </a:ext>
            </a:extLst>
          </p:cNvPr>
          <p:cNvSpPr>
            <a:spLocks/>
          </p:cNvSpPr>
          <p:nvPr/>
        </p:nvSpPr>
        <p:spPr>
          <a:xfrm>
            <a:off x="21939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F5EC4D1-555B-4707-9A07-704380F460C1}"/>
              </a:ext>
            </a:extLst>
          </p:cNvPr>
          <p:cNvSpPr>
            <a:spLocks/>
          </p:cNvSpPr>
          <p:nvPr/>
        </p:nvSpPr>
        <p:spPr>
          <a:xfrm>
            <a:off x="2239655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962619AD-623B-49E3-A272-B6FB8D3C467A}"/>
              </a:ext>
            </a:extLst>
          </p:cNvPr>
          <p:cNvSpPr>
            <a:spLocks/>
          </p:cNvSpPr>
          <p:nvPr/>
        </p:nvSpPr>
        <p:spPr>
          <a:xfrm>
            <a:off x="2166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475F140-1FC0-48A0-BF0E-176339204E7E}"/>
              </a:ext>
            </a:extLst>
          </p:cNvPr>
          <p:cNvSpPr>
            <a:spLocks/>
          </p:cNvSpPr>
          <p:nvPr/>
        </p:nvSpPr>
        <p:spPr>
          <a:xfrm>
            <a:off x="21833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8EDAA84-5E5D-4092-9BDD-76D75AC5414C}"/>
              </a:ext>
            </a:extLst>
          </p:cNvPr>
          <p:cNvSpPr>
            <a:spLocks/>
          </p:cNvSpPr>
          <p:nvPr/>
        </p:nvSpPr>
        <p:spPr>
          <a:xfrm>
            <a:off x="214137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33A8E60-955C-4F85-8FBF-DE7AE0C8BAF0}"/>
              </a:ext>
            </a:extLst>
          </p:cNvPr>
          <p:cNvSpPr>
            <a:spLocks/>
          </p:cNvSpPr>
          <p:nvPr/>
        </p:nvSpPr>
        <p:spPr>
          <a:xfrm>
            <a:off x="21115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92069B16-C57D-4C7E-B69E-2998FDEC7E0E}"/>
              </a:ext>
            </a:extLst>
          </p:cNvPr>
          <p:cNvSpPr>
            <a:spLocks/>
          </p:cNvSpPr>
          <p:nvPr/>
        </p:nvSpPr>
        <p:spPr>
          <a:xfrm>
            <a:off x="21227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9EC8CFC6-883E-4490-BA08-E485A39F863F}"/>
              </a:ext>
            </a:extLst>
          </p:cNvPr>
          <p:cNvSpPr>
            <a:spLocks/>
          </p:cNvSpPr>
          <p:nvPr/>
        </p:nvSpPr>
        <p:spPr>
          <a:xfrm>
            <a:off x="2161125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D8421840-095F-4FA0-9FA1-D51BE947688D}"/>
              </a:ext>
            </a:extLst>
          </p:cNvPr>
          <p:cNvSpPr>
            <a:spLocks/>
          </p:cNvSpPr>
          <p:nvPr/>
        </p:nvSpPr>
        <p:spPr>
          <a:xfrm>
            <a:off x="22017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82E55085-786C-4547-B9C1-E34DEB04F5F9}"/>
              </a:ext>
            </a:extLst>
          </p:cNvPr>
          <p:cNvSpPr>
            <a:spLocks/>
          </p:cNvSpPr>
          <p:nvPr/>
        </p:nvSpPr>
        <p:spPr>
          <a:xfrm>
            <a:off x="22053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4E6E8CA2-5B92-4927-B9A9-9B1D495B88E8}"/>
              </a:ext>
            </a:extLst>
          </p:cNvPr>
          <p:cNvSpPr>
            <a:spLocks/>
          </p:cNvSpPr>
          <p:nvPr/>
        </p:nvSpPr>
        <p:spPr>
          <a:xfrm>
            <a:off x="22146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4EF47ADF-2ED6-44C8-AF96-2FC0686A7E64}"/>
              </a:ext>
            </a:extLst>
          </p:cNvPr>
          <p:cNvSpPr>
            <a:spLocks/>
          </p:cNvSpPr>
          <p:nvPr/>
        </p:nvSpPr>
        <p:spPr>
          <a:xfrm>
            <a:off x="2203664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A2B671EE-9808-4980-85C6-10989A6C2DAF}"/>
              </a:ext>
            </a:extLst>
          </p:cNvPr>
          <p:cNvSpPr>
            <a:spLocks/>
          </p:cNvSpPr>
          <p:nvPr/>
        </p:nvSpPr>
        <p:spPr>
          <a:xfrm>
            <a:off x="21259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E7EEDC2-EFFB-4FD3-BB6B-0066DA83928D}"/>
              </a:ext>
            </a:extLst>
          </p:cNvPr>
          <p:cNvSpPr>
            <a:spLocks/>
          </p:cNvSpPr>
          <p:nvPr/>
        </p:nvSpPr>
        <p:spPr>
          <a:xfrm>
            <a:off x="2233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CA38772-0C3F-461C-B8DD-28F4DFA20961}"/>
              </a:ext>
            </a:extLst>
          </p:cNvPr>
          <p:cNvSpPr>
            <a:spLocks/>
          </p:cNvSpPr>
          <p:nvPr/>
        </p:nvSpPr>
        <p:spPr>
          <a:xfrm>
            <a:off x="2203586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24FF5369-D0CF-4DE2-B133-9DA15B6BE1A5}"/>
              </a:ext>
            </a:extLst>
          </p:cNvPr>
          <p:cNvSpPr>
            <a:spLocks/>
          </p:cNvSpPr>
          <p:nvPr/>
        </p:nvSpPr>
        <p:spPr>
          <a:xfrm>
            <a:off x="21584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1843BAFE-29BB-46D6-9F1C-9CACC9A1EEBB}"/>
              </a:ext>
            </a:extLst>
          </p:cNvPr>
          <p:cNvSpPr>
            <a:spLocks/>
          </p:cNvSpPr>
          <p:nvPr/>
        </p:nvSpPr>
        <p:spPr>
          <a:xfrm>
            <a:off x="21534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6F93CDB0-3018-4645-935A-301B59B5BDE3}"/>
              </a:ext>
            </a:extLst>
          </p:cNvPr>
          <p:cNvSpPr>
            <a:spLocks/>
          </p:cNvSpPr>
          <p:nvPr/>
        </p:nvSpPr>
        <p:spPr>
          <a:xfrm>
            <a:off x="22102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10B456-729C-4B4C-9758-8B2F76563997}"/>
              </a:ext>
            </a:extLst>
          </p:cNvPr>
          <p:cNvSpPr>
            <a:spLocks/>
          </p:cNvSpPr>
          <p:nvPr/>
        </p:nvSpPr>
        <p:spPr>
          <a:xfrm>
            <a:off x="210479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7868475E-1E2D-422E-8D70-ED723D2951D6}"/>
              </a:ext>
            </a:extLst>
          </p:cNvPr>
          <p:cNvSpPr>
            <a:spLocks/>
          </p:cNvSpPr>
          <p:nvPr/>
        </p:nvSpPr>
        <p:spPr>
          <a:xfrm>
            <a:off x="2207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D8B7E312-A1A7-4FD4-B7E8-30F6086D678B}"/>
              </a:ext>
            </a:extLst>
          </p:cNvPr>
          <p:cNvSpPr>
            <a:spLocks/>
          </p:cNvSpPr>
          <p:nvPr/>
        </p:nvSpPr>
        <p:spPr>
          <a:xfrm>
            <a:off x="2175984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DED7D72E-BFF5-4122-96EA-98E163BF7263}"/>
              </a:ext>
            </a:extLst>
          </p:cNvPr>
          <p:cNvSpPr>
            <a:spLocks/>
          </p:cNvSpPr>
          <p:nvPr/>
        </p:nvSpPr>
        <p:spPr>
          <a:xfrm>
            <a:off x="2192619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FF1C2031-075A-4EB1-9B5E-EAA6A41BF683}"/>
              </a:ext>
            </a:extLst>
          </p:cNvPr>
          <p:cNvSpPr>
            <a:spLocks/>
          </p:cNvSpPr>
          <p:nvPr/>
        </p:nvSpPr>
        <p:spPr>
          <a:xfrm>
            <a:off x="2197319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B9BEB345-7535-40BF-B880-A2D128A4D0A5}"/>
              </a:ext>
            </a:extLst>
          </p:cNvPr>
          <p:cNvSpPr>
            <a:spLocks/>
          </p:cNvSpPr>
          <p:nvPr/>
        </p:nvSpPr>
        <p:spPr>
          <a:xfrm>
            <a:off x="21943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5EF7398F-616C-4EC6-811B-F9F91BC0959B}"/>
              </a:ext>
            </a:extLst>
          </p:cNvPr>
          <p:cNvSpPr>
            <a:spLocks/>
          </p:cNvSpPr>
          <p:nvPr/>
        </p:nvSpPr>
        <p:spPr>
          <a:xfrm>
            <a:off x="223842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F8F7FC1C-2133-40B3-B0EB-2758BA92F867}"/>
              </a:ext>
            </a:extLst>
          </p:cNvPr>
          <p:cNvSpPr>
            <a:spLocks/>
          </p:cNvSpPr>
          <p:nvPr/>
        </p:nvSpPr>
        <p:spPr>
          <a:xfrm>
            <a:off x="2119964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99A27AD-736F-4EBA-9DCD-51DC03B001FF}"/>
              </a:ext>
            </a:extLst>
          </p:cNvPr>
          <p:cNvSpPr>
            <a:spLocks/>
          </p:cNvSpPr>
          <p:nvPr/>
        </p:nvSpPr>
        <p:spPr>
          <a:xfrm>
            <a:off x="221542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D2247A9D-3618-474B-8D9D-36EA58AEC3A3}"/>
              </a:ext>
            </a:extLst>
          </p:cNvPr>
          <p:cNvSpPr>
            <a:spLocks/>
          </p:cNvSpPr>
          <p:nvPr/>
        </p:nvSpPr>
        <p:spPr>
          <a:xfrm>
            <a:off x="2122744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60695D5D-7B4C-44AA-A6A7-5775FBEA67D8}"/>
              </a:ext>
            </a:extLst>
          </p:cNvPr>
          <p:cNvSpPr>
            <a:spLocks/>
          </p:cNvSpPr>
          <p:nvPr/>
        </p:nvSpPr>
        <p:spPr>
          <a:xfrm>
            <a:off x="21577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803024A5-F3D9-4794-A32F-DEE3B2B61ED4}"/>
              </a:ext>
            </a:extLst>
          </p:cNvPr>
          <p:cNvSpPr>
            <a:spLocks/>
          </p:cNvSpPr>
          <p:nvPr/>
        </p:nvSpPr>
        <p:spPr>
          <a:xfrm>
            <a:off x="21076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97D2842E-B7C1-4C44-8F16-40EAEEBE1AB1}"/>
              </a:ext>
            </a:extLst>
          </p:cNvPr>
          <p:cNvSpPr>
            <a:spLocks/>
          </p:cNvSpPr>
          <p:nvPr/>
        </p:nvSpPr>
        <p:spPr>
          <a:xfrm>
            <a:off x="21664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FEBF0697-1C27-4A7C-889B-02A6249A3D47}"/>
              </a:ext>
            </a:extLst>
          </p:cNvPr>
          <p:cNvSpPr>
            <a:spLocks/>
          </p:cNvSpPr>
          <p:nvPr/>
        </p:nvSpPr>
        <p:spPr>
          <a:xfrm>
            <a:off x="217541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F4C6ABBD-4505-4FC3-8767-83E5C3B1CAE5}"/>
              </a:ext>
            </a:extLst>
          </p:cNvPr>
          <p:cNvSpPr>
            <a:spLocks/>
          </p:cNvSpPr>
          <p:nvPr/>
        </p:nvSpPr>
        <p:spPr>
          <a:xfrm>
            <a:off x="21533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A12859D5-84CC-42A4-A5DC-6085FE0C45B2}"/>
              </a:ext>
            </a:extLst>
          </p:cNvPr>
          <p:cNvSpPr>
            <a:spLocks/>
          </p:cNvSpPr>
          <p:nvPr/>
        </p:nvSpPr>
        <p:spPr>
          <a:xfrm>
            <a:off x="2107337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49E39D78-B31B-40FB-B80F-8AB4A056FF5A}"/>
              </a:ext>
            </a:extLst>
          </p:cNvPr>
          <p:cNvSpPr>
            <a:spLocks/>
          </p:cNvSpPr>
          <p:nvPr/>
        </p:nvSpPr>
        <p:spPr>
          <a:xfrm>
            <a:off x="21364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6BCE06F0-1640-4279-9250-D582B7CBD243}"/>
              </a:ext>
            </a:extLst>
          </p:cNvPr>
          <p:cNvSpPr>
            <a:spLocks/>
          </p:cNvSpPr>
          <p:nvPr/>
        </p:nvSpPr>
        <p:spPr>
          <a:xfrm>
            <a:off x="2207192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ED5146B4-2461-4450-890D-A8CD2CC758A1}"/>
              </a:ext>
            </a:extLst>
          </p:cNvPr>
          <p:cNvSpPr>
            <a:spLocks/>
          </p:cNvSpPr>
          <p:nvPr/>
        </p:nvSpPr>
        <p:spPr>
          <a:xfrm>
            <a:off x="2104432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B4CE1EB2-E24D-4BFB-9644-FC1EF327F594}"/>
              </a:ext>
            </a:extLst>
          </p:cNvPr>
          <p:cNvSpPr>
            <a:spLocks/>
          </p:cNvSpPr>
          <p:nvPr/>
        </p:nvSpPr>
        <p:spPr>
          <a:xfrm>
            <a:off x="2208047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1330CC5A-0876-4391-93BE-9A83E983451F}"/>
              </a:ext>
            </a:extLst>
          </p:cNvPr>
          <p:cNvSpPr>
            <a:spLocks/>
          </p:cNvSpPr>
          <p:nvPr/>
        </p:nvSpPr>
        <p:spPr>
          <a:xfrm>
            <a:off x="21924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D448C2B-B4C9-4334-BFCC-26F4AAA70D29}"/>
              </a:ext>
            </a:extLst>
          </p:cNvPr>
          <p:cNvSpPr>
            <a:spLocks/>
          </p:cNvSpPr>
          <p:nvPr/>
        </p:nvSpPr>
        <p:spPr>
          <a:xfrm>
            <a:off x="211593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7AA91090-B330-4D00-AACC-F79938F03575}"/>
              </a:ext>
            </a:extLst>
          </p:cNvPr>
          <p:cNvSpPr>
            <a:spLocks/>
          </p:cNvSpPr>
          <p:nvPr/>
        </p:nvSpPr>
        <p:spPr>
          <a:xfrm>
            <a:off x="2125429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653E252B-AEBC-41D6-9754-0DC7E8E07E89}"/>
              </a:ext>
            </a:extLst>
          </p:cNvPr>
          <p:cNvSpPr>
            <a:spLocks/>
          </p:cNvSpPr>
          <p:nvPr/>
        </p:nvSpPr>
        <p:spPr>
          <a:xfrm>
            <a:off x="222203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04B14B1D-F4E0-40A7-8AD9-EB98D6E27E80}"/>
              </a:ext>
            </a:extLst>
          </p:cNvPr>
          <p:cNvSpPr>
            <a:spLocks/>
          </p:cNvSpPr>
          <p:nvPr/>
        </p:nvSpPr>
        <p:spPr>
          <a:xfrm>
            <a:off x="2188969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63E46B84-6392-4EEC-80A0-5B37A8A8292F}"/>
              </a:ext>
            </a:extLst>
          </p:cNvPr>
          <p:cNvSpPr>
            <a:spLocks/>
          </p:cNvSpPr>
          <p:nvPr/>
        </p:nvSpPr>
        <p:spPr>
          <a:xfrm>
            <a:off x="21221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8173426E-575F-4B8E-82C1-5264844E4539}"/>
              </a:ext>
            </a:extLst>
          </p:cNvPr>
          <p:cNvSpPr>
            <a:spLocks/>
          </p:cNvSpPr>
          <p:nvPr/>
        </p:nvSpPr>
        <p:spPr>
          <a:xfrm>
            <a:off x="2158602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3DA5B2E0-6689-4392-8E54-E0044DECAAC7}"/>
              </a:ext>
            </a:extLst>
          </p:cNvPr>
          <p:cNvSpPr>
            <a:spLocks/>
          </p:cNvSpPr>
          <p:nvPr/>
        </p:nvSpPr>
        <p:spPr>
          <a:xfrm>
            <a:off x="2188526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8C226FA-5990-42A7-AF63-A97BF559DC36}"/>
              </a:ext>
            </a:extLst>
          </p:cNvPr>
          <p:cNvSpPr>
            <a:spLocks/>
          </p:cNvSpPr>
          <p:nvPr/>
        </p:nvSpPr>
        <p:spPr>
          <a:xfrm>
            <a:off x="2152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D465DD1E-ED61-416E-A814-E6DE9C0B006D}"/>
              </a:ext>
            </a:extLst>
          </p:cNvPr>
          <p:cNvSpPr>
            <a:spLocks/>
          </p:cNvSpPr>
          <p:nvPr/>
        </p:nvSpPr>
        <p:spPr>
          <a:xfrm>
            <a:off x="2181613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04EE8D28-CB9B-42B1-AD51-65662E744B31}"/>
              </a:ext>
            </a:extLst>
          </p:cNvPr>
          <p:cNvSpPr>
            <a:spLocks/>
          </p:cNvSpPr>
          <p:nvPr/>
        </p:nvSpPr>
        <p:spPr>
          <a:xfrm>
            <a:off x="213721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7D791D60-8048-4183-A50A-9213E8D2A070}"/>
              </a:ext>
            </a:extLst>
          </p:cNvPr>
          <p:cNvSpPr>
            <a:spLocks/>
          </p:cNvSpPr>
          <p:nvPr/>
        </p:nvSpPr>
        <p:spPr>
          <a:xfrm>
            <a:off x="21659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460EF5B0-7BE5-463D-BDB1-383F2DEE5012}"/>
              </a:ext>
            </a:extLst>
          </p:cNvPr>
          <p:cNvSpPr>
            <a:spLocks/>
          </p:cNvSpPr>
          <p:nvPr/>
        </p:nvSpPr>
        <p:spPr>
          <a:xfrm>
            <a:off x="2227191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50C0F2FD-61B6-46D6-BEFD-229147A690B5}"/>
              </a:ext>
            </a:extLst>
          </p:cNvPr>
          <p:cNvSpPr>
            <a:spLocks/>
          </p:cNvSpPr>
          <p:nvPr/>
        </p:nvSpPr>
        <p:spPr>
          <a:xfrm>
            <a:off x="213877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85551E62-410B-4A6B-BAC9-745A7F051386}"/>
              </a:ext>
            </a:extLst>
          </p:cNvPr>
          <p:cNvSpPr>
            <a:spLocks/>
          </p:cNvSpPr>
          <p:nvPr/>
        </p:nvSpPr>
        <p:spPr>
          <a:xfrm>
            <a:off x="2172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789CC470-049C-453E-A2AF-94FC27A174B7}"/>
              </a:ext>
            </a:extLst>
          </p:cNvPr>
          <p:cNvSpPr>
            <a:spLocks/>
          </p:cNvSpPr>
          <p:nvPr/>
        </p:nvSpPr>
        <p:spPr>
          <a:xfrm>
            <a:off x="221775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E4479F99-7CAC-4D60-9D25-B01786EFFCDE}"/>
              </a:ext>
            </a:extLst>
          </p:cNvPr>
          <p:cNvSpPr>
            <a:spLocks/>
          </p:cNvSpPr>
          <p:nvPr/>
        </p:nvSpPr>
        <p:spPr>
          <a:xfrm>
            <a:off x="2143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F138556-11DD-4976-99CC-D85BA30A99F2}"/>
              </a:ext>
            </a:extLst>
          </p:cNvPr>
          <p:cNvSpPr>
            <a:spLocks/>
          </p:cNvSpPr>
          <p:nvPr/>
        </p:nvSpPr>
        <p:spPr>
          <a:xfrm>
            <a:off x="2142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81D76C61-482D-4F34-AD90-D4A1A6DCB6FC}"/>
              </a:ext>
            </a:extLst>
          </p:cNvPr>
          <p:cNvSpPr>
            <a:spLocks/>
          </p:cNvSpPr>
          <p:nvPr/>
        </p:nvSpPr>
        <p:spPr>
          <a:xfrm>
            <a:off x="2143946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CBB01679-7F03-4A8C-8366-ED7D4AFB1EC3}"/>
              </a:ext>
            </a:extLst>
          </p:cNvPr>
          <p:cNvSpPr>
            <a:spLocks/>
          </p:cNvSpPr>
          <p:nvPr/>
        </p:nvSpPr>
        <p:spPr>
          <a:xfrm>
            <a:off x="22130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1110F59E-26C0-4E1D-9761-190725248863}"/>
              </a:ext>
            </a:extLst>
          </p:cNvPr>
          <p:cNvSpPr>
            <a:spLocks/>
          </p:cNvSpPr>
          <p:nvPr/>
        </p:nvSpPr>
        <p:spPr>
          <a:xfrm>
            <a:off x="220063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BEB9259A-C1E7-4815-9F84-0126A19D07F0}"/>
              </a:ext>
            </a:extLst>
          </p:cNvPr>
          <p:cNvSpPr>
            <a:spLocks/>
          </p:cNvSpPr>
          <p:nvPr/>
        </p:nvSpPr>
        <p:spPr>
          <a:xfrm>
            <a:off x="2206917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198C0A6-57E4-487A-9B4F-AF36DE8DB5A8}"/>
              </a:ext>
            </a:extLst>
          </p:cNvPr>
          <p:cNvSpPr>
            <a:spLocks/>
          </p:cNvSpPr>
          <p:nvPr/>
        </p:nvSpPr>
        <p:spPr>
          <a:xfrm>
            <a:off x="2163928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0A4757F9-53C1-4318-A3DD-3456FDA8C2FD}"/>
              </a:ext>
            </a:extLst>
          </p:cNvPr>
          <p:cNvSpPr>
            <a:spLocks/>
          </p:cNvSpPr>
          <p:nvPr/>
        </p:nvSpPr>
        <p:spPr>
          <a:xfrm>
            <a:off x="210729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7B572C-BFA2-4EAC-A3C1-FE03049100CA}"/>
              </a:ext>
            </a:extLst>
          </p:cNvPr>
          <p:cNvSpPr>
            <a:spLocks/>
          </p:cNvSpPr>
          <p:nvPr/>
        </p:nvSpPr>
        <p:spPr>
          <a:xfrm>
            <a:off x="2105704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06F0BF67-9D6C-4C0A-8F46-D41A8D7C576D}"/>
              </a:ext>
            </a:extLst>
          </p:cNvPr>
          <p:cNvSpPr>
            <a:spLocks/>
          </p:cNvSpPr>
          <p:nvPr/>
        </p:nvSpPr>
        <p:spPr>
          <a:xfrm>
            <a:off x="2175816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4B0FDCDF-C521-45FB-937C-30F5C24A6370}"/>
              </a:ext>
            </a:extLst>
          </p:cNvPr>
          <p:cNvSpPr>
            <a:spLocks/>
          </p:cNvSpPr>
          <p:nvPr/>
        </p:nvSpPr>
        <p:spPr>
          <a:xfrm>
            <a:off x="2180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CCFAB465-B078-455E-8FBB-8752863CE447}"/>
              </a:ext>
            </a:extLst>
          </p:cNvPr>
          <p:cNvSpPr>
            <a:spLocks/>
          </p:cNvSpPr>
          <p:nvPr/>
        </p:nvSpPr>
        <p:spPr>
          <a:xfrm>
            <a:off x="222546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0D3FAAB1-0A72-4AA5-9C0D-BAD1A2D29BA9}"/>
              </a:ext>
            </a:extLst>
          </p:cNvPr>
          <p:cNvSpPr>
            <a:spLocks/>
          </p:cNvSpPr>
          <p:nvPr/>
        </p:nvSpPr>
        <p:spPr>
          <a:xfrm>
            <a:off x="2128216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8C48AD55-5731-4F7E-BA02-5DEA0E7B26B8}"/>
              </a:ext>
            </a:extLst>
          </p:cNvPr>
          <p:cNvSpPr>
            <a:spLocks/>
          </p:cNvSpPr>
          <p:nvPr/>
        </p:nvSpPr>
        <p:spPr>
          <a:xfrm>
            <a:off x="2208412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86C6461-C7F0-4A91-9EF6-46586335E449}"/>
              </a:ext>
            </a:extLst>
          </p:cNvPr>
          <p:cNvSpPr>
            <a:spLocks/>
          </p:cNvSpPr>
          <p:nvPr/>
        </p:nvSpPr>
        <p:spPr>
          <a:xfrm>
            <a:off x="21264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A262936A-59C5-459B-A166-9DF8FA8744DF}"/>
              </a:ext>
            </a:extLst>
          </p:cNvPr>
          <p:cNvSpPr>
            <a:spLocks/>
          </p:cNvSpPr>
          <p:nvPr/>
        </p:nvSpPr>
        <p:spPr>
          <a:xfrm>
            <a:off x="2135089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D7EC5DD1-5537-49AE-A94A-A4BB363D8718}"/>
              </a:ext>
            </a:extLst>
          </p:cNvPr>
          <p:cNvSpPr>
            <a:spLocks/>
          </p:cNvSpPr>
          <p:nvPr/>
        </p:nvSpPr>
        <p:spPr>
          <a:xfrm>
            <a:off x="24031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B94DB86D-3F20-4DC0-BFB3-3992B6EA25B4}"/>
              </a:ext>
            </a:extLst>
          </p:cNvPr>
          <p:cNvSpPr>
            <a:spLocks/>
          </p:cNvSpPr>
          <p:nvPr/>
        </p:nvSpPr>
        <p:spPr>
          <a:xfrm>
            <a:off x="2452010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F154824-A1FC-4A08-9382-1209EAB4D927}"/>
              </a:ext>
            </a:extLst>
          </p:cNvPr>
          <p:cNvSpPr>
            <a:spLocks/>
          </p:cNvSpPr>
          <p:nvPr/>
        </p:nvSpPr>
        <p:spPr>
          <a:xfrm>
            <a:off x="24455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390684B-4C84-4CF8-938E-4AC0B0037B1D}"/>
              </a:ext>
            </a:extLst>
          </p:cNvPr>
          <p:cNvSpPr>
            <a:spLocks/>
          </p:cNvSpPr>
          <p:nvPr/>
        </p:nvSpPr>
        <p:spPr>
          <a:xfrm>
            <a:off x="2379490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FD51F1A4-3D8D-497B-851C-550376B1E018}"/>
              </a:ext>
            </a:extLst>
          </p:cNvPr>
          <p:cNvSpPr>
            <a:spLocks/>
          </p:cNvSpPr>
          <p:nvPr/>
        </p:nvSpPr>
        <p:spPr>
          <a:xfrm>
            <a:off x="2359406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4684C47E-CE39-497E-9DCB-A4CA1E43DC4C}"/>
              </a:ext>
            </a:extLst>
          </p:cNvPr>
          <p:cNvSpPr>
            <a:spLocks/>
          </p:cNvSpPr>
          <p:nvPr/>
        </p:nvSpPr>
        <p:spPr>
          <a:xfrm>
            <a:off x="23682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5E2EF16F-DDDC-44EC-88A1-C9E59B65146C}"/>
              </a:ext>
            </a:extLst>
          </p:cNvPr>
          <p:cNvSpPr>
            <a:spLocks/>
          </p:cNvSpPr>
          <p:nvPr/>
        </p:nvSpPr>
        <p:spPr>
          <a:xfrm>
            <a:off x="239623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9E0DE8-DC31-41F3-9BFF-37AFDE53072F}"/>
              </a:ext>
            </a:extLst>
          </p:cNvPr>
          <p:cNvSpPr>
            <a:spLocks/>
          </p:cNvSpPr>
          <p:nvPr/>
        </p:nvSpPr>
        <p:spPr>
          <a:xfrm>
            <a:off x="242665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9A3A4B79-E3E7-4495-96B7-DB7E24FA2AAB}"/>
              </a:ext>
            </a:extLst>
          </p:cNvPr>
          <p:cNvSpPr>
            <a:spLocks/>
          </p:cNvSpPr>
          <p:nvPr/>
        </p:nvSpPr>
        <p:spPr>
          <a:xfrm>
            <a:off x="2331375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F6CCD164-AC21-43FF-B758-8BC41A4DF65D}"/>
              </a:ext>
            </a:extLst>
          </p:cNvPr>
          <p:cNvSpPr>
            <a:spLocks/>
          </p:cNvSpPr>
          <p:nvPr/>
        </p:nvSpPr>
        <p:spPr>
          <a:xfrm>
            <a:off x="242588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03C42F88-421D-4EAA-9BCF-E9DAB0CB15EF}"/>
              </a:ext>
            </a:extLst>
          </p:cNvPr>
          <p:cNvSpPr>
            <a:spLocks/>
          </p:cNvSpPr>
          <p:nvPr/>
        </p:nvSpPr>
        <p:spPr>
          <a:xfrm>
            <a:off x="2329996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B29E2502-87AD-4BBC-A87C-F7E64B76F0C0}"/>
              </a:ext>
            </a:extLst>
          </p:cNvPr>
          <p:cNvSpPr>
            <a:spLocks/>
          </p:cNvSpPr>
          <p:nvPr/>
        </p:nvSpPr>
        <p:spPr>
          <a:xfrm>
            <a:off x="2420813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75EF0FD2-08C3-4A6F-A454-75454D25F263}"/>
              </a:ext>
            </a:extLst>
          </p:cNvPr>
          <p:cNvSpPr>
            <a:spLocks/>
          </p:cNvSpPr>
          <p:nvPr/>
        </p:nvSpPr>
        <p:spPr>
          <a:xfrm>
            <a:off x="2452799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8B3A01B1-D197-4D7B-8C23-50991A8F7CD2}"/>
              </a:ext>
            </a:extLst>
          </p:cNvPr>
          <p:cNvSpPr>
            <a:spLocks/>
          </p:cNvSpPr>
          <p:nvPr/>
        </p:nvSpPr>
        <p:spPr>
          <a:xfrm>
            <a:off x="236443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588E8676-7AE7-403F-91B9-32EA26E57152}"/>
              </a:ext>
            </a:extLst>
          </p:cNvPr>
          <p:cNvSpPr>
            <a:spLocks/>
          </p:cNvSpPr>
          <p:nvPr/>
        </p:nvSpPr>
        <p:spPr>
          <a:xfrm>
            <a:off x="2351196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A3166189-8ED6-41D4-80F9-7034F490BA81}"/>
              </a:ext>
            </a:extLst>
          </p:cNvPr>
          <p:cNvSpPr>
            <a:spLocks/>
          </p:cNvSpPr>
          <p:nvPr/>
        </p:nvSpPr>
        <p:spPr>
          <a:xfrm>
            <a:off x="233479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6FCA61D6-221C-4AE5-80D9-3F5C2117CC20}"/>
              </a:ext>
            </a:extLst>
          </p:cNvPr>
          <p:cNvSpPr>
            <a:spLocks/>
          </p:cNvSpPr>
          <p:nvPr/>
        </p:nvSpPr>
        <p:spPr>
          <a:xfrm>
            <a:off x="236411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EE934DB4-1D34-418D-B123-7296725CA6EC}"/>
              </a:ext>
            </a:extLst>
          </p:cNvPr>
          <p:cNvSpPr>
            <a:spLocks/>
          </p:cNvSpPr>
          <p:nvPr/>
        </p:nvSpPr>
        <p:spPr>
          <a:xfrm>
            <a:off x="245891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DB69051F-C35F-4223-ADD6-18A1650835CE}"/>
              </a:ext>
            </a:extLst>
          </p:cNvPr>
          <p:cNvSpPr>
            <a:spLocks/>
          </p:cNvSpPr>
          <p:nvPr/>
        </p:nvSpPr>
        <p:spPr>
          <a:xfrm>
            <a:off x="2365631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14E126AB-D3B9-4ED3-BA8A-6B08C887DA04}"/>
              </a:ext>
            </a:extLst>
          </p:cNvPr>
          <p:cNvSpPr>
            <a:spLocks/>
          </p:cNvSpPr>
          <p:nvPr/>
        </p:nvSpPr>
        <p:spPr>
          <a:xfrm>
            <a:off x="234106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2B08CD7E-4949-4505-9F42-5F584118DAB5}"/>
              </a:ext>
            </a:extLst>
          </p:cNvPr>
          <p:cNvSpPr>
            <a:spLocks/>
          </p:cNvSpPr>
          <p:nvPr/>
        </p:nvSpPr>
        <p:spPr>
          <a:xfrm>
            <a:off x="2370873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2B35FB89-F983-4D7C-A967-560BA67BC5EA}"/>
              </a:ext>
            </a:extLst>
          </p:cNvPr>
          <p:cNvSpPr>
            <a:spLocks/>
          </p:cNvSpPr>
          <p:nvPr/>
        </p:nvSpPr>
        <p:spPr>
          <a:xfrm>
            <a:off x="237602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B96A34C8-8CA1-4BEE-AEC4-8BFDB764C2B6}"/>
              </a:ext>
            </a:extLst>
          </p:cNvPr>
          <p:cNvSpPr>
            <a:spLocks/>
          </p:cNvSpPr>
          <p:nvPr/>
        </p:nvSpPr>
        <p:spPr>
          <a:xfrm>
            <a:off x="2441499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EB29B36B-31E8-4138-BC0D-A126D2A122E7}"/>
              </a:ext>
            </a:extLst>
          </p:cNvPr>
          <p:cNvSpPr>
            <a:spLocks/>
          </p:cNvSpPr>
          <p:nvPr/>
        </p:nvSpPr>
        <p:spPr>
          <a:xfrm>
            <a:off x="243205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42DDFC92-0EE2-4BD3-AF3B-58F0FEEAC370}"/>
              </a:ext>
            </a:extLst>
          </p:cNvPr>
          <p:cNvSpPr>
            <a:spLocks/>
          </p:cNvSpPr>
          <p:nvPr/>
        </p:nvSpPr>
        <p:spPr>
          <a:xfrm>
            <a:off x="232819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BF037FC8-845F-44EF-AF4D-207168BB44FC}"/>
              </a:ext>
            </a:extLst>
          </p:cNvPr>
          <p:cNvSpPr>
            <a:spLocks/>
          </p:cNvSpPr>
          <p:nvPr/>
        </p:nvSpPr>
        <p:spPr>
          <a:xfrm>
            <a:off x="2451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E1C7DA2A-40F7-40BD-A445-450560E33442}"/>
              </a:ext>
            </a:extLst>
          </p:cNvPr>
          <p:cNvSpPr>
            <a:spLocks/>
          </p:cNvSpPr>
          <p:nvPr/>
        </p:nvSpPr>
        <p:spPr>
          <a:xfrm>
            <a:off x="2369317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C7B3AC1-0173-4A67-9545-64EB3C15CEB3}"/>
              </a:ext>
            </a:extLst>
          </p:cNvPr>
          <p:cNvSpPr>
            <a:spLocks/>
          </p:cNvSpPr>
          <p:nvPr/>
        </p:nvSpPr>
        <p:spPr>
          <a:xfrm>
            <a:off x="2362603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28276A84-C901-4AA4-92B5-8A0C291BB548}"/>
              </a:ext>
            </a:extLst>
          </p:cNvPr>
          <p:cNvSpPr>
            <a:spLocks/>
          </p:cNvSpPr>
          <p:nvPr/>
        </p:nvSpPr>
        <p:spPr>
          <a:xfrm>
            <a:off x="2398220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E456C6-A363-42E2-9142-B0E17A6A6354}"/>
              </a:ext>
            </a:extLst>
          </p:cNvPr>
          <p:cNvSpPr>
            <a:spLocks/>
          </p:cNvSpPr>
          <p:nvPr/>
        </p:nvSpPr>
        <p:spPr>
          <a:xfrm>
            <a:off x="24459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B2184C92-101B-4DB7-B1C0-6F42855AB27B}"/>
              </a:ext>
            </a:extLst>
          </p:cNvPr>
          <p:cNvSpPr>
            <a:spLocks/>
          </p:cNvSpPr>
          <p:nvPr/>
        </p:nvSpPr>
        <p:spPr>
          <a:xfrm>
            <a:off x="244229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49FDBCD-1DB7-4024-AE83-BBA876E8646F}"/>
              </a:ext>
            </a:extLst>
          </p:cNvPr>
          <p:cNvSpPr>
            <a:spLocks/>
          </p:cNvSpPr>
          <p:nvPr/>
        </p:nvSpPr>
        <p:spPr>
          <a:xfrm>
            <a:off x="2390140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1A98FAA-10C7-4FD1-85C4-71D2095B2424}"/>
              </a:ext>
            </a:extLst>
          </p:cNvPr>
          <p:cNvSpPr>
            <a:spLocks/>
          </p:cNvSpPr>
          <p:nvPr/>
        </p:nvSpPr>
        <p:spPr>
          <a:xfrm>
            <a:off x="242844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19AF4000-4BD1-46EF-8B37-AE483E30BB00}"/>
              </a:ext>
            </a:extLst>
          </p:cNvPr>
          <p:cNvSpPr>
            <a:spLocks/>
          </p:cNvSpPr>
          <p:nvPr/>
        </p:nvSpPr>
        <p:spPr>
          <a:xfrm>
            <a:off x="244717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CE2B4737-678F-43ED-BBB6-FBF056CBF5EC}"/>
              </a:ext>
            </a:extLst>
          </p:cNvPr>
          <p:cNvSpPr>
            <a:spLocks/>
          </p:cNvSpPr>
          <p:nvPr/>
        </p:nvSpPr>
        <p:spPr>
          <a:xfrm>
            <a:off x="239910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3E367DAB-FA0A-4660-AB26-7FC703553037}"/>
              </a:ext>
            </a:extLst>
          </p:cNvPr>
          <p:cNvSpPr>
            <a:spLocks/>
          </p:cNvSpPr>
          <p:nvPr/>
        </p:nvSpPr>
        <p:spPr>
          <a:xfrm>
            <a:off x="242023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85666CE-ABD0-4C79-9615-A673DACAE7E3}"/>
              </a:ext>
            </a:extLst>
          </p:cNvPr>
          <p:cNvSpPr>
            <a:spLocks/>
          </p:cNvSpPr>
          <p:nvPr/>
        </p:nvSpPr>
        <p:spPr>
          <a:xfrm>
            <a:off x="240094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23104CF-47CE-4B4E-8A0C-B00D35A8A790}"/>
              </a:ext>
            </a:extLst>
          </p:cNvPr>
          <p:cNvSpPr>
            <a:spLocks/>
          </p:cNvSpPr>
          <p:nvPr/>
        </p:nvSpPr>
        <p:spPr>
          <a:xfrm>
            <a:off x="24201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2969E758-FD1A-4D43-8019-A4D65CFF7F5D}"/>
              </a:ext>
            </a:extLst>
          </p:cNvPr>
          <p:cNvSpPr>
            <a:spLocks/>
          </p:cNvSpPr>
          <p:nvPr/>
        </p:nvSpPr>
        <p:spPr>
          <a:xfrm>
            <a:off x="23631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471AFDB2-B146-4998-BD64-5248556C4A53}"/>
              </a:ext>
            </a:extLst>
          </p:cNvPr>
          <p:cNvSpPr>
            <a:spLocks/>
          </p:cNvSpPr>
          <p:nvPr/>
        </p:nvSpPr>
        <p:spPr>
          <a:xfrm>
            <a:off x="2438590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8558C33B-7320-4B39-823D-3A8369075DC0}"/>
              </a:ext>
            </a:extLst>
          </p:cNvPr>
          <p:cNvSpPr>
            <a:spLocks/>
          </p:cNvSpPr>
          <p:nvPr/>
        </p:nvSpPr>
        <p:spPr>
          <a:xfrm>
            <a:off x="2389655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06863A3-6C7B-47FB-A83A-D3659B44E9DA}"/>
              </a:ext>
            </a:extLst>
          </p:cNvPr>
          <p:cNvSpPr>
            <a:spLocks/>
          </p:cNvSpPr>
          <p:nvPr/>
        </p:nvSpPr>
        <p:spPr>
          <a:xfrm>
            <a:off x="244593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7DF36C2-B244-4FA4-9AA0-51D596265636}"/>
              </a:ext>
            </a:extLst>
          </p:cNvPr>
          <p:cNvSpPr>
            <a:spLocks/>
          </p:cNvSpPr>
          <p:nvPr/>
        </p:nvSpPr>
        <p:spPr>
          <a:xfrm>
            <a:off x="241615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E97ED91D-EF88-4FA6-BEBF-FBB948F5E2A3}"/>
              </a:ext>
            </a:extLst>
          </p:cNvPr>
          <p:cNvSpPr>
            <a:spLocks/>
          </p:cNvSpPr>
          <p:nvPr/>
        </p:nvSpPr>
        <p:spPr>
          <a:xfrm>
            <a:off x="2348058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25E26D7-DC14-4C52-817A-D0E5F1D1110D}"/>
              </a:ext>
            </a:extLst>
          </p:cNvPr>
          <p:cNvSpPr>
            <a:spLocks/>
          </p:cNvSpPr>
          <p:nvPr/>
        </p:nvSpPr>
        <p:spPr>
          <a:xfrm>
            <a:off x="24276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DE1F6A6A-2124-41E2-9899-04F3A7BE5BA2}"/>
              </a:ext>
            </a:extLst>
          </p:cNvPr>
          <p:cNvSpPr>
            <a:spLocks/>
          </p:cNvSpPr>
          <p:nvPr/>
        </p:nvSpPr>
        <p:spPr>
          <a:xfrm>
            <a:off x="242504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DBF505A1-A80E-4767-98CE-9F6F648EDC4B}"/>
              </a:ext>
            </a:extLst>
          </p:cNvPr>
          <p:cNvSpPr>
            <a:spLocks/>
          </p:cNvSpPr>
          <p:nvPr/>
        </p:nvSpPr>
        <p:spPr>
          <a:xfrm>
            <a:off x="2385523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5872EB67-46D8-4AC7-835C-97C93CFE3AEE}"/>
              </a:ext>
            </a:extLst>
          </p:cNvPr>
          <p:cNvSpPr>
            <a:spLocks/>
          </p:cNvSpPr>
          <p:nvPr/>
        </p:nvSpPr>
        <p:spPr>
          <a:xfrm>
            <a:off x="243996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3260846-BF12-44AD-BCD8-541E54CF03AA}"/>
              </a:ext>
            </a:extLst>
          </p:cNvPr>
          <p:cNvSpPr>
            <a:spLocks/>
          </p:cNvSpPr>
          <p:nvPr/>
        </p:nvSpPr>
        <p:spPr>
          <a:xfrm>
            <a:off x="24171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2827AF1-B191-4C01-9F1A-09EAF2E2B99A}"/>
              </a:ext>
            </a:extLst>
          </p:cNvPr>
          <p:cNvSpPr>
            <a:spLocks/>
          </p:cNvSpPr>
          <p:nvPr/>
        </p:nvSpPr>
        <p:spPr>
          <a:xfrm>
            <a:off x="2348436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739B99AF-B826-4907-BAAB-9AB49F473B73}"/>
              </a:ext>
            </a:extLst>
          </p:cNvPr>
          <p:cNvSpPr>
            <a:spLocks/>
          </p:cNvSpPr>
          <p:nvPr/>
        </p:nvSpPr>
        <p:spPr>
          <a:xfrm>
            <a:off x="2457221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D854B4FE-CE8E-402B-A47C-B62F8FC2E98F}"/>
              </a:ext>
            </a:extLst>
          </p:cNvPr>
          <p:cNvSpPr>
            <a:spLocks/>
          </p:cNvSpPr>
          <p:nvPr/>
        </p:nvSpPr>
        <p:spPr>
          <a:xfrm>
            <a:off x="2397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D68BF8B4-98A9-4CA0-842D-163B706A8D67}"/>
              </a:ext>
            </a:extLst>
          </p:cNvPr>
          <p:cNvSpPr>
            <a:spLocks/>
          </p:cNvSpPr>
          <p:nvPr/>
        </p:nvSpPr>
        <p:spPr>
          <a:xfrm>
            <a:off x="2345223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840BE7D3-2404-432C-9DD1-C805E80460FB}"/>
              </a:ext>
            </a:extLst>
          </p:cNvPr>
          <p:cNvSpPr>
            <a:spLocks/>
          </p:cNvSpPr>
          <p:nvPr/>
        </p:nvSpPr>
        <p:spPr>
          <a:xfrm>
            <a:off x="2359502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29B7EB-2F4D-46E4-880A-284B12E1C6F2}"/>
              </a:ext>
            </a:extLst>
          </p:cNvPr>
          <p:cNvSpPr>
            <a:spLocks/>
          </p:cNvSpPr>
          <p:nvPr/>
        </p:nvSpPr>
        <p:spPr>
          <a:xfrm>
            <a:off x="2433279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F83742CF-8F58-49F0-9E5D-150FCADC7150}"/>
              </a:ext>
            </a:extLst>
          </p:cNvPr>
          <p:cNvSpPr>
            <a:spLocks/>
          </p:cNvSpPr>
          <p:nvPr/>
        </p:nvSpPr>
        <p:spPr>
          <a:xfrm>
            <a:off x="2464770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3DBB70D-B140-471E-A57F-CA34DCD92061}"/>
              </a:ext>
            </a:extLst>
          </p:cNvPr>
          <p:cNvSpPr>
            <a:spLocks/>
          </p:cNvSpPr>
          <p:nvPr/>
        </p:nvSpPr>
        <p:spPr>
          <a:xfrm>
            <a:off x="2422276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7525ADF2-B4DD-4EF0-A026-EC41BC174D07}"/>
              </a:ext>
            </a:extLst>
          </p:cNvPr>
          <p:cNvSpPr>
            <a:spLocks/>
          </p:cNvSpPr>
          <p:nvPr/>
        </p:nvSpPr>
        <p:spPr>
          <a:xfrm>
            <a:off x="24182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F86C373-5748-443E-986C-2C359558264C}"/>
              </a:ext>
            </a:extLst>
          </p:cNvPr>
          <p:cNvSpPr>
            <a:spLocks/>
          </p:cNvSpPr>
          <p:nvPr/>
        </p:nvSpPr>
        <p:spPr>
          <a:xfrm>
            <a:off x="2392628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1CECD78-A547-4F83-B60B-39B56DC0E5BB}"/>
              </a:ext>
            </a:extLst>
          </p:cNvPr>
          <p:cNvSpPr>
            <a:spLocks/>
          </p:cNvSpPr>
          <p:nvPr/>
        </p:nvSpPr>
        <p:spPr>
          <a:xfrm>
            <a:off x="240425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8B979436-73A4-4189-830E-BF471FCD57A1}"/>
              </a:ext>
            </a:extLst>
          </p:cNvPr>
          <p:cNvSpPr>
            <a:spLocks/>
          </p:cNvSpPr>
          <p:nvPr/>
        </p:nvSpPr>
        <p:spPr>
          <a:xfrm>
            <a:off x="238110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EDD215A8-4A18-4FE1-AD25-37602281E965}"/>
              </a:ext>
            </a:extLst>
          </p:cNvPr>
          <p:cNvSpPr>
            <a:spLocks/>
          </p:cNvSpPr>
          <p:nvPr/>
        </p:nvSpPr>
        <p:spPr>
          <a:xfrm>
            <a:off x="23803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B4C7C2F0-855E-4916-84AC-654747649301}"/>
              </a:ext>
            </a:extLst>
          </p:cNvPr>
          <p:cNvSpPr>
            <a:spLocks/>
          </p:cNvSpPr>
          <p:nvPr/>
        </p:nvSpPr>
        <p:spPr>
          <a:xfrm>
            <a:off x="24515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891BC10C-2F02-48C9-ADED-0DFB357CBB72}"/>
              </a:ext>
            </a:extLst>
          </p:cNvPr>
          <p:cNvSpPr>
            <a:spLocks/>
          </p:cNvSpPr>
          <p:nvPr/>
        </p:nvSpPr>
        <p:spPr>
          <a:xfrm>
            <a:off x="2428661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CA2DFF3-6A12-4D1C-8091-E14221A34161}"/>
              </a:ext>
            </a:extLst>
          </p:cNvPr>
          <p:cNvSpPr>
            <a:spLocks/>
          </p:cNvSpPr>
          <p:nvPr/>
        </p:nvSpPr>
        <p:spPr>
          <a:xfrm>
            <a:off x="2393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1142C96E-16F9-40FF-A423-1CCEE1DDBC99}"/>
              </a:ext>
            </a:extLst>
          </p:cNvPr>
          <p:cNvSpPr>
            <a:spLocks/>
          </p:cNvSpPr>
          <p:nvPr/>
        </p:nvSpPr>
        <p:spPr>
          <a:xfrm>
            <a:off x="2377764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6D21BF23-F81A-4907-A322-2F711F2AADE2}"/>
              </a:ext>
            </a:extLst>
          </p:cNvPr>
          <p:cNvSpPr>
            <a:spLocks/>
          </p:cNvSpPr>
          <p:nvPr/>
        </p:nvSpPr>
        <p:spPr>
          <a:xfrm>
            <a:off x="2379477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A028FB84-95CB-4EE9-8F48-78211CF4BD50}"/>
              </a:ext>
            </a:extLst>
          </p:cNvPr>
          <p:cNvSpPr>
            <a:spLocks/>
          </p:cNvSpPr>
          <p:nvPr/>
        </p:nvSpPr>
        <p:spPr>
          <a:xfrm>
            <a:off x="246046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23F89C0-33A1-4599-B3B0-DDEC71863771}"/>
              </a:ext>
            </a:extLst>
          </p:cNvPr>
          <p:cNvSpPr>
            <a:spLocks/>
          </p:cNvSpPr>
          <p:nvPr/>
        </p:nvSpPr>
        <p:spPr>
          <a:xfrm>
            <a:off x="24191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FBF8B666-23B5-4004-A36F-A3FCDF3178FD}"/>
              </a:ext>
            </a:extLst>
          </p:cNvPr>
          <p:cNvSpPr>
            <a:spLocks/>
          </p:cNvSpPr>
          <p:nvPr/>
        </p:nvSpPr>
        <p:spPr>
          <a:xfrm>
            <a:off x="2364223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9919F680-5FD0-4D36-8D67-FBB4586A8E7E}"/>
              </a:ext>
            </a:extLst>
          </p:cNvPr>
          <p:cNvSpPr>
            <a:spLocks/>
          </p:cNvSpPr>
          <p:nvPr/>
        </p:nvSpPr>
        <p:spPr>
          <a:xfrm>
            <a:off x="245798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48B92D3-FBAB-48FB-B57B-43B199270447}"/>
              </a:ext>
            </a:extLst>
          </p:cNvPr>
          <p:cNvSpPr>
            <a:spLocks/>
          </p:cNvSpPr>
          <p:nvPr/>
        </p:nvSpPr>
        <p:spPr>
          <a:xfrm>
            <a:off x="2409046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54568ADB-4E12-4727-87D7-67BBC71105FB}"/>
              </a:ext>
            </a:extLst>
          </p:cNvPr>
          <p:cNvSpPr>
            <a:spLocks/>
          </p:cNvSpPr>
          <p:nvPr/>
        </p:nvSpPr>
        <p:spPr>
          <a:xfrm>
            <a:off x="2357003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6ECCC7B7-62D8-42EC-82CF-704738D8DC9A}"/>
              </a:ext>
            </a:extLst>
          </p:cNvPr>
          <p:cNvSpPr>
            <a:spLocks/>
          </p:cNvSpPr>
          <p:nvPr/>
        </p:nvSpPr>
        <p:spPr>
          <a:xfrm>
            <a:off x="24197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599E32BC-3A9E-4F82-A023-25717DB541AF}"/>
              </a:ext>
            </a:extLst>
          </p:cNvPr>
          <p:cNvSpPr>
            <a:spLocks/>
          </p:cNvSpPr>
          <p:nvPr/>
        </p:nvSpPr>
        <p:spPr>
          <a:xfrm>
            <a:off x="2445451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7FC41B42-55B1-4DA2-9AF9-5950ABBCBBBD}"/>
              </a:ext>
            </a:extLst>
          </p:cNvPr>
          <p:cNvSpPr>
            <a:spLocks/>
          </p:cNvSpPr>
          <p:nvPr/>
        </p:nvSpPr>
        <p:spPr>
          <a:xfrm>
            <a:off x="2365450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F3993160-7475-4DA7-9B06-FF3F4F65C0F2}"/>
              </a:ext>
            </a:extLst>
          </p:cNvPr>
          <p:cNvSpPr>
            <a:spLocks/>
          </p:cNvSpPr>
          <p:nvPr/>
        </p:nvSpPr>
        <p:spPr>
          <a:xfrm>
            <a:off x="236185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96FB7200-24B4-447D-B978-8E1F21902859}"/>
              </a:ext>
            </a:extLst>
          </p:cNvPr>
          <p:cNvSpPr>
            <a:spLocks/>
          </p:cNvSpPr>
          <p:nvPr/>
        </p:nvSpPr>
        <p:spPr>
          <a:xfrm>
            <a:off x="2417464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631EF4D3-8FFE-4F16-B6FD-511FA04D52D3}"/>
              </a:ext>
            </a:extLst>
          </p:cNvPr>
          <p:cNvSpPr>
            <a:spLocks/>
          </p:cNvSpPr>
          <p:nvPr/>
        </p:nvSpPr>
        <p:spPr>
          <a:xfrm>
            <a:off x="2451853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9D6B265-18E0-437D-8E6C-4CB491B349A0}"/>
              </a:ext>
            </a:extLst>
          </p:cNvPr>
          <p:cNvSpPr>
            <a:spLocks/>
          </p:cNvSpPr>
          <p:nvPr/>
        </p:nvSpPr>
        <p:spPr>
          <a:xfrm>
            <a:off x="2333497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4AC6033A-BEDB-4420-82D5-18FDF62F8509}"/>
              </a:ext>
            </a:extLst>
          </p:cNvPr>
          <p:cNvSpPr>
            <a:spLocks/>
          </p:cNvSpPr>
          <p:nvPr/>
        </p:nvSpPr>
        <p:spPr>
          <a:xfrm>
            <a:off x="2405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68ACDC78-370B-4697-8B79-5265BF983A7E}"/>
              </a:ext>
            </a:extLst>
          </p:cNvPr>
          <p:cNvSpPr>
            <a:spLocks/>
          </p:cNvSpPr>
          <p:nvPr/>
        </p:nvSpPr>
        <p:spPr>
          <a:xfrm>
            <a:off x="2379133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57D6EE5D-6B99-4B2F-BD47-015CD9C3057B}"/>
              </a:ext>
            </a:extLst>
          </p:cNvPr>
          <p:cNvSpPr>
            <a:spLocks/>
          </p:cNvSpPr>
          <p:nvPr/>
        </p:nvSpPr>
        <p:spPr>
          <a:xfrm>
            <a:off x="2355469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5E63EDFD-B0F8-4738-B802-39591C2ED26B}"/>
              </a:ext>
            </a:extLst>
          </p:cNvPr>
          <p:cNvSpPr>
            <a:spLocks/>
          </p:cNvSpPr>
          <p:nvPr/>
        </p:nvSpPr>
        <p:spPr>
          <a:xfrm>
            <a:off x="24064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04EBE611-EDFC-4170-BE98-22CC96FC2759}"/>
              </a:ext>
            </a:extLst>
          </p:cNvPr>
          <p:cNvSpPr>
            <a:spLocks/>
          </p:cNvSpPr>
          <p:nvPr/>
        </p:nvSpPr>
        <p:spPr>
          <a:xfrm>
            <a:off x="239903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2FFC741A-8EE4-40C8-936F-8A3664A4C369}"/>
              </a:ext>
            </a:extLst>
          </p:cNvPr>
          <p:cNvSpPr>
            <a:spLocks/>
          </p:cNvSpPr>
          <p:nvPr/>
        </p:nvSpPr>
        <p:spPr>
          <a:xfrm>
            <a:off x="2353037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5BF51B44-DB37-42C2-A6B5-1ABAD352742A}"/>
              </a:ext>
            </a:extLst>
          </p:cNvPr>
          <p:cNvSpPr>
            <a:spLocks/>
          </p:cNvSpPr>
          <p:nvPr/>
        </p:nvSpPr>
        <p:spPr>
          <a:xfrm>
            <a:off x="238102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B67164DB-F96F-4345-A2C1-95B030FD433F}"/>
              </a:ext>
            </a:extLst>
          </p:cNvPr>
          <p:cNvSpPr>
            <a:spLocks/>
          </p:cNvSpPr>
          <p:nvPr/>
        </p:nvSpPr>
        <p:spPr>
          <a:xfrm>
            <a:off x="232811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7C1F89FA-4F0B-404F-B9DD-5CF95F0E3315}"/>
              </a:ext>
            </a:extLst>
          </p:cNvPr>
          <p:cNvSpPr>
            <a:spLocks/>
          </p:cNvSpPr>
          <p:nvPr/>
        </p:nvSpPr>
        <p:spPr>
          <a:xfrm>
            <a:off x="2374380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E296ABB2-5DB7-473C-A235-961C99578577}"/>
              </a:ext>
            </a:extLst>
          </p:cNvPr>
          <p:cNvSpPr>
            <a:spLocks/>
          </p:cNvSpPr>
          <p:nvPr/>
        </p:nvSpPr>
        <p:spPr>
          <a:xfrm>
            <a:off x="2408620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6FC443B8-ECB1-406F-8F0B-DFF8D5BC0399}"/>
              </a:ext>
            </a:extLst>
          </p:cNvPr>
          <p:cNvSpPr>
            <a:spLocks/>
          </p:cNvSpPr>
          <p:nvPr/>
        </p:nvSpPr>
        <p:spPr>
          <a:xfrm>
            <a:off x="235982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FF4E99AC-D22A-4793-AF3B-919EC3368FFF}"/>
              </a:ext>
            </a:extLst>
          </p:cNvPr>
          <p:cNvSpPr>
            <a:spLocks/>
          </p:cNvSpPr>
          <p:nvPr/>
        </p:nvSpPr>
        <p:spPr>
          <a:xfrm>
            <a:off x="2454302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F648A8B2-EB8B-4264-B6CF-190429EAFA30}"/>
              </a:ext>
            </a:extLst>
          </p:cNvPr>
          <p:cNvSpPr>
            <a:spLocks/>
          </p:cNvSpPr>
          <p:nvPr/>
        </p:nvSpPr>
        <p:spPr>
          <a:xfrm>
            <a:off x="2428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08DA2F28-5E3B-4414-BF66-43640DE245B2}"/>
              </a:ext>
            </a:extLst>
          </p:cNvPr>
          <p:cNvSpPr>
            <a:spLocks/>
          </p:cNvSpPr>
          <p:nvPr/>
        </p:nvSpPr>
        <p:spPr>
          <a:xfrm>
            <a:off x="2431419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1BF3846F-0315-432D-A89B-2CEA84756935}"/>
              </a:ext>
            </a:extLst>
          </p:cNvPr>
          <p:cNvSpPr>
            <a:spLocks/>
          </p:cNvSpPr>
          <p:nvPr/>
        </p:nvSpPr>
        <p:spPr>
          <a:xfrm>
            <a:off x="23351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31871C2-8A46-4D1F-9D51-E1F872A20768}"/>
              </a:ext>
            </a:extLst>
          </p:cNvPr>
          <p:cNvSpPr>
            <a:spLocks/>
          </p:cNvSpPr>
          <p:nvPr/>
        </p:nvSpPr>
        <p:spPr>
          <a:xfrm>
            <a:off x="2335150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0F7052F6-9723-4380-8DC2-BE149CE36D28}"/>
              </a:ext>
            </a:extLst>
          </p:cNvPr>
          <p:cNvSpPr>
            <a:spLocks/>
          </p:cNvSpPr>
          <p:nvPr/>
        </p:nvSpPr>
        <p:spPr>
          <a:xfrm>
            <a:off x="244912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BA1854C8-1808-41CB-B878-614E7780C251}"/>
              </a:ext>
            </a:extLst>
          </p:cNvPr>
          <p:cNvSpPr>
            <a:spLocks/>
          </p:cNvSpPr>
          <p:nvPr/>
        </p:nvSpPr>
        <p:spPr>
          <a:xfrm>
            <a:off x="233927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14557238-AFD6-44A1-A7C3-8AE0E944ACA6}"/>
              </a:ext>
            </a:extLst>
          </p:cNvPr>
          <p:cNvSpPr>
            <a:spLocks/>
          </p:cNvSpPr>
          <p:nvPr/>
        </p:nvSpPr>
        <p:spPr>
          <a:xfrm>
            <a:off x="2382015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E99321FD-8741-45F7-B86D-E15A69C9F8B7}"/>
              </a:ext>
            </a:extLst>
          </p:cNvPr>
          <p:cNvSpPr>
            <a:spLocks/>
          </p:cNvSpPr>
          <p:nvPr/>
        </p:nvSpPr>
        <p:spPr>
          <a:xfrm>
            <a:off x="2360799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883BD67-DE18-417E-A5D2-5051A4D145CB}"/>
              </a:ext>
            </a:extLst>
          </p:cNvPr>
          <p:cNvSpPr>
            <a:spLocks/>
          </p:cNvSpPr>
          <p:nvPr/>
        </p:nvSpPr>
        <p:spPr>
          <a:xfrm>
            <a:off x="237534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392EC607-17AE-4003-953C-F96D1A9AD18E}"/>
              </a:ext>
            </a:extLst>
          </p:cNvPr>
          <p:cNvSpPr>
            <a:spLocks/>
          </p:cNvSpPr>
          <p:nvPr/>
        </p:nvSpPr>
        <p:spPr>
          <a:xfrm>
            <a:off x="2433222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FD41AE6-2875-4A17-ADAD-D432BA6A6D51}"/>
              </a:ext>
            </a:extLst>
          </p:cNvPr>
          <p:cNvSpPr>
            <a:spLocks/>
          </p:cNvSpPr>
          <p:nvPr/>
        </p:nvSpPr>
        <p:spPr>
          <a:xfrm>
            <a:off x="23802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BE6E4567-E94C-4615-9CBD-221B0675F246}"/>
              </a:ext>
            </a:extLst>
          </p:cNvPr>
          <p:cNvSpPr>
            <a:spLocks/>
          </p:cNvSpPr>
          <p:nvPr/>
        </p:nvSpPr>
        <p:spPr>
          <a:xfrm>
            <a:off x="237653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9093A96-E238-4BBB-8101-B6E619B41DA4}"/>
              </a:ext>
            </a:extLst>
          </p:cNvPr>
          <p:cNvSpPr>
            <a:spLocks/>
          </p:cNvSpPr>
          <p:nvPr/>
        </p:nvSpPr>
        <p:spPr>
          <a:xfrm>
            <a:off x="2346834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C7BA6F54-28A3-4CDC-921E-BB5D6F088A50}"/>
              </a:ext>
            </a:extLst>
          </p:cNvPr>
          <p:cNvSpPr>
            <a:spLocks/>
          </p:cNvSpPr>
          <p:nvPr/>
        </p:nvSpPr>
        <p:spPr>
          <a:xfrm>
            <a:off x="238615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40634B5D-F830-4B53-A0EE-D697CD85AFE7}"/>
              </a:ext>
            </a:extLst>
          </p:cNvPr>
          <p:cNvSpPr>
            <a:spLocks/>
          </p:cNvSpPr>
          <p:nvPr/>
        </p:nvSpPr>
        <p:spPr>
          <a:xfrm>
            <a:off x="245423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381CDF3-992E-428A-B208-657B725BC794}"/>
              </a:ext>
            </a:extLst>
          </p:cNvPr>
          <p:cNvSpPr>
            <a:spLocks/>
          </p:cNvSpPr>
          <p:nvPr/>
        </p:nvSpPr>
        <p:spPr>
          <a:xfrm>
            <a:off x="2464645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59323D5-7E19-4D16-A66C-984172A5837E}"/>
              </a:ext>
            </a:extLst>
          </p:cNvPr>
          <p:cNvSpPr>
            <a:spLocks/>
          </p:cNvSpPr>
          <p:nvPr/>
        </p:nvSpPr>
        <p:spPr>
          <a:xfrm>
            <a:off x="2364115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1B9E98C2-47F3-45B8-B6AA-812729BB8098}"/>
              </a:ext>
            </a:extLst>
          </p:cNvPr>
          <p:cNvSpPr>
            <a:spLocks/>
          </p:cNvSpPr>
          <p:nvPr/>
        </p:nvSpPr>
        <p:spPr>
          <a:xfrm>
            <a:off x="244735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DC588D66-F37B-4C77-A671-579AF3F099DA}"/>
              </a:ext>
            </a:extLst>
          </p:cNvPr>
          <p:cNvSpPr>
            <a:spLocks/>
          </p:cNvSpPr>
          <p:nvPr/>
        </p:nvSpPr>
        <p:spPr>
          <a:xfrm>
            <a:off x="242560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37D97C0F-3D67-48EC-917B-FD0BCC23568C}"/>
              </a:ext>
            </a:extLst>
          </p:cNvPr>
          <p:cNvSpPr>
            <a:spLocks/>
          </p:cNvSpPr>
          <p:nvPr/>
        </p:nvSpPr>
        <p:spPr>
          <a:xfrm>
            <a:off x="234136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738B4A8F-100F-4C9B-AE41-46E37BF3B633}"/>
              </a:ext>
            </a:extLst>
          </p:cNvPr>
          <p:cNvSpPr>
            <a:spLocks/>
          </p:cNvSpPr>
          <p:nvPr/>
        </p:nvSpPr>
        <p:spPr>
          <a:xfrm>
            <a:off x="2336990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F28B7DD1-49FE-4E26-A45A-48DDB59C76DE}"/>
              </a:ext>
            </a:extLst>
          </p:cNvPr>
          <p:cNvSpPr>
            <a:spLocks/>
          </p:cNvSpPr>
          <p:nvPr/>
        </p:nvSpPr>
        <p:spPr>
          <a:xfrm>
            <a:off x="235461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6288C92D-5DE5-44DE-9156-86C3661C81E9}"/>
              </a:ext>
            </a:extLst>
          </p:cNvPr>
          <p:cNvSpPr>
            <a:spLocks/>
          </p:cNvSpPr>
          <p:nvPr/>
        </p:nvSpPr>
        <p:spPr>
          <a:xfrm>
            <a:off x="2391931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73FABA22-CFDD-4AC4-B820-488FD282407F}"/>
              </a:ext>
            </a:extLst>
          </p:cNvPr>
          <p:cNvSpPr>
            <a:spLocks/>
          </p:cNvSpPr>
          <p:nvPr/>
        </p:nvSpPr>
        <p:spPr>
          <a:xfrm>
            <a:off x="245369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8041B25B-D3B2-46D7-AB52-7FA5B80144BE}"/>
              </a:ext>
            </a:extLst>
          </p:cNvPr>
          <p:cNvSpPr>
            <a:spLocks/>
          </p:cNvSpPr>
          <p:nvPr/>
        </p:nvSpPr>
        <p:spPr>
          <a:xfrm>
            <a:off x="2333702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0ABA949E-4FA5-4364-A267-DCD86BBDA279}"/>
              </a:ext>
            </a:extLst>
          </p:cNvPr>
          <p:cNvSpPr>
            <a:spLocks/>
          </p:cNvSpPr>
          <p:nvPr/>
        </p:nvSpPr>
        <p:spPr>
          <a:xfrm>
            <a:off x="234570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0AAF59C7-6264-4943-B797-FB5BFF9B34D3}"/>
              </a:ext>
            </a:extLst>
          </p:cNvPr>
          <p:cNvSpPr>
            <a:spLocks/>
          </p:cNvSpPr>
          <p:nvPr/>
        </p:nvSpPr>
        <p:spPr>
          <a:xfrm>
            <a:off x="234401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40D582E-2157-4CF7-BC6D-4B403FCBE847}"/>
              </a:ext>
            </a:extLst>
          </p:cNvPr>
          <p:cNvSpPr>
            <a:spLocks/>
          </p:cNvSpPr>
          <p:nvPr/>
        </p:nvSpPr>
        <p:spPr>
          <a:xfrm>
            <a:off x="239436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0714938C-AB02-400D-9DF9-CF872DCE13DE}"/>
              </a:ext>
            </a:extLst>
          </p:cNvPr>
          <p:cNvSpPr>
            <a:spLocks/>
          </p:cNvSpPr>
          <p:nvPr/>
        </p:nvSpPr>
        <p:spPr>
          <a:xfrm>
            <a:off x="23375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CA29193B-0E21-42F1-8FE0-5BD4CBFDD724}"/>
              </a:ext>
            </a:extLst>
          </p:cNvPr>
          <p:cNvSpPr>
            <a:spLocks/>
          </p:cNvSpPr>
          <p:nvPr/>
        </p:nvSpPr>
        <p:spPr>
          <a:xfrm>
            <a:off x="2397505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BFB8FC14-E35D-4AE3-ABF4-6EB75269CE4B}"/>
              </a:ext>
            </a:extLst>
          </p:cNvPr>
          <p:cNvSpPr>
            <a:spLocks/>
          </p:cNvSpPr>
          <p:nvPr/>
        </p:nvSpPr>
        <p:spPr>
          <a:xfrm>
            <a:off x="2380333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84F56402-9C64-46C4-9338-54CE5FB8F6B6}"/>
              </a:ext>
            </a:extLst>
          </p:cNvPr>
          <p:cNvSpPr>
            <a:spLocks/>
          </p:cNvSpPr>
          <p:nvPr/>
        </p:nvSpPr>
        <p:spPr>
          <a:xfrm>
            <a:off x="2397468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32D898E8-5A77-43F0-A981-3DC5CEB60497}"/>
              </a:ext>
            </a:extLst>
          </p:cNvPr>
          <p:cNvSpPr>
            <a:spLocks/>
          </p:cNvSpPr>
          <p:nvPr/>
        </p:nvSpPr>
        <p:spPr>
          <a:xfrm>
            <a:off x="241535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ADD02738-1B36-423E-844E-CFAAB2ABDD85}"/>
              </a:ext>
            </a:extLst>
          </p:cNvPr>
          <p:cNvSpPr>
            <a:spLocks/>
          </p:cNvSpPr>
          <p:nvPr/>
        </p:nvSpPr>
        <p:spPr>
          <a:xfrm>
            <a:off x="24369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726BAD14-1B4D-4129-BDF7-15BE649C0896}"/>
              </a:ext>
            </a:extLst>
          </p:cNvPr>
          <p:cNvSpPr>
            <a:spLocks/>
          </p:cNvSpPr>
          <p:nvPr/>
        </p:nvSpPr>
        <p:spPr>
          <a:xfrm>
            <a:off x="2413769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EBABED07-CAFF-406B-B270-B782DC79A0CA}"/>
              </a:ext>
            </a:extLst>
          </p:cNvPr>
          <p:cNvSpPr>
            <a:spLocks/>
          </p:cNvSpPr>
          <p:nvPr/>
        </p:nvSpPr>
        <p:spPr>
          <a:xfrm>
            <a:off x="23428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8E65D37E-EB0A-48C8-BD4D-715E2BFD2728}"/>
              </a:ext>
            </a:extLst>
          </p:cNvPr>
          <p:cNvSpPr>
            <a:spLocks/>
          </p:cNvSpPr>
          <p:nvPr/>
        </p:nvSpPr>
        <p:spPr>
          <a:xfrm>
            <a:off x="244859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9570E958-E987-4989-8119-703D22AB15F8}"/>
              </a:ext>
            </a:extLst>
          </p:cNvPr>
          <p:cNvSpPr>
            <a:spLocks/>
          </p:cNvSpPr>
          <p:nvPr/>
        </p:nvSpPr>
        <p:spPr>
          <a:xfrm>
            <a:off x="246418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F7F055B2-F7BC-4AA1-8BF4-4950DB5BE203}"/>
              </a:ext>
            </a:extLst>
          </p:cNvPr>
          <p:cNvSpPr>
            <a:spLocks/>
          </p:cNvSpPr>
          <p:nvPr/>
        </p:nvSpPr>
        <p:spPr>
          <a:xfrm>
            <a:off x="2445522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96187F6-4530-4D27-81FD-889DBB7EED49}"/>
              </a:ext>
            </a:extLst>
          </p:cNvPr>
          <p:cNvSpPr>
            <a:spLocks/>
          </p:cNvSpPr>
          <p:nvPr/>
        </p:nvSpPr>
        <p:spPr>
          <a:xfrm>
            <a:off x="24627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B5127A35-8538-4AC9-A507-B026B59F74E4}"/>
              </a:ext>
            </a:extLst>
          </p:cNvPr>
          <p:cNvSpPr>
            <a:spLocks/>
          </p:cNvSpPr>
          <p:nvPr/>
        </p:nvSpPr>
        <p:spPr>
          <a:xfrm>
            <a:off x="24171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80026B68-2340-4634-838B-B20DC5C3CA24}"/>
              </a:ext>
            </a:extLst>
          </p:cNvPr>
          <p:cNvSpPr>
            <a:spLocks/>
          </p:cNvSpPr>
          <p:nvPr/>
        </p:nvSpPr>
        <p:spPr>
          <a:xfrm>
            <a:off x="236307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801E442B-FD9A-4069-AF0E-02254DA51222}"/>
              </a:ext>
            </a:extLst>
          </p:cNvPr>
          <p:cNvSpPr>
            <a:spLocks/>
          </p:cNvSpPr>
          <p:nvPr/>
        </p:nvSpPr>
        <p:spPr>
          <a:xfrm>
            <a:off x="2379644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AE1AC1F5-D0C1-40E8-AFA0-B4ED5A3B0436}"/>
              </a:ext>
            </a:extLst>
          </p:cNvPr>
          <p:cNvSpPr>
            <a:spLocks/>
          </p:cNvSpPr>
          <p:nvPr/>
        </p:nvSpPr>
        <p:spPr>
          <a:xfrm>
            <a:off x="23462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4D8F2073-037F-4F59-AF85-3753820F9EB4}"/>
              </a:ext>
            </a:extLst>
          </p:cNvPr>
          <p:cNvSpPr>
            <a:spLocks/>
          </p:cNvSpPr>
          <p:nvPr/>
        </p:nvSpPr>
        <p:spPr>
          <a:xfrm>
            <a:off x="2348400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9C55BEBB-5148-456C-8118-074C411749BD}"/>
              </a:ext>
            </a:extLst>
          </p:cNvPr>
          <p:cNvSpPr>
            <a:spLocks/>
          </p:cNvSpPr>
          <p:nvPr/>
        </p:nvSpPr>
        <p:spPr>
          <a:xfrm>
            <a:off x="241364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264F5FB3-ABB5-4725-90D3-0B00B83407F2}"/>
              </a:ext>
            </a:extLst>
          </p:cNvPr>
          <p:cNvSpPr>
            <a:spLocks/>
          </p:cNvSpPr>
          <p:nvPr/>
        </p:nvSpPr>
        <p:spPr>
          <a:xfrm>
            <a:off x="2330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B5748F3C-CCFB-4A89-9728-2ABB42D46A17}"/>
              </a:ext>
            </a:extLst>
          </p:cNvPr>
          <p:cNvSpPr>
            <a:spLocks/>
          </p:cNvSpPr>
          <p:nvPr/>
        </p:nvSpPr>
        <p:spPr>
          <a:xfrm>
            <a:off x="2416120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F3F2194E-91D0-4469-803A-354768942B5B}"/>
              </a:ext>
            </a:extLst>
          </p:cNvPr>
          <p:cNvSpPr>
            <a:spLocks/>
          </p:cNvSpPr>
          <p:nvPr/>
        </p:nvSpPr>
        <p:spPr>
          <a:xfrm>
            <a:off x="244548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A1C23221-73B9-4AFA-969B-67A9989E6480}"/>
              </a:ext>
            </a:extLst>
          </p:cNvPr>
          <p:cNvSpPr>
            <a:spLocks/>
          </p:cNvSpPr>
          <p:nvPr/>
        </p:nvSpPr>
        <p:spPr>
          <a:xfrm>
            <a:off x="243498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3C62C528-003C-43AE-9898-B14B6817BFCC}"/>
              </a:ext>
            </a:extLst>
          </p:cNvPr>
          <p:cNvSpPr>
            <a:spLocks/>
          </p:cNvSpPr>
          <p:nvPr/>
        </p:nvSpPr>
        <p:spPr>
          <a:xfrm>
            <a:off x="2387414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3EDFD90-015C-4E89-A002-2F48A18C08F9}"/>
              </a:ext>
            </a:extLst>
          </p:cNvPr>
          <p:cNvSpPr>
            <a:spLocks/>
          </p:cNvSpPr>
          <p:nvPr/>
        </p:nvSpPr>
        <p:spPr>
          <a:xfrm>
            <a:off x="23770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ACF62CCB-3E50-4267-9E0E-51FFAF7A5432}"/>
              </a:ext>
            </a:extLst>
          </p:cNvPr>
          <p:cNvSpPr>
            <a:spLocks/>
          </p:cNvSpPr>
          <p:nvPr/>
        </p:nvSpPr>
        <p:spPr>
          <a:xfrm>
            <a:off x="2457719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558838E5-FDFB-48B0-A8B1-228BC04E8F69}"/>
              </a:ext>
            </a:extLst>
          </p:cNvPr>
          <p:cNvSpPr>
            <a:spLocks/>
          </p:cNvSpPr>
          <p:nvPr/>
        </p:nvSpPr>
        <p:spPr>
          <a:xfrm>
            <a:off x="2409323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DD05D68D-25F7-4575-9DD6-93154F03504E}"/>
              </a:ext>
            </a:extLst>
          </p:cNvPr>
          <p:cNvSpPr>
            <a:spLocks/>
          </p:cNvSpPr>
          <p:nvPr/>
        </p:nvSpPr>
        <p:spPr>
          <a:xfrm>
            <a:off x="2425192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56A83581-AB6E-46DB-802C-321AFEF9D817}"/>
              </a:ext>
            </a:extLst>
          </p:cNvPr>
          <p:cNvSpPr>
            <a:spLocks/>
          </p:cNvSpPr>
          <p:nvPr/>
        </p:nvSpPr>
        <p:spPr>
          <a:xfrm>
            <a:off x="23863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3210003-82A1-431D-BB8A-3D60181AFA4F}"/>
              </a:ext>
            </a:extLst>
          </p:cNvPr>
          <p:cNvSpPr>
            <a:spLocks/>
          </p:cNvSpPr>
          <p:nvPr/>
        </p:nvSpPr>
        <p:spPr>
          <a:xfrm>
            <a:off x="24271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03747870-578A-4163-87CF-E297659376C1}"/>
              </a:ext>
            </a:extLst>
          </p:cNvPr>
          <p:cNvSpPr>
            <a:spLocks/>
          </p:cNvSpPr>
          <p:nvPr/>
        </p:nvSpPr>
        <p:spPr>
          <a:xfrm>
            <a:off x="2423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6DA64A3-3901-4EC7-BC54-D2E4B2E59910}"/>
              </a:ext>
            </a:extLst>
          </p:cNvPr>
          <p:cNvSpPr>
            <a:spLocks/>
          </p:cNvSpPr>
          <p:nvPr/>
        </p:nvSpPr>
        <p:spPr>
          <a:xfrm>
            <a:off x="239941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C715A88-0C23-4DCE-AA73-1B35B02083EA}"/>
              </a:ext>
            </a:extLst>
          </p:cNvPr>
          <p:cNvSpPr>
            <a:spLocks/>
          </p:cNvSpPr>
          <p:nvPr/>
        </p:nvSpPr>
        <p:spPr>
          <a:xfrm>
            <a:off x="24582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FCB5B204-2558-4358-A4C4-9BF2E59A18AD}"/>
              </a:ext>
            </a:extLst>
          </p:cNvPr>
          <p:cNvSpPr>
            <a:spLocks/>
          </p:cNvSpPr>
          <p:nvPr/>
        </p:nvSpPr>
        <p:spPr>
          <a:xfrm>
            <a:off x="238822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4FCB0B75-B254-4176-8ECD-72EF581927CD}"/>
              </a:ext>
            </a:extLst>
          </p:cNvPr>
          <p:cNvSpPr>
            <a:spLocks/>
          </p:cNvSpPr>
          <p:nvPr/>
        </p:nvSpPr>
        <p:spPr>
          <a:xfrm>
            <a:off x="2388792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45705A0C-EC64-4A09-9231-4C4368298013}"/>
              </a:ext>
            </a:extLst>
          </p:cNvPr>
          <p:cNvSpPr>
            <a:spLocks/>
          </p:cNvSpPr>
          <p:nvPr/>
        </p:nvSpPr>
        <p:spPr>
          <a:xfrm>
            <a:off x="2427289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A2786700-D4FD-44B6-AA95-61BE2DA3A4A7}"/>
              </a:ext>
            </a:extLst>
          </p:cNvPr>
          <p:cNvSpPr>
            <a:spLocks/>
          </p:cNvSpPr>
          <p:nvPr/>
        </p:nvSpPr>
        <p:spPr>
          <a:xfrm>
            <a:off x="2383677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50BB57F4-BFAF-41D3-92E8-1405FDE0FA71}"/>
              </a:ext>
            </a:extLst>
          </p:cNvPr>
          <p:cNvSpPr>
            <a:spLocks/>
          </p:cNvSpPr>
          <p:nvPr/>
        </p:nvSpPr>
        <p:spPr>
          <a:xfrm>
            <a:off x="2432217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48680506-5EA1-49C3-8A65-B08C40F3B4E4}"/>
              </a:ext>
            </a:extLst>
          </p:cNvPr>
          <p:cNvSpPr>
            <a:spLocks/>
          </p:cNvSpPr>
          <p:nvPr/>
        </p:nvSpPr>
        <p:spPr>
          <a:xfrm>
            <a:off x="241283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5287F40-0181-40A7-8D5E-EBABF6B835F6}"/>
              </a:ext>
            </a:extLst>
          </p:cNvPr>
          <p:cNvSpPr>
            <a:spLocks/>
          </p:cNvSpPr>
          <p:nvPr/>
        </p:nvSpPr>
        <p:spPr>
          <a:xfrm>
            <a:off x="2341384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C139B669-7DF7-420F-9538-72DCF3E64CB8}"/>
              </a:ext>
            </a:extLst>
          </p:cNvPr>
          <p:cNvSpPr>
            <a:spLocks/>
          </p:cNvSpPr>
          <p:nvPr/>
        </p:nvSpPr>
        <p:spPr>
          <a:xfrm>
            <a:off x="2349041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540AB4E-0DD0-45DC-B8C0-AB91183C862B}"/>
              </a:ext>
            </a:extLst>
          </p:cNvPr>
          <p:cNvSpPr>
            <a:spLocks/>
          </p:cNvSpPr>
          <p:nvPr/>
        </p:nvSpPr>
        <p:spPr>
          <a:xfrm>
            <a:off x="24224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184D552-305C-4456-81EC-C12EE897DF0D}"/>
              </a:ext>
            </a:extLst>
          </p:cNvPr>
          <p:cNvSpPr>
            <a:spLocks/>
          </p:cNvSpPr>
          <p:nvPr/>
        </p:nvSpPr>
        <p:spPr>
          <a:xfrm>
            <a:off x="234777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6AADC000-5785-4A56-95CF-655D84D73EC9}"/>
              </a:ext>
            </a:extLst>
          </p:cNvPr>
          <p:cNvSpPr>
            <a:spLocks/>
          </p:cNvSpPr>
          <p:nvPr/>
        </p:nvSpPr>
        <p:spPr>
          <a:xfrm>
            <a:off x="233573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65839B56-6033-4E64-8F2D-128BEF6BFFDE}"/>
              </a:ext>
            </a:extLst>
          </p:cNvPr>
          <p:cNvSpPr>
            <a:spLocks/>
          </p:cNvSpPr>
          <p:nvPr/>
        </p:nvSpPr>
        <p:spPr>
          <a:xfrm>
            <a:off x="23474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4788219-79F1-4FB9-9B81-DF8D607B1492}"/>
              </a:ext>
            </a:extLst>
          </p:cNvPr>
          <p:cNvSpPr>
            <a:spLocks/>
          </p:cNvSpPr>
          <p:nvPr/>
        </p:nvSpPr>
        <p:spPr>
          <a:xfrm>
            <a:off x="237126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DD9CC4EB-22AE-4ECD-B039-E1AABF94DC48}"/>
              </a:ext>
            </a:extLst>
          </p:cNvPr>
          <p:cNvSpPr>
            <a:spLocks/>
          </p:cNvSpPr>
          <p:nvPr/>
        </p:nvSpPr>
        <p:spPr>
          <a:xfrm>
            <a:off x="2384361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50B7DE6A-D632-4BCE-8269-83747683A0AC}"/>
              </a:ext>
            </a:extLst>
          </p:cNvPr>
          <p:cNvSpPr>
            <a:spLocks/>
          </p:cNvSpPr>
          <p:nvPr/>
        </p:nvSpPr>
        <p:spPr>
          <a:xfrm>
            <a:off x="2345538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F5A6943C-AC40-4083-83C0-5D90F92075A9}"/>
              </a:ext>
            </a:extLst>
          </p:cNvPr>
          <p:cNvSpPr>
            <a:spLocks/>
          </p:cNvSpPr>
          <p:nvPr/>
        </p:nvSpPr>
        <p:spPr>
          <a:xfrm>
            <a:off x="235424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6CCFF4B6-5444-4FF2-AA27-4B3AF008F87F}"/>
              </a:ext>
            </a:extLst>
          </p:cNvPr>
          <p:cNvSpPr>
            <a:spLocks/>
          </p:cNvSpPr>
          <p:nvPr/>
        </p:nvSpPr>
        <p:spPr>
          <a:xfrm>
            <a:off x="2463150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ED7FDEF-AB04-491E-B5BF-E4E30F8FDFD6}"/>
              </a:ext>
            </a:extLst>
          </p:cNvPr>
          <p:cNvSpPr>
            <a:spLocks/>
          </p:cNvSpPr>
          <p:nvPr/>
        </p:nvSpPr>
        <p:spPr>
          <a:xfrm>
            <a:off x="2400412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02F41B8E-BD8A-4F0D-BFE8-255B3E16D32F}"/>
              </a:ext>
            </a:extLst>
          </p:cNvPr>
          <p:cNvSpPr>
            <a:spLocks/>
          </p:cNvSpPr>
          <p:nvPr/>
        </p:nvSpPr>
        <p:spPr>
          <a:xfrm>
            <a:off x="24375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1E34FBDC-8114-48DD-B032-74D336CC68DA}"/>
              </a:ext>
            </a:extLst>
          </p:cNvPr>
          <p:cNvSpPr>
            <a:spLocks/>
          </p:cNvSpPr>
          <p:nvPr/>
        </p:nvSpPr>
        <p:spPr>
          <a:xfrm>
            <a:off x="2358134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DFE97B7D-9ABD-445C-ABF5-38617899C283}"/>
              </a:ext>
            </a:extLst>
          </p:cNvPr>
          <p:cNvSpPr>
            <a:spLocks/>
          </p:cNvSpPr>
          <p:nvPr/>
        </p:nvSpPr>
        <p:spPr>
          <a:xfrm>
            <a:off x="2327162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71F20FB4-FF08-48CE-9F74-85C6766BED5E}"/>
              </a:ext>
            </a:extLst>
          </p:cNvPr>
          <p:cNvSpPr>
            <a:spLocks/>
          </p:cNvSpPr>
          <p:nvPr/>
        </p:nvSpPr>
        <p:spPr>
          <a:xfrm>
            <a:off x="236369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8A39620-F3F2-4662-8379-A098866C2560}"/>
              </a:ext>
            </a:extLst>
          </p:cNvPr>
          <p:cNvSpPr>
            <a:spLocks/>
          </p:cNvSpPr>
          <p:nvPr/>
        </p:nvSpPr>
        <p:spPr>
          <a:xfrm>
            <a:off x="24396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37E688D-1A1D-4496-84C5-A59ADEF6B7D8}"/>
              </a:ext>
            </a:extLst>
          </p:cNvPr>
          <p:cNvSpPr>
            <a:spLocks/>
          </p:cNvSpPr>
          <p:nvPr/>
        </p:nvSpPr>
        <p:spPr>
          <a:xfrm>
            <a:off x="241877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9E15F60A-31CB-4CEB-8B26-585FC9D2D818}"/>
              </a:ext>
            </a:extLst>
          </p:cNvPr>
          <p:cNvSpPr>
            <a:spLocks/>
          </p:cNvSpPr>
          <p:nvPr/>
        </p:nvSpPr>
        <p:spPr>
          <a:xfrm>
            <a:off x="2437729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0138A41F-9706-42F3-96A6-0D9C8E1519A1}"/>
              </a:ext>
            </a:extLst>
          </p:cNvPr>
          <p:cNvSpPr>
            <a:spLocks/>
          </p:cNvSpPr>
          <p:nvPr/>
        </p:nvSpPr>
        <p:spPr>
          <a:xfrm>
            <a:off x="234963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43A63303-1D1C-44B7-9BFB-DB69DFA9AA91}"/>
              </a:ext>
            </a:extLst>
          </p:cNvPr>
          <p:cNvSpPr>
            <a:spLocks/>
          </p:cNvSpPr>
          <p:nvPr/>
        </p:nvSpPr>
        <p:spPr>
          <a:xfrm>
            <a:off x="2341796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C2E617EB-030A-424B-B365-124734737F45}"/>
              </a:ext>
            </a:extLst>
          </p:cNvPr>
          <p:cNvSpPr>
            <a:spLocks/>
          </p:cNvSpPr>
          <p:nvPr/>
        </p:nvSpPr>
        <p:spPr>
          <a:xfrm>
            <a:off x="2602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E1ABFEC-8B0D-4D1E-8EE8-7319D53D2CDB}"/>
              </a:ext>
            </a:extLst>
          </p:cNvPr>
          <p:cNvSpPr>
            <a:spLocks/>
          </p:cNvSpPr>
          <p:nvPr/>
        </p:nvSpPr>
        <p:spPr>
          <a:xfrm>
            <a:off x="26625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73099845-E3F9-413E-AF54-B65C90E82A62}"/>
              </a:ext>
            </a:extLst>
          </p:cNvPr>
          <p:cNvSpPr>
            <a:spLocks/>
          </p:cNvSpPr>
          <p:nvPr/>
        </p:nvSpPr>
        <p:spPr>
          <a:xfrm>
            <a:off x="26844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2F7C535-D439-4ADA-A2A2-6AD4E4116725}"/>
              </a:ext>
            </a:extLst>
          </p:cNvPr>
          <p:cNvSpPr>
            <a:spLocks/>
          </p:cNvSpPr>
          <p:nvPr/>
        </p:nvSpPr>
        <p:spPr>
          <a:xfrm>
            <a:off x="2611545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B099E58-CDA2-4A29-8001-B3DAB7090D7B}"/>
              </a:ext>
            </a:extLst>
          </p:cNvPr>
          <p:cNvSpPr>
            <a:spLocks/>
          </p:cNvSpPr>
          <p:nvPr/>
        </p:nvSpPr>
        <p:spPr>
          <a:xfrm>
            <a:off x="2684492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A692DE08-11D5-4960-84BC-A244FE392F21}"/>
              </a:ext>
            </a:extLst>
          </p:cNvPr>
          <p:cNvSpPr>
            <a:spLocks/>
          </p:cNvSpPr>
          <p:nvPr/>
        </p:nvSpPr>
        <p:spPr>
          <a:xfrm>
            <a:off x="26816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50EC7379-1554-4AEB-9D86-1A2110BFDADC}"/>
              </a:ext>
            </a:extLst>
          </p:cNvPr>
          <p:cNvSpPr>
            <a:spLocks/>
          </p:cNvSpPr>
          <p:nvPr/>
        </p:nvSpPr>
        <p:spPr>
          <a:xfrm>
            <a:off x="259172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87B4D31E-D352-4DC0-BF2D-77F01AA975A4}"/>
              </a:ext>
            </a:extLst>
          </p:cNvPr>
          <p:cNvSpPr>
            <a:spLocks/>
          </p:cNvSpPr>
          <p:nvPr/>
        </p:nvSpPr>
        <p:spPr>
          <a:xfrm>
            <a:off x="26287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A22FCE97-44D1-4D5E-A8F9-1F65BB22D8EA}"/>
              </a:ext>
            </a:extLst>
          </p:cNvPr>
          <p:cNvSpPr>
            <a:spLocks/>
          </p:cNvSpPr>
          <p:nvPr/>
        </p:nvSpPr>
        <p:spPr>
          <a:xfrm>
            <a:off x="2649406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012B10EB-1B5D-4CC5-8EA7-83F22D3CC638}"/>
              </a:ext>
            </a:extLst>
          </p:cNvPr>
          <p:cNvSpPr>
            <a:spLocks/>
          </p:cNvSpPr>
          <p:nvPr/>
        </p:nvSpPr>
        <p:spPr>
          <a:xfrm>
            <a:off x="26453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4586D35D-B765-40DD-9CDD-77352F5F7FB8}"/>
              </a:ext>
            </a:extLst>
          </p:cNvPr>
          <p:cNvSpPr>
            <a:spLocks/>
          </p:cNvSpPr>
          <p:nvPr/>
        </p:nvSpPr>
        <p:spPr>
          <a:xfrm>
            <a:off x="2554777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88811315-9630-4A6C-A906-EE0A8FA8B9A3}"/>
              </a:ext>
            </a:extLst>
          </p:cNvPr>
          <p:cNvSpPr>
            <a:spLocks/>
          </p:cNvSpPr>
          <p:nvPr/>
        </p:nvSpPr>
        <p:spPr>
          <a:xfrm>
            <a:off x="26643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814B533-98BB-4040-88DB-D7B8B9A6F0BE}"/>
              </a:ext>
            </a:extLst>
          </p:cNvPr>
          <p:cNvSpPr>
            <a:spLocks/>
          </p:cNvSpPr>
          <p:nvPr/>
        </p:nvSpPr>
        <p:spPr>
          <a:xfrm>
            <a:off x="262835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E23D58B5-CD50-43D4-A776-E781EAA26F58}"/>
              </a:ext>
            </a:extLst>
          </p:cNvPr>
          <p:cNvSpPr>
            <a:spLocks/>
          </p:cNvSpPr>
          <p:nvPr/>
        </p:nvSpPr>
        <p:spPr>
          <a:xfrm>
            <a:off x="2656459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AED4ECB6-3A7B-47CA-A910-1791371C1578}"/>
              </a:ext>
            </a:extLst>
          </p:cNvPr>
          <p:cNvSpPr>
            <a:spLocks/>
          </p:cNvSpPr>
          <p:nvPr/>
        </p:nvSpPr>
        <p:spPr>
          <a:xfrm>
            <a:off x="26779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AF135DCF-7490-483B-88AB-30D526068190}"/>
              </a:ext>
            </a:extLst>
          </p:cNvPr>
          <p:cNvSpPr>
            <a:spLocks/>
          </p:cNvSpPr>
          <p:nvPr/>
        </p:nvSpPr>
        <p:spPr>
          <a:xfrm>
            <a:off x="262358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D492D6DE-5052-4B17-8C17-3B0BC1006916}"/>
              </a:ext>
            </a:extLst>
          </p:cNvPr>
          <p:cNvSpPr>
            <a:spLocks/>
          </p:cNvSpPr>
          <p:nvPr/>
        </p:nvSpPr>
        <p:spPr>
          <a:xfrm>
            <a:off x="26092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F068C0F-89D0-45AC-90C9-38FB251BE9A8}"/>
              </a:ext>
            </a:extLst>
          </p:cNvPr>
          <p:cNvSpPr>
            <a:spLocks/>
          </p:cNvSpPr>
          <p:nvPr/>
        </p:nvSpPr>
        <p:spPr>
          <a:xfrm>
            <a:off x="25639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549C0E71-8D5B-4B38-AB0C-DC1114DFB778}"/>
              </a:ext>
            </a:extLst>
          </p:cNvPr>
          <p:cNvSpPr>
            <a:spLocks/>
          </p:cNvSpPr>
          <p:nvPr/>
        </p:nvSpPr>
        <p:spPr>
          <a:xfrm>
            <a:off x="262510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27ABEAF2-6D83-41A9-8031-0EA89AFA76C8}"/>
              </a:ext>
            </a:extLst>
          </p:cNvPr>
          <p:cNvSpPr>
            <a:spLocks/>
          </p:cNvSpPr>
          <p:nvPr/>
        </p:nvSpPr>
        <p:spPr>
          <a:xfrm>
            <a:off x="26354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62C36126-E26A-47E1-A570-F7B4039CB0E8}"/>
              </a:ext>
            </a:extLst>
          </p:cNvPr>
          <p:cNvSpPr>
            <a:spLocks/>
          </p:cNvSpPr>
          <p:nvPr/>
        </p:nvSpPr>
        <p:spPr>
          <a:xfrm>
            <a:off x="2598917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930A78F-9A7B-4202-B31B-AE6A77CE1382}"/>
              </a:ext>
            </a:extLst>
          </p:cNvPr>
          <p:cNvSpPr>
            <a:spLocks/>
          </p:cNvSpPr>
          <p:nvPr/>
        </p:nvSpPr>
        <p:spPr>
          <a:xfrm>
            <a:off x="261062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94FDB657-16FD-4517-9F9D-D73F1183AABC}"/>
              </a:ext>
            </a:extLst>
          </p:cNvPr>
          <p:cNvSpPr>
            <a:spLocks/>
          </p:cNvSpPr>
          <p:nvPr/>
        </p:nvSpPr>
        <p:spPr>
          <a:xfrm>
            <a:off x="2678283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744CD66-F9FE-41B6-B286-ED1BFB407C2D}"/>
              </a:ext>
            </a:extLst>
          </p:cNvPr>
          <p:cNvSpPr>
            <a:spLocks/>
          </p:cNvSpPr>
          <p:nvPr/>
        </p:nvSpPr>
        <p:spPr>
          <a:xfrm>
            <a:off x="2579276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08074EF-B19A-4230-B1FF-652BC75C02BC}"/>
              </a:ext>
            </a:extLst>
          </p:cNvPr>
          <p:cNvSpPr>
            <a:spLocks/>
          </p:cNvSpPr>
          <p:nvPr/>
        </p:nvSpPr>
        <p:spPr>
          <a:xfrm>
            <a:off x="2558912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0B784C5F-983F-489C-94EC-409CD2EA0769}"/>
              </a:ext>
            </a:extLst>
          </p:cNvPr>
          <p:cNvSpPr>
            <a:spLocks/>
          </p:cNvSpPr>
          <p:nvPr/>
        </p:nvSpPr>
        <p:spPr>
          <a:xfrm>
            <a:off x="260786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854DD07-0D84-4838-8F72-069C900A4302}"/>
              </a:ext>
            </a:extLst>
          </p:cNvPr>
          <p:cNvSpPr>
            <a:spLocks/>
          </p:cNvSpPr>
          <p:nvPr/>
        </p:nvSpPr>
        <p:spPr>
          <a:xfrm>
            <a:off x="260313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7567B6A5-409E-473F-9A88-F9B0BC13E2DA}"/>
              </a:ext>
            </a:extLst>
          </p:cNvPr>
          <p:cNvSpPr>
            <a:spLocks/>
          </p:cNvSpPr>
          <p:nvPr/>
        </p:nvSpPr>
        <p:spPr>
          <a:xfrm>
            <a:off x="2637567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7675E9A9-6680-4724-9C02-583B54129D2D}"/>
              </a:ext>
            </a:extLst>
          </p:cNvPr>
          <p:cNvSpPr>
            <a:spLocks/>
          </p:cNvSpPr>
          <p:nvPr/>
        </p:nvSpPr>
        <p:spPr>
          <a:xfrm>
            <a:off x="2672678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ED46AC9D-69CF-40FF-A0CB-B9129F813D76}"/>
              </a:ext>
            </a:extLst>
          </p:cNvPr>
          <p:cNvSpPr>
            <a:spLocks/>
          </p:cNvSpPr>
          <p:nvPr/>
        </p:nvSpPr>
        <p:spPr>
          <a:xfrm>
            <a:off x="260008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7A8E6113-5E5A-43BD-8035-518CCE92B894}"/>
              </a:ext>
            </a:extLst>
          </p:cNvPr>
          <p:cNvSpPr>
            <a:spLocks/>
          </p:cNvSpPr>
          <p:nvPr/>
        </p:nvSpPr>
        <p:spPr>
          <a:xfrm>
            <a:off x="25653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36201CB4-596D-4789-BF93-B915E234210C}"/>
              </a:ext>
            </a:extLst>
          </p:cNvPr>
          <p:cNvSpPr>
            <a:spLocks/>
          </p:cNvSpPr>
          <p:nvPr/>
        </p:nvSpPr>
        <p:spPr>
          <a:xfrm>
            <a:off x="2653233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6EEDAFE9-845E-4E7F-B605-6F9BFAE2D929}"/>
              </a:ext>
            </a:extLst>
          </p:cNvPr>
          <p:cNvSpPr>
            <a:spLocks/>
          </p:cNvSpPr>
          <p:nvPr/>
        </p:nvSpPr>
        <p:spPr>
          <a:xfrm>
            <a:off x="263103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8B000F-5BAF-41EE-BDB0-41E2C65D859E}"/>
              </a:ext>
            </a:extLst>
          </p:cNvPr>
          <p:cNvSpPr>
            <a:spLocks/>
          </p:cNvSpPr>
          <p:nvPr/>
        </p:nvSpPr>
        <p:spPr>
          <a:xfrm>
            <a:off x="2646340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51C5DCE9-E487-4766-A241-3186F8D63568}"/>
              </a:ext>
            </a:extLst>
          </p:cNvPr>
          <p:cNvSpPr>
            <a:spLocks/>
          </p:cNvSpPr>
          <p:nvPr/>
        </p:nvSpPr>
        <p:spPr>
          <a:xfrm>
            <a:off x="26706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0464E0E8-9582-4292-A2B0-9FBCED4EAB53}"/>
              </a:ext>
            </a:extLst>
          </p:cNvPr>
          <p:cNvSpPr>
            <a:spLocks/>
          </p:cNvSpPr>
          <p:nvPr/>
        </p:nvSpPr>
        <p:spPr>
          <a:xfrm>
            <a:off x="26580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0531882E-0B3F-4E0A-BEF0-976FD499A4AF}"/>
              </a:ext>
            </a:extLst>
          </p:cNvPr>
          <p:cNvSpPr>
            <a:spLocks/>
          </p:cNvSpPr>
          <p:nvPr/>
        </p:nvSpPr>
        <p:spPr>
          <a:xfrm>
            <a:off x="26604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4BE98EDE-000E-46CA-A305-FD385BEA0968}"/>
              </a:ext>
            </a:extLst>
          </p:cNvPr>
          <p:cNvSpPr>
            <a:spLocks/>
          </p:cNvSpPr>
          <p:nvPr/>
        </p:nvSpPr>
        <p:spPr>
          <a:xfrm>
            <a:off x="26639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2E116CF0-2A7E-409E-8CD8-008F7155186C}"/>
              </a:ext>
            </a:extLst>
          </p:cNvPr>
          <p:cNvSpPr>
            <a:spLocks/>
          </p:cNvSpPr>
          <p:nvPr/>
        </p:nvSpPr>
        <p:spPr>
          <a:xfrm>
            <a:off x="26678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8CD8A523-84E9-439B-9E16-1E9F127E6F47}"/>
              </a:ext>
            </a:extLst>
          </p:cNvPr>
          <p:cNvSpPr>
            <a:spLocks/>
          </p:cNvSpPr>
          <p:nvPr/>
        </p:nvSpPr>
        <p:spPr>
          <a:xfrm>
            <a:off x="2607338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9BEA6BF-BA0E-42BB-B9AE-ABF936B31CD5}"/>
              </a:ext>
            </a:extLst>
          </p:cNvPr>
          <p:cNvSpPr>
            <a:spLocks/>
          </p:cNvSpPr>
          <p:nvPr/>
        </p:nvSpPr>
        <p:spPr>
          <a:xfrm>
            <a:off x="2640467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5A607785-5ECB-4888-94E9-F0AAEA35CCEA}"/>
              </a:ext>
            </a:extLst>
          </p:cNvPr>
          <p:cNvSpPr>
            <a:spLocks/>
          </p:cNvSpPr>
          <p:nvPr/>
        </p:nvSpPr>
        <p:spPr>
          <a:xfrm>
            <a:off x="26047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DCBE7E9A-ECC8-4300-BD32-4832B7D9F056}"/>
              </a:ext>
            </a:extLst>
          </p:cNvPr>
          <p:cNvSpPr>
            <a:spLocks/>
          </p:cNvSpPr>
          <p:nvPr/>
        </p:nvSpPr>
        <p:spPr>
          <a:xfrm>
            <a:off x="262521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94CE0B17-ABF8-4D8D-9CE6-45BE2F432BC0}"/>
              </a:ext>
            </a:extLst>
          </p:cNvPr>
          <p:cNvSpPr>
            <a:spLocks/>
          </p:cNvSpPr>
          <p:nvPr/>
        </p:nvSpPr>
        <p:spPr>
          <a:xfrm>
            <a:off x="2589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E9D5BED9-1297-465D-B45E-0ADD3867FF65}"/>
              </a:ext>
            </a:extLst>
          </p:cNvPr>
          <p:cNvSpPr>
            <a:spLocks/>
          </p:cNvSpPr>
          <p:nvPr/>
        </p:nvSpPr>
        <p:spPr>
          <a:xfrm>
            <a:off x="26448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893037E4-CDFF-48F7-B93A-A6D16E38994B}"/>
              </a:ext>
            </a:extLst>
          </p:cNvPr>
          <p:cNvSpPr>
            <a:spLocks/>
          </p:cNvSpPr>
          <p:nvPr/>
        </p:nvSpPr>
        <p:spPr>
          <a:xfrm>
            <a:off x="260952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ED8DE75-B5C6-451B-B414-18CCDDF82916}"/>
              </a:ext>
            </a:extLst>
          </p:cNvPr>
          <p:cNvSpPr>
            <a:spLocks/>
          </p:cNvSpPr>
          <p:nvPr/>
        </p:nvSpPr>
        <p:spPr>
          <a:xfrm>
            <a:off x="2627130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68A9B1CA-E411-4E79-9305-C1CA341E9A9E}"/>
              </a:ext>
            </a:extLst>
          </p:cNvPr>
          <p:cNvSpPr>
            <a:spLocks/>
          </p:cNvSpPr>
          <p:nvPr/>
        </p:nvSpPr>
        <p:spPr>
          <a:xfrm>
            <a:off x="2615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E3E515D4-EB38-4F02-965D-AC2A498025E4}"/>
              </a:ext>
            </a:extLst>
          </p:cNvPr>
          <p:cNvSpPr>
            <a:spLocks/>
          </p:cNvSpPr>
          <p:nvPr/>
        </p:nvSpPr>
        <p:spPr>
          <a:xfrm>
            <a:off x="26705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2889640F-65E5-4C40-82EF-CA49A8F65586}"/>
              </a:ext>
            </a:extLst>
          </p:cNvPr>
          <p:cNvSpPr>
            <a:spLocks/>
          </p:cNvSpPr>
          <p:nvPr/>
        </p:nvSpPr>
        <p:spPr>
          <a:xfrm>
            <a:off x="2614490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7F170145-D1E0-4599-B8B5-2A13F7783CE8}"/>
              </a:ext>
            </a:extLst>
          </p:cNvPr>
          <p:cNvSpPr>
            <a:spLocks/>
          </p:cNvSpPr>
          <p:nvPr/>
        </p:nvSpPr>
        <p:spPr>
          <a:xfrm>
            <a:off x="266088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E6A05473-08EB-4AA4-90A0-CBA669330B99}"/>
              </a:ext>
            </a:extLst>
          </p:cNvPr>
          <p:cNvSpPr>
            <a:spLocks/>
          </p:cNvSpPr>
          <p:nvPr/>
        </p:nvSpPr>
        <p:spPr>
          <a:xfrm>
            <a:off x="26392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D2B499B-2C8F-4C7F-98A7-6DFE84068F46}"/>
              </a:ext>
            </a:extLst>
          </p:cNvPr>
          <p:cNvSpPr>
            <a:spLocks/>
          </p:cNvSpPr>
          <p:nvPr/>
        </p:nvSpPr>
        <p:spPr>
          <a:xfrm>
            <a:off x="2642814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7FB3162F-D12C-4FB2-BE18-60A543986CC6}"/>
              </a:ext>
            </a:extLst>
          </p:cNvPr>
          <p:cNvSpPr>
            <a:spLocks/>
          </p:cNvSpPr>
          <p:nvPr/>
        </p:nvSpPr>
        <p:spPr>
          <a:xfrm>
            <a:off x="2591616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1D1A34D9-1BA6-401A-B15B-6C647878E264}"/>
              </a:ext>
            </a:extLst>
          </p:cNvPr>
          <p:cNvSpPr>
            <a:spLocks/>
          </p:cNvSpPr>
          <p:nvPr/>
        </p:nvSpPr>
        <p:spPr>
          <a:xfrm>
            <a:off x="2594616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D7625811-66AB-4A6F-90D0-36B414086644}"/>
              </a:ext>
            </a:extLst>
          </p:cNvPr>
          <p:cNvSpPr>
            <a:spLocks/>
          </p:cNvSpPr>
          <p:nvPr/>
        </p:nvSpPr>
        <p:spPr>
          <a:xfrm>
            <a:off x="2671233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B988B15-B3F9-416B-BA13-A8065386A092}"/>
              </a:ext>
            </a:extLst>
          </p:cNvPr>
          <p:cNvSpPr>
            <a:spLocks/>
          </p:cNvSpPr>
          <p:nvPr/>
        </p:nvSpPr>
        <p:spPr>
          <a:xfrm>
            <a:off x="2561541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AF56CB1A-0F4E-482F-AC56-39A234C4ABC6}"/>
              </a:ext>
            </a:extLst>
          </p:cNvPr>
          <p:cNvSpPr>
            <a:spLocks/>
          </p:cNvSpPr>
          <p:nvPr/>
        </p:nvSpPr>
        <p:spPr>
          <a:xfrm>
            <a:off x="264235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E44C3D5-3E9D-4148-BB72-ADA80F8048BB}"/>
              </a:ext>
            </a:extLst>
          </p:cNvPr>
          <p:cNvSpPr>
            <a:spLocks/>
          </p:cNvSpPr>
          <p:nvPr/>
        </p:nvSpPr>
        <p:spPr>
          <a:xfrm>
            <a:off x="2601123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515E832E-D656-4BF3-86A8-D51E0D2C3366}"/>
              </a:ext>
            </a:extLst>
          </p:cNvPr>
          <p:cNvSpPr>
            <a:spLocks/>
          </p:cNvSpPr>
          <p:nvPr/>
        </p:nvSpPr>
        <p:spPr>
          <a:xfrm>
            <a:off x="257074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E40D75EF-5628-4A35-BECE-D920B04CCEBF}"/>
              </a:ext>
            </a:extLst>
          </p:cNvPr>
          <p:cNvSpPr>
            <a:spLocks/>
          </p:cNvSpPr>
          <p:nvPr/>
        </p:nvSpPr>
        <p:spPr>
          <a:xfrm>
            <a:off x="2603097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73E7B44-4AA7-46E7-A2BB-A86D099BCF5B}"/>
              </a:ext>
            </a:extLst>
          </p:cNvPr>
          <p:cNvSpPr>
            <a:spLocks/>
          </p:cNvSpPr>
          <p:nvPr/>
        </p:nvSpPr>
        <p:spPr>
          <a:xfrm>
            <a:off x="25915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FF789F79-4223-4EB7-BE42-F0CDD3FC09FC}"/>
              </a:ext>
            </a:extLst>
          </p:cNvPr>
          <p:cNvSpPr>
            <a:spLocks/>
          </p:cNvSpPr>
          <p:nvPr/>
        </p:nvSpPr>
        <p:spPr>
          <a:xfrm>
            <a:off x="26329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0EEA69A-B1CC-4E38-B8AE-40AA8657F482}"/>
              </a:ext>
            </a:extLst>
          </p:cNvPr>
          <p:cNvSpPr>
            <a:spLocks/>
          </p:cNvSpPr>
          <p:nvPr/>
        </p:nvSpPr>
        <p:spPr>
          <a:xfrm>
            <a:off x="25709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C0CAA8CD-FF84-4985-8F9D-4AC1313B7F30}"/>
              </a:ext>
            </a:extLst>
          </p:cNvPr>
          <p:cNvSpPr>
            <a:spLocks/>
          </p:cNvSpPr>
          <p:nvPr/>
        </p:nvSpPr>
        <p:spPr>
          <a:xfrm>
            <a:off x="25647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980C7898-6259-43D2-B157-1C4C799D19FC}"/>
              </a:ext>
            </a:extLst>
          </p:cNvPr>
          <p:cNvSpPr>
            <a:spLocks/>
          </p:cNvSpPr>
          <p:nvPr/>
        </p:nvSpPr>
        <p:spPr>
          <a:xfrm>
            <a:off x="2561169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AB9B9F5-F39F-41CF-A3E5-A3FBCECAAF87}"/>
              </a:ext>
            </a:extLst>
          </p:cNvPr>
          <p:cNvSpPr>
            <a:spLocks/>
          </p:cNvSpPr>
          <p:nvPr/>
        </p:nvSpPr>
        <p:spPr>
          <a:xfrm>
            <a:off x="2620417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1AD52AEA-2A50-4933-8677-60F5F1E888A4}"/>
              </a:ext>
            </a:extLst>
          </p:cNvPr>
          <p:cNvSpPr>
            <a:spLocks/>
          </p:cNvSpPr>
          <p:nvPr/>
        </p:nvSpPr>
        <p:spPr>
          <a:xfrm>
            <a:off x="261437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F4440335-94E9-43A9-9416-81823D746292}"/>
              </a:ext>
            </a:extLst>
          </p:cNvPr>
          <p:cNvSpPr>
            <a:spLocks/>
          </p:cNvSpPr>
          <p:nvPr/>
        </p:nvSpPr>
        <p:spPr>
          <a:xfrm>
            <a:off x="26630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804E7436-E3E5-4FB1-87D9-C03215806726}"/>
              </a:ext>
            </a:extLst>
          </p:cNvPr>
          <p:cNvSpPr>
            <a:spLocks/>
          </p:cNvSpPr>
          <p:nvPr/>
        </p:nvSpPr>
        <p:spPr>
          <a:xfrm>
            <a:off x="2619729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F19F5201-C987-4938-A349-771DE0A13240}"/>
              </a:ext>
            </a:extLst>
          </p:cNvPr>
          <p:cNvSpPr>
            <a:spLocks/>
          </p:cNvSpPr>
          <p:nvPr/>
        </p:nvSpPr>
        <p:spPr>
          <a:xfrm>
            <a:off x="25857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9E320C6E-D1B3-4934-90DF-46A5F355A8CF}"/>
              </a:ext>
            </a:extLst>
          </p:cNvPr>
          <p:cNvSpPr>
            <a:spLocks/>
          </p:cNvSpPr>
          <p:nvPr/>
        </p:nvSpPr>
        <p:spPr>
          <a:xfrm>
            <a:off x="2660667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CD2F3CB7-2E00-4E0D-B2E4-BE41CD2EE9D0}"/>
              </a:ext>
            </a:extLst>
          </p:cNvPr>
          <p:cNvSpPr>
            <a:spLocks/>
          </p:cNvSpPr>
          <p:nvPr/>
        </p:nvSpPr>
        <p:spPr>
          <a:xfrm>
            <a:off x="256984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6132EE6-C276-4897-99AD-5AFC22C133B5}"/>
              </a:ext>
            </a:extLst>
          </p:cNvPr>
          <p:cNvSpPr>
            <a:spLocks/>
          </p:cNvSpPr>
          <p:nvPr/>
        </p:nvSpPr>
        <p:spPr>
          <a:xfrm>
            <a:off x="268013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AF14EA30-E104-42D2-BF3F-58A1452F6B3C}"/>
              </a:ext>
            </a:extLst>
          </p:cNvPr>
          <p:cNvSpPr>
            <a:spLocks/>
          </p:cNvSpPr>
          <p:nvPr/>
        </p:nvSpPr>
        <p:spPr>
          <a:xfrm>
            <a:off x="2690039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C67A71-E360-4546-BAAD-60BF4503FBA3}"/>
              </a:ext>
            </a:extLst>
          </p:cNvPr>
          <p:cNvSpPr>
            <a:spLocks/>
          </p:cNvSpPr>
          <p:nvPr/>
        </p:nvSpPr>
        <p:spPr>
          <a:xfrm>
            <a:off x="264063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B81E39C7-868B-4EB6-9376-968942A087BA}"/>
              </a:ext>
            </a:extLst>
          </p:cNvPr>
          <p:cNvSpPr>
            <a:spLocks/>
          </p:cNvSpPr>
          <p:nvPr/>
        </p:nvSpPr>
        <p:spPr>
          <a:xfrm>
            <a:off x="2551395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7479859D-819B-4B94-99EA-C0AA3AA260C3}"/>
              </a:ext>
            </a:extLst>
          </p:cNvPr>
          <p:cNvSpPr>
            <a:spLocks/>
          </p:cNvSpPr>
          <p:nvPr/>
        </p:nvSpPr>
        <p:spPr>
          <a:xfrm>
            <a:off x="25865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20FE390F-9D12-4E8F-ABE3-77677EC6084D}"/>
              </a:ext>
            </a:extLst>
          </p:cNvPr>
          <p:cNvSpPr>
            <a:spLocks/>
          </p:cNvSpPr>
          <p:nvPr/>
        </p:nvSpPr>
        <p:spPr>
          <a:xfrm>
            <a:off x="26787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4E2AE0B-AD3C-4CA7-A6BF-6DF8E10151B1}"/>
              </a:ext>
            </a:extLst>
          </p:cNvPr>
          <p:cNvSpPr>
            <a:spLocks/>
          </p:cNvSpPr>
          <p:nvPr/>
        </p:nvSpPr>
        <p:spPr>
          <a:xfrm>
            <a:off x="2564009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80931F60-E446-4C60-856D-1EBB50A8039F}"/>
              </a:ext>
            </a:extLst>
          </p:cNvPr>
          <p:cNvSpPr>
            <a:spLocks/>
          </p:cNvSpPr>
          <p:nvPr/>
        </p:nvSpPr>
        <p:spPr>
          <a:xfrm>
            <a:off x="261112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A4B158F5-7FDB-4FEA-B2C3-C9EA9CAFF673}"/>
              </a:ext>
            </a:extLst>
          </p:cNvPr>
          <p:cNvSpPr>
            <a:spLocks/>
          </p:cNvSpPr>
          <p:nvPr/>
        </p:nvSpPr>
        <p:spPr>
          <a:xfrm>
            <a:off x="26268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8A7703-E79D-43CC-B38B-78FD00256412}"/>
              </a:ext>
            </a:extLst>
          </p:cNvPr>
          <p:cNvSpPr>
            <a:spLocks/>
          </p:cNvSpPr>
          <p:nvPr/>
        </p:nvSpPr>
        <p:spPr>
          <a:xfrm>
            <a:off x="2687923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546BF3C-175A-4D29-988A-B106F14062E3}"/>
              </a:ext>
            </a:extLst>
          </p:cNvPr>
          <p:cNvSpPr>
            <a:spLocks/>
          </p:cNvSpPr>
          <p:nvPr/>
        </p:nvSpPr>
        <p:spPr>
          <a:xfrm>
            <a:off x="263562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61CE97A-9AC4-47FC-9243-7AD9F16FC659}"/>
              </a:ext>
            </a:extLst>
          </p:cNvPr>
          <p:cNvSpPr>
            <a:spLocks/>
          </p:cNvSpPr>
          <p:nvPr/>
        </p:nvSpPr>
        <p:spPr>
          <a:xfrm>
            <a:off x="26020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2259F63-0518-4011-8D13-B08CCEEDFE2C}"/>
              </a:ext>
            </a:extLst>
          </p:cNvPr>
          <p:cNvSpPr>
            <a:spLocks/>
          </p:cNvSpPr>
          <p:nvPr/>
        </p:nvSpPr>
        <p:spPr>
          <a:xfrm>
            <a:off x="2654315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AEEA7D75-2893-4793-A56D-1A0CD96D15D6}"/>
              </a:ext>
            </a:extLst>
          </p:cNvPr>
          <p:cNvSpPr>
            <a:spLocks/>
          </p:cNvSpPr>
          <p:nvPr/>
        </p:nvSpPr>
        <p:spPr>
          <a:xfrm>
            <a:off x="2553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37F3D70-BAC1-42D5-A700-8FDE2EACA024}"/>
              </a:ext>
            </a:extLst>
          </p:cNvPr>
          <p:cNvSpPr>
            <a:spLocks/>
          </p:cNvSpPr>
          <p:nvPr/>
        </p:nvSpPr>
        <p:spPr>
          <a:xfrm>
            <a:off x="2559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922B5C8-0D74-4E5B-9820-7835DBC2B3B9}"/>
              </a:ext>
            </a:extLst>
          </p:cNvPr>
          <p:cNvSpPr>
            <a:spLocks/>
          </p:cNvSpPr>
          <p:nvPr/>
        </p:nvSpPr>
        <p:spPr>
          <a:xfrm>
            <a:off x="262531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6EC7A6F4-DD87-4B9F-AF56-3260D1793A8F}"/>
              </a:ext>
            </a:extLst>
          </p:cNvPr>
          <p:cNvSpPr>
            <a:spLocks/>
          </p:cNvSpPr>
          <p:nvPr/>
        </p:nvSpPr>
        <p:spPr>
          <a:xfrm>
            <a:off x="26760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243C241B-5281-4DE3-A5F4-519548C6A0D0}"/>
              </a:ext>
            </a:extLst>
          </p:cNvPr>
          <p:cNvSpPr>
            <a:spLocks/>
          </p:cNvSpPr>
          <p:nvPr/>
        </p:nvSpPr>
        <p:spPr>
          <a:xfrm>
            <a:off x="2601689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9C36F30-FA56-439A-A6F2-73ED0003A456}"/>
              </a:ext>
            </a:extLst>
          </p:cNvPr>
          <p:cNvSpPr>
            <a:spLocks/>
          </p:cNvSpPr>
          <p:nvPr/>
        </p:nvSpPr>
        <p:spPr>
          <a:xfrm>
            <a:off x="2640794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22C7245C-248A-424F-9240-C9BF53239C15}"/>
              </a:ext>
            </a:extLst>
          </p:cNvPr>
          <p:cNvSpPr>
            <a:spLocks/>
          </p:cNvSpPr>
          <p:nvPr/>
        </p:nvSpPr>
        <p:spPr>
          <a:xfrm>
            <a:off x="26514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9E508BFC-8C3D-45EB-99ED-1D8FC49E8AB3}"/>
              </a:ext>
            </a:extLst>
          </p:cNvPr>
          <p:cNvSpPr>
            <a:spLocks/>
          </p:cNvSpPr>
          <p:nvPr/>
        </p:nvSpPr>
        <p:spPr>
          <a:xfrm>
            <a:off x="2589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26EE2787-7BA3-46BA-BA02-609967805F5F}"/>
              </a:ext>
            </a:extLst>
          </p:cNvPr>
          <p:cNvSpPr>
            <a:spLocks/>
          </p:cNvSpPr>
          <p:nvPr/>
        </p:nvSpPr>
        <p:spPr>
          <a:xfrm>
            <a:off x="257638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3464E17B-6A78-47F5-881B-20A6FFD300F5}"/>
              </a:ext>
            </a:extLst>
          </p:cNvPr>
          <p:cNvSpPr>
            <a:spLocks/>
          </p:cNvSpPr>
          <p:nvPr/>
        </p:nvSpPr>
        <p:spPr>
          <a:xfrm>
            <a:off x="2569371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0E8121F-A8EE-4255-8319-4516C7C97A81}"/>
              </a:ext>
            </a:extLst>
          </p:cNvPr>
          <p:cNvSpPr>
            <a:spLocks/>
          </p:cNvSpPr>
          <p:nvPr/>
        </p:nvSpPr>
        <p:spPr>
          <a:xfrm>
            <a:off x="2593627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8B5D0E62-559D-4DF2-832E-8DCEB368A14A}"/>
              </a:ext>
            </a:extLst>
          </p:cNvPr>
          <p:cNvSpPr>
            <a:spLocks/>
          </p:cNvSpPr>
          <p:nvPr/>
        </p:nvSpPr>
        <p:spPr>
          <a:xfrm>
            <a:off x="2602746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D0AF5B8F-A248-48E1-A789-E94EE3A7D058}"/>
              </a:ext>
            </a:extLst>
          </p:cNvPr>
          <p:cNvSpPr>
            <a:spLocks/>
          </p:cNvSpPr>
          <p:nvPr/>
        </p:nvSpPr>
        <p:spPr>
          <a:xfrm>
            <a:off x="2608314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F27D96E-5F22-47AE-B3EA-2C03EBDF8026}"/>
              </a:ext>
            </a:extLst>
          </p:cNvPr>
          <p:cNvSpPr>
            <a:spLocks/>
          </p:cNvSpPr>
          <p:nvPr/>
        </p:nvSpPr>
        <p:spPr>
          <a:xfrm>
            <a:off x="2682153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1C1F8CE9-CE2F-4B05-94AB-7DA9E5D21CD9}"/>
              </a:ext>
            </a:extLst>
          </p:cNvPr>
          <p:cNvSpPr>
            <a:spLocks/>
          </p:cNvSpPr>
          <p:nvPr/>
        </p:nvSpPr>
        <p:spPr>
          <a:xfrm>
            <a:off x="266682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583B79E8-BDC2-42A9-82BB-61937CBB50BA}"/>
              </a:ext>
            </a:extLst>
          </p:cNvPr>
          <p:cNvSpPr>
            <a:spLocks/>
          </p:cNvSpPr>
          <p:nvPr/>
        </p:nvSpPr>
        <p:spPr>
          <a:xfrm>
            <a:off x="26660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B2B62574-8D6E-4C6A-974A-1429E82AF3B2}"/>
              </a:ext>
            </a:extLst>
          </p:cNvPr>
          <p:cNvSpPr>
            <a:spLocks/>
          </p:cNvSpPr>
          <p:nvPr/>
        </p:nvSpPr>
        <p:spPr>
          <a:xfrm>
            <a:off x="255888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EB889955-C81D-4E16-86A2-1E8369B32641}"/>
              </a:ext>
            </a:extLst>
          </p:cNvPr>
          <p:cNvSpPr>
            <a:spLocks/>
          </p:cNvSpPr>
          <p:nvPr/>
        </p:nvSpPr>
        <p:spPr>
          <a:xfrm>
            <a:off x="255065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5F3042C5-3CF1-480B-8A59-A889E1BB5804}"/>
              </a:ext>
            </a:extLst>
          </p:cNvPr>
          <p:cNvSpPr>
            <a:spLocks/>
          </p:cNvSpPr>
          <p:nvPr/>
        </p:nvSpPr>
        <p:spPr>
          <a:xfrm>
            <a:off x="2655601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6E4CB70-6D55-4C73-B698-2A94F2C4D5C0}"/>
              </a:ext>
            </a:extLst>
          </p:cNvPr>
          <p:cNvSpPr>
            <a:spLocks/>
          </p:cNvSpPr>
          <p:nvPr/>
        </p:nvSpPr>
        <p:spPr>
          <a:xfrm>
            <a:off x="2664313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F1F897E-4AF2-4725-A055-47EC10ECA04D}"/>
              </a:ext>
            </a:extLst>
          </p:cNvPr>
          <p:cNvSpPr>
            <a:spLocks/>
          </p:cNvSpPr>
          <p:nvPr/>
        </p:nvSpPr>
        <p:spPr>
          <a:xfrm>
            <a:off x="259945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9876B156-7EFC-44B8-9795-E0AA281A4ABD}"/>
              </a:ext>
            </a:extLst>
          </p:cNvPr>
          <p:cNvSpPr>
            <a:spLocks/>
          </p:cNvSpPr>
          <p:nvPr/>
        </p:nvSpPr>
        <p:spPr>
          <a:xfrm>
            <a:off x="2688655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80BEBD5A-213A-4E49-A94A-0CCFBB52A2F7}"/>
              </a:ext>
            </a:extLst>
          </p:cNvPr>
          <p:cNvSpPr>
            <a:spLocks/>
          </p:cNvSpPr>
          <p:nvPr/>
        </p:nvSpPr>
        <p:spPr>
          <a:xfrm>
            <a:off x="2583495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947CDE9D-3CF4-49F0-86C5-D55966E10F94}"/>
              </a:ext>
            </a:extLst>
          </p:cNvPr>
          <p:cNvSpPr>
            <a:spLocks/>
          </p:cNvSpPr>
          <p:nvPr/>
        </p:nvSpPr>
        <p:spPr>
          <a:xfrm>
            <a:off x="26792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E80FCB90-D3DC-4A1B-AF06-574A93C949EF}"/>
              </a:ext>
            </a:extLst>
          </p:cNvPr>
          <p:cNvSpPr>
            <a:spLocks/>
          </p:cNvSpPr>
          <p:nvPr/>
        </p:nvSpPr>
        <p:spPr>
          <a:xfrm>
            <a:off x="26292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B29A6A1E-38A5-495F-AF3D-05CCBA75855C}"/>
              </a:ext>
            </a:extLst>
          </p:cNvPr>
          <p:cNvSpPr>
            <a:spLocks/>
          </p:cNvSpPr>
          <p:nvPr/>
        </p:nvSpPr>
        <p:spPr>
          <a:xfrm>
            <a:off x="26281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32F51868-BA89-4DA0-A404-44FACAAD5B5B}"/>
              </a:ext>
            </a:extLst>
          </p:cNvPr>
          <p:cNvSpPr>
            <a:spLocks/>
          </p:cNvSpPr>
          <p:nvPr/>
        </p:nvSpPr>
        <p:spPr>
          <a:xfrm>
            <a:off x="2581665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67592EA-3AF1-4E96-BA3D-DC993A8A63BD}"/>
              </a:ext>
            </a:extLst>
          </p:cNvPr>
          <p:cNvSpPr>
            <a:spLocks/>
          </p:cNvSpPr>
          <p:nvPr/>
        </p:nvSpPr>
        <p:spPr>
          <a:xfrm>
            <a:off x="263817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5E1E3857-B7B8-4918-A324-4E3A2F5696E4}"/>
              </a:ext>
            </a:extLst>
          </p:cNvPr>
          <p:cNvSpPr>
            <a:spLocks/>
          </p:cNvSpPr>
          <p:nvPr/>
        </p:nvSpPr>
        <p:spPr>
          <a:xfrm>
            <a:off x="266122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AB24DEDD-70F2-437D-8A04-1C9316BE274F}"/>
              </a:ext>
            </a:extLst>
          </p:cNvPr>
          <p:cNvSpPr>
            <a:spLocks/>
          </p:cNvSpPr>
          <p:nvPr/>
        </p:nvSpPr>
        <p:spPr>
          <a:xfrm>
            <a:off x="268993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51F77AFD-ED4F-496A-835E-497DDFCF43C8}"/>
              </a:ext>
            </a:extLst>
          </p:cNvPr>
          <p:cNvSpPr>
            <a:spLocks/>
          </p:cNvSpPr>
          <p:nvPr/>
        </p:nvSpPr>
        <p:spPr>
          <a:xfrm>
            <a:off x="2673249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3FA130CF-F78E-4E00-A72E-049F007DB93A}"/>
              </a:ext>
            </a:extLst>
          </p:cNvPr>
          <p:cNvSpPr>
            <a:spLocks/>
          </p:cNvSpPr>
          <p:nvPr/>
        </p:nvSpPr>
        <p:spPr>
          <a:xfrm>
            <a:off x="256534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CBB5D98E-D450-4876-B887-C5211524B495}"/>
              </a:ext>
            </a:extLst>
          </p:cNvPr>
          <p:cNvSpPr>
            <a:spLocks/>
          </p:cNvSpPr>
          <p:nvPr/>
        </p:nvSpPr>
        <p:spPr>
          <a:xfrm>
            <a:off x="26707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AA892D23-621E-4A0B-AA4E-3679400FC6D7}"/>
              </a:ext>
            </a:extLst>
          </p:cNvPr>
          <p:cNvSpPr>
            <a:spLocks/>
          </p:cNvSpPr>
          <p:nvPr/>
        </p:nvSpPr>
        <p:spPr>
          <a:xfrm>
            <a:off x="267231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0B558439-DA22-4007-97FF-B76865570738}"/>
              </a:ext>
            </a:extLst>
          </p:cNvPr>
          <p:cNvSpPr>
            <a:spLocks/>
          </p:cNvSpPr>
          <p:nvPr/>
        </p:nvSpPr>
        <p:spPr>
          <a:xfrm>
            <a:off x="26194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B620D3EF-B797-4327-8FF6-8FEFA1944660}"/>
              </a:ext>
            </a:extLst>
          </p:cNvPr>
          <p:cNvSpPr>
            <a:spLocks/>
          </p:cNvSpPr>
          <p:nvPr/>
        </p:nvSpPr>
        <p:spPr>
          <a:xfrm>
            <a:off x="2628412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AB2F30CD-54A1-4BB8-979D-901640B31239}"/>
              </a:ext>
            </a:extLst>
          </p:cNvPr>
          <p:cNvSpPr>
            <a:spLocks/>
          </p:cNvSpPr>
          <p:nvPr/>
        </p:nvSpPr>
        <p:spPr>
          <a:xfrm>
            <a:off x="26151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5DF091D1-5174-42D3-8A56-05CABDA9D5BB}"/>
              </a:ext>
            </a:extLst>
          </p:cNvPr>
          <p:cNvSpPr>
            <a:spLocks/>
          </p:cNvSpPr>
          <p:nvPr/>
        </p:nvSpPr>
        <p:spPr>
          <a:xfrm>
            <a:off x="2571185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422ACDB-69F5-45AF-9FC1-0E5BFBD16057}"/>
              </a:ext>
            </a:extLst>
          </p:cNvPr>
          <p:cNvSpPr>
            <a:spLocks/>
          </p:cNvSpPr>
          <p:nvPr/>
        </p:nvSpPr>
        <p:spPr>
          <a:xfrm>
            <a:off x="26835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54D7AB19-4CBC-4CB9-9F59-415BBB7F4FA7}"/>
              </a:ext>
            </a:extLst>
          </p:cNvPr>
          <p:cNvSpPr>
            <a:spLocks/>
          </p:cNvSpPr>
          <p:nvPr/>
        </p:nvSpPr>
        <p:spPr>
          <a:xfrm>
            <a:off x="25792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1FB5008-7B9F-4D63-9842-4A82DDD416DF}"/>
              </a:ext>
            </a:extLst>
          </p:cNvPr>
          <p:cNvSpPr>
            <a:spLocks/>
          </p:cNvSpPr>
          <p:nvPr/>
        </p:nvSpPr>
        <p:spPr>
          <a:xfrm>
            <a:off x="26167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B9B43801-596B-4935-AB0C-80B86DB20A41}"/>
              </a:ext>
            </a:extLst>
          </p:cNvPr>
          <p:cNvSpPr>
            <a:spLocks/>
          </p:cNvSpPr>
          <p:nvPr/>
        </p:nvSpPr>
        <p:spPr>
          <a:xfrm>
            <a:off x="266452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ACF64DB4-1993-4D19-9D0D-CB364B40DF00}"/>
              </a:ext>
            </a:extLst>
          </p:cNvPr>
          <p:cNvSpPr>
            <a:spLocks/>
          </p:cNvSpPr>
          <p:nvPr/>
        </p:nvSpPr>
        <p:spPr>
          <a:xfrm>
            <a:off x="259828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0851FD2-8116-489C-9FA9-1E0229E04E1C}"/>
              </a:ext>
            </a:extLst>
          </p:cNvPr>
          <p:cNvSpPr>
            <a:spLocks/>
          </p:cNvSpPr>
          <p:nvPr/>
        </p:nvSpPr>
        <p:spPr>
          <a:xfrm>
            <a:off x="26868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3011E4F6-807C-4FE1-BF37-46E636D54060}"/>
              </a:ext>
            </a:extLst>
          </p:cNvPr>
          <p:cNvSpPr>
            <a:spLocks/>
          </p:cNvSpPr>
          <p:nvPr/>
        </p:nvSpPr>
        <p:spPr>
          <a:xfrm>
            <a:off x="2594480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79FCAE2D-ED8F-437A-AE88-38130FCF4A59}"/>
              </a:ext>
            </a:extLst>
          </p:cNvPr>
          <p:cNvSpPr>
            <a:spLocks/>
          </p:cNvSpPr>
          <p:nvPr/>
        </p:nvSpPr>
        <p:spPr>
          <a:xfrm>
            <a:off x="25792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8087F7E8-6C96-4AF8-A2E5-CC0A4F7AF275}"/>
              </a:ext>
            </a:extLst>
          </p:cNvPr>
          <p:cNvSpPr>
            <a:spLocks/>
          </p:cNvSpPr>
          <p:nvPr/>
        </p:nvSpPr>
        <p:spPr>
          <a:xfrm>
            <a:off x="26177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4192938-8FD8-4D37-B93E-482F0DDB9CBE}"/>
              </a:ext>
            </a:extLst>
          </p:cNvPr>
          <p:cNvSpPr>
            <a:spLocks/>
          </p:cNvSpPr>
          <p:nvPr/>
        </p:nvSpPr>
        <p:spPr>
          <a:xfrm>
            <a:off x="25702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60F8A4C9-7725-4CC6-991E-37CE4E5A3DD9}"/>
              </a:ext>
            </a:extLst>
          </p:cNvPr>
          <p:cNvSpPr>
            <a:spLocks/>
          </p:cNvSpPr>
          <p:nvPr/>
        </p:nvSpPr>
        <p:spPr>
          <a:xfrm>
            <a:off x="2623331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FDC9C86D-E9AC-4F7F-A991-F254DD6A7478}"/>
              </a:ext>
            </a:extLst>
          </p:cNvPr>
          <p:cNvSpPr>
            <a:spLocks/>
          </p:cNvSpPr>
          <p:nvPr/>
        </p:nvSpPr>
        <p:spPr>
          <a:xfrm>
            <a:off x="256880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B4A1C5C0-FEA0-4515-A8FE-D4944A3C0E04}"/>
              </a:ext>
            </a:extLst>
          </p:cNvPr>
          <p:cNvSpPr>
            <a:spLocks/>
          </p:cNvSpPr>
          <p:nvPr/>
        </p:nvSpPr>
        <p:spPr>
          <a:xfrm>
            <a:off x="258563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82081C9-B02D-46B7-9FE4-F8181C6F7BBB}"/>
              </a:ext>
            </a:extLst>
          </p:cNvPr>
          <p:cNvSpPr>
            <a:spLocks/>
          </p:cNvSpPr>
          <p:nvPr/>
        </p:nvSpPr>
        <p:spPr>
          <a:xfrm>
            <a:off x="256155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D29446B5-8678-4F8E-ADBB-77DE70B7A078}"/>
              </a:ext>
            </a:extLst>
          </p:cNvPr>
          <p:cNvSpPr>
            <a:spLocks/>
          </p:cNvSpPr>
          <p:nvPr/>
        </p:nvSpPr>
        <p:spPr>
          <a:xfrm>
            <a:off x="2685965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5B790F1E-540C-456B-942C-C08E445D14A7}"/>
              </a:ext>
            </a:extLst>
          </p:cNvPr>
          <p:cNvSpPr>
            <a:spLocks/>
          </p:cNvSpPr>
          <p:nvPr/>
        </p:nvSpPr>
        <p:spPr>
          <a:xfrm>
            <a:off x="2600165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B7BCFACA-6850-4B9D-B938-47158BC0E87F}"/>
              </a:ext>
            </a:extLst>
          </p:cNvPr>
          <p:cNvSpPr>
            <a:spLocks/>
          </p:cNvSpPr>
          <p:nvPr/>
        </p:nvSpPr>
        <p:spPr>
          <a:xfrm>
            <a:off x="255856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06C59341-BFA7-4CD6-B747-2CF096608C4E}"/>
              </a:ext>
            </a:extLst>
          </p:cNvPr>
          <p:cNvSpPr>
            <a:spLocks/>
          </p:cNvSpPr>
          <p:nvPr/>
        </p:nvSpPr>
        <p:spPr>
          <a:xfrm>
            <a:off x="261667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0F589B66-10C7-439D-990F-4017BFFAA931}"/>
              </a:ext>
            </a:extLst>
          </p:cNvPr>
          <p:cNvSpPr>
            <a:spLocks/>
          </p:cNvSpPr>
          <p:nvPr/>
        </p:nvSpPr>
        <p:spPr>
          <a:xfrm>
            <a:off x="2596639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3FF41DCA-5C4F-46D3-9875-5AD9C3E114E9}"/>
              </a:ext>
            </a:extLst>
          </p:cNvPr>
          <p:cNvSpPr>
            <a:spLocks/>
          </p:cNvSpPr>
          <p:nvPr/>
        </p:nvSpPr>
        <p:spPr>
          <a:xfrm>
            <a:off x="25902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303A1D95-F0CF-46F6-893E-6660B1725F65}"/>
              </a:ext>
            </a:extLst>
          </p:cNvPr>
          <p:cNvSpPr>
            <a:spLocks/>
          </p:cNvSpPr>
          <p:nvPr/>
        </p:nvSpPr>
        <p:spPr>
          <a:xfrm>
            <a:off x="2644074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CB2C863B-A5CC-4A74-B847-BDAB154D0D45}"/>
              </a:ext>
            </a:extLst>
          </p:cNvPr>
          <p:cNvSpPr>
            <a:spLocks/>
          </p:cNvSpPr>
          <p:nvPr/>
        </p:nvSpPr>
        <p:spPr>
          <a:xfrm>
            <a:off x="2580061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2A7F52C7-A911-4E18-8C8E-1915FF3E3DE4}"/>
              </a:ext>
            </a:extLst>
          </p:cNvPr>
          <p:cNvSpPr>
            <a:spLocks/>
          </p:cNvSpPr>
          <p:nvPr/>
        </p:nvSpPr>
        <p:spPr>
          <a:xfrm>
            <a:off x="2642150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234CEE35-7B89-4F52-8C6F-8440C92FED2A}"/>
              </a:ext>
            </a:extLst>
          </p:cNvPr>
          <p:cNvSpPr>
            <a:spLocks/>
          </p:cNvSpPr>
          <p:nvPr/>
        </p:nvSpPr>
        <p:spPr>
          <a:xfrm>
            <a:off x="2560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785B2B62-1982-4D0A-B4E5-6B844075B6B2}"/>
              </a:ext>
            </a:extLst>
          </p:cNvPr>
          <p:cNvSpPr>
            <a:spLocks/>
          </p:cNvSpPr>
          <p:nvPr/>
        </p:nvSpPr>
        <p:spPr>
          <a:xfrm>
            <a:off x="2664476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D9E3CB59-D376-45D2-A4C7-72B291984086}"/>
              </a:ext>
            </a:extLst>
          </p:cNvPr>
          <p:cNvSpPr>
            <a:spLocks/>
          </p:cNvSpPr>
          <p:nvPr/>
        </p:nvSpPr>
        <p:spPr>
          <a:xfrm>
            <a:off x="262710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E16ADB48-427B-444A-8C68-B1D317F75455}"/>
              </a:ext>
            </a:extLst>
          </p:cNvPr>
          <p:cNvSpPr>
            <a:spLocks/>
          </p:cNvSpPr>
          <p:nvPr/>
        </p:nvSpPr>
        <p:spPr>
          <a:xfrm>
            <a:off x="2650897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C152F747-3ED3-499E-901A-71999616BC24}"/>
              </a:ext>
            </a:extLst>
          </p:cNvPr>
          <p:cNvSpPr>
            <a:spLocks/>
          </p:cNvSpPr>
          <p:nvPr/>
        </p:nvSpPr>
        <p:spPr>
          <a:xfrm>
            <a:off x="26646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9FD559B-9D6C-461D-9AB4-7BDB26443117}"/>
              </a:ext>
            </a:extLst>
          </p:cNvPr>
          <p:cNvSpPr>
            <a:spLocks/>
          </p:cNvSpPr>
          <p:nvPr/>
        </p:nvSpPr>
        <p:spPr>
          <a:xfrm>
            <a:off x="2667633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D9221400-6CAB-4D97-B204-22BFF60D544E}"/>
              </a:ext>
            </a:extLst>
          </p:cNvPr>
          <p:cNvSpPr>
            <a:spLocks/>
          </p:cNvSpPr>
          <p:nvPr/>
        </p:nvSpPr>
        <p:spPr>
          <a:xfrm>
            <a:off x="2596834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817D84D-88B5-4CEB-B3AC-CDEA22488772}"/>
              </a:ext>
            </a:extLst>
          </p:cNvPr>
          <p:cNvSpPr>
            <a:spLocks/>
          </p:cNvSpPr>
          <p:nvPr/>
        </p:nvSpPr>
        <p:spPr>
          <a:xfrm>
            <a:off x="2566380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190B47E9-EE09-4AFB-9282-B487DE6051F9}"/>
              </a:ext>
            </a:extLst>
          </p:cNvPr>
          <p:cNvSpPr>
            <a:spLocks/>
          </p:cNvSpPr>
          <p:nvPr/>
        </p:nvSpPr>
        <p:spPr>
          <a:xfrm>
            <a:off x="2590513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4A5DCA36-91B7-4A9B-AA23-62566EF96D1A}"/>
              </a:ext>
            </a:extLst>
          </p:cNvPr>
          <p:cNvSpPr>
            <a:spLocks/>
          </p:cNvSpPr>
          <p:nvPr/>
        </p:nvSpPr>
        <p:spPr>
          <a:xfrm>
            <a:off x="263276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04612ADD-EBD0-4FDA-B2DB-0A62F625867D}"/>
              </a:ext>
            </a:extLst>
          </p:cNvPr>
          <p:cNvSpPr>
            <a:spLocks/>
          </p:cNvSpPr>
          <p:nvPr/>
        </p:nvSpPr>
        <p:spPr>
          <a:xfrm>
            <a:off x="2639962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F7CAD622-5273-44B7-99DB-5A44945ABEEE}"/>
              </a:ext>
            </a:extLst>
          </p:cNvPr>
          <p:cNvSpPr>
            <a:spLocks/>
          </p:cNvSpPr>
          <p:nvPr/>
        </p:nvSpPr>
        <p:spPr>
          <a:xfrm>
            <a:off x="258060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F1D0D282-E99C-4776-B94A-3ECBA84F6084}"/>
              </a:ext>
            </a:extLst>
          </p:cNvPr>
          <p:cNvSpPr>
            <a:spLocks/>
          </p:cNvSpPr>
          <p:nvPr/>
        </p:nvSpPr>
        <p:spPr>
          <a:xfrm>
            <a:off x="2631401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976C71C-749D-4FEC-88C4-AF3FE3BEFEB5}"/>
              </a:ext>
            </a:extLst>
          </p:cNvPr>
          <p:cNvSpPr>
            <a:spLocks/>
          </p:cNvSpPr>
          <p:nvPr/>
        </p:nvSpPr>
        <p:spPr>
          <a:xfrm>
            <a:off x="2636772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9977B4A5-4CDC-4CE9-856B-EFD0A817F687}"/>
              </a:ext>
            </a:extLst>
          </p:cNvPr>
          <p:cNvSpPr>
            <a:spLocks/>
          </p:cNvSpPr>
          <p:nvPr/>
        </p:nvSpPr>
        <p:spPr>
          <a:xfrm>
            <a:off x="2603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0731FD68-032C-4021-98DE-D9A98E79BB1B}"/>
              </a:ext>
            </a:extLst>
          </p:cNvPr>
          <p:cNvSpPr>
            <a:spLocks/>
          </p:cNvSpPr>
          <p:nvPr/>
        </p:nvSpPr>
        <p:spPr>
          <a:xfrm>
            <a:off x="265411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018BBD7-B9C1-4793-94CA-3BDD93D71D1A}"/>
              </a:ext>
            </a:extLst>
          </p:cNvPr>
          <p:cNvSpPr>
            <a:spLocks/>
          </p:cNvSpPr>
          <p:nvPr/>
        </p:nvSpPr>
        <p:spPr>
          <a:xfrm>
            <a:off x="26310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0A00EB8A-ACEA-4D3D-99B5-5B742F8FB8A2}"/>
              </a:ext>
            </a:extLst>
          </p:cNvPr>
          <p:cNvSpPr>
            <a:spLocks/>
          </p:cNvSpPr>
          <p:nvPr/>
        </p:nvSpPr>
        <p:spPr>
          <a:xfrm>
            <a:off x="257449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216D9522-DE00-4622-A197-579E4D2C6EDD}"/>
              </a:ext>
            </a:extLst>
          </p:cNvPr>
          <p:cNvSpPr>
            <a:spLocks/>
          </p:cNvSpPr>
          <p:nvPr/>
        </p:nvSpPr>
        <p:spPr>
          <a:xfrm>
            <a:off x="2662238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88D03F69-0E32-4498-8A59-63F345128190}"/>
              </a:ext>
            </a:extLst>
          </p:cNvPr>
          <p:cNvSpPr>
            <a:spLocks/>
          </p:cNvSpPr>
          <p:nvPr/>
        </p:nvSpPr>
        <p:spPr>
          <a:xfrm>
            <a:off x="2652889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708CB75D-9747-439F-9B37-E4A4ACF936AD}"/>
              </a:ext>
            </a:extLst>
          </p:cNvPr>
          <p:cNvSpPr>
            <a:spLocks/>
          </p:cNvSpPr>
          <p:nvPr/>
        </p:nvSpPr>
        <p:spPr>
          <a:xfrm>
            <a:off x="26897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49CBB9A-3FA4-47B2-AE91-8FCC62F2719B}"/>
              </a:ext>
            </a:extLst>
          </p:cNvPr>
          <p:cNvSpPr>
            <a:spLocks/>
          </p:cNvSpPr>
          <p:nvPr/>
        </p:nvSpPr>
        <p:spPr>
          <a:xfrm>
            <a:off x="2629502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B849BEA7-E2BB-4932-89F2-FDD0C73CD570}"/>
              </a:ext>
            </a:extLst>
          </p:cNvPr>
          <p:cNvSpPr>
            <a:spLocks/>
          </p:cNvSpPr>
          <p:nvPr/>
        </p:nvSpPr>
        <p:spPr>
          <a:xfrm>
            <a:off x="2680461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67EB1A03-3DDC-40D0-A7BF-452E79C5B146}"/>
              </a:ext>
            </a:extLst>
          </p:cNvPr>
          <p:cNvSpPr>
            <a:spLocks/>
          </p:cNvSpPr>
          <p:nvPr/>
        </p:nvSpPr>
        <p:spPr>
          <a:xfrm>
            <a:off x="262131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1A3F656C-1DF8-4AC8-918E-438AA0D938C5}"/>
              </a:ext>
            </a:extLst>
          </p:cNvPr>
          <p:cNvSpPr>
            <a:spLocks/>
          </p:cNvSpPr>
          <p:nvPr/>
        </p:nvSpPr>
        <p:spPr>
          <a:xfrm>
            <a:off x="2638570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F136B166-892F-4515-84B4-DCC4E194AC36}"/>
              </a:ext>
            </a:extLst>
          </p:cNvPr>
          <p:cNvSpPr>
            <a:spLocks/>
          </p:cNvSpPr>
          <p:nvPr/>
        </p:nvSpPr>
        <p:spPr>
          <a:xfrm>
            <a:off x="257400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5CDAF144-3959-4CB9-86B2-74D530C59898}"/>
              </a:ext>
            </a:extLst>
          </p:cNvPr>
          <p:cNvSpPr>
            <a:spLocks/>
          </p:cNvSpPr>
          <p:nvPr/>
        </p:nvSpPr>
        <p:spPr>
          <a:xfrm>
            <a:off x="26761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CBCF678C-B839-4FFD-87F9-DBFA0EFF0D71}"/>
              </a:ext>
            </a:extLst>
          </p:cNvPr>
          <p:cNvSpPr>
            <a:spLocks/>
          </p:cNvSpPr>
          <p:nvPr/>
        </p:nvSpPr>
        <p:spPr>
          <a:xfrm>
            <a:off x="260806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B511DFBC-8E9C-450C-9CBC-2049E0978E78}"/>
              </a:ext>
            </a:extLst>
          </p:cNvPr>
          <p:cNvSpPr>
            <a:spLocks/>
          </p:cNvSpPr>
          <p:nvPr/>
        </p:nvSpPr>
        <p:spPr>
          <a:xfrm>
            <a:off x="26601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5FA76BBD-C44E-42F4-ABE6-0377496D2621}"/>
              </a:ext>
            </a:extLst>
          </p:cNvPr>
          <p:cNvSpPr>
            <a:spLocks/>
          </p:cNvSpPr>
          <p:nvPr/>
        </p:nvSpPr>
        <p:spPr>
          <a:xfrm>
            <a:off x="2552870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CED4281F-D981-44D5-91B6-52729F052553}"/>
              </a:ext>
            </a:extLst>
          </p:cNvPr>
          <p:cNvSpPr>
            <a:spLocks/>
          </p:cNvSpPr>
          <p:nvPr/>
        </p:nvSpPr>
        <p:spPr>
          <a:xfrm>
            <a:off x="262358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AC1490E-24C4-4905-BA62-883DC6B5E283}"/>
              </a:ext>
            </a:extLst>
          </p:cNvPr>
          <p:cNvSpPr>
            <a:spLocks/>
          </p:cNvSpPr>
          <p:nvPr/>
        </p:nvSpPr>
        <p:spPr>
          <a:xfrm>
            <a:off x="2622669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5A3EE294-3EE9-46B1-8F1B-552021EE039B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70485F0D-6F18-46C4-AA45-9DA9DE55DA62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61892C8-8CB7-4E11-9503-D234611FACBE}"/>
              </a:ext>
            </a:extLst>
          </p:cNvPr>
          <p:cNvSpPr>
            <a:spLocks/>
          </p:cNvSpPr>
          <p:nvPr/>
        </p:nvSpPr>
        <p:spPr>
          <a:xfrm>
            <a:off x="528439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65F8EBEA-DD3C-4280-B538-400D88CFFE7E}"/>
              </a:ext>
            </a:extLst>
          </p:cNvPr>
          <p:cNvSpPr>
            <a:spLocks/>
          </p:cNvSpPr>
          <p:nvPr/>
        </p:nvSpPr>
        <p:spPr>
          <a:xfrm>
            <a:off x="1007269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61F95462-B062-4669-863F-A2711DBC72F8}"/>
              </a:ext>
            </a:extLst>
          </p:cNvPr>
          <p:cNvSpPr>
            <a:spLocks/>
          </p:cNvSpPr>
          <p:nvPr/>
        </p:nvSpPr>
        <p:spPr>
          <a:xfrm>
            <a:off x="1250939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95D592B3-B726-4EB3-A062-893E10C5D3A1}"/>
              </a:ext>
            </a:extLst>
          </p:cNvPr>
          <p:cNvSpPr>
            <a:spLocks/>
          </p:cNvSpPr>
          <p:nvPr/>
        </p:nvSpPr>
        <p:spPr>
          <a:xfrm>
            <a:off x="1208765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5972D4-8152-41D6-8CDC-68FEC063268C}"/>
              </a:ext>
            </a:extLst>
          </p:cNvPr>
          <p:cNvSpPr>
            <a:spLocks/>
          </p:cNvSpPr>
          <p:nvPr/>
        </p:nvSpPr>
        <p:spPr>
          <a:xfrm>
            <a:off x="1208765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E68DC51C-C438-40DD-8C93-02E32A13CB90}"/>
              </a:ext>
            </a:extLst>
          </p:cNvPr>
          <p:cNvSpPr>
            <a:spLocks/>
          </p:cNvSpPr>
          <p:nvPr/>
        </p:nvSpPr>
        <p:spPr>
          <a:xfrm>
            <a:off x="1475865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297C946E-9084-4846-B663-DDA32FF62CF7}"/>
              </a:ext>
            </a:extLst>
          </p:cNvPr>
          <p:cNvSpPr>
            <a:spLocks/>
          </p:cNvSpPr>
          <p:nvPr/>
        </p:nvSpPr>
        <p:spPr>
          <a:xfrm>
            <a:off x="1433691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BA2D0AFF-371D-4DF1-BA4A-450D691D282F}"/>
              </a:ext>
            </a:extLst>
          </p:cNvPr>
          <p:cNvSpPr>
            <a:spLocks/>
          </p:cNvSpPr>
          <p:nvPr/>
        </p:nvSpPr>
        <p:spPr>
          <a:xfrm>
            <a:off x="1433691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1D46F3DE-D13D-421A-A2EB-C0084DA34C85}"/>
              </a:ext>
            </a:extLst>
          </p:cNvPr>
          <p:cNvSpPr>
            <a:spLocks/>
          </p:cNvSpPr>
          <p:nvPr/>
        </p:nvSpPr>
        <p:spPr>
          <a:xfrm>
            <a:off x="1700791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5895F24-A868-4622-A08C-799C6F237775}"/>
              </a:ext>
            </a:extLst>
          </p:cNvPr>
          <p:cNvSpPr>
            <a:spLocks/>
          </p:cNvSpPr>
          <p:nvPr/>
        </p:nvSpPr>
        <p:spPr>
          <a:xfrm>
            <a:off x="1658617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8D8BFE7-B9FC-40FE-AAB9-24CEBD7AADC0}"/>
              </a:ext>
            </a:extLst>
          </p:cNvPr>
          <p:cNvSpPr>
            <a:spLocks/>
          </p:cNvSpPr>
          <p:nvPr/>
        </p:nvSpPr>
        <p:spPr>
          <a:xfrm>
            <a:off x="1658617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2D7C495B-6BC6-44F8-93C4-A1993BC3AE56}"/>
              </a:ext>
            </a:extLst>
          </p:cNvPr>
          <p:cNvSpPr>
            <a:spLocks/>
          </p:cNvSpPr>
          <p:nvPr/>
        </p:nvSpPr>
        <p:spPr>
          <a:xfrm>
            <a:off x="2188131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E63AE754-C71E-40AC-9319-E88367E76ADC}"/>
              </a:ext>
            </a:extLst>
          </p:cNvPr>
          <p:cNvSpPr>
            <a:spLocks/>
          </p:cNvSpPr>
          <p:nvPr/>
        </p:nvSpPr>
        <p:spPr>
          <a:xfrm>
            <a:off x="2145957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701C6D06-FC24-496F-80CD-2897FA407A67}"/>
              </a:ext>
            </a:extLst>
          </p:cNvPr>
          <p:cNvSpPr>
            <a:spLocks/>
          </p:cNvSpPr>
          <p:nvPr/>
        </p:nvSpPr>
        <p:spPr>
          <a:xfrm>
            <a:off x="2145957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75AD9DA2-3F71-42B7-BC20-5FD667CC7178}"/>
              </a:ext>
            </a:extLst>
          </p:cNvPr>
          <p:cNvSpPr>
            <a:spLocks/>
          </p:cNvSpPr>
          <p:nvPr/>
        </p:nvSpPr>
        <p:spPr>
          <a:xfrm>
            <a:off x="2413057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C5271065-4D51-44B9-BF49-C1D35F52A279}"/>
              </a:ext>
            </a:extLst>
          </p:cNvPr>
          <p:cNvSpPr>
            <a:spLocks/>
          </p:cNvSpPr>
          <p:nvPr/>
        </p:nvSpPr>
        <p:spPr>
          <a:xfrm>
            <a:off x="2370883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73E5A32-6BE9-4520-B319-8C715CB99B66}"/>
              </a:ext>
            </a:extLst>
          </p:cNvPr>
          <p:cNvSpPr>
            <a:spLocks/>
          </p:cNvSpPr>
          <p:nvPr/>
        </p:nvSpPr>
        <p:spPr>
          <a:xfrm>
            <a:off x="2370883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60F70A1-E247-4919-B8FE-EF290CF3BA18}"/>
              </a:ext>
            </a:extLst>
          </p:cNvPr>
          <p:cNvSpPr>
            <a:spLocks/>
          </p:cNvSpPr>
          <p:nvPr/>
        </p:nvSpPr>
        <p:spPr>
          <a:xfrm>
            <a:off x="2637983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2E1CFEAA-7034-43E2-AD62-A6337FB2E4F2}"/>
              </a:ext>
            </a:extLst>
          </p:cNvPr>
          <p:cNvSpPr>
            <a:spLocks/>
          </p:cNvSpPr>
          <p:nvPr/>
        </p:nvSpPr>
        <p:spPr>
          <a:xfrm>
            <a:off x="2595809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491B30CD-D2D5-44C7-B6C4-F3F96A5BE66A}"/>
              </a:ext>
            </a:extLst>
          </p:cNvPr>
          <p:cNvSpPr>
            <a:spLocks/>
          </p:cNvSpPr>
          <p:nvPr/>
        </p:nvSpPr>
        <p:spPr>
          <a:xfrm>
            <a:off x="2595809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01B65FE3-1A7D-4A40-8C74-C1D0D1549E85}"/>
              </a:ext>
            </a:extLst>
          </p:cNvPr>
          <p:cNvSpPr>
            <a:spLocks/>
          </p:cNvSpPr>
          <p:nvPr/>
        </p:nvSpPr>
        <p:spPr>
          <a:xfrm>
            <a:off x="1171277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9AE8E01D-5EBF-4E8E-B71B-DCE08CF68104}"/>
              </a:ext>
            </a:extLst>
          </p:cNvPr>
          <p:cNvSpPr>
            <a:spLocks/>
          </p:cNvSpPr>
          <p:nvPr/>
        </p:nvSpPr>
        <p:spPr>
          <a:xfrm>
            <a:off x="1396203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2C038278-C7E8-4082-82AE-0A8D6FA454FF}"/>
              </a:ext>
            </a:extLst>
          </p:cNvPr>
          <p:cNvSpPr>
            <a:spLocks/>
          </p:cNvSpPr>
          <p:nvPr/>
        </p:nvSpPr>
        <p:spPr>
          <a:xfrm>
            <a:off x="1621129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7276E57-7A3E-47E6-BE73-C8B666508022}"/>
              </a:ext>
            </a:extLst>
          </p:cNvPr>
          <p:cNvSpPr>
            <a:spLocks/>
          </p:cNvSpPr>
          <p:nvPr/>
        </p:nvSpPr>
        <p:spPr>
          <a:xfrm>
            <a:off x="2108469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D58BC0E0-F873-4237-B451-D1A67977F821}"/>
              </a:ext>
            </a:extLst>
          </p:cNvPr>
          <p:cNvSpPr>
            <a:spLocks/>
          </p:cNvSpPr>
          <p:nvPr/>
        </p:nvSpPr>
        <p:spPr>
          <a:xfrm>
            <a:off x="2333395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C4DC9157-7332-4139-B393-0197E092F8E7}"/>
              </a:ext>
            </a:extLst>
          </p:cNvPr>
          <p:cNvSpPr>
            <a:spLocks/>
          </p:cNvSpPr>
          <p:nvPr/>
        </p:nvSpPr>
        <p:spPr>
          <a:xfrm>
            <a:off x="2558321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B018E6A3-AFD3-4783-A6F1-B94B372880A2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8015644-E3DB-4CB5-B739-0F82591939BF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7822DA85-4E34-45ED-AF43-A2453562746D}"/>
              </a:ext>
            </a:extLst>
          </p:cNvPr>
          <p:cNvSpPr>
            <a:spLocks/>
          </p:cNvSpPr>
          <p:nvPr/>
        </p:nvSpPr>
        <p:spPr>
          <a:xfrm>
            <a:off x="3925457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B4EFBE1-DB94-4437-BC13-A8FC6628E3F7}"/>
              </a:ext>
            </a:extLst>
          </p:cNvPr>
          <p:cNvSpPr>
            <a:spLocks/>
          </p:cNvSpPr>
          <p:nvPr/>
        </p:nvSpPr>
        <p:spPr>
          <a:xfrm>
            <a:off x="494347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99A9903-45E7-4075-B3D0-82B261EAA6C0}"/>
              </a:ext>
            </a:extLst>
          </p:cNvPr>
          <p:cNvSpPr>
            <a:spLocks/>
          </p:cNvSpPr>
          <p:nvPr/>
        </p:nvSpPr>
        <p:spPr>
          <a:xfrm>
            <a:off x="4862649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BDBD2E0E-7ED9-4C93-9C56-9F9D627EB474}"/>
              </a:ext>
            </a:extLst>
          </p:cNvPr>
          <p:cNvSpPr>
            <a:spLocks/>
          </p:cNvSpPr>
          <p:nvPr/>
        </p:nvSpPr>
        <p:spPr>
          <a:xfrm>
            <a:off x="588066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0F0B3A22-C60A-4751-83B9-9D1F6C621D9A}"/>
              </a:ext>
            </a:extLst>
          </p:cNvPr>
          <p:cNvSpPr>
            <a:spLocks/>
          </p:cNvSpPr>
          <p:nvPr/>
        </p:nvSpPr>
        <p:spPr>
          <a:xfrm>
            <a:off x="5799841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F29B7687-B09A-4102-ACDE-11486E78B08A}"/>
              </a:ext>
            </a:extLst>
          </p:cNvPr>
          <p:cNvSpPr>
            <a:spLocks/>
          </p:cNvSpPr>
          <p:nvPr/>
        </p:nvSpPr>
        <p:spPr>
          <a:xfrm>
            <a:off x="4574806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9E06C206-9A7B-483B-9F13-CDCF54555FD3}"/>
              </a:ext>
            </a:extLst>
          </p:cNvPr>
          <p:cNvSpPr>
            <a:spLocks/>
          </p:cNvSpPr>
          <p:nvPr/>
        </p:nvSpPr>
        <p:spPr>
          <a:xfrm>
            <a:off x="4355193" y="3884833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5C7DDF34-8983-4217-9549-F9FE14949D7A}"/>
              </a:ext>
            </a:extLst>
          </p:cNvPr>
          <p:cNvSpPr>
            <a:spLocks/>
          </p:cNvSpPr>
          <p:nvPr/>
        </p:nvSpPr>
        <p:spPr>
          <a:xfrm>
            <a:off x="4609890" y="4011815"/>
            <a:ext cx="6760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141 / 15 / 23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0187C10B-6D44-4B42-94D2-058156FDDE04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7A3066F-9A34-4C13-A9B2-7B2D9124DAA3}"/>
              </a:ext>
            </a:extLst>
          </p:cNvPr>
          <p:cNvSpPr>
            <a:spLocks/>
          </p:cNvSpPr>
          <p:nvPr/>
        </p:nvSpPr>
        <p:spPr>
          <a:xfrm>
            <a:off x="3961947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2B894B34-3703-4CF2-89AD-715D1AB6AFB1}"/>
              </a:ext>
            </a:extLst>
          </p:cNvPr>
          <p:cNvSpPr>
            <a:spLocks/>
          </p:cNvSpPr>
          <p:nvPr/>
        </p:nvSpPr>
        <p:spPr>
          <a:xfrm>
            <a:off x="373822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FE710012-C34E-41AE-8E9A-FCDB4C729941}"/>
              </a:ext>
            </a:extLst>
          </p:cNvPr>
          <p:cNvSpPr>
            <a:spLocks/>
          </p:cNvSpPr>
          <p:nvPr/>
        </p:nvSpPr>
        <p:spPr>
          <a:xfrm>
            <a:off x="4006283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BC126427-D18D-4CFD-93E5-B9C935859336}"/>
              </a:ext>
            </a:extLst>
          </p:cNvPr>
          <p:cNvSpPr>
            <a:spLocks/>
          </p:cNvSpPr>
          <p:nvPr/>
        </p:nvSpPr>
        <p:spPr>
          <a:xfrm>
            <a:off x="3961947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F519BED9-7AE4-4439-82CB-98B85682EB8B}"/>
              </a:ext>
            </a:extLst>
          </p:cNvPr>
          <p:cNvSpPr>
            <a:spLocks/>
          </p:cNvSpPr>
          <p:nvPr/>
        </p:nvSpPr>
        <p:spPr>
          <a:xfrm>
            <a:off x="3738224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FD313295-5BCE-4A14-A53F-57B254C9368C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320EBBA9-F9CE-4234-BB7D-417BC6B636B3}"/>
              </a:ext>
            </a:extLst>
          </p:cNvPr>
          <p:cNvSpPr>
            <a:spLocks/>
          </p:cNvSpPr>
          <p:nvPr/>
        </p:nvSpPr>
        <p:spPr>
          <a:xfrm>
            <a:off x="3961947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CD3D0D1D-CB7D-4C23-9CA4-407F26EFE375}"/>
              </a:ext>
            </a:extLst>
          </p:cNvPr>
          <p:cNvSpPr>
            <a:spLocks/>
          </p:cNvSpPr>
          <p:nvPr/>
        </p:nvSpPr>
        <p:spPr>
          <a:xfrm>
            <a:off x="3738224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9D132780-5DBE-4A6A-842F-8524C8FA7AA6}"/>
              </a:ext>
            </a:extLst>
          </p:cNvPr>
          <p:cNvSpPr>
            <a:spLocks/>
          </p:cNvSpPr>
          <p:nvPr/>
        </p:nvSpPr>
        <p:spPr>
          <a:xfrm rot="-5400000">
            <a:off x="3010694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17EBB099-788E-4C80-AB1C-6FBE95EE140A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B506A29F-1792-49EA-B314-599FD81E6FC1}"/>
              </a:ext>
            </a:extLst>
          </p:cNvPr>
          <p:cNvSpPr>
            <a:spLocks/>
          </p:cNvSpPr>
          <p:nvPr/>
        </p:nvSpPr>
        <p:spPr>
          <a:xfrm>
            <a:off x="3974312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3E6A26A2-1E91-4CB6-A6FE-FB0449A5F4C0}"/>
              </a:ext>
            </a:extLst>
          </p:cNvPr>
          <p:cNvSpPr>
            <a:spLocks/>
          </p:cNvSpPr>
          <p:nvPr/>
        </p:nvSpPr>
        <p:spPr>
          <a:xfrm>
            <a:off x="3974312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94E0E545-51BE-4C2A-A9BD-27B514DA1CD7}"/>
              </a:ext>
            </a:extLst>
          </p:cNvPr>
          <p:cNvSpPr>
            <a:spLocks/>
          </p:cNvSpPr>
          <p:nvPr/>
        </p:nvSpPr>
        <p:spPr>
          <a:xfrm>
            <a:off x="4246478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6DFACD4B-2DE7-4AD8-A730-DD943475A2D2}"/>
              </a:ext>
            </a:extLst>
          </p:cNvPr>
          <p:cNvSpPr>
            <a:spLocks/>
          </p:cNvSpPr>
          <p:nvPr/>
        </p:nvSpPr>
        <p:spPr>
          <a:xfrm>
            <a:off x="3974312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4660F443-285D-4ED7-8D04-6D3A74AB5B53}"/>
              </a:ext>
            </a:extLst>
          </p:cNvPr>
          <p:cNvSpPr>
            <a:spLocks/>
          </p:cNvSpPr>
          <p:nvPr/>
        </p:nvSpPr>
        <p:spPr>
          <a:xfrm>
            <a:off x="4965101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C94BA074-837B-481C-B213-38BD45B0019B}"/>
              </a:ext>
            </a:extLst>
          </p:cNvPr>
          <p:cNvSpPr>
            <a:spLocks/>
          </p:cNvSpPr>
          <p:nvPr/>
        </p:nvSpPr>
        <p:spPr>
          <a:xfrm>
            <a:off x="3974312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14553BAA-9EBA-4EEC-AD2B-E9710A6F3A23}"/>
              </a:ext>
            </a:extLst>
          </p:cNvPr>
          <p:cNvSpPr>
            <a:spLocks/>
          </p:cNvSpPr>
          <p:nvPr/>
        </p:nvSpPr>
        <p:spPr>
          <a:xfrm>
            <a:off x="3974312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7AC41E6-7481-46B7-94A6-C1842412252F}"/>
              </a:ext>
            </a:extLst>
          </p:cNvPr>
          <p:cNvSpPr>
            <a:spLocks/>
          </p:cNvSpPr>
          <p:nvPr/>
        </p:nvSpPr>
        <p:spPr>
          <a:xfrm>
            <a:off x="5222772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C5A4C396-75DB-4C3C-9631-6F6D6F675670}"/>
              </a:ext>
            </a:extLst>
          </p:cNvPr>
          <p:cNvSpPr>
            <a:spLocks/>
          </p:cNvSpPr>
          <p:nvPr/>
        </p:nvSpPr>
        <p:spPr>
          <a:xfrm>
            <a:off x="4072796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1C33B8D-5715-46A7-84A6-E3D03E7C4E39}"/>
              </a:ext>
            </a:extLst>
          </p:cNvPr>
          <p:cNvSpPr>
            <a:spLocks/>
          </p:cNvSpPr>
          <p:nvPr/>
        </p:nvSpPr>
        <p:spPr>
          <a:xfrm>
            <a:off x="4509176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9683D9A-E749-420D-B2FA-4061DBDF4691}"/>
              </a:ext>
            </a:extLst>
          </p:cNvPr>
          <p:cNvSpPr>
            <a:spLocks/>
          </p:cNvSpPr>
          <p:nvPr/>
        </p:nvSpPr>
        <p:spPr>
          <a:xfrm>
            <a:off x="4770343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E6032BEA-4128-46D8-A310-7441B3578F9B}"/>
              </a:ext>
            </a:extLst>
          </p:cNvPr>
          <p:cNvSpPr>
            <a:spLocks/>
          </p:cNvSpPr>
          <p:nvPr/>
        </p:nvSpPr>
        <p:spPr>
          <a:xfrm>
            <a:off x="4682318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DCC25A7D-7835-4A9F-A3DF-DF41CC23D1B5}"/>
              </a:ext>
            </a:extLst>
          </p:cNvPr>
          <p:cNvSpPr>
            <a:spLocks/>
          </p:cNvSpPr>
          <p:nvPr/>
        </p:nvSpPr>
        <p:spPr>
          <a:xfrm>
            <a:off x="4835040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EDBA0562-DBA1-4BCC-BDDE-DBD252577359}"/>
              </a:ext>
            </a:extLst>
          </p:cNvPr>
          <p:cNvSpPr>
            <a:spLocks/>
          </p:cNvSpPr>
          <p:nvPr/>
        </p:nvSpPr>
        <p:spPr>
          <a:xfrm>
            <a:off x="4035688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0020418-C0D8-4166-82E9-97D4838E9C9B}"/>
              </a:ext>
            </a:extLst>
          </p:cNvPr>
          <p:cNvSpPr>
            <a:spLocks/>
          </p:cNvSpPr>
          <p:nvPr/>
        </p:nvSpPr>
        <p:spPr>
          <a:xfrm>
            <a:off x="4317087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BD7BD71C-6F04-4556-8D63-C6C08E42A7CA}"/>
              </a:ext>
            </a:extLst>
          </p:cNvPr>
          <p:cNvSpPr>
            <a:spLocks/>
          </p:cNvSpPr>
          <p:nvPr/>
        </p:nvSpPr>
        <p:spPr>
          <a:xfrm>
            <a:off x="4504492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B8B24BD-0AE1-4887-8637-83168ACA31D1}"/>
              </a:ext>
            </a:extLst>
          </p:cNvPr>
          <p:cNvSpPr>
            <a:spLocks/>
          </p:cNvSpPr>
          <p:nvPr/>
        </p:nvSpPr>
        <p:spPr>
          <a:xfrm>
            <a:off x="3974312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13174FD5-D9D0-4C91-A8FC-B95878B9124A}"/>
              </a:ext>
            </a:extLst>
          </p:cNvPr>
          <p:cNvSpPr>
            <a:spLocks/>
          </p:cNvSpPr>
          <p:nvPr/>
        </p:nvSpPr>
        <p:spPr>
          <a:xfrm>
            <a:off x="4554892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20512842-8ABD-4968-829A-0C24DDE8428F}"/>
              </a:ext>
            </a:extLst>
          </p:cNvPr>
          <p:cNvSpPr>
            <a:spLocks/>
          </p:cNvSpPr>
          <p:nvPr/>
        </p:nvSpPr>
        <p:spPr>
          <a:xfrm>
            <a:off x="4826956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56051E2-8D48-47A0-9419-A97BF7E11B23}"/>
              </a:ext>
            </a:extLst>
          </p:cNvPr>
          <p:cNvSpPr>
            <a:spLocks/>
          </p:cNvSpPr>
          <p:nvPr/>
        </p:nvSpPr>
        <p:spPr>
          <a:xfrm>
            <a:off x="4796948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C1512941-5AA5-4F1B-A1F6-253B35B62244}"/>
              </a:ext>
            </a:extLst>
          </p:cNvPr>
          <p:cNvSpPr>
            <a:spLocks/>
          </p:cNvSpPr>
          <p:nvPr/>
        </p:nvSpPr>
        <p:spPr>
          <a:xfrm>
            <a:off x="4499390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220B52DE-DAAC-426D-8E86-35E7EF43005B}"/>
              </a:ext>
            </a:extLst>
          </p:cNvPr>
          <p:cNvSpPr>
            <a:spLocks/>
          </p:cNvSpPr>
          <p:nvPr/>
        </p:nvSpPr>
        <p:spPr>
          <a:xfrm>
            <a:off x="3974312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E1B51938-4EFF-4732-9064-535F8BB981E9}"/>
              </a:ext>
            </a:extLst>
          </p:cNvPr>
          <p:cNvSpPr>
            <a:spLocks/>
          </p:cNvSpPr>
          <p:nvPr/>
        </p:nvSpPr>
        <p:spPr>
          <a:xfrm>
            <a:off x="4878926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5E82EA6E-B519-472F-B9D9-C3FAAC2AB69E}"/>
              </a:ext>
            </a:extLst>
          </p:cNvPr>
          <p:cNvSpPr>
            <a:spLocks/>
          </p:cNvSpPr>
          <p:nvPr/>
        </p:nvSpPr>
        <p:spPr>
          <a:xfrm>
            <a:off x="5183352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A68F1713-93BD-47E7-A7DD-5672E538D232}"/>
              </a:ext>
            </a:extLst>
          </p:cNvPr>
          <p:cNvSpPr>
            <a:spLocks/>
          </p:cNvSpPr>
          <p:nvPr/>
        </p:nvSpPr>
        <p:spPr>
          <a:xfrm>
            <a:off x="3974312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771FDD7-27EC-46E7-B493-42ED395A21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7392E11-1B42-48D4-B023-9BE109C9D793}"/>
              </a:ext>
            </a:extLst>
          </p:cNvPr>
          <p:cNvSpPr>
            <a:spLocks/>
          </p:cNvSpPr>
          <p:nvPr/>
        </p:nvSpPr>
        <p:spPr>
          <a:xfrm>
            <a:off x="4501349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3223DA19-9330-441B-B0D6-262ED33D00BD}"/>
              </a:ext>
            </a:extLst>
          </p:cNvPr>
          <p:cNvSpPr>
            <a:spLocks/>
          </p:cNvSpPr>
          <p:nvPr/>
        </p:nvSpPr>
        <p:spPr>
          <a:xfrm>
            <a:off x="3974312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F3D76EB6-92B4-4509-B836-24B401FD5B0E}"/>
              </a:ext>
            </a:extLst>
          </p:cNvPr>
          <p:cNvSpPr>
            <a:spLocks/>
          </p:cNvSpPr>
          <p:nvPr/>
        </p:nvSpPr>
        <p:spPr>
          <a:xfrm>
            <a:off x="5187714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C50FEFD6-7D71-4BF5-A78D-A84C99DBF7E9}"/>
              </a:ext>
            </a:extLst>
          </p:cNvPr>
          <p:cNvSpPr>
            <a:spLocks/>
          </p:cNvSpPr>
          <p:nvPr/>
        </p:nvSpPr>
        <p:spPr>
          <a:xfrm>
            <a:off x="5026461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BA8E194B-4D07-4DF1-8EBB-B5912ACD6AC4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15D55C4-1EBB-4335-8322-8EEC4DDC3B9D}"/>
              </a:ext>
            </a:extLst>
          </p:cNvPr>
          <p:cNvSpPr>
            <a:spLocks/>
          </p:cNvSpPr>
          <p:nvPr/>
        </p:nvSpPr>
        <p:spPr>
          <a:xfrm>
            <a:off x="4739581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F33463C1-5DC2-435C-867E-348C12E5FC2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D3D682E8-CA5F-4F54-B6CC-F677A2FD369B}"/>
              </a:ext>
            </a:extLst>
          </p:cNvPr>
          <p:cNvSpPr>
            <a:spLocks/>
          </p:cNvSpPr>
          <p:nvPr/>
        </p:nvSpPr>
        <p:spPr>
          <a:xfrm>
            <a:off x="4798730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D5E8C690-D889-4EC7-8620-D5FEA6B496AF}"/>
              </a:ext>
            </a:extLst>
          </p:cNvPr>
          <p:cNvSpPr>
            <a:spLocks/>
          </p:cNvSpPr>
          <p:nvPr/>
        </p:nvSpPr>
        <p:spPr>
          <a:xfrm>
            <a:off x="3974312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A17AA4F-646E-431A-8AAC-F32E303198BD}"/>
              </a:ext>
            </a:extLst>
          </p:cNvPr>
          <p:cNvSpPr>
            <a:spLocks/>
          </p:cNvSpPr>
          <p:nvPr/>
        </p:nvSpPr>
        <p:spPr>
          <a:xfrm>
            <a:off x="4466005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0F0C9976-C76A-4493-9021-AE1C2E1583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312C4B91-0465-42BD-A041-73FC92A06978}"/>
              </a:ext>
            </a:extLst>
          </p:cNvPr>
          <p:cNvSpPr>
            <a:spLocks/>
          </p:cNvSpPr>
          <p:nvPr/>
        </p:nvSpPr>
        <p:spPr>
          <a:xfrm>
            <a:off x="4801962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8508D8AB-0AAF-4A8B-9F4B-151396F45E71}"/>
              </a:ext>
            </a:extLst>
          </p:cNvPr>
          <p:cNvSpPr>
            <a:spLocks/>
          </p:cNvSpPr>
          <p:nvPr/>
        </p:nvSpPr>
        <p:spPr>
          <a:xfrm>
            <a:off x="3974312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A042BC9-5ACA-40D9-8754-D21DB10D5CEA}"/>
              </a:ext>
            </a:extLst>
          </p:cNvPr>
          <p:cNvSpPr>
            <a:spLocks/>
          </p:cNvSpPr>
          <p:nvPr/>
        </p:nvSpPr>
        <p:spPr>
          <a:xfrm>
            <a:off x="5265789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C3C16B5-077F-4802-85B4-F30B9EBAE73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35CF0A5F-055B-4D95-8DB9-E3D56932A65D}"/>
              </a:ext>
            </a:extLst>
          </p:cNvPr>
          <p:cNvSpPr>
            <a:spLocks/>
          </p:cNvSpPr>
          <p:nvPr/>
        </p:nvSpPr>
        <p:spPr>
          <a:xfrm>
            <a:off x="5132074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EBCAFECA-CBD5-44E5-A0FE-E021D2190889}"/>
              </a:ext>
            </a:extLst>
          </p:cNvPr>
          <p:cNvSpPr>
            <a:spLocks/>
          </p:cNvSpPr>
          <p:nvPr/>
        </p:nvSpPr>
        <p:spPr>
          <a:xfrm>
            <a:off x="3974312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71E6F4C-3666-4FE9-B59B-1AF4FD93E2DA}"/>
              </a:ext>
            </a:extLst>
          </p:cNvPr>
          <p:cNvSpPr>
            <a:spLocks/>
          </p:cNvSpPr>
          <p:nvPr/>
        </p:nvSpPr>
        <p:spPr>
          <a:xfrm>
            <a:off x="4046995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C7D8E3B8-B7C9-480E-995A-9E1C23B74BC0}"/>
              </a:ext>
            </a:extLst>
          </p:cNvPr>
          <p:cNvSpPr>
            <a:spLocks/>
          </p:cNvSpPr>
          <p:nvPr/>
        </p:nvSpPr>
        <p:spPr>
          <a:xfrm>
            <a:off x="3974312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F22244E3-8DDF-4698-A542-AC8B05935CBE}"/>
              </a:ext>
            </a:extLst>
          </p:cNvPr>
          <p:cNvSpPr>
            <a:spLocks/>
          </p:cNvSpPr>
          <p:nvPr/>
        </p:nvSpPr>
        <p:spPr>
          <a:xfrm>
            <a:off x="3974312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C3C7B9A8-2EE9-4EFC-A203-4541ED07560E}"/>
              </a:ext>
            </a:extLst>
          </p:cNvPr>
          <p:cNvSpPr>
            <a:spLocks/>
          </p:cNvSpPr>
          <p:nvPr/>
        </p:nvSpPr>
        <p:spPr>
          <a:xfrm>
            <a:off x="4427885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0B1EB26-CB23-4CF5-8C67-B40538609B82}"/>
              </a:ext>
            </a:extLst>
          </p:cNvPr>
          <p:cNvSpPr>
            <a:spLocks/>
          </p:cNvSpPr>
          <p:nvPr/>
        </p:nvSpPr>
        <p:spPr>
          <a:xfrm>
            <a:off x="3974312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9072A606-B8BE-4BF3-A190-F0C5489A0CD3}"/>
              </a:ext>
            </a:extLst>
          </p:cNvPr>
          <p:cNvSpPr>
            <a:spLocks/>
          </p:cNvSpPr>
          <p:nvPr/>
        </p:nvSpPr>
        <p:spPr>
          <a:xfrm>
            <a:off x="4707902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CAEB825E-1749-45D7-9467-9E9A08962A7F}"/>
              </a:ext>
            </a:extLst>
          </p:cNvPr>
          <p:cNvSpPr>
            <a:spLocks/>
          </p:cNvSpPr>
          <p:nvPr/>
        </p:nvSpPr>
        <p:spPr>
          <a:xfrm>
            <a:off x="4999382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14DC8012-0A5D-42B2-A64B-F36B3327E061}"/>
              </a:ext>
            </a:extLst>
          </p:cNvPr>
          <p:cNvSpPr>
            <a:spLocks/>
          </p:cNvSpPr>
          <p:nvPr/>
        </p:nvSpPr>
        <p:spPr>
          <a:xfrm>
            <a:off x="4288385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C3F38BE4-FBC1-499D-B209-0647814B39B8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E1FE6FE6-C219-40B9-8442-433D2892C876}"/>
              </a:ext>
            </a:extLst>
          </p:cNvPr>
          <p:cNvSpPr>
            <a:spLocks/>
          </p:cNvSpPr>
          <p:nvPr/>
        </p:nvSpPr>
        <p:spPr>
          <a:xfrm>
            <a:off x="4279893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2BCFAF4F-5E11-48EB-B474-5213DD8A682A}"/>
              </a:ext>
            </a:extLst>
          </p:cNvPr>
          <p:cNvSpPr>
            <a:spLocks/>
          </p:cNvSpPr>
          <p:nvPr/>
        </p:nvSpPr>
        <p:spPr>
          <a:xfrm>
            <a:off x="4956134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90C90C2D-15B5-4F3C-A6EA-46E0F3FD27CB}"/>
              </a:ext>
            </a:extLst>
          </p:cNvPr>
          <p:cNvSpPr>
            <a:spLocks/>
          </p:cNvSpPr>
          <p:nvPr/>
        </p:nvSpPr>
        <p:spPr>
          <a:xfrm>
            <a:off x="4089070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CBCB900-824D-411B-A1D0-DF1F42EE9EBC}"/>
              </a:ext>
            </a:extLst>
          </p:cNvPr>
          <p:cNvSpPr>
            <a:spLocks/>
          </p:cNvSpPr>
          <p:nvPr/>
        </p:nvSpPr>
        <p:spPr>
          <a:xfrm>
            <a:off x="4899286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C51B29A7-07C4-430A-8156-16A4F7C008DC}"/>
              </a:ext>
            </a:extLst>
          </p:cNvPr>
          <p:cNvSpPr>
            <a:spLocks/>
          </p:cNvSpPr>
          <p:nvPr/>
        </p:nvSpPr>
        <p:spPr>
          <a:xfrm>
            <a:off x="4601117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635ED53-9CAC-4272-BE00-FEE5C468B6F5}"/>
              </a:ext>
            </a:extLst>
          </p:cNvPr>
          <p:cNvSpPr>
            <a:spLocks/>
          </p:cNvSpPr>
          <p:nvPr/>
        </p:nvSpPr>
        <p:spPr>
          <a:xfrm>
            <a:off x="4905473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5C87E39A-2D73-47D8-9AB2-5D79806DFB4D}"/>
              </a:ext>
            </a:extLst>
          </p:cNvPr>
          <p:cNvSpPr>
            <a:spLocks/>
          </p:cNvSpPr>
          <p:nvPr/>
        </p:nvSpPr>
        <p:spPr>
          <a:xfrm>
            <a:off x="5188800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86C93ABE-5068-4D9F-B06E-986D7E608D52}"/>
              </a:ext>
            </a:extLst>
          </p:cNvPr>
          <p:cNvSpPr>
            <a:spLocks/>
          </p:cNvSpPr>
          <p:nvPr/>
        </p:nvSpPr>
        <p:spPr>
          <a:xfrm>
            <a:off x="4892250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6AB1EBD-E8B4-4848-9CDA-541D9927F2AA}"/>
              </a:ext>
            </a:extLst>
          </p:cNvPr>
          <p:cNvSpPr>
            <a:spLocks/>
          </p:cNvSpPr>
          <p:nvPr/>
        </p:nvSpPr>
        <p:spPr>
          <a:xfrm>
            <a:off x="4743414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118E16A0-D49F-49A1-ADB7-559E3A8E30C9}"/>
              </a:ext>
            </a:extLst>
          </p:cNvPr>
          <p:cNvSpPr>
            <a:spLocks/>
          </p:cNvSpPr>
          <p:nvPr/>
        </p:nvSpPr>
        <p:spPr>
          <a:xfrm>
            <a:off x="3974312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DB297F32-EB65-4C45-9F9F-7CE98DF964E8}"/>
              </a:ext>
            </a:extLst>
          </p:cNvPr>
          <p:cNvSpPr>
            <a:spLocks/>
          </p:cNvSpPr>
          <p:nvPr/>
        </p:nvSpPr>
        <p:spPr>
          <a:xfrm>
            <a:off x="3974312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68865BF9-E62F-4ED9-A76A-95FC3C5D9F2E}"/>
              </a:ext>
            </a:extLst>
          </p:cNvPr>
          <p:cNvSpPr>
            <a:spLocks/>
          </p:cNvSpPr>
          <p:nvPr/>
        </p:nvSpPr>
        <p:spPr>
          <a:xfrm>
            <a:off x="3974312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CC77FFB3-1BBF-4831-B704-468813B7D7D2}"/>
              </a:ext>
            </a:extLst>
          </p:cNvPr>
          <p:cNvSpPr>
            <a:spLocks/>
          </p:cNvSpPr>
          <p:nvPr/>
        </p:nvSpPr>
        <p:spPr>
          <a:xfrm>
            <a:off x="4980475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A6F30085-98CE-4922-97EE-69B16092543C}"/>
              </a:ext>
            </a:extLst>
          </p:cNvPr>
          <p:cNvSpPr>
            <a:spLocks/>
          </p:cNvSpPr>
          <p:nvPr/>
        </p:nvSpPr>
        <p:spPr>
          <a:xfrm>
            <a:off x="4066901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26D334D3-E93A-4CD9-B58A-D03C62BAEB85}"/>
              </a:ext>
            </a:extLst>
          </p:cNvPr>
          <p:cNvSpPr>
            <a:spLocks/>
          </p:cNvSpPr>
          <p:nvPr/>
        </p:nvSpPr>
        <p:spPr>
          <a:xfrm>
            <a:off x="3974312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18DC423A-A6F0-4B79-BF1F-89EB5218AFA5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01A25674-BE1A-4389-B69E-D7DABBE22FEB}"/>
              </a:ext>
            </a:extLst>
          </p:cNvPr>
          <p:cNvSpPr>
            <a:spLocks/>
          </p:cNvSpPr>
          <p:nvPr/>
        </p:nvSpPr>
        <p:spPr>
          <a:xfrm>
            <a:off x="5044206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1AB8A0A2-1C5C-4C8A-B1E0-6B127CD48451}"/>
              </a:ext>
            </a:extLst>
          </p:cNvPr>
          <p:cNvSpPr>
            <a:spLocks/>
          </p:cNvSpPr>
          <p:nvPr/>
        </p:nvSpPr>
        <p:spPr>
          <a:xfrm>
            <a:off x="3974312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DEF442D8-DDA3-4954-85CD-561741257CE6}"/>
              </a:ext>
            </a:extLst>
          </p:cNvPr>
          <p:cNvSpPr>
            <a:spLocks/>
          </p:cNvSpPr>
          <p:nvPr/>
        </p:nvSpPr>
        <p:spPr>
          <a:xfrm>
            <a:off x="4914620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DFD12C79-A451-4A59-8A07-6BABD3A8749B}"/>
              </a:ext>
            </a:extLst>
          </p:cNvPr>
          <p:cNvSpPr>
            <a:spLocks/>
          </p:cNvSpPr>
          <p:nvPr/>
        </p:nvSpPr>
        <p:spPr>
          <a:xfrm>
            <a:off x="4726162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8F6000EB-8E80-429E-AB97-A8BC465416D1}"/>
              </a:ext>
            </a:extLst>
          </p:cNvPr>
          <p:cNvSpPr>
            <a:spLocks/>
          </p:cNvSpPr>
          <p:nvPr/>
        </p:nvSpPr>
        <p:spPr>
          <a:xfrm>
            <a:off x="4092151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3F6FCB1E-F1CF-4E7E-A9FB-25C499075782}"/>
              </a:ext>
            </a:extLst>
          </p:cNvPr>
          <p:cNvSpPr>
            <a:spLocks/>
          </p:cNvSpPr>
          <p:nvPr/>
        </p:nvSpPr>
        <p:spPr>
          <a:xfrm>
            <a:off x="4284733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2B4FDC4-9963-4A9F-B405-4520BB0F8733}"/>
              </a:ext>
            </a:extLst>
          </p:cNvPr>
          <p:cNvSpPr>
            <a:spLocks/>
          </p:cNvSpPr>
          <p:nvPr/>
        </p:nvSpPr>
        <p:spPr>
          <a:xfrm>
            <a:off x="4468474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2DDB1CD3-C434-4F36-B7A5-25BADD94BC09}"/>
              </a:ext>
            </a:extLst>
          </p:cNvPr>
          <p:cNvSpPr>
            <a:spLocks/>
          </p:cNvSpPr>
          <p:nvPr/>
        </p:nvSpPr>
        <p:spPr>
          <a:xfrm>
            <a:off x="4240194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F2524CCD-2BAE-4D3B-A288-CFFCCBF5BC8B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2B1041FB-A93C-40C5-9493-8ECACA672EAF}"/>
              </a:ext>
            </a:extLst>
          </p:cNvPr>
          <p:cNvSpPr>
            <a:spLocks/>
          </p:cNvSpPr>
          <p:nvPr/>
        </p:nvSpPr>
        <p:spPr>
          <a:xfrm>
            <a:off x="5214475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5A8CFFEE-35C5-46B0-A3E3-457D35F867A8}"/>
              </a:ext>
            </a:extLst>
          </p:cNvPr>
          <p:cNvSpPr>
            <a:spLocks/>
          </p:cNvSpPr>
          <p:nvPr/>
        </p:nvSpPr>
        <p:spPr>
          <a:xfrm>
            <a:off x="4035969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6AFAAB23-D594-4C88-86E9-85923F1CF2EC}"/>
              </a:ext>
            </a:extLst>
          </p:cNvPr>
          <p:cNvSpPr>
            <a:spLocks/>
          </p:cNvSpPr>
          <p:nvPr/>
        </p:nvSpPr>
        <p:spPr>
          <a:xfrm>
            <a:off x="3975466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5E035D19-627B-42E0-B9F3-3DD5EE1D500D}"/>
              </a:ext>
            </a:extLst>
          </p:cNvPr>
          <p:cNvSpPr>
            <a:spLocks/>
          </p:cNvSpPr>
          <p:nvPr/>
        </p:nvSpPr>
        <p:spPr>
          <a:xfrm>
            <a:off x="5185590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6692AFD6-86D0-4EEA-BACA-8FAA12460F1D}"/>
              </a:ext>
            </a:extLst>
          </p:cNvPr>
          <p:cNvSpPr>
            <a:spLocks/>
          </p:cNvSpPr>
          <p:nvPr/>
        </p:nvSpPr>
        <p:spPr>
          <a:xfrm>
            <a:off x="4851296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EED461BE-5CCD-41B6-A3D9-0AD3960D83C5}"/>
              </a:ext>
            </a:extLst>
          </p:cNvPr>
          <p:cNvSpPr>
            <a:spLocks/>
          </p:cNvSpPr>
          <p:nvPr/>
        </p:nvSpPr>
        <p:spPr>
          <a:xfrm>
            <a:off x="5112544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E4C34529-6274-4CBD-BB4E-0D4ED34D3E0B}"/>
              </a:ext>
            </a:extLst>
          </p:cNvPr>
          <p:cNvSpPr>
            <a:spLocks/>
          </p:cNvSpPr>
          <p:nvPr/>
        </p:nvSpPr>
        <p:spPr>
          <a:xfrm>
            <a:off x="4003460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B6A725E9-460F-493F-A527-B6E7114E2167}"/>
              </a:ext>
            </a:extLst>
          </p:cNvPr>
          <p:cNvSpPr>
            <a:spLocks/>
          </p:cNvSpPr>
          <p:nvPr/>
        </p:nvSpPr>
        <p:spPr>
          <a:xfrm>
            <a:off x="5392950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19FF307A-6520-4790-BA86-EA679999FC80}"/>
              </a:ext>
            </a:extLst>
          </p:cNvPr>
          <p:cNvSpPr>
            <a:spLocks/>
          </p:cNvSpPr>
          <p:nvPr/>
        </p:nvSpPr>
        <p:spPr>
          <a:xfrm>
            <a:off x="4761470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6EDFA53C-D1F7-44F7-9F85-0801B444F9C4}"/>
              </a:ext>
            </a:extLst>
          </p:cNvPr>
          <p:cNvSpPr>
            <a:spLocks/>
          </p:cNvSpPr>
          <p:nvPr/>
        </p:nvSpPr>
        <p:spPr>
          <a:xfrm>
            <a:off x="3974312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5643C1BE-21CB-481A-9797-6208BB3A1662}"/>
              </a:ext>
            </a:extLst>
          </p:cNvPr>
          <p:cNvSpPr>
            <a:spLocks/>
          </p:cNvSpPr>
          <p:nvPr/>
        </p:nvSpPr>
        <p:spPr>
          <a:xfrm>
            <a:off x="3974312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EEA66EF0-6D04-418E-9D7E-6912891662A1}"/>
              </a:ext>
            </a:extLst>
          </p:cNvPr>
          <p:cNvSpPr>
            <a:spLocks/>
          </p:cNvSpPr>
          <p:nvPr/>
        </p:nvSpPr>
        <p:spPr>
          <a:xfrm>
            <a:off x="3974312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DB9CEA53-8746-467F-A2C8-FDCD0E668D47}"/>
              </a:ext>
            </a:extLst>
          </p:cNvPr>
          <p:cNvSpPr>
            <a:spLocks/>
          </p:cNvSpPr>
          <p:nvPr/>
        </p:nvSpPr>
        <p:spPr>
          <a:xfrm>
            <a:off x="5113347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05703F7B-C213-4FF6-AFFA-73FF10CE93E7}"/>
              </a:ext>
            </a:extLst>
          </p:cNvPr>
          <p:cNvSpPr>
            <a:spLocks/>
          </p:cNvSpPr>
          <p:nvPr/>
        </p:nvSpPr>
        <p:spPr>
          <a:xfrm>
            <a:off x="3974312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69EC620-ABF7-4AEF-A60A-D06290598CC0}"/>
              </a:ext>
            </a:extLst>
          </p:cNvPr>
          <p:cNvSpPr>
            <a:spLocks/>
          </p:cNvSpPr>
          <p:nvPr/>
        </p:nvSpPr>
        <p:spPr>
          <a:xfrm>
            <a:off x="4097406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FB0B8795-2592-4427-A640-DC298929E595}"/>
              </a:ext>
            </a:extLst>
          </p:cNvPr>
          <p:cNvSpPr>
            <a:spLocks/>
          </p:cNvSpPr>
          <p:nvPr/>
        </p:nvSpPr>
        <p:spPr>
          <a:xfrm>
            <a:off x="3974312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0ADCB16-28F9-4C67-BB4E-F0C0761DF17F}"/>
              </a:ext>
            </a:extLst>
          </p:cNvPr>
          <p:cNvSpPr>
            <a:spLocks/>
          </p:cNvSpPr>
          <p:nvPr/>
        </p:nvSpPr>
        <p:spPr>
          <a:xfrm>
            <a:off x="4454923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255C33B9-9D2C-4FC0-B3A0-4179C6AD89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88944D1C-76C9-44B8-A4A5-CB01DD7A35DF}"/>
              </a:ext>
            </a:extLst>
          </p:cNvPr>
          <p:cNvSpPr>
            <a:spLocks/>
          </p:cNvSpPr>
          <p:nvPr/>
        </p:nvSpPr>
        <p:spPr>
          <a:xfrm>
            <a:off x="4457463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E81605AF-14A3-49D2-AAD2-D61D05674434}"/>
              </a:ext>
            </a:extLst>
          </p:cNvPr>
          <p:cNvSpPr>
            <a:spLocks/>
          </p:cNvSpPr>
          <p:nvPr/>
        </p:nvSpPr>
        <p:spPr>
          <a:xfrm>
            <a:off x="3974312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83AD5C07-147E-4712-93FC-4D7A1633D361}"/>
              </a:ext>
            </a:extLst>
          </p:cNvPr>
          <p:cNvSpPr>
            <a:spLocks/>
          </p:cNvSpPr>
          <p:nvPr/>
        </p:nvSpPr>
        <p:spPr>
          <a:xfrm>
            <a:off x="4779087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7F2A644-2AE9-4A7D-A031-07EA09CD2E2B}"/>
              </a:ext>
            </a:extLst>
          </p:cNvPr>
          <p:cNvSpPr>
            <a:spLocks/>
          </p:cNvSpPr>
          <p:nvPr/>
        </p:nvSpPr>
        <p:spPr>
          <a:xfrm>
            <a:off x="4303418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F3D93E72-594F-4AE7-8482-8A0401A4BA1A}"/>
              </a:ext>
            </a:extLst>
          </p:cNvPr>
          <p:cNvSpPr>
            <a:spLocks/>
          </p:cNvSpPr>
          <p:nvPr/>
        </p:nvSpPr>
        <p:spPr>
          <a:xfrm>
            <a:off x="4948790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781EE538-9E42-4CA7-A4DD-0925C1F65742}"/>
              </a:ext>
            </a:extLst>
          </p:cNvPr>
          <p:cNvSpPr>
            <a:spLocks/>
          </p:cNvSpPr>
          <p:nvPr/>
        </p:nvSpPr>
        <p:spPr>
          <a:xfrm>
            <a:off x="5409432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8225642B-F84D-4874-B52C-C8C3B79B746F}"/>
              </a:ext>
            </a:extLst>
          </p:cNvPr>
          <p:cNvSpPr>
            <a:spLocks/>
          </p:cNvSpPr>
          <p:nvPr/>
        </p:nvSpPr>
        <p:spPr>
          <a:xfrm>
            <a:off x="3989932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970526AE-33BA-48AC-AFA1-1476DC253F0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E4D6242-B48B-4784-9C5A-4BE1F10DEF3B}"/>
              </a:ext>
            </a:extLst>
          </p:cNvPr>
          <p:cNvSpPr>
            <a:spLocks/>
          </p:cNvSpPr>
          <p:nvPr/>
        </p:nvSpPr>
        <p:spPr>
          <a:xfrm>
            <a:off x="4574741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65D67D63-3625-42FF-9825-6AB1B29C0443}"/>
              </a:ext>
            </a:extLst>
          </p:cNvPr>
          <p:cNvSpPr>
            <a:spLocks/>
          </p:cNvSpPr>
          <p:nvPr/>
        </p:nvSpPr>
        <p:spPr>
          <a:xfrm>
            <a:off x="4248681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669361C9-FFBC-4609-97F4-79E78259EC92}"/>
              </a:ext>
            </a:extLst>
          </p:cNvPr>
          <p:cNvSpPr>
            <a:spLocks/>
          </p:cNvSpPr>
          <p:nvPr/>
        </p:nvSpPr>
        <p:spPr>
          <a:xfrm>
            <a:off x="4120550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731C4-CAA3-4E04-971B-58110EF922F0}"/>
              </a:ext>
            </a:extLst>
          </p:cNvPr>
          <p:cNvSpPr>
            <a:spLocks/>
          </p:cNvSpPr>
          <p:nvPr/>
        </p:nvSpPr>
        <p:spPr>
          <a:xfrm>
            <a:off x="4845369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EC072160-5E03-4EE4-B896-C79BF1FE0906}"/>
              </a:ext>
            </a:extLst>
          </p:cNvPr>
          <p:cNvSpPr>
            <a:spLocks/>
          </p:cNvSpPr>
          <p:nvPr/>
        </p:nvSpPr>
        <p:spPr>
          <a:xfrm>
            <a:off x="5174562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81BE606-8F84-4FAE-ACB8-A90CCA38F4F9}"/>
              </a:ext>
            </a:extLst>
          </p:cNvPr>
          <p:cNvSpPr>
            <a:spLocks/>
          </p:cNvSpPr>
          <p:nvPr/>
        </p:nvSpPr>
        <p:spPr>
          <a:xfrm>
            <a:off x="3974312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2CEF337E-81A1-4A39-AEAD-9535895A47FC}"/>
              </a:ext>
            </a:extLst>
          </p:cNvPr>
          <p:cNvSpPr>
            <a:spLocks/>
          </p:cNvSpPr>
          <p:nvPr/>
        </p:nvSpPr>
        <p:spPr>
          <a:xfrm>
            <a:off x="4702103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809EF16C-0656-4938-AC4B-C10C677827A9}"/>
              </a:ext>
            </a:extLst>
          </p:cNvPr>
          <p:cNvSpPr>
            <a:spLocks/>
          </p:cNvSpPr>
          <p:nvPr/>
        </p:nvSpPr>
        <p:spPr>
          <a:xfrm>
            <a:off x="4531924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505CBC2-FC46-43F3-949B-F8F449D6FA6D}"/>
              </a:ext>
            </a:extLst>
          </p:cNvPr>
          <p:cNvSpPr>
            <a:spLocks/>
          </p:cNvSpPr>
          <p:nvPr/>
        </p:nvSpPr>
        <p:spPr>
          <a:xfrm>
            <a:off x="3974312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614995A3-623A-47B9-8FA2-63F435DC7E47}"/>
              </a:ext>
            </a:extLst>
          </p:cNvPr>
          <p:cNvSpPr>
            <a:spLocks/>
          </p:cNvSpPr>
          <p:nvPr/>
        </p:nvSpPr>
        <p:spPr>
          <a:xfrm>
            <a:off x="3974312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E58779CB-2FC5-421F-81C6-04F100D17FA5}"/>
              </a:ext>
            </a:extLst>
          </p:cNvPr>
          <p:cNvSpPr>
            <a:spLocks/>
          </p:cNvSpPr>
          <p:nvPr/>
        </p:nvSpPr>
        <p:spPr>
          <a:xfrm>
            <a:off x="4708803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B61E8ECD-A942-43AD-B016-519B9B6BBE8D}"/>
              </a:ext>
            </a:extLst>
          </p:cNvPr>
          <p:cNvSpPr>
            <a:spLocks/>
          </p:cNvSpPr>
          <p:nvPr/>
        </p:nvSpPr>
        <p:spPr>
          <a:xfrm>
            <a:off x="3974312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621ADA37-60CB-4D2D-9EEA-AAEA97B6D5CF}"/>
              </a:ext>
            </a:extLst>
          </p:cNvPr>
          <p:cNvSpPr>
            <a:spLocks/>
          </p:cNvSpPr>
          <p:nvPr/>
        </p:nvSpPr>
        <p:spPr>
          <a:xfrm>
            <a:off x="3974312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D90952E0-DB38-48A9-B423-218FF49102BD}"/>
              </a:ext>
            </a:extLst>
          </p:cNvPr>
          <p:cNvSpPr>
            <a:spLocks/>
          </p:cNvSpPr>
          <p:nvPr/>
        </p:nvSpPr>
        <p:spPr>
          <a:xfrm>
            <a:off x="4236666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77934176-1605-463D-80FE-FC4DD90A6A11}"/>
              </a:ext>
            </a:extLst>
          </p:cNvPr>
          <p:cNvSpPr>
            <a:spLocks/>
          </p:cNvSpPr>
          <p:nvPr/>
        </p:nvSpPr>
        <p:spPr>
          <a:xfrm>
            <a:off x="3974312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9209BCF3-FE8E-46F4-A36B-D8DEBA4BABE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B67F4ED9-B881-423B-A627-27EF4FF04F77}"/>
              </a:ext>
            </a:extLst>
          </p:cNvPr>
          <p:cNvSpPr>
            <a:spLocks/>
          </p:cNvSpPr>
          <p:nvPr/>
        </p:nvSpPr>
        <p:spPr>
          <a:xfrm>
            <a:off x="5342369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944B218-BA51-4576-9BDA-94F11EA8924D}"/>
              </a:ext>
            </a:extLst>
          </p:cNvPr>
          <p:cNvSpPr>
            <a:spLocks/>
          </p:cNvSpPr>
          <p:nvPr/>
        </p:nvSpPr>
        <p:spPr>
          <a:xfrm>
            <a:off x="4125971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391BECA1-F719-47BC-8ABF-92E24BDA8C4C}"/>
              </a:ext>
            </a:extLst>
          </p:cNvPr>
          <p:cNvSpPr>
            <a:spLocks/>
          </p:cNvSpPr>
          <p:nvPr/>
        </p:nvSpPr>
        <p:spPr>
          <a:xfrm>
            <a:off x="3974851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DDE01F86-1572-4F5B-A72B-E3EB4E6D5B33}"/>
              </a:ext>
            </a:extLst>
          </p:cNvPr>
          <p:cNvSpPr>
            <a:spLocks/>
          </p:cNvSpPr>
          <p:nvPr/>
        </p:nvSpPr>
        <p:spPr>
          <a:xfrm>
            <a:off x="3991672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48FBAAB6-9E06-4942-8061-77F70876BDE3}"/>
              </a:ext>
            </a:extLst>
          </p:cNvPr>
          <p:cNvSpPr>
            <a:spLocks/>
          </p:cNvSpPr>
          <p:nvPr/>
        </p:nvSpPr>
        <p:spPr>
          <a:xfrm>
            <a:off x="4785432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293FDB95-85D6-4041-AC7E-B01F82601A34}"/>
              </a:ext>
            </a:extLst>
          </p:cNvPr>
          <p:cNvSpPr>
            <a:spLocks/>
          </p:cNvSpPr>
          <p:nvPr/>
        </p:nvSpPr>
        <p:spPr>
          <a:xfrm>
            <a:off x="4307043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9EAFFD8-ED95-4F5D-B81C-07164380BA38}"/>
              </a:ext>
            </a:extLst>
          </p:cNvPr>
          <p:cNvSpPr>
            <a:spLocks/>
          </p:cNvSpPr>
          <p:nvPr/>
        </p:nvSpPr>
        <p:spPr>
          <a:xfrm>
            <a:off x="4028381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09EDA306-130C-4F44-AB77-BD8C6C27D002}"/>
              </a:ext>
            </a:extLst>
          </p:cNvPr>
          <p:cNvSpPr>
            <a:spLocks/>
          </p:cNvSpPr>
          <p:nvPr/>
        </p:nvSpPr>
        <p:spPr>
          <a:xfrm>
            <a:off x="3976721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D4E393E-3CF9-45D4-9D49-F138A952C7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C51D8DCE-4970-4CC1-8165-70CE4F180CAD}"/>
              </a:ext>
            </a:extLst>
          </p:cNvPr>
          <p:cNvSpPr>
            <a:spLocks/>
          </p:cNvSpPr>
          <p:nvPr/>
        </p:nvSpPr>
        <p:spPr>
          <a:xfrm>
            <a:off x="4499431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BEFA0C5B-ECC1-4832-99E8-5D38E48E30AD}"/>
              </a:ext>
            </a:extLst>
          </p:cNvPr>
          <p:cNvSpPr>
            <a:spLocks/>
          </p:cNvSpPr>
          <p:nvPr/>
        </p:nvSpPr>
        <p:spPr>
          <a:xfrm>
            <a:off x="4871675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1D28F1D8-8CD5-4D57-B5F9-432A68F559D1}"/>
              </a:ext>
            </a:extLst>
          </p:cNvPr>
          <p:cNvSpPr>
            <a:spLocks/>
          </p:cNvSpPr>
          <p:nvPr/>
        </p:nvSpPr>
        <p:spPr>
          <a:xfrm>
            <a:off x="5013173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286F530-4032-484F-A48D-E4C58D1CB291}"/>
              </a:ext>
            </a:extLst>
          </p:cNvPr>
          <p:cNvSpPr>
            <a:spLocks/>
          </p:cNvSpPr>
          <p:nvPr/>
        </p:nvSpPr>
        <p:spPr>
          <a:xfrm>
            <a:off x="4257874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84E9C7AE-01DB-4A38-A6CA-D31E93F7594B}"/>
              </a:ext>
            </a:extLst>
          </p:cNvPr>
          <p:cNvSpPr>
            <a:spLocks/>
          </p:cNvSpPr>
          <p:nvPr/>
        </p:nvSpPr>
        <p:spPr>
          <a:xfrm>
            <a:off x="3974312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193B8F43-B22B-4A6E-BD8A-C114B86994C2}"/>
              </a:ext>
            </a:extLst>
          </p:cNvPr>
          <p:cNvSpPr>
            <a:spLocks/>
          </p:cNvSpPr>
          <p:nvPr/>
        </p:nvSpPr>
        <p:spPr>
          <a:xfrm>
            <a:off x="5162439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6FF7B8DD-A37D-4AA2-94C0-925B2E075E53}"/>
              </a:ext>
            </a:extLst>
          </p:cNvPr>
          <p:cNvSpPr>
            <a:spLocks/>
          </p:cNvSpPr>
          <p:nvPr/>
        </p:nvSpPr>
        <p:spPr>
          <a:xfrm>
            <a:off x="4747540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C311194B-C1D9-4F5C-ACBA-40818C2A1EA9}"/>
              </a:ext>
            </a:extLst>
          </p:cNvPr>
          <p:cNvSpPr>
            <a:spLocks/>
          </p:cNvSpPr>
          <p:nvPr/>
        </p:nvSpPr>
        <p:spPr>
          <a:xfrm>
            <a:off x="5144956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AAC71353-6198-4798-9FD1-5EC517FBF61A}"/>
              </a:ext>
            </a:extLst>
          </p:cNvPr>
          <p:cNvSpPr>
            <a:spLocks/>
          </p:cNvSpPr>
          <p:nvPr/>
        </p:nvSpPr>
        <p:spPr>
          <a:xfrm>
            <a:off x="4654977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9919C1F6-5656-452E-8A0B-1CCDF50B2946}"/>
              </a:ext>
            </a:extLst>
          </p:cNvPr>
          <p:cNvSpPr>
            <a:spLocks/>
          </p:cNvSpPr>
          <p:nvPr/>
        </p:nvSpPr>
        <p:spPr>
          <a:xfrm>
            <a:off x="4802642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69114F4B-BCAA-4493-BD89-C1BD36F09CC2}"/>
              </a:ext>
            </a:extLst>
          </p:cNvPr>
          <p:cNvSpPr>
            <a:spLocks/>
          </p:cNvSpPr>
          <p:nvPr/>
        </p:nvSpPr>
        <p:spPr>
          <a:xfrm>
            <a:off x="4253839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441B2AB5-2673-4CCB-BBCA-274D34344A0F}"/>
              </a:ext>
            </a:extLst>
          </p:cNvPr>
          <p:cNvSpPr>
            <a:spLocks/>
          </p:cNvSpPr>
          <p:nvPr/>
        </p:nvSpPr>
        <p:spPr>
          <a:xfrm>
            <a:off x="3974312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12033B1E-B72F-4309-B189-E038A7CDC389}"/>
              </a:ext>
            </a:extLst>
          </p:cNvPr>
          <p:cNvSpPr>
            <a:spLocks/>
          </p:cNvSpPr>
          <p:nvPr/>
        </p:nvSpPr>
        <p:spPr>
          <a:xfrm>
            <a:off x="4921740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2533151A-C4BF-4E3E-B9DB-CA08E2751ECD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D77EDE83-7100-4B0C-93EA-0C9AD0060219}"/>
              </a:ext>
            </a:extLst>
          </p:cNvPr>
          <p:cNvSpPr>
            <a:spLocks/>
          </p:cNvSpPr>
          <p:nvPr/>
        </p:nvSpPr>
        <p:spPr>
          <a:xfrm>
            <a:off x="4663001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F24951E1-15AD-4176-A9B2-CC78E2B2B77A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68187D7-99BA-406C-948E-32A6DE569821}"/>
              </a:ext>
            </a:extLst>
          </p:cNvPr>
          <p:cNvSpPr>
            <a:spLocks/>
          </p:cNvSpPr>
          <p:nvPr/>
        </p:nvSpPr>
        <p:spPr>
          <a:xfrm>
            <a:off x="4662734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B5E4E30E-89EB-4290-BBC4-52DEF68CA310}"/>
              </a:ext>
            </a:extLst>
          </p:cNvPr>
          <p:cNvSpPr>
            <a:spLocks/>
          </p:cNvSpPr>
          <p:nvPr/>
        </p:nvSpPr>
        <p:spPr>
          <a:xfrm>
            <a:off x="4851373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D6371BEC-47DE-4795-8226-201BEE180964}"/>
              </a:ext>
            </a:extLst>
          </p:cNvPr>
          <p:cNvSpPr>
            <a:spLocks/>
          </p:cNvSpPr>
          <p:nvPr/>
        </p:nvSpPr>
        <p:spPr>
          <a:xfrm>
            <a:off x="4884265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03A7F9E3-FC46-49A4-95AD-37FCFC7FFBDC}"/>
              </a:ext>
            </a:extLst>
          </p:cNvPr>
          <p:cNvSpPr>
            <a:spLocks/>
          </p:cNvSpPr>
          <p:nvPr/>
        </p:nvSpPr>
        <p:spPr>
          <a:xfrm>
            <a:off x="4143699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BD9258C6-2934-4F57-B04A-CB92A8F30B45}"/>
              </a:ext>
            </a:extLst>
          </p:cNvPr>
          <p:cNvSpPr>
            <a:spLocks/>
          </p:cNvSpPr>
          <p:nvPr/>
        </p:nvSpPr>
        <p:spPr>
          <a:xfrm>
            <a:off x="4962398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7A0D9CB0-40DC-4558-ABCA-20E0116FE3EE}"/>
              </a:ext>
            </a:extLst>
          </p:cNvPr>
          <p:cNvSpPr>
            <a:spLocks/>
          </p:cNvSpPr>
          <p:nvPr/>
        </p:nvSpPr>
        <p:spPr>
          <a:xfrm>
            <a:off x="4615460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C10B9FD-0189-4786-A6B3-ABFA9AA243E7}"/>
              </a:ext>
            </a:extLst>
          </p:cNvPr>
          <p:cNvSpPr>
            <a:spLocks/>
          </p:cNvSpPr>
          <p:nvPr/>
        </p:nvSpPr>
        <p:spPr>
          <a:xfrm>
            <a:off x="5404254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2315A841-E0E5-4BCC-B437-4F5928B998E7}"/>
              </a:ext>
            </a:extLst>
          </p:cNvPr>
          <p:cNvSpPr>
            <a:spLocks/>
          </p:cNvSpPr>
          <p:nvPr/>
        </p:nvSpPr>
        <p:spPr>
          <a:xfrm>
            <a:off x="4274826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DAB92D88-28BF-4A1A-867E-50F427F65D8B}"/>
              </a:ext>
            </a:extLst>
          </p:cNvPr>
          <p:cNvSpPr>
            <a:spLocks/>
          </p:cNvSpPr>
          <p:nvPr/>
        </p:nvSpPr>
        <p:spPr>
          <a:xfrm>
            <a:off x="3974312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D924D818-9C25-486D-A291-E42320D091B1}"/>
              </a:ext>
            </a:extLst>
          </p:cNvPr>
          <p:cNvSpPr>
            <a:spLocks/>
          </p:cNvSpPr>
          <p:nvPr/>
        </p:nvSpPr>
        <p:spPr>
          <a:xfrm>
            <a:off x="4552703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2BD8BA1A-970A-4603-9408-F4F52F883C85}"/>
              </a:ext>
            </a:extLst>
          </p:cNvPr>
          <p:cNvSpPr>
            <a:spLocks/>
          </p:cNvSpPr>
          <p:nvPr/>
        </p:nvSpPr>
        <p:spPr>
          <a:xfrm>
            <a:off x="4622960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AD42B76F-2F68-4134-9595-AF8FFC9F9B25}"/>
              </a:ext>
            </a:extLst>
          </p:cNvPr>
          <p:cNvSpPr>
            <a:spLocks/>
          </p:cNvSpPr>
          <p:nvPr/>
        </p:nvSpPr>
        <p:spPr>
          <a:xfrm>
            <a:off x="3974312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A77452A3-ED09-4470-9CF3-F862AF582B1E}"/>
              </a:ext>
            </a:extLst>
          </p:cNvPr>
          <p:cNvSpPr>
            <a:spLocks/>
          </p:cNvSpPr>
          <p:nvPr/>
        </p:nvSpPr>
        <p:spPr>
          <a:xfrm>
            <a:off x="4756055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151CC44-6A41-4AF6-99A9-C62AF81056FF}"/>
              </a:ext>
            </a:extLst>
          </p:cNvPr>
          <p:cNvSpPr>
            <a:spLocks/>
          </p:cNvSpPr>
          <p:nvPr/>
        </p:nvSpPr>
        <p:spPr>
          <a:xfrm>
            <a:off x="4908689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E515F-7EA1-444A-BBAE-F98BEF8F5EFD}"/>
              </a:ext>
            </a:extLst>
          </p:cNvPr>
          <p:cNvSpPr>
            <a:spLocks/>
          </p:cNvSpPr>
          <p:nvPr/>
        </p:nvSpPr>
        <p:spPr>
          <a:xfrm>
            <a:off x="3974312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AACD6CF-F862-48C5-8E3E-87DDCC54308D}"/>
              </a:ext>
            </a:extLst>
          </p:cNvPr>
          <p:cNvSpPr>
            <a:spLocks/>
          </p:cNvSpPr>
          <p:nvPr/>
        </p:nvSpPr>
        <p:spPr>
          <a:xfrm>
            <a:off x="5177593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77D1F1C-4607-4B4D-A9EE-7FF5F7EB8E28}"/>
              </a:ext>
            </a:extLst>
          </p:cNvPr>
          <p:cNvSpPr>
            <a:spLocks/>
          </p:cNvSpPr>
          <p:nvPr/>
        </p:nvSpPr>
        <p:spPr>
          <a:xfrm>
            <a:off x="4115170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8123F16D-2846-4DAD-B5AF-C36867D77D1B}"/>
              </a:ext>
            </a:extLst>
          </p:cNvPr>
          <p:cNvSpPr>
            <a:spLocks/>
          </p:cNvSpPr>
          <p:nvPr/>
        </p:nvSpPr>
        <p:spPr>
          <a:xfrm>
            <a:off x="3974312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62ABAFC8-C161-4207-9400-32197809D193}"/>
              </a:ext>
            </a:extLst>
          </p:cNvPr>
          <p:cNvSpPr>
            <a:spLocks/>
          </p:cNvSpPr>
          <p:nvPr/>
        </p:nvSpPr>
        <p:spPr>
          <a:xfrm>
            <a:off x="3974312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5A1516F8-07A4-4D60-97EF-86D238C1F9DB}"/>
              </a:ext>
            </a:extLst>
          </p:cNvPr>
          <p:cNvSpPr>
            <a:spLocks/>
          </p:cNvSpPr>
          <p:nvPr/>
        </p:nvSpPr>
        <p:spPr>
          <a:xfrm>
            <a:off x="4447925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938DC370-A065-4F21-84D2-1BCD7C4C82DA}"/>
              </a:ext>
            </a:extLst>
          </p:cNvPr>
          <p:cNvSpPr>
            <a:spLocks/>
          </p:cNvSpPr>
          <p:nvPr/>
        </p:nvSpPr>
        <p:spPr>
          <a:xfrm>
            <a:off x="3974312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976F0B3-9178-49DC-83B6-C8C25CEC4997}"/>
              </a:ext>
            </a:extLst>
          </p:cNvPr>
          <p:cNvSpPr>
            <a:spLocks/>
          </p:cNvSpPr>
          <p:nvPr/>
        </p:nvSpPr>
        <p:spPr>
          <a:xfrm>
            <a:off x="5071382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FE083A7-6A28-4789-B271-1DA31D09CC73}"/>
              </a:ext>
            </a:extLst>
          </p:cNvPr>
          <p:cNvSpPr>
            <a:spLocks/>
          </p:cNvSpPr>
          <p:nvPr/>
        </p:nvSpPr>
        <p:spPr>
          <a:xfrm>
            <a:off x="3974312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8063CD8C-4C3C-4DC2-B1A9-2A16C7858D7D}"/>
              </a:ext>
            </a:extLst>
          </p:cNvPr>
          <p:cNvSpPr>
            <a:spLocks/>
          </p:cNvSpPr>
          <p:nvPr/>
        </p:nvSpPr>
        <p:spPr>
          <a:xfrm>
            <a:off x="4649137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ECAA6BE6-5345-4F60-9DC2-3423AFEE184E}"/>
              </a:ext>
            </a:extLst>
          </p:cNvPr>
          <p:cNvSpPr>
            <a:spLocks/>
          </p:cNvSpPr>
          <p:nvPr/>
        </p:nvSpPr>
        <p:spPr>
          <a:xfrm>
            <a:off x="4683204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6EED2174-7A72-4D75-85A4-E64A99CB3670}"/>
              </a:ext>
            </a:extLst>
          </p:cNvPr>
          <p:cNvSpPr>
            <a:spLocks/>
          </p:cNvSpPr>
          <p:nvPr/>
        </p:nvSpPr>
        <p:spPr>
          <a:xfrm>
            <a:off x="4767019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53845AE1-BF19-4CB9-9EF3-E08686478DB6}"/>
              </a:ext>
            </a:extLst>
          </p:cNvPr>
          <p:cNvSpPr>
            <a:spLocks/>
          </p:cNvSpPr>
          <p:nvPr/>
        </p:nvSpPr>
        <p:spPr>
          <a:xfrm>
            <a:off x="5354725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4AAD3350-8FBD-4A70-A581-5E09C290826D}"/>
              </a:ext>
            </a:extLst>
          </p:cNvPr>
          <p:cNvSpPr>
            <a:spLocks/>
          </p:cNvSpPr>
          <p:nvPr/>
        </p:nvSpPr>
        <p:spPr>
          <a:xfrm>
            <a:off x="4482549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01C2E9C-CF48-45A9-8BE8-28749AFFF187}"/>
              </a:ext>
            </a:extLst>
          </p:cNvPr>
          <p:cNvSpPr>
            <a:spLocks/>
          </p:cNvSpPr>
          <p:nvPr/>
        </p:nvSpPr>
        <p:spPr>
          <a:xfrm>
            <a:off x="4778966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3367C695-9733-4D70-9369-F54F5E5E7478}"/>
              </a:ext>
            </a:extLst>
          </p:cNvPr>
          <p:cNvSpPr>
            <a:spLocks/>
          </p:cNvSpPr>
          <p:nvPr/>
        </p:nvSpPr>
        <p:spPr>
          <a:xfrm>
            <a:off x="3974312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8A7DA60-F075-4209-A193-9869E301A6EC}"/>
              </a:ext>
            </a:extLst>
          </p:cNvPr>
          <p:cNvSpPr>
            <a:spLocks/>
          </p:cNvSpPr>
          <p:nvPr/>
        </p:nvSpPr>
        <p:spPr>
          <a:xfrm>
            <a:off x="4118340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C144B101-DDA4-4F90-8A85-5EFAAA57156B}"/>
              </a:ext>
            </a:extLst>
          </p:cNvPr>
          <p:cNvSpPr>
            <a:spLocks/>
          </p:cNvSpPr>
          <p:nvPr/>
        </p:nvSpPr>
        <p:spPr>
          <a:xfrm>
            <a:off x="4914638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13E6A064-9CBA-4BC6-8435-A530B2E6F96F}"/>
              </a:ext>
            </a:extLst>
          </p:cNvPr>
          <p:cNvSpPr>
            <a:spLocks/>
          </p:cNvSpPr>
          <p:nvPr/>
        </p:nvSpPr>
        <p:spPr>
          <a:xfrm>
            <a:off x="4546242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64CBD67D-CA88-4DAE-99CD-659661241BDC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3C0E5F65-1673-47CC-8646-6C7D0F03587B}"/>
              </a:ext>
            </a:extLst>
          </p:cNvPr>
          <p:cNvSpPr>
            <a:spLocks/>
          </p:cNvSpPr>
          <p:nvPr/>
        </p:nvSpPr>
        <p:spPr>
          <a:xfrm>
            <a:off x="4505111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6C457711-4661-4260-BF38-717278C0BA5D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A5696E0E-4FCE-4814-B9E1-7C799C926859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E8EFA72E-53E6-41F3-B424-F54E1020B332}"/>
              </a:ext>
            </a:extLst>
          </p:cNvPr>
          <p:cNvSpPr>
            <a:spLocks/>
          </p:cNvSpPr>
          <p:nvPr/>
        </p:nvSpPr>
        <p:spPr>
          <a:xfrm>
            <a:off x="3527453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E9C46918-0B1C-431D-9DE7-3BA05DE6999A}"/>
              </a:ext>
            </a:extLst>
          </p:cNvPr>
          <p:cNvSpPr>
            <a:spLocks/>
          </p:cNvSpPr>
          <p:nvPr/>
        </p:nvSpPr>
        <p:spPr>
          <a:xfrm>
            <a:off x="4006283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73E4F57D-4253-4B15-B46B-158AAB56AB94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AD6DB83A-47CE-449B-8057-1C3078199F23}"/>
              </a:ext>
            </a:extLst>
          </p:cNvPr>
          <p:cNvSpPr>
            <a:spLocks/>
          </p:cNvSpPr>
          <p:nvPr/>
        </p:nvSpPr>
        <p:spPr>
          <a:xfrm>
            <a:off x="5989252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450BEE8-A103-4056-8F65-7504034DD200}"/>
              </a:ext>
            </a:extLst>
          </p:cNvPr>
          <p:cNvSpPr>
            <a:spLocks/>
          </p:cNvSpPr>
          <p:nvPr/>
        </p:nvSpPr>
        <p:spPr>
          <a:xfrm>
            <a:off x="5989252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13BB64B5-0F25-4823-9846-E35784470E9B}"/>
              </a:ext>
            </a:extLst>
          </p:cNvPr>
          <p:cNvSpPr>
            <a:spLocks/>
          </p:cNvSpPr>
          <p:nvPr/>
        </p:nvSpPr>
        <p:spPr>
          <a:xfrm>
            <a:off x="5989252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C0CC921C-CD97-4C58-B1B4-C545AC203417}"/>
              </a:ext>
            </a:extLst>
          </p:cNvPr>
          <p:cNvSpPr>
            <a:spLocks/>
          </p:cNvSpPr>
          <p:nvPr/>
        </p:nvSpPr>
        <p:spPr>
          <a:xfrm>
            <a:off x="5989252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57B4C4A4-DF91-4DE1-8BE2-A2DA9AB1CC0E}"/>
              </a:ext>
            </a:extLst>
          </p:cNvPr>
          <p:cNvSpPr>
            <a:spLocks/>
          </p:cNvSpPr>
          <p:nvPr/>
        </p:nvSpPr>
        <p:spPr>
          <a:xfrm>
            <a:off x="5989252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CC366351-20EC-4C19-A972-7AFC33B3FECF}"/>
              </a:ext>
            </a:extLst>
          </p:cNvPr>
          <p:cNvSpPr>
            <a:spLocks/>
          </p:cNvSpPr>
          <p:nvPr/>
        </p:nvSpPr>
        <p:spPr>
          <a:xfrm>
            <a:off x="5989252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D30729B-518A-4F07-8A93-BB9374D2106F}"/>
              </a:ext>
            </a:extLst>
          </p:cNvPr>
          <p:cNvSpPr>
            <a:spLocks/>
          </p:cNvSpPr>
          <p:nvPr/>
        </p:nvSpPr>
        <p:spPr>
          <a:xfrm>
            <a:off x="5989252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04E3284B-D671-4009-B700-AE3A8D6BBC73}"/>
              </a:ext>
            </a:extLst>
          </p:cNvPr>
          <p:cNvSpPr>
            <a:spLocks/>
          </p:cNvSpPr>
          <p:nvPr/>
        </p:nvSpPr>
        <p:spPr>
          <a:xfrm>
            <a:off x="5989252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CD26691E-3DD1-4846-83AD-4124A2A6E3E3}"/>
              </a:ext>
            </a:extLst>
          </p:cNvPr>
          <p:cNvSpPr>
            <a:spLocks/>
          </p:cNvSpPr>
          <p:nvPr/>
        </p:nvSpPr>
        <p:spPr>
          <a:xfrm>
            <a:off x="5989252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276E4B6-8BA4-4247-9710-1DA9903A77C8}"/>
              </a:ext>
            </a:extLst>
          </p:cNvPr>
          <p:cNvSpPr>
            <a:spLocks/>
          </p:cNvSpPr>
          <p:nvPr/>
        </p:nvSpPr>
        <p:spPr>
          <a:xfrm>
            <a:off x="5989252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FBAF6DAA-31E9-4619-BFFB-9F730FE4AF86}"/>
              </a:ext>
            </a:extLst>
          </p:cNvPr>
          <p:cNvSpPr>
            <a:spLocks/>
          </p:cNvSpPr>
          <p:nvPr/>
        </p:nvSpPr>
        <p:spPr>
          <a:xfrm>
            <a:off x="5989252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2DA31BFF-AD96-4C0E-A345-610B3A7958F0}"/>
              </a:ext>
            </a:extLst>
          </p:cNvPr>
          <p:cNvSpPr>
            <a:spLocks/>
          </p:cNvSpPr>
          <p:nvPr/>
        </p:nvSpPr>
        <p:spPr>
          <a:xfrm>
            <a:off x="5989252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BCCAB5A9-E85F-4E2B-B51D-66B50BDD1DE9}"/>
              </a:ext>
            </a:extLst>
          </p:cNvPr>
          <p:cNvSpPr>
            <a:spLocks/>
          </p:cNvSpPr>
          <p:nvPr/>
        </p:nvSpPr>
        <p:spPr>
          <a:xfrm>
            <a:off x="5989252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7613444-5454-43B0-BBE9-E695BF465A48}"/>
              </a:ext>
            </a:extLst>
          </p:cNvPr>
          <p:cNvSpPr>
            <a:spLocks/>
          </p:cNvSpPr>
          <p:nvPr/>
        </p:nvSpPr>
        <p:spPr>
          <a:xfrm>
            <a:off x="5989252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9ADADBF3-3ADC-41D1-8D68-BE65C88553CB}"/>
              </a:ext>
            </a:extLst>
          </p:cNvPr>
          <p:cNvSpPr>
            <a:spLocks/>
          </p:cNvSpPr>
          <p:nvPr/>
        </p:nvSpPr>
        <p:spPr>
          <a:xfrm>
            <a:off x="5989252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61C32EEB-F0DF-4CDD-861D-DAD507B971C8}"/>
              </a:ext>
            </a:extLst>
          </p:cNvPr>
          <p:cNvSpPr>
            <a:spLocks/>
          </p:cNvSpPr>
          <p:nvPr/>
        </p:nvSpPr>
        <p:spPr>
          <a:xfrm>
            <a:off x="5989252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876E8CAC-DEF5-42DA-B674-DE51BA31C546}"/>
              </a:ext>
            </a:extLst>
          </p:cNvPr>
          <p:cNvSpPr>
            <a:spLocks/>
          </p:cNvSpPr>
          <p:nvPr/>
        </p:nvSpPr>
        <p:spPr>
          <a:xfrm>
            <a:off x="5989252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16C5EA38-5A56-4D51-A95E-E83F542F6D9C}"/>
              </a:ext>
            </a:extLst>
          </p:cNvPr>
          <p:cNvSpPr>
            <a:spLocks/>
          </p:cNvSpPr>
          <p:nvPr/>
        </p:nvSpPr>
        <p:spPr>
          <a:xfrm>
            <a:off x="5989252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35198F11-744C-4092-890F-8AFC4B377DFE}"/>
              </a:ext>
            </a:extLst>
          </p:cNvPr>
          <p:cNvSpPr>
            <a:spLocks/>
          </p:cNvSpPr>
          <p:nvPr/>
        </p:nvSpPr>
        <p:spPr>
          <a:xfrm>
            <a:off x="5989252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F7CC5C-1E34-4F8F-A07A-EE4095D1C8C6}"/>
              </a:ext>
            </a:extLst>
          </p:cNvPr>
          <p:cNvSpPr>
            <a:spLocks/>
          </p:cNvSpPr>
          <p:nvPr/>
        </p:nvSpPr>
        <p:spPr>
          <a:xfrm>
            <a:off x="5989252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D41C5312-D848-4D24-9238-2F48FC301915}"/>
              </a:ext>
            </a:extLst>
          </p:cNvPr>
          <p:cNvSpPr>
            <a:spLocks/>
          </p:cNvSpPr>
          <p:nvPr/>
        </p:nvSpPr>
        <p:spPr>
          <a:xfrm>
            <a:off x="5989252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8C81A51-2378-4CF5-9C17-61347447B4E2}"/>
              </a:ext>
            </a:extLst>
          </p:cNvPr>
          <p:cNvSpPr>
            <a:spLocks/>
          </p:cNvSpPr>
          <p:nvPr/>
        </p:nvSpPr>
        <p:spPr>
          <a:xfrm>
            <a:off x="5989252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669C2C6C-A7EB-44A5-B1FF-73168226E399}"/>
              </a:ext>
            </a:extLst>
          </p:cNvPr>
          <p:cNvSpPr>
            <a:spLocks/>
          </p:cNvSpPr>
          <p:nvPr/>
        </p:nvSpPr>
        <p:spPr>
          <a:xfrm>
            <a:off x="5989252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AD673B40-BB21-4588-815C-B4B3ECBEF649}"/>
              </a:ext>
            </a:extLst>
          </p:cNvPr>
          <p:cNvSpPr>
            <a:spLocks/>
          </p:cNvSpPr>
          <p:nvPr/>
        </p:nvSpPr>
        <p:spPr>
          <a:xfrm>
            <a:off x="5989252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9C60EC83-18DD-49D6-8E13-3D1AE9A575F4}"/>
              </a:ext>
            </a:extLst>
          </p:cNvPr>
          <p:cNvSpPr>
            <a:spLocks/>
          </p:cNvSpPr>
          <p:nvPr/>
        </p:nvSpPr>
        <p:spPr>
          <a:xfrm>
            <a:off x="5989252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087C24BE-447D-44A6-89DE-CF1256FDE5CA}"/>
              </a:ext>
            </a:extLst>
          </p:cNvPr>
          <p:cNvSpPr>
            <a:spLocks/>
          </p:cNvSpPr>
          <p:nvPr/>
        </p:nvSpPr>
        <p:spPr>
          <a:xfrm>
            <a:off x="5989252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E0FA14FC-F607-4471-BE24-ECE225FA754D}"/>
              </a:ext>
            </a:extLst>
          </p:cNvPr>
          <p:cNvSpPr>
            <a:spLocks/>
          </p:cNvSpPr>
          <p:nvPr/>
        </p:nvSpPr>
        <p:spPr>
          <a:xfrm>
            <a:off x="5989252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ACAD3716-7E24-4F3B-8673-E0EDF573C56C}"/>
              </a:ext>
            </a:extLst>
          </p:cNvPr>
          <p:cNvSpPr>
            <a:spLocks/>
          </p:cNvSpPr>
          <p:nvPr/>
        </p:nvSpPr>
        <p:spPr>
          <a:xfrm>
            <a:off x="5989252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4A0FBC59-4AAF-4354-83BD-2BC211B16F18}"/>
              </a:ext>
            </a:extLst>
          </p:cNvPr>
          <p:cNvSpPr>
            <a:spLocks/>
          </p:cNvSpPr>
          <p:nvPr/>
        </p:nvSpPr>
        <p:spPr>
          <a:xfrm>
            <a:off x="5989252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A5140747-4E65-4B48-89C3-C7A00F4D224F}"/>
              </a:ext>
            </a:extLst>
          </p:cNvPr>
          <p:cNvSpPr>
            <a:spLocks/>
          </p:cNvSpPr>
          <p:nvPr/>
        </p:nvSpPr>
        <p:spPr>
          <a:xfrm>
            <a:off x="5989252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D258E769-A96B-4AB2-BC68-8EEA0C9A68DC}"/>
              </a:ext>
            </a:extLst>
          </p:cNvPr>
          <p:cNvSpPr>
            <a:spLocks/>
          </p:cNvSpPr>
          <p:nvPr/>
        </p:nvSpPr>
        <p:spPr>
          <a:xfrm>
            <a:off x="5989252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74F5ACB6-C28F-42B5-BD1E-F3E21B0262CF}"/>
              </a:ext>
            </a:extLst>
          </p:cNvPr>
          <p:cNvSpPr>
            <a:spLocks/>
          </p:cNvSpPr>
          <p:nvPr/>
        </p:nvSpPr>
        <p:spPr>
          <a:xfrm>
            <a:off x="5989252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93FC8E27-1CC6-45A9-ADDD-0A1C237AB59F}"/>
              </a:ext>
            </a:extLst>
          </p:cNvPr>
          <p:cNvSpPr>
            <a:spLocks/>
          </p:cNvSpPr>
          <p:nvPr/>
        </p:nvSpPr>
        <p:spPr>
          <a:xfrm>
            <a:off x="5989252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42021266-2EAD-47DD-9D8A-4CB841F8A394}"/>
              </a:ext>
            </a:extLst>
          </p:cNvPr>
          <p:cNvSpPr>
            <a:spLocks/>
          </p:cNvSpPr>
          <p:nvPr/>
        </p:nvSpPr>
        <p:spPr>
          <a:xfrm>
            <a:off x="5989252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D1ED2B24-B07C-405F-8AA1-9A539831B97D}"/>
              </a:ext>
            </a:extLst>
          </p:cNvPr>
          <p:cNvSpPr>
            <a:spLocks/>
          </p:cNvSpPr>
          <p:nvPr/>
        </p:nvSpPr>
        <p:spPr>
          <a:xfrm>
            <a:off x="5989252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14FDC6B0-431B-4B04-B54D-46F1CECC0E47}"/>
              </a:ext>
            </a:extLst>
          </p:cNvPr>
          <p:cNvSpPr>
            <a:spLocks/>
          </p:cNvSpPr>
          <p:nvPr/>
        </p:nvSpPr>
        <p:spPr>
          <a:xfrm>
            <a:off x="5989252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729C3CAD-8B2D-4F29-AB3D-0141D50015D7}"/>
              </a:ext>
            </a:extLst>
          </p:cNvPr>
          <p:cNvSpPr>
            <a:spLocks/>
          </p:cNvSpPr>
          <p:nvPr/>
        </p:nvSpPr>
        <p:spPr>
          <a:xfrm>
            <a:off x="5989252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AF1D6C56-EBC0-46CC-B26D-49797032821B}"/>
              </a:ext>
            </a:extLst>
          </p:cNvPr>
          <p:cNvSpPr>
            <a:spLocks/>
          </p:cNvSpPr>
          <p:nvPr/>
        </p:nvSpPr>
        <p:spPr>
          <a:xfrm>
            <a:off x="5989252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EA6085A2-D561-4585-BB9E-11248944F54C}"/>
              </a:ext>
            </a:extLst>
          </p:cNvPr>
          <p:cNvSpPr>
            <a:spLocks/>
          </p:cNvSpPr>
          <p:nvPr/>
        </p:nvSpPr>
        <p:spPr>
          <a:xfrm>
            <a:off x="5989252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975DCE1D-2C78-4707-976A-03D94DAA39BE}"/>
              </a:ext>
            </a:extLst>
          </p:cNvPr>
          <p:cNvSpPr>
            <a:spLocks/>
          </p:cNvSpPr>
          <p:nvPr/>
        </p:nvSpPr>
        <p:spPr>
          <a:xfrm>
            <a:off x="5989252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91FDC7E6-56BB-4C3B-A4D0-561A120ADCEB}"/>
              </a:ext>
            </a:extLst>
          </p:cNvPr>
          <p:cNvSpPr>
            <a:spLocks/>
          </p:cNvSpPr>
          <p:nvPr/>
        </p:nvSpPr>
        <p:spPr>
          <a:xfrm>
            <a:off x="5989252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67F5F0D-A934-41D0-96E1-9426D4622262}"/>
              </a:ext>
            </a:extLst>
          </p:cNvPr>
          <p:cNvSpPr>
            <a:spLocks/>
          </p:cNvSpPr>
          <p:nvPr/>
        </p:nvSpPr>
        <p:spPr>
          <a:xfrm>
            <a:off x="5989252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C1D1B09-DE40-49F6-A88A-9361BD57F2B4}"/>
              </a:ext>
            </a:extLst>
          </p:cNvPr>
          <p:cNvSpPr>
            <a:spLocks/>
          </p:cNvSpPr>
          <p:nvPr/>
        </p:nvSpPr>
        <p:spPr>
          <a:xfrm>
            <a:off x="5989252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ADB2544-8879-405A-B886-6CA7C94210EE}"/>
              </a:ext>
            </a:extLst>
          </p:cNvPr>
          <p:cNvSpPr>
            <a:spLocks/>
          </p:cNvSpPr>
          <p:nvPr/>
        </p:nvSpPr>
        <p:spPr>
          <a:xfrm>
            <a:off x="5989252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A847D1B-59C7-40E7-AD25-3F8400272C13}"/>
              </a:ext>
            </a:extLst>
          </p:cNvPr>
          <p:cNvSpPr>
            <a:spLocks/>
          </p:cNvSpPr>
          <p:nvPr/>
        </p:nvSpPr>
        <p:spPr>
          <a:xfrm>
            <a:off x="5989252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F0994F75-4A59-4330-9BEA-D6A984E3C61F}"/>
              </a:ext>
            </a:extLst>
          </p:cNvPr>
          <p:cNvSpPr>
            <a:spLocks/>
          </p:cNvSpPr>
          <p:nvPr/>
        </p:nvSpPr>
        <p:spPr>
          <a:xfrm>
            <a:off x="5989252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CE0B53A-EBA7-423D-A51E-DDA513C70348}"/>
              </a:ext>
            </a:extLst>
          </p:cNvPr>
          <p:cNvSpPr>
            <a:spLocks/>
          </p:cNvSpPr>
          <p:nvPr/>
        </p:nvSpPr>
        <p:spPr>
          <a:xfrm>
            <a:off x="5989252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C2A68ACC-6115-480D-8A17-FD7CFEED4EDE}"/>
              </a:ext>
            </a:extLst>
          </p:cNvPr>
          <p:cNvSpPr>
            <a:spLocks/>
          </p:cNvSpPr>
          <p:nvPr/>
        </p:nvSpPr>
        <p:spPr>
          <a:xfrm>
            <a:off x="5989252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E4D3FFE-5FE4-4A3E-9E34-E8676C7299E1}"/>
              </a:ext>
            </a:extLst>
          </p:cNvPr>
          <p:cNvSpPr>
            <a:spLocks/>
          </p:cNvSpPr>
          <p:nvPr/>
        </p:nvSpPr>
        <p:spPr>
          <a:xfrm>
            <a:off x="5989252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AEE8D22E-BEBF-436E-ABB8-7E47C2D55C67}"/>
              </a:ext>
            </a:extLst>
          </p:cNvPr>
          <p:cNvSpPr>
            <a:spLocks/>
          </p:cNvSpPr>
          <p:nvPr/>
        </p:nvSpPr>
        <p:spPr>
          <a:xfrm>
            <a:off x="5989252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4B03CD-DE96-4B68-BA50-206497801CF2}"/>
              </a:ext>
            </a:extLst>
          </p:cNvPr>
          <p:cNvSpPr>
            <a:spLocks/>
          </p:cNvSpPr>
          <p:nvPr/>
        </p:nvSpPr>
        <p:spPr>
          <a:xfrm>
            <a:off x="5989252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850E2BF2-60A1-4A81-9DD5-54E5C1384EEF}"/>
              </a:ext>
            </a:extLst>
          </p:cNvPr>
          <p:cNvSpPr>
            <a:spLocks/>
          </p:cNvSpPr>
          <p:nvPr/>
        </p:nvSpPr>
        <p:spPr>
          <a:xfrm>
            <a:off x="5989252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B49589CA-0276-4D9D-9D55-72A1D6555F6D}"/>
              </a:ext>
            </a:extLst>
          </p:cNvPr>
          <p:cNvSpPr>
            <a:spLocks/>
          </p:cNvSpPr>
          <p:nvPr/>
        </p:nvSpPr>
        <p:spPr>
          <a:xfrm>
            <a:off x="5989252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7888D6A0-0459-4315-A907-804A2E93FD3C}"/>
              </a:ext>
            </a:extLst>
          </p:cNvPr>
          <p:cNvSpPr>
            <a:spLocks/>
          </p:cNvSpPr>
          <p:nvPr/>
        </p:nvSpPr>
        <p:spPr>
          <a:xfrm>
            <a:off x="5989252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25B67CB3-5586-4EFC-93C2-6A035A26A561}"/>
              </a:ext>
            </a:extLst>
          </p:cNvPr>
          <p:cNvSpPr>
            <a:spLocks/>
          </p:cNvSpPr>
          <p:nvPr/>
        </p:nvSpPr>
        <p:spPr>
          <a:xfrm>
            <a:off x="5989252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D213847C-6C7F-498F-B531-B3C56DE153D3}"/>
              </a:ext>
            </a:extLst>
          </p:cNvPr>
          <p:cNvSpPr>
            <a:spLocks/>
          </p:cNvSpPr>
          <p:nvPr/>
        </p:nvSpPr>
        <p:spPr>
          <a:xfrm>
            <a:off x="5989252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54887FA8-0299-44DD-A3BE-3DB4D9E4C879}"/>
              </a:ext>
            </a:extLst>
          </p:cNvPr>
          <p:cNvSpPr>
            <a:spLocks/>
          </p:cNvSpPr>
          <p:nvPr/>
        </p:nvSpPr>
        <p:spPr>
          <a:xfrm>
            <a:off x="5989252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0F382373-9C3C-41B5-B2CC-B6459E5F29D7}"/>
              </a:ext>
            </a:extLst>
          </p:cNvPr>
          <p:cNvSpPr>
            <a:spLocks/>
          </p:cNvSpPr>
          <p:nvPr/>
        </p:nvSpPr>
        <p:spPr>
          <a:xfrm>
            <a:off x="5989252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BDDF89C3-6AF4-4315-9A5A-C82366C94ACD}"/>
              </a:ext>
            </a:extLst>
          </p:cNvPr>
          <p:cNvSpPr>
            <a:spLocks/>
          </p:cNvSpPr>
          <p:nvPr/>
        </p:nvSpPr>
        <p:spPr>
          <a:xfrm>
            <a:off x="5989252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70D6E029-437D-474A-9207-62ABCFA75B4B}"/>
              </a:ext>
            </a:extLst>
          </p:cNvPr>
          <p:cNvSpPr>
            <a:spLocks/>
          </p:cNvSpPr>
          <p:nvPr/>
        </p:nvSpPr>
        <p:spPr>
          <a:xfrm>
            <a:off x="5989252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9211233-B4D5-49F2-ADE3-C2B6469775AB}"/>
              </a:ext>
            </a:extLst>
          </p:cNvPr>
          <p:cNvSpPr>
            <a:spLocks/>
          </p:cNvSpPr>
          <p:nvPr/>
        </p:nvSpPr>
        <p:spPr>
          <a:xfrm>
            <a:off x="5989252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C793F480-1586-48A3-B79C-F5B716EB6619}"/>
              </a:ext>
            </a:extLst>
          </p:cNvPr>
          <p:cNvSpPr>
            <a:spLocks/>
          </p:cNvSpPr>
          <p:nvPr/>
        </p:nvSpPr>
        <p:spPr>
          <a:xfrm>
            <a:off x="5989252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E158A159-D917-4EC2-87A0-E0D167374246}"/>
              </a:ext>
            </a:extLst>
          </p:cNvPr>
          <p:cNvSpPr>
            <a:spLocks/>
          </p:cNvSpPr>
          <p:nvPr/>
        </p:nvSpPr>
        <p:spPr>
          <a:xfrm>
            <a:off x="5989252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DA130492-6823-44E2-88A6-23E72F108400}"/>
              </a:ext>
            </a:extLst>
          </p:cNvPr>
          <p:cNvSpPr>
            <a:spLocks/>
          </p:cNvSpPr>
          <p:nvPr/>
        </p:nvSpPr>
        <p:spPr>
          <a:xfrm>
            <a:off x="5989252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C00F0B11-0CB8-442B-B9EE-2EB7C6DF9B51}"/>
              </a:ext>
            </a:extLst>
          </p:cNvPr>
          <p:cNvSpPr>
            <a:spLocks/>
          </p:cNvSpPr>
          <p:nvPr/>
        </p:nvSpPr>
        <p:spPr>
          <a:xfrm>
            <a:off x="5989252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B265AD9-0B00-4768-813F-6D76F1A522CE}"/>
              </a:ext>
            </a:extLst>
          </p:cNvPr>
          <p:cNvSpPr>
            <a:spLocks/>
          </p:cNvSpPr>
          <p:nvPr/>
        </p:nvSpPr>
        <p:spPr>
          <a:xfrm>
            <a:off x="5989252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EA96F05-E458-42A5-8731-C1F27C346585}"/>
              </a:ext>
            </a:extLst>
          </p:cNvPr>
          <p:cNvSpPr>
            <a:spLocks/>
          </p:cNvSpPr>
          <p:nvPr/>
        </p:nvSpPr>
        <p:spPr>
          <a:xfrm>
            <a:off x="5989252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11961F6C-8D86-4652-9396-DD0653701613}"/>
              </a:ext>
            </a:extLst>
          </p:cNvPr>
          <p:cNvSpPr>
            <a:spLocks/>
          </p:cNvSpPr>
          <p:nvPr/>
        </p:nvSpPr>
        <p:spPr>
          <a:xfrm>
            <a:off x="5989252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7016F1FF-0A31-497A-8C8F-0F87279430E4}"/>
              </a:ext>
            </a:extLst>
          </p:cNvPr>
          <p:cNvSpPr>
            <a:spLocks/>
          </p:cNvSpPr>
          <p:nvPr/>
        </p:nvSpPr>
        <p:spPr>
          <a:xfrm>
            <a:off x="5989252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7BA9B4D9-1E5E-450D-99E2-70462C66C18B}"/>
              </a:ext>
            </a:extLst>
          </p:cNvPr>
          <p:cNvSpPr>
            <a:spLocks/>
          </p:cNvSpPr>
          <p:nvPr/>
        </p:nvSpPr>
        <p:spPr>
          <a:xfrm>
            <a:off x="5989252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A3C37DF-1FDE-4D53-92AA-6E15FF8C63B0}"/>
              </a:ext>
            </a:extLst>
          </p:cNvPr>
          <p:cNvSpPr>
            <a:spLocks/>
          </p:cNvSpPr>
          <p:nvPr/>
        </p:nvSpPr>
        <p:spPr>
          <a:xfrm>
            <a:off x="5989252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92B3A9B5-1D06-4C72-B708-CAB152188678}"/>
              </a:ext>
            </a:extLst>
          </p:cNvPr>
          <p:cNvSpPr>
            <a:spLocks/>
          </p:cNvSpPr>
          <p:nvPr/>
        </p:nvSpPr>
        <p:spPr>
          <a:xfrm>
            <a:off x="5989252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541B7969-FF05-454F-9446-98583BA85E04}"/>
              </a:ext>
            </a:extLst>
          </p:cNvPr>
          <p:cNvSpPr>
            <a:spLocks/>
          </p:cNvSpPr>
          <p:nvPr/>
        </p:nvSpPr>
        <p:spPr>
          <a:xfrm>
            <a:off x="5989252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E611717-BB01-429E-9621-6AA3DD827100}"/>
              </a:ext>
            </a:extLst>
          </p:cNvPr>
          <p:cNvSpPr>
            <a:spLocks/>
          </p:cNvSpPr>
          <p:nvPr/>
        </p:nvSpPr>
        <p:spPr>
          <a:xfrm>
            <a:off x="5989252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71644356-D2BB-4806-8683-06A10338E14C}"/>
              </a:ext>
            </a:extLst>
          </p:cNvPr>
          <p:cNvSpPr>
            <a:spLocks/>
          </p:cNvSpPr>
          <p:nvPr/>
        </p:nvSpPr>
        <p:spPr>
          <a:xfrm>
            <a:off x="5989252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AD289E-70E4-419C-9337-ACB145AE59F1}"/>
              </a:ext>
            </a:extLst>
          </p:cNvPr>
          <p:cNvSpPr>
            <a:spLocks/>
          </p:cNvSpPr>
          <p:nvPr/>
        </p:nvSpPr>
        <p:spPr>
          <a:xfrm>
            <a:off x="5989252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FFDC2550-854F-45DE-99C4-DD39800D3829}"/>
              </a:ext>
            </a:extLst>
          </p:cNvPr>
          <p:cNvSpPr>
            <a:spLocks/>
          </p:cNvSpPr>
          <p:nvPr/>
        </p:nvSpPr>
        <p:spPr>
          <a:xfrm>
            <a:off x="5989252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6A1D514-0581-4C1E-A019-F50F3DB4BD35}"/>
              </a:ext>
            </a:extLst>
          </p:cNvPr>
          <p:cNvSpPr>
            <a:spLocks/>
          </p:cNvSpPr>
          <p:nvPr/>
        </p:nvSpPr>
        <p:spPr>
          <a:xfrm>
            <a:off x="5989252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5985AA92-3E59-4E2C-B5F4-9E7711D490F3}"/>
              </a:ext>
            </a:extLst>
          </p:cNvPr>
          <p:cNvSpPr>
            <a:spLocks/>
          </p:cNvSpPr>
          <p:nvPr/>
        </p:nvSpPr>
        <p:spPr>
          <a:xfrm>
            <a:off x="5989252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E49F7FED-BDDC-4ABE-A9A7-21E75E806658}"/>
              </a:ext>
            </a:extLst>
          </p:cNvPr>
          <p:cNvSpPr>
            <a:spLocks/>
          </p:cNvSpPr>
          <p:nvPr/>
        </p:nvSpPr>
        <p:spPr>
          <a:xfrm>
            <a:off x="5989252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7873ECDE-BF15-40FB-9690-A12FF85364A1}"/>
              </a:ext>
            </a:extLst>
          </p:cNvPr>
          <p:cNvSpPr>
            <a:spLocks/>
          </p:cNvSpPr>
          <p:nvPr/>
        </p:nvSpPr>
        <p:spPr>
          <a:xfrm>
            <a:off x="5989252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96C693E-0900-4870-916A-62EEA8DA93E0}"/>
              </a:ext>
            </a:extLst>
          </p:cNvPr>
          <p:cNvSpPr>
            <a:spLocks/>
          </p:cNvSpPr>
          <p:nvPr/>
        </p:nvSpPr>
        <p:spPr>
          <a:xfrm>
            <a:off x="5989252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8E8ED6A4-9E29-4E3B-B087-785BED1AE2F0}"/>
              </a:ext>
            </a:extLst>
          </p:cNvPr>
          <p:cNvSpPr>
            <a:spLocks/>
          </p:cNvSpPr>
          <p:nvPr/>
        </p:nvSpPr>
        <p:spPr>
          <a:xfrm>
            <a:off x="5989252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0EF8C5BD-CF11-4498-99E9-4141940D4F12}"/>
              </a:ext>
            </a:extLst>
          </p:cNvPr>
          <p:cNvSpPr>
            <a:spLocks/>
          </p:cNvSpPr>
          <p:nvPr/>
        </p:nvSpPr>
        <p:spPr>
          <a:xfrm>
            <a:off x="5989252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EE7F958C-4A87-4BCB-BAAC-B6918D647222}"/>
              </a:ext>
            </a:extLst>
          </p:cNvPr>
          <p:cNvSpPr>
            <a:spLocks/>
          </p:cNvSpPr>
          <p:nvPr/>
        </p:nvSpPr>
        <p:spPr>
          <a:xfrm>
            <a:off x="5989252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43F5B731-92C2-482D-973C-8CF8AFCB34A4}"/>
              </a:ext>
            </a:extLst>
          </p:cNvPr>
          <p:cNvSpPr>
            <a:spLocks/>
          </p:cNvSpPr>
          <p:nvPr/>
        </p:nvSpPr>
        <p:spPr>
          <a:xfrm>
            <a:off x="5989252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9C98957-0429-4151-A3AB-FDB781ED2547}"/>
              </a:ext>
            </a:extLst>
          </p:cNvPr>
          <p:cNvSpPr>
            <a:spLocks/>
          </p:cNvSpPr>
          <p:nvPr/>
        </p:nvSpPr>
        <p:spPr>
          <a:xfrm>
            <a:off x="5989252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564846E9-2F33-402D-8DB7-B13BF5880312}"/>
              </a:ext>
            </a:extLst>
          </p:cNvPr>
          <p:cNvSpPr>
            <a:spLocks/>
          </p:cNvSpPr>
          <p:nvPr/>
        </p:nvSpPr>
        <p:spPr>
          <a:xfrm>
            <a:off x="5989252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70557007-FFFA-4721-9EA9-C46F3DC69E76}"/>
              </a:ext>
            </a:extLst>
          </p:cNvPr>
          <p:cNvSpPr>
            <a:spLocks/>
          </p:cNvSpPr>
          <p:nvPr/>
        </p:nvSpPr>
        <p:spPr>
          <a:xfrm>
            <a:off x="5989252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8079A5AD-0B9A-4C60-AEDB-086C44B1EDDA}"/>
              </a:ext>
            </a:extLst>
          </p:cNvPr>
          <p:cNvSpPr>
            <a:spLocks/>
          </p:cNvSpPr>
          <p:nvPr/>
        </p:nvSpPr>
        <p:spPr>
          <a:xfrm>
            <a:off x="5989252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75C1C7DA-B2E9-47FB-8AB4-8B833B6A7A3E}"/>
              </a:ext>
            </a:extLst>
          </p:cNvPr>
          <p:cNvSpPr>
            <a:spLocks/>
          </p:cNvSpPr>
          <p:nvPr/>
        </p:nvSpPr>
        <p:spPr>
          <a:xfrm>
            <a:off x="5989252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D609964-88D0-45C0-B6B0-65F2C45BCE18}"/>
              </a:ext>
            </a:extLst>
          </p:cNvPr>
          <p:cNvSpPr>
            <a:spLocks/>
          </p:cNvSpPr>
          <p:nvPr/>
        </p:nvSpPr>
        <p:spPr>
          <a:xfrm>
            <a:off x="5989252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9D6601AB-7AA1-4A97-AD20-7A6483956E94}"/>
              </a:ext>
            </a:extLst>
          </p:cNvPr>
          <p:cNvSpPr>
            <a:spLocks/>
          </p:cNvSpPr>
          <p:nvPr/>
        </p:nvSpPr>
        <p:spPr>
          <a:xfrm>
            <a:off x="5989252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C864071D-42D6-40E1-9C4F-CFF9906FC197}"/>
              </a:ext>
            </a:extLst>
          </p:cNvPr>
          <p:cNvSpPr>
            <a:spLocks/>
          </p:cNvSpPr>
          <p:nvPr/>
        </p:nvSpPr>
        <p:spPr>
          <a:xfrm>
            <a:off x="5989252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97D75675-03A0-44CE-9EF3-6D80FB74E8D1}"/>
              </a:ext>
            </a:extLst>
          </p:cNvPr>
          <p:cNvSpPr>
            <a:spLocks/>
          </p:cNvSpPr>
          <p:nvPr/>
        </p:nvSpPr>
        <p:spPr>
          <a:xfrm>
            <a:off x="5989252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638583DF-CAE7-4284-926F-587E98100393}"/>
              </a:ext>
            </a:extLst>
          </p:cNvPr>
          <p:cNvSpPr>
            <a:spLocks/>
          </p:cNvSpPr>
          <p:nvPr/>
        </p:nvSpPr>
        <p:spPr>
          <a:xfrm>
            <a:off x="5989252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541D06B5-F26E-42AF-BF92-A94E1A756AFF}"/>
              </a:ext>
            </a:extLst>
          </p:cNvPr>
          <p:cNvSpPr>
            <a:spLocks/>
          </p:cNvSpPr>
          <p:nvPr/>
        </p:nvSpPr>
        <p:spPr>
          <a:xfrm>
            <a:off x="5989252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4CE436D1-BCB6-4AE2-AFD8-9EFB596A0CD0}"/>
              </a:ext>
            </a:extLst>
          </p:cNvPr>
          <p:cNvSpPr>
            <a:spLocks/>
          </p:cNvSpPr>
          <p:nvPr/>
        </p:nvSpPr>
        <p:spPr>
          <a:xfrm>
            <a:off x="5989252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1980B2BE-26CC-45D9-BA84-C6135684503F}"/>
              </a:ext>
            </a:extLst>
          </p:cNvPr>
          <p:cNvSpPr>
            <a:spLocks/>
          </p:cNvSpPr>
          <p:nvPr/>
        </p:nvSpPr>
        <p:spPr>
          <a:xfrm>
            <a:off x="5989252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DA652276-33DE-4BFA-BDC6-E3A70023175E}"/>
              </a:ext>
            </a:extLst>
          </p:cNvPr>
          <p:cNvSpPr>
            <a:spLocks/>
          </p:cNvSpPr>
          <p:nvPr/>
        </p:nvSpPr>
        <p:spPr>
          <a:xfrm>
            <a:off x="5989252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26AEF73E-CEB5-4AF2-B12B-57F930A0D28E}"/>
              </a:ext>
            </a:extLst>
          </p:cNvPr>
          <p:cNvSpPr>
            <a:spLocks/>
          </p:cNvSpPr>
          <p:nvPr/>
        </p:nvSpPr>
        <p:spPr>
          <a:xfrm>
            <a:off x="5989252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B8902F7C-C8AC-44F4-8521-E9D0E6FDAC17}"/>
              </a:ext>
            </a:extLst>
          </p:cNvPr>
          <p:cNvSpPr>
            <a:spLocks/>
          </p:cNvSpPr>
          <p:nvPr/>
        </p:nvSpPr>
        <p:spPr>
          <a:xfrm>
            <a:off x="5989252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12AC430C-22D1-428F-8EB5-B080A4966661}"/>
              </a:ext>
            </a:extLst>
          </p:cNvPr>
          <p:cNvSpPr>
            <a:spLocks/>
          </p:cNvSpPr>
          <p:nvPr/>
        </p:nvSpPr>
        <p:spPr>
          <a:xfrm>
            <a:off x="5989252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220279D-B07E-4A84-928A-C40F25A0875B}"/>
              </a:ext>
            </a:extLst>
          </p:cNvPr>
          <p:cNvSpPr>
            <a:spLocks/>
          </p:cNvSpPr>
          <p:nvPr/>
        </p:nvSpPr>
        <p:spPr>
          <a:xfrm>
            <a:off x="5989252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37490982-471D-4DA2-ABC0-F4E19BC0B89F}"/>
              </a:ext>
            </a:extLst>
          </p:cNvPr>
          <p:cNvSpPr>
            <a:spLocks/>
          </p:cNvSpPr>
          <p:nvPr/>
        </p:nvSpPr>
        <p:spPr>
          <a:xfrm>
            <a:off x="5989252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136CD0A-E99B-4F98-8036-E6229329B86D}"/>
              </a:ext>
            </a:extLst>
          </p:cNvPr>
          <p:cNvSpPr>
            <a:spLocks/>
          </p:cNvSpPr>
          <p:nvPr/>
        </p:nvSpPr>
        <p:spPr>
          <a:xfrm>
            <a:off x="5989252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8AAA3308-177C-4E5F-8B0E-E67F8946E598}"/>
              </a:ext>
            </a:extLst>
          </p:cNvPr>
          <p:cNvSpPr>
            <a:spLocks/>
          </p:cNvSpPr>
          <p:nvPr/>
        </p:nvSpPr>
        <p:spPr>
          <a:xfrm>
            <a:off x="5989252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1CEE1E5B-F590-496B-989F-D19E9CED0B39}"/>
              </a:ext>
            </a:extLst>
          </p:cNvPr>
          <p:cNvSpPr>
            <a:spLocks/>
          </p:cNvSpPr>
          <p:nvPr/>
        </p:nvSpPr>
        <p:spPr>
          <a:xfrm>
            <a:off x="5989252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2249083-02FF-46A5-9404-184218AF76AE}"/>
              </a:ext>
            </a:extLst>
          </p:cNvPr>
          <p:cNvSpPr>
            <a:spLocks/>
          </p:cNvSpPr>
          <p:nvPr/>
        </p:nvSpPr>
        <p:spPr>
          <a:xfrm>
            <a:off x="5989252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B4CBDAE0-2FA9-41F7-A558-641635B30485}"/>
              </a:ext>
            </a:extLst>
          </p:cNvPr>
          <p:cNvSpPr>
            <a:spLocks/>
          </p:cNvSpPr>
          <p:nvPr/>
        </p:nvSpPr>
        <p:spPr>
          <a:xfrm>
            <a:off x="5989252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F1AA114B-EFDA-4650-97E5-7B7E803741BA}"/>
              </a:ext>
            </a:extLst>
          </p:cNvPr>
          <p:cNvSpPr>
            <a:spLocks/>
          </p:cNvSpPr>
          <p:nvPr/>
        </p:nvSpPr>
        <p:spPr>
          <a:xfrm>
            <a:off x="5989252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4B653EB-E519-480B-B086-73F9D865478E}"/>
              </a:ext>
            </a:extLst>
          </p:cNvPr>
          <p:cNvSpPr>
            <a:spLocks/>
          </p:cNvSpPr>
          <p:nvPr/>
        </p:nvSpPr>
        <p:spPr>
          <a:xfrm>
            <a:off x="5989252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5E60811C-9471-497C-97D8-97C79D4FCDD5}"/>
              </a:ext>
            </a:extLst>
          </p:cNvPr>
          <p:cNvSpPr>
            <a:spLocks/>
          </p:cNvSpPr>
          <p:nvPr/>
        </p:nvSpPr>
        <p:spPr>
          <a:xfrm>
            <a:off x="5989252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60D52E04-A409-4995-B66F-1E7669B2B7DB}"/>
              </a:ext>
            </a:extLst>
          </p:cNvPr>
          <p:cNvSpPr>
            <a:spLocks/>
          </p:cNvSpPr>
          <p:nvPr/>
        </p:nvSpPr>
        <p:spPr>
          <a:xfrm>
            <a:off x="5989252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8A51F4B2-72FC-4A0A-A41D-97F15FE5DE15}"/>
              </a:ext>
            </a:extLst>
          </p:cNvPr>
          <p:cNvSpPr>
            <a:spLocks/>
          </p:cNvSpPr>
          <p:nvPr/>
        </p:nvSpPr>
        <p:spPr>
          <a:xfrm>
            <a:off x="5989252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C20E18ED-2BF3-4222-9F7A-7659E2708868}"/>
              </a:ext>
            </a:extLst>
          </p:cNvPr>
          <p:cNvSpPr>
            <a:spLocks/>
          </p:cNvSpPr>
          <p:nvPr/>
        </p:nvSpPr>
        <p:spPr>
          <a:xfrm>
            <a:off x="5989252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C404627C-0701-4149-AE71-8C6217EB2B82}"/>
              </a:ext>
            </a:extLst>
          </p:cNvPr>
          <p:cNvSpPr>
            <a:spLocks/>
          </p:cNvSpPr>
          <p:nvPr/>
        </p:nvSpPr>
        <p:spPr>
          <a:xfrm>
            <a:off x="5989252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29AB011E-DDC8-4E66-8BC8-43A04DE00390}"/>
              </a:ext>
            </a:extLst>
          </p:cNvPr>
          <p:cNvSpPr>
            <a:spLocks/>
          </p:cNvSpPr>
          <p:nvPr/>
        </p:nvSpPr>
        <p:spPr>
          <a:xfrm>
            <a:off x="5989252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1D08DC8C-6EF0-4F47-89AC-2AEACBCA5742}"/>
              </a:ext>
            </a:extLst>
          </p:cNvPr>
          <p:cNvSpPr>
            <a:spLocks/>
          </p:cNvSpPr>
          <p:nvPr/>
        </p:nvSpPr>
        <p:spPr>
          <a:xfrm>
            <a:off x="5989252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1B57D2E6-E01B-4FBB-B654-587BDC2B11E0}"/>
              </a:ext>
            </a:extLst>
          </p:cNvPr>
          <p:cNvSpPr>
            <a:spLocks/>
          </p:cNvSpPr>
          <p:nvPr/>
        </p:nvSpPr>
        <p:spPr>
          <a:xfrm>
            <a:off x="5989252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FECAD43-CBAA-4059-BEEC-4BBE923B452D}"/>
              </a:ext>
            </a:extLst>
          </p:cNvPr>
          <p:cNvSpPr>
            <a:spLocks/>
          </p:cNvSpPr>
          <p:nvPr/>
        </p:nvSpPr>
        <p:spPr>
          <a:xfrm>
            <a:off x="5989252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2C624E06-E241-4755-A15A-A4AE6139C390}"/>
              </a:ext>
            </a:extLst>
          </p:cNvPr>
          <p:cNvSpPr>
            <a:spLocks/>
          </p:cNvSpPr>
          <p:nvPr/>
        </p:nvSpPr>
        <p:spPr>
          <a:xfrm>
            <a:off x="5989252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BE19025-B33F-408D-8C3D-A3612A49FE09}"/>
              </a:ext>
            </a:extLst>
          </p:cNvPr>
          <p:cNvSpPr>
            <a:spLocks/>
          </p:cNvSpPr>
          <p:nvPr/>
        </p:nvSpPr>
        <p:spPr>
          <a:xfrm>
            <a:off x="5989252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7F4F6430-046F-4C31-A5B8-933A8033D77A}"/>
              </a:ext>
            </a:extLst>
          </p:cNvPr>
          <p:cNvSpPr>
            <a:spLocks/>
          </p:cNvSpPr>
          <p:nvPr/>
        </p:nvSpPr>
        <p:spPr>
          <a:xfrm>
            <a:off x="5989252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FA09E1A4-BC85-4FCC-BF49-FE58C919A6D0}"/>
              </a:ext>
            </a:extLst>
          </p:cNvPr>
          <p:cNvSpPr>
            <a:spLocks/>
          </p:cNvSpPr>
          <p:nvPr/>
        </p:nvSpPr>
        <p:spPr>
          <a:xfrm>
            <a:off x="5989252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72A66F4-279A-45D2-8954-F1B6E29E6EEC}"/>
              </a:ext>
            </a:extLst>
          </p:cNvPr>
          <p:cNvSpPr>
            <a:spLocks/>
          </p:cNvSpPr>
          <p:nvPr/>
        </p:nvSpPr>
        <p:spPr>
          <a:xfrm>
            <a:off x="5989252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9206DB5E-6F04-4D05-87FC-528B2D404EA4}"/>
              </a:ext>
            </a:extLst>
          </p:cNvPr>
          <p:cNvSpPr>
            <a:spLocks/>
          </p:cNvSpPr>
          <p:nvPr/>
        </p:nvSpPr>
        <p:spPr>
          <a:xfrm>
            <a:off x="5989252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6A28DD37-5CF0-4874-9B0B-B641F458BF97}"/>
              </a:ext>
            </a:extLst>
          </p:cNvPr>
          <p:cNvSpPr>
            <a:spLocks/>
          </p:cNvSpPr>
          <p:nvPr/>
        </p:nvSpPr>
        <p:spPr>
          <a:xfrm>
            <a:off x="5989252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6E6C62A8-03E2-499E-AC51-983998C6B563}"/>
              </a:ext>
            </a:extLst>
          </p:cNvPr>
          <p:cNvSpPr>
            <a:spLocks/>
          </p:cNvSpPr>
          <p:nvPr/>
        </p:nvSpPr>
        <p:spPr>
          <a:xfrm>
            <a:off x="5989252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69A9F479-4FA4-4E78-9A5E-0F06358C78B1}"/>
              </a:ext>
            </a:extLst>
          </p:cNvPr>
          <p:cNvSpPr>
            <a:spLocks/>
          </p:cNvSpPr>
          <p:nvPr/>
        </p:nvSpPr>
        <p:spPr>
          <a:xfrm>
            <a:off x="5989252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A3939D0-3927-416B-9BBD-4B82DA6D8800}"/>
              </a:ext>
            </a:extLst>
          </p:cNvPr>
          <p:cNvSpPr>
            <a:spLocks/>
          </p:cNvSpPr>
          <p:nvPr/>
        </p:nvSpPr>
        <p:spPr>
          <a:xfrm>
            <a:off x="5989252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3D2AF0BA-AF63-4760-8BAC-457FDE6B22AF}"/>
              </a:ext>
            </a:extLst>
          </p:cNvPr>
          <p:cNvSpPr>
            <a:spLocks/>
          </p:cNvSpPr>
          <p:nvPr/>
        </p:nvSpPr>
        <p:spPr>
          <a:xfrm>
            <a:off x="5989252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58BC2020-CAE5-46AF-BE09-9E47F96BA985}"/>
              </a:ext>
            </a:extLst>
          </p:cNvPr>
          <p:cNvSpPr>
            <a:spLocks/>
          </p:cNvSpPr>
          <p:nvPr/>
        </p:nvSpPr>
        <p:spPr>
          <a:xfrm>
            <a:off x="5989252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7F78BA3-F7AB-4A3F-B6CD-18660AEA044D}"/>
              </a:ext>
            </a:extLst>
          </p:cNvPr>
          <p:cNvSpPr>
            <a:spLocks/>
          </p:cNvSpPr>
          <p:nvPr/>
        </p:nvSpPr>
        <p:spPr>
          <a:xfrm>
            <a:off x="5989252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90F091DC-AE74-451F-838E-F70EFDA7C10F}"/>
              </a:ext>
            </a:extLst>
          </p:cNvPr>
          <p:cNvSpPr>
            <a:spLocks/>
          </p:cNvSpPr>
          <p:nvPr/>
        </p:nvSpPr>
        <p:spPr>
          <a:xfrm>
            <a:off x="5989252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05F12A21-0246-44FE-8D23-32A97A0E5D32}"/>
              </a:ext>
            </a:extLst>
          </p:cNvPr>
          <p:cNvSpPr>
            <a:spLocks/>
          </p:cNvSpPr>
          <p:nvPr/>
        </p:nvSpPr>
        <p:spPr>
          <a:xfrm>
            <a:off x="5989252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F5A96444-0557-4BB0-AFF2-4864EAFE9DC9}"/>
              </a:ext>
            </a:extLst>
          </p:cNvPr>
          <p:cNvSpPr>
            <a:spLocks/>
          </p:cNvSpPr>
          <p:nvPr/>
        </p:nvSpPr>
        <p:spPr>
          <a:xfrm>
            <a:off x="5989252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470F436-2AC5-4211-AE09-09D55474339D}"/>
              </a:ext>
            </a:extLst>
          </p:cNvPr>
          <p:cNvSpPr>
            <a:spLocks/>
          </p:cNvSpPr>
          <p:nvPr/>
        </p:nvSpPr>
        <p:spPr>
          <a:xfrm>
            <a:off x="5989252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F58A925B-E19D-405A-882C-C055725FCE1C}"/>
              </a:ext>
            </a:extLst>
          </p:cNvPr>
          <p:cNvSpPr>
            <a:spLocks/>
          </p:cNvSpPr>
          <p:nvPr/>
        </p:nvSpPr>
        <p:spPr>
          <a:xfrm>
            <a:off x="5989252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17870401-A9BB-4A60-8068-D07FECD8141E}"/>
              </a:ext>
            </a:extLst>
          </p:cNvPr>
          <p:cNvSpPr>
            <a:spLocks/>
          </p:cNvSpPr>
          <p:nvPr/>
        </p:nvSpPr>
        <p:spPr>
          <a:xfrm>
            <a:off x="5989252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3B67D1A1-0000-4AEB-ABA6-BB77D9D0AAB7}"/>
              </a:ext>
            </a:extLst>
          </p:cNvPr>
          <p:cNvSpPr>
            <a:spLocks/>
          </p:cNvSpPr>
          <p:nvPr/>
        </p:nvSpPr>
        <p:spPr>
          <a:xfrm>
            <a:off x="5989252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D00E3D4-CF63-4D30-B324-053AC05DBC96}"/>
              </a:ext>
            </a:extLst>
          </p:cNvPr>
          <p:cNvSpPr>
            <a:spLocks/>
          </p:cNvSpPr>
          <p:nvPr/>
        </p:nvSpPr>
        <p:spPr>
          <a:xfrm>
            <a:off x="5989252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5FA181-E2A7-43AB-82CD-F688F9B5439E}"/>
              </a:ext>
            </a:extLst>
          </p:cNvPr>
          <p:cNvSpPr>
            <a:spLocks/>
          </p:cNvSpPr>
          <p:nvPr/>
        </p:nvSpPr>
        <p:spPr>
          <a:xfrm>
            <a:off x="5989252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2C099085-9AD5-4E94-8E34-B7765B6FA7D8}"/>
              </a:ext>
            </a:extLst>
          </p:cNvPr>
          <p:cNvSpPr>
            <a:spLocks/>
          </p:cNvSpPr>
          <p:nvPr/>
        </p:nvSpPr>
        <p:spPr>
          <a:xfrm>
            <a:off x="5989252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714D6DA9-FF92-4D40-8B46-A9239841B619}"/>
              </a:ext>
            </a:extLst>
          </p:cNvPr>
          <p:cNvSpPr>
            <a:spLocks/>
          </p:cNvSpPr>
          <p:nvPr/>
        </p:nvSpPr>
        <p:spPr>
          <a:xfrm>
            <a:off x="5989252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A2B30F0D-72B4-4926-920A-9FE681C35C09}"/>
              </a:ext>
            </a:extLst>
          </p:cNvPr>
          <p:cNvSpPr>
            <a:spLocks/>
          </p:cNvSpPr>
          <p:nvPr/>
        </p:nvSpPr>
        <p:spPr>
          <a:xfrm>
            <a:off x="5989252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96C9F4F0-8068-4482-B9B7-7F294D4317E7}"/>
              </a:ext>
            </a:extLst>
          </p:cNvPr>
          <p:cNvSpPr>
            <a:spLocks/>
          </p:cNvSpPr>
          <p:nvPr/>
        </p:nvSpPr>
        <p:spPr>
          <a:xfrm>
            <a:off x="5989252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32A71EDE-F6BC-4875-B546-0FEA860E9723}"/>
              </a:ext>
            </a:extLst>
          </p:cNvPr>
          <p:cNvSpPr>
            <a:spLocks/>
          </p:cNvSpPr>
          <p:nvPr/>
        </p:nvSpPr>
        <p:spPr>
          <a:xfrm>
            <a:off x="5989252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6040C38F-BE0F-413C-8158-3D2CD9A1ACB9}"/>
              </a:ext>
            </a:extLst>
          </p:cNvPr>
          <p:cNvSpPr>
            <a:spLocks/>
          </p:cNvSpPr>
          <p:nvPr/>
        </p:nvSpPr>
        <p:spPr>
          <a:xfrm>
            <a:off x="5989252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A454BFE7-CBF1-4CB7-B3AC-4EB5A0DF4188}"/>
              </a:ext>
            </a:extLst>
          </p:cNvPr>
          <p:cNvSpPr>
            <a:spLocks/>
          </p:cNvSpPr>
          <p:nvPr/>
        </p:nvSpPr>
        <p:spPr>
          <a:xfrm>
            <a:off x="5989252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553A376-A46F-4B42-85D3-C096B442A918}"/>
              </a:ext>
            </a:extLst>
          </p:cNvPr>
          <p:cNvSpPr>
            <a:spLocks/>
          </p:cNvSpPr>
          <p:nvPr/>
        </p:nvSpPr>
        <p:spPr>
          <a:xfrm>
            <a:off x="5989252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014A406-B255-48D2-8EA4-A75DB021A90B}"/>
              </a:ext>
            </a:extLst>
          </p:cNvPr>
          <p:cNvSpPr>
            <a:spLocks/>
          </p:cNvSpPr>
          <p:nvPr/>
        </p:nvSpPr>
        <p:spPr>
          <a:xfrm>
            <a:off x="5989252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79BB4607-5DA1-4F00-AC7E-B5F3FEB3B3BE}"/>
              </a:ext>
            </a:extLst>
          </p:cNvPr>
          <p:cNvSpPr>
            <a:spLocks/>
          </p:cNvSpPr>
          <p:nvPr/>
        </p:nvSpPr>
        <p:spPr>
          <a:xfrm>
            <a:off x="5989252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761897E5-9F76-4EEB-BFF1-2C00A212A448}"/>
              </a:ext>
            </a:extLst>
          </p:cNvPr>
          <p:cNvSpPr>
            <a:spLocks/>
          </p:cNvSpPr>
          <p:nvPr/>
        </p:nvSpPr>
        <p:spPr>
          <a:xfrm>
            <a:off x="5989252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FD1EB83-9BB7-435B-A4F2-BF767FEC9E24}"/>
              </a:ext>
            </a:extLst>
          </p:cNvPr>
          <p:cNvSpPr>
            <a:spLocks/>
          </p:cNvSpPr>
          <p:nvPr/>
        </p:nvSpPr>
        <p:spPr>
          <a:xfrm>
            <a:off x="5989252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F1CB2788-8057-4F13-9718-7243957644A7}"/>
              </a:ext>
            </a:extLst>
          </p:cNvPr>
          <p:cNvSpPr>
            <a:spLocks/>
          </p:cNvSpPr>
          <p:nvPr/>
        </p:nvSpPr>
        <p:spPr>
          <a:xfrm>
            <a:off x="5989252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3CBF1DD0-C02F-4E24-875B-EC9EF36DB4CA}"/>
              </a:ext>
            </a:extLst>
          </p:cNvPr>
          <p:cNvSpPr>
            <a:spLocks/>
          </p:cNvSpPr>
          <p:nvPr/>
        </p:nvSpPr>
        <p:spPr>
          <a:xfrm>
            <a:off x="5989252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4E53E28-260D-48F2-878F-A34BB5B292E4}"/>
              </a:ext>
            </a:extLst>
          </p:cNvPr>
          <p:cNvSpPr>
            <a:spLocks/>
          </p:cNvSpPr>
          <p:nvPr/>
        </p:nvSpPr>
        <p:spPr>
          <a:xfrm>
            <a:off x="5989252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D787255C-966E-4A15-BBA3-496F865E07E6}"/>
              </a:ext>
            </a:extLst>
          </p:cNvPr>
          <p:cNvSpPr>
            <a:spLocks/>
          </p:cNvSpPr>
          <p:nvPr/>
        </p:nvSpPr>
        <p:spPr>
          <a:xfrm>
            <a:off x="5989252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99B6E998-3AB6-4528-B488-D0F91B6D422F}"/>
              </a:ext>
            </a:extLst>
          </p:cNvPr>
          <p:cNvSpPr>
            <a:spLocks/>
          </p:cNvSpPr>
          <p:nvPr/>
        </p:nvSpPr>
        <p:spPr>
          <a:xfrm>
            <a:off x="5989252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840C316F-307E-405B-AE98-EACB26B5976E}"/>
              </a:ext>
            </a:extLst>
          </p:cNvPr>
          <p:cNvSpPr>
            <a:spLocks/>
          </p:cNvSpPr>
          <p:nvPr/>
        </p:nvSpPr>
        <p:spPr>
          <a:xfrm>
            <a:off x="5989252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466B4B61-3FA4-44CB-AA6D-BD01AD25220D}"/>
              </a:ext>
            </a:extLst>
          </p:cNvPr>
          <p:cNvSpPr>
            <a:spLocks/>
          </p:cNvSpPr>
          <p:nvPr/>
        </p:nvSpPr>
        <p:spPr>
          <a:xfrm>
            <a:off x="5989252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B629C366-E7D8-4CA6-9C9F-6A39FF23AC5F}"/>
              </a:ext>
            </a:extLst>
          </p:cNvPr>
          <p:cNvSpPr>
            <a:spLocks/>
          </p:cNvSpPr>
          <p:nvPr/>
        </p:nvSpPr>
        <p:spPr>
          <a:xfrm>
            <a:off x="5989252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C2EC79EF-0CA5-4FCB-A913-6511EC42A818}"/>
              </a:ext>
            </a:extLst>
          </p:cNvPr>
          <p:cNvSpPr>
            <a:spLocks/>
          </p:cNvSpPr>
          <p:nvPr/>
        </p:nvSpPr>
        <p:spPr>
          <a:xfrm>
            <a:off x="5989252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B22AF45C-808C-4E17-AC05-36A2220DB6E0}"/>
              </a:ext>
            </a:extLst>
          </p:cNvPr>
          <p:cNvSpPr>
            <a:spLocks/>
          </p:cNvSpPr>
          <p:nvPr/>
        </p:nvSpPr>
        <p:spPr>
          <a:xfrm>
            <a:off x="5989252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79A3022B-5C22-42B8-9677-6973162D9A40}"/>
              </a:ext>
            </a:extLst>
          </p:cNvPr>
          <p:cNvSpPr>
            <a:spLocks/>
          </p:cNvSpPr>
          <p:nvPr/>
        </p:nvSpPr>
        <p:spPr>
          <a:xfrm>
            <a:off x="5989252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17CE331F-D624-4032-BC56-894C14799860}"/>
              </a:ext>
            </a:extLst>
          </p:cNvPr>
          <p:cNvSpPr>
            <a:spLocks/>
          </p:cNvSpPr>
          <p:nvPr/>
        </p:nvSpPr>
        <p:spPr>
          <a:xfrm>
            <a:off x="5989252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936DBD09-1858-4CE0-B71B-96921B9E5801}"/>
              </a:ext>
            </a:extLst>
          </p:cNvPr>
          <p:cNvSpPr>
            <a:spLocks/>
          </p:cNvSpPr>
          <p:nvPr/>
        </p:nvSpPr>
        <p:spPr>
          <a:xfrm>
            <a:off x="5989252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B2209A5E-C29A-4249-B278-CF97F654076D}"/>
              </a:ext>
            </a:extLst>
          </p:cNvPr>
          <p:cNvSpPr>
            <a:spLocks/>
          </p:cNvSpPr>
          <p:nvPr/>
        </p:nvSpPr>
        <p:spPr>
          <a:xfrm>
            <a:off x="5989252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206464CE-1698-4209-BA0B-D317912D4E6A}"/>
              </a:ext>
            </a:extLst>
          </p:cNvPr>
          <p:cNvSpPr>
            <a:spLocks/>
          </p:cNvSpPr>
          <p:nvPr/>
        </p:nvSpPr>
        <p:spPr>
          <a:xfrm>
            <a:off x="5989252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88665496-29D7-4FA7-A51E-C47E35B60F7E}"/>
              </a:ext>
            </a:extLst>
          </p:cNvPr>
          <p:cNvSpPr>
            <a:spLocks/>
          </p:cNvSpPr>
          <p:nvPr/>
        </p:nvSpPr>
        <p:spPr>
          <a:xfrm>
            <a:off x="5989252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8B396AEC-6100-4422-8E9C-7A23AC7F8E50}"/>
              </a:ext>
            </a:extLst>
          </p:cNvPr>
          <p:cNvSpPr>
            <a:spLocks/>
          </p:cNvSpPr>
          <p:nvPr/>
        </p:nvSpPr>
        <p:spPr>
          <a:xfrm>
            <a:off x="5989252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75D472AE-0D2C-440D-9D3E-5F6166B4A8FC}"/>
              </a:ext>
            </a:extLst>
          </p:cNvPr>
          <p:cNvSpPr>
            <a:spLocks/>
          </p:cNvSpPr>
          <p:nvPr/>
        </p:nvSpPr>
        <p:spPr>
          <a:xfrm>
            <a:off x="5989252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1E8CD776-3713-4230-9D52-9D900F45003F}"/>
              </a:ext>
            </a:extLst>
          </p:cNvPr>
          <p:cNvSpPr>
            <a:spLocks/>
          </p:cNvSpPr>
          <p:nvPr/>
        </p:nvSpPr>
        <p:spPr>
          <a:xfrm>
            <a:off x="5989252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E3834FBB-74F8-4D8E-881E-74FF416DE611}"/>
              </a:ext>
            </a:extLst>
          </p:cNvPr>
          <p:cNvSpPr>
            <a:spLocks/>
          </p:cNvSpPr>
          <p:nvPr/>
        </p:nvSpPr>
        <p:spPr>
          <a:xfrm>
            <a:off x="5989252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3E074D4C-B1DB-47E6-AD8F-07178F934E09}"/>
              </a:ext>
            </a:extLst>
          </p:cNvPr>
          <p:cNvSpPr>
            <a:spLocks/>
          </p:cNvSpPr>
          <p:nvPr/>
        </p:nvSpPr>
        <p:spPr>
          <a:xfrm>
            <a:off x="5989252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7F587934-2336-4680-B0E3-2CC44B9790E1}"/>
              </a:ext>
            </a:extLst>
          </p:cNvPr>
          <p:cNvSpPr>
            <a:spLocks/>
          </p:cNvSpPr>
          <p:nvPr/>
        </p:nvSpPr>
        <p:spPr>
          <a:xfrm>
            <a:off x="5989252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6B688FCA-D878-404C-9145-7013615953B7}"/>
              </a:ext>
            </a:extLst>
          </p:cNvPr>
          <p:cNvSpPr>
            <a:spLocks/>
          </p:cNvSpPr>
          <p:nvPr/>
        </p:nvSpPr>
        <p:spPr>
          <a:xfrm>
            <a:off x="5989252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B3174D9B-09CE-41D7-B88B-9E5C58DCB883}"/>
              </a:ext>
            </a:extLst>
          </p:cNvPr>
          <p:cNvSpPr>
            <a:spLocks/>
          </p:cNvSpPr>
          <p:nvPr/>
        </p:nvSpPr>
        <p:spPr>
          <a:xfrm>
            <a:off x="5989252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968C29D9-AA38-4307-B479-5FEDF6147B03}"/>
              </a:ext>
            </a:extLst>
          </p:cNvPr>
          <p:cNvSpPr>
            <a:spLocks/>
          </p:cNvSpPr>
          <p:nvPr/>
        </p:nvSpPr>
        <p:spPr>
          <a:xfrm>
            <a:off x="5989252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81D2B2D0-0643-4892-90CB-D012BCC4DBA9}"/>
              </a:ext>
            </a:extLst>
          </p:cNvPr>
          <p:cNvSpPr>
            <a:spLocks/>
          </p:cNvSpPr>
          <p:nvPr/>
        </p:nvSpPr>
        <p:spPr>
          <a:xfrm>
            <a:off x="5989252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E6EE71F-A983-4B39-A26F-F973ED66CD59}"/>
              </a:ext>
            </a:extLst>
          </p:cNvPr>
          <p:cNvSpPr>
            <a:spLocks/>
          </p:cNvSpPr>
          <p:nvPr/>
        </p:nvSpPr>
        <p:spPr>
          <a:xfrm>
            <a:off x="5989252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340575CC-0F0A-4AB5-927B-C10A72EAEAA7}"/>
              </a:ext>
            </a:extLst>
          </p:cNvPr>
          <p:cNvSpPr>
            <a:spLocks/>
          </p:cNvSpPr>
          <p:nvPr/>
        </p:nvSpPr>
        <p:spPr>
          <a:xfrm>
            <a:off x="5989252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F3EF449B-A74B-4C19-A919-7E03228C0E10}"/>
              </a:ext>
            </a:extLst>
          </p:cNvPr>
          <p:cNvSpPr>
            <a:spLocks/>
          </p:cNvSpPr>
          <p:nvPr/>
        </p:nvSpPr>
        <p:spPr>
          <a:xfrm>
            <a:off x="5989252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0B9BBADC-7551-4892-8F78-724703A8A1BA}"/>
              </a:ext>
            </a:extLst>
          </p:cNvPr>
          <p:cNvSpPr>
            <a:spLocks/>
          </p:cNvSpPr>
          <p:nvPr/>
        </p:nvSpPr>
        <p:spPr>
          <a:xfrm>
            <a:off x="5989252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16A34C49-C2B4-43F4-9D70-1961584AB5A4}"/>
              </a:ext>
            </a:extLst>
          </p:cNvPr>
          <p:cNvSpPr>
            <a:spLocks/>
          </p:cNvSpPr>
          <p:nvPr/>
        </p:nvSpPr>
        <p:spPr>
          <a:xfrm>
            <a:off x="5989252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A55AC85C-2D8A-4B31-BC32-AEFE1D56EC30}"/>
              </a:ext>
            </a:extLst>
          </p:cNvPr>
          <p:cNvSpPr>
            <a:spLocks/>
          </p:cNvSpPr>
          <p:nvPr/>
        </p:nvSpPr>
        <p:spPr>
          <a:xfrm>
            <a:off x="5989252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BE88809-FAD3-452B-9EB8-144773A85DA1}"/>
              </a:ext>
            </a:extLst>
          </p:cNvPr>
          <p:cNvSpPr>
            <a:spLocks/>
          </p:cNvSpPr>
          <p:nvPr/>
        </p:nvSpPr>
        <p:spPr>
          <a:xfrm>
            <a:off x="5989252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15702E6D-26C3-49C8-8C3C-94EAA357D3B4}"/>
              </a:ext>
            </a:extLst>
          </p:cNvPr>
          <p:cNvSpPr>
            <a:spLocks/>
          </p:cNvSpPr>
          <p:nvPr/>
        </p:nvSpPr>
        <p:spPr>
          <a:xfrm>
            <a:off x="5989252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11443A4F-6246-4AC9-B7AD-D44D0B8A9A3F}"/>
              </a:ext>
            </a:extLst>
          </p:cNvPr>
          <p:cNvSpPr>
            <a:spLocks/>
          </p:cNvSpPr>
          <p:nvPr/>
        </p:nvSpPr>
        <p:spPr>
          <a:xfrm>
            <a:off x="5989252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3207AC0-6BC5-4F07-A216-9AF465BBCC00}"/>
              </a:ext>
            </a:extLst>
          </p:cNvPr>
          <p:cNvSpPr>
            <a:spLocks/>
          </p:cNvSpPr>
          <p:nvPr/>
        </p:nvSpPr>
        <p:spPr>
          <a:xfrm>
            <a:off x="5989252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02008CB-2F32-4199-BE01-2879C20B9778}"/>
              </a:ext>
            </a:extLst>
          </p:cNvPr>
          <p:cNvSpPr>
            <a:spLocks/>
          </p:cNvSpPr>
          <p:nvPr/>
        </p:nvSpPr>
        <p:spPr>
          <a:xfrm>
            <a:off x="5989252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109E1406-4F77-45D1-896F-F3D2F52F097C}"/>
              </a:ext>
            </a:extLst>
          </p:cNvPr>
          <p:cNvSpPr>
            <a:spLocks/>
          </p:cNvSpPr>
          <p:nvPr/>
        </p:nvSpPr>
        <p:spPr>
          <a:xfrm>
            <a:off x="5989252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5AAFD7CD-0A2A-485B-841A-B0E757C13FF1}"/>
              </a:ext>
            </a:extLst>
          </p:cNvPr>
          <p:cNvSpPr>
            <a:spLocks/>
          </p:cNvSpPr>
          <p:nvPr/>
        </p:nvSpPr>
        <p:spPr>
          <a:xfrm>
            <a:off x="5989252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42FE4504-6754-4BB7-9CA9-F2358677FE9C}"/>
              </a:ext>
            </a:extLst>
          </p:cNvPr>
          <p:cNvSpPr>
            <a:spLocks/>
          </p:cNvSpPr>
          <p:nvPr/>
        </p:nvSpPr>
        <p:spPr>
          <a:xfrm>
            <a:off x="5989252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663BA02-6D45-448A-9FDE-33079AC67808}"/>
              </a:ext>
            </a:extLst>
          </p:cNvPr>
          <p:cNvSpPr>
            <a:spLocks/>
          </p:cNvSpPr>
          <p:nvPr/>
        </p:nvSpPr>
        <p:spPr>
          <a:xfrm>
            <a:off x="5989252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43956D55-2DBF-45FB-8CA0-465D3CFABE8C}"/>
              </a:ext>
            </a:extLst>
          </p:cNvPr>
          <p:cNvSpPr>
            <a:spLocks/>
          </p:cNvSpPr>
          <p:nvPr/>
        </p:nvSpPr>
        <p:spPr>
          <a:xfrm>
            <a:off x="5989252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A3324790-896D-4FA9-B43D-625D0C28461E}"/>
              </a:ext>
            </a:extLst>
          </p:cNvPr>
          <p:cNvSpPr>
            <a:spLocks/>
          </p:cNvSpPr>
          <p:nvPr/>
        </p:nvSpPr>
        <p:spPr>
          <a:xfrm>
            <a:off x="5989252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EC6A8278-18F0-4CD9-AF00-2881FA97A33D}"/>
              </a:ext>
            </a:extLst>
          </p:cNvPr>
          <p:cNvSpPr>
            <a:spLocks/>
          </p:cNvSpPr>
          <p:nvPr/>
        </p:nvSpPr>
        <p:spPr>
          <a:xfrm>
            <a:off x="5989252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30F83E6C-D0DD-4A0C-84F8-A5EB8C4C0039}"/>
              </a:ext>
            </a:extLst>
          </p:cNvPr>
          <p:cNvSpPr>
            <a:spLocks/>
          </p:cNvSpPr>
          <p:nvPr/>
        </p:nvSpPr>
        <p:spPr>
          <a:xfrm>
            <a:off x="5989252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621E84E6-952C-4169-B5F6-C330DF1F3C0E}"/>
              </a:ext>
            </a:extLst>
          </p:cNvPr>
          <p:cNvSpPr>
            <a:spLocks/>
          </p:cNvSpPr>
          <p:nvPr/>
        </p:nvSpPr>
        <p:spPr>
          <a:xfrm>
            <a:off x="5989252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65C4CED1-926A-44E7-9B91-441B53EEFB51}"/>
              </a:ext>
            </a:extLst>
          </p:cNvPr>
          <p:cNvSpPr>
            <a:spLocks/>
          </p:cNvSpPr>
          <p:nvPr/>
        </p:nvSpPr>
        <p:spPr>
          <a:xfrm>
            <a:off x="5989252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B9F40C5C-8BC5-4CDE-A7C4-0DE0DBD6384A}"/>
              </a:ext>
            </a:extLst>
          </p:cNvPr>
          <p:cNvSpPr>
            <a:spLocks/>
          </p:cNvSpPr>
          <p:nvPr/>
        </p:nvSpPr>
        <p:spPr>
          <a:xfrm>
            <a:off x="5989252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0E99DBA2-E6A5-4DC5-A1FE-41C198CB1B2B}"/>
              </a:ext>
            </a:extLst>
          </p:cNvPr>
          <p:cNvSpPr>
            <a:spLocks/>
          </p:cNvSpPr>
          <p:nvPr/>
        </p:nvSpPr>
        <p:spPr>
          <a:xfrm>
            <a:off x="5989252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2EF5D873-14E4-40A0-925A-8A17DAA80D27}"/>
              </a:ext>
            </a:extLst>
          </p:cNvPr>
          <p:cNvSpPr>
            <a:spLocks/>
          </p:cNvSpPr>
          <p:nvPr/>
        </p:nvSpPr>
        <p:spPr>
          <a:xfrm>
            <a:off x="5989252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3930C19E-3935-4E38-B223-CEA2784B203E}"/>
              </a:ext>
            </a:extLst>
          </p:cNvPr>
          <p:cNvSpPr>
            <a:spLocks/>
          </p:cNvSpPr>
          <p:nvPr/>
        </p:nvSpPr>
        <p:spPr>
          <a:xfrm>
            <a:off x="5989252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7774C000-0752-4046-A825-5103D3855E2B}"/>
              </a:ext>
            </a:extLst>
          </p:cNvPr>
          <p:cNvSpPr>
            <a:spLocks/>
          </p:cNvSpPr>
          <p:nvPr/>
        </p:nvSpPr>
        <p:spPr>
          <a:xfrm>
            <a:off x="5989252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EE1AE4EF-B24E-4CB9-B0C7-9A6E59AA0AB8}"/>
              </a:ext>
            </a:extLst>
          </p:cNvPr>
          <p:cNvSpPr>
            <a:spLocks/>
          </p:cNvSpPr>
          <p:nvPr/>
        </p:nvSpPr>
        <p:spPr>
          <a:xfrm>
            <a:off x="5989252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F14FBF11-4D01-46F3-947E-0C2F77654B50}"/>
              </a:ext>
            </a:extLst>
          </p:cNvPr>
          <p:cNvSpPr>
            <a:spLocks/>
          </p:cNvSpPr>
          <p:nvPr/>
        </p:nvSpPr>
        <p:spPr>
          <a:xfrm>
            <a:off x="5989252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FCEC1BD5-A085-4D55-81CC-0B2392E7914C}"/>
              </a:ext>
            </a:extLst>
          </p:cNvPr>
          <p:cNvSpPr>
            <a:spLocks/>
          </p:cNvSpPr>
          <p:nvPr/>
        </p:nvSpPr>
        <p:spPr>
          <a:xfrm>
            <a:off x="5989252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1BAD64D2-273B-454C-BC9E-0845F860F083}"/>
              </a:ext>
            </a:extLst>
          </p:cNvPr>
          <p:cNvSpPr>
            <a:spLocks/>
          </p:cNvSpPr>
          <p:nvPr/>
        </p:nvSpPr>
        <p:spPr>
          <a:xfrm>
            <a:off x="5989252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67841631-60AB-4F55-88CA-063EA8129D4B}"/>
              </a:ext>
            </a:extLst>
          </p:cNvPr>
          <p:cNvSpPr>
            <a:spLocks/>
          </p:cNvSpPr>
          <p:nvPr/>
        </p:nvSpPr>
        <p:spPr>
          <a:xfrm>
            <a:off x="5989252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36892AE3-DD18-476B-B51F-6E88D5431D88}"/>
              </a:ext>
            </a:extLst>
          </p:cNvPr>
          <p:cNvSpPr>
            <a:spLocks/>
          </p:cNvSpPr>
          <p:nvPr/>
        </p:nvSpPr>
        <p:spPr>
          <a:xfrm>
            <a:off x="5989252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E89C41B-6E31-4E33-8076-E6AB39FC74F8}"/>
              </a:ext>
            </a:extLst>
          </p:cNvPr>
          <p:cNvSpPr>
            <a:spLocks/>
          </p:cNvSpPr>
          <p:nvPr/>
        </p:nvSpPr>
        <p:spPr>
          <a:xfrm>
            <a:off x="5989252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59040DAC-A580-41CA-A97B-F59EA735B104}"/>
              </a:ext>
            </a:extLst>
          </p:cNvPr>
          <p:cNvSpPr>
            <a:spLocks/>
          </p:cNvSpPr>
          <p:nvPr/>
        </p:nvSpPr>
        <p:spPr>
          <a:xfrm>
            <a:off x="5989252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B234C91B-4724-4C20-B4AE-41F16B7FB96C}"/>
              </a:ext>
            </a:extLst>
          </p:cNvPr>
          <p:cNvSpPr>
            <a:spLocks/>
          </p:cNvSpPr>
          <p:nvPr/>
        </p:nvSpPr>
        <p:spPr>
          <a:xfrm>
            <a:off x="5989252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1266D7AB-CA67-46CD-AA09-68952DC44227}"/>
              </a:ext>
            </a:extLst>
          </p:cNvPr>
          <p:cNvSpPr>
            <a:spLocks/>
          </p:cNvSpPr>
          <p:nvPr/>
        </p:nvSpPr>
        <p:spPr>
          <a:xfrm>
            <a:off x="5989252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D71A38CC-B234-44A1-9351-3740C4E8D747}"/>
              </a:ext>
            </a:extLst>
          </p:cNvPr>
          <p:cNvSpPr>
            <a:spLocks/>
          </p:cNvSpPr>
          <p:nvPr/>
        </p:nvSpPr>
        <p:spPr>
          <a:xfrm>
            <a:off x="5989252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50018B42-3D6E-4C94-82D7-49F4941F6802}"/>
              </a:ext>
            </a:extLst>
          </p:cNvPr>
          <p:cNvSpPr>
            <a:spLocks/>
          </p:cNvSpPr>
          <p:nvPr/>
        </p:nvSpPr>
        <p:spPr>
          <a:xfrm>
            <a:off x="5989252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8A9BEBA8-6714-41D3-90B3-DA8E8C2F79EE}"/>
              </a:ext>
            </a:extLst>
          </p:cNvPr>
          <p:cNvSpPr>
            <a:spLocks/>
          </p:cNvSpPr>
          <p:nvPr/>
        </p:nvSpPr>
        <p:spPr>
          <a:xfrm>
            <a:off x="5989252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E13ED1A5-DD10-4EA8-9612-A563C727EFA1}"/>
              </a:ext>
            </a:extLst>
          </p:cNvPr>
          <p:cNvSpPr>
            <a:spLocks/>
          </p:cNvSpPr>
          <p:nvPr/>
        </p:nvSpPr>
        <p:spPr>
          <a:xfrm>
            <a:off x="5989252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4FBE830C-8B41-4EFE-A1F4-8A8870477543}"/>
              </a:ext>
            </a:extLst>
          </p:cNvPr>
          <p:cNvSpPr>
            <a:spLocks/>
          </p:cNvSpPr>
          <p:nvPr/>
        </p:nvSpPr>
        <p:spPr>
          <a:xfrm>
            <a:off x="5989252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5F83BD9-5404-4900-A2EF-C82BD3C731D8}"/>
              </a:ext>
            </a:extLst>
          </p:cNvPr>
          <p:cNvSpPr>
            <a:spLocks/>
          </p:cNvSpPr>
          <p:nvPr/>
        </p:nvSpPr>
        <p:spPr>
          <a:xfrm>
            <a:off x="5989252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428A6331-72F9-48B5-AB87-A0B7C2C69132}"/>
              </a:ext>
            </a:extLst>
          </p:cNvPr>
          <p:cNvSpPr>
            <a:spLocks/>
          </p:cNvSpPr>
          <p:nvPr/>
        </p:nvSpPr>
        <p:spPr>
          <a:xfrm>
            <a:off x="5989252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5AAC1318-898F-4D07-AC90-6FEC8234906F}"/>
              </a:ext>
            </a:extLst>
          </p:cNvPr>
          <p:cNvSpPr>
            <a:spLocks/>
          </p:cNvSpPr>
          <p:nvPr/>
        </p:nvSpPr>
        <p:spPr>
          <a:xfrm>
            <a:off x="5989252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AD56F9F0-4241-4CB4-B155-680BE5CA69DD}"/>
              </a:ext>
            </a:extLst>
          </p:cNvPr>
          <p:cNvSpPr>
            <a:spLocks/>
          </p:cNvSpPr>
          <p:nvPr/>
        </p:nvSpPr>
        <p:spPr>
          <a:xfrm>
            <a:off x="5989252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28EA5644-FEF4-430E-8C7B-F4F7FBD64BFE}"/>
              </a:ext>
            </a:extLst>
          </p:cNvPr>
          <p:cNvSpPr>
            <a:spLocks/>
          </p:cNvSpPr>
          <p:nvPr/>
        </p:nvSpPr>
        <p:spPr>
          <a:xfrm>
            <a:off x="5989252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DCB72E63-7517-48C2-B00B-D51EB3C3D9BA}"/>
              </a:ext>
            </a:extLst>
          </p:cNvPr>
          <p:cNvSpPr>
            <a:spLocks/>
          </p:cNvSpPr>
          <p:nvPr/>
        </p:nvSpPr>
        <p:spPr>
          <a:xfrm>
            <a:off x="5989252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2E716BC6-1758-41D9-88B9-204467FCA901}"/>
              </a:ext>
            </a:extLst>
          </p:cNvPr>
          <p:cNvSpPr>
            <a:spLocks/>
          </p:cNvSpPr>
          <p:nvPr/>
        </p:nvSpPr>
        <p:spPr>
          <a:xfrm>
            <a:off x="5989252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2683CF9-BBAE-41FB-B37C-C4F4047E3856}"/>
              </a:ext>
            </a:extLst>
          </p:cNvPr>
          <p:cNvSpPr>
            <a:spLocks/>
          </p:cNvSpPr>
          <p:nvPr/>
        </p:nvSpPr>
        <p:spPr>
          <a:xfrm>
            <a:off x="5989252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30B25E99-F500-474B-A06B-9275FBC86B31}"/>
              </a:ext>
            </a:extLst>
          </p:cNvPr>
          <p:cNvSpPr>
            <a:spLocks/>
          </p:cNvSpPr>
          <p:nvPr/>
        </p:nvSpPr>
        <p:spPr>
          <a:xfrm>
            <a:off x="5989252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8D1E2435-5E39-4C0A-AD02-0E3CF2D396A9}"/>
              </a:ext>
            </a:extLst>
          </p:cNvPr>
          <p:cNvSpPr>
            <a:spLocks/>
          </p:cNvSpPr>
          <p:nvPr/>
        </p:nvSpPr>
        <p:spPr>
          <a:xfrm>
            <a:off x="5989252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9FA6973E-7D5A-4B45-9C45-9F54F4085FEF}"/>
              </a:ext>
            </a:extLst>
          </p:cNvPr>
          <p:cNvSpPr>
            <a:spLocks/>
          </p:cNvSpPr>
          <p:nvPr/>
        </p:nvSpPr>
        <p:spPr>
          <a:xfrm>
            <a:off x="5989252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D72BC242-5C32-4ACB-ACAC-705000012B70}"/>
              </a:ext>
            </a:extLst>
          </p:cNvPr>
          <p:cNvSpPr>
            <a:spLocks/>
          </p:cNvSpPr>
          <p:nvPr/>
        </p:nvSpPr>
        <p:spPr>
          <a:xfrm>
            <a:off x="5989252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75B7012D-2417-442E-A5BF-F62329E8A472}"/>
              </a:ext>
            </a:extLst>
          </p:cNvPr>
          <p:cNvSpPr>
            <a:spLocks/>
          </p:cNvSpPr>
          <p:nvPr/>
        </p:nvSpPr>
        <p:spPr>
          <a:xfrm>
            <a:off x="5989252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FE3846DD-EF7F-444E-9B50-E2B6232C26FA}"/>
              </a:ext>
            </a:extLst>
          </p:cNvPr>
          <p:cNvSpPr>
            <a:spLocks/>
          </p:cNvSpPr>
          <p:nvPr/>
        </p:nvSpPr>
        <p:spPr>
          <a:xfrm>
            <a:off x="5989252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88BF0D4B-FEC7-47BF-BD43-7238F4BD4C0B}"/>
              </a:ext>
            </a:extLst>
          </p:cNvPr>
          <p:cNvSpPr>
            <a:spLocks/>
          </p:cNvSpPr>
          <p:nvPr/>
        </p:nvSpPr>
        <p:spPr>
          <a:xfrm>
            <a:off x="5989252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FDE4AE5D-526F-425B-B746-8763E630595E}"/>
              </a:ext>
            </a:extLst>
          </p:cNvPr>
          <p:cNvSpPr>
            <a:spLocks/>
          </p:cNvSpPr>
          <p:nvPr/>
        </p:nvSpPr>
        <p:spPr>
          <a:xfrm>
            <a:off x="5989252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A3DB746F-FCE5-4499-BFFA-20FFC5E4EF38}"/>
              </a:ext>
            </a:extLst>
          </p:cNvPr>
          <p:cNvSpPr>
            <a:spLocks/>
          </p:cNvSpPr>
          <p:nvPr/>
        </p:nvSpPr>
        <p:spPr>
          <a:xfrm>
            <a:off x="5989252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B668138-F2E6-4B86-9D28-C2E5BB275251}"/>
              </a:ext>
            </a:extLst>
          </p:cNvPr>
          <p:cNvSpPr>
            <a:spLocks/>
          </p:cNvSpPr>
          <p:nvPr/>
        </p:nvSpPr>
        <p:spPr>
          <a:xfrm>
            <a:off x="5989252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ED40E329-57DC-43F0-97BD-6B91F7323EC5}"/>
              </a:ext>
            </a:extLst>
          </p:cNvPr>
          <p:cNvSpPr>
            <a:spLocks/>
          </p:cNvSpPr>
          <p:nvPr/>
        </p:nvSpPr>
        <p:spPr>
          <a:xfrm>
            <a:off x="5989252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1024B920-A009-4A43-A169-2F4669C5FD70}"/>
              </a:ext>
            </a:extLst>
          </p:cNvPr>
          <p:cNvSpPr>
            <a:spLocks/>
          </p:cNvSpPr>
          <p:nvPr/>
        </p:nvSpPr>
        <p:spPr>
          <a:xfrm>
            <a:off x="5989252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F17F9407-1D53-4A98-AB21-947A83D3FB46}"/>
              </a:ext>
            </a:extLst>
          </p:cNvPr>
          <p:cNvSpPr>
            <a:spLocks/>
          </p:cNvSpPr>
          <p:nvPr/>
        </p:nvSpPr>
        <p:spPr>
          <a:xfrm>
            <a:off x="5989252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5BA1A9EB-8E0D-4564-AEF8-19596D262722}"/>
              </a:ext>
            </a:extLst>
          </p:cNvPr>
          <p:cNvSpPr>
            <a:spLocks/>
          </p:cNvSpPr>
          <p:nvPr/>
        </p:nvSpPr>
        <p:spPr>
          <a:xfrm>
            <a:off x="5989252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3DD50F7-144F-4193-821E-673912EBAC50}"/>
              </a:ext>
            </a:extLst>
          </p:cNvPr>
          <p:cNvSpPr>
            <a:spLocks/>
          </p:cNvSpPr>
          <p:nvPr/>
        </p:nvSpPr>
        <p:spPr>
          <a:xfrm>
            <a:off x="5989252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4DCC11F3-6CEC-4CB3-9A64-361A5623FDE7}"/>
              </a:ext>
            </a:extLst>
          </p:cNvPr>
          <p:cNvSpPr>
            <a:spLocks/>
          </p:cNvSpPr>
          <p:nvPr/>
        </p:nvSpPr>
        <p:spPr>
          <a:xfrm>
            <a:off x="5989252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FE524EC4-2AF9-4135-B1A3-A58C03E57CB0}"/>
              </a:ext>
            </a:extLst>
          </p:cNvPr>
          <p:cNvSpPr>
            <a:spLocks/>
          </p:cNvSpPr>
          <p:nvPr/>
        </p:nvSpPr>
        <p:spPr>
          <a:xfrm>
            <a:off x="5989252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244FF23-4033-47CF-AB61-F54EE14D38DB}"/>
              </a:ext>
            </a:extLst>
          </p:cNvPr>
          <p:cNvSpPr>
            <a:spLocks/>
          </p:cNvSpPr>
          <p:nvPr/>
        </p:nvSpPr>
        <p:spPr>
          <a:xfrm>
            <a:off x="5989252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2E32496-8BD0-4DBA-B5E4-4E42C7069D88}"/>
              </a:ext>
            </a:extLst>
          </p:cNvPr>
          <p:cNvSpPr>
            <a:spLocks/>
          </p:cNvSpPr>
          <p:nvPr/>
        </p:nvSpPr>
        <p:spPr>
          <a:xfrm>
            <a:off x="5989252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AD19BC0A-C056-4D09-A685-CCF41E0C5C6B}"/>
              </a:ext>
            </a:extLst>
          </p:cNvPr>
          <p:cNvSpPr>
            <a:spLocks/>
          </p:cNvSpPr>
          <p:nvPr/>
        </p:nvSpPr>
        <p:spPr>
          <a:xfrm>
            <a:off x="5989252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91462E30-F9DD-4283-8F69-2612AB81228D}"/>
              </a:ext>
            </a:extLst>
          </p:cNvPr>
          <p:cNvSpPr>
            <a:spLocks/>
          </p:cNvSpPr>
          <p:nvPr/>
        </p:nvSpPr>
        <p:spPr>
          <a:xfrm>
            <a:off x="5989252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5F2FAB68-BCFE-4A84-8C07-1D7A1A4B82DB}"/>
              </a:ext>
            </a:extLst>
          </p:cNvPr>
          <p:cNvSpPr>
            <a:spLocks/>
          </p:cNvSpPr>
          <p:nvPr/>
        </p:nvSpPr>
        <p:spPr>
          <a:xfrm>
            <a:off x="5989252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F776A740-2C97-4216-8E31-F7541262E5FA}"/>
              </a:ext>
            </a:extLst>
          </p:cNvPr>
          <p:cNvSpPr>
            <a:spLocks/>
          </p:cNvSpPr>
          <p:nvPr/>
        </p:nvSpPr>
        <p:spPr>
          <a:xfrm>
            <a:off x="5989252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FD48263-A01B-4B8C-8790-39BECDBDA748}"/>
              </a:ext>
            </a:extLst>
          </p:cNvPr>
          <p:cNvSpPr>
            <a:spLocks/>
          </p:cNvSpPr>
          <p:nvPr/>
        </p:nvSpPr>
        <p:spPr>
          <a:xfrm>
            <a:off x="5989252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85E5E04-9887-4BC9-91F2-E2C01334FD93}"/>
              </a:ext>
            </a:extLst>
          </p:cNvPr>
          <p:cNvSpPr>
            <a:spLocks/>
          </p:cNvSpPr>
          <p:nvPr/>
        </p:nvSpPr>
        <p:spPr>
          <a:xfrm>
            <a:off x="5989252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BEB6E0C-C93A-4A09-8B78-5D33B432134C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7F397078-9D69-4BEF-B418-2A0366BBC773}"/>
              </a:ext>
            </a:extLst>
          </p:cNvPr>
          <p:cNvSpPr>
            <a:spLocks/>
          </p:cNvSpPr>
          <p:nvPr/>
        </p:nvSpPr>
        <p:spPr>
          <a:xfrm>
            <a:off x="6079739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B5660C42-BC0C-40AC-B8F1-52997A6E3AAD}"/>
              </a:ext>
            </a:extLst>
          </p:cNvPr>
          <p:cNvSpPr>
            <a:spLocks/>
          </p:cNvSpPr>
          <p:nvPr/>
        </p:nvSpPr>
        <p:spPr>
          <a:xfrm>
            <a:off x="6177279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A6B6FB52-000A-40E0-92E3-76E10777E653}"/>
              </a:ext>
            </a:extLst>
          </p:cNvPr>
          <p:cNvSpPr>
            <a:spLocks/>
          </p:cNvSpPr>
          <p:nvPr/>
        </p:nvSpPr>
        <p:spPr>
          <a:xfrm>
            <a:off x="6079739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4F28868-ADF4-404C-9342-B87595C6157F}"/>
              </a:ext>
            </a:extLst>
          </p:cNvPr>
          <p:cNvSpPr>
            <a:spLocks/>
          </p:cNvSpPr>
          <p:nvPr/>
        </p:nvSpPr>
        <p:spPr>
          <a:xfrm>
            <a:off x="6177279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B52523D2-8A9D-4318-B21A-3C7A4EBCFDAE}"/>
              </a:ext>
            </a:extLst>
          </p:cNvPr>
          <p:cNvSpPr>
            <a:spLocks/>
          </p:cNvSpPr>
          <p:nvPr/>
        </p:nvSpPr>
        <p:spPr>
          <a:xfrm>
            <a:off x="6079739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EF303F83-3CD1-4556-948B-4F26A4634FA4}"/>
              </a:ext>
            </a:extLst>
          </p:cNvPr>
          <p:cNvSpPr>
            <a:spLocks/>
          </p:cNvSpPr>
          <p:nvPr/>
        </p:nvSpPr>
        <p:spPr>
          <a:xfrm>
            <a:off x="6177279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DA1EA401-AF5F-4A96-8F36-F9BF287B5476}"/>
              </a:ext>
            </a:extLst>
          </p:cNvPr>
          <p:cNvSpPr>
            <a:spLocks/>
          </p:cNvSpPr>
          <p:nvPr/>
        </p:nvSpPr>
        <p:spPr>
          <a:xfrm>
            <a:off x="6079739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1CA99450-E315-4871-9FCA-799A5BFE1096}"/>
              </a:ext>
            </a:extLst>
          </p:cNvPr>
          <p:cNvSpPr>
            <a:spLocks/>
          </p:cNvSpPr>
          <p:nvPr/>
        </p:nvSpPr>
        <p:spPr>
          <a:xfrm>
            <a:off x="6177279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D52160FA-D18A-4278-862D-1B4554A85CDE}"/>
              </a:ext>
            </a:extLst>
          </p:cNvPr>
          <p:cNvSpPr>
            <a:spLocks/>
          </p:cNvSpPr>
          <p:nvPr/>
        </p:nvSpPr>
        <p:spPr>
          <a:xfrm rot="-5400000">
            <a:off x="6009664" y="246110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A55C864-FD02-4312-97EC-987C31D543BD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C62F8F8-8AB6-4E62-8602-D51AEBBC5FB7}"/>
              </a:ext>
            </a:extLst>
          </p:cNvPr>
          <p:cNvSpPr>
            <a:spLocks/>
          </p:cNvSpPr>
          <p:nvPr/>
        </p:nvSpPr>
        <p:spPr>
          <a:xfrm>
            <a:off x="742323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A4F523E9-12F9-40B9-9D6F-EA822B58D734}"/>
              </a:ext>
            </a:extLst>
          </p:cNvPr>
          <p:cNvSpPr>
            <a:spLocks/>
          </p:cNvSpPr>
          <p:nvPr/>
        </p:nvSpPr>
        <p:spPr>
          <a:xfrm>
            <a:off x="706313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21AF802A-2544-4E92-803A-CBC468D9B3B8}"/>
              </a:ext>
            </a:extLst>
          </p:cNvPr>
          <p:cNvSpPr>
            <a:spLocks/>
          </p:cNvSpPr>
          <p:nvPr/>
        </p:nvSpPr>
        <p:spPr>
          <a:xfrm>
            <a:off x="7187181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28ADC9B5-5F29-4067-9F44-1F4A75DE3565}"/>
              </a:ext>
            </a:extLst>
          </p:cNvPr>
          <p:cNvSpPr>
            <a:spLocks/>
          </p:cNvSpPr>
          <p:nvPr/>
        </p:nvSpPr>
        <p:spPr>
          <a:xfrm>
            <a:off x="846174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B37A6441-2EE2-4F08-B439-0F088A55E5C1}"/>
              </a:ext>
            </a:extLst>
          </p:cNvPr>
          <p:cNvSpPr>
            <a:spLocks/>
          </p:cNvSpPr>
          <p:nvPr/>
        </p:nvSpPr>
        <p:spPr>
          <a:xfrm>
            <a:off x="810164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5BE5D86E-112C-48B6-BEA0-496B1B859217}"/>
              </a:ext>
            </a:extLst>
          </p:cNvPr>
          <p:cNvSpPr>
            <a:spLocks/>
          </p:cNvSpPr>
          <p:nvPr/>
        </p:nvSpPr>
        <p:spPr>
          <a:xfrm>
            <a:off x="8320839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EA046DD6-33B4-48D2-A2C7-7757BE558980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FDB1A37C-33B1-410D-8B08-D53BCC6BBB21}"/>
              </a:ext>
            </a:extLst>
          </p:cNvPr>
          <p:cNvSpPr>
            <a:spLocks/>
          </p:cNvSpPr>
          <p:nvPr/>
        </p:nvSpPr>
        <p:spPr>
          <a:xfrm>
            <a:off x="6960961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051296F5-FFA7-49D1-A414-1335DC917EF0}"/>
              </a:ext>
            </a:extLst>
          </p:cNvPr>
          <p:cNvSpPr>
            <a:spLocks/>
          </p:cNvSpPr>
          <p:nvPr/>
        </p:nvSpPr>
        <p:spPr>
          <a:xfrm>
            <a:off x="6737238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0F2B4E3A-293F-4869-AE1C-A79F1B0EB097}"/>
              </a:ext>
            </a:extLst>
          </p:cNvPr>
          <p:cNvSpPr>
            <a:spLocks/>
          </p:cNvSpPr>
          <p:nvPr/>
        </p:nvSpPr>
        <p:spPr>
          <a:xfrm>
            <a:off x="7005297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46B2947F-0F5E-4042-B711-A92C07A51F28}"/>
              </a:ext>
            </a:extLst>
          </p:cNvPr>
          <p:cNvSpPr>
            <a:spLocks/>
          </p:cNvSpPr>
          <p:nvPr/>
        </p:nvSpPr>
        <p:spPr>
          <a:xfrm>
            <a:off x="6960961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52EF15BC-3D65-40A5-A204-72D2A4BD0CE4}"/>
              </a:ext>
            </a:extLst>
          </p:cNvPr>
          <p:cNvSpPr>
            <a:spLocks/>
          </p:cNvSpPr>
          <p:nvPr/>
        </p:nvSpPr>
        <p:spPr>
          <a:xfrm>
            <a:off x="6737238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7FAE7774-53FB-44D9-B8EA-31F4EB9B9B74}"/>
              </a:ext>
            </a:extLst>
          </p:cNvPr>
          <p:cNvSpPr>
            <a:spLocks/>
          </p:cNvSpPr>
          <p:nvPr/>
        </p:nvSpPr>
        <p:spPr>
          <a:xfrm>
            <a:off x="7005297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0DA35F74-3D2A-496A-A004-9168666AED9F}"/>
              </a:ext>
            </a:extLst>
          </p:cNvPr>
          <p:cNvSpPr>
            <a:spLocks/>
          </p:cNvSpPr>
          <p:nvPr/>
        </p:nvSpPr>
        <p:spPr>
          <a:xfrm>
            <a:off x="6960961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314A383B-FABE-4DF5-84EB-54BBCA4636BD}"/>
              </a:ext>
            </a:extLst>
          </p:cNvPr>
          <p:cNvSpPr>
            <a:spLocks/>
          </p:cNvSpPr>
          <p:nvPr/>
        </p:nvSpPr>
        <p:spPr>
          <a:xfrm>
            <a:off x="6737238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4CC6A820-5DF2-4257-802C-64E60480FFCF}"/>
              </a:ext>
            </a:extLst>
          </p:cNvPr>
          <p:cNvSpPr>
            <a:spLocks/>
          </p:cNvSpPr>
          <p:nvPr/>
        </p:nvSpPr>
        <p:spPr>
          <a:xfrm rot="-5400000">
            <a:off x="6468030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FD68E2C0-167E-4B1E-9919-46335180BCAA}"/>
              </a:ext>
            </a:extLst>
          </p:cNvPr>
          <p:cNvSpPr>
            <a:spLocks/>
          </p:cNvSpPr>
          <p:nvPr/>
        </p:nvSpPr>
        <p:spPr>
          <a:xfrm>
            <a:off x="70762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ECA190FB-596B-480D-A4A5-8ECD518B69C1}"/>
              </a:ext>
            </a:extLst>
          </p:cNvPr>
          <p:cNvSpPr>
            <a:spLocks/>
          </p:cNvSpPr>
          <p:nvPr/>
        </p:nvSpPr>
        <p:spPr>
          <a:xfrm>
            <a:off x="732951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A955A08-B786-4B84-9BFB-9081B0AF5413}"/>
              </a:ext>
            </a:extLst>
          </p:cNvPr>
          <p:cNvSpPr>
            <a:spLocks/>
          </p:cNvSpPr>
          <p:nvPr/>
        </p:nvSpPr>
        <p:spPr>
          <a:xfrm>
            <a:off x="758281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14FBD7E5-3CF6-41DB-B3F7-E95D5F1B639F}"/>
              </a:ext>
            </a:extLst>
          </p:cNvPr>
          <p:cNvSpPr>
            <a:spLocks/>
          </p:cNvSpPr>
          <p:nvPr/>
        </p:nvSpPr>
        <p:spPr>
          <a:xfrm>
            <a:off x="811473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6419B446-21C7-417B-9345-8A3AC459AA33}"/>
              </a:ext>
            </a:extLst>
          </p:cNvPr>
          <p:cNvSpPr>
            <a:spLocks/>
          </p:cNvSpPr>
          <p:nvPr/>
        </p:nvSpPr>
        <p:spPr>
          <a:xfrm>
            <a:off x="836802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A36B2A9E-7E88-4F83-B170-0884F9056E09}"/>
              </a:ext>
            </a:extLst>
          </p:cNvPr>
          <p:cNvSpPr>
            <a:spLocks/>
          </p:cNvSpPr>
          <p:nvPr/>
        </p:nvSpPr>
        <p:spPr>
          <a:xfrm>
            <a:off x="86213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1F1E8D50-8C50-4BF2-BDF8-43DE49B20D3F}"/>
              </a:ext>
            </a:extLst>
          </p:cNvPr>
          <p:cNvSpPr>
            <a:spLocks/>
          </p:cNvSpPr>
          <p:nvPr/>
        </p:nvSpPr>
        <p:spPr>
          <a:xfrm>
            <a:off x="72066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4EB53A63-7E34-4AF2-B228-1C9EED753876}"/>
              </a:ext>
            </a:extLst>
          </p:cNvPr>
          <p:cNvSpPr>
            <a:spLocks/>
          </p:cNvSpPr>
          <p:nvPr/>
        </p:nvSpPr>
        <p:spPr>
          <a:xfrm>
            <a:off x="7173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5864E03E-7A62-47F0-99FF-7C0C446F49C6}"/>
              </a:ext>
            </a:extLst>
          </p:cNvPr>
          <p:cNvSpPr>
            <a:spLocks/>
          </p:cNvSpPr>
          <p:nvPr/>
        </p:nvSpPr>
        <p:spPr>
          <a:xfrm>
            <a:off x="709603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2B0CAEC9-A4D2-4AA1-89D1-344B100687CB}"/>
              </a:ext>
            </a:extLst>
          </p:cNvPr>
          <p:cNvSpPr>
            <a:spLocks/>
          </p:cNvSpPr>
          <p:nvPr/>
        </p:nvSpPr>
        <p:spPr>
          <a:xfrm>
            <a:off x="7130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2C59E05B-BF58-48BA-8F71-CD1FDD04F622}"/>
              </a:ext>
            </a:extLst>
          </p:cNvPr>
          <p:cNvSpPr>
            <a:spLocks/>
          </p:cNvSpPr>
          <p:nvPr/>
        </p:nvSpPr>
        <p:spPr>
          <a:xfrm>
            <a:off x="712319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CA560704-7A26-4D21-A5E7-1B835D7B0A3D}"/>
              </a:ext>
            </a:extLst>
          </p:cNvPr>
          <p:cNvSpPr>
            <a:spLocks/>
          </p:cNvSpPr>
          <p:nvPr/>
        </p:nvSpPr>
        <p:spPr>
          <a:xfrm>
            <a:off x="71161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F027EBFE-3A62-483A-96D7-DE6EB1D257F3}"/>
              </a:ext>
            </a:extLst>
          </p:cNvPr>
          <p:cNvSpPr>
            <a:spLocks/>
          </p:cNvSpPr>
          <p:nvPr/>
        </p:nvSpPr>
        <p:spPr>
          <a:xfrm>
            <a:off x="71619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85F2897E-9672-49BF-BB3C-F96E3BE07D8D}"/>
              </a:ext>
            </a:extLst>
          </p:cNvPr>
          <p:cNvSpPr>
            <a:spLocks/>
          </p:cNvSpPr>
          <p:nvPr/>
        </p:nvSpPr>
        <p:spPr>
          <a:xfrm>
            <a:off x="7125613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CC4BA5A6-4A68-49D5-971F-BBD952026C16}"/>
              </a:ext>
            </a:extLst>
          </p:cNvPr>
          <p:cNvSpPr>
            <a:spLocks/>
          </p:cNvSpPr>
          <p:nvPr/>
        </p:nvSpPr>
        <p:spPr>
          <a:xfrm>
            <a:off x="71947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5281D348-9E54-4370-9E0A-E95128388BC4}"/>
              </a:ext>
            </a:extLst>
          </p:cNvPr>
          <p:cNvSpPr>
            <a:spLocks/>
          </p:cNvSpPr>
          <p:nvPr/>
        </p:nvSpPr>
        <p:spPr>
          <a:xfrm>
            <a:off x="714608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462DF2-DAD7-4BF8-A26F-5A5354846DAD}"/>
              </a:ext>
            </a:extLst>
          </p:cNvPr>
          <p:cNvSpPr>
            <a:spLocks/>
          </p:cNvSpPr>
          <p:nvPr/>
        </p:nvSpPr>
        <p:spPr>
          <a:xfrm>
            <a:off x="7125393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5C7BE94F-9A9B-4F7D-97D8-7E26C9B94785}"/>
              </a:ext>
            </a:extLst>
          </p:cNvPr>
          <p:cNvSpPr>
            <a:spLocks/>
          </p:cNvSpPr>
          <p:nvPr/>
        </p:nvSpPr>
        <p:spPr>
          <a:xfrm>
            <a:off x="7198433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DCE7C17-4CE5-4CC3-A0EC-BF75454C01B9}"/>
              </a:ext>
            </a:extLst>
          </p:cNvPr>
          <p:cNvSpPr>
            <a:spLocks/>
          </p:cNvSpPr>
          <p:nvPr/>
        </p:nvSpPr>
        <p:spPr>
          <a:xfrm>
            <a:off x="7188829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1A1D606-8DB0-4DF6-82A1-C587F4B6A027}"/>
              </a:ext>
            </a:extLst>
          </p:cNvPr>
          <p:cNvSpPr>
            <a:spLocks/>
          </p:cNvSpPr>
          <p:nvPr/>
        </p:nvSpPr>
        <p:spPr>
          <a:xfrm>
            <a:off x="7205044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FEEA9A08-F826-4F8B-9891-192892FD8BDC}"/>
              </a:ext>
            </a:extLst>
          </p:cNvPr>
          <p:cNvSpPr>
            <a:spLocks/>
          </p:cNvSpPr>
          <p:nvPr/>
        </p:nvSpPr>
        <p:spPr>
          <a:xfrm>
            <a:off x="7137789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28531BC-F991-478C-80B8-7272BFC1CA26}"/>
              </a:ext>
            </a:extLst>
          </p:cNvPr>
          <p:cNvSpPr>
            <a:spLocks/>
          </p:cNvSpPr>
          <p:nvPr/>
        </p:nvSpPr>
        <p:spPr>
          <a:xfrm>
            <a:off x="717554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873F0D96-D59E-4784-8DBA-0A65B3E12C74}"/>
              </a:ext>
            </a:extLst>
          </p:cNvPr>
          <p:cNvSpPr>
            <a:spLocks/>
          </p:cNvSpPr>
          <p:nvPr/>
        </p:nvSpPr>
        <p:spPr>
          <a:xfrm>
            <a:off x="7125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6BD9253-AFF7-49EC-BAFB-D68545B4F075}"/>
              </a:ext>
            </a:extLst>
          </p:cNvPr>
          <p:cNvSpPr>
            <a:spLocks/>
          </p:cNvSpPr>
          <p:nvPr/>
        </p:nvSpPr>
        <p:spPr>
          <a:xfrm>
            <a:off x="721276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3661D589-9E0A-4EB6-AA16-57C7169DF3B6}"/>
              </a:ext>
            </a:extLst>
          </p:cNvPr>
          <p:cNvSpPr>
            <a:spLocks/>
          </p:cNvSpPr>
          <p:nvPr/>
        </p:nvSpPr>
        <p:spPr>
          <a:xfrm>
            <a:off x="7180388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C2F26B8A-89CB-4702-8150-B064C0B29BCE}"/>
              </a:ext>
            </a:extLst>
          </p:cNvPr>
          <p:cNvSpPr>
            <a:spLocks/>
          </p:cNvSpPr>
          <p:nvPr/>
        </p:nvSpPr>
        <p:spPr>
          <a:xfrm>
            <a:off x="7212705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A96F19FF-D435-4B8E-9876-B9ABE9B07784}"/>
              </a:ext>
            </a:extLst>
          </p:cNvPr>
          <p:cNvSpPr>
            <a:spLocks/>
          </p:cNvSpPr>
          <p:nvPr/>
        </p:nvSpPr>
        <p:spPr>
          <a:xfrm>
            <a:off x="7106676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925FAF0-EBF5-4160-98DB-A0B9D7B198C1}"/>
              </a:ext>
            </a:extLst>
          </p:cNvPr>
          <p:cNvSpPr>
            <a:spLocks/>
          </p:cNvSpPr>
          <p:nvPr/>
        </p:nvSpPr>
        <p:spPr>
          <a:xfrm>
            <a:off x="7118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008F3001-15A5-4E94-AE6F-6D23F6A18FE4}"/>
              </a:ext>
            </a:extLst>
          </p:cNvPr>
          <p:cNvSpPr>
            <a:spLocks/>
          </p:cNvSpPr>
          <p:nvPr/>
        </p:nvSpPr>
        <p:spPr>
          <a:xfrm>
            <a:off x="717496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325716E-7B36-4FF2-BD99-15B86214B525}"/>
              </a:ext>
            </a:extLst>
          </p:cNvPr>
          <p:cNvSpPr>
            <a:spLocks/>
          </p:cNvSpPr>
          <p:nvPr/>
        </p:nvSpPr>
        <p:spPr>
          <a:xfrm>
            <a:off x="713452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E1EBB14-3796-4CCB-9245-B64E63028195}"/>
              </a:ext>
            </a:extLst>
          </p:cNvPr>
          <p:cNvSpPr>
            <a:spLocks/>
          </p:cNvSpPr>
          <p:nvPr/>
        </p:nvSpPr>
        <p:spPr>
          <a:xfrm>
            <a:off x="71856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337EA980-A03F-4ECF-BEC4-E8DAE45C43F1}"/>
              </a:ext>
            </a:extLst>
          </p:cNvPr>
          <p:cNvSpPr>
            <a:spLocks/>
          </p:cNvSpPr>
          <p:nvPr/>
        </p:nvSpPr>
        <p:spPr>
          <a:xfrm>
            <a:off x="709625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B54DFE88-CC44-49F2-B60E-7E469C83BBC6}"/>
              </a:ext>
            </a:extLst>
          </p:cNvPr>
          <p:cNvSpPr>
            <a:spLocks/>
          </p:cNvSpPr>
          <p:nvPr/>
        </p:nvSpPr>
        <p:spPr>
          <a:xfrm>
            <a:off x="71081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7F2B935-8F8E-4B0E-8646-92AB3A604E7F}"/>
              </a:ext>
            </a:extLst>
          </p:cNvPr>
          <p:cNvSpPr>
            <a:spLocks/>
          </p:cNvSpPr>
          <p:nvPr/>
        </p:nvSpPr>
        <p:spPr>
          <a:xfrm>
            <a:off x="71338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4AF50469-E2EE-43A4-8149-44186C0F5B97}"/>
              </a:ext>
            </a:extLst>
          </p:cNvPr>
          <p:cNvSpPr>
            <a:spLocks/>
          </p:cNvSpPr>
          <p:nvPr/>
        </p:nvSpPr>
        <p:spPr>
          <a:xfrm>
            <a:off x="710713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0FA69BDB-8992-420E-B394-51F500BD9119}"/>
              </a:ext>
            </a:extLst>
          </p:cNvPr>
          <p:cNvSpPr>
            <a:spLocks/>
          </p:cNvSpPr>
          <p:nvPr/>
        </p:nvSpPr>
        <p:spPr>
          <a:xfrm>
            <a:off x="7206883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71AFDFA9-208F-45F3-A7EB-6590F7B0F7B0}"/>
              </a:ext>
            </a:extLst>
          </p:cNvPr>
          <p:cNvSpPr>
            <a:spLocks/>
          </p:cNvSpPr>
          <p:nvPr/>
        </p:nvSpPr>
        <p:spPr>
          <a:xfrm>
            <a:off x="72025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88652398-69B2-4909-8873-F58FCF6A4C45}"/>
              </a:ext>
            </a:extLst>
          </p:cNvPr>
          <p:cNvSpPr>
            <a:spLocks/>
          </p:cNvSpPr>
          <p:nvPr/>
        </p:nvSpPr>
        <p:spPr>
          <a:xfrm>
            <a:off x="7175146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1B837DD-A2F7-4129-99B1-0F3C03261CAE}"/>
              </a:ext>
            </a:extLst>
          </p:cNvPr>
          <p:cNvSpPr>
            <a:spLocks/>
          </p:cNvSpPr>
          <p:nvPr/>
        </p:nvSpPr>
        <p:spPr>
          <a:xfrm>
            <a:off x="7182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90D9240D-341C-42ED-A28C-54E35993A224}"/>
              </a:ext>
            </a:extLst>
          </p:cNvPr>
          <p:cNvSpPr>
            <a:spLocks/>
          </p:cNvSpPr>
          <p:nvPr/>
        </p:nvSpPr>
        <p:spPr>
          <a:xfrm>
            <a:off x="715828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D3E8A096-7592-4B31-92AD-9F513E15C825}"/>
              </a:ext>
            </a:extLst>
          </p:cNvPr>
          <p:cNvSpPr>
            <a:spLocks/>
          </p:cNvSpPr>
          <p:nvPr/>
        </p:nvSpPr>
        <p:spPr>
          <a:xfrm>
            <a:off x="7122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494E0C1B-1528-47F7-AD21-0BD43B168092}"/>
              </a:ext>
            </a:extLst>
          </p:cNvPr>
          <p:cNvSpPr>
            <a:spLocks/>
          </p:cNvSpPr>
          <p:nvPr/>
        </p:nvSpPr>
        <p:spPr>
          <a:xfrm>
            <a:off x="71038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6FE6F742-19B7-4033-9F23-0E389B1BFB81}"/>
              </a:ext>
            </a:extLst>
          </p:cNvPr>
          <p:cNvSpPr>
            <a:spLocks/>
          </p:cNvSpPr>
          <p:nvPr/>
        </p:nvSpPr>
        <p:spPr>
          <a:xfrm>
            <a:off x="72112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28DA229-5DD3-46A2-A2BF-370DD6502ADF}"/>
              </a:ext>
            </a:extLst>
          </p:cNvPr>
          <p:cNvSpPr>
            <a:spLocks/>
          </p:cNvSpPr>
          <p:nvPr/>
        </p:nvSpPr>
        <p:spPr>
          <a:xfrm>
            <a:off x="7120803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99579D91-5915-4A79-969D-75E384CF3912}"/>
              </a:ext>
            </a:extLst>
          </p:cNvPr>
          <p:cNvSpPr>
            <a:spLocks/>
          </p:cNvSpPr>
          <p:nvPr/>
        </p:nvSpPr>
        <p:spPr>
          <a:xfrm>
            <a:off x="71900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246F5852-6F92-492C-888B-FE18EAA53C02}"/>
              </a:ext>
            </a:extLst>
          </p:cNvPr>
          <p:cNvSpPr>
            <a:spLocks/>
          </p:cNvSpPr>
          <p:nvPr/>
        </p:nvSpPr>
        <p:spPr>
          <a:xfrm>
            <a:off x="711578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82013D58-DA00-41AC-8F2F-402A6CD505E1}"/>
              </a:ext>
            </a:extLst>
          </p:cNvPr>
          <p:cNvSpPr>
            <a:spLocks/>
          </p:cNvSpPr>
          <p:nvPr/>
        </p:nvSpPr>
        <p:spPr>
          <a:xfrm>
            <a:off x="72031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CA27386D-56AD-45F9-BC9A-477A999E1D10}"/>
              </a:ext>
            </a:extLst>
          </p:cNvPr>
          <p:cNvSpPr>
            <a:spLocks/>
          </p:cNvSpPr>
          <p:nvPr/>
        </p:nvSpPr>
        <p:spPr>
          <a:xfrm>
            <a:off x="7182200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D47348FB-2D97-4355-9C89-FB7CA20ED3D1}"/>
              </a:ext>
            </a:extLst>
          </p:cNvPr>
          <p:cNvSpPr>
            <a:spLocks/>
          </p:cNvSpPr>
          <p:nvPr/>
        </p:nvSpPr>
        <p:spPr>
          <a:xfrm>
            <a:off x="71881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47C4FC94-9209-4D58-9593-EE505E1183DD}"/>
              </a:ext>
            </a:extLst>
          </p:cNvPr>
          <p:cNvSpPr>
            <a:spLocks/>
          </p:cNvSpPr>
          <p:nvPr/>
        </p:nvSpPr>
        <p:spPr>
          <a:xfrm>
            <a:off x="7169226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88B72B6-4489-420A-BD6C-02E35D82D551}"/>
              </a:ext>
            </a:extLst>
          </p:cNvPr>
          <p:cNvSpPr>
            <a:spLocks/>
          </p:cNvSpPr>
          <p:nvPr/>
        </p:nvSpPr>
        <p:spPr>
          <a:xfrm>
            <a:off x="71265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EDE75364-05F0-433C-AB95-69691983EA7A}"/>
              </a:ext>
            </a:extLst>
          </p:cNvPr>
          <p:cNvSpPr>
            <a:spLocks/>
          </p:cNvSpPr>
          <p:nvPr/>
        </p:nvSpPr>
        <p:spPr>
          <a:xfrm>
            <a:off x="7140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C97EB2A3-779C-4467-A646-203ACACFF700}"/>
              </a:ext>
            </a:extLst>
          </p:cNvPr>
          <p:cNvSpPr>
            <a:spLocks/>
          </p:cNvSpPr>
          <p:nvPr/>
        </p:nvSpPr>
        <p:spPr>
          <a:xfrm>
            <a:off x="716669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4B6C3CFB-EEDA-45E5-863C-2BAACB520115}"/>
              </a:ext>
            </a:extLst>
          </p:cNvPr>
          <p:cNvSpPr>
            <a:spLocks/>
          </p:cNvSpPr>
          <p:nvPr/>
        </p:nvSpPr>
        <p:spPr>
          <a:xfrm>
            <a:off x="71294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1FC2EA5-8C4F-4846-B85C-C94B86250429}"/>
              </a:ext>
            </a:extLst>
          </p:cNvPr>
          <p:cNvSpPr>
            <a:spLocks/>
          </p:cNvSpPr>
          <p:nvPr/>
        </p:nvSpPr>
        <p:spPr>
          <a:xfrm>
            <a:off x="719867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E1652C99-E0DC-4907-AD38-2929167371EC}"/>
              </a:ext>
            </a:extLst>
          </p:cNvPr>
          <p:cNvSpPr>
            <a:spLocks/>
          </p:cNvSpPr>
          <p:nvPr/>
        </p:nvSpPr>
        <p:spPr>
          <a:xfrm>
            <a:off x="7148610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17E836BE-5D29-45A8-A691-95C95951BE5A}"/>
              </a:ext>
            </a:extLst>
          </p:cNvPr>
          <p:cNvSpPr>
            <a:spLocks/>
          </p:cNvSpPr>
          <p:nvPr/>
        </p:nvSpPr>
        <p:spPr>
          <a:xfrm>
            <a:off x="7159745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3C2B2BE1-DDC2-4371-AA9A-64ACE7CE045E}"/>
              </a:ext>
            </a:extLst>
          </p:cNvPr>
          <p:cNvSpPr>
            <a:spLocks/>
          </p:cNvSpPr>
          <p:nvPr/>
        </p:nvSpPr>
        <p:spPr>
          <a:xfrm>
            <a:off x="70927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E1BE0856-8269-4403-81F9-CD9495676DD7}"/>
              </a:ext>
            </a:extLst>
          </p:cNvPr>
          <p:cNvSpPr>
            <a:spLocks/>
          </p:cNvSpPr>
          <p:nvPr/>
        </p:nvSpPr>
        <p:spPr>
          <a:xfrm>
            <a:off x="7131516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22CB561-E468-43FB-947E-C07DDE84D97E}"/>
              </a:ext>
            </a:extLst>
          </p:cNvPr>
          <p:cNvSpPr>
            <a:spLocks/>
          </p:cNvSpPr>
          <p:nvPr/>
        </p:nvSpPr>
        <p:spPr>
          <a:xfrm>
            <a:off x="7140436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C01FEC2E-8E83-4D9F-80A0-F52F0FD4EAC6}"/>
              </a:ext>
            </a:extLst>
          </p:cNvPr>
          <p:cNvSpPr>
            <a:spLocks/>
          </p:cNvSpPr>
          <p:nvPr/>
        </p:nvSpPr>
        <p:spPr>
          <a:xfrm>
            <a:off x="711626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F501828C-8B71-4428-8475-41544CD86ECE}"/>
              </a:ext>
            </a:extLst>
          </p:cNvPr>
          <p:cNvSpPr>
            <a:spLocks/>
          </p:cNvSpPr>
          <p:nvPr/>
        </p:nvSpPr>
        <p:spPr>
          <a:xfrm>
            <a:off x="711065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0DBD319-5252-4C26-9807-EA2387658338}"/>
              </a:ext>
            </a:extLst>
          </p:cNvPr>
          <p:cNvSpPr>
            <a:spLocks/>
          </p:cNvSpPr>
          <p:nvPr/>
        </p:nvSpPr>
        <p:spPr>
          <a:xfrm>
            <a:off x="7209922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D33FE77D-D9FE-42D7-9029-3EEF68DE6210}"/>
              </a:ext>
            </a:extLst>
          </p:cNvPr>
          <p:cNvSpPr>
            <a:spLocks/>
          </p:cNvSpPr>
          <p:nvPr/>
        </p:nvSpPr>
        <p:spPr>
          <a:xfrm>
            <a:off x="710105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B1385ADB-7C32-4819-B4A1-A69A35667453}"/>
              </a:ext>
            </a:extLst>
          </p:cNvPr>
          <p:cNvSpPr>
            <a:spLocks/>
          </p:cNvSpPr>
          <p:nvPr/>
        </p:nvSpPr>
        <p:spPr>
          <a:xfrm>
            <a:off x="7102351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D8BAE62C-6DFB-49DB-8068-A2912DCB2804}"/>
              </a:ext>
            </a:extLst>
          </p:cNvPr>
          <p:cNvSpPr>
            <a:spLocks/>
          </p:cNvSpPr>
          <p:nvPr/>
        </p:nvSpPr>
        <p:spPr>
          <a:xfrm>
            <a:off x="7185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49C3AA3B-6674-473E-AB1C-8336FAF81E42}"/>
              </a:ext>
            </a:extLst>
          </p:cNvPr>
          <p:cNvSpPr>
            <a:spLocks/>
          </p:cNvSpPr>
          <p:nvPr/>
        </p:nvSpPr>
        <p:spPr>
          <a:xfrm>
            <a:off x="71007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EF3D2DE8-237F-43B7-8583-77A0020F8C95}"/>
              </a:ext>
            </a:extLst>
          </p:cNvPr>
          <p:cNvSpPr>
            <a:spLocks/>
          </p:cNvSpPr>
          <p:nvPr/>
        </p:nvSpPr>
        <p:spPr>
          <a:xfrm>
            <a:off x="71749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C7F0479-1F4A-4672-8ADA-1FDD70AD46D5}"/>
              </a:ext>
            </a:extLst>
          </p:cNvPr>
          <p:cNvSpPr>
            <a:spLocks/>
          </p:cNvSpPr>
          <p:nvPr/>
        </p:nvSpPr>
        <p:spPr>
          <a:xfrm>
            <a:off x="70958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472352B1-A8D8-4D20-AB42-681303E50E0E}"/>
              </a:ext>
            </a:extLst>
          </p:cNvPr>
          <p:cNvSpPr>
            <a:spLocks/>
          </p:cNvSpPr>
          <p:nvPr/>
        </p:nvSpPr>
        <p:spPr>
          <a:xfrm>
            <a:off x="71684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5B0DCF97-E83F-4CA3-8F05-D57BCDE0EC95}"/>
              </a:ext>
            </a:extLst>
          </p:cNvPr>
          <p:cNvSpPr>
            <a:spLocks/>
          </p:cNvSpPr>
          <p:nvPr/>
        </p:nvSpPr>
        <p:spPr>
          <a:xfrm>
            <a:off x="71631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6A9B3239-194D-4513-8E8E-0256AEB16DC5}"/>
              </a:ext>
            </a:extLst>
          </p:cNvPr>
          <p:cNvSpPr>
            <a:spLocks/>
          </p:cNvSpPr>
          <p:nvPr/>
        </p:nvSpPr>
        <p:spPr>
          <a:xfrm>
            <a:off x="718846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3C6B944D-1192-499F-9FA4-F3B8EF91F0B3}"/>
              </a:ext>
            </a:extLst>
          </p:cNvPr>
          <p:cNvSpPr>
            <a:spLocks/>
          </p:cNvSpPr>
          <p:nvPr/>
        </p:nvSpPr>
        <p:spPr>
          <a:xfrm>
            <a:off x="71511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0239EE7C-AD6B-487E-96DE-FA7D86A5146B}"/>
              </a:ext>
            </a:extLst>
          </p:cNvPr>
          <p:cNvSpPr>
            <a:spLocks/>
          </p:cNvSpPr>
          <p:nvPr/>
        </p:nvSpPr>
        <p:spPr>
          <a:xfrm>
            <a:off x="7111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BFD4F32-C934-42B4-84AA-7C97130C8A44}"/>
              </a:ext>
            </a:extLst>
          </p:cNvPr>
          <p:cNvSpPr>
            <a:spLocks/>
          </p:cNvSpPr>
          <p:nvPr/>
        </p:nvSpPr>
        <p:spPr>
          <a:xfrm>
            <a:off x="720408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CFE0B7FE-1304-45A6-A7B5-7D415CCB2CC7}"/>
              </a:ext>
            </a:extLst>
          </p:cNvPr>
          <p:cNvSpPr>
            <a:spLocks/>
          </p:cNvSpPr>
          <p:nvPr/>
        </p:nvSpPr>
        <p:spPr>
          <a:xfrm>
            <a:off x="7098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6F6FABF8-D0C1-401D-9184-8D32BD1373E9}"/>
              </a:ext>
            </a:extLst>
          </p:cNvPr>
          <p:cNvSpPr>
            <a:spLocks/>
          </p:cNvSpPr>
          <p:nvPr/>
        </p:nvSpPr>
        <p:spPr>
          <a:xfrm>
            <a:off x="718866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84288AC8-A295-4387-836E-E63661C4A054}"/>
              </a:ext>
            </a:extLst>
          </p:cNvPr>
          <p:cNvSpPr>
            <a:spLocks/>
          </p:cNvSpPr>
          <p:nvPr/>
        </p:nvSpPr>
        <p:spPr>
          <a:xfrm>
            <a:off x="70945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7D4D69E6-2677-4287-ADF7-D263A1CD268B}"/>
              </a:ext>
            </a:extLst>
          </p:cNvPr>
          <p:cNvSpPr>
            <a:spLocks/>
          </p:cNvSpPr>
          <p:nvPr/>
        </p:nvSpPr>
        <p:spPr>
          <a:xfrm>
            <a:off x="71623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811BE947-53C4-4DEF-9DB4-FE167B3CFB66}"/>
              </a:ext>
            </a:extLst>
          </p:cNvPr>
          <p:cNvSpPr>
            <a:spLocks/>
          </p:cNvSpPr>
          <p:nvPr/>
        </p:nvSpPr>
        <p:spPr>
          <a:xfrm>
            <a:off x="7097449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609CB75-542A-4747-A7C1-975712A1CCE5}"/>
              </a:ext>
            </a:extLst>
          </p:cNvPr>
          <p:cNvSpPr>
            <a:spLocks/>
          </p:cNvSpPr>
          <p:nvPr/>
        </p:nvSpPr>
        <p:spPr>
          <a:xfrm>
            <a:off x="7189093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BA3C7745-A75D-42B8-9FF9-C672C9470A73}"/>
              </a:ext>
            </a:extLst>
          </p:cNvPr>
          <p:cNvSpPr>
            <a:spLocks/>
          </p:cNvSpPr>
          <p:nvPr/>
        </p:nvSpPr>
        <p:spPr>
          <a:xfrm>
            <a:off x="7195410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97F0A42A-8014-4C1D-B580-F49EFB3570E4}"/>
              </a:ext>
            </a:extLst>
          </p:cNvPr>
          <p:cNvSpPr>
            <a:spLocks/>
          </p:cNvSpPr>
          <p:nvPr/>
        </p:nvSpPr>
        <p:spPr>
          <a:xfrm>
            <a:off x="71702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4E66072B-0862-417E-879B-FA10BBAB3744}"/>
              </a:ext>
            </a:extLst>
          </p:cNvPr>
          <p:cNvSpPr>
            <a:spLocks/>
          </p:cNvSpPr>
          <p:nvPr/>
        </p:nvSpPr>
        <p:spPr>
          <a:xfrm>
            <a:off x="712355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BE0A66D8-26E7-4F27-9582-723E975EC2A1}"/>
              </a:ext>
            </a:extLst>
          </p:cNvPr>
          <p:cNvSpPr>
            <a:spLocks/>
          </p:cNvSpPr>
          <p:nvPr/>
        </p:nvSpPr>
        <p:spPr>
          <a:xfrm>
            <a:off x="72090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FE5F6D82-64A1-49A5-89C5-A5B1EEB0F761}"/>
              </a:ext>
            </a:extLst>
          </p:cNvPr>
          <p:cNvSpPr>
            <a:spLocks/>
          </p:cNvSpPr>
          <p:nvPr/>
        </p:nvSpPr>
        <p:spPr>
          <a:xfrm>
            <a:off x="71852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58559BF8-4A57-4ACC-B850-6372199C2229}"/>
              </a:ext>
            </a:extLst>
          </p:cNvPr>
          <p:cNvSpPr>
            <a:spLocks/>
          </p:cNvSpPr>
          <p:nvPr/>
        </p:nvSpPr>
        <p:spPr>
          <a:xfrm>
            <a:off x="715087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E4D53A5F-56CB-48BF-AD52-BEC19BE8804C}"/>
              </a:ext>
            </a:extLst>
          </p:cNvPr>
          <p:cNvSpPr>
            <a:spLocks/>
          </p:cNvSpPr>
          <p:nvPr/>
        </p:nvSpPr>
        <p:spPr>
          <a:xfrm>
            <a:off x="720903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6516019F-440C-4B38-B993-E382FC2B9BD9}"/>
              </a:ext>
            </a:extLst>
          </p:cNvPr>
          <p:cNvSpPr>
            <a:spLocks/>
          </p:cNvSpPr>
          <p:nvPr/>
        </p:nvSpPr>
        <p:spPr>
          <a:xfrm>
            <a:off x="7159656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6AC3C65D-1C39-4910-825B-F0BBC11162EE}"/>
              </a:ext>
            </a:extLst>
          </p:cNvPr>
          <p:cNvSpPr>
            <a:spLocks/>
          </p:cNvSpPr>
          <p:nvPr/>
        </p:nvSpPr>
        <p:spPr>
          <a:xfrm>
            <a:off x="7138642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923D40C-2BFE-4125-86C8-DB03575AF144}"/>
              </a:ext>
            </a:extLst>
          </p:cNvPr>
          <p:cNvSpPr>
            <a:spLocks/>
          </p:cNvSpPr>
          <p:nvPr/>
        </p:nvSpPr>
        <p:spPr>
          <a:xfrm>
            <a:off x="716304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F358BC4F-3E30-482C-B127-E972902D00EA}"/>
              </a:ext>
            </a:extLst>
          </p:cNvPr>
          <p:cNvSpPr>
            <a:spLocks/>
          </p:cNvSpPr>
          <p:nvPr/>
        </p:nvSpPr>
        <p:spPr>
          <a:xfrm>
            <a:off x="7106716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FE0D09E8-6BA3-46B8-B450-A6E3D1034147}"/>
              </a:ext>
            </a:extLst>
          </p:cNvPr>
          <p:cNvSpPr>
            <a:spLocks/>
          </p:cNvSpPr>
          <p:nvPr/>
        </p:nvSpPr>
        <p:spPr>
          <a:xfrm>
            <a:off x="71223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1C3BBD0D-1041-4D9D-AD54-68A3E959A306}"/>
              </a:ext>
            </a:extLst>
          </p:cNvPr>
          <p:cNvSpPr>
            <a:spLocks/>
          </p:cNvSpPr>
          <p:nvPr/>
        </p:nvSpPr>
        <p:spPr>
          <a:xfrm>
            <a:off x="7209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A8895C5F-530C-48E3-ADFE-1A5FF4216AA5}"/>
              </a:ext>
            </a:extLst>
          </p:cNvPr>
          <p:cNvSpPr>
            <a:spLocks/>
          </p:cNvSpPr>
          <p:nvPr/>
        </p:nvSpPr>
        <p:spPr>
          <a:xfrm>
            <a:off x="71208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1263D48C-71DC-48B4-A7DD-8C9F43D668B1}"/>
              </a:ext>
            </a:extLst>
          </p:cNvPr>
          <p:cNvSpPr>
            <a:spLocks/>
          </p:cNvSpPr>
          <p:nvPr/>
        </p:nvSpPr>
        <p:spPr>
          <a:xfrm>
            <a:off x="7154419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4CBC183E-9FBE-480D-BC1D-CCA6541FD170}"/>
              </a:ext>
            </a:extLst>
          </p:cNvPr>
          <p:cNvSpPr>
            <a:spLocks/>
          </p:cNvSpPr>
          <p:nvPr/>
        </p:nvSpPr>
        <p:spPr>
          <a:xfrm>
            <a:off x="7181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95395F8A-8341-4EA3-8E5E-E5A3F603629A}"/>
              </a:ext>
            </a:extLst>
          </p:cNvPr>
          <p:cNvSpPr>
            <a:spLocks/>
          </p:cNvSpPr>
          <p:nvPr/>
        </p:nvSpPr>
        <p:spPr>
          <a:xfrm>
            <a:off x="71403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D8E29D43-769B-439A-96B2-C147C66B233A}"/>
              </a:ext>
            </a:extLst>
          </p:cNvPr>
          <p:cNvSpPr>
            <a:spLocks/>
          </p:cNvSpPr>
          <p:nvPr/>
        </p:nvSpPr>
        <p:spPr>
          <a:xfrm>
            <a:off x="7157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33611A7A-C1FB-47E5-A4F8-A86E6A7BA6F8}"/>
              </a:ext>
            </a:extLst>
          </p:cNvPr>
          <p:cNvSpPr>
            <a:spLocks/>
          </p:cNvSpPr>
          <p:nvPr/>
        </p:nvSpPr>
        <p:spPr>
          <a:xfrm>
            <a:off x="7168014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61AEFE9F-1966-4DB3-971F-3A77D70C3FEE}"/>
              </a:ext>
            </a:extLst>
          </p:cNvPr>
          <p:cNvSpPr>
            <a:spLocks/>
          </p:cNvSpPr>
          <p:nvPr/>
        </p:nvSpPr>
        <p:spPr>
          <a:xfrm>
            <a:off x="71812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3473E9C9-743E-448D-B2A8-E75A5DFB4405}"/>
              </a:ext>
            </a:extLst>
          </p:cNvPr>
          <p:cNvSpPr>
            <a:spLocks/>
          </p:cNvSpPr>
          <p:nvPr/>
        </p:nvSpPr>
        <p:spPr>
          <a:xfrm>
            <a:off x="720446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DC0BD046-9123-4EA0-964F-ED37C67FB4A3}"/>
              </a:ext>
            </a:extLst>
          </p:cNvPr>
          <p:cNvSpPr>
            <a:spLocks/>
          </p:cNvSpPr>
          <p:nvPr/>
        </p:nvSpPr>
        <p:spPr>
          <a:xfrm>
            <a:off x="71792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EDCCA27D-8464-4A8E-BF1E-2D851E4E0B62}"/>
              </a:ext>
            </a:extLst>
          </p:cNvPr>
          <p:cNvSpPr>
            <a:spLocks/>
          </p:cNvSpPr>
          <p:nvPr/>
        </p:nvSpPr>
        <p:spPr>
          <a:xfrm>
            <a:off x="713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0CD617DA-6B21-4210-86D5-66B1EE79E9A1}"/>
              </a:ext>
            </a:extLst>
          </p:cNvPr>
          <p:cNvSpPr>
            <a:spLocks/>
          </p:cNvSpPr>
          <p:nvPr/>
        </p:nvSpPr>
        <p:spPr>
          <a:xfrm>
            <a:off x="71504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33E437E0-D1BF-4612-ABE1-74349AA79564}"/>
              </a:ext>
            </a:extLst>
          </p:cNvPr>
          <p:cNvSpPr>
            <a:spLocks/>
          </p:cNvSpPr>
          <p:nvPr/>
        </p:nvSpPr>
        <p:spPr>
          <a:xfrm>
            <a:off x="7195779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9400D26C-4115-4B7B-8F4E-E66C84C4D08B}"/>
              </a:ext>
            </a:extLst>
          </p:cNvPr>
          <p:cNvSpPr>
            <a:spLocks/>
          </p:cNvSpPr>
          <p:nvPr/>
        </p:nvSpPr>
        <p:spPr>
          <a:xfrm>
            <a:off x="7107567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4A059641-CA06-4906-9FB4-0DAD21771086}"/>
              </a:ext>
            </a:extLst>
          </p:cNvPr>
          <p:cNvSpPr>
            <a:spLocks/>
          </p:cNvSpPr>
          <p:nvPr/>
        </p:nvSpPr>
        <p:spPr>
          <a:xfrm>
            <a:off x="72050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130ADD92-1204-485B-A285-01DE740424C0}"/>
              </a:ext>
            </a:extLst>
          </p:cNvPr>
          <p:cNvSpPr>
            <a:spLocks/>
          </p:cNvSpPr>
          <p:nvPr/>
        </p:nvSpPr>
        <p:spPr>
          <a:xfrm>
            <a:off x="71427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C7FB319C-58B7-4DBB-9E92-D4532061DECC}"/>
              </a:ext>
            </a:extLst>
          </p:cNvPr>
          <p:cNvSpPr>
            <a:spLocks/>
          </p:cNvSpPr>
          <p:nvPr/>
        </p:nvSpPr>
        <p:spPr>
          <a:xfrm>
            <a:off x="720169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1085A9F4-E514-43F7-AF33-050BB9FCA061}"/>
              </a:ext>
            </a:extLst>
          </p:cNvPr>
          <p:cNvSpPr>
            <a:spLocks/>
          </p:cNvSpPr>
          <p:nvPr/>
        </p:nvSpPr>
        <p:spPr>
          <a:xfrm>
            <a:off x="7121916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15EF6739-0247-4397-B32D-E4A9369B5C7C}"/>
              </a:ext>
            </a:extLst>
          </p:cNvPr>
          <p:cNvSpPr>
            <a:spLocks/>
          </p:cNvSpPr>
          <p:nvPr/>
        </p:nvSpPr>
        <p:spPr>
          <a:xfrm>
            <a:off x="7161844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3A1D629B-5D93-468F-B89B-1C5A541FE045}"/>
              </a:ext>
            </a:extLst>
          </p:cNvPr>
          <p:cNvSpPr>
            <a:spLocks/>
          </p:cNvSpPr>
          <p:nvPr/>
        </p:nvSpPr>
        <p:spPr>
          <a:xfrm>
            <a:off x="715053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5FBB676A-0ACA-4D4D-8C95-8E588A6C130D}"/>
              </a:ext>
            </a:extLst>
          </p:cNvPr>
          <p:cNvSpPr>
            <a:spLocks/>
          </p:cNvSpPr>
          <p:nvPr/>
        </p:nvSpPr>
        <p:spPr>
          <a:xfrm>
            <a:off x="7133490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27741554-D001-4228-B0F2-9470DD397C74}"/>
              </a:ext>
            </a:extLst>
          </p:cNvPr>
          <p:cNvSpPr>
            <a:spLocks/>
          </p:cNvSpPr>
          <p:nvPr/>
        </p:nvSpPr>
        <p:spPr>
          <a:xfrm>
            <a:off x="71259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0413F444-CEF0-43C7-804C-4D3F1612D0D9}"/>
              </a:ext>
            </a:extLst>
          </p:cNvPr>
          <p:cNvSpPr>
            <a:spLocks/>
          </p:cNvSpPr>
          <p:nvPr/>
        </p:nvSpPr>
        <p:spPr>
          <a:xfrm>
            <a:off x="71513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E2D813AD-4EC5-4ECE-83B5-FB99B246E8E7}"/>
              </a:ext>
            </a:extLst>
          </p:cNvPr>
          <p:cNvSpPr>
            <a:spLocks/>
          </p:cNvSpPr>
          <p:nvPr/>
        </p:nvSpPr>
        <p:spPr>
          <a:xfrm>
            <a:off x="7092971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76383333-E445-46F5-A8DE-86BD9FF5B33B}"/>
              </a:ext>
            </a:extLst>
          </p:cNvPr>
          <p:cNvSpPr>
            <a:spLocks/>
          </p:cNvSpPr>
          <p:nvPr/>
        </p:nvSpPr>
        <p:spPr>
          <a:xfrm>
            <a:off x="7174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8E0E006E-1489-4262-8D75-ACA59A56F95D}"/>
              </a:ext>
            </a:extLst>
          </p:cNvPr>
          <p:cNvSpPr>
            <a:spLocks/>
          </p:cNvSpPr>
          <p:nvPr/>
        </p:nvSpPr>
        <p:spPr>
          <a:xfrm>
            <a:off x="71804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765D2F42-3389-4B40-917B-0BD896A07F94}"/>
              </a:ext>
            </a:extLst>
          </p:cNvPr>
          <p:cNvSpPr>
            <a:spLocks/>
          </p:cNvSpPr>
          <p:nvPr/>
        </p:nvSpPr>
        <p:spPr>
          <a:xfrm>
            <a:off x="7168652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3721B800-9EE3-4EB0-ACA5-E1E79C3975D9}"/>
              </a:ext>
            </a:extLst>
          </p:cNvPr>
          <p:cNvSpPr>
            <a:spLocks/>
          </p:cNvSpPr>
          <p:nvPr/>
        </p:nvSpPr>
        <p:spPr>
          <a:xfrm>
            <a:off x="7209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8D9328FB-BBD9-48A5-834C-BCDE7C8F209E}"/>
              </a:ext>
            </a:extLst>
          </p:cNvPr>
          <p:cNvSpPr>
            <a:spLocks/>
          </p:cNvSpPr>
          <p:nvPr/>
        </p:nvSpPr>
        <p:spPr>
          <a:xfrm>
            <a:off x="7130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3E45134E-8313-47AB-9E77-7CB76F1186A3}"/>
              </a:ext>
            </a:extLst>
          </p:cNvPr>
          <p:cNvSpPr>
            <a:spLocks/>
          </p:cNvSpPr>
          <p:nvPr/>
        </p:nvSpPr>
        <p:spPr>
          <a:xfrm>
            <a:off x="7159412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45C53442-BB00-4077-A6CD-AD716FDF3B78}"/>
              </a:ext>
            </a:extLst>
          </p:cNvPr>
          <p:cNvSpPr>
            <a:spLocks/>
          </p:cNvSpPr>
          <p:nvPr/>
        </p:nvSpPr>
        <p:spPr>
          <a:xfrm>
            <a:off x="714961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49A7766B-E4F0-4EF2-B5FB-A43E49C69C6C}"/>
              </a:ext>
            </a:extLst>
          </p:cNvPr>
          <p:cNvSpPr>
            <a:spLocks/>
          </p:cNvSpPr>
          <p:nvPr/>
        </p:nvSpPr>
        <p:spPr>
          <a:xfrm>
            <a:off x="7129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F682E2C-6CBA-4CDA-8615-6ADDB7D42AF6}"/>
              </a:ext>
            </a:extLst>
          </p:cNvPr>
          <p:cNvSpPr>
            <a:spLocks/>
          </p:cNvSpPr>
          <p:nvPr/>
        </p:nvSpPr>
        <p:spPr>
          <a:xfrm>
            <a:off x="716849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9EEE4B8-70B6-4018-A548-2C7C0734FD8F}"/>
              </a:ext>
            </a:extLst>
          </p:cNvPr>
          <p:cNvSpPr>
            <a:spLocks/>
          </p:cNvSpPr>
          <p:nvPr/>
        </p:nvSpPr>
        <p:spPr>
          <a:xfrm>
            <a:off x="7093947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C27C0323-2AA6-45D5-B878-C003024C95C5}"/>
              </a:ext>
            </a:extLst>
          </p:cNvPr>
          <p:cNvSpPr>
            <a:spLocks/>
          </p:cNvSpPr>
          <p:nvPr/>
        </p:nvSpPr>
        <p:spPr>
          <a:xfrm>
            <a:off x="7111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8356B-DFF5-4971-A376-74E3094406E8}"/>
              </a:ext>
            </a:extLst>
          </p:cNvPr>
          <p:cNvSpPr>
            <a:spLocks/>
          </p:cNvSpPr>
          <p:nvPr/>
        </p:nvSpPr>
        <p:spPr>
          <a:xfrm>
            <a:off x="70922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05635A2C-C390-4B5B-9AD3-6B51A8D250E6}"/>
              </a:ext>
            </a:extLst>
          </p:cNvPr>
          <p:cNvSpPr>
            <a:spLocks/>
          </p:cNvSpPr>
          <p:nvPr/>
        </p:nvSpPr>
        <p:spPr>
          <a:xfrm>
            <a:off x="7111641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B8514F0-7C8F-4355-8EF8-73239EA25CCB}"/>
              </a:ext>
            </a:extLst>
          </p:cNvPr>
          <p:cNvSpPr>
            <a:spLocks/>
          </p:cNvSpPr>
          <p:nvPr/>
        </p:nvSpPr>
        <p:spPr>
          <a:xfrm>
            <a:off x="71592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95D75887-3968-4CFB-9D1F-067F660E967F}"/>
              </a:ext>
            </a:extLst>
          </p:cNvPr>
          <p:cNvSpPr>
            <a:spLocks/>
          </p:cNvSpPr>
          <p:nvPr/>
        </p:nvSpPr>
        <p:spPr>
          <a:xfrm>
            <a:off x="720042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63C6B0-6D3A-4766-98C4-8675BD2E4BBE}"/>
              </a:ext>
            </a:extLst>
          </p:cNvPr>
          <p:cNvSpPr>
            <a:spLocks/>
          </p:cNvSpPr>
          <p:nvPr/>
        </p:nvSpPr>
        <p:spPr>
          <a:xfrm>
            <a:off x="70943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EE1FD81C-14AC-46AF-A30E-F5AFA17AC17B}"/>
              </a:ext>
            </a:extLst>
          </p:cNvPr>
          <p:cNvSpPr>
            <a:spLocks/>
          </p:cNvSpPr>
          <p:nvPr/>
        </p:nvSpPr>
        <p:spPr>
          <a:xfrm>
            <a:off x="71655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C0EA6FE2-7C79-4C40-B979-65B0913F862B}"/>
              </a:ext>
            </a:extLst>
          </p:cNvPr>
          <p:cNvSpPr>
            <a:spLocks/>
          </p:cNvSpPr>
          <p:nvPr/>
        </p:nvSpPr>
        <p:spPr>
          <a:xfrm>
            <a:off x="71106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119FC07-41E2-4166-83F8-48126BA49060}"/>
              </a:ext>
            </a:extLst>
          </p:cNvPr>
          <p:cNvSpPr>
            <a:spLocks/>
          </p:cNvSpPr>
          <p:nvPr/>
        </p:nvSpPr>
        <p:spPr>
          <a:xfrm>
            <a:off x="720848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79EBEC3A-A84D-4A2E-818C-DD787C9ACAFF}"/>
              </a:ext>
            </a:extLst>
          </p:cNvPr>
          <p:cNvSpPr>
            <a:spLocks/>
          </p:cNvSpPr>
          <p:nvPr/>
        </p:nvSpPr>
        <p:spPr>
          <a:xfrm>
            <a:off x="7136498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1BA796E-F576-4203-9E67-0469DFEBD666}"/>
              </a:ext>
            </a:extLst>
          </p:cNvPr>
          <p:cNvSpPr>
            <a:spLocks/>
          </p:cNvSpPr>
          <p:nvPr/>
        </p:nvSpPr>
        <p:spPr>
          <a:xfrm>
            <a:off x="7127274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E0099E42-4404-44B4-8C4D-E5A537DDFB76}"/>
              </a:ext>
            </a:extLst>
          </p:cNvPr>
          <p:cNvSpPr>
            <a:spLocks/>
          </p:cNvSpPr>
          <p:nvPr/>
        </p:nvSpPr>
        <p:spPr>
          <a:xfrm>
            <a:off x="70993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E6094BC3-EB30-4418-BA45-BF2497003D8D}"/>
              </a:ext>
            </a:extLst>
          </p:cNvPr>
          <p:cNvSpPr>
            <a:spLocks/>
          </p:cNvSpPr>
          <p:nvPr/>
        </p:nvSpPr>
        <p:spPr>
          <a:xfrm>
            <a:off x="7202833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356152AF-1EDA-41B5-9F11-EE40D98B2352}"/>
              </a:ext>
            </a:extLst>
          </p:cNvPr>
          <p:cNvSpPr>
            <a:spLocks/>
          </p:cNvSpPr>
          <p:nvPr/>
        </p:nvSpPr>
        <p:spPr>
          <a:xfrm>
            <a:off x="7151423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FBE63DF2-B834-4FB4-ACA1-4CC2D1EFD083}"/>
              </a:ext>
            </a:extLst>
          </p:cNvPr>
          <p:cNvSpPr>
            <a:spLocks/>
          </p:cNvSpPr>
          <p:nvPr/>
        </p:nvSpPr>
        <p:spPr>
          <a:xfrm>
            <a:off x="7126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4D6DA49-99B1-4A81-A900-6EDB252C12C5}"/>
              </a:ext>
            </a:extLst>
          </p:cNvPr>
          <p:cNvSpPr>
            <a:spLocks/>
          </p:cNvSpPr>
          <p:nvPr/>
        </p:nvSpPr>
        <p:spPr>
          <a:xfrm>
            <a:off x="7176042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71755D5-1800-4EB6-989C-9E405B1C2B32}"/>
              </a:ext>
            </a:extLst>
          </p:cNvPr>
          <p:cNvSpPr>
            <a:spLocks/>
          </p:cNvSpPr>
          <p:nvPr/>
        </p:nvSpPr>
        <p:spPr>
          <a:xfrm>
            <a:off x="710905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15392E9-2EC2-4EF4-9070-DC5AF0B64FF8}"/>
              </a:ext>
            </a:extLst>
          </p:cNvPr>
          <p:cNvSpPr>
            <a:spLocks/>
          </p:cNvSpPr>
          <p:nvPr/>
        </p:nvSpPr>
        <p:spPr>
          <a:xfrm>
            <a:off x="71616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2D661FA-A685-444B-B5FD-9D698BE97D50}"/>
              </a:ext>
            </a:extLst>
          </p:cNvPr>
          <p:cNvSpPr>
            <a:spLocks/>
          </p:cNvSpPr>
          <p:nvPr/>
        </p:nvSpPr>
        <p:spPr>
          <a:xfrm>
            <a:off x="71592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EFC959B5-2ED3-4DFE-99EE-05ABC71EB816}"/>
              </a:ext>
            </a:extLst>
          </p:cNvPr>
          <p:cNvSpPr>
            <a:spLocks/>
          </p:cNvSpPr>
          <p:nvPr/>
        </p:nvSpPr>
        <p:spPr>
          <a:xfrm>
            <a:off x="715481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C1E2FFE-FE81-44CF-B3AC-6E5D18E4F90A}"/>
              </a:ext>
            </a:extLst>
          </p:cNvPr>
          <p:cNvSpPr>
            <a:spLocks/>
          </p:cNvSpPr>
          <p:nvPr/>
        </p:nvSpPr>
        <p:spPr>
          <a:xfrm>
            <a:off x="71463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9300E93C-2D55-4A06-B41C-10F9F104B14A}"/>
              </a:ext>
            </a:extLst>
          </p:cNvPr>
          <p:cNvSpPr>
            <a:spLocks/>
          </p:cNvSpPr>
          <p:nvPr/>
        </p:nvSpPr>
        <p:spPr>
          <a:xfrm>
            <a:off x="7157335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90693974-73E4-4FAF-9FFD-A0DEF5A35B2E}"/>
              </a:ext>
            </a:extLst>
          </p:cNvPr>
          <p:cNvSpPr>
            <a:spLocks/>
          </p:cNvSpPr>
          <p:nvPr/>
        </p:nvSpPr>
        <p:spPr>
          <a:xfrm>
            <a:off x="717794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58758D38-98F2-45DA-A6BE-4B712AA103C3}"/>
              </a:ext>
            </a:extLst>
          </p:cNvPr>
          <p:cNvSpPr>
            <a:spLocks/>
          </p:cNvSpPr>
          <p:nvPr/>
        </p:nvSpPr>
        <p:spPr>
          <a:xfrm>
            <a:off x="716634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BBF49402-29F7-43D5-9CB3-73DB164BD437}"/>
              </a:ext>
            </a:extLst>
          </p:cNvPr>
          <p:cNvSpPr>
            <a:spLocks/>
          </p:cNvSpPr>
          <p:nvPr/>
        </p:nvSpPr>
        <p:spPr>
          <a:xfrm>
            <a:off x="7133204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708DA67D-2291-4548-BE40-94B28566C193}"/>
              </a:ext>
            </a:extLst>
          </p:cNvPr>
          <p:cNvSpPr>
            <a:spLocks/>
          </p:cNvSpPr>
          <p:nvPr/>
        </p:nvSpPr>
        <p:spPr>
          <a:xfrm>
            <a:off x="7208204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BA1A15A3-6C2F-49DB-A42A-2F13173F9EE5}"/>
              </a:ext>
            </a:extLst>
          </p:cNvPr>
          <p:cNvSpPr>
            <a:spLocks/>
          </p:cNvSpPr>
          <p:nvPr/>
        </p:nvSpPr>
        <p:spPr>
          <a:xfrm>
            <a:off x="71771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643AF4CD-1766-403E-94F7-61251C33BF38}"/>
              </a:ext>
            </a:extLst>
          </p:cNvPr>
          <p:cNvSpPr>
            <a:spLocks/>
          </p:cNvSpPr>
          <p:nvPr/>
        </p:nvSpPr>
        <p:spPr>
          <a:xfrm>
            <a:off x="71124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B343514A-2BA2-4CB1-9F7C-403E50809FDA}"/>
              </a:ext>
            </a:extLst>
          </p:cNvPr>
          <p:cNvSpPr>
            <a:spLocks/>
          </p:cNvSpPr>
          <p:nvPr/>
        </p:nvSpPr>
        <p:spPr>
          <a:xfrm>
            <a:off x="7105131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88D9D0C-7A1C-447F-83B3-76A9E966458A}"/>
              </a:ext>
            </a:extLst>
          </p:cNvPr>
          <p:cNvSpPr>
            <a:spLocks/>
          </p:cNvSpPr>
          <p:nvPr/>
        </p:nvSpPr>
        <p:spPr>
          <a:xfrm>
            <a:off x="717913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CCC1BDE4-CB78-4D6F-8C19-A8BE0FF65A8D}"/>
              </a:ext>
            </a:extLst>
          </p:cNvPr>
          <p:cNvSpPr>
            <a:spLocks/>
          </p:cNvSpPr>
          <p:nvPr/>
        </p:nvSpPr>
        <p:spPr>
          <a:xfrm>
            <a:off x="7205062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7F4D6ADC-9E8F-4CBA-AB32-B86FD1342533}"/>
              </a:ext>
            </a:extLst>
          </p:cNvPr>
          <p:cNvSpPr>
            <a:spLocks/>
          </p:cNvSpPr>
          <p:nvPr/>
        </p:nvSpPr>
        <p:spPr>
          <a:xfrm>
            <a:off x="71952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FF085243-5CE4-4C3E-A473-8EDCC9DEDE54}"/>
              </a:ext>
            </a:extLst>
          </p:cNvPr>
          <p:cNvSpPr>
            <a:spLocks/>
          </p:cNvSpPr>
          <p:nvPr/>
        </p:nvSpPr>
        <p:spPr>
          <a:xfrm>
            <a:off x="7185591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4BF93F70-F389-4EC5-8CE3-24541564B2AE}"/>
              </a:ext>
            </a:extLst>
          </p:cNvPr>
          <p:cNvSpPr>
            <a:spLocks/>
          </p:cNvSpPr>
          <p:nvPr/>
        </p:nvSpPr>
        <p:spPr>
          <a:xfrm>
            <a:off x="7173097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111E8510-3730-4504-835D-ECF038CD1956}"/>
              </a:ext>
            </a:extLst>
          </p:cNvPr>
          <p:cNvSpPr>
            <a:spLocks/>
          </p:cNvSpPr>
          <p:nvPr/>
        </p:nvSpPr>
        <p:spPr>
          <a:xfrm>
            <a:off x="71651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4163867A-05F5-4635-B2B0-CD28821D15F8}"/>
              </a:ext>
            </a:extLst>
          </p:cNvPr>
          <p:cNvSpPr>
            <a:spLocks/>
          </p:cNvSpPr>
          <p:nvPr/>
        </p:nvSpPr>
        <p:spPr>
          <a:xfrm>
            <a:off x="7175870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084B7651-0EB4-48FA-89B6-D38518DCC6EC}"/>
              </a:ext>
            </a:extLst>
          </p:cNvPr>
          <p:cNvSpPr>
            <a:spLocks/>
          </p:cNvSpPr>
          <p:nvPr/>
        </p:nvSpPr>
        <p:spPr>
          <a:xfrm>
            <a:off x="713944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308A11-B726-46EA-88B4-B0540539DBFC}"/>
              </a:ext>
            </a:extLst>
          </p:cNvPr>
          <p:cNvSpPr>
            <a:spLocks/>
          </p:cNvSpPr>
          <p:nvPr/>
        </p:nvSpPr>
        <p:spPr>
          <a:xfrm>
            <a:off x="7134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DB9F3E6C-EA8F-49BF-9945-162F0DBF2400}"/>
              </a:ext>
            </a:extLst>
          </p:cNvPr>
          <p:cNvSpPr>
            <a:spLocks/>
          </p:cNvSpPr>
          <p:nvPr/>
        </p:nvSpPr>
        <p:spPr>
          <a:xfrm>
            <a:off x="714704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8307695-FFAF-4DD1-8F77-05636941AA57}"/>
              </a:ext>
            </a:extLst>
          </p:cNvPr>
          <p:cNvSpPr>
            <a:spLocks/>
          </p:cNvSpPr>
          <p:nvPr/>
        </p:nvSpPr>
        <p:spPr>
          <a:xfrm>
            <a:off x="711636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5EFBECBD-B912-4FB8-BDDA-021922553914}"/>
              </a:ext>
            </a:extLst>
          </p:cNvPr>
          <p:cNvSpPr>
            <a:spLocks/>
          </p:cNvSpPr>
          <p:nvPr/>
        </p:nvSpPr>
        <p:spPr>
          <a:xfrm>
            <a:off x="71160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F0A973C3-FB32-4509-BA30-D017E0AB89E3}"/>
              </a:ext>
            </a:extLst>
          </p:cNvPr>
          <p:cNvSpPr>
            <a:spLocks/>
          </p:cNvSpPr>
          <p:nvPr/>
        </p:nvSpPr>
        <p:spPr>
          <a:xfrm>
            <a:off x="7151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2439A3BB-171E-440F-B2ED-592430E44500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9E4BA188-C7CC-4267-B48D-F49C1D53C780}"/>
              </a:ext>
            </a:extLst>
          </p:cNvPr>
          <p:cNvSpPr>
            <a:spLocks/>
          </p:cNvSpPr>
          <p:nvPr/>
        </p:nvSpPr>
        <p:spPr>
          <a:xfrm>
            <a:off x="71598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4B8EAC11-A533-4107-8E71-2749A0F27E0A}"/>
              </a:ext>
            </a:extLst>
          </p:cNvPr>
          <p:cNvSpPr>
            <a:spLocks/>
          </p:cNvSpPr>
          <p:nvPr/>
        </p:nvSpPr>
        <p:spPr>
          <a:xfrm>
            <a:off x="718341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E485FA09-AD9D-4B00-899A-8719C3835F6C}"/>
              </a:ext>
            </a:extLst>
          </p:cNvPr>
          <p:cNvSpPr>
            <a:spLocks/>
          </p:cNvSpPr>
          <p:nvPr/>
        </p:nvSpPr>
        <p:spPr>
          <a:xfrm>
            <a:off x="71117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64210FFE-B9B1-4601-B72E-6F4F99E91DA4}"/>
              </a:ext>
            </a:extLst>
          </p:cNvPr>
          <p:cNvSpPr>
            <a:spLocks/>
          </p:cNvSpPr>
          <p:nvPr/>
        </p:nvSpPr>
        <p:spPr>
          <a:xfrm>
            <a:off x="711627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3833DE25-054E-4A14-A9C0-65A734B04BD5}"/>
              </a:ext>
            </a:extLst>
          </p:cNvPr>
          <p:cNvSpPr>
            <a:spLocks/>
          </p:cNvSpPr>
          <p:nvPr/>
        </p:nvSpPr>
        <p:spPr>
          <a:xfrm>
            <a:off x="709230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BFD36D-7E5E-4E6E-9044-AAC95F71AE8A}"/>
              </a:ext>
            </a:extLst>
          </p:cNvPr>
          <p:cNvSpPr>
            <a:spLocks/>
          </p:cNvSpPr>
          <p:nvPr/>
        </p:nvSpPr>
        <p:spPr>
          <a:xfrm>
            <a:off x="716182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8D5879ED-AC00-4745-A5D6-A8EC87654409}"/>
              </a:ext>
            </a:extLst>
          </p:cNvPr>
          <p:cNvSpPr>
            <a:spLocks/>
          </p:cNvSpPr>
          <p:nvPr/>
        </p:nvSpPr>
        <p:spPr>
          <a:xfrm>
            <a:off x="710600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5FDFDFB-FDE7-4F85-9027-4F030BCAAB18}"/>
              </a:ext>
            </a:extLst>
          </p:cNvPr>
          <p:cNvSpPr>
            <a:spLocks/>
          </p:cNvSpPr>
          <p:nvPr/>
        </p:nvSpPr>
        <p:spPr>
          <a:xfrm>
            <a:off x="719251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EA2BCB1F-DB2D-476B-AECE-D50B65655DF8}"/>
              </a:ext>
            </a:extLst>
          </p:cNvPr>
          <p:cNvSpPr>
            <a:spLocks/>
          </p:cNvSpPr>
          <p:nvPr/>
        </p:nvSpPr>
        <p:spPr>
          <a:xfrm>
            <a:off x="713026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86AA0F87-38FA-47C1-B9A8-7666F5C56403}"/>
              </a:ext>
            </a:extLst>
          </p:cNvPr>
          <p:cNvSpPr>
            <a:spLocks/>
          </p:cNvSpPr>
          <p:nvPr/>
        </p:nvSpPr>
        <p:spPr>
          <a:xfrm>
            <a:off x="71424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8631EB48-A0EA-44C6-9254-962ABDAC28E5}"/>
              </a:ext>
            </a:extLst>
          </p:cNvPr>
          <p:cNvSpPr>
            <a:spLocks/>
          </p:cNvSpPr>
          <p:nvPr/>
        </p:nvSpPr>
        <p:spPr>
          <a:xfrm>
            <a:off x="710571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B893E6D5-55A3-4468-B82E-7E4011C2BC8B}"/>
              </a:ext>
            </a:extLst>
          </p:cNvPr>
          <p:cNvSpPr>
            <a:spLocks/>
          </p:cNvSpPr>
          <p:nvPr/>
        </p:nvSpPr>
        <p:spPr>
          <a:xfrm>
            <a:off x="713650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D0C24CDF-EE4C-4377-964B-26C97AFEE1D5}"/>
              </a:ext>
            </a:extLst>
          </p:cNvPr>
          <p:cNvSpPr>
            <a:spLocks/>
          </p:cNvSpPr>
          <p:nvPr/>
        </p:nvSpPr>
        <p:spPr>
          <a:xfrm>
            <a:off x="71871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C55BDA7-9390-4D5C-9712-1BC9B882B8A2}"/>
              </a:ext>
            </a:extLst>
          </p:cNvPr>
          <p:cNvSpPr>
            <a:spLocks/>
          </p:cNvSpPr>
          <p:nvPr/>
        </p:nvSpPr>
        <p:spPr>
          <a:xfrm>
            <a:off x="71757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2F1BA30-C45C-4F14-838E-5B379DE6C73F}"/>
              </a:ext>
            </a:extLst>
          </p:cNvPr>
          <p:cNvSpPr>
            <a:spLocks/>
          </p:cNvSpPr>
          <p:nvPr/>
        </p:nvSpPr>
        <p:spPr>
          <a:xfrm>
            <a:off x="7114465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1EF6DDDA-A4B2-4A63-AD0F-673741C86B00}"/>
              </a:ext>
            </a:extLst>
          </p:cNvPr>
          <p:cNvSpPr>
            <a:spLocks/>
          </p:cNvSpPr>
          <p:nvPr/>
        </p:nvSpPr>
        <p:spPr>
          <a:xfrm>
            <a:off x="735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DEFDBB18-48AB-4151-AA06-9335E03430B2}"/>
              </a:ext>
            </a:extLst>
          </p:cNvPr>
          <p:cNvSpPr>
            <a:spLocks/>
          </p:cNvSpPr>
          <p:nvPr/>
        </p:nvSpPr>
        <p:spPr>
          <a:xfrm>
            <a:off x="7422922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4325A6D8-0D0A-4B93-8BFB-F55C27A32A7A}"/>
              </a:ext>
            </a:extLst>
          </p:cNvPr>
          <p:cNvSpPr>
            <a:spLocks/>
          </p:cNvSpPr>
          <p:nvPr/>
        </p:nvSpPr>
        <p:spPr>
          <a:xfrm>
            <a:off x="7413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6AEAAD80-BB05-4397-B472-DA80B09F7B78}"/>
              </a:ext>
            </a:extLst>
          </p:cNvPr>
          <p:cNvSpPr>
            <a:spLocks/>
          </p:cNvSpPr>
          <p:nvPr/>
        </p:nvSpPr>
        <p:spPr>
          <a:xfrm>
            <a:off x="7415217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360C6728-E8B7-413E-B1D1-8B492B1C8610}"/>
              </a:ext>
            </a:extLst>
          </p:cNvPr>
          <p:cNvSpPr>
            <a:spLocks/>
          </p:cNvSpPr>
          <p:nvPr/>
        </p:nvSpPr>
        <p:spPr>
          <a:xfrm>
            <a:off x="7392625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47F4AB90-B8F8-4DCB-A25D-90D69EB0E3C8}"/>
              </a:ext>
            </a:extLst>
          </p:cNvPr>
          <p:cNvSpPr>
            <a:spLocks/>
          </p:cNvSpPr>
          <p:nvPr/>
        </p:nvSpPr>
        <p:spPr>
          <a:xfrm>
            <a:off x="74261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894A01C4-E12D-41F3-88B3-0137D9752566}"/>
              </a:ext>
            </a:extLst>
          </p:cNvPr>
          <p:cNvSpPr>
            <a:spLocks/>
          </p:cNvSpPr>
          <p:nvPr/>
        </p:nvSpPr>
        <p:spPr>
          <a:xfrm>
            <a:off x="73554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44F81924-E7B7-44C2-9FB1-876B83793E11}"/>
              </a:ext>
            </a:extLst>
          </p:cNvPr>
          <p:cNvSpPr>
            <a:spLocks/>
          </p:cNvSpPr>
          <p:nvPr/>
        </p:nvSpPr>
        <p:spPr>
          <a:xfrm>
            <a:off x="7391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3E0FD691-CDA4-4ABF-A2AB-B6597B12AE93}"/>
              </a:ext>
            </a:extLst>
          </p:cNvPr>
          <p:cNvSpPr>
            <a:spLocks/>
          </p:cNvSpPr>
          <p:nvPr/>
        </p:nvSpPr>
        <p:spPr>
          <a:xfrm>
            <a:off x="74591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D077832-9A36-404A-AED9-F13AA1B01438}"/>
              </a:ext>
            </a:extLst>
          </p:cNvPr>
          <p:cNvSpPr>
            <a:spLocks/>
          </p:cNvSpPr>
          <p:nvPr/>
        </p:nvSpPr>
        <p:spPr>
          <a:xfrm>
            <a:off x="73913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A62BF61F-73DF-401F-833A-0212EA66B20B}"/>
              </a:ext>
            </a:extLst>
          </p:cNvPr>
          <p:cNvSpPr>
            <a:spLocks/>
          </p:cNvSpPr>
          <p:nvPr/>
        </p:nvSpPr>
        <p:spPr>
          <a:xfrm>
            <a:off x="7399446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338104D5-DB61-415A-9A15-486C637FD98E}"/>
              </a:ext>
            </a:extLst>
          </p:cNvPr>
          <p:cNvSpPr>
            <a:spLocks/>
          </p:cNvSpPr>
          <p:nvPr/>
        </p:nvSpPr>
        <p:spPr>
          <a:xfrm>
            <a:off x="73530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65BB356-53C7-451C-BE32-E9F8043DDCFD}"/>
              </a:ext>
            </a:extLst>
          </p:cNvPr>
          <p:cNvSpPr>
            <a:spLocks/>
          </p:cNvSpPr>
          <p:nvPr/>
        </p:nvSpPr>
        <p:spPr>
          <a:xfrm>
            <a:off x="736866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849491BB-6BAE-44CB-A3DC-E015C507A886}"/>
              </a:ext>
            </a:extLst>
          </p:cNvPr>
          <p:cNvSpPr>
            <a:spLocks/>
          </p:cNvSpPr>
          <p:nvPr/>
        </p:nvSpPr>
        <p:spPr>
          <a:xfrm>
            <a:off x="74186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D9D07967-D9B9-42C1-9446-80F38512533A}"/>
              </a:ext>
            </a:extLst>
          </p:cNvPr>
          <p:cNvSpPr>
            <a:spLocks/>
          </p:cNvSpPr>
          <p:nvPr/>
        </p:nvSpPr>
        <p:spPr>
          <a:xfrm>
            <a:off x="74496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CFC6B8E-C7A5-409C-93F3-039F1FAB2204}"/>
              </a:ext>
            </a:extLst>
          </p:cNvPr>
          <p:cNvSpPr>
            <a:spLocks/>
          </p:cNvSpPr>
          <p:nvPr/>
        </p:nvSpPr>
        <p:spPr>
          <a:xfrm>
            <a:off x="74388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21580DAE-E21A-4C9C-BD25-8DB4F074D50B}"/>
              </a:ext>
            </a:extLst>
          </p:cNvPr>
          <p:cNvSpPr>
            <a:spLocks/>
          </p:cNvSpPr>
          <p:nvPr/>
        </p:nvSpPr>
        <p:spPr>
          <a:xfrm>
            <a:off x="741206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5442700B-94F6-4F40-BD2D-63E997499A41}"/>
              </a:ext>
            </a:extLst>
          </p:cNvPr>
          <p:cNvSpPr>
            <a:spLocks/>
          </p:cNvSpPr>
          <p:nvPr/>
        </p:nvSpPr>
        <p:spPr>
          <a:xfrm>
            <a:off x="73716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268BFEF0-64A0-459A-A721-2C4DF46240AB}"/>
              </a:ext>
            </a:extLst>
          </p:cNvPr>
          <p:cNvSpPr>
            <a:spLocks/>
          </p:cNvSpPr>
          <p:nvPr/>
        </p:nvSpPr>
        <p:spPr>
          <a:xfrm>
            <a:off x="7410151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D578EFC-27FC-4621-A9E5-4DBE3E4D0EFE}"/>
              </a:ext>
            </a:extLst>
          </p:cNvPr>
          <p:cNvSpPr>
            <a:spLocks/>
          </p:cNvSpPr>
          <p:nvPr/>
        </p:nvSpPr>
        <p:spPr>
          <a:xfrm>
            <a:off x="74189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BA770B2-D40B-4367-906B-BC5D74682970}"/>
              </a:ext>
            </a:extLst>
          </p:cNvPr>
          <p:cNvSpPr>
            <a:spLocks/>
          </p:cNvSpPr>
          <p:nvPr/>
        </p:nvSpPr>
        <p:spPr>
          <a:xfrm>
            <a:off x="73734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86A96EA-93E2-427D-A3F9-52D03189C9BC}"/>
              </a:ext>
            </a:extLst>
          </p:cNvPr>
          <p:cNvSpPr>
            <a:spLocks/>
          </p:cNvSpPr>
          <p:nvPr/>
        </p:nvSpPr>
        <p:spPr>
          <a:xfrm>
            <a:off x="740570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91DEA393-D8FE-4A64-BC90-F6F5DD916F9D}"/>
              </a:ext>
            </a:extLst>
          </p:cNvPr>
          <p:cNvSpPr>
            <a:spLocks/>
          </p:cNvSpPr>
          <p:nvPr/>
        </p:nvSpPr>
        <p:spPr>
          <a:xfrm>
            <a:off x="7367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F30BC3-4729-466F-B90A-3D1DC1ACA7D6}"/>
              </a:ext>
            </a:extLst>
          </p:cNvPr>
          <p:cNvSpPr>
            <a:spLocks/>
          </p:cNvSpPr>
          <p:nvPr/>
        </p:nvSpPr>
        <p:spPr>
          <a:xfrm>
            <a:off x="74138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F152EDB8-C037-440A-AD8E-8A07899F0B95}"/>
              </a:ext>
            </a:extLst>
          </p:cNvPr>
          <p:cNvSpPr>
            <a:spLocks/>
          </p:cNvSpPr>
          <p:nvPr/>
        </p:nvSpPr>
        <p:spPr>
          <a:xfrm>
            <a:off x="737446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57A2B8C-E23C-4E82-93A5-35080E1930DB}"/>
              </a:ext>
            </a:extLst>
          </p:cNvPr>
          <p:cNvSpPr>
            <a:spLocks/>
          </p:cNvSpPr>
          <p:nvPr/>
        </p:nvSpPr>
        <p:spPr>
          <a:xfrm>
            <a:off x="735475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A13CCF7A-3BEE-43F9-9C11-838BA72BD1D5}"/>
              </a:ext>
            </a:extLst>
          </p:cNvPr>
          <p:cNvSpPr>
            <a:spLocks/>
          </p:cNvSpPr>
          <p:nvPr/>
        </p:nvSpPr>
        <p:spPr>
          <a:xfrm>
            <a:off x="7403374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796A8570-6601-4DDF-AFE5-CD3E6E1BBC75}"/>
              </a:ext>
            </a:extLst>
          </p:cNvPr>
          <p:cNvSpPr>
            <a:spLocks/>
          </p:cNvSpPr>
          <p:nvPr/>
        </p:nvSpPr>
        <p:spPr>
          <a:xfrm>
            <a:off x="7413242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36630ABA-2E0D-4379-9959-E697BE9D4FFE}"/>
              </a:ext>
            </a:extLst>
          </p:cNvPr>
          <p:cNvSpPr>
            <a:spLocks/>
          </p:cNvSpPr>
          <p:nvPr/>
        </p:nvSpPr>
        <p:spPr>
          <a:xfrm>
            <a:off x="74631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9601D31D-A6D9-41C3-9E06-EE3297B6AC3F}"/>
              </a:ext>
            </a:extLst>
          </p:cNvPr>
          <p:cNvSpPr>
            <a:spLocks/>
          </p:cNvSpPr>
          <p:nvPr/>
        </p:nvSpPr>
        <p:spPr>
          <a:xfrm>
            <a:off x="74539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D87460D-A66F-4629-9B75-59CD9935A7DD}"/>
              </a:ext>
            </a:extLst>
          </p:cNvPr>
          <p:cNvSpPr>
            <a:spLocks/>
          </p:cNvSpPr>
          <p:nvPr/>
        </p:nvSpPr>
        <p:spPr>
          <a:xfrm>
            <a:off x="739199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BD5EB65A-94B3-47DD-AFBB-F5A28E89CD6B}"/>
              </a:ext>
            </a:extLst>
          </p:cNvPr>
          <p:cNvSpPr>
            <a:spLocks/>
          </p:cNvSpPr>
          <p:nvPr/>
        </p:nvSpPr>
        <p:spPr>
          <a:xfrm>
            <a:off x="7400888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9F5916CF-FC37-4C35-93CF-4D1650F89FD3}"/>
              </a:ext>
            </a:extLst>
          </p:cNvPr>
          <p:cNvSpPr>
            <a:spLocks/>
          </p:cNvSpPr>
          <p:nvPr/>
        </p:nvSpPr>
        <p:spPr>
          <a:xfrm>
            <a:off x="74190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78144792-67F0-42A0-B8B4-34D8D58D4714}"/>
              </a:ext>
            </a:extLst>
          </p:cNvPr>
          <p:cNvSpPr>
            <a:spLocks/>
          </p:cNvSpPr>
          <p:nvPr/>
        </p:nvSpPr>
        <p:spPr>
          <a:xfrm>
            <a:off x="738288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3986CD17-0D07-48F9-B8DE-162FD36927FD}"/>
              </a:ext>
            </a:extLst>
          </p:cNvPr>
          <p:cNvSpPr>
            <a:spLocks/>
          </p:cNvSpPr>
          <p:nvPr/>
        </p:nvSpPr>
        <p:spPr>
          <a:xfrm>
            <a:off x="73618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A95B718-72AE-406A-93B4-575510A8BB1B}"/>
              </a:ext>
            </a:extLst>
          </p:cNvPr>
          <p:cNvSpPr>
            <a:spLocks/>
          </p:cNvSpPr>
          <p:nvPr/>
        </p:nvSpPr>
        <p:spPr>
          <a:xfrm>
            <a:off x="74199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E134393B-9BD0-4357-A91A-1AC073447856}"/>
              </a:ext>
            </a:extLst>
          </p:cNvPr>
          <p:cNvSpPr>
            <a:spLocks/>
          </p:cNvSpPr>
          <p:nvPr/>
        </p:nvSpPr>
        <p:spPr>
          <a:xfrm>
            <a:off x="74322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8B4EC8F3-F512-4892-B578-0077BCA7127A}"/>
              </a:ext>
            </a:extLst>
          </p:cNvPr>
          <p:cNvSpPr>
            <a:spLocks/>
          </p:cNvSpPr>
          <p:nvPr/>
        </p:nvSpPr>
        <p:spPr>
          <a:xfrm>
            <a:off x="74136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91B0E2B3-D15C-496A-9CA0-53FD14B0982C}"/>
              </a:ext>
            </a:extLst>
          </p:cNvPr>
          <p:cNvSpPr>
            <a:spLocks/>
          </p:cNvSpPr>
          <p:nvPr/>
        </p:nvSpPr>
        <p:spPr>
          <a:xfrm>
            <a:off x="74661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0EEF97D5-CE66-4315-A6EF-C8FB27217805}"/>
              </a:ext>
            </a:extLst>
          </p:cNvPr>
          <p:cNvSpPr>
            <a:spLocks/>
          </p:cNvSpPr>
          <p:nvPr/>
        </p:nvSpPr>
        <p:spPr>
          <a:xfrm>
            <a:off x="73747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E20803AF-CFC0-41D5-B846-790C2D7756BB}"/>
              </a:ext>
            </a:extLst>
          </p:cNvPr>
          <p:cNvSpPr>
            <a:spLocks/>
          </p:cNvSpPr>
          <p:nvPr/>
        </p:nvSpPr>
        <p:spPr>
          <a:xfrm>
            <a:off x="74524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61A64126-EC27-45C2-841E-7397F12ADE8B}"/>
              </a:ext>
            </a:extLst>
          </p:cNvPr>
          <p:cNvSpPr>
            <a:spLocks/>
          </p:cNvSpPr>
          <p:nvPr/>
        </p:nvSpPr>
        <p:spPr>
          <a:xfrm>
            <a:off x="74017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BC9AB7F6-4440-4CE6-98CA-FF7524B3ACCC}"/>
              </a:ext>
            </a:extLst>
          </p:cNvPr>
          <p:cNvSpPr>
            <a:spLocks/>
          </p:cNvSpPr>
          <p:nvPr/>
        </p:nvSpPr>
        <p:spPr>
          <a:xfrm>
            <a:off x="736549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FBAA2112-17CB-440D-B880-6986136F314F}"/>
              </a:ext>
            </a:extLst>
          </p:cNvPr>
          <p:cNvSpPr>
            <a:spLocks/>
          </p:cNvSpPr>
          <p:nvPr/>
        </p:nvSpPr>
        <p:spPr>
          <a:xfrm>
            <a:off x="7408844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B3B67BF6-3016-487B-9096-C98A7979BB1E}"/>
              </a:ext>
            </a:extLst>
          </p:cNvPr>
          <p:cNvSpPr>
            <a:spLocks/>
          </p:cNvSpPr>
          <p:nvPr/>
        </p:nvSpPr>
        <p:spPr>
          <a:xfrm>
            <a:off x="74132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70EA1C05-7617-468B-8F6C-0E3D1030BCB7}"/>
              </a:ext>
            </a:extLst>
          </p:cNvPr>
          <p:cNvSpPr>
            <a:spLocks/>
          </p:cNvSpPr>
          <p:nvPr/>
        </p:nvSpPr>
        <p:spPr>
          <a:xfrm>
            <a:off x="7365923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F422DC9-2FD4-4AC6-B8E9-F90734554972}"/>
              </a:ext>
            </a:extLst>
          </p:cNvPr>
          <p:cNvSpPr>
            <a:spLocks/>
          </p:cNvSpPr>
          <p:nvPr/>
        </p:nvSpPr>
        <p:spPr>
          <a:xfrm>
            <a:off x="738492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E1508C10-0DDE-4653-9223-C8F0DCD23249}"/>
              </a:ext>
            </a:extLst>
          </p:cNvPr>
          <p:cNvSpPr>
            <a:spLocks/>
          </p:cNvSpPr>
          <p:nvPr/>
        </p:nvSpPr>
        <p:spPr>
          <a:xfrm>
            <a:off x="73577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F3E13EEE-62D8-48B8-9221-C8A6E76E41E2}"/>
              </a:ext>
            </a:extLst>
          </p:cNvPr>
          <p:cNvSpPr>
            <a:spLocks/>
          </p:cNvSpPr>
          <p:nvPr/>
        </p:nvSpPr>
        <p:spPr>
          <a:xfrm>
            <a:off x="741045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00C57D1-7D4A-4E33-AA03-A5E603888F49}"/>
              </a:ext>
            </a:extLst>
          </p:cNvPr>
          <p:cNvSpPr>
            <a:spLocks/>
          </p:cNvSpPr>
          <p:nvPr/>
        </p:nvSpPr>
        <p:spPr>
          <a:xfrm>
            <a:off x="74024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80E87BE4-0EA2-47A8-BE02-EDC3270413C7}"/>
              </a:ext>
            </a:extLst>
          </p:cNvPr>
          <p:cNvSpPr>
            <a:spLocks/>
          </p:cNvSpPr>
          <p:nvPr/>
        </p:nvSpPr>
        <p:spPr>
          <a:xfrm>
            <a:off x="7357931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2B12EE1C-7A9A-4BA9-AF8C-F319F96B20D5}"/>
              </a:ext>
            </a:extLst>
          </p:cNvPr>
          <p:cNvSpPr>
            <a:spLocks/>
          </p:cNvSpPr>
          <p:nvPr/>
        </p:nvSpPr>
        <p:spPr>
          <a:xfrm>
            <a:off x="742816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EABAC15F-3E11-40F3-AF54-049C50AD3C79}"/>
              </a:ext>
            </a:extLst>
          </p:cNvPr>
          <p:cNvSpPr>
            <a:spLocks/>
          </p:cNvSpPr>
          <p:nvPr/>
        </p:nvSpPr>
        <p:spPr>
          <a:xfrm>
            <a:off x="7417606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C099D755-204D-4797-9C3F-5F3B924FB2F3}"/>
              </a:ext>
            </a:extLst>
          </p:cNvPr>
          <p:cNvSpPr>
            <a:spLocks/>
          </p:cNvSpPr>
          <p:nvPr/>
        </p:nvSpPr>
        <p:spPr>
          <a:xfrm>
            <a:off x="7384192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66D956FD-DE03-44D8-802A-A3DAA1CE7B37}"/>
              </a:ext>
            </a:extLst>
          </p:cNvPr>
          <p:cNvSpPr>
            <a:spLocks/>
          </p:cNvSpPr>
          <p:nvPr/>
        </p:nvSpPr>
        <p:spPr>
          <a:xfrm>
            <a:off x="7435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7E60C35D-AE9F-4C60-8AE8-4ADBA1B51028}"/>
              </a:ext>
            </a:extLst>
          </p:cNvPr>
          <p:cNvSpPr>
            <a:spLocks/>
          </p:cNvSpPr>
          <p:nvPr/>
        </p:nvSpPr>
        <p:spPr>
          <a:xfrm>
            <a:off x="74225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6F66C6E0-1312-417B-9E6F-2827B0C22E00}"/>
              </a:ext>
            </a:extLst>
          </p:cNvPr>
          <p:cNvSpPr>
            <a:spLocks/>
          </p:cNvSpPr>
          <p:nvPr/>
        </p:nvSpPr>
        <p:spPr>
          <a:xfrm>
            <a:off x="7447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ABF25B7-399D-4218-B5FC-E793E91094AB}"/>
              </a:ext>
            </a:extLst>
          </p:cNvPr>
          <p:cNvSpPr>
            <a:spLocks/>
          </p:cNvSpPr>
          <p:nvPr/>
        </p:nvSpPr>
        <p:spPr>
          <a:xfrm>
            <a:off x="74019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0D8EB5B2-64E6-4651-BC00-1A19B06A9FDC}"/>
              </a:ext>
            </a:extLst>
          </p:cNvPr>
          <p:cNvSpPr>
            <a:spLocks/>
          </p:cNvSpPr>
          <p:nvPr/>
        </p:nvSpPr>
        <p:spPr>
          <a:xfrm>
            <a:off x="7387491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09D262D3-CAAE-4A3A-A877-75D7DD38E35A}"/>
              </a:ext>
            </a:extLst>
          </p:cNvPr>
          <p:cNvSpPr>
            <a:spLocks/>
          </p:cNvSpPr>
          <p:nvPr/>
        </p:nvSpPr>
        <p:spPr>
          <a:xfrm>
            <a:off x="73904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70F8E161-6309-4311-9402-73F564F259F5}"/>
              </a:ext>
            </a:extLst>
          </p:cNvPr>
          <p:cNvSpPr>
            <a:spLocks/>
          </p:cNvSpPr>
          <p:nvPr/>
        </p:nvSpPr>
        <p:spPr>
          <a:xfrm>
            <a:off x="739692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819AA6B2-18E0-4F8A-8164-DA708138D298}"/>
              </a:ext>
            </a:extLst>
          </p:cNvPr>
          <p:cNvSpPr>
            <a:spLocks/>
          </p:cNvSpPr>
          <p:nvPr/>
        </p:nvSpPr>
        <p:spPr>
          <a:xfrm>
            <a:off x="74198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65E5470E-C612-46CA-8F89-B15F0423B1D8}"/>
              </a:ext>
            </a:extLst>
          </p:cNvPr>
          <p:cNvSpPr>
            <a:spLocks/>
          </p:cNvSpPr>
          <p:nvPr/>
        </p:nvSpPr>
        <p:spPr>
          <a:xfrm>
            <a:off x="74311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62C9D76-913D-40C1-90C5-684DB0D4F21B}"/>
              </a:ext>
            </a:extLst>
          </p:cNvPr>
          <p:cNvSpPr>
            <a:spLocks/>
          </p:cNvSpPr>
          <p:nvPr/>
        </p:nvSpPr>
        <p:spPr>
          <a:xfrm>
            <a:off x="73951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727E4AB-0D75-49BB-BCCA-E2A614EA7D13}"/>
              </a:ext>
            </a:extLst>
          </p:cNvPr>
          <p:cNvSpPr>
            <a:spLocks/>
          </p:cNvSpPr>
          <p:nvPr/>
        </p:nvSpPr>
        <p:spPr>
          <a:xfrm>
            <a:off x="74496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A45492F5-ED1E-44E7-9A5B-0F831B2656B8}"/>
              </a:ext>
            </a:extLst>
          </p:cNvPr>
          <p:cNvSpPr>
            <a:spLocks/>
          </p:cNvSpPr>
          <p:nvPr/>
        </p:nvSpPr>
        <p:spPr>
          <a:xfrm>
            <a:off x="742717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2289C4D-7B5F-4FDA-B637-4E3576C44202}"/>
              </a:ext>
            </a:extLst>
          </p:cNvPr>
          <p:cNvSpPr>
            <a:spLocks/>
          </p:cNvSpPr>
          <p:nvPr/>
        </p:nvSpPr>
        <p:spPr>
          <a:xfrm>
            <a:off x="7457311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6E65C9C5-4CDB-492B-9832-C18DF013E8CA}"/>
              </a:ext>
            </a:extLst>
          </p:cNvPr>
          <p:cNvSpPr>
            <a:spLocks/>
          </p:cNvSpPr>
          <p:nvPr/>
        </p:nvSpPr>
        <p:spPr>
          <a:xfrm>
            <a:off x="745086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6062F128-4E0B-4AD9-B18C-DD18769D7E33}"/>
              </a:ext>
            </a:extLst>
          </p:cNvPr>
          <p:cNvSpPr>
            <a:spLocks/>
          </p:cNvSpPr>
          <p:nvPr/>
        </p:nvSpPr>
        <p:spPr>
          <a:xfrm>
            <a:off x="74456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4345EAD-8C8F-4673-805E-595A9E5E293D}"/>
              </a:ext>
            </a:extLst>
          </p:cNvPr>
          <p:cNvSpPr>
            <a:spLocks/>
          </p:cNvSpPr>
          <p:nvPr/>
        </p:nvSpPr>
        <p:spPr>
          <a:xfrm>
            <a:off x="7350239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FB45C94C-BD14-448C-BE2C-066BE79DDA98}"/>
              </a:ext>
            </a:extLst>
          </p:cNvPr>
          <p:cNvSpPr>
            <a:spLocks/>
          </p:cNvSpPr>
          <p:nvPr/>
        </p:nvSpPr>
        <p:spPr>
          <a:xfrm>
            <a:off x="7465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C631D0AB-343F-4400-A361-3EF4A191DC7F}"/>
              </a:ext>
            </a:extLst>
          </p:cNvPr>
          <p:cNvSpPr>
            <a:spLocks/>
          </p:cNvSpPr>
          <p:nvPr/>
        </p:nvSpPr>
        <p:spPr>
          <a:xfrm>
            <a:off x="7409201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3740EA41-9835-4ECE-A286-B730A22AC8D7}"/>
              </a:ext>
            </a:extLst>
          </p:cNvPr>
          <p:cNvSpPr>
            <a:spLocks/>
          </p:cNvSpPr>
          <p:nvPr/>
        </p:nvSpPr>
        <p:spPr>
          <a:xfrm>
            <a:off x="744331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256E013D-6603-439E-AC51-D6696D290B5D}"/>
              </a:ext>
            </a:extLst>
          </p:cNvPr>
          <p:cNvSpPr>
            <a:spLocks/>
          </p:cNvSpPr>
          <p:nvPr/>
        </p:nvSpPr>
        <p:spPr>
          <a:xfrm>
            <a:off x="7396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FC3A4E5E-538B-471F-8652-6BD32BACD27B}"/>
              </a:ext>
            </a:extLst>
          </p:cNvPr>
          <p:cNvSpPr>
            <a:spLocks/>
          </p:cNvSpPr>
          <p:nvPr/>
        </p:nvSpPr>
        <p:spPr>
          <a:xfrm>
            <a:off x="7352270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CFA0AF7-EE5C-4CD5-AD6E-1892F1722962}"/>
              </a:ext>
            </a:extLst>
          </p:cNvPr>
          <p:cNvSpPr>
            <a:spLocks/>
          </p:cNvSpPr>
          <p:nvPr/>
        </p:nvSpPr>
        <p:spPr>
          <a:xfrm>
            <a:off x="7400320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D73B1DF-A6B6-4E62-9543-BFE3273E75D4}"/>
              </a:ext>
            </a:extLst>
          </p:cNvPr>
          <p:cNvSpPr>
            <a:spLocks/>
          </p:cNvSpPr>
          <p:nvPr/>
        </p:nvSpPr>
        <p:spPr>
          <a:xfrm>
            <a:off x="7361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A01554F3-01D1-4E0D-ABCF-CE6ACB05166A}"/>
              </a:ext>
            </a:extLst>
          </p:cNvPr>
          <p:cNvSpPr>
            <a:spLocks/>
          </p:cNvSpPr>
          <p:nvPr/>
        </p:nvSpPr>
        <p:spPr>
          <a:xfrm>
            <a:off x="73823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D1C2B37-FB4C-4933-961F-DCD6710C92A2}"/>
              </a:ext>
            </a:extLst>
          </p:cNvPr>
          <p:cNvSpPr>
            <a:spLocks/>
          </p:cNvSpPr>
          <p:nvPr/>
        </p:nvSpPr>
        <p:spPr>
          <a:xfrm>
            <a:off x="74239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20A2A54-ABB4-4B0A-9B13-B1F3D65F4633}"/>
              </a:ext>
            </a:extLst>
          </p:cNvPr>
          <p:cNvSpPr>
            <a:spLocks/>
          </p:cNvSpPr>
          <p:nvPr/>
        </p:nvSpPr>
        <p:spPr>
          <a:xfrm>
            <a:off x="738659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AA5A7A4F-74F4-4D45-B0A0-D2F7BEEF92FC}"/>
              </a:ext>
            </a:extLst>
          </p:cNvPr>
          <p:cNvSpPr>
            <a:spLocks/>
          </p:cNvSpPr>
          <p:nvPr/>
        </p:nvSpPr>
        <p:spPr>
          <a:xfrm>
            <a:off x="744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FE597C-C72B-4F38-9BFD-982EF2690F13}"/>
              </a:ext>
            </a:extLst>
          </p:cNvPr>
          <p:cNvSpPr>
            <a:spLocks/>
          </p:cNvSpPr>
          <p:nvPr/>
        </p:nvSpPr>
        <p:spPr>
          <a:xfrm>
            <a:off x="746169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10CA0124-8C8E-4C44-AC5E-1B9C3B8ACF5B}"/>
              </a:ext>
            </a:extLst>
          </p:cNvPr>
          <p:cNvSpPr>
            <a:spLocks/>
          </p:cNvSpPr>
          <p:nvPr/>
        </p:nvSpPr>
        <p:spPr>
          <a:xfrm>
            <a:off x="74092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B941ADE-8642-4E68-8AE2-0185C52549E5}"/>
              </a:ext>
            </a:extLst>
          </p:cNvPr>
          <p:cNvSpPr>
            <a:spLocks/>
          </p:cNvSpPr>
          <p:nvPr/>
        </p:nvSpPr>
        <p:spPr>
          <a:xfrm>
            <a:off x="73922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F74152AA-701D-4919-BE0E-A3EB06C9AAF4}"/>
              </a:ext>
            </a:extLst>
          </p:cNvPr>
          <p:cNvSpPr>
            <a:spLocks/>
          </p:cNvSpPr>
          <p:nvPr/>
        </p:nvSpPr>
        <p:spPr>
          <a:xfrm>
            <a:off x="7395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C3335ABC-1343-43F5-9F9E-E8E3CF6B7221}"/>
              </a:ext>
            </a:extLst>
          </p:cNvPr>
          <p:cNvSpPr>
            <a:spLocks/>
          </p:cNvSpPr>
          <p:nvPr/>
        </p:nvSpPr>
        <p:spPr>
          <a:xfrm>
            <a:off x="73889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CE2B50-486F-44F8-B80F-A3BD0A1B90D1}"/>
              </a:ext>
            </a:extLst>
          </p:cNvPr>
          <p:cNvSpPr>
            <a:spLocks/>
          </p:cNvSpPr>
          <p:nvPr/>
        </p:nvSpPr>
        <p:spPr>
          <a:xfrm>
            <a:off x="74583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130B2DE3-F45E-4F95-A4E2-BBDA827B3485}"/>
              </a:ext>
            </a:extLst>
          </p:cNvPr>
          <p:cNvSpPr>
            <a:spLocks/>
          </p:cNvSpPr>
          <p:nvPr/>
        </p:nvSpPr>
        <p:spPr>
          <a:xfrm>
            <a:off x="73683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B9A92336-3653-4D1B-BCE7-D0EC90B89C1A}"/>
              </a:ext>
            </a:extLst>
          </p:cNvPr>
          <p:cNvSpPr>
            <a:spLocks/>
          </p:cNvSpPr>
          <p:nvPr/>
        </p:nvSpPr>
        <p:spPr>
          <a:xfrm>
            <a:off x="7388185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38CBB323-952E-480F-B3A6-D7FB9BCE2468}"/>
              </a:ext>
            </a:extLst>
          </p:cNvPr>
          <p:cNvSpPr>
            <a:spLocks/>
          </p:cNvSpPr>
          <p:nvPr/>
        </p:nvSpPr>
        <p:spPr>
          <a:xfrm>
            <a:off x="7394934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61E8A661-3AFF-416C-9ACF-E3C697DA88CA}"/>
              </a:ext>
            </a:extLst>
          </p:cNvPr>
          <p:cNvSpPr>
            <a:spLocks/>
          </p:cNvSpPr>
          <p:nvPr/>
        </p:nvSpPr>
        <p:spPr>
          <a:xfrm>
            <a:off x="743212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F37A148F-24C4-46DC-940E-8717F646E4AE}"/>
              </a:ext>
            </a:extLst>
          </p:cNvPr>
          <p:cNvSpPr>
            <a:spLocks/>
          </p:cNvSpPr>
          <p:nvPr/>
        </p:nvSpPr>
        <p:spPr>
          <a:xfrm>
            <a:off x="7398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B56981A-3F8D-4832-B8AC-D3597A4C6DF4}"/>
              </a:ext>
            </a:extLst>
          </p:cNvPr>
          <p:cNvSpPr>
            <a:spLocks/>
          </p:cNvSpPr>
          <p:nvPr/>
        </p:nvSpPr>
        <p:spPr>
          <a:xfrm>
            <a:off x="74358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3341BB7C-A9D5-426D-AC2D-4A26EC68F5EE}"/>
              </a:ext>
            </a:extLst>
          </p:cNvPr>
          <p:cNvSpPr>
            <a:spLocks/>
          </p:cNvSpPr>
          <p:nvPr/>
        </p:nvSpPr>
        <p:spPr>
          <a:xfrm>
            <a:off x="74198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36646021-1C37-4031-BC93-9210683CBEFB}"/>
              </a:ext>
            </a:extLst>
          </p:cNvPr>
          <p:cNvSpPr>
            <a:spLocks/>
          </p:cNvSpPr>
          <p:nvPr/>
        </p:nvSpPr>
        <p:spPr>
          <a:xfrm>
            <a:off x="74130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B562E68B-384E-4779-A6B8-01B345543EFC}"/>
              </a:ext>
            </a:extLst>
          </p:cNvPr>
          <p:cNvSpPr>
            <a:spLocks/>
          </p:cNvSpPr>
          <p:nvPr/>
        </p:nvSpPr>
        <p:spPr>
          <a:xfrm>
            <a:off x="738612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A1CA653A-A130-4609-8806-277640AC800C}"/>
              </a:ext>
            </a:extLst>
          </p:cNvPr>
          <p:cNvSpPr>
            <a:spLocks/>
          </p:cNvSpPr>
          <p:nvPr/>
        </p:nvSpPr>
        <p:spPr>
          <a:xfrm>
            <a:off x="737063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C50D431F-71C5-4D9E-9219-D1AC24CBC033}"/>
              </a:ext>
            </a:extLst>
          </p:cNvPr>
          <p:cNvSpPr>
            <a:spLocks/>
          </p:cNvSpPr>
          <p:nvPr/>
        </p:nvSpPr>
        <p:spPr>
          <a:xfrm>
            <a:off x="741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59B80F11-6252-400A-AD94-C5F1F914AC9A}"/>
              </a:ext>
            </a:extLst>
          </p:cNvPr>
          <p:cNvSpPr>
            <a:spLocks/>
          </p:cNvSpPr>
          <p:nvPr/>
        </p:nvSpPr>
        <p:spPr>
          <a:xfrm>
            <a:off x="73668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2E14AB25-E80A-4772-A6EA-1DE53D619157}"/>
              </a:ext>
            </a:extLst>
          </p:cNvPr>
          <p:cNvSpPr>
            <a:spLocks/>
          </p:cNvSpPr>
          <p:nvPr/>
        </p:nvSpPr>
        <p:spPr>
          <a:xfrm>
            <a:off x="7373447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1524817-0C25-4253-BF8A-6792ABFC6C8F}"/>
              </a:ext>
            </a:extLst>
          </p:cNvPr>
          <p:cNvSpPr>
            <a:spLocks/>
          </p:cNvSpPr>
          <p:nvPr/>
        </p:nvSpPr>
        <p:spPr>
          <a:xfrm>
            <a:off x="7376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8712D4CE-35A0-45D1-9CA6-D97E6FFEE770}"/>
              </a:ext>
            </a:extLst>
          </p:cNvPr>
          <p:cNvSpPr>
            <a:spLocks/>
          </p:cNvSpPr>
          <p:nvPr/>
        </p:nvSpPr>
        <p:spPr>
          <a:xfrm>
            <a:off x="74193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FAAA6FE-D1A5-4B19-8E5B-DCB63B836CDD}"/>
              </a:ext>
            </a:extLst>
          </p:cNvPr>
          <p:cNvSpPr>
            <a:spLocks/>
          </p:cNvSpPr>
          <p:nvPr/>
        </p:nvSpPr>
        <p:spPr>
          <a:xfrm>
            <a:off x="745437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9BB7229-EB83-4B79-BAA5-6C2DC80001DF}"/>
              </a:ext>
            </a:extLst>
          </p:cNvPr>
          <p:cNvSpPr>
            <a:spLocks/>
          </p:cNvSpPr>
          <p:nvPr/>
        </p:nvSpPr>
        <p:spPr>
          <a:xfrm>
            <a:off x="74296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9E6B85E8-40AA-40B4-B264-5743A457E8FD}"/>
              </a:ext>
            </a:extLst>
          </p:cNvPr>
          <p:cNvSpPr>
            <a:spLocks/>
          </p:cNvSpPr>
          <p:nvPr/>
        </p:nvSpPr>
        <p:spPr>
          <a:xfrm>
            <a:off x="7444215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4C14B98B-E6DD-4DC0-865B-840E15662EE3}"/>
              </a:ext>
            </a:extLst>
          </p:cNvPr>
          <p:cNvSpPr>
            <a:spLocks/>
          </p:cNvSpPr>
          <p:nvPr/>
        </p:nvSpPr>
        <p:spPr>
          <a:xfrm>
            <a:off x="740012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C733DB84-BD9A-4513-9FEA-6C3F93FB632F}"/>
              </a:ext>
            </a:extLst>
          </p:cNvPr>
          <p:cNvSpPr>
            <a:spLocks/>
          </p:cNvSpPr>
          <p:nvPr/>
        </p:nvSpPr>
        <p:spPr>
          <a:xfrm>
            <a:off x="7444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082FACE0-60BF-4C75-8163-4BD4DCE7A1D9}"/>
              </a:ext>
            </a:extLst>
          </p:cNvPr>
          <p:cNvSpPr>
            <a:spLocks/>
          </p:cNvSpPr>
          <p:nvPr/>
        </p:nvSpPr>
        <p:spPr>
          <a:xfrm>
            <a:off x="7436545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0131A820-C2F3-4FD3-8837-CC21DA1AD3AB}"/>
              </a:ext>
            </a:extLst>
          </p:cNvPr>
          <p:cNvSpPr>
            <a:spLocks/>
          </p:cNvSpPr>
          <p:nvPr/>
        </p:nvSpPr>
        <p:spPr>
          <a:xfrm>
            <a:off x="738628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E054CCB2-9D87-4070-8A91-2E8502929127}"/>
              </a:ext>
            </a:extLst>
          </p:cNvPr>
          <p:cNvSpPr>
            <a:spLocks/>
          </p:cNvSpPr>
          <p:nvPr/>
        </p:nvSpPr>
        <p:spPr>
          <a:xfrm>
            <a:off x="746326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78934FAC-37D4-4F6C-A91B-7AB4463DF25F}"/>
              </a:ext>
            </a:extLst>
          </p:cNvPr>
          <p:cNvSpPr>
            <a:spLocks/>
          </p:cNvSpPr>
          <p:nvPr/>
        </p:nvSpPr>
        <p:spPr>
          <a:xfrm>
            <a:off x="734861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C98DD89A-657A-4D82-AAE1-7FA7CC2FF5B6}"/>
              </a:ext>
            </a:extLst>
          </p:cNvPr>
          <p:cNvSpPr>
            <a:spLocks/>
          </p:cNvSpPr>
          <p:nvPr/>
        </p:nvSpPr>
        <p:spPr>
          <a:xfrm>
            <a:off x="7407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C926D80F-8F16-4193-98D2-D498D3F91207}"/>
              </a:ext>
            </a:extLst>
          </p:cNvPr>
          <p:cNvSpPr>
            <a:spLocks/>
          </p:cNvSpPr>
          <p:nvPr/>
        </p:nvSpPr>
        <p:spPr>
          <a:xfrm>
            <a:off x="7364683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419F17E2-5C9C-42C5-9FEB-024B84B046A4}"/>
              </a:ext>
            </a:extLst>
          </p:cNvPr>
          <p:cNvSpPr>
            <a:spLocks/>
          </p:cNvSpPr>
          <p:nvPr/>
        </p:nvSpPr>
        <p:spPr>
          <a:xfrm>
            <a:off x="745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817A08FE-188F-469F-9513-A03A8617D842}"/>
              </a:ext>
            </a:extLst>
          </p:cNvPr>
          <p:cNvSpPr>
            <a:spLocks/>
          </p:cNvSpPr>
          <p:nvPr/>
        </p:nvSpPr>
        <p:spPr>
          <a:xfrm>
            <a:off x="738081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CEACC0CB-4331-472E-B11D-A1E3021AD7AE}"/>
              </a:ext>
            </a:extLst>
          </p:cNvPr>
          <p:cNvSpPr>
            <a:spLocks/>
          </p:cNvSpPr>
          <p:nvPr/>
        </p:nvSpPr>
        <p:spPr>
          <a:xfrm>
            <a:off x="737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88740C2-4821-4DD9-82F4-9EC0B37733D7}"/>
              </a:ext>
            </a:extLst>
          </p:cNvPr>
          <p:cNvSpPr>
            <a:spLocks/>
          </p:cNvSpPr>
          <p:nvPr/>
        </p:nvSpPr>
        <p:spPr>
          <a:xfrm>
            <a:off x="74277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88D97E0-5816-42C5-96AC-D0355CEB5E7B}"/>
              </a:ext>
            </a:extLst>
          </p:cNvPr>
          <p:cNvSpPr>
            <a:spLocks/>
          </p:cNvSpPr>
          <p:nvPr/>
        </p:nvSpPr>
        <p:spPr>
          <a:xfrm>
            <a:off x="74004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892DE7A-29EB-4679-B630-07C1E30239D8}"/>
              </a:ext>
            </a:extLst>
          </p:cNvPr>
          <p:cNvSpPr>
            <a:spLocks/>
          </p:cNvSpPr>
          <p:nvPr/>
        </p:nvSpPr>
        <p:spPr>
          <a:xfrm>
            <a:off x="736344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DEF6F5C0-21A4-4EA8-B015-450ACEFDDA02}"/>
              </a:ext>
            </a:extLst>
          </p:cNvPr>
          <p:cNvSpPr>
            <a:spLocks/>
          </p:cNvSpPr>
          <p:nvPr/>
        </p:nvSpPr>
        <p:spPr>
          <a:xfrm>
            <a:off x="73645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7C4B9F6E-55C1-4845-980B-665C822DDDAE}"/>
              </a:ext>
            </a:extLst>
          </p:cNvPr>
          <p:cNvSpPr>
            <a:spLocks/>
          </p:cNvSpPr>
          <p:nvPr/>
        </p:nvSpPr>
        <p:spPr>
          <a:xfrm>
            <a:off x="73884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5422DDF-3650-4D1F-B442-ED5C463C4536}"/>
              </a:ext>
            </a:extLst>
          </p:cNvPr>
          <p:cNvSpPr>
            <a:spLocks/>
          </p:cNvSpPr>
          <p:nvPr/>
        </p:nvSpPr>
        <p:spPr>
          <a:xfrm>
            <a:off x="7412003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66D00C-ECA8-4365-99A9-050C727EC9F2}"/>
              </a:ext>
            </a:extLst>
          </p:cNvPr>
          <p:cNvSpPr>
            <a:spLocks/>
          </p:cNvSpPr>
          <p:nvPr/>
        </p:nvSpPr>
        <p:spPr>
          <a:xfrm>
            <a:off x="73734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3168DA9-2B57-49EC-B3A5-DD686139BB24}"/>
              </a:ext>
            </a:extLst>
          </p:cNvPr>
          <p:cNvSpPr>
            <a:spLocks/>
          </p:cNvSpPr>
          <p:nvPr/>
        </p:nvSpPr>
        <p:spPr>
          <a:xfrm>
            <a:off x="738572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BF48F41-DB1F-4BE6-803A-4B444531AE1B}"/>
              </a:ext>
            </a:extLst>
          </p:cNvPr>
          <p:cNvSpPr>
            <a:spLocks/>
          </p:cNvSpPr>
          <p:nvPr/>
        </p:nvSpPr>
        <p:spPr>
          <a:xfrm>
            <a:off x="73620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4C8B30BD-7B60-46C0-B315-96663FD031C8}"/>
              </a:ext>
            </a:extLst>
          </p:cNvPr>
          <p:cNvSpPr>
            <a:spLocks/>
          </p:cNvSpPr>
          <p:nvPr/>
        </p:nvSpPr>
        <p:spPr>
          <a:xfrm>
            <a:off x="74166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CC29E029-0AB5-4286-B8A2-D167EF7433BD}"/>
              </a:ext>
            </a:extLst>
          </p:cNvPr>
          <p:cNvSpPr>
            <a:spLocks/>
          </p:cNvSpPr>
          <p:nvPr/>
        </p:nvSpPr>
        <p:spPr>
          <a:xfrm>
            <a:off x="73605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5E1C28DF-EABD-4984-9475-A7AF94848900}"/>
              </a:ext>
            </a:extLst>
          </p:cNvPr>
          <p:cNvSpPr>
            <a:spLocks/>
          </p:cNvSpPr>
          <p:nvPr/>
        </p:nvSpPr>
        <p:spPr>
          <a:xfrm>
            <a:off x="74463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3E096A37-4B19-45E9-AB6A-D1C987CC01BF}"/>
              </a:ext>
            </a:extLst>
          </p:cNvPr>
          <p:cNvSpPr>
            <a:spLocks/>
          </p:cNvSpPr>
          <p:nvPr/>
        </p:nvSpPr>
        <p:spPr>
          <a:xfrm>
            <a:off x="74045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0FACE021-0B28-4636-A2AF-B1AEBECAB541}"/>
              </a:ext>
            </a:extLst>
          </p:cNvPr>
          <p:cNvSpPr>
            <a:spLocks/>
          </p:cNvSpPr>
          <p:nvPr/>
        </p:nvSpPr>
        <p:spPr>
          <a:xfrm>
            <a:off x="74335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68105098-6BC3-4205-AC37-18EB22744047}"/>
              </a:ext>
            </a:extLst>
          </p:cNvPr>
          <p:cNvSpPr>
            <a:spLocks/>
          </p:cNvSpPr>
          <p:nvPr/>
        </p:nvSpPr>
        <p:spPr>
          <a:xfrm>
            <a:off x="74192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3749DF1-1EA2-4031-BEA1-0704D034F8DF}"/>
              </a:ext>
            </a:extLst>
          </p:cNvPr>
          <p:cNvSpPr>
            <a:spLocks/>
          </p:cNvSpPr>
          <p:nvPr/>
        </p:nvSpPr>
        <p:spPr>
          <a:xfrm>
            <a:off x="737410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FF09A35-EDD2-4976-81EC-AC887E26885C}"/>
              </a:ext>
            </a:extLst>
          </p:cNvPr>
          <p:cNvSpPr>
            <a:spLocks/>
          </p:cNvSpPr>
          <p:nvPr/>
        </p:nvSpPr>
        <p:spPr>
          <a:xfrm>
            <a:off x="7350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4E6E5E59-54EB-4B5C-8E31-5FED295F2CC7}"/>
              </a:ext>
            </a:extLst>
          </p:cNvPr>
          <p:cNvSpPr>
            <a:spLocks/>
          </p:cNvSpPr>
          <p:nvPr/>
        </p:nvSpPr>
        <p:spPr>
          <a:xfrm>
            <a:off x="73912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DFC4308-69C9-444F-A203-03A9F781EE0C}"/>
              </a:ext>
            </a:extLst>
          </p:cNvPr>
          <p:cNvSpPr>
            <a:spLocks/>
          </p:cNvSpPr>
          <p:nvPr/>
        </p:nvSpPr>
        <p:spPr>
          <a:xfrm>
            <a:off x="7449570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F96D19-6850-4018-A94A-9991586817B9}"/>
              </a:ext>
            </a:extLst>
          </p:cNvPr>
          <p:cNvSpPr>
            <a:spLocks/>
          </p:cNvSpPr>
          <p:nvPr/>
        </p:nvSpPr>
        <p:spPr>
          <a:xfrm>
            <a:off x="73486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837D8134-201E-4334-9967-90EEC69F9624}"/>
              </a:ext>
            </a:extLst>
          </p:cNvPr>
          <p:cNvSpPr>
            <a:spLocks/>
          </p:cNvSpPr>
          <p:nvPr/>
        </p:nvSpPr>
        <p:spPr>
          <a:xfrm>
            <a:off x="7457558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FDCA0A17-4E77-49A4-A301-2D6A97210A39}"/>
              </a:ext>
            </a:extLst>
          </p:cNvPr>
          <p:cNvSpPr>
            <a:spLocks/>
          </p:cNvSpPr>
          <p:nvPr/>
        </p:nvSpPr>
        <p:spPr>
          <a:xfrm>
            <a:off x="7448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8E9CAD30-BE5B-4840-A7BB-31072DEC5CD1}"/>
              </a:ext>
            </a:extLst>
          </p:cNvPr>
          <p:cNvSpPr>
            <a:spLocks/>
          </p:cNvSpPr>
          <p:nvPr/>
        </p:nvSpPr>
        <p:spPr>
          <a:xfrm>
            <a:off x="742126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591168BD-F46A-46BA-A443-9A1EF402A5DC}"/>
              </a:ext>
            </a:extLst>
          </p:cNvPr>
          <p:cNvSpPr>
            <a:spLocks/>
          </p:cNvSpPr>
          <p:nvPr/>
        </p:nvSpPr>
        <p:spPr>
          <a:xfrm>
            <a:off x="744636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59CF3C5E-E62A-45F2-B94F-17544573A011}"/>
              </a:ext>
            </a:extLst>
          </p:cNvPr>
          <p:cNvSpPr>
            <a:spLocks/>
          </p:cNvSpPr>
          <p:nvPr/>
        </p:nvSpPr>
        <p:spPr>
          <a:xfrm>
            <a:off x="74465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AB4C745A-EEC3-41A7-9762-60B9D481D0AF}"/>
              </a:ext>
            </a:extLst>
          </p:cNvPr>
          <p:cNvSpPr>
            <a:spLocks/>
          </p:cNvSpPr>
          <p:nvPr/>
        </p:nvSpPr>
        <p:spPr>
          <a:xfrm>
            <a:off x="73886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5F9B0BBC-7288-4477-9E73-23814D4814D4}"/>
              </a:ext>
            </a:extLst>
          </p:cNvPr>
          <p:cNvSpPr>
            <a:spLocks/>
          </p:cNvSpPr>
          <p:nvPr/>
        </p:nvSpPr>
        <p:spPr>
          <a:xfrm>
            <a:off x="7399155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B564D8A-6FF2-4FF5-AA99-3168954C13CB}"/>
              </a:ext>
            </a:extLst>
          </p:cNvPr>
          <p:cNvSpPr>
            <a:spLocks/>
          </p:cNvSpPr>
          <p:nvPr/>
        </p:nvSpPr>
        <p:spPr>
          <a:xfrm>
            <a:off x="740825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A080828-E3F4-4D7A-B023-4ABE0784FE24}"/>
              </a:ext>
            </a:extLst>
          </p:cNvPr>
          <p:cNvSpPr>
            <a:spLocks/>
          </p:cNvSpPr>
          <p:nvPr/>
        </p:nvSpPr>
        <p:spPr>
          <a:xfrm>
            <a:off x="743293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EEAC7D44-0017-421D-8594-35A69FE20086}"/>
              </a:ext>
            </a:extLst>
          </p:cNvPr>
          <p:cNvSpPr>
            <a:spLocks/>
          </p:cNvSpPr>
          <p:nvPr/>
        </p:nvSpPr>
        <p:spPr>
          <a:xfrm>
            <a:off x="746286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96EADAB5-BC76-42DD-A3DF-B65448CB6A24}"/>
              </a:ext>
            </a:extLst>
          </p:cNvPr>
          <p:cNvSpPr>
            <a:spLocks/>
          </p:cNvSpPr>
          <p:nvPr/>
        </p:nvSpPr>
        <p:spPr>
          <a:xfrm>
            <a:off x="7418455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3C9A30F2-D92A-4BAE-89EE-84A9A9023910}"/>
              </a:ext>
            </a:extLst>
          </p:cNvPr>
          <p:cNvSpPr>
            <a:spLocks/>
          </p:cNvSpPr>
          <p:nvPr/>
        </p:nvSpPr>
        <p:spPr>
          <a:xfrm>
            <a:off x="74169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223FF20D-2A52-4ADF-9CDD-50D6FF1A7D3A}"/>
              </a:ext>
            </a:extLst>
          </p:cNvPr>
          <p:cNvSpPr>
            <a:spLocks/>
          </p:cNvSpPr>
          <p:nvPr/>
        </p:nvSpPr>
        <p:spPr>
          <a:xfrm>
            <a:off x="743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42D5040E-A901-462C-9CA3-F1884F4B858B}"/>
              </a:ext>
            </a:extLst>
          </p:cNvPr>
          <p:cNvSpPr>
            <a:spLocks/>
          </p:cNvSpPr>
          <p:nvPr/>
        </p:nvSpPr>
        <p:spPr>
          <a:xfrm>
            <a:off x="740384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A74A29A-3F14-4273-8019-774521099EBD}"/>
              </a:ext>
            </a:extLst>
          </p:cNvPr>
          <p:cNvSpPr>
            <a:spLocks/>
          </p:cNvSpPr>
          <p:nvPr/>
        </p:nvSpPr>
        <p:spPr>
          <a:xfrm>
            <a:off x="735046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D4467D3A-41E9-4F07-896E-6B28792D5E2C}"/>
              </a:ext>
            </a:extLst>
          </p:cNvPr>
          <p:cNvSpPr>
            <a:spLocks/>
          </p:cNvSpPr>
          <p:nvPr/>
        </p:nvSpPr>
        <p:spPr>
          <a:xfrm>
            <a:off x="7448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93E5069B-5E98-4D3C-B3BB-E64EEDEB9547}"/>
              </a:ext>
            </a:extLst>
          </p:cNvPr>
          <p:cNvSpPr>
            <a:spLocks/>
          </p:cNvSpPr>
          <p:nvPr/>
        </p:nvSpPr>
        <p:spPr>
          <a:xfrm>
            <a:off x="74187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7E666EEE-5ACE-4062-AC52-20DF8F51417D}"/>
              </a:ext>
            </a:extLst>
          </p:cNvPr>
          <p:cNvSpPr>
            <a:spLocks/>
          </p:cNvSpPr>
          <p:nvPr/>
        </p:nvSpPr>
        <p:spPr>
          <a:xfrm>
            <a:off x="7369733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3DEBFC3E-CCFA-42E3-A03B-D65DD25CC4B7}"/>
              </a:ext>
            </a:extLst>
          </p:cNvPr>
          <p:cNvSpPr>
            <a:spLocks/>
          </p:cNvSpPr>
          <p:nvPr/>
        </p:nvSpPr>
        <p:spPr>
          <a:xfrm>
            <a:off x="74657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335221D3-2E32-4DD1-851C-8B24D3560B46}"/>
              </a:ext>
            </a:extLst>
          </p:cNvPr>
          <p:cNvSpPr>
            <a:spLocks/>
          </p:cNvSpPr>
          <p:nvPr/>
        </p:nvSpPr>
        <p:spPr>
          <a:xfrm>
            <a:off x="73882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3D6CD8FB-7628-4A46-A609-113201E76EC6}"/>
              </a:ext>
            </a:extLst>
          </p:cNvPr>
          <p:cNvSpPr>
            <a:spLocks/>
          </p:cNvSpPr>
          <p:nvPr/>
        </p:nvSpPr>
        <p:spPr>
          <a:xfrm>
            <a:off x="74571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52D09358-F577-4530-9177-6DECE3603398}"/>
              </a:ext>
            </a:extLst>
          </p:cNvPr>
          <p:cNvSpPr>
            <a:spLocks/>
          </p:cNvSpPr>
          <p:nvPr/>
        </p:nvSpPr>
        <p:spPr>
          <a:xfrm>
            <a:off x="735724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A17B2A5B-E662-42DA-9C6C-C5498E8DD9E8}"/>
              </a:ext>
            </a:extLst>
          </p:cNvPr>
          <p:cNvSpPr>
            <a:spLocks/>
          </p:cNvSpPr>
          <p:nvPr/>
        </p:nvSpPr>
        <p:spPr>
          <a:xfrm>
            <a:off x="746628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7238A2D7-586F-4EEC-8707-49BEFF994F40}"/>
              </a:ext>
            </a:extLst>
          </p:cNvPr>
          <p:cNvSpPr>
            <a:spLocks/>
          </p:cNvSpPr>
          <p:nvPr/>
        </p:nvSpPr>
        <p:spPr>
          <a:xfrm>
            <a:off x="746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ED81A1F3-B533-4C3C-8E38-84553702D308}"/>
              </a:ext>
            </a:extLst>
          </p:cNvPr>
          <p:cNvSpPr>
            <a:spLocks/>
          </p:cNvSpPr>
          <p:nvPr/>
        </p:nvSpPr>
        <p:spPr>
          <a:xfrm>
            <a:off x="743709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04B32DD2-8B28-4981-B923-B5CD442305A6}"/>
              </a:ext>
            </a:extLst>
          </p:cNvPr>
          <p:cNvSpPr>
            <a:spLocks/>
          </p:cNvSpPr>
          <p:nvPr/>
        </p:nvSpPr>
        <p:spPr>
          <a:xfrm>
            <a:off x="740772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BC6D88DE-FB3B-49DB-8562-DB2BD93FB3E0}"/>
              </a:ext>
            </a:extLst>
          </p:cNvPr>
          <p:cNvSpPr>
            <a:spLocks/>
          </p:cNvSpPr>
          <p:nvPr/>
        </p:nvSpPr>
        <p:spPr>
          <a:xfrm>
            <a:off x="737337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4B6E2468-63BE-4784-A930-B00327836DA2}"/>
              </a:ext>
            </a:extLst>
          </p:cNvPr>
          <p:cNvSpPr>
            <a:spLocks/>
          </p:cNvSpPr>
          <p:nvPr/>
        </p:nvSpPr>
        <p:spPr>
          <a:xfrm>
            <a:off x="74427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4120387-A0CE-4A17-93D3-BD7474BD59B9}"/>
              </a:ext>
            </a:extLst>
          </p:cNvPr>
          <p:cNvSpPr>
            <a:spLocks/>
          </p:cNvSpPr>
          <p:nvPr/>
        </p:nvSpPr>
        <p:spPr>
          <a:xfrm>
            <a:off x="746149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8FF1A7D9-21F4-48FF-B9F7-5D869BAE2F17}"/>
              </a:ext>
            </a:extLst>
          </p:cNvPr>
          <p:cNvSpPr>
            <a:spLocks/>
          </p:cNvSpPr>
          <p:nvPr/>
        </p:nvSpPr>
        <p:spPr>
          <a:xfrm>
            <a:off x="7373697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D0ECC022-E17F-4BD5-BDBB-D74FB82E9FC4}"/>
              </a:ext>
            </a:extLst>
          </p:cNvPr>
          <p:cNvSpPr>
            <a:spLocks/>
          </p:cNvSpPr>
          <p:nvPr/>
        </p:nvSpPr>
        <p:spPr>
          <a:xfrm>
            <a:off x="7363915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E342A44D-2764-46B2-9EEF-4BDBFF4B5A7F}"/>
              </a:ext>
            </a:extLst>
          </p:cNvPr>
          <p:cNvSpPr>
            <a:spLocks/>
          </p:cNvSpPr>
          <p:nvPr/>
        </p:nvSpPr>
        <p:spPr>
          <a:xfrm>
            <a:off x="74340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3A8FEC3-ECC8-4AD5-9511-B8885FF6AE3B}"/>
              </a:ext>
            </a:extLst>
          </p:cNvPr>
          <p:cNvSpPr>
            <a:spLocks/>
          </p:cNvSpPr>
          <p:nvPr/>
        </p:nvSpPr>
        <p:spPr>
          <a:xfrm>
            <a:off x="7348524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D4DB4D94-C8A1-4AD4-869C-CE89A4638E4C}"/>
              </a:ext>
            </a:extLst>
          </p:cNvPr>
          <p:cNvSpPr>
            <a:spLocks/>
          </p:cNvSpPr>
          <p:nvPr/>
        </p:nvSpPr>
        <p:spPr>
          <a:xfrm>
            <a:off x="73872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1BAF045D-08DF-4B4A-A5CB-0BB80323A09E}"/>
              </a:ext>
            </a:extLst>
          </p:cNvPr>
          <p:cNvSpPr>
            <a:spLocks/>
          </p:cNvSpPr>
          <p:nvPr/>
        </p:nvSpPr>
        <p:spPr>
          <a:xfrm>
            <a:off x="73875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10436CE9-7F22-45B1-AFD3-7EBC57299919}"/>
              </a:ext>
            </a:extLst>
          </p:cNvPr>
          <p:cNvSpPr>
            <a:spLocks/>
          </p:cNvSpPr>
          <p:nvPr/>
        </p:nvSpPr>
        <p:spPr>
          <a:xfrm>
            <a:off x="7421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435A1C9C-E53D-45CB-94F0-4809F4B9CB65}"/>
              </a:ext>
            </a:extLst>
          </p:cNvPr>
          <p:cNvSpPr>
            <a:spLocks/>
          </p:cNvSpPr>
          <p:nvPr/>
        </p:nvSpPr>
        <p:spPr>
          <a:xfrm>
            <a:off x="743815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01654ADF-3348-4C6D-B702-7EF4842A9166}"/>
              </a:ext>
            </a:extLst>
          </p:cNvPr>
          <p:cNvSpPr>
            <a:spLocks/>
          </p:cNvSpPr>
          <p:nvPr/>
        </p:nvSpPr>
        <p:spPr>
          <a:xfrm>
            <a:off x="7437189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988CF2E-9FAF-4505-BCAF-10B38E42E9FA}"/>
              </a:ext>
            </a:extLst>
          </p:cNvPr>
          <p:cNvSpPr>
            <a:spLocks/>
          </p:cNvSpPr>
          <p:nvPr/>
        </p:nvSpPr>
        <p:spPr>
          <a:xfrm>
            <a:off x="743592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268A178-19DD-4116-96DF-381CFB230C94}"/>
              </a:ext>
            </a:extLst>
          </p:cNvPr>
          <p:cNvSpPr>
            <a:spLocks/>
          </p:cNvSpPr>
          <p:nvPr/>
        </p:nvSpPr>
        <p:spPr>
          <a:xfrm>
            <a:off x="73691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1E98478D-B606-4C36-90AE-0F65E6E89F04}"/>
              </a:ext>
            </a:extLst>
          </p:cNvPr>
          <p:cNvSpPr>
            <a:spLocks/>
          </p:cNvSpPr>
          <p:nvPr/>
        </p:nvSpPr>
        <p:spPr>
          <a:xfrm>
            <a:off x="7398222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F0D7E75-38EA-4EDC-B6ED-BF3EECA0481C}"/>
              </a:ext>
            </a:extLst>
          </p:cNvPr>
          <p:cNvSpPr>
            <a:spLocks/>
          </p:cNvSpPr>
          <p:nvPr/>
        </p:nvSpPr>
        <p:spPr>
          <a:xfrm>
            <a:off x="73776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5DD30ED6-27E5-45C0-AB95-D3ED1170C1DE}"/>
              </a:ext>
            </a:extLst>
          </p:cNvPr>
          <p:cNvSpPr>
            <a:spLocks/>
          </p:cNvSpPr>
          <p:nvPr/>
        </p:nvSpPr>
        <p:spPr>
          <a:xfrm>
            <a:off x="73955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5E37ABD-BEBB-44BF-A5CE-8A090231A6B1}"/>
              </a:ext>
            </a:extLst>
          </p:cNvPr>
          <p:cNvSpPr>
            <a:spLocks/>
          </p:cNvSpPr>
          <p:nvPr/>
        </p:nvSpPr>
        <p:spPr>
          <a:xfrm>
            <a:off x="76921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A5A78986-FAB4-442B-8994-FCF94D0965D3}"/>
              </a:ext>
            </a:extLst>
          </p:cNvPr>
          <p:cNvSpPr>
            <a:spLocks/>
          </p:cNvSpPr>
          <p:nvPr/>
        </p:nvSpPr>
        <p:spPr>
          <a:xfrm>
            <a:off x="76921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98BDF5F6-B138-4A5E-A4C0-6C371CB56801}"/>
              </a:ext>
            </a:extLst>
          </p:cNvPr>
          <p:cNvSpPr>
            <a:spLocks/>
          </p:cNvSpPr>
          <p:nvPr/>
        </p:nvSpPr>
        <p:spPr>
          <a:xfrm>
            <a:off x="7685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9F528D32-5C91-433F-ACBF-3084AB53DBF3}"/>
              </a:ext>
            </a:extLst>
          </p:cNvPr>
          <p:cNvSpPr>
            <a:spLocks/>
          </p:cNvSpPr>
          <p:nvPr/>
        </p:nvSpPr>
        <p:spPr>
          <a:xfrm>
            <a:off x="769755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54AD4CA-D997-4355-8184-8F6173A0CBAD}"/>
              </a:ext>
            </a:extLst>
          </p:cNvPr>
          <p:cNvSpPr>
            <a:spLocks/>
          </p:cNvSpPr>
          <p:nvPr/>
        </p:nvSpPr>
        <p:spPr>
          <a:xfrm>
            <a:off x="7646365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86524573-5A75-4DE9-992D-6F3197E5C639}"/>
              </a:ext>
            </a:extLst>
          </p:cNvPr>
          <p:cNvSpPr>
            <a:spLocks/>
          </p:cNvSpPr>
          <p:nvPr/>
        </p:nvSpPr>
        <p:spPr>
          <a:xfrm>
            <a:off x="7709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2B0E1AA9-8FA3-48FB-8A35-B0B149CFFD32}"/>
              </a:ext>
            </a:extLst>
          </p:cNvPr>
          <p:cNvSpPr>
            <a:spLocks/>
          </p:cNvSpPr>
          <p:nvPr/>
        </p:nvSpPr>
        <p:spPr>
          <a:xfrm>
            <a:off x="7666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C3D1EE0B-2A6E-4A5B-AA98-9FBB3C66ADD3}"/>
              </a:ext>
            </a:extLst>
          </p:cNvPr>
          <p:cNvSpPr>
            <a:spLocks/>
          </p:cNvSpPr>
          <p:nvPr/>
        </p:nvSpPr>
        <p:spPr>
          <a:xfrm>
            <a:off x="76102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01197D99-ED36-46AC-8E58-EE61C51EFE3A}"/>
              </a:ext>
            </a:extLst>
          </p:cNvPr>
          <p:cNvSpPr>
            <a:spLocks/>
          </p:cNvSpPr>
          <p:nvPr/>
        </p:nvSpPr>
        <p:spPr>
          <a:xfrm>
            <a:off x="759974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20AB50FF-5013-4486-B9C5-2C4D97B3C821}"/>
              </a:ext>
            </a:extLst>
          </p:cNvPr>
          <p:cNvSpPr>
            <a:spLocks/>
          </p:cNvSpPr>
          <p:nvPr/>
        </p:nvSpPr>
        <p:spPr>
          <a:xfrm>
            <a:off x="769382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57DEE02-43EB-47C6-8290-8699FF12BBF3}"/>
              </a:ext>
            </a:extLst>
          </p:cNvPr>
          <p:cNvSpPr>
            <a:spLocks/>
          </p:cNvSpPr>
          <p:nvPr/>
        </p:nvSpPr>
        <p:spPr>
          <a:xfrm>
            <a:off x="7665448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7F4E8512-21AD-4916-99C6-007761C60181}"/>
              </a:ext>
            </a:extLst>
          </p:cNvPr>
          <p:cNvSpPr>
            <a:spLocks/>
          </p:cNvSpPr>
          <p:nvPr/>
        </p:nvSpPr>
        <p:spPr>
          <a:xfrm>
            <a:off x="76278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C644BC9F-94C5-473A-9432-DF0DB56BA6E7}"/>
              </a:ext>
            </a:extLst>
          </p:cNvPr>
          <p:cNvSpPr>
            <a:spLocks/>
          </p:cNvSpPr>
          <p:nvPr/>
        </p:nvSpPr>
        <p:spPr>
          <a:xfrm>
            <a:off x="76622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22C4ECA-34F7-443F-A065-3C1F03002974}"/>
              </a:ext>
            </a:extLst>
          </p:cNvPr>
          <p:cNvSpPr>
            <a:spLocks/>
          </p:cNvSpPr>
          <p:nvPr/>
        </p:nvSpPr>
        <p:spPr>
          <a:xfrm>
            <a:off x="7667120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7DA89F5A-21B1-4130-9361-BC336BA45140}"/>
              </a:ext>
            </a:extLst>
          </p:cNvPr>
          <p:cNvSpPr>
            <a:spLocks/>
          </p:cNvSpPr>
          <p:nvPr/>
        </p:nvSpPr>
        <p:spPr>
          <a:xfrm>
            <a:off x="760210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7459712-7E4A-4969-9C52-6EC76EF805AA}"/>
              </a:ext>
            </a:extLst>
          </p:cNvPr>
          <p:cNvSpPr>
            <a:spLocks/>
          </p:cNvSpPr>
          <p:nvPr/>
        </p:nvSpPr>
        <p:spPr>
          <a:xfrm>
            <a:off x="7688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2C6F13DD-4435-4A89-A87C-4B995D035EEC}"/>
              </a:ext>
            </a:extLst>
          </p:cNvPr>
          <p:cNvSpPr>
            <a:spLocks/>
          </p:cNvSpPr>
          <p:nvPr/>
        </p:nvSpPr>
        <p:spPr>
          <a:xfrm>
            <a:off x="77089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2D146B03-0457-4C2F-AB7B-8F0CD22F4711}"/>
              </a:ext>
            </a:extLst>
          </p:cNvPr>
          <p:cNvSpPr>
            <a:spLocks/>
          </p:cNvSpPr>
          <p:nvPr/>
        </p:nvSpPr>
        <p:spPr>
          <a:xfrm>
            <a:off x="76498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40546C5-F270-46D0-8771-C9F7E36C81F4}"/>
              </a:ext>
            </a:extLst>
          </p:cNvPr>
          <p:cNvSpPr>
            <a:spLocks/>
          </p:cNvSpPr>
          <p:nvPr/>
        </p:nvSpPr>
        <p:spPr>
          <a:xfrm>
            <a:off x="767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5DCD2654-BABB-4B61-8561-A7E1041936CA}"/>
              </a:ext>
            </a:extLst>
          </p:cNvPr>
          <p:cNvSpPr>
            <a:spLocks/>
          </p:cNvSpPr>
          <p:nvPr/>
        </p:nvSpPr>
        <p:spPr>
          <a:xfrm>
            <a:off x="76935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0D5F2759-A879-415D-B03E-3490C4FF8DC6}"/>
              </a:ext>
            </a:extLst>
          </p:cNvPr>
          <p:cNvSpPr>
            <a:spLocks/>
          </p:cNvSpPr>
          <p:nvPr/>
        </p:nvSpPr>
        <p:spPr>
          <a:xfrm>
            <a:off x="7622079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BF0BCE99-1E60-4909-A397-BEED71366852}"/>
              </a:ext>
            </a:extLst>
          </p:cNvPr>
          <p:cNvSpPr>
            <a:spLocks/>
          </p:cNvSpPr>
          <p:nvPr/>
        </p:nvSpPr>
        <p:spPr>
          <a:xfrm>
            <a:off x="76680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B1D34C8-B7CE-4DF2-9479-66D6D9A51B64}"/>
              </a:ext>
            </a:extLst>
          </p:cNvPr>
          <p:cNvSpPr>
            <a:spLocks/>
          </p:cNvSpPr>
          <p:nvPr/>
        </p:nvSpPr>
        <p:spPr>
          <a:xfrm>
            <a:off x="77173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64760A8F-EB5F-4D32-B4B7-DB7FCC102348}"/>
              </a:ext>
            </a:extLst>
          </p:cNvPr>
          <p:cNvSpPr>
            <a:spLocks/>
          </p:cNvSpPr>
          <p:nvPr/>
        </p:nvSpPr>
        <p:spPr>
          <a:xfrm>
            <a:off x="76244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8ED52E09-B245-495B-BA09-0C4312035542}"/>
              </a:ext>
            </a:extLst>
          </p:cNvPr>
          <p:cNvSpPr>
            <a:spLocks/>
          </p:cNvSpPr>
          <p:nvPr/>
        </p:nvSpPr>
        <p:spPr>
          <a:xfrm>
            <a:off x="7656715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16AB274-8E57-4A3A-AF24-5CEDCA9525E8}"/>
              </a:ext>
            </a:extLst>
          </p:cNvPr>
          <p:cNvSpPr>
            <a:spLocks/>
          </p:cNvSpPr>
          <p:nvPr/>
        </p:nvSpPr>
        <p:spPr>
          <a:xfrm>
            <a:off x="763310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E09099CE-A64A-451A-B6B7-944D960B90D0}"/>
              </a:ext>
            </a:extLst>
          </p:cNvPr>
          <p:cNvSpPr>
            <a:spLocks/>
          </p:cNvSpPr>
          <p:nvPr/>
        </p:nvSpPr>
        <p:spPr>
          <a:xfrm>
            <a:off x="766264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C4D4681B-D09A-441D-AC8F-54851687A4C7}"/>
              </a:ext>
            </a:extLst>
          </p:cNvPr>
          <p:cNvSpPr>
            <a:spLocks/>
          </p:cNvSpPr>
          <p:nvPr/>
        </p:nvSpPr>
        <p:spPr>
          <a:xfrm>
            <a:off x="7687568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1295E920-3A9B-46E0-810B-9FF3CBADFBEE}"/>
              </a:ext>
            </a:extLst>
          </p:cNvPr>
          <p:cNvSpPr>
            <a:spLocks/>
          </p:cNvSpPr>
          <p:nvPr/>
        </p:nvSpPr>
        <p:spPr>
          <a:xfrm>
            <a:off x="76753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4DB1F27D-8E54-45E4-8F2F-D664BC3A298E}"/>
              </a:ext>
            </a:extLst>
          </p:cNvPr>
          <p:cNvSpPr>
            <a:spLocks/>
          </p:cNvSpPr>
          <p:nvPr/>
        </p:nvSpPr>
        <p:spPr>
          <a:xfrm>
            <a:off x="764551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75146D83-47AB-4ECD-8057-F3E9F63F8C7A}"/>
              </a:ext>
            </a:extLst>
          </p:cNvPr>
          <p:cNvSpPr>
            <a:spLocks/>
          </p:cNvSpPr>
          <p:nvPr/>
        </p:nvSpPr>
        <p:spPr>
          <a:xfrm>
            <a:off x="76584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12361862-F5C0-4449-9645-591B29153C45}"/>
              </a:ext>
            </a:extLst>
          </p:cNvPr>
          <p:cNvSpPr>
            <a:spLocks/>
          </p:cNvSpPr>
          <p:nvPr/>
        </p:nvSpPr>
        <p:spPr>
          <a:xfrm>
            <a:off x="7611681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7AFFC355-6CD2-4FB6-A1BF-BA1B2515E49A}"/>
              </a:ext>
            </a:extLst>
          </p:cNvPr>
          <p:cNvSpPr>
            <a:spLocks/>
          </p:cNvSpPr>
          <p:nvPr/>
        </p:nvSpPr>
        <p:spPr>
          <a:xfrm>
            <a:off x="77050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A9FF9DBE-8045-4E79-8053-FE56DF4B3C08}"/>
              </a:ext>
            </a:extLst>
          </p:cNvPr>
          <p:cNvSpPr>
            <a:spLocks/>
          </p:cNvSpPr>
          <p:nvPr/>
        </p:nvSpPr>
        <p:spPr>
          <a:xfrm>
            <a:off x="7605456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DE6E22C6-901B-478A-BF99-7232A182BCEF}"/>
              </a:ext>
            </a:extLst>
          </p:cNvPr>
          <p:cNvSpPr>
            <a:spLocks/>
          </p:cNvSpPr>
          <p:nvPr/>
        </p:nvSpPr>
        <p:spPr>
          <a:xfrm>
            <a:off x="76609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37393848-F911-4A68-85D9-7BDB20D0C23E}"/>
              </a:ext>
            </a:extLst>
          </p:cNvPr>
          <p:cNvSpPr>
            <a:spLocks/>
          </p:cNvSpPr>
          <p:nvPr/>
        </p:nvSpPr>
        <p:spPr>
          <a:xfrm>
            <a:off x="763411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0C4A580-0865-4DB9-8DE8-8F9C25F8F1D4}"/>
              </a:ext>
            </a:extLst>
          </p:cNvPr>
          <p:cNvSpPr>
            <a:spLocks/>
          </p:cNvSpPr>
          <p:nvPr/>
        </p:nvSpPr>
        <p:spPr>
          <a:xfrm>
            <a:off x="764077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4AC025E7-31ED-40DE-AC28-8230F50DE2C9}"/>
              </a:ext>
            </a:extLst>
          </p:cNvPr>
          <p:cNvSpPr>
            <a:spLocks/>
          </p:cNvSpPr>
          <p:nvPr/>
        </p:nvSpPr>
        <p:spPr>
          <a:xfrm>
            <a:off x="766471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683463DA-4C74-4C41-B1CD-6B4DF83A61A5}"/>
              </a:ext>
            </a:extLst>
          </p:cNvPr>
          <p:cNvSpPr>
            <a:spLocks/>
          </p:cNvSpPr>
          <p:nvPr/>
        </p:nvSpPr>
        <p:spPr>
          <a:xfrm>
            <a:off x="76048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030450FD-4883-46A9-92D0-6E2FDD55610B}"/>
              </a:ext>
            </a:extLst>
          </p:cNvPr>
          <p:cNvSpPr>
            <a:spLocks/>
          </p:cNvSpPr>
          <p:nvPr/>
        </p:nvSpPr>
        <p:spPr>
          <a:xfrm>
            <a:off x="7717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4B9EA92-ABEC-49B9-BB84-2ECB34E59655}"/>
              </a:ext>
            </a:extLst>
          </p:cNvPr>
          <p:cNvSpPr>
            <a:spLocks/>
          </p:cNvSpPr>
          <p:nvPr/>
        </p:nvSpPr>
        <p:spPr>
          <a:xfrm>
            <a:off x="768652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F5A0613B-ABC5-4634-904C-6A857CC29D88}"/>
              </a:ext>
            </a:extLst>
          </p:cNvPr>
          <p:cNvSpPr>
            <a:spLocks/>
          </p:cNvSpPr>
          <p:nvPr/>
        </p:nvSpPr>
        <p:spPr>
          <a:xfrm>
            <a:off x="76829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583C04D4-460A-45DC-9747-C3D66DB33271}"/>
              </a:ext>
            </a:extLst>
          </p:cNvPr>
          <p:cNvSpPr>
            <a:spLocks/>
          </p:cNvSpPr>
          <p:nvPr/>
        </p:nvSpPr>
        <p:spPr>
          <a:xfrm>
            <a:off x="771611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72D7D6C8-3BE3-4A5F-BD30-FEF5497041CD}"/>
              </a:ext>
            </a:extLst>
          </p:cNvPr>
          <p:cNvSpPr>
            <a:spLocks/>
          </p:cNvSpPr>
          <p:nvPr/>
        </p:nvSpPr>
        <p:spPr>
          <a:xfrm>
            <a:off x="76688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BDFF695A-B5E5-484A-B1C6-B7D05F1D931C}"/>
              </a:ext>
            </a:extLst>
          </p:cNvPr>
          <p:cNvSpPr>
            <a:spLocks/>
          </p:cNvSpPr>
          <p:nvPr/>
        </p:nvSpPr>
        <p:spPr>
          <a:xfrm>
            <a:off x="76911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E9A7EEC-0953-4670-B217-952213013844}"/>
              </a:ext>
            </a:extLst>
          </p:cNvPr>
          <p:cNvSpPr>
            <a:spLocks/>
          </p:cNvSpPr>
          <p:nvPr/>
        </p:nvSpPr>
        <p:spPr>
          <a:xfrm>
            <a:off x="76384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B0F8B0DB-9607-4D4D-B320-D298F9F3DBAE}"/>
              </a:ext>
            </a:extLst>
          </p:cNvPr>
          <p:cNvSpPr>
            <a:spLocks/>
          </p:cNvSpPr>
          <p:nvPr/>
        </p:nvSpPr>
        <p:spPr>
          <a:xfrm>
            <a:off x="76207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E7F6DC17-8244-4BCC-A8AA-5726C6085693}"/>
              </a:ext>
            </a:extLst>
          </p:cNvPr>
          <p:cNvSpPr>
            <a:spLocks/>
          </p:cNvSpPr>
          <p:nvPr/>
        </p:nvSpPr>
        <p:spPr>
          <a:xfrm>
            <a:off x="76669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6927DAE8-3924-401F-9B1E-737570D1EA2A}"/>
              </a:ext>
            </a:extLst>
          </p:cNvPr>
          <p:cNvSpPr>
            <a:spLocks/>
          </p:cNvSpPr>
          <p:nvPr/>
        </p:nvSpPr>
        <p:spPr>
          <a:xfrm>
            <a:off x="760009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9C4E5719-E31C-4AA3-BCB4-EA407AF67645}"/>
              </a:ext>
            </a:extLst>
          </p:cNvPr>
          <p:cNvSpPr>
            <a:spLocks/>
          </p:cNvSpPr>
          <p:nvPr/>
        </p:nvSpPr>
        <p:spPr>
          <a:xfrm>
            <a:off x="76423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DC5F6A2-6057-46F4-9D8D-18813502C648}"/>
              </a:ext>
            </a:extLst>
          </p:cNvPr>
          <p:cNvSpPr>
            <a:spLocks/>
          </p:cNvSpPr>
          <p:nvPr/>
        </p:nvSpPr>
        <p:spPr>
          <a:xfrm>
            <a:off x="7649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ECEA84C-F6F7-492B-8A60-1C2B190596D3}"/>
              </a:ext>
            </a:extLst>
          </p:cNvPr>
          <p:cNvSpPr>
            <a:spLocks/>
          </p:cNvSpPr>
          <p:nvPr/>
        </p:nvSpPr>
        <p:spPr>
          <a:xfrm>
            <a:off x="76793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E0F3F07C-1D80-4305-B23D-A0ABDAD7C358}"/>
              </a:ext>
            </a:extLst>
          </p:cNvPr>
          <p:cNvSpPr>
            <a:spLocks/>
          </p:cNvSpPr>
          <p:nvPr/>
        </p:nvSpPr>
        <p:spPr>
          <a:xfrm>
            <a:off x="77021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E80BD72-E503-403E-878C-DD5CE12690BA}"/>
              </a:ext>
            </a:extLst>
          </p:cNvPr>
          <p:cNvSpPr>
            <a:spLocks/>
          </p:cNvSpPr>
          <p:nvPr/>
        </p:nvSpPr>
        <p:spPr>
          <a:xfrm>
            <a:off x="7663660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59546F94-B246-46A9-8F6C-A3CA022C461E}"/>
              </a:ext>
            </a:extLst>
          </p:cNvPr>
          <p:cNvSpPr>
            <a:spLocks/>
          </p:cNvSpPr>
          <p:nvPr/>
        </p:nvSpPr>
        <p:spPr>
          <a:xfrm>
            <a:off x="7698113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A76E44-71EA-449A-B3E7-442CA683E143}"/>
              </a:ext>
            </a:extLst>
          </p:cNvPr>
          <p:cNvSpPr>
            <a:spLocks/>
          </p:cNvSpPr>
          <p:nvPr/>
        </p:nvSpPr>
        <p:spPr>
          <a:xfrm>
            <a:off x="760057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69D64BE4-B466-4BFB-B90D-A48A2D89A5A0}"/>
              </a:ext>
            </a:extLst>
          </p:cNvPr>
          <p:cNvSpPr>
            <a:spLocks/>
          </p:cNvSpPr>
          <p:nvPr/>
        </p:nvSpPr>
        <p:spPr>
          <a:xfrm>
            <a:off x="76025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A9028C81-3738-4238-ABEF-6274A1F52737}"/>
              </a:ext>
            </a:extLst>
          </p:cNvPr>
          <p:cNvSpPr>
            <a:spLocks/>
          </p:cNvSpPr>
          <p:nvPr/>
        </p:nvSpPr>
        <p:spPr>
          <a:xfrm>
            <a:off x="76290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B4711858-6290-455D-82EC-C082323BB813}"/>
              </a:ext>
            </a:extLst>
          </p:cNvPr>
          <p:cNvSpPr>
            <a:spLocks/>
          </p:cNvSpPr>
          <p:nvPr/>
        </p:nvSpPr>
        <p:spPr>
          <a:xfrm>
            <a:off x="766436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0A86288-DEDD-4BC6-8457-1125D412D4D0}"/>
              </a:ext>
            </a:extLst>
          </p:cNvPr>
          <p:cNvSpPr>
            <a:spLocks/>
          </p:cNvSpPr>
          <p:nvPr/>
        </p:nvSpPr>
        <p:spPr>
          <a:xfrm>
            <a:off x="76232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9EAE873A-39DA-4FC8-B6C8-8AF7E42C952E}"/>
              </a:ext>
            </a:extLst>
          </p:cNvPr>
          <p:cNvSpPr>
            <a:spLocks/>
          </p:cNvSpPr>
          <p:nvPr/>
        </p:nvSpPr>
        <p:spPr>
          <a:xfrm>
            <a:off x="7654168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D6A8F45-A5DC-474E-A288-E101D4791CF2}"/>
              </a:ext>
            </a:extLst>
          </p:cNvPr>
          <p:cNvSpPr>
            <a:spLocks/>
          </p:cNvSpPr>
          <p:nvPr/>
        </p:nvSpPr>
        <p:spPr>
          <a:xfrm>
            <a:off x="76697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59779AD-1326-40FD-84B4-B918389D8F61}"/>
              </a:ext>
            </a:extLst>
          </p:cNvPr>
          <p:cNvSpPr>
            <a:spLocks/>
          </p:cNvSpPr>
          <p:nvPr/>
        </p:nvSpPr>
        <p:spPr>
          <a:xfrm>
            <a:off x="76706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E223981B-988A-40F6-B953-31D9A1901AD3}"/>
              </a:ext>
            </a:extLst>
          </p:cNvPr>
          <p:cNvSpPr>
            <a:spLocks/>
          </p:cNvSpPr>
          <p:nvPr/>
        </p:nvSpPr>
        <p:spPr>
          <a:xfrm>
            <a:off x="763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170E3692-11F8-4AB0-909F-9A0F3FF95A78}"/>
              </a:ext>
            </a:extLst>
          </p:cNvPr>
          <p:cNvSpPr>
            <a:spLocks/>
          </p:cNvSpPr>
          <p:nvPr/>
        </p:nvSpPr>
        <p:spPr>
          <a:xfrm>
            <a:off x="76867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ADDF1A96-356D-4833-AB37-E3380DA772C5}"/>
              </a:ext>
            </a:extLst>
          </p:cNvPr>
          <p:cNvSpPr>
            <a:spLocks/>
          </p:cNvSpPr>
          <p:nvPr/>
        </p:nvSpPr>
        <p:spPr>
          <a:xfrm>
            <a:off x="7674787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16E60CBB-6EFF-44DC-9F5F-8B36617EF9C2}"/>
              </a:ext>
            </a:extLst>
          </p:cNvPr>
          <p:cNvSpPr>
            <a:spLocks/>
          </p:cNvSpPr>
          <p:nvPr/>
        </p:nvSpPr>
        <p:spPr>
          <a:xfrm>
            <a:off x="7689995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2AC9164-4ABF-4CCB-A47C-3BDBFF9694F9}"/>
              </a:ext>
            </a:extLst>
          </p:cNvPr>
          <p:cNvSpPr>
            <a:spLocks/>
          </p:cNvSpPr>
          <p:nvPr/>
        </p:nvSpPr>
        <p:spPr>
          <a:xfrm>
            <a:off x="76402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4117202-909E-4415-9139-74D351D52AF2}"/>
              </a:ext>
            </a:extLst>
          </p:cNvPr>
          <p:cNvSpPr>
            <a:spLocks/>
          </p:cNvSpPr>
          <p:nvPr/>
        </p:nvSpPr>
        <p:spPr>
          <a:xfrm>
            <a:off x="767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9AA26102-3481-46B8-B218-276195FB5BA9}"/>
              </a:ext>
            </a:extLst>
          </p:cNvPr>
          <p:cNvSpPr>
            <a:spLocks/>
          </p:cNvSpPr>
          <p:nvPr/>
        </p:nvSpPr>
        <p:spPr>
          <a:xfrm>
            <a:off x="7704425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C0E6AF0D-DFEF-4B54-BE17-E186264F614A}"/>
              </a:ext>
            </a:extLst>
          </p:cNvPr>
          <p:cNvSpPr>
            <a:spLocks/>
          </p:cNvSpPr>
          <p:nvPr/>
        </p:nvSpPr>
        <p:spPr>
          <a:xfrm>
            <a:off x="76580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7F667B0E-722C-4F27-8DDE-210090EB5BAF}"/>
              </a:ext>
            </a:extLst>
          </p:cNvPr>
          <p:cNvSpPr>
            <a:spLocks/>
          </p:cNvSpPr>
          <p:nvPr/>
        </p:nvSpPr>
        <p:spPr>
          <a:xfrm>
            <a:off x="7604287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5C2EBFFB-FE6A-4D2D-B6F8-E951DE49192C}"/>
              </a:ext>
            </a:extLst>
          </p:cNvPr>
          <p:cNvSpPr>
            <a:spLocks/>
          </p:cNvSpPr>
          <p:nvPr/>
        </p:nvSpPr>
        <p:spPr>
          <a:xfrm>
            <a:off x="76841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49E33A6-9651-4CCF-A501-9344463126C2}"/>
              </a:ext>
            </a:extLst>
          </p:cNvPr>
          <p:cNvSpPr>
            <a:spLocks/>
          </p:cNvSpPr>
          <p:nvPr/>
        </p:nvSpPr>
        <p:spPr>
          <a:xfrm>
            <a:off x="7628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6C448EB-F997-4988-A342-33DEFA7F2312}"/>
              </a:ext>
            </a:extLst>
          </p:cNvPr>
          <p:cNvSpPr>
            <a:spLocks/>
          </p:cNvSpPr>
          <p:nvPr/>
        </p:nvSpPr>
        <p:spPr>
          <a:xfrm>
            <a:off x="771104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C1D614BF-24A9-4F8A-A13A-BBE92068D79D}"/>
              </a:ext>
            </a:extLst>
          </p:cNvPr>
          <p:cNvSpPr>
            <a:spLocks/>
          </p:cNvSpPr>
          <p:nvPr/>
        </p:nvSpPr>
        <p:spPr>
          <a:xfrm>
            <a:off x="7637882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2C0E032-017B-42B3-BF15-D9A676AC2B23}"/>
              </a:ext>
            </a:extLst>
          </p:cNvPr>
          <p:cNvSpPr>
            <a:spLocks/>
          </p:cNvSpPr>
          <p:nvPr/>
        </p:nvSpPr>
        <p:spPr>
          <a:xfrm>
            <a:off x="759843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2905CD7B-EC02-454A-A44D-5C10F06FEAB2}"/>
              </a:ext>
            </a:extLst>
          </p:cNvPr>
          <p:cNvSpPr>
            <a:spLocks/>
          </p:cNvSpPr>
          <p:nvPr/>
        </p:nvSpPr>
        <p:spPr>
          <a:xfrm>
            <a:off x="76963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4CA461E2-56CB-4A43-BA05-255E5E28B851}"/>
              </a:ext>
            </a:extLst>
          </p:cNvPr>
          <p:cNvSpPr>
            <a:spLocks/>
          </p:cNvSpPr>
          <p:nvPr/>
        </p:nvSpPr>
        <p:spPr>
          <a:xfrm>
            <a:off x="7658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26074-A5E9-476A-85D8-060612B35D1A}"/>
              </a:ext>
            </a:extLst>
          </p:cNvPr>
          <p:cNvSpPr>
            <a:spLocks/>
          </p:cNvSpPr>
          <p:nvPr/>
        </p:nvSpPr>
        <p:spPr>
          <a:xfrm>
            <a:off x="7696188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9F7E3311-C8D2-4E9C-8C04-E4A914CAC717}"/>
              </a:ext>
            </a:extLst>
          </p:cNvPr>
          <p:cNvSpPr>
            <a:spLocks/>
          </p:cNvSpPr>
          <p:nvPr/>
        </p:nvSpPr>
        <p:spPr>
          <a:xfrm>
            <a:off x="7620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E3542D90-115E-46F3-85F6-FF215F6ABFCD}"/>
              </a:ext>
            </a:extLst>
          </p:cNvPr>
          <p:cNvSpPr>
            <a:spLocks/>
          </p:cNvSpPr>
          <p:nvPr/>
        </p:nvSpPr>
        <p:spPr>
          <a:xfrm>
            <a:off x="76342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02CB9ED3-99B0-498B-B778-4311F84D0CB1}"/>
              </a:ext>
            </a:extLst>
          </p:cNvPr>
          <p:cNvSpPr>
            <a:spLocks/>
          </p:cNvSpPr>
          <p:nvPr/>
        </p:nvSpPr>
        <p:spPr>
          <a:xfrm>
            <a:off x="7607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030F6438-D9DA-4972-83AF-5E080437AB0D}"/>
              </a:ext>
            </a:extLst>
          </p:cNvPr>
          <p:cNvSpPr>
            <a:spLocks/>
          </p:cNvSpPr>
          <p:nvPr/>
        </p:nvSpPr>
        <p:spPr>
          <a:xfrm>
            <a:off x="7660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9F08300-4363-4E40-B6C4-63A0E61B85F0}"/>
              </a:ext>
            </a:extLst>
          </p:cNvPr>
          <p:cNvSpPr>
            <a:spLocks/>
          </p:cNvSpPr>
          <p:nvPr/>
        </p:nvSpPr>
        <p:spPr>
          <a:xfrm>
            <a:off x="77008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EDEDCBC5-DA2F-43A9-A68C-0B8033360013}"/>
              </a:ext>
            </a:extLst>
          </p:cNvPr>
          <p:cNvSpPr>
            <a:spLocks/>
          </p:cNvSpPr>
          <p:nvPr/>
        </p:nvSpPr>
        <p:spPr>
          <a:xfrm>
            <a:off x="7676220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F4872D8D-3B31-4D0B-8BA7-C15756D6FD06}"/>
              </a:ext>
            </a:extLst>
          </p:cNvPr>
          <p:cNvSpPr>
            <a:spLocks/>
          </p:cNvSpPr>
          <p:nvPr/>
        </p:nvSpPr>
        <p:spPr>
          <a:xfrm>
            <a:off x="76136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75F78B4-CBF0-4B59-8CBA-C1AF3C55887A}"/>
              </a:ext>
            </a:extLst>
          </p:cNvPr>
          <p:cNvSpPr>
            <a:spLocks/>
          </p:cNvSpPr>
          <p:nvPr/>
        </p:nvSpPr>
        <p:spPr>
          <a:xfrm>
            <a:off x="76073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ED38A9F-9279-4BC8-91DC-72EC893F97ED}"/>
              </a:ext>
            </a:extLst>
          </p:cNvPr>
          <p:cNvSpPr>
            <a:spLocks/>
          </p:cNvSpPr>
          <p:nvPr/>
        </p:nvSpPr>
        <p:spPr>
          <a:xfrm>
            <a:off x="765489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B7B238FD-860C-4098-A472-D5CDA4559CEC}"/>
              </a:ext>
            </a:extLst>
          </p:cNvPr>
          <p:cNvSpPr>
            <a:spLocks/>
          </p:cNvSpPr>
          <p:nvPr/>
        </p:nvSpPr>
        <p:spPr>
          <a:xfrm>
            <a:off x="76344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C0C2500B-CBC5-41A9-97AB-B90FEE6C61C4}"/>
              </a:ext>
            </a:extLst>
          </p:cNvPr>
          <p:cNvSpPr>
            <a:spLocks/>
          </p:cNvSpPr>
          <p:nvPr/>
        </p:nvSpPr>
        <p:spPr>
          <a:xfrm>
            <a:off x="7646276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8E0E1C0-9662-4A0F-A48A-7A8D5634914D}"/>
              </a:ext>
            </a:extLst>
          </p:cNvPr>
          <p:cNvSpPr>
            <a:spLocks/>
          </p:cNvSpPr>
          <p:nvPr/>
        </p:nvSpPr>
        <p:spPr>
          <a:xfrm>
            <a:off x="76867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10683145-A8F6-4C92-813D-DA8A3B4BC4B2}"/>
              </a:ext>
            </a:extLst>
          </p:cNvPr>
          <p:cNvSpPr>
            <a:spLocks/>
          </p:cNvSpPr>
          <p:nvPr/>
        </p:nvSpPr>
        <p:spPr>
          <a:xfrm>
            <a:off x="76356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B93ADEF6-2FB9-46B0-A93E-7BAFFBDFE5F1}"/>
              </a:ext>
            </a:extLst>
          </p:cNvPr>
          <p:cNvSpPr>
            <a:spLocks/>
          </p:cNvSpPr>
          <p:nvPr/>
        </p:nvSpPr>
        <p:spPr>
          <a:xfrm>
            <a:off x="7640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5FEA2A52-D74E-4825-93B9-C24498F50958}"/>
              </a:ext>
            </a:extLst>
          </p:cNvPr>
          <p:cNvSpPr>
            <a:spLocks/>
          </p:cNvSpPr>
          <p:nvPr/>
        </p:nvSpPr>
        <p:spPr>
          <a:xfrm>
            <a:off x="76830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31AADB5E-F5EA-44AD-B8F6-A232725C5874}"/>
              </a:ext>
            </a:extLst>
          </p:cNvPr>
          <p:cNvSpPr>
            <a:spLocks/>
          </p:cNvSpPr>
          <p:nvPr/>
        </p:nvSpPr>
        <p:spPr>
          <a:xfrm>
            <a:off x="762454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1C4B9F1-0200-4536-ADE2-88EE889F2486}"/>
              </a:ext>
            </a:extLst>
          </p:cNvPr>
          <p:cNvSpPr>
            <a:spLocks/>
          </p:cNvSpPr>
          <p:nvPr/>
        </p:nvSpPr>
        <p:spPr>
          <a:xfrm>
            <a:off x="7630111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146A0277-F5CA-42BD-9487-EEB3F09780C4}"/>
              </a:ext>
            </a:extLst>
          </p:cNvPr>
          <p:cNvSpPr>
            <a:spLocks/>
          </p:cNvSpPr>
          <p:nvPr/>
        </p:nvSpPr>
        <p:spPr>
          <a:xfrm>
            <a:off x="76289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FBF6F872-9B74-4507-8A26-D91BDDEC469B}"/>
              </a:ext>
            </a:extLst>
          </p:cNvPr>
          <p:cNvSpPr>
            <a:spLocks/>
          </p:cNvSpPr>
          <p:nvPr/>
        </p:nvSpPr>
        <p:spPr>
          <a:xfrm>
            <a:off x="769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77DB805-BC83-42FB-8A09-A2F4C8BEF3C0}"/>
              </a:ext>
            </a:extLst>
          </p:cNvPr>
          <p:cNvSpPr>
            <a:spLocks/>
          </p:cNvSpPr>
          <p:nvPr/>
        </p:nvSpPr>
        <p:spPr>
          <a:xfrm>
            <a:off x="7608316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2DE962F2-02BF-49FA-A80F-17C71C745BDD}"/>
              </a:ext>
            </a:extLst>
          </p:cNvPr>
          <p:cNvSpPr>
            <a:spLocks/>
          </p:cNvSpPr>
          <p:nvPr/>
        </p:nvSpPr>
        <p:spPr>
          <a:xfrm>
            <a:off x="7602583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E6ED494-444B-4282-B488-2CBBBF690072}"/>
              </a:ext>
            </a:extLst>
          </p:cNvPr>
          <p:cNvSpPr>
            <a:spLocks/>
          </p:cNvSpPr>
          <p:nvPr/>
        </p:nvSpPr>
        <p:spPr>
          <a:xfrm>
            <a:off x="77166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D335B188-2D9F-4E06-A19F-2727177A4F9F}"/>
              </a:ext>
            </a:extLst>
          </p:cNvPr>
          <p:cNvSpPr>
            <a:spLocks/>
          </p:cNvSpPr>
          <p:nvPr/>
        </p:nvSpPr>
        <p:spPr>
          <a:xfrm>
            <a:off x="770352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93DE4BA4-6B61-4A01-A517-48E3A78E3CA7}"/>
              </a:ext>
            </a:extLst>
          </p:cNvPr>
          <p:cNvSpPr>
            <a:spLocks/>
          </p:cNvSpPr>
          <p:nvPr/>
        </p:nvSpPr>
        <p:spPr>
          <a:xfrm>
            <a:off x="76346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FA45DE8-6045-450F-A44F-43054273BD55}"/>
              </a:ext>
            </a:extLst>
          </p:cNvPr>
          <p:cNvSpPr>
            <a:spLocks/>
          </p:cNvSpPr>
          <p:nvPr/>
        </p:nvSpPr>
        <p:spPr>
          <a:xfrm>
            <a:off x="7653385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8778F3E4-019A-4C65-9BF4-91D2462E2255}"/>
              </a:ext>
            </a:extLst>
          </p:cNvPr>
          <p:cNvSpPr>
            <a:spLocks/>
          </p:cNvSpPr>
          <p:nvPr/>
        </p:nvSpPr>
        <p:spPr>
          <a:xfrm>
            <a:off x="76742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03F74D86-7E10-4A03-B2B2-347FE74AF29A}"/>
              </a:ext>
            </a:extLst>
          </p:cNvPr>
          <p:cNvSpPr>
            <a:spLocks/>
          </p:cNvSpPr>
          <p:nvPr/>
        </p:nvSpPr>
        <p:spPr>
          <a:xfrm>
            <a:off x="76040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DEB2A05-4DC9-4608-B8D8-066D4474A7DA}"/>
              </a:ext>
            </a:extLst>
          </p:cNvPr>
          <p:cNvSpPr>
            <a:spLocks/>
          </p:cNvSpPr>
          <p:nvPr/>
        </p:nvSpPr>
        <p:spPr>
          <a:xfrm>
            <a:off x="7606804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CCB1BCD2-6C97-496F-A710-02543E6791AB}"/>
              </a:ext>
            </a:extLst>
          </p:cNvPr>
          <p:cNvSpPr>
            <a:spLocks/>
          </p:cNvSpPr>
          <p:nvPr/>
        </p:nvSpPr>
        <p:spPr>
          <a:xfrm>
            <a:off x="770640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57DB3B7-E623-4B4E-BD51-E1C80CF1A209}"/>
              </a:ext>
            </a:extLst>
          </p:cNvPr>
          <p:cNvSpPr>
            <a:spLocks/>
          </p:cNvSpPr>
          <p:nvPr/>
        </p:nvSpPr>
        <p:spPr>
          <a:xfrm>
            <a:off x="76437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A9FF825A-4B05-4B85-A2A8-29698489DE63}"/>
              </a:ext>
            </a:extLst>
          </p:cNvPr>
          <p:cNvSpPr>
            <a:spLocks/>
          </p:cNvSpPr>
          <p:nvPr/>
        </p:nvSpPr>
        <p:spPr>
          <a:xfrm>
            <a:off x="76817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9D1E1C36-A90A-46C3-AF21-EDD3E3AA14D5}"/>
              </a:ext>
            </a:extLst>
          </p:cNvPr>
          <p:cNvSpPr>
            <a:spLocks/>
          </p:cNvSpPr>
          <p:nvPr/>
        </p:nvSpPr>
        <p:spPr>
          <a:xfrm>
            <a:off x="76574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670D779A-7867-4BA7-B762-8530D3B81840}"/>
              </a:ext>
            </a:extLst>
          </p:cNvPr>
          <p:cNvSpPr>
            <a:spLocks/>
          </p:cNvSpPr>
          <p:nvPr/>
        </p:nvSpPr>
        <p:spPr>
          <a:xfrm>
            <a:off x="77132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64B2185-ECCF-43E2-966D-3F3454BB8415}"/>
              </a:ext>
            </a:extLst>
          </p:cNvPr>
          <p:cNvSpPr>
            <a:spLocks/>
          </p:cNvSpPr>
          <p:nvPr/>
        </p:nvSpPr>
        <p:spPr>
          <a:xfrm>
            <a:off x="76083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EFE3BBAC-38DE-4C4E-A13E-C3EF7F205E56}"/>
              </a:ext>
            </a:extLst>
          </p:cNvPr>
          <p:cNvSpPr>
            <a:spLocks/>
          </p:cNvSpPr>
          <p:nvPr/>
        </p:nvSpPr>
        <p:spPr>
          <a:xfrm>
            <a:off x="76333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58929218-8CEC-4112-B331-A871F0996323}"/>
              </a:ext>
            </a:extLst>
          </p:cNvPr>
          <p:cNvSpPr>
            <a:spLocks/>
          </p:cNvSpPr>
          <p:nvPr/>
        </p:nvSpPr>
        <p:spPr>
          <a:xfrm>
            <a:off x="77007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F00111F7-B9D5-4860-8BA9-140AAAF87AB6}"/>
              </a:ext>
            </a:extLst>
          </p:cNvPr>
          <p:cNvSpPr>
            <a:spLocks/>
          </p:cNvSpPr>
          <p:nvPr/>
        </p:nvSpPr>
        <p:spPr>
          <a:xfrm>
            <a:off x="7687637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3153759-31C7-4AC7-BF8A-F3C8A9C3EDE5}"/>
              </a:ext>
            </a:extLst>
          </p:cNvPr>
          <p:cNvSpPr>
            <a:spLocks/>
          </p:cNvSpPr>
          <p:nvPr/>
        </p:nvSpPr>
        <p:spPr>
          <a:xfrm>
            <a:off x="7639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39DA104B-0B57-482D-A070-3ADAED5863DA}"/>
              </a:ext>
            </a:extLst>
          </p:cNvPr>
          <p:cNvSpPr>
            <a:spLocks/>
          </p:cNvSpPr>
          <p:nvPr/>
        </p:nvSpPr>
        <p:spPr>
          <a:xfrm>
            <a:off x="764729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B2570823-BF81-4C76-959A-70C71FEFF665}"/>
              </a:ext>
            </a:extLst>
          </p:cNvPr>
          <p:cNvSpPr>
            <a:spLocks/>
          </p:cNvSpPr>
          <p:nvPr/>
        </p:nvSpPr>
        <p:spPr>
          <a:xfrm>
            <a:off x="76663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8836D6A7-3FE1-4DEA-B754-824E2DCCA752}"/>
              </a:ext>
            </a:extLst>
          </p:cNvPr>
          <p:cNvSpPr>
            <a:spLocks/>
          </p:cNvSpPr>
          <p:nvPr/>
        </p:nvSpPr>
        <p:spPr>
          <a:xfrm>
            <a:off x="76756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DA4F36FE-D049-4500-9389-1C722EE0C3E8}"/>
              </a:ext>
            </a:extLst>
          </p:cNvPr>
          <p:cNvSpPr>
            <a:spLocks/>
          </p:cNvSpPr>
          <p:nvPr/>
        </p:nvSpPr>
        <p:spPr>
          <a:xfrm>
            <a:off x="7634138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1DCA577-C9D3-44A3-B285-9B4B1DE92686}"/>
              </a:ext>
            </a:extLst>
          </p:cNvPr>
          <p:cNvSpPr>
            <a:spLocks/>
          </p:cNvSpPr>
          <p:nvPr/>
        </p:nvSpPr>
        <p:spPr>
          <a:xfrm>
            <a:off x="76315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E9ED6D17-0B7E-4294-8B43-0BAAFA46D85C}"/>
              </a:ext>
            </a:extLst>
          </p:cNvPr>
          <p:cNvSpPr>
            <a:spLocks/>
          </p:cNvSpPr>
          <p:nvPr/>
        </p:nvSpPr>
        <p:spPr>
          <a:xfrm>
            <a:off x="766347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69CA8943-DD7A-4A68-B01E-091A0204BA81}"/>
              </a:ext>
            </a:extLst>
          </p:cNvPr>
          <p:cNvSpPr>
            <a:spLocks/>
          </p:cNvSpPr>
          <p:nvPr/>
        </p:nvSpPr>
        <p:spPr>
          <a:xfrm>
            <a:off x="76689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A8A0136-86A9-4056-8970-10486ABD379C}"/>
              </a:ext>
            </a:extLst>
          </p:cNvPr>
          <p:cNvSpPr>
            <a:spLocks/>
          </p:cNvSpPr>
          <p:nvPr/>
        </p:nvSpPr>
        <p:spPr>
          <a:xfrm>
            <a:off x="76041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E70EC071-DB53-4332-B501-23A81850E054}"/>
              </a:ext>
            </a:extLst>
          </p:cNvPr>
          <p:cNvSpPr>
            <a:spLocks/>
          </p:cNvSpPr>
          <p:nvPr/>
        </p:nvSpPr>
        <p:spPr>
          <a:xfrm>
            <a:off x="76081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34ECD734-A1FA-447F-A386-9A9946E7AEE8}"/>
              </a:ext>
            </a:extLst>
          </p:cNvPr>
          <p:cNvSpPr>
            <a:spLocks/>
          </p:cNvSpPr>
          <p:nvPr/>
        </p:nvSpPr>
        <p:spPr>
          <a:xfrm>
            <a:off x="76335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CFEE02D5-7BEC-49EA-AFCD-17832FF016B3}"/>
              </a:ext>
            </a:extLst>
          </p:cNvPr>
          <p:cNvSpPr>
            <a:spLocks/>
          </p:cNvSpPr>
          <p:nvPr/>
        </p:nvSpPr>
        <p:spPr>
          <a:xfrm>
            <a:off x="759878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F98730B-5C0E-4D37-A49A-0027B8D19A90}"/>
              </a:ext>
            </a:extLst>
          </p:cNvPr>
          <p:cNvSpPr>
            <a:spLocks/>
          </p:cNvSpPr>
          <p:nvPr/>
        </p:nvSpPr>
        <p:spPr>
          <a:xfrm>
            <a:off x="76962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B5E7C410-66D6-4C9C-ADAD-F37A073BFCE4}"/>
              </a:ext>
            </a:extLst>
          </p:cNvPr>
          <p:cNvSpPr>
            <a:spLocks/>
          </p:cNvSpPr>
          <p:nvPr/>
        </p:nvSpPr>
        <p:spPr>
          <a:xfrm>
            <a:off x="76833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656F9743-0B87-41BE-A129-ADA557081C78}"/>
              </a:ext>
            </a:extLst>
          </p:cNvPr>
          <p:cNvSpPr>
            <a:spLocks/>
          </p:cNvSpPr>
          <p:nvPr/>
        </p:nvSpPr>
        <p:spPr>
          <a:xfrm>
            <a:off x="762794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ADCE1669-956E-473A-A9CE-7B0AAC4284E4}"/>
              </a:ext>
            </a:extLst>
          </p:cNvPr>
          <p:cNvSpPr>
            <a:spLocks/>
          </p:cNvSpPr>
          <p:nvPr/>
        </p:nvSpPr>
        <p:spPr>
          <a:xfrm>
            <a:off x="7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F4E3108B-C565-44E5-891D-935AE3535F5B}"/>
              </a:ext>
            </a:extLst>
          </p:cNvPr>
          <p:cNvSpPr>
            <a:spLocks/>
          </p:cNvSpPr>
          <p:nvPr/>
        </p:nvSpPr>
        <p:spPr>
          <a:xfrm>
            <a:off x="75997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7CABDAF8-62FF-4AF7-90C0-F2BA79C4CFAD}"/>
              </a:ext>
            </a:extLst>
          </p:cNvPr>
          <p:cNvSpPr>
            <a:spLocks/>
          </p:cNvSpPr>
          <p:nvPr/>
        </p:nvSpPr>
        <p:spPr>
          <a:xfrm>
            <a:off x="7649368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F55DF35E-AD47-4352-B2D2-D140EFBD6252}"/>
              </a:ext>
            </a:extLst>
          </p:cNvPr>
          <p:cNvSpPr>
            <a:spLocks/>
          </p:cNvSpPr>
          <p:nvPr/>
        </p:nvSpPr>
        <p:spPr>
          <a:xfrm>
            <a:off x="76277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D297A95D-6DA7-4AB7-B327-EAB5903BA974}"/>
              </a:ext>
            </a:extLst>
          </p:cNvPr>
          <p:cNvSpPr>
            <a:spLocks/>
          </p:cNvSpPr>
          <p:nvPr/>
        </p:nvSpPr>
        <p:spPr>
          <a:xfrm>
            <a:off x="76498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A1C5C7F5-8A5E-4D0F-BF5E-9AD8FB2D0BA0}"/>
              </a:ext>
            </a:extLst>
          </p:cNvPr>
          <p:cNvSpPr>
            <a:spLocks/>
          </p:cNvSpPr>
          <p:nvPr/>
        </p:nvSpPr>
        <p:spPr>
          <a:xfrm>
            <a:off x="7638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1FCA4D64-E5C4-488B-9A33-24142C58B813}"/>
              </a:ext>
            </a:extLst>
          </p:cNvPr>
          <p:cNvSpPr>
            <a:spLocks/>
          </p:cNvSpPr>
          <p:nvPr/>
        </p:nvSpPr>
        <p:spPr>
          <a:xfrm>
            <a:off x="765412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060B1D5-A015-4CD5-9F3D-DE6F4B97CBDD}"/>
              </a:ext>
            </a:extLst>
          </p:cNvPr>
          <p:cNvSpPr>
            <a:spLocks/>
          </p:cNvSpPr>
          <p:nvPr/>
        </p:nvSpPr>
        <p:spPr>
          <a:xfrm>
            <a:off x="76571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864937D-A87F-41E8-8E3A-D257F21EEDF6}"/>
              </a:ext>
            </a:extLst>
          </p:cNvPr>
          <p:cNvSpPr>
            <a:spLocks/>
          </p:cNvSpPr>
          <p:nvPr/>
        </p:nvSpPr>
        <p:spPr>
          <a:xfrm>
            <a:off x="76473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88E65448-F824-45B5-BDBB-1C7A871CD118}"/>
              </a:ext>
            </a:extLst>
          </p:cNvPr>
          <p:cNvSpPr>
            <a:spLocks/>
          </p:cNvSpPr>
          <p:nvPr/>
        </p:nvSpPr>
        <p:spPr>
          <a:xfrm>
            <a:off x="76282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60E16481-E535-4CA0-8E6F-ED6E2E1E57BE}"/>
              </a:ext>
            </a:extLst>
          </p:cNvPr>
          <p:cNvSpPr>
            <a:spLocks/>
          </p:cNvSpPr>
          <p:nvPr/>
        </p:nvSpPr>
        <p:spPr>
          <a:xfrm>
            <a:off x="7714983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CB5A2F4E-0148-477D-AA02-633199BBF4E4}"/>
              </a:ext>
            </a:extLst>
          </p:cNvPr>
          <p:cNvSpPr>
            <a:spLocks/>
          </p:cNvSpPr>
          <p:nvPr/>
        </p:nvSpPr>
        <p:spPr>
          <a:xfrm>
            <a:off x="7685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A8F910AA-03EC-4865-9D31-FDB280AF9440}"/>
              </a:ext>
            </a:extLst>
          </p:cNvPr>
          <p:cNvSpPr>
            <a:spLocks/>
          </p:cNvSpPr>
          <p:nvPr/>
        </p:nvSpPr>
        <p:spPr>
          <a:xfrm>
            <a:off x="760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6D523718-1BB7-43C5-929E-E6253837EABA}"/>
              </a:ext>
            </a:extLst>
          </p:cNvPr>
          <p:cNvSpPr>
            <a:spLocks/>
          </p:cNvSpPr>
          <p:nvPr/>
        </p:nvSpPr>
        <p:spPr>
          <a:xfrm>
            <a:off x="76314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8856898C-E331-4EFE-B711-CF919F1A4762}"/>
              </a:ext>
            </a:extLst>
          </p:cNvPr>
          <p:cNvSpPr>
            <a:spLocks/>
          </p:cNvSpPr>
          <p:nvPr/>
        </p:nvSpPr>
        <p:spPr>
          <a:xfrm>
            <a:off x="76630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4D952EC3-73A7-4A1D-BF8E-942B4F6729C5}"/>
              </a:ext>
            </a:extLst>
          </p:cNvPr>
          <p:cNvSpPr>
            <a:spLocks/>
          </p:cNvSpPr>
          <p:nvPr/>
        </p:nvSpPr>
        <p:spPr>
          <a:xfrm>
            <a:off x="76189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D1E2FD45-F479-4339-9F9D-52269C21B465}"/>
              </a:ext>
            </a:extLst>
          </p:cNvPr>
          <p:cNvSpPr>
            <a:spLocks/>
          </p:cNvSpPr>
          <p:nvPr/>
        </p:nvSpPr>
        <p:spPr>
          <a:xfrm>
            <a:off x="7703848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873BA198-88F2-41A1-A216-8F892D73033E}"/>
              </a:ext>
            </a:extLst>
          </p:cNvPr>
          <p:cNvSpPr>
            <a:spLocks/>
          </p:cNvSpPr>
          <p:nvPr/>
        </p:nvSpPr>
        <p:spPr>
          <a:xfrm>
            <a:off x="7683644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D37AA5A-6631-47C8-B78D-B3230AF5704B}"/>
              </a:ext>
            </a:extLst>
          </p:cNvPr>
          <p:cNvSpPr>
            <a:spLocks/>
          </p:cNvSpPr>
          <p:nvPr/>
        </p:nvSpPr>
        <p:spPr>
          <a:xfrm>
            <a:off x="76844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1A75C3A-6988-4A82-9F81-D2F59201052A}"/>
              </a:ext>
            </a:extLst>
          </p:cNvPr>
          <p:cNvSpPr>
            <a:spLocks/>
          </p:cNvSpPr>
          <p:nvPr/>
        </p:nvSpPr>
        <p:spPr>
          <a:xfrm>
            <a:off x="76962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959D66B-5A0B-4DE7-9A16-4ED185F22807}"/>
              </a:ext>
            </a:extLst>
          </p:cNvPr>
          <p:cNvSpPr>
            <a:spLocks/>
          </p:cNvSpPr>
          <p:nvPr/>
        </p:nvSpPr>
        <p:spPr>
          <a:xfrm>
            <a:off x="76330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C918D775-AE50-4C9F-A6EF-802E412976F1}"/>
              </a:ext>
            </a:extLst>
          </p:cNvPr>
          <p:cNvSpPr>
            <a:spLocks/>
          </p:cNvSpPr>
          <p:nvPr/>
        </p:nvSpPr>
        <p:spPr>
          <a:xfrm>
            <a:off x="7644901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4A4CE7F8-379D-4A7A-8882-C8A8F2F66B9C}"/>
              </a:ext>
            </a:extLst>
          </p:cNvPr>
          <p:cNvSpPr>
            <a:spLocks/>
          </p:cNvSpPr>
          <p:nvPr/>
        </p:nvSpPr>
        <p:spPr>
          <a:xfrm>
            <a:off x="76088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47706A1A-F947-40A6-9BD2-C113E7522524}"/>
              </a:ext>
            </a:extLst>
          </p:cNvPr>
          <p:cNvSpPr>
            <a:spLocks/>
          </p:cNvSpPr>
          <p:nvPr/>
        </p:nvSpPr>
        <p:spPr>
          <a:xfrm>
            <a:off x="7615916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0D94AC3-61B3-4CCF-8BF7-48DD3EF1DCC7}"/>
              </a:ext>
            </a:extLst>
          </p:cNvPr>
          <p:cNvSpPr>
            <a:spLocks/>
          </p:cNvSpPr>
          <p:nvPr/>
        </p:nvSpPr>
        <p:spPr>
          <a:xfrm>
            <a:off x="76514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8C720E-CBE5-45CD-B1E2-FA69D57266E5}"/>
              </a:ext>
            </a:extLst>
          </p:cNvPr>
          <p:cNvSpPr>
            <a:spLocks/>
          </p:cNvSpPr>
          <p:nvPr/>
        </p:nvSpPr>
        <p:spPr>
          <a:xfrm>
            <a:off x="7657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FEF30958-3779-47B9-A0D0-49CDDCC11BD0}"/>
              </a:ext>
            </a:extLst>
          </p:cNvPr>
          <p:cNvSpPr>
            <a:spLocks/>
          </p:cNvSpPr>
          <p:nvPr/>
        </p:nvSpPr>
        <p:spPr>
          <a:xfrm>
            <a:off x="767653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05521CC8-55D0-490F-8AB6-2DF4F897FB5F}"/>
              </a:ext>
            </a:extLst>
          </p:cNvPr>
          <p:cNvSpPr>
            <a:spLocks/>
          </p:cNvSpPr>
          <p:nvPr/>
        </p:nvSpPr>
        <p:spPr>
          <a:xfrm>
            <a:off x="7673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592EE7-1A14-4744-BD6A-EB44A1C71EF8}"/>
              </a:ext>
            </a:extLst>
          </p:cNvPr>
          <p:cNvSpPr>
            <a:spLocks/>
          </p:cNvSpPr>
          <p:nvPr/>
        </p:nvSpPr>
        <p:spPr>
          <a:xfrm>
            <a:off x="771344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0A9BA67D-93FC-469A-909C-C7D4619B99DE}"/>
              </a:ext>
            </a:extLst>
          </p:cNvPr>
          <p:cNvSpPr>
            <a:spLocks/>
          </p:cNvSpPr>
          <p:nvPr/>
        </p:nvSpPr>
        <p:spPr>
          <a:xfrm>
            <a:off x="764567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E1005866-2EFE-453F-9B71-718724074572}"/>
              </a:ext>
            </a:extLst>
          </p:cNvPr>
          <p:cNvSpPr>
            <a:spLocks/>
          </p:cNvSpPr>
          <p:nvPr/>
        </p:nvSpPr>
        <p:spPr>
          <a:xfrm>
            <a:off x="761467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3BE40360-23F3-4AA3-B7DA-94602D0459E3}"/>
              </a:ext>
            </a:extLst>
          </p:cNvPr>
          <p:cNvSpPr>
            <a:spLocks/>
          </p:cNvSpPr>
          <p:nvPr/>
        </p:nvSpPr>
        <p:spPr>
          <a:xfrm>
            <a:off x="7636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87FF71C9-034D-4F57-9EBA-358FDBD5418C}"/>
              </a:ext>
            </a:extLst>
          </p:cNvPr>
          <p:cNvSpPr>
            <a:spLocks/>
          </p:cNvSpPr>
          <p:nvPr/>
        </p:nvSpPr>
        <p:spPr>
          <a:xfrm>
            <a:off x="763080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D0FF2B16-F9CE-441B-AACC-34E961795FD0}"/>
              </a:ext>
            </a:extLst>
          </p:cNvPr>
          <p:cNvSpPr>
            <a:spLocks/>
          </p:cNvSpPr>
          <p:nvPr/>
        </p:nvSpPr>
        <p:spPr>
          <a:xfrm>
            <a:off x="761829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9D50A81F-E294-432B-94F5-B589492E8313}"/>
              </a:ext>
            </a:extLst>
          </p:cNvPr>
          <p:cNvSpPr>
            <a:spLocks/>
          </p:cNvSpPr>
          <p:nvPr/>
        </p:nvSpPr>
        <p:spPr>
          <a:xfrm>
            <a:off x="7655207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778AA440-96AF-40CC-AA2D-27F389A8769F}"/>
              </a:ext>
            </a:extLst>
          </p:cNvPr>
          <p:cNvSpPr>
            <a:spLocks/>
          </p:cNvSpPr>
          <p:nvPr/>
        </p:nvSpPr>
        <p:spPr>
          <a:xfrm>
            <a:off x="76584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90FC624F-95FF-4D61-9DC0-03A74C5DC471}"/>
              </a:ext>
            </a:extLst>
          </p:cNvPr>
          <p:cNvSpPr>
            <a:spLocks/>
          </p:cNvSpPr>
          <p:nvPr/>
        </p:nvSpPr>
        <p:spPr>
          <a:xfrm>
            <a:off x="7695932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B42B6553-86B9-4D63-8310-F494E2F92A2F}"/>
              </a:ext>
            </a:extLst>
          </p:cNvPr>
          <p:cNvSpPr>
            <a:spLocks/>
          </p:cNvSpPr>
          <p:nvPr/>
        </p:nvSpPr>
        <p:spPr>
          <a:xfrm>
            <a:off x="76605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1C4C5338-7519-4EBA-8E49-CD8EB40CFDC4}"/>
              </a:ext>
            </a:extLst>
          </p:cNvPr>
          <p:cNvSpPr>
            <a:spLocks/>
          </p:cNvSpPr>
          <p:nvPr/>
        </p:nvSpPr>
        <p:spPr>
          <a:xfrm>
            <a:off x="77035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5378B8B9-F0ED-4D57-879B-C67C0A9C2713}"/>
              </a:ext>
            </a:extLst>
          </p:cNvPr>
          <p:cNvSpPr>
            <a:spLocks/>
          </p:cNvSpPr>
          <p:nvPr/>
        </p:nvSpPr>
        <p:spPr>
          <a:xfrm>
            <a:off x="76265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24C58360-3F74-481E-9990-5E6A84A9396E}"/>
              </a:ext>
            </a:extLst>
          </p:cNvPr>
          <p:cNvSpPr>
            <a:spLocks/>
          </p:cNvSpPr>
          <p:nvPr/>
        </p:nvSpPr>
        <p:spPr>
          <a:xfrm>
            <a:off x="7634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1411E6C-A49C-4F75-AA8D-F0DD79C103BD}"/>
              </a:ext>
            </a:extLst>
          </p:cNvPr>
          <p:cNvSpPr>
            <a:spLocks/>
          </p:cNvSpPr>
          <p:nvPr/>
        </p:nvSpPr>
        <p:spPr>
          <a:xfrm>
            <a:off x="7699767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E905F1DD-958B-4526-ACE2-DA376E457B76}"/>
              </a:ext>
            </a:extLst>
          </p:cNvPr>
          <p:cNvSpPr>
            <a:spLocks/>
          </p:cNvSpPr>
          <p:nvPr/>
        </p:nvSpPr>
        <p:spPr>
          <a:xfrm>
            <a:off x="76251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1DE9888D-6EE9-4849-A365-46030989D45A}"/>
              </a:ext>
            </a:extLst>
          </p:cNvPr>
          <p:cNvSpPr>
            <a:spLocks/>
          </p:cNvSpPr>
          <p:nvPr/>
        </p:nvSpPr>
        <p:spPr>
          <a:xfrm>
            <a:off x="763962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F5848CEB-871C-4A22-8AAE-57A75EC90130}"/>
              </a:ext>
            </a:extLst>
          </p:cNvPr>
          <p:cNvSpPr>
            <a:spLocks/>
          </p:cNvSpPr>
          <p:nvPr/>
        </p:nvSpPr>
        <p:spPr>
          <a:xfrm>
            <a:off x="7660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7AE698EE-DA38-4A63-8AC0-10EEA842AD25}"/>
              </a:ext>
            </a:extLst>
          </p:cNvPr>
          <p:cNvSpPr>
            <a:spLocks/>
          </p:cNvSpPr>
          <p:nvPr/>
        </p:nvSpPr>
        <p:spPr>
          <a:xfrm>
            <a:off x="7684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F7A8CD54-1112-4931-B0C3-3A88C5DF1EFC}"/>
              </a:ext>
            </a:extLst>
          </p:cNvPr>
          <p:cNvSpPr>
            <a:spLocks/>
          </p:cNvSpPr>
          <p:nvPr/>
        </p:nvSpPr>
        <p:spPr>
          <a:xfrm>
            <a:off x="76623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8A898B22-D1C4-412F-BB93-55BC1F142EE0}"/>
              </a:ext>
            </a:extLst>
          </p:cNvPr>
          <p:cNvSpPr>
            <a:spLocks/>
          </p:cNvSpPr>
          <p:nvPr/>
        </p:nvSpPr>
        <p:spPr>
          <a:xfrm>
            <a:off x="81927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528FA1E0-0F82-4151-A0B2-E3A1A7A0736D}"/>
              </a:ext>
            </a:extLst>
          </p:cNvPr>
          <p:cNvSpPr>
            <a:spLocks/>
          </p:cNvSpPr>
          <p:nvPr/>
        </p:nvSpPr>
        <p:spPr>
          <a:xfrm>
            <a:off x="8201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DD2622DE-2037-4346-9209-2F1ED0806840}"/>
              </a:ext>
            </a:extLst>
          </p:cNvPr>
          <p:cNvSpPr>
            <a:spLocks/>
          </p:cNvSpPr>
          <p:nvPr/>
        </p:nvSpPr>
        <p:spPr>
          <a:xfrm>
            <a:off x="81764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F08921A1-DA48-4241-A074-AF443A3F8CA9}"/>
              </a:ext>
            </a:extLst>
          </p:cNvPr>
          <p:cNvSpPr>
            <a:spLocks/>
          </p:cNvSpPr>
          <p:nvPr/>
        </p:nvSpPr>
        <p:spPr>
          <a:xfrm>
            <a:off x="81751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6FB3B71F-C1A6-4CE2-9F0E-218D63B46F45}"/>
              </a:ext>
            </a:extLst>
          </p:cNvPr>
          <p:cNvSpPr>
            <a:spLocks/>
          </p:cNvSpPr>
          <p:nvPr/>
        </p:nvSpPr>
        <p:spPr>
          <a:xfrm>
            <a:off x="8175751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73F6A55E-5B49-4837-91E0-510C21FA750C}"/>
              </a:ext>
            </a:extLst>
          </p:cNvPr>
          <p:cNvSpPr>
            <a:spLocks/>
          </p:cNvSpPr>
          <p:nvPr/>
        </p:nvSpPr>
        <p:spPr>
          <a:xfrm>
            <a:off x="822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2C3414D-24A9-4F2A-86E0-47D0499F0D52}"/>
              </a:ext>
            </a:extLst>
          </p:cNvPr>
          <p:cNvSpPr>
            <a:spLocks/>
          </p:cNvSpPr>
          <p:nvPr/>
        </p:nvSpPr>
        <p:spPr>
          <a:xfrm>
            <a:off x="8187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D9BE77A7-6E79-4A69-B6DC-C5F25621EDEF}"/>
              </a:ext>
            </a:extLst>
          </p:cNvPr>
          <p:cNvSpPr>
            <a:spLocks/>
          </p:cNvSpPr>
          <p:nvPr/>
        </p:nvSpPr>
        <p:spPr>
          <a:xfrm>
            <a:off x="81976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615A9660-BA32-46F8-A253-60C0D8D52209}"/>
              </a:ext>
            </a:extLst>
          </p:cNvPr>
          <p:cNvSpPr>
            <a:spLocks/>
          </p:cNvSpPr>
          <p:nvPr/>
        </p:nvSpPr>
        <p:spPr>
          <a:xfrm>
            <a:off x="81378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9AE12653-CA20-4FE4-B882-4C73A758B635}"/>
              </a:ext>
            </a:extLst>
          </p:cNvPr>
          <p:cNvSpPr>
            <a:spLocks/>
          </p:cNvSpPr>
          <p:nvPr/>
        </p:nvSpPr>
        <p:spPr>
          <a:xfrm>
            <a:off x="824527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6D9A1843-9B4A-4CE7-BD95-EBD6F7B605D9}"/>
              </a:ext>
            </a:extLst>
          </p:cNvPr>
          <p:cNvSpPr>
            <a:spLocks/>
          </p:cNvSpPr>
          <p:nvPr/>
        </p:nvSpPr>
        <p:spPr>
          <a:xfrm>
            <a:off x="8229907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9A216DDF-6E8A-40CD-8E9C-6EE1EC3A681A}"/>
              </a:ext>
            </a:extLst>
          </p:cNvPr>
          <p:cNvSpPr>
            <a:spLocks/>
          </p:cNvSpPr>
          <p:nvPr/>
        </p:nvSpPr>
        <p:spPr>
          <a:xfrm>
            <a:off x="8150761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2B8C1663-4E0C-406A-AE6E-CC5BAA51B9C4}"/>
              </a:ext>
            </a:extLst>
          </p:cNvPr>
          <p:cNvSpPr>
            <a:spLocks/>
          </p:cNvSpPr>
          <p:nvPr/>
        </p:nvSpPr>
        <p:spPr>
          <a:xfrm>
            <a:off x="817826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B87D70F1-FB0C-4565-945D-D1BA85F36CF4}"/>
              </a:ext>
            </a:extLst>
          </p:cNvPr>
          <p:cNvSpPr>
            <a:spLocks/>
          </p:cNvSpPr>
          <p:nvPr/>
        </p:nvSpPr>
        <p:spPr>
          <a:xfrm>
            <a:off x="824935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F8E21D95-FB9B-4F62-8C17-33E1D162F91B}"/>
              </a:ext>
            </a:extLst>
          </p:cNvPr>
          <p:cNvSpPr>
            <a:spLocks/>
          </p:cNvSpPr>
          <p:nvPr/>
        </p:nvSpPr>
        <p:spPr>
          <a:xfrm>
            <a:off x="813436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D99CFA28-D19C-483E-9556-F7EB8EF1795F}"/>
              </a:ext>
            </a:extLst>
          </p:cNvPr>
          <p:cNvSpPr>
            <a:spLocks/>
          </p:cNvSpPr>
          <p:nvPr/>
        </p:nvSpPr>
        <p:spPr>
          <a:xfrm>
            <a:off x="819183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1AE1EA93-A83E-4BDF-8E6B-4F7E8B9EBF7E}"/>
              </a:ext>
            </a:extLst>
          </p:cNvPr>
          <p:cNvSpPr>
            <a:spLocks/>
          </p:cNvSpPr>
          <p:nvPr/>
        </p:nvSpPr>
        <p:spPr>
          <a:xfrm>
            <a:off x="81978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2696E0FB-D0AF-4BF1-8B0B-31E4A98BA049}"/>
              </a:ext>
            </a:extLst>
          </p:cNvPr>
          <p:cNvSpPr>
            <a:spLocks/>
          </p:cNvSpPr>
          <p:nvPr/>
        </p:nvSpPr>
        <p:spPr>
          <a:xfrm>
            <a:off x="819024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65106E59-E3FE-487A-931C-09F19D172F05}"/>
              </a:ext>
            </a:extLst>
          </p:cNvPr>
          <p:cNvSpPr>
            <a:spLocks/>
          </p:cNvSpPr>
          <p:nvPr/>
        </p:nvSpPr>
        <p:spPr>
          <a:xfrm>
            <a:off x="825007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02B8487D-12D7-4BF1-A175-3DBC12B2419D}"/>
              </a:ext>
            </a:extLst>
          </p:cNvPr>
          <p:cNvSpPr>
            <a:spLocks/>
          </p:cNvSpPr>
          <p:nvPr/>
        </p:nvSpPr>
        <p:spPr>
          <a:xfrm>
            <a:off x="823323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3DFDB78-1BC8-4A0D-8E9A-A587D2CDA5D4}"/>
              </a:ext>
            </a:extLst>
          </p:cNvPr>
          <p:cNvSpPr>
            <a:spLocks/>
          </p:cNvSpPr>
          <p:nvPr/>
        </p:nvSpPr>
        <p:spPr>
          <a:xfrm>
            <a:off x="8143067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360EFFDE-9963-408C-AA15-DF07CB1232EF}"/>
              </a:ext>
            </a:extLst>
          </p:cNvPr>
          <p:cNvSpPr>
            <a:spLocks/>
          </p:cNvSpPr>
          <p:nvPr/>
        </p:nvSpPr>
        <p:spPr>
          <a:xfrm>
            <a:off x="81564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6D229128-845C-4778-B8ED-D97121320C72}"/>
              </a:ext>
            </a:extLst>
          </p:cNvPr>
          <p:cNvSpPr>
            <a:spLocks/>
          </p:cNvSpPr>
          <p:nvPr/>
        </p:nvSpPr>
        <p:spPr>
          <a:xfrm>
            <a:off x="816995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69635C0C-9DC2-4257-ACF8-B396C5CE814A}"/>
              </a:ext>
            </a:extLst>
          </p:cNvPr>
          <p:cNvSpPr>
            <a:spLocks/>
          </p:cNvSpPr>
          <p:nvPr/>
        </p:nvSpPr>
        <p:spPr>
          <a:xfrm>
            <a:off x="819177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49375BA7-8626-4C24-9BFB-7B5FBB1C4E92}"/>
              </a:ext>
            </a:extLst>
          </p:cNvPr>
          <p:cNvSpPr>
            <a:spLocks/>
          </p:cNvSpPr>
          <p:nvPr/>
        </p:nvSpPr>
        <p:spPr>
          <a:xfrm>
            <a:off x="82278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E3A71F07-922B-45DA-BAE8-30364F654E34}"/>
              </a:ext>
            </a:extLst>
          </p:cNvPr>
          <p:cNvSpPr>
            <a:spLocks/>
          </p:cNvSpPr>
          <p:nvPr/>
        </p:nvSpPr>
        <p:spPr>
          <a:xfrm>
            <a:off x="82063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788A2A4D-6BE9-4A30-98B7-762915353FA9}"/>
              </a:ext>
            </a:extLst>
          </p:cNvPr>
          <p:cNvSpPr>
            <a:spLocks/>
          </p:cNvSpPr>
          <p:nvPr/>
        </p:nvSpPr>
        <p:spPr>
          <a:xfrm>
            <a:off x="82344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63382F39-816E-48C2-A34C-3423FBFDFC52}"/>
              </a:ext>
            </a:extLst>
          </p:cNvPr>
          <p:cNvSpPr>
            <a:spLocks/>
          </p:cNvSpPr>
          <p:nvPr/>
        </p:nvSpPr>
        <p:spPr>
          <a:xfrm>
            <a:off x="8158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975FDF5-87C2-4494-A524-5008C4374456}"/>
              </a:ext>
            </a:extLst>
          </p:cNvPr>
          <p:cNvSpPr>
            <a:spLocks/>
          </p:cNvSpPr>
          <p:nvPr/>
        </p:nvSpPr>
        <p:spPr>
          <a:xfrm>
            <a:off x="819988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A6D6893-DF94-4BA9-95BE-B96CD4FDF551}"/>
              </a:ext>
            </a:extLst>
          </p:cNvPr>
          <p:cNvSpPr>
            <a:spLocks/>
          </p:cNvSpPr>
          <p:nvPr/>
        </p:nvSpPr>
        <p:spPr>
          <a:xfrm>
            <a:off x="820054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59DBD3A9-8300-495C-AC1A-2A15AC264FB8}"/>
              </a:ext>
            </a:extLst>
          </p:cNvPr>
          <p:cNvSpPr>
            <a:spLocks/>
          </p:cNvSpPr>
          <p:nvPr/>
        </p:nvSpPr>
        <p:spPr>
          <a:xfrm>
            <a:off x="81336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3819605D-DEA1-4208-99F3-D12FBFFA7609}"/>
              </a:ext>
            </a:extLst>
          </p:cNvPr>
          <p:cNvSpPr>
            <a:spLocks/>
          </p:cNvSpPr>
          <p:nvPr/>
        </p:nvSpPr>
        <p:spPr>
          <a:xfrm>
            <a:off x="8137211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FFB89DE0-B998-4B5D-8302-76118EDA8066}"/>
              </a:ext>
            </a:extLst>
          </p:cNvPr>
          <p:cNvSpPr>
            <a:spLocks/>
          </p:cNvSpPr>
          <p:nvPr/>
        </p:nvSpPr>
        <p:spPr>
          <a:xfrm>
            <a:off x="816810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4B91B6CC-E1A7-431E-8322-E19E367BD7B0}"/>
              </a:ext>
            </a:extLst>
          </p:cNvPr>
          <p:cNvSpPr>
            <a:spLocks/>
          </p:cNvSpPr>
          <p:nvPr/>
        </p:nvSpPr>
        <p:spPr>
          <a:xfrm>
            <a:off x="8154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207A81D7-5EB6-4380-A65B-9268F23B3374}"/>
              </a:ext>
            </a:extLst>
          </p:cNvPr>
          <p:cNvSpPr>
            <a:spLocks/>
          </p:cNvSpPr>
          <p:nvPr/>
        </p:nvSpPr>
        <p:spPr>
          <a:xfrm>
            <a:off x="81839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E7B40E60-7725-4AD3-9483-3DEFBDDBCD6E}"/>
              </a:ext>
            </a:extLst>
          </p:cNvPr>
          <p:cNvSpPr>
            <a:spLocks/>
          </p:cNvSpPr>
          <p:nvPr/>
        </p:nvSpPr>
        <p:spPr>
          <a:xfrm>
            <a:off x="81679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296C3001-76B4-4B69-8365-E93AA282A592}"/>
              </a:ext>
            </a:extLst>
          </p:cNvPr>
          <p:cNvSpPr>
            <a:spLocks/>
          </p:cNvSpPr>
          <p:nvPr/>
        </p:nvSpPr>
        <p:spPr>
          <a:xfrm>
            <a:off x="82209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99FC8478-3E28-4CC4-A305-9D93854CFDDE}"/>
              </a:ext>
            </a:extLst>
          </p:cNvPr>
          <p:cNvSpPr>
            <a:spLocks/>
          </p:cNvSpPr>
          <p:nvPr/>
        </p:nvSpPr>
        <p:spPr>
          <a:xfrm>
            <a:off x="821780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758470D6-4ED2-4A41-859A-3769A1AC7DBE}"/>
              </a:ext>
            </a:extLst>
          </p:cNvPr>
          <p:cNvSpPr>
            <a:spLocks/>
          </p:cNvSpPr>
          <p:nvPr/>
        </p:nvSpPr>
        <p:spPr>
          <a:xfrm>
            <a:off x="81310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BACBA75-EC82-4513-AA34-EC09B3B88FC1}"/>
              </a:ext>
            </a:extLst>
          </p:cNvPr>
          <p:cNvSpPr>
            <a:spLocks/>
          </p:cNvSpPr>
          <p:nvPr/>
        </p:nvSpPr>
        <p:spPr>
          <a:xfrm>
            <a:off x="8178763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6BB48E8D-AA81-4FB0-BB8F-E31A63082040}"/>
              </a:ext>
            </a:extLst>
          </p:cNvPr>
          <p:cNvSpPr>
            <a:spLocks/>
          </p:cNvSpPr>
          <p:nvPr/>
        </p:nvSpPr>
        <p:spPr>
          <a:xfrm>
            <a:off x="81915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5E543C1E-B51D-478E-A1CD-4B91DE6C8F0D}"/>
              </a:ext>
            </a:extLst>
          </p:cNvPr>
          <p:cNvSpPr>
            <a:spLocks/>
          </p:cNvSpPr>
          <p:nvPr/>
        </p:nvSpPr>
        <p:spPr>
          <a:xfrm>
            <a:off x="81940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7AF1DC0F-FE7C-46AC-8C68-79391365865F}"/>
              </a:ext>
            </a:extLst>
          </p:cNvPr>
          <p:cNvSpPr>
            <a:spLocks/>
          </p:cNvSpPr>
          <p:nvPr/>
        </p:nvSpPr>
        <p:spPr>
          <a:xfrm>
            <a:off x="81890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F8463CBD-1F3E-4160-B5FF-93524001E248}"/>
              </a:ext>
            </a:extLst>
          </p:cNvPr>
          <p:cNvSpPr>
            <a:spLocks/>
          </p:cNvSpPr>
          <p:nvPr/>
        </p:nvSpPr>
        <p:spPr>
          <a:xfrm>
            <a:off x="8227603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596DC3E6-6350-46E0-9118-AE886BAAEA69}"/>
              </a:ext>
            </a:extLst>
          </p:cNvPr>
          <p:cNvSpPr>
            <a:spLocks/>
          </p:cNvSpPr>
          <p:nvPr/>
        </p:nvSpPr>
        <p:spPr>
          <a:xfrm>
            <a:off x="81417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E44C8E54-D837-4AF9-B2F1-B8180976222A}"/>
              </a:ext>
            </a:extLst>
          </p:cNvPr>
          <p:cNvSpPr>
            <a:spLocks/>
          </p:cNvSpPr>
          <p:nvPr/>
        </p:nvSpPr>
        <p:spPr>
          <a:xfrm>
            <a:off x="81409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DB77B47-7243-4EA7-A68F-EDDA02B81C09}"/>
              </a:ext>
            </a:extLst>
          </p:cNvPr>
          <p:cNvSpPr>
            <a:spLocks/>
          </p:cNvSpPr>
          <p:nvPr/>
        </p:nvSpPr>
        <p:spPr>
          <a:xfrm>
            <a:off x="815676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96861B1E-08EF-4EDF-848B-978A01F565F2}"/>
              </a:ext>
            </a:extLst>
          </p:cNvPr>
          <p:cNvSpPr>
            <a:spLocks/>
          </p:cNvSpPr>
          <p:nvPr/>
        </p:nvSpPr>
        <p:spPr>
          <a:xfrm>
            <a:off x="820172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C391BE05-58F7-40F7-BD1D-79158B6ABA2B}"/>
              </a:ext>
            </a:extLst>
          </p:cNvPr>
          <p:cNvSpPr>
            <a:spLocks/>
          </p:cNvSpPr>
          <p:nvPr/>
        </p:nvSpPr>
        <p:spPr>
          <a:xfrm>
            <a:off x="81806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0C55167-95D2-4872-BB2C-0C5DA1498F02}"/>
              </a:ext>
            </a:extLst>
          </p:cNvPr>
          <p:cNvSpPr>
            <a:spLocks/>
          </p:cNvSpPr>
          <p:nvPr/>
        </p:nvSpPr>
        <p:spPr>
          <a:xfrm>
            <a:off x="8229477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5472BCC6-2145-4A3F-A729-F15C4E0E175C}"/>
              </a:ext>
            </a:extLst>
          </p:cNvPr>
          <p:cNvSpPr>
            <a:spLocks/>
          </p:cNvSpPr>
          <p:nvPr/>
        </p:nvSpPr>
        <p:spPr>
          <a:xfrm>
            <a:off x="8232118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58DDB47A-FE55-4C85-AFBE-6D701F6B74C6}"/>
              </a:ext>
            </a:extLst>
          </p:cNvPr>
          <p:cNvSpPr>
            <a:spLocks/>
          </p:cNvSpPr>
          <p:nvPr/>
        </p:nvSpPr>
        <p:spPr>
          <a:xfrm>
            <a:off x="81659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496078FF-9792-4E52-8E66-A96AFF9BC93A}"/>
              </a:ext>
            </a:extLst>
          </p:cNvPr>
          <p:cNvSpPr>
            <a:spLocks/>
          </p:cNvSpPr>
          <p:nvPr/>
        </p:nvSpPr>
        <p:spPr>
          <a:xfrm>
            <a:off x="8171949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C9B6ADE8-5DAA-4EAA-B03F-ABD3A3C009A1}"/>
              </a:ext>
            </a:extLst>
          </p:cNvPr>
          <p:cNvSpPr>
            <a:spLocks/>
          </p:cNvSpPr>
          <p:nvPr/>
        </p:nvSpPr>
        <p:spPr>
          <a:xfrm>
            <a:off x="8159359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CDAB7D5-A228-4A2F-8094-DC491510B917}"/>
              </a:ext>
            </a:extLst>
          </p:cNvPr>
          <p:cNvSpPr>
            <a:spLocks/>
          </p:cNvSpPr>
          <p:nvPr/>
        </p:nvSpPr>
        <p:spPr>
          <a:xfrm>
            <a:off x="8198132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6EAEBE6E-7B5E-416B-B3B3-DC0D785A3BD0}"/>
              </a:ext>
            </a:extLst>
          </p:cNvPr>
          <p:cNvSpPr>
            <a:spLocks/>
          </p:cNvSpPr>
          <p:nvPr/>
        </p:nvSpPr>
        <p:spPr>
          <a:xfrm>
            <a:off x="821519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D6AF329F-4A95-488B-B8C1-7F27D069561D}"/>
              </a:ext>
            </a:extLst>
          </p:cNvPr>
          <p:cNvSpPr>
            <a:spLocks/>
          </p:cNvSpPr>
          <p:nvPr/>
        </p:nvSpPr>
        <p:spPr>
          <a:xfrm>
            <a:off x="819296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57EF015D-931B-477B-B9E8-11B0DC9BA5DA}"/>
              </a:ext>
            </a:extLst>
          </p:cNvPr>
          <p:cNvSpPr>
            <a:spLocks/>
          </p:cNvSpPr>
          <p:nvPr/>
        </p:nvSpPr>
        <p:spPr>
          <a:xfrm>
            <a:off x="8242823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99EBDB5A-F39E-442B-8F56-EF3B5C39914C}"/>
              </a:ext>
            </a:extLst>
          </p:cNvPr>
          <p:cNvSpPr>
            <a:spLocks/>
          </p:cNvSpPr>
          <p:nvPr/>
        </p:nvSpPr>
        <p:spPr>
          <a:xfrm>
            <a:off x="8248043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CE06A189-D644-465F-995C-454BB96A4A26}"/>
              </a:ext>
            </a:extLst>
          </p:cNvPr>
          <p:cNvSpPr>
            <a:spLocks/>
          </p:cNvSpPr>
          <p:nvPr/>
        </p:nvSpPr>
        <p:spPr>
          <a:xfrm>
            <a:off x="820035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469A3E34-3904-45C5-8BC2-34A045D273EE}"/>
              </a:ext>
            </a:extLst>
          </p:cNvPr>
          <p:cNvSpPr>
            <a:spLocks/>
          </p:cNvSpPr>
          <p:nvPr/>
        </p:nvSpPr>
        <p:spPr>
          <a:xfrm>
            <a:off x="8188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F679A67C-C1EC-426E-A06B-1DE32DB6EF46}"/>
              </a:ext>
            </a:extLst>
          </p:cNvPr>
          <p:cNvSpPr>
            <a:spLocks/>
          </p:cNvSpPr>
          <p:nvPr/>
        </p:nvSpPr>
        <p:spPr>
          <a:xfrm>
            <a:off x="8202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C0A626CE-AC38-45A9-9C2C-BBB64FF5E181}"/>
              </a:ext>
            </a:extLst>
          </p:cNvPr>
          <p:cNvSpPr>
            <a:spLocks/>
          </p:cNvSpPr>
          <p:nvPr/>
        </p:nvSpPr>
        <p:spPr>
          <a:xfrm>
            <a:off x="8206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04EF26FF-E624-46D1-80C9-167C414E45B1}"/>
              </a:ext>
            </a:extLst>
          </p:cNvPr>
          <p:cNvSpPr>
            <a:spLocks/>
          </p:cNvSpPr>
          <p:nvPr/>
        </p:nvSpPr>
        <p:spPr>
          <a:xfrm>
            <a:off x="81555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53A20FBC-1ADF-494E-A455-1CF94BA03E3E}"/>
              </a:ext>
            </a:extLst>
          </p:cNvPr>
          <p:cNvSpPr>
            <a:spLocks/>
          </p:cNvSpPr>
          <p:nvPr/>
        </p:nvSpPr>
        <p:spPr>
          <a:xfrm>
            <a:off x="82145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DA224D3D-2B3E-4130-BF17-36D5C2FD391F}"/>
              </a:ext>
            </a:extLst>
          </p:cNvPr>
          <p:cNvSpPr>
            <a:spLocks/>
          </p:cNvSpPr>
          <p:nvPr/>
        </p:nvSpPr>
        <p:spPr>
          <a:xfrm>
            <a:off x="8237149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8628288-0904-4EE9-ABEA-3965ACFC7BCF}"/>
              </a:ext>
            </a:extLst>
          </p:cNvPr>
          <p:cNvSpPr>
            <a:spLocks/>
          </p:cNvSpPr>
          <p:nvPr/>
        </p:nvSpPr>
        <p:spPr>
          <a:xfrm>
            <a:off x="816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66422DA8-03DB-4C2A-AF47-39EEFFE3A23A}"/>
              </a:ext>
            </a:extLst>
          </p:cNvPr>
          <p:cNvSpPr>
            <a:spLocks/>
          </p:cNvSpPr>
          <p:nvPr/>
        </p:nvSpPr>
        <p:spPr>
          <a:xfrm>
            <a:off x="81320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5C271CB1-22C5-4DED-8119-0542A33A5B55}"/>
              </a:ext>
            </a:extLst>
          </p:cNvPr>
          <p:cNvSpPr>
            <a:spLocks/>
          </p:cNvSpPr>
          <p:nvPr/>
        </p:nvSpPr>
        <p:spPr>
          <a:xfrm>
            <a:off x="821864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7C796D65-53FE-4F00-BF69-74A4BFFC3AA0}"/>
              </a:ext>
            </a:extLst>
          </p:cNvPr>
          <p:cNvSpPr>
            <a:spLocks/>
          </p:cNvSpPr>
          <p:nvPr/>
        </p:nvSpPr>
        <p:spPr>
          <a:xfrm>
            <a:off x="81549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F33914AC-A8A4-488B-8509-AA54E3D77109}"/>
              </a:ext>
            </a:extLst>
          </p:cNvPr>
          <p:cNvSpPr>
            <a:spLocks/>
          </p:cNvSpPr>
          <p:nvPr/>
        </p:nvSpPr>
        <p:spPr>
          <a:xfrm>
            <a:off x="817428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04DD4EA4-84DF-4D41-84A4-E19E765ADAC0}"/>
              </a:ext>
            </a:extLst>
          </p:cNvPr>
          <p:cNvSpPr>
            <a:spLocks/>
          </p:cNvSpPr>
          <p:nvPr/>
        </p:nvSpPr>
        <p:spPr>
          <a:xfrm>
            <a:off x="815865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35CEC421-C3E4-4B14-B21A-E02F638416B1}"/>
              </a:ext>
            </a:extLst>
          </p:cNvPr>
          <p:cNvSpPr>
            <a:spLocks/>
          </p:cNvSpPr>
          <p:nvPr/>
        </p:nvSpPr>
        <p:spPr>
          <a:xfrm>
            <a:off x="81458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AE841337-17CA-4281-A2E6-8C239D6D9649}"/>
              </a:ext>
            </a:extLst>
          </p:cNvPr>
          <p:cNvSpPr>
            <a:spLocks/>
          </p:cNvSpPr>
          <p:nvPr/>
        </p:nvSpPr>
        <p:spPr>
          <a:xfrm>
            <a:off x="82051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A884986F-DF74-4128-A8A4-3331A5E1A683}"/>
              </a:ext>
            </a:extLst>
          </p:cNvPr>
          <p:cNvSpPr>
            <a:spLocks/>
          </p:cNvSpPr>
          <p:nvPr/>
        </p:nvSpPr>
        <p:spPr>
          <a:xfrm>
            <a:off x="822614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A6F67E76-8089-454D-B198-2D512755DE2B}"/>
              </a:ext>
            </a:extLst>
          </p:cNvPr>
          <p:cNvSpPr>
            <a:spLocks/>
          </p:cNvSpPr>
          <p:nvPr/>
        </p:nvSpPr>
        <p:spPr>
          <a:xfrm>
            <a:off x="814602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20E03ECE-8BBC-41D0-B20D-4AC5A6552E94}"/>
              </a:ext>
            </a:extLst>
          </p:cNvPr>
          <p:cNvSpPr>
            <a:spLocks/>
          </p:cNvSpPr>
          <p:nvPr/>
        </p:nvSpPr>
        <p:spPr>
          <a:xfrm>
            <a:off x="81652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35AB9611-0199-40B1-A392-44FE64DA1C8F}"/>
              </a:ext>
            </a:extLst>
          </p:cNvPr>
          <p:cNvSpPr>
            <a:spLocks/>
          </p:cNvSpPr>
          <p:nvPr/>
        </p:nvSpPr>
        <p:spPr>
          <a:xfrm>
            <a:off x="82272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74A9DE19-B80F-43FC-8D94-604E222C0232}"/>
              </a:ext>
            </a:extLst>
          </p:cNvPr>
          <p:cNvSpPr>
            <a:spLocks/>
          </p:cNvSpPr>
          <p:nvPr/>
        </p:nvSpPr>
        <p:spPr>
          <a:xfrm>
            <a:off x="8176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49994AA7-A462-445C-BE87-4F99B6DC47FE}"/>
              </a:ext>
            </a:extLst>
          </p:cNvPr>
          <p:cNvSpPr>
            <a:spLocks/>
          </p:cNvSpPr>
          <p:nvPr/>
        </p:nvSpPr>
        <p:spPr>
          <a:xfrm>
            <a:off x="81743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BF07B4E2-AAAB-40B8-ADF7-3F8A2C1BDBC6}"/>
              </a:ext>
            </a:extLst>
          </p:cNvPr>
          <p:cNvSpPr>
            <a:spLocks/>
          </p:cNvSpPr>
          <p:nvPr/>
        </p:nvSpPr>
        <p:spPr>
          <a:xfrm>
            <a:off x="81473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84719291-5F68-44A3-80E2-52DA86DA8755}"/>
              </a:ext>
            </a:extLst>
          </p:cNvPr>
          <p:cNvSpPr>
            <a:spLocks/>
          </p:cNvSpPr>
          <p:nvPr/>
        </p:nvSpPr>
        <p:spPr>
          <a:xfrm>
            <a:off x="824915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EB0958B-5A97-4396-93DB-FDCE697D3B57}"/>
              </a:ext>
            </a:extLst>
          </p:cNvPr>
          <p:cNvSpPr>
            <a:spLocks/>
          </p:cNvSpPr>
          <p:nvPr/>
        </p:nvSpPr>
        <p:spPr>
          <a:xfrm>
            <a:off x="821213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FA17CF7E-3050-4F78-B792-F9AC66179648}"/>
              </a:ext>
            </a:extLst>
          </p:cNvPr>
          <p:cNvSpPr>
            <a:spLocks/>
          </p:cNvSpPr>
          <p:nvPr/>
        </p:nvSpPr>
        <p:spPr>
          <a:xfrm>
            <a:off x="81765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6A6EFF2-4002-4221-A06D-ABCE983B3535}"/>
              </a:ext>
            </a:extLst>
          </p:cNvPr>
          <p:cNvSpPr>
            <a:spLocks/>
          </p:cNvSpPr>
          <p:nvPr/>
        </p:nvSpPr>
        <p:spPr>
          <a:xfrm>
            <a:off x="814972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83DFC4E7-EC6D-4FE8-8AB1-D5D590673F32}"/>
              </a:ext>
            </a:extLst>
          </p:cNvPr>
          <p:cNvSpPr>
            <a:spLocks/>
          </p:cNvSpPr>
          <p:nvPr/>
        </p:nvSpPr>
        <p:spPr>
          <a:xfrm>
            <a:off x="8210483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B41C798F-1179-4DE6-965C-63BD2484870B}"/>
              </a:ext>
            </a:extLst>
          </p:cNvPr>
          <p:cNvSpPr>
            <a:spLocks/>
          </p:cNvSpPr>
          <p:nvPr/>
        </p:nvSpPr>
        <p:spPr>
          <a:xfrm>
            <a:off x="81813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6614FEE-ED02-4102-8853-65DB196AE735}"/>
              </a:ext>
            </a:extLst>
          </p:cNvPr>
          <p:cNvSpPr>
            <a:spLocks/>
          </p:cNvSpPr>
          <p:nvPr/>
        </p:nvSpPr>
        <p:spPr>
          <a:xfrm>
            <a:off x="8178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717DE78D-10A4-41C3-970C-A8243319C30B}"/>
              </a:ext>
            </a:extLst>
          </p:cNvPr>
          <p:cNvSpPr>
            <a:spLocks/>
          </p:cNvSpPr>
          <p:nvPr/>
        </p:nvSpPr>
        <p:spPr>
          <a:xfrm>
            <a:off x="81621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3737526-63B2-4D02-BE8C-D8F65973FD70}"/>
              </a:ext>
            </a:extLst>
          </p:cNvPr>
          <p:cNvSpPr>
            <a:spLocks/>
          </p:cNvSpPr>
          <p:nvPr/>
        </p:nvSpPr>
        <p:spPr>
          <a:xfrm>
            <a:off x="818581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B84A5074-A6B2-4A4B-BB19-2031B685D302}"/>
              </a:ext>
            </a:extLst>
          </p:cNvPr>
          <p:cNvSpPr>
            <a:spLocks/>
          </p:cNvSpPr>
          <p:nvPr/>
        </p:nvSpPr>
        <p:spPr>
          <a:xfrm>
            <a:off x="81747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7D5551E4-0406-475A-BDEA-1C39761AD3C8}"/>
              </a:ext>
            </a:extLst>
          </p:cNvPr>
          <p:cNvSpPr>
            <a:spLocks/>
          </p:cNvSpPr>
          <p:nvPr/>
        </p:nvSpPr>
        <p:spPr>
          <a:xfrm>
            <a:off x="8184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E839F670-8FFE-42FA-854B-7025A4A9D655}"/>
              </a:ext>
            </a:extLst>
          </p:cNvPr>
          <p:cNvSpPr>
            <a:spLocks/>
          </p:cNvSpPr>
          <p:nvPr/>
        </p:nvSpPr>
        <p:spPr>
          <a:xfrm>
            <a:off x="824425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E1A0CEAD-0FE6-49A7-A3C3-F3C0CF85CB9D}"/>
              </a:ext>
            </a:extLst>
          </p:cNvPr>
          <p:cNvSpPr>
            <a:spLocks/>
          </p:cNvSpPr>
          <p:nvPr/>
        </p:nvSpPr>
        <p:spPr>
          <a:xfrm>
            <a:off x="814060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FC0B9B9C-470F-46C9-9E5A-8D2CC2F3AFEE}"/>
              </a:ext>
            </a:extLst>
          </p:cNvPr>
          <p:cNvSpPr>
            <a:spLocks/>
          </p:cNvSpPr>
          <p:nvPr/>
        </p:nvSpPr>
        <p:spPr>
          <a:xfrm>
            <a:off x="8222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704E2251-3459-4A69-A134-C6FDE6472DA8}"/>
              </a:ext>
            </a:extLst>
          </p:cNvPr>
          <p:cNvSpPr>
            <a:spLocks/>
          </p:cNvSpPr>
          <p:nvPr/>
        </p:nvSpPr>
        <p:spPr>
          <a:xfrm>
            <a:off x="823301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BB00B513-A052-4C23-A0D1-FC4873355FA1}"/>
              </a:ext>
            </a:extLst>
          </p:cNvPr>
          <p:cNvSpPr>
            <a:spLocks/>
          </p:cNvSpPr>
          <p:nvPr/>
        </p:nvSpPr>
        <p:spPr>
          <a:xfrm>
            <a:off x="81853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5593F167-3690-441A-9A82-0DFDB4F96D85}"/>
              </a:ext>
            </a:extLst>
          </p:cNvPr>
          <p:cNvSpPr>
            <a:spLocks/>
          </p:cNvSpPr>
          <p:nvPr/>
        </p:nvSpPr>
        <p:spPr>
          <a:xfrm>
            <a:off x="823967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8066F02D-4C8D-4F3B-8B01-A1DCFF3E6282}"/>
              </a:ext>
            </a:extLst>
          </p:cNvPr>
          <p:cNvSpPr>
            <a:spLocks/>
          </p:cNvSpPr>
          <p:nvPr/>
        </p:nvSpPr>
        <p:spPr>
          <a:xfrm>
            <a:off x="814115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17676D91-FD6E-44AA-B405-3DBFABAAA75C}"/>
              </a:ext>
            </a:extLst>
          </p:cNvPr>
          <p:cNvSpPr>
            <a:spLocks/>
          </p:cNvSpPr>
          <p:nvPr/>
        </p:nvSpPr>
        <p:spPr>
          <a:xfrm>
            <a:off x="8178993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6426046C-4A3A-498E-92E5-5D9453907CB7}"/>
              </a:ext>
            </a:extLst>
          </p:cNvPr>
          <p:cNvSpPr>
            <a:spLocks/>
          </p:cNvSpPr>
          <p:nvPr/>
        </p:nvSpPr>
        <p:spPr>
          <a:xfrm>
            <a:off x="8160466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6781360F-4B49-448B-8CF6-883C4013C44D}"/>
              </a:ext>
            </a:extLst>
          </p:cNvPr>
          <p:cNvSpPr>
            <a:spLocks/>
          </p:cNvSpPr>
          <p:nvPr/>
        </p:nvSpPr>
        <p:spPr>
          <a:xfrm>
            <a:off x="8218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51E7E84-03DF-40E9-B9B3-177AE8B51828}"/>
              </a:ext>
            </a:extLst>
          </p:cNvPr>
          <p:cNvSpPr>
            <a:spLocks/>
          </p:cNvSpPr>
          <p:nvPr/>
        </p:nvSpPr>
        <p:spPr>
          <a:xfrm>
            <a:off x="820090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E690557F-490F-4F54-9F47-9F4DA1C595AC}"/>
              </a:ext>
            </a:extLst>
          </p:cNvPr>
          <p:cNvSpPr>
            <a:spLocks/>
          </p:cNvSpPr>
          <p:nvPr/>
        </p:nvSpPr>
        <p:spPr>
          <a:xfrm>
            <a:off x="82397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049867E6-1832-4FB0-933F-BCB03FBE0917}"/>
              </a:ext>
            </a:extLst>
          </p:cNvPr>
          <p:cNvSpPr>
            <a:spLocks/>
          </p:cNvSpPr>
          <p:nvPr/>
        </p:nvSpPr>
        <p:spPr>
          <a:xfrm>
            <a:off x="8153847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557E296D-3F0B-48C7-B8CD-8458F1A1C928}"/>
              </a:ext>
            </a:extLst>
          </p:cNvPr>
          <p:cNvSpPr>
            <a:spLocks/>
          </p:cNvSpPr>
          <p:nvPr/>
        </p:nvSpPr>
        <p:spPr>
          <a:xfrm>
            <a:off x="816883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5592EF58-E5A8-48A1-85C7-074AD264EF1C}"/>
              </a:ext>
            </a:extLst>
          </p:cNvPr>
          <p:cNvSpPr>
            <a:spLocks/>
          </p:cNvSpPr>
          <p:nvPr/>
        </p:nvSpPr>
        <p:spPr>
          <a:xfrm>
            <a:off x="823221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674667FF-8D9D-4F92-AC54-45A61C8ADEC2}"/>
              </a:ext>
            </a:extLst>
          </p:cNvPr>
          <p:cNvSpPr>
            <a:spLocks/>
          </p:cNvSpPr>
          <p:nvPr/>
        </p:nvSpPr>
        <p:spPr>
          <a:xfrm>
            <a:off x="8242294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60441E4-0439-4CB7-BE99-C57D9FC25350}"/>
              </a:ext>
            </a:extLst>
          </p:cNvPr>
          <p:cNvSpPr>
            <a:spLocks/>
          </p:cNvSpPr>
          <p:nvPr/>
        </p:nvSpPr>
        <p:spPr>
          <a:xfrm>
            <a:off x="81926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F8FADD90-D7B1-4D0A-8F0D-FD59894B8D95}"/>
              </a:ext>
            </a:extLst>
          </p:cNvPr>
          <p:cNvSpPr>
            <a:spLocks/>
          </p:cNvSpPr>
          <p:nvPr/>
        </p:nvSpPr>
        <p:spPr>
          <a:xfrm>
            <a:off x="81407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6BF752F6-9E2C-4076-9F7A-BB6A4377476D}"/>
              </a:ext>
            </a:extLst>
          </p:cNvPr>
          <p:cNvSpPr>
            <a:spLocks/>
          </p:cNvSpPr>
          <p:nvPr/>
        </p:nvSpPr>
        <p:spPr>
          <a:xfrm>
            <a:off x="818131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99AC4E0F-E467-4E6D-B860-AE5749D5CE10}"/>
              </a:ext>
            </a:extLst>
          </p:cNvPr>
          <p:cNvSpPr>
            <a:spLocks/>
          </p:cNvSpPr>
          <p:nvPr/>
        </p:nvSpPr>
        <p:spPr>
          <a:xfrm>
            <a:off x="8145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16CE67E1-15F8-46FA-A1FE-D029DC02F5DA}"/>
              </a:ext>
            </a:extLst>
          </p:cNvPr>
          <p:cNvSpPr>
            <a:spLocks/>
          </p:cNvSpPr>
          <p:nvPr/>
        </p:nvSpPr>
        <p:spPr>
          <a:xfrm>
            <a:off x="8241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9C12BBA0-4EDE-4AD0-96BA-4A0A9C464430}"/>
              </a:ext>
            </a:extLst>
          </p:cNvPr>
          <p:cNvSpPr>
            <a:spLocks/>
          </p:cNvSpPr>
          <p:nvPr/>
        </p:nvSpPr>
        <p:spPr>
          <a:xfrm>
            <a:off x="813502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DD041BB5-5124-4D2E-A087-ECCFFF88A4CC}"/>
              </a:ext>
            </a:extLst>
          </p:cNvPr>
          <p:cNvSpPr>
            <a:spLocks/>
          </p:cNvSpPr>
          <p:nvPr/>
        </p:nvSpPr>
        <p:spPr>
          <a:xfrm>
            <a:off x="8168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786EE9F-9890-4712-BE48-27C8E29AE3E9}"/>
              </a:ext>
            </a:extLst>
          </p:cNvPr>
          <p:cNvSpPr>
            <a:spLocks/>
          </p:cNvSpPr>
          <p:nvPr/>
        </p:nvSpPr>
        <p:spPr>
          <a:xfrm>
            <a:off x="82167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6ED33163-84CB-4F1F-8722-C5F591C822F9}"/>
              </a:ext>
            </a:extLst>
          </p:cNvPr>
          <p:cNvSpPr>
            <a:spLocks/>
          </p:cNvSpPr>
          <p:nvPr/>
        </p:nvSpPr>
        <p:spPr>
          <a:xfrm>
            <a:off x="8155375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C44FE09-9E3E-401D-8D42-FC5A600B786C}"/>
              </a:ext>
            </a:extLst>
          </p:cNvPr>
          <p:cNvSpPr>
            <a:spLocks/>
          </p:cNvSpPr>
          <p:nvPr/>
        </p:nvSpPr>
        <p:spPr>
          <a:xfrm>
            <a:off x="8132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2991E4B-165D-46AF-8E63-82EC31D2FBFB}"/>
              </a:ext>
            </a:extLst>
          </p:cNvPr>
          <p:cNvSpPr>
            <a:spLocks/>
          </p:cNvSpPr>
          <p:nvPr/>
        </p:nvSpPr>
        <p:spPr>
          <a:xfrm>
            <a:off x="81999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C0E441A-E7BC-4A98-9EE3-0839939931D9}"/>
              </a:ext>
            </a:extLst>
          </p:cNvPr>
          <p:cNvSpPr>
            <a:spLocks/>
          </p:cNvSpPr>
          <p:nvPr/>
        </p:nvSpPr>
        <p:spPr>
          <a:xfrm>
            <a:off x="822207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30FA6AE1-4211-4977-8949-45FA2EFAC7C9}"/>
              </a:ext>
            </a:extLst>
          </p:cNvPr>
          <p:cNvSpPr>
            <a:spLocks/>
          </p:cNvSpPr>
          <p:nvPr/>
        </p:nvSpPr>
        <p:spPr>
          <a:xfrm>
            <a:off x="8170641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9928B754-3543-4F72-8DA2-F548279FCA71}"/>
              </a:ext>
            </a:extLst>
          </p:cNvPr>
          <p:cNvSpPr>
            <a:spLocks/>
          </p:cNvSpPr>
          <p:nvPr/>
        </p:nvSpPr>
        <p:spPr>
          <a:xfrm>
            <a:off x="8184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7CC0C22-7955-4236-BE60-9E0DA7792781}"/>
              </a:ext>
            </a:extLst>
          </p:cNvPr>
          <p:cNvSpPr>
            <a:spLocks/>
          </p:cNvSpPr>
          <p:nvPr/>
        </p:nvSpPr>
        <p:spPr>
          <a:xfrm>
            <a:off x="8143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7F32B019-844C-4B5D-A8CD-1C8CFDE0357A}"/>
              </a:ext>
            </a:extLst>
          </p:cNvPr>
          <p:cNvSpPr>
            <a:spLocks/>
          </p:cNvSpPr>
          <p:nvPr/>
        </p:nvSpPr>
        <p:spPr>
          <a:xfrm>
            <a:off x="8250190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6C50CD65-9EE1-4FF0-91CC-796F2F3FCC0D}"/>
              </a:ext>
            </a:extLst>
          </p:cNvPr>
          <p:cNvSpPr>
            <a:spLocks/>
          </p:cNvSpPr>
          <p:nvPr/>
        </p:nvSpPr>
        <p:spPr>
          <a:xfrm>
            <a:off x="816404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6BD2CF-0E1D-49AD-8509-794511F9DEBA}"/>
              </a:ext>
            </a:extLst>
          </p:cNvPr>
          <p:cNvSpPr>
            <a:spLocks/>
          </p:cNvSpPr>
          <p:nvPr/>
        </p:nvSpPr>
        <p:spPr>
          <a:xfrm>
            <a:off x="81428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D96A4B6-B65F-438B-9C68-0056C829F9F6}"/>
              </a:ext>
            </a:extLst>
          </p:cNvPr>
          <p:cNvSpPr>
            <a:spLocks/>
          </p:cNvSpPr>
          <p:nvPr/>
        </p:nvSpPr>
        <p:spPr>
          <a:xfrm>
            <a:off x="81393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6EA60C78-9432-486A-A32E-EC467896D68C}"/>
              </a:ext>
            </a:extLst>
          </p:cNvPr>
          <p:cNvSpPr>
            <a:spLocks/>
          </p:cNvSpPr>
          <p:nvPr/>
        </p:nvSpPr>
        <p:spPr>
          <a:xfrm>
            <a:off x="82101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8EBDC12-C886-4E54-A213-AF237100BE82}"/>
              </a:ext>
            </a:extLst>
          </p:cNvPr>
          <p:cNvSpPr>
            <a:spLocks/>
          </p:cNvSpPr>
          <p:nvPr/>
        </p:nvSpPr>
        <p:spPr>
          <a:xfrm>
            <a:off x="8223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AE24753-B628-429C-892B-3A23E9D1B860}"/>
              </a:ext>
            </a:extLst>
          </p:cNvPr>
          <p:cNvSpPr>
            <a:spLocks/>
          </p:cNvSpPr>
          <p:nvPr/>
        </p:nvSpPr>
        <p:spPr>
          <a:xfrm>
            <a:off x="819749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9E88A960-B783-4F4F-A497-284D60750FC3}"/>
              </a:ext>
            </a:extLst>
          </p:cNvPr>
          <p:cNvSpPr>
            <a:spLocks/>
          </p:cNvSpPr>
          <p:nvPr/>
        </p:nvSpPr>
        <p:spPr>
          <a:xfrm>
            <a:off x="8218459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727A9CB4-FBC0-4631-9282-EEB78BC80A7E}"/>
              </a:ext>
            </a:extLst>
          </p:cNvPr>
          <p:cNvSpPr>
            <a:spLocks/>
          </p:cNvSpPr>
          <p:nvPr/>
        </p:nvSpPr>
        <p:spPr>
          <a:xfrm>
            <a:off x="81499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D38B242-482F-4A53-8568-647AC7F95938}"/>
              </a:ext>
            </a:extLst>
          </p:cNvPr>
          <p:cNvSpPr>
            <a:spLocks/>
          </p:cNvSpPr>
          <p:nvPr/>
        </p:nvSpPr>
        <p:spPr>
          <a:xfrm>
            <a:off x="81839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70B5EC8-F86B-4960-A71A-5A637474C7C0}"/>
              </a:ext>
            </a:extLst>
          </p:cNvPr>
          <p:cNvSpPr>
            <a:spLocks/>
          </p:cNvSpPr>
          <p:nvPr/>
        </p:nvSpPr>
        <p:spPr>
          <a:xfrm>
            <a:off x="81604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FF452477-BAE7-47E5-B4CC-E205DB1BCCAB}"/>
              </a:ext>
            </a:extLst>
          </p:cNvPr>
          <p:cNvSpPr>
            <a:spLocks/>
          </p:cNvSpPr>
          <p:nvPr/>
        </p:nvSpPr>
        <p:spPr>
          <a:xfrm>
            <a:off x="8218415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977C679A-BA3A-4C0A-AFEB-07B64ADD8B6F}"/>
              </a:ext>
            </a:extLst>
          </p:cNvPr>
          <p:cNvSpPr>
            <a:spLocks/>
          </p:cNvSpPr>
          <p:nvPr/>
        </p:nvSpPr>
        <p:spPr>
          <a:xfrm>
            <a:off x="82231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82D8F2-DAE7-44CC-A8A8-B31B81607CAA}"/>
              </a:ext>
            </a:extLst>
          </p:cNvPr>
          <p:cNvSpPr>
            <a:spLocks/>
          </p:cNvSpPr>
          <p:nvPr/>
        </p:nvSpPr>
        <p:spPr>
          <a:xfrm>
            <a:off x="816600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E6D03689-AFF5-4078-A318-B22176F0AC80}"/>
              </a:ext>
            </a:extLst>
          </p:cNvPr>
          <p:cNvSpPr>
            <a:spLocks/>
          </p:cNvSpPr>
          <p:nvPr/>
        </p:nvSpPr>
        <p:spPr>
          <a:xfrm>
            <a:off x="813019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BC0BAA0-65F1-4FBB-BEE2-6A1A5D3DB85A}"/>
              </a:ext>
            </a:extLst>
          </p:cNvPr>
          <p:cNvSpPr>
            <a:spLocks/>
          </p:cNvSpPr>
          <p:nvPr/>
        </p:nvSpPr>
        <p:spPr>
          <a:xfrm>
            <a:off x="81844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D8F2F052-15CA-4CB0-BE8D-013071B33658}"/>
              </a:ext>
            </a:extLst>
          </p:cNvPr>
          <p:cNvSpPr>
            <a:spLocks/>
          </p:cNvSpPr>
          <p:nvPr/>
        </p:nvSpPr>
        <p:spPr>
          <a:xfrm>
            <a:off x="8142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C92593C2-0F60-4675-B08E-8AD8AF5163E1}"/>
              </a:ext>
            </a:extLst>
          </p:cNvPr>
          <p:cNvSpPr>
            <a:spLocks/>
          </p:cNvSpPr>
          <p:nvPr/>
        </p:nvSpPr>
        <p:spPr>
          <a:xfrm>
            <a:off x="821247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4589649E-B017-45B6-A4D8-0FADCA18D103}"/>
              </a:ext>
            </a:extLst>
          </p:cNvPr>
          <p:cNvSpPr>
            <a:spLocks/>
          </p:cNvSpPr>
          <p:nvPr/>
        </p:nvSpPr>
        <p:spPr>
          <a:xfrm>
            <a:off x="82055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53114982-7FDD-434C-9FB8-6F09B2A5DB74}"/>
              </a:ext>
            </a:extLst>
          </p:cNvPr>
          <p:cNvSpPr>
            <a:spLocks/>
          </p:cNvSpPr>
          <p:nvPr/>
        </p:nvSpPr>
        <p:spPr>
          <a:xfrm>
            <a:off x="8175587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EDF9D3E0-6EA7-459E-8E2F-C5B54FF61BFB}"/>
              </a:ext>
            </a:extLst>
          </p:cNvPr>
          <p:cNvSpPr>
            <a:spLocks/>
          </p:cNvSpPr>
          <p:nvPr/>
        </p:nvSpPr>
        <p:spPr>
          <a:xfrm>
            <a:off x="82258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55EAD88-F2C3-4D04-B95A-8F54B074E7ED}"/>
              </a:ext>
            </a:extLst>
          </p:cNvPr>
          <p:cNvSpPr>
            <a:spLocks/>
          </p:cNvSpPr>
          <p:nvPr/>
        </p:nvSpPr>
        <p:spPr>
          <a:xfrm>
            <a:off x="8135094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775FE1CD-DBAA-44F4-A7FC-422B9AECE608}"/>
              </a:ext>
            </a:extLst>
          </p:cNvPr>
          <p:cNvSpPr>
            <a:spLocks/>
          </p:cNvSpPr>
          <p:nvPr/>
        </p:nvSpPr>
        <p:spPr>
          <a:xfrm>
            <a:off x="8167038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7711F1C9-DBFD-437F-9925-BDEBAF4859FC}"/>
              </a:ext>
            </a:extLst>
          </p:cNvPr>
          <p:cNvSpPr>
            <a:spLocks/>
          </p:cNvSpPr>
          <p:nvPr/>
        </p:nvSpPr>
        <p:spPr>
          <a:xfrm>
            <a:off x="8197203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A08501F1-8387-4D28-BB41-D3FBDBB0239D}"/>
              </a:ext>
            </a:extLst>
          </p:cNvPr>
          <p:cNvSpPr>
            <a:spLocks/>
          </p:cNvSpPr>
          <p:nvPr/>
        </p:nvSpPr>
        <p:spPr>
          <a:xfrm>
            <a:off x="81753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BC85C613-5A3A-4258-A328-4326C792450C}"/>
              </a:ext>
            </a:extLst>
          </p:cNvPr>
          <p:cNvSpPr>
            <a:spLocks/>
          </p:cNvSpPr>
          <p:nvPr/>
        </p:nvSpPr>
        <p:spPr>
          <a:xfrm>
            <a:off x="82444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387A2787-0642-4CC6-A6AF-7C3A25FB22CF}"/>
              </a:ext>
            </a:extLst>
          </p:cNvPr>
          <p:cNvSpPr>
            <a:spLocks/>
          </p:cNvSpPr>
          <p:nvPr/>
        </p:nvSpPr>
        <p:spPr>
          <a:xfrm>
            <a:off x="8180903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4378DB49-11BE-4FA2-B4E7-E52C154686A5}"/>
              </a:ext>
            </a:extLst>
          </p:cNvPr>
          <p:cNvSpPr>
            <a:spLocks/>
          </p:cNvSpPr>
          <p:nvPr/>
        </p:nvSpPr>
        <p:spPr>
          <a:xfrm>
            <a:off x="815249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AD6E910A-33FF-420C-B5A8-3600D58A2C26}"/>
              </a:ext>
            </a:extLst>
          </p:cNvPr>
          <p:cNvSpPr>
            <a:spLocks/>
          </p:cNvSpPr>
          <p:nvPr/>
        </p:nvSpPr>
        <p:spPr>
          <a:xfrm>
            <a:off x="820959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B225666-EBD8-4A13-9A52-9EE176577A84}"/>
              </a:ext>
            </a:extLst>
          </p:cNvPr>
          <p:cNvSpPr>
            <a:spLocks/>
          </p:cNvSpPr>
          <p:nvPr/>
        </p:nvSpPr>
        <p:spPr>
          <a:xfrm>
            <a:off x="82312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CE08BBE4-CDAA-4A97-9806-A75788F3F920}"/>
              </a:ext>
            </a:extLst>
          </p:cNvPr>
          <p:cNvSpPr>
            <a:spLocks/>
          </p:cNvSpPr>
          <p:nvPr/>
        </p:nvSpPr>
        <p:spPr>
          <a:xfrm>
            <a:off x="818602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12A20FDD-DBE8-4120-A2F6-0101D02B2106}"/>
              </a:ext>
            </a:extLst>
          </p:cNvPr>
          <p:cNvSpPr>
            <a:spLocks/>
          </p:cNvSpPr>
          <p:nvPr/>
        </p:nvSpPr>
        <p:spPr>
          <a:xfrm>
            <a:off x="8242513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862EE160-8745-46D7-AD2D-E64D8280996E}"/>
              </a:ext>
            </a:extLst>
          </p:cNvPr>
          <p:cNvSpPr>
            <a:spLocks/>
          </p:cNvSpPr>
          <p:nvPr/>
        </p:nvSpPr>
        <p:spPr>
          <a:xfrm>
            <a:off x="81827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2D7CCD53-D48E-4BEB-99E5-FBECE524C08B}"/>
              </a:ext>
            </a:extLst>
          </p:cNvPr>
          <p:cNvSpPr>
            <a:spLocks/>
          </p:cNvSpPr>
          <p:nvPr/>
        </p:nvSpPr>
        <p:spPr>
          <a:xfrm>
            <a:off x="81668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B62AD2F-B529-4D8B-98D9-FEE31B9B0B18}"/>
              </a:ext>
            </a:extLst>
          </p:cNvPr>
          <p:cNvSpPr>
            <a:spLocks/>
          </p:cNvSpPr>
          <p:nvPr/>
        </p:nvSpPr>
        <p:spPr>
          <a:xfrm>
            <a:off x="822112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4DA9B499-9D0B-44B9-A828-87320BFDC2E3}"/>
              </a:ext>
            </a:extLst>
          </p:cNvPr>
          <p:cNvSpPr>
            <a:spLocks/>
          </p:cNvSpPr>
          <p:nvPr/>
        </p:nvSpPr>
        <p:spPr>
          <a:xfrm>
            <a:off x="816997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D777AE8-9655-4615-B79E-9C3276064985}"/>
              </a:ext>
            </a:extLst>
          </p:cNvPr>
          <p:cNvSpPr>
            <a:spLocks/>
          </p:cNvSpPr>
          <p:nvPr/>
        </p:nvSpPr>
        <p:spPr>
          <a:xfrm>
            <a:off x="8157698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8E82A0A2-566D-4F4B-B013-340D43D5291C}"/>
              </a:ext>
            </a:extLst>
          </p:cNvPr>
          <p:cNvSpPr>
            <a:spLocks/>
          </p:cNvSpPr>
          <p:nvPr/>
        </p:nvSpPr>
        <p:spPr>
          <a:xfrm>
            <a:off x="821304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424992AE-5248-41C6-AB10-A5D44C473655}"/>
              </a:ext>
            </a:extLst>
          </p:cNvPr>
          <p:cNvSpPr>
            <a:spLocks/>
          </p:cNvSpPr>
          <p:nvPr/>
        </p:nvSpPr>
        <p:spPr>
          <a:xfrm>
            <a:off x="8231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3B3AE984-A21F-42B0-B0C5-AE549A2FFAD9}"/>
              </a:ext>
            </a:extLst>
          </p:cNvPr>
          <p:cNvSpPr>
            <a:spLocks/>
          </p:cNvSpPr>
          <p:nvPr/>
        </p:nvSpPr>
        <p:spPr>
          <a:xfrm>
            <a:off x="8187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5B542F24-4914-4D13-9BCB-F457B9970082}"/>
              </a:ext>
            </a:extLst>
          </p:cNvPr>
          <p:cNvSpPr>
            <a:spLocks/>
          </p:cNvSpPr>
          <p:nvPr/>
        </p:nvSpPr>
        <p:spPr>
          <a:xfrm>
            <a:off x="8213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BCB9A430-16DD-40FF-8835-A03D7954726E}"/>
              </a:ext>
            </a:extLst>
          </p:cNvPr>
          <p:cNvSpPr>
            <a:spLocks/>
          </p:cNvSpPr>
          <p:nvPr/>
        </p:nvSpPr>
        <p:spPr>
          <a:xfrm>
            <a:off x="81776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DB7B8F0B-1078-4E31-8022-F1D67FD9E7DC}"/>
              </a:ext>
            </a:extLst>
          </p:cNvPr>
          <p:cNvSpPr>
            <a:spLocks/>
          </p:cNvSpPr>
          <p:nvPr/>
        </p:nvSpPr>
        <p:spPr>
          <a:xfrm>
            <a:off x="815943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AD3887DF-D0E7-4972-BEFE-78D152474BA9}"/>
              </a:ext>
            </a:extLst>
          </p:cNvPr>
          <p:cNvSpPr>
            <a:spLocks/>
          </p:cNvSpPr>
          <p:nvPr/>
        </p:nvSpPr>
        <p:spPr>
          <a:xfrm>
            <a:off x="81920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E3F64392-8CEB-40AF-9F85-25AFBF78A12A}"/>
              </a:ext>
            </a:extLst>
          </p:cNvPr>
          <p:cNvSpPr>
            <a:spLocks/>
          </p:cNvSpPr>
          <p:nvPr/>
        </p:nvSpPr>
        <p:spPr>
          <a:xfrm>
            <a:off x="81413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80DB5D23-D2F8-4032-8A42-F441FAFDEFD5}"/>
              </a:ext>
            </a:extLst>
          </p:cNvPr>
          <p:cNvSpPr>
            <a:spLocks/>
          </p:cNvSpPr>
          <p:nvPr/>
        </p:nvSpPr>
        <p:spPr>
          <a:xfrm>
            <a:off x="8229144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5FB22F7-9AE2-4698-B072-E0C469D26B2E}"/>
              </a:ext>
            </a:extLst>
          </p:cNvPr>
          <p:cNvSpPr>
            <a:spLocks/>
          </p:cNvSpPr>
          <p:nvPr/>
        </p:nvSpPr>
        <p:spPr>
          <a:xfrm>
            <a:off x="819816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317FD051-D43B-4D0F-B8F1-B5B662BE1A41}"/>
              </a:ext>
            </a:extLst>
          </p:cNvPr>
          <p:cNvSpPr>
            <a:spLocks/>
          </p:cNvSpPr>
          <p:nvPr/>
        </p:nvSpPr>
        <p:spPr>
          <a:xfrm>
            <a:off x="81847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DAE845DC-8AFF-430C-ACA6-3C70073F6911}"/>
              </a:ext>
            </a:extLst>
          </p:cNvPr>
          <p:cNvSpPr>
            <a:spLocks/>
          </p:cNvSpPr>
          <p:nvPr/>
        </p:nvSpPr>
        <p:spPr>
          <a:xfrm>
            <a:off x="8227145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6909AFCA-11B7-497C-859A-F3C3794A9E18}"/>
              </a:ext>
            </a:extLst>
          </p:cNvPr>
          <p:cNvSpPr>
            <a:spLocks/>
          </p:cNvSpPr>
          <p:nvPr/>
        </p:nvSpPr>
        <p:spPr>
          <a:xfrm>
            <a:off x="823460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2E0145BC-06AA-4303-B85E-2B264CBF3472}"/>
              </a:ext>
            </a:extLst>
          </p:cNvPr>
          <p:cNvSpPr>
            <a:spLocks/>
          </p:cNvSpPr>
          <p:nvPr/>
        </p:nvSpPr>
        <p:spPr>
          <a:xfrm>
            <a:off x="81335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2616B54-5412-4772-AC6C-4A755379A089}"/>
              </a:ext>
            </a:extLst>
          </p:cNvPr>
          <p:cNvSpPr>
            <a:spLocks/>
          </p:cNvSpPr>
          <p:nvPr/>
        </p:nvSpPr>
        <p:spPr>
          <a:xfrm>
            <a:off x="823504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5BC5A29B-AE49-4346-A64A-979FA2E0FC6E}"/>
              </a:ext>
            </a:extLst>
          </p:cNvPr>
          <p:cNvSpPr>
            <a:spLocks/>
          </p:cNvSpPr>
          <p:nvPr/>
        </p:nvSpPr>
        <p:spPr>
          <a:xfrm>
            <a:off x="81935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87B2A3C3-F5F5-42D5-8FC0-70007B754BD0}"/>
              </a:ext>
            </a:extLst>
          </p:cNvPr>
          <p:cNvSpPr>
            <a:spLocks/>
          </p:cNvSpPr>
          <p:nvPr/>
        </p:nvSpPr>
        <p:spPr>
          <a:xfrm>
            <a:off x="8197494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D2680BEB-46F4-4E6F-84BA-E24C6E4D563D}"/>
              </a:ext>
            </a:extLst>
          </p:cNvPr>
          <p:cNvSpPr>
            <a:spLocks/>
          </p:cNvSpPr>
          <p:nvPr/>
        </p:nvSpPr>
        <p:spPr>
          <a:xfrm>
            <a:off x="8215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5B7098AF-3A2B-4364-BC49-5D3A8E4F8052}"/>
              </a:ext>
            </a:extLst>
          </p:cNvPr>
          <p:cNvSpPr>
            <a:spLocks/>
          </p:cNvSpPr>
          <p:nvPr/>
        </p:nvSpPr>
        <p:spPr>
          <a:xfrm>
            <a:off x="8199818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A2D09A49-843B-491F-A912-AFB07FC4880F}"/>
              </a:ext>
            </a:extLst>
          </p:cNvPr>
          <p:cNvSpPr>
            <a:spLocks/>
          </p:cNvSpPr>
          <p:nvPr/>
        </p:nvSpPr>
        <p:spPr>
          <a:xfrm>
            <a:off x="84067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0F3F5F7-7910-4E3F-8FB8-ED0208C259B7}"/>
              </a:ext>
            </a:extLst>
          </p:cNvPr>
          <p:cNvSpPr>
            <a:spLocks/>
          </p:cNvSpPr>
          <p:nvPr/>
        </p:nvSpPr>
        <p:spPr>
          <a:xfrm>
            <a:off x="84496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553C5597-A581-4F5C-8A10-D53C61C81B56}"/>
              </a:ext>
            </a:extLst>
          </p:cNvPr>
          <p:cNvSpPr>
            <a:spLocks/>
          </p:cNvSpPr>
          <p:nvPr/>
        </p:nvSpPr>
        <p:spPr>
          <a:xfrm>
            <a:off x="84523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A95DF712-A1AA-44E4-A4FF-98828BA433B6}"/>
              </a:ext>
            </a:extLst>
          </p:cNvPr>
          <p:cNvSpPr>
            <a:spLocks/>
          </p:cNvSpPr>
          <p:nvPr/>
        </p:nvSpPr>
        <p:spPr>
          <a:xfrm>
            <a:off x="84330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C7E9779E-C36C-4784-B3FE-EF4A373B3F57}"/>
              </a:ext>
            </a:extLst>
          </p:cNvPr>
          <p:cNvSpPr>
            <a:spLocks/>
          </p:cNvSpPr>
          <p:nvPr/>
        </p:nvSpPr>
        <p:spPr>
          <a:xfrm>
            <a:off x="8413843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2C0E0083-A955-41C5-9D56-8CF8EEA454AC}"/>
              </a:ext>
            </a:extLst>
          </p:cNvPr>
          <p:cNvSpPr>
            <a:spLocks/>
          </p:cNvSpPr>
          <p:nvPr/>
        </p:nvSpPr>
        <p:spPr>
          <a:xfrm>
            <a:off x="8440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0019E67-148A-439C-9465-3E2ED695976F}"/>
              </a:ext>
            </a:extLst>
          </p:cNvPr>
          <p:cNvSpPr>
            <a:spLocks/>
          </p:cNvSpPr>
          <p:nvPr/>
        </p:nvSpPr>
        <p:spPr>
          <a:xfrm>
            <a:off x="84117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79C11319-0F6A-46D6-8853-4E972D0B4C50}"/>
              </a:ext>
            </a:extLst>
          </p:cNvPr>
          <p:cNvSpPr>
            <a:spLocks/>
          </p:cNvSpPr>
          <p:nvPr/>
        </p:nvSpPr>
        <p:spPr>
          <a:xfrm>
            <a:off x="84259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AAA4872-7EF7-4493-8770-1B9E2FD65962}"/>
              </a:ext>
            </a:extLst>
          </p:cNvPr>
          <p:cNvSpPr>
            <a:spLocks/>
          </p:cNvSpPr>
          <p:nvPr/>
        </p:nvSpPr>
        <p:spPr>
          <a:xfrm>
            <a:off x="8504757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C87961D-86AE-4907-8F15-CA554120DC91}"/>
              </a:ext>
            </a:extLst>
          </p:cNvPr>
          <p:cNvSpPr>
            <a:spLocks/>
          </p:cNvSpPr>
          <p:nvPr/>
        </p:nvSpPr>
        <p:spPr>
          <a:xfrm>
            <a:off x="849159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70F729B4-5DC5-4DAB-9FB8-38BDAD991343}"/>
              </a:ext>
            </a:extLst>
          </p:cNvPr>
          <p:cNvSpPr>
            <a:spLocks/>
          </p:cNvSpPr>
          <p:nvPr/>
        </p:nvSpPr>
        <p:spPr>
          <a:xfrm>
            <a:off x="8459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4B18EE6A-8C24-4DD7-AA0C-75739DE2FEB8}"/>
              </a:ext>
            </a:extLst>
          </p:cNvPr>
          <p:cNvSpPr>
            <a:spLocks/>
          </p:cNvSpPr>
          <p:nvPr/>
        </p:nvSpPr>
        <p:spPr>
          <a:xfrm>
            <a:off x="84192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1063EAA-A333-4E1C-8065-FCE80AEAF28C}"/>
              </a:ext>
            </a:extLst>
          </p:cNvPr>
          <p:cNvSpPr>
            <a:spLocks/>
          </p:cNvSpPr>
          <p:nvPr/>
        </p:nvSpPr>
        <p:spPr>
          <a:xfrm>
            <a:off x="8400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B4FF2C9-85FE-4EAF-9918-8E6006A1218B}"/>
              </a:ext>
            </a:extLst>
          </p:cNvPr>
          <p:cNvSpPr>
            <a:spLocks/>
          </p:cNvSpPr>
          <p:nvPr/>
        </p:nvSpPr>
        <p:spPr>
          <a:xfrm>
            <a:off x="8412266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FDAFF28B-B0F8-4281-A6D6-EA102A3CD145}"/>
              </a:ext>
            </a:extLst>
          </p:cNvPr>
          <p:cNvSpPr>
            <a:spLocks/>
          </p:cNvSpPr>
          <p:nvPr/>
        </p:nvSpPr>
        <p:spPr>
          <a:xfrm>
            <a:off x="8424057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EA26200F-992D-44CC-924D-FEFCAE1C0B41}"/>
              </a:ext>
            </a:extLst>
          </p:cNvPr>
          <p:cNvSpPr>
            <a:spLocks/>
          </p:cNvSpPr>
          <p:nvPr/>
        </p:nvSpPr>
        <p:spPr>
          <a:xfrm>
            <a:off x="84204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711F7C5-8A2E-42D8-8F30-2CC6C6FAAFBA}"/>
              </a:ext>
            </a:extLst>
          </p:cNvPr>
          <p:cNvSpPr>
            <a:spLocks/>
          </p:cNvSpPr>
          <p:nvPr/>
        </p:nvSpPr>
        <p:spPr>
          <a:xfrm>
            <a:off x="839624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CC5714D4-7D78-423C-97AF-B7C06A0A5985}"/>
              </a:ext>
            </a:extLst>
          </p:cNvPr>
          <p:cNvSpPr>
            <a:spLocks/>
          </p:cNvSpPr>
          <p:nvPr/>
        </p:nvSpPr>
        <p:spPr>
          <a:xfrm>
            <a:off x="84562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EDAA904A-C064-4910-82E4-B56CB04167E9}"/>
              </a:ext>
            </a:extLst>
          </p:cNvPr>
          <p:cNvSpPr>
            <a:spLocks/>
          </p:cNvSpPr>
          <p:nvPr/>
        </p:nvSpPr>
        <p:spPr>
          <a:xfrm>
            <a:off x="84905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09479142-27AD-4DC8-87E5-2328CA4EBE70}"/>
              </a:ext>
            </a:extLst>
          </p:cNvPr>
          <p:cNvSpPr>
            <a:spLocks/>
          </p:cNvSpPr>
          <p:nvPr/>
        </p:nvSpPr>
        <p:spPr>
          <a:xfrm>
            <a:off x="840166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38C7F6D8-597A-44CE-8049-8D956F1B0FA8}"/>
              </a:ext>
            </a:extLst>
          </p:cNvPr>
          <p:cNvSpPr>
            <a:spLocks/>
          </p:cNvSpPr>
          <p:nvPr/>
        </p:nvSpPr>
        <p:spPr>
          <a:xfrm>
            <a:off x="8468123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3E1D479C-1ED1-49C8-A67D-617DF400189C}"/>
              </a:ext>
            </a:extLst>
          </p:cNvPr>
          <p:cNvSpPr>
            <a:spLocks/>
          </p:cNvSpPr>
          <p:nvPr/>
        </p:nvSpPr>
        <p:spPr>
          <a:xfrm>
            <a:off x="847901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AD464CFC-CCA6-4A68-936D-C2631F9CB20A}"/>
              </a:ext>
            </a:extLst>
          </p:cNvPr>
          <p:cNvSpPr>
            <a:spLocks/>
          </p:cNvSpPr>
          <p:nvPr/>
        </p:nvSpPr>
        <p:spPr>
          <a:xfrm>
            <a:off x="8428386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7B87C50-86CB-4A73-B5F6-8B39DE19F69F}"/>
              </a:ext>
            </a:extLst>
          </p:cNvPr>
          <p:cNvSpPr>
            <a:spLocks/>
          </p:cNvSpPr>
          <p:nvPr/>
        </p:nvSpPr>
        <p:spPr>
          <a:xfrm>
            <a:off x="8486667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0CCBC9C8-388E-471C-90F2-134CC8BBE24E}"/>
              </a:ext>
            </a:extLst>
          </p:cNvPr>
          <p:cNvSpPr>
            <a:spLocks/>
          </p:cNvSpPr>
          <p:nvPr/>
        </p:nvSpPr>
        <p:spPr>
          <a:xfrm>
            <a:off x="844629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8E96F4D3-7D0F-449B-BF3D-F3EFC54AA557}"/>
              </a:ext>
            </a:extLst>
          </p:cNvPr>
          <p:cNvSpPr>
            <a:spLocks/>
          </p:cNvSpPr>
          <p:nvPr/>
        </p:nvSpPr>
        <p:spPr>
          <a:xfrm>
            <a:off x="844905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3360518C-ADC9-49B8-86BD-612D53710295}"/>
              </a:ext>
            </a:extLst>
          </p:cNvPr>
          <p:cNvSpPr>
            <a:spLocks/>
          </p:cNvSpPr>
          <p:nvPr/>
        </p:nvSpPr>
        <p:spPr>
          <a:xfrm>
            <a:off x="84964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DD4744BE-4588-4C07-936E-DF839DB47A3F}"/>
              </a:ext>
            </a:extLst>
          </p:cNvPr>
          <p:cNvSpPr>
            <a:spLocks/>
          </p:cNvSpPr>
          <p:nvPr/>
        </p:nvSpPr>
        <p:spPr>
          <a:xfrm>
            <a:off x="8484757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413EDBA4-AB9B-434C-8419-523BDD28DCAD}"/>
              </a:ext>
            </a:extLst>
          </p:cNvPr>
          <p:cNvSpPr>
            <a:spLocks/>
          </p:cNvSpPr>
          <p:nvPr/>
        </p:nvSpPr>
        <p:spPr>
          <a:xfrm>
            <a:off x="847057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1937C3C-53FD-45E6-BFBB-D05F38244463}"/>
              </a:ext>
            </a:extLst>
          </p:cNvPr>
          <p:cNvSpPr>
            <a:spLocks/>
          </p:cNvSpPr>
          <p:nvPr/>
        </p:nvSpPr>
        <p:spPr>
          <a:xfrm>
            <a:off x="84324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A7731A1B-0F1C-4F42-9607-31FE517EC40A}"/>
              </a:ext>
            </a:extLst>
          </p:cNvPr>
          <p:cNvSpPr>
            <a:spLocks/>
          </p:cNvSpPr>
          <p:nvPr/>
        </p:nvSpPr>
        <p:spPr>
          <a:xfrm>
            <a:off x="847821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7CACCB5D-43F1-47B8-8C3D-BB85877FD1B9}"/>
              </a:ext>
            </a:extLst>
          </p:cNvPr>
          <p:cNvSpPr>
            <a:spLocks/>
          </p:cNvSpPr>
          <p:nvPr/>
        </p:nvSpPr>
        <p:spPr>
          <a:xfrm>
            <a:off x="8481251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831DFAB1-7E22-421D-823D-58E274B13379}"/>
              </a:ext>
            </a:extLst>
          </p:cNvPr>
          <p:cNvSpPr>
            <a:spLocks/>
          </p:cNvSpPr>
          <p:nvPr/>
        </p:nvSpPr>
        <p:spPr>
          <a:xfrm>
            <a:off x="843716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09C86442-FA6B-45F1-9328-45D12E0E558D}"/>
              </a:ext>
            </a:extLst>
          </p:cNvPr>
          <p:cNvSpPr>
            <a:spLocks/>
          </p:cNvSpPr>
          <p:nvPr/>
        </p:nvSpPr>
        <p:spPr>
          <a:xfrm>
            <a:off x="83932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A9028B15-4C25-4127-8278-48CFFE73DFDD}"/>
              </a:ext>
            </a:extLst>
          </p:cNvPr>
          <p:cNvSpPr>
            <a:spLocks/>
          </p:cNvSpPr>
          <p:nvPr/>
        </p:nvSpPr>
        <p:spPr>
          <a:xfrm>
            <a:off x="84234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84DEE2A-215E-4009-AC2C-6F7BDA62226D}"/>
              </a:ext>
            </a:extLst>
          </p:cNvPr>
          <p:cNvSpPr>
            <a:spLocks/>
          </p:cNvSpPr>
          <p:nvPr/>
        </p:nvSpPr>
        <p:spPr>
          <a:xfrm>
            <a:off x="84046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5CC3347F-B4AE-4F6B-91A2-38C675E6535A}"/>
              </a:ext>
            </a:extLst>
          </p:cNvPr>
          <p:cNvSpPr>
            <a:spLocks/>
          </p:cNvSpPr>
          <p:nvPr/>
        </p:nvSpPr>
        <p:spPr>
          <a:xfrm>
            <a:off x="84241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534B2D9F-24A4-4EC8-8FE5-6003C5315CA9}"/>
              </a:ext>
            </a:extLst>
          </p:cNvPr>
          <p:cNvSpPr>
            <a:spLocks/>
          </p:cNvSpPr>
          <p:nvPr/>
        </p:nvSpPr>
        <p:spPr>
          <a:xfrm>
            <a:off x="8395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E734AB7A-0239-4E46-B4DD-C7F5BBA78557}"/>
              </a:ext>
            </a:extLst>
          </p:cNvPr>
          <p:cNvSpPr>
            <a:spLocks/>
          </p:cNvSpPr>
          <p:nvPr/>
        </p:nvSpPr>
        <p:spPr>
          <a:xfrm>
            <a:off x="84929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E5E55D-FB2B-46E7-86B6-457C585A834C}"/>
              </a:ext>
            </a:extLst>
          </p:cNvPr>
          <p:cNvSpPr>
            <a:spLocks/>
          </p:cNvSpPr>
          <p:nvPr/>
        </p:nvSpPr>
        <p:spPr>
          <a:xfrm>
            <a:off x="8470109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A8D937EB-403B-4C5A-BDBC-AEF41E895074}"/>
              </a:ext>
            </a:extLst>
          </p:cNvPr>
          <p:cNvSpPr>
            <a:spLocks/>
          </p:cNvSpPr>
          <p:nvPr/>
        </p:nvSpPr>
        <p:spPr>
          <a:xfrm>
            <a:off x="8491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D908B54-DD08-478D-AE55-3FBD1EE41919}"/>
              </a:ext>
            </a:extLst>
          </p:cNvPr>
          <p:cNvSpPr>
            <a:spLocks/>
          </p:cNvSpPr>
          <p:nvPr/>
        </p:nvSpPr>
        <p:spPr>
          <a:xfrm>
            <a:off x="83924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85BFF60F-9C9D-47B0-A703-5B31C4C4E197}"/>
              </a:ext>
            </a:extLst>
          </p:cNvPr>
          <p:cNvSpPr>
            <a:spLocks/>
          </p:cNvSpPr>
          <p:nvPr/>
        </p:nvSpPr>
        <p:spPr>
          <a:xfrm>
            <a:off x="84809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52ED7AAD-ABF2-44D1-BC9A-BC76513A6F02}"/>
              </a:ext>
            </a:extLst>
          </p:cNvPr>
          <p:cNvSpPr>
            <a:spLocks/>
          </p:cNvSpPr>
          <p:nvPr/>
        </p:nvSpPr>
        <p:spPr>
          <a:xfrm>
            <a:off x="84870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59D84FB1-AE72-4169-AFC9-9564CD0BDADB}"/>
              </a:ext>
            </a:extLst>
          </p:cNvPr>
          <p:cNvSpPr>
            <a:spLocks/>
          </p:cNvSpPr>
          <p:nvPr/>
        </p:nvSpPr>
        <p:spPr>
          <a:xfrm>
            <a:off x="8389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86CB3A80-0A75-4A25-B20D-FF86C96F9A9B}"/>
              </a:ext>
            </a:extLst>
          </p:cNvPr>
          <p:cNvSpPr>
            <a:spLocks/>
          </p:cNvSpPr>
          <p:nvPr/>
        </p:nvSpPr>
        <p:spPr>
          <a:xfrm>
            <a:off x="843846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46E0372-3386-4FC6-8BEA-176B436D9E0C}"/>
              </a:ext>
            </a:extLst>
          </p:cNvPr>
          <p:cNvSpPr>
            <a:spLocks/>
          </p:cNvSpPr>
          <p:nvPr/>
        </p:nvSpPr>
        <p:spPr>
          <a:xfrm>
            <a:off x="84684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F664D202-5246-42F3-B728-8DD7707DEE07}"/>
              </a:ext>
            </a:extLst>
          </p:cNvPr>
          <p:cNvSpPr>
            <a:spLocks/>
          </p:cNvSpPr>
          <p:nvPr/>
        </p:nvSpPr>
        <p:spPr>
          <a:xfrm>
            <a:off x="84078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938C2DEC-636C-49E0-9EAB-5CD213511EEC}"/>
              </a:ext>
            </a:extLst>
          </p:cNvPr>
          <p:cNvSpPr>
            <a:spLocks/>
          </p:cNvSpPr>
          <p:nvPr/>
        </p:nvSpPr>
        <p:spPr>
          <a:xfrm>
            <a:off x="844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FDE92194-17C2-48F7-B8AC-CAB4CE242F2D}"/>
              </a:ext>
            </a:extLst>
          </p:cNvPr>
          <p:cNvSpPr>
            <a:spLocks/>
          </p:cNvSpPr>
          <p:nvPr/>
        </p:nvSpPr>
        <p:spPr>
          <a:xfrm>
            <a:off x="848895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DB98DCB1-FEF1-485F-B7A5-A96B70C62772}"/>
              </a:ext>
            </a:extLst>
          </p:cNvPr>
          <p:cNvSpPr>
            <a:spLocks/>
          </p:cNvSpPr>
          <p:nvPr/>
        </p:nvSpPr>
        <p:spPr>
          <a:xfrm>
            <a:off x="8433155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C7889308-C668-4583-AD9C-8C41B5E66EA0}"/>
              </a:ext>
            </a:extLst>
          </p:cNvPr>
          <p:cNvSpPr>
            <a:spLocks/>
          </p:cNvSpPr>
          <p:nvPr/>
        </p:nvSpPr>
        <p:spPr>
          <a:xfrm>
            <a:off x="83979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FEB2C082-BDA7-4339-BBAB-92F1287B288D}"/>
              </a:ext>
            </a:extLst>
          </p:cNvPr>
          <p:cNvSpPr>
            <a:spLocks/>
          </p:cNvSpPr>
          <p:nvPr/>
        </p:nvSpPr>
        <p:spPr>
          <a:xfrm>
            <a:off x="8482775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55AA2BA7-FBC8-4652-8278-4D698187B5ED}"/>
              </a:ext>
            </a:extLst>
          </p:cNvPr>
          <p:cNvSpPr>
            <a:spLocks/>
          </p:cNvSpPr>
          <p:nvPr/>
        </p:nvSpPr>
        <p:spPr>
          <a:xfrm>
            <a:off x="8413054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E32BB950-11AF-4B31-9C42-31D4C5452917}"/>
              </a:ext>
            </a:extLst>
          </p:cNvPr>
          <p:cNvSpPr>
            <a:spLocks/>
          </p:cNvSpPr>
          <p:nvPr/>
        </p:nvSpPr>
        <p:spPr>
          <a:xfrm>
            <a:off x="8435453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B585EFA3-4BAA-467D-AD36-5FB5BF3DCD58}"/>
              </a:ext>
            </a:extLst>
          </p:cNvPr>
          <p:cNvSpPr>
            <a:spLocks/>
          </p:cNvSpPr>
          <p:nvPr/>
        </p:nvSpPr>
        <p:spPr>
          <a:xfrm>
            <a:off x="84475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B2BF042-8E24-4E05-80CE-C1398A5746DD}"/>
              </a:ext>
            </a:extLst>
          </p:cNvPr>
          <p:cNvSpPr>
            <a:spLocks/>
          </p:cNvSpPr>
          <p:nvPr/>
        </p:nvSpPr>
        <p:spPr>
          <a:xfrm>
            <a:off x="8384814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12C8DBB2-39E1-4E6D-A7E4-C6AE2EB62D67}"/>
              </a:ext>
            </a:extLst>
          </p:cNvPr>
          <p:cNvSpPr>
            <a:spLocks/>
          </p:cNvSpPr>
          <p:nvPr/>
        </p:nvSpPr>
        <p:spPr>
          <a:xfrm>
            <a:off x="84853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8681622F-71D6-4394-AAF7-4F9C8080F922}"/>
              </a:ext>
            </a:extLst>
          </p:cNvPr>
          <p:cNvSpPr>
            <a:spLocks/>
          </p:cNvSpPr>
          <p:nvPr/>
        </p:nvSpPr>
        <p:spPr>
          <a:xfrm>
            <a:off x="8497886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A4847426-D9E3-4CDA-A1B6-302B1AD83D14}"/>
              </a:ext>
            </a:extLst>
          </p:cNvPr>
          <p:cNvSpPr>
            <a:spLocks/>
          </p:cNvSpPr>
          <p:nvPr/>
        </p:nvSpPr>
        <p:spPr>
          <a:xfrm>
            <a:off x="841846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AD4D2EB9-2173-4982-84E3-0F9C7B42C2BD}"/>
              </a:ext>
            </a:extLst>
          </p:cNvPr>
          <p:cNvSpPr>
            <a:spLocks/>
          </p:cNvSpPr>
          <p:nvPr/>
        </p:nvSpPr>
        <p:spPr>
          <a:xfrm>
            <a:off x="8461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29F3881B-AD12-4902-AAD6-171D78D1CEF0}"/>
              </a:ext>
            </a:extLst>
          </p:cNvPr>
          <p:cNvSpPr>
            <a:spLocks/>
          </p:cNvSpPr>
          <p:nvPr/>
        </p:nvSpPr>
        <p:spPr>
          <a:xfrm>
            <a:off x="84251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53ED1D8-FD71-4013-B814-8AF81B0B71A6}"/>
              </a:ext>
            </a:extLst>
          </p:cNvPr>
          <p:cNvSpPr>
            <a:spLocks/>
          </p:cNvSpPr>
          <p:nvPr/>
        </p:nvSpPr>
        <p:spPr>
          <a:xfrm>
            <a:off x="843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0C3E2B8A-87DF-42E1-98BC-F0BF182EA14E}"/>
              </a:ext>
            </a:extLst>
          </p:cNvPr>
          <p:cNvSpPr>
            <a:spLocks/>
          </p:cNvSpPr>
          <p:nvPr/>
        </p:nvSpPr>
        <p:spPr>
          <a:xfrm>
            <a:off x="849928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3328ED2-0047-4B33-9FBD-0F680D162903}"/>
              </a:ext>
            </a:extLst>
          </p:cNvPr>
          <p:cNvSpPr>
            <a:spLocks/>
          </p:cNvSpPr>
          <p:nvPr/>
        </p:nvSpPr>
        <p:spPr>
          <a:xfrm>
            <a:off x="84438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B59C415E-1934-475D-950D-B42F83D56F93}"/>
              </a:ext>
            </a:extLst>
          </p:cNvPr>
          <p:cNvSpPr>
            <a:spLocks/>
          </p:cNvSpPr>
          <p:nvPr/>
        </p:nvSpPr>
        <p:spPr>
          <a:xfrm>
            <a:off x="849762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069AEC52-318E-41F6-AA16-7D0D31023F47}"/>
              </a:ext>
            </a:extLst>
          </p:cNvPr>
          <p:cNvSpPr>
            <a:spLocks/>
          </p:cNvSpPr>
          <p:nvPr/>
        </p:nvSpPr>
        <p:spPr>
          <a:xfrm>
            <a:off x="8436160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FDA5237F-F02D-4EC3-8180-2CDB0C662FE8}"/>
              </a:ext>
            </a:extLst>
          </p:cNvPr>
          <p:cNvSpPr>
            <a:spLocks/>
          </p:cNvSpPr>
          <p:nvPr/>
        </p:nvSpPr>
        <p:spPr>
          <a:xfrm>
            <a:off x="84768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23857FE-5886-4A01-86FA-1FEA2B9051AD}"/>
              </a:ext>
            </a:extLst>
          </p:cNvPr>
          <p:cNvSpPr>
            <a:spLocks/>
          </p:cNvSpPr>
          <p:nvPr/>
        </p:nvSpPr>
        <p:spPr>
          <a:xfrm>
            <a:off x="84602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53D28E31-F162-4083-B5DC-09AEBC5DE310}"/>
              </a:ext>
            </a:extLst>
          </p:cNvPr>
          <p:cNvSpPr>
            <a:spLocks/>
          </p:cNvSpPr>
          <p:nvPr/>
        </p:nvSpPr>
        <p:spPr>
          <a:xfrm>
            <a:off x="8455439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5C635DD7-AC58-44E0-A927-CED028AC7437}"/>
              </a:ext>
            </a:extLst>
          </p:cNvPr>
          <p:cNvSpPr>
            <a:spLocks/>
          </p:cNvSpPr>
          <p:nvPr/>
        </p:nvSpPr>
        <p:spPr>
          <a:xfrm>
            <a:off x="838898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DEF41939-068C-4F80-8125-4AA03D13F992}"/>
              </a:ext>
            </a:extLst>
          </p:cNvPr>
          <p:cNvSpPr>
            <a:spLocks/>
          </p:cNvSpPr>
          <p:nvPr/>
        </p:nvSpPr>
        <p:spPr>
          <a:xfrm>
            <a:off x="8410548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14AD8428-77BF-4682-B076-4B1EDD42ECCA}"/>
              </a:ext>
            </a:extLst>
          </p:cNvPr>
          <p:cNvSpPr>
            <a:spLocks/>
          </p:cNvSpPr>
          <p:nvPr/>
        </p:nvSpPr>
        <p:spPr>
          <a:xfrm>
            <a:off x="850371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3BDA991-FA87-4B37-BC42-017717C49DFF}"/>
              </a:ext>
            </a:extLst>
          </p:cNvPr>
          <p:cNvSpPr>
            <a:spLocks/>
          </p:cNvSpPr>
          <p:nvPr/>
        </p:nvSpPr>
        <p:spPr>
          <a:xfrm>
            <a:off x="847430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8826C734-E206-4D08-AF54-A11FE4F502E9}"/>
              </a:ext>
            </a:extLst>
          </p:cNvPr>
          <p:cNvSpPr>
            <a:spLocks/>
          </p:cNvSpPr>
          <p:nvPr/>
        </p:nvSpPr>
        <p:spPr>
          <a:xfrm>
            <a:off x="8471443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225F1551-33EB-4742-92AA-5DE3F621346E}"/>
              </a:ext>
            </a:extLst>
          </p:cNvPr>
          <p:cNvSpPr>
            <a:spLocks/>
          </p:cNvSpPr>
          <p:nvPr/>
        </p:nvSpPr>
        <p:spPr>
          <a:xfrm>
            <a:off x="841491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5E31D3C1-7B9C-4E0D-A2A6-002327A9EA46}"/>
              </a:ext>
            </a:extLst>
          </p:cNvPr>
          <p:cNvSpPr>
            <a:spLocks/>
          </p:cNvSpPr>
          <p:nvPr/>
        </p:nvSpPr>
        <p:spPr>
          <a:xfrm>
            <a:off x="84641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50922BF6-7D02-471C-9C53-29C3297C0336}"/>
              </a:ext>
            </a:extLst>
          </p:cNvPr>
          <p:cNvSpPr>
            <a:spLocks/>
          </p:cNvSpPr>
          <p:nvPr/>
        </p:nvSpPr>
        <p:spPr>
          <a:xfrm>
            <a:off x="84306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964AA170-68C2-43DF-A58A-C4EFBB95C311}"/>
              </a:ext>
            </a:extLst>
          </p:cNvPr>
          <p:cNvSpPr>
            <a:spLocks/>
          </p:cNvSpPr>
          <p:nvPr/>
        </p:nvSpPr>
        <p:spPr>
          <a:xfrm>
            <a:off x="838842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3035231C-72FC-4415-819F-4C5F17CEAD36}"/>
              </a:ext>
            </a:extLst>
          </p:cNvPr>
          <p:cNvSpPr>
            <a:spLocks/>
          </p:cNvSpPr>
          <p:nvPr/>
        </p:nvSpPr>
        <p:spPr>
          <a:xfrm>
            <a:off x="8401060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2EC1E69E-825D-4456-BF82-1311B3C2853D}"/>
              </a:ext>
            </a:extLst>
          </p:cNvPr>
          <p:cNvSpPr>
            <a:spLocks/>
          </p:cNvSpPr>
          <p:nvPr/>
        </p:nvSpPr>
        <p:spPr>
          <a:xfrm>
            <a:off x="847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267CCC0-AE5F-4219-8B91-65F75C551975}"/>
              </a:ext>
            </a:extLst>
          </p:cNvPr>
          <p:cNvSpPr>
            <a:spLocks/>
          </p:cNvSpPr>
          <p:nvPr/>
        </p:nvSpPr>
        <p:spPr>
          <a:xfrm>
            <a:off x="84931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FBA1945-C2A5-4891-B81C-FD3CE67CEE3A}"/>
              </a:ext>
            </a:extLst>
          </p:cNvPr>
          <p:cNvSpPr>
            <a:spLocks/>
          </p:cNvSpPr>
          <p:nvPr/>
        </p:nvSpPr>
        <p:spPr>
          <a:xfrm>
            <a:off x="8444519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EC49269E-6C27-4D5E-8B34-C643B58644EB}"/>
              </a:ext>
            </a:extLst>
          </p:cNvPr>
          <p:cNvSpPr>
            <a:spLocks/>
          </p:cNvSpPr>
          <p:nvPr/>
        </p:nvSpPr>
        <p:spPr>
          <a:xfrm>
            <a:off x="84566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27B33733-6D4B-4AB0-9E89-02141893A6BB}"/>
              </a:ext>
            </a:extLst>
          </p:cNvPr>
          <p:cNvSpPr>
            <a:spLocks/>
          </p:cNvSpPr>
          <p:nvPr/>
        </p:nvSpPr>
        <p:spPr>
          <a:xfrm>
            <a:off x="84246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E013DC08-FD88-4382-819A-3DC7E8D7BD6A}"/>
              </a:ext>
            </a:extLst>
          </p:cNvPr>
          <p:cNvSpPr>
            <a:spLocks/>
          </p:cNvSpPr>
          <p:nvPr/>
        </p:nvSpPr>
        <p:spPr>
          <a:xfrm>
            <a:off x="8397861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0FE91E83-2A0B-47AB-A7B7-A5AAF0FB0D5C}"/>
              </a:ext>
            </a:extLst>
          </p:cNvPr>
          <p:cNvSpPr>
            <a:spLocks/>
          </p:cNvSpPr>
          <p:nvPr/>
        </p:nvSpPr>
        <p:spPr>
          <a:xfrm>
            <a:off x="84103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F30AF8F5-1A5F-4E5C-80EF-34BBD1B3FC94}"/>
              </a:ext>
            </a:extLst>
          </p:cNvPr>
          <p:cNvSpPr>
            <a:spLocks/>
          </p:cNvSpPr>
          <p:nvPr/>
        </p:nvSpPr>
        <p:spPr>
          <a:xfrm>
            <a:off x="83946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3333C0F0-17CC-49D1-8C96-38382ED58C2C}"/>
              </a:ext>
            </a:extLst>
          </p:cNvPr>
          <p:cNvSpPr>
            <a:spLocks/>
          </p:cNvSpPr>
          <p:nvPr/>
        </p:nvSpPr>
        <p:spPr>
          <a:xfrm>
            <a:off x="8418644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6EC21B83-3419-4E97-9A28-667920CDAA70}"/>
              </a:ext>
            </a:extLst>
          </p:cNvPr>
          <p:cNvSpPr>
            <a:spLocks/>
          </p:cNvSpPr>
          <p:nvPr/>
        </p:nvSpPr>
        <p:spPr>
          <a:xfrm>
            <a:off x="84073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71AA29CC-2B3D-49D0-818F-928DEBDA9C05}"/>
              </a:ext>
            </a:extLst>
          </p:cNvPr>
          <p:cNvSpPr>
            <a:spLocks/>
          </p:cNvSpPr>
          <p:nvPr/>
        </p:nvSpPr>
        <p:spPr>
          <a:xfrm>
            <a:off x="842934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368D54EF-ECE3-43C7-8C2B-C99A1203DFD4}"/>
              </a:ext>
            </a:extLst>
          </p:cNvPr>
          <p:cNvSpPr>
            <a:spLocks/>
          </p:cNvSpPr>
          <p:nvPr/>
        </p:nvSpPr>
        <p:spPr>
          <a:xfrm>
            <a:off x="847449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94333EA5-98FE-4068-905E-8CB58BB48AF4}"/>
              </a:ext>
            </a:extLst>
          </p:cNvPr>
          <p:cNvSpPr>
            <a:spLocks/>
          </p:cNvSpPr>
          <p:nvPr/>
        </p:nvSpPr>
        <p:spPr>
          <a:xfrm>
            <a:off x="8429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1CC6A9AD-4F9A-4506-9E00-182664FEE4A6}"/>
              </a:ext>
            </a:extLst>
          </p:cNvPr>
          <p:cNvSpPr>
            <a:spLocks/>
          </p:cNvSpPr>
          <p:nvPr/>
        </p:nvSpPr>
        <p:spPr>
          <a:xfrm>
            <a:off x="8483716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C88A6FF-FB74-4548-9C1A-C6EC1C9CB317}"/>
              </a:ext>
            </a:extLst>
          </p:cNvPr>
          <p:cNvSpPr>
            <a:spLocks/>
          </p:cNvSpPr>
          <p:nvPr/>
        </p:nvSpPr>
        <p:spPr>
          <a:xfrm>
            <a:off x="8438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4443900F-1D9E-432E-A4A5-190BA39BC2B2}"/>
              </a:ext>
            </a:extLst>
          </p:cNvPr>
          <p:cNvSpPr>
            <a:spLocks/>
          </p:cNvSpPr>
          <p:nvPr/>
        </p:nvSpPr>
        <p:spPr>
          <a:xfrm>
            <a:off x="844922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8C059BAE-0374-426B-A45E-F7AF8A08CB26}"/>
              </a:ext>
            </a:extLst>
          </p:cNvPr>
          <p:cNvSpPr>
            <a:spLocks/>
          </p:cNvSpPr>
          <p:nvPr/>
        </p:nvSpPr>
        <p:spPr>
          <a:xfrm>
            <a:off x="84485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E8B2CDF0-3B63-4AA4-BF58-92955DD8368A}"/>
              </a:ext>
            </a:extLst>
          </p:cNvPr>
          <p:cNvSpPr>
            <a:spLocks/>
          </p:cNvSpPr>
          <p:nvPr/>
        </p:nvSpPr>
        <p:spPr>
          <a:xfrm>
            <a:off x="848363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8B690837-8BAB-4FEC-8459-E7145610E24A}"/>
              </a:ext>
            </a:extLst>
          </p:cNvPr>
          <p:cNvSpPr>
            <a:spLocks/>
          </p:cNvSpPr>
          <p:nvPr/>
        </p:nvSpPr>
        <p:spPr>
          <a:xfrm>
            <a:off x="8486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6E377D01-0555-425F-9787-23855D1D1EF8}"/>
              </a:ext>
            </a:extLst>
          </p:cNvPr>
          <p:cNvSpPr>
            <a:spLocks/>
          </p:cNvSpPr>
          <p:nvPr/>
        </p:nvSpPr>
        <p:spPr>
          <a:xfrm>
            <a:off x="8478183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911CA6B0-94CC-4A5D-B26E-55159DA9164E}"/>
              </a:ext>
            </a:extLst>
          </p:cNvPr>
          <p:cNvSpPr>
            <a:spLocks/>
          </p:cNvSpPr>
          <p:nvPr/>
        </p:nvSpPr>
        <p:spPr>
          <a:xfrm>
            <a:off x="84117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44CE1D22-F226-4ED6-912F-AB8EC1303B8D}"/>
              </a:ext>
            </a:extLst>
          </p:cNvPr>
          <p:cNvSpPr>
            <a:spLocks/>
          </p:cNvSpPr>
          <p:nvPr/>
        </p:nvSpPr>
        <p:spPr>
          <a:xfrm>
            <a:off x="83959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189849CE-C232-4183-AB43-AF9667DFFC52}"/>
              </a:ext>
            </a:extLst>
          </p:cNvPr>
          <p:cNvSpPr>
            <a:spLocks/>
          </p:cNvSpPr>
          <p:nvPr/>
        </p:nvSpPr>
        <p:spPr>
          <a:xfrm>
            <a:off x="84040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A7B98E98-A444-4076-A091-FF238BE8F7D7}"/>
              </a:ext>
            </a:extLst>
          </p:cNvPr>
          <p:cNvSpPr>
            <a:spLocks/>
          </p:cNvSpPr>
          <p:nvPr/>
        </p:nvSpPr>
        <p:spPr>
          <a:xfrm>
            <a:off x="8485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772CEDF1-3791-48EE-B8AD-A4C80E1B6275}"/>
              </a:ext>
            </a:extLst>
          </p:cNvPr>
          <p:cNvSpPr>
            <a:spLocks/>
          </p:cNvSpPr>
          <p:nvPr/>
        </p:nvSpPr>
        <p:spPr>
          <a:xfrm>
            <a:off x="84402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0C37860D-7748-42CD-BAF1-DEA21E7A5E5E}"/>
              </a:ext>
            </a:extLst>
          </p:cNvPr>
          <p:cNvSpPr>
            <a:spLocks/>
          </p:cNvSpPr>
          <p:nvPr/>
        </p:nvSpPr>
        <p:spPr>
          <a:xfrm>
            <a:off x="83889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3D86F628-3CB3-46E9-8719-0DD70FF9F6A0}"/>
              </a:ext>
            </a:extLst>
          </p:cNvPr>
          <p:cNvSpPr>
            <a:spLocks/>
          </p:cNvSpPr>
          <p:nvPr/>
        </p:nvSpPr>
        <p:spPr>
          <a:xfrm>
            <a:off x="84295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76394212-6ADB-4EA8-ABC4-89AA297C5EEB}"/>
              </a:ext>
            </a:extLst>
          </p:cNvPr>
          <p:cNvSpPr>
            <a:spLocks/>
          </p:cNvSpPr>
          <p:nvPr/>
        </p:nvSpPr>
        <p:spPr>
          <a:xfrm>
            <a:off x="8385029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0E720C1F-4390-4422-9FF0-43D4A83655DF}"/>
              </a:ext>
            </a:extLst>
          </p:cNvPr>
          <p:cNvSpPr>
            <a:spLocks/>
          </p:cNvSpPr>
          <p:nvPr/>
        </p:nvSpPr>
        <p:spPr>
          <a:xfrm>
            <a:off x="8439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96BDF19B-54D0-46FD-A441-7DC56704C41F}"/>
              </a:ext>
            </a:extLst>
          </p:cNvPr>
          <p:cNvSpPr>
            <a:spLocks/>
          </p:cNvSpPr>
          <p:nvPr/>
        </p:nvSpPr>
        <p:spPr>
          <a:xfrm>
            <a:off x="844025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1DA5D010-7E2E-4EB7-84E3-384954C79E4A}"/>
              </a:ext>
            </a:extLst>
          </p:cNvPr>
          <p:cNvSpPr>
            <a:spLocks/>
          </p:cNvSpPr>
          <p:nvPr/>
        </p:nvSpPr>
        <p:spPr>
          <a:xfrm>
            <a:off x="8403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69E6499A-F74D-44A5-94B7-B76175B5EDCA}"/>
              </a:ext>
            </a:extLst>
          </p:cNvPr>
          <p:cNvSpPr>
            <a:spLocks/>
          </p:cNvSpPr>
          <p:nvPr/>
        </p:nvSpPr>
        <p:spPr>
          <a:xfrm>
            <a:off x="846361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1C835272-5E45-4ABF-83A0-84B93A8176DA}"/>
              </a:ext>
            </a:extLst>
          </p:cNvPr>
          <p:cNvSpPr>
            <a:spLocks/>
          </p:cNvSpPr>
          <p:nvPr/>
        </p:nvSpPr>
        <p:spPr>
          <a:xfrm>
            <a:off x="8499554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02CB8C8-D474-44AE-AB6A-F719D92B2091}"/>
              </a:ext>
            </a:extLst>
          </p:cNvPr>
          <p:cNvSpPr>
            <a:spLocks/>
          </p:cNvSpPr>
          <p:nvPr/>
        </p:nvSpPr>
        <p:spPr>
          <a:xfrm>
            <a:off x="848953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956C3CC-BF53-456A-89F4-003C2711A422}"/>
              </a:ext>
            </a:extLst>
          </p:cNvPr>
          <p:cNvSpPr>
            <a:spLocks/>
          </p:cNvSpPr>
          <p:nvPr/>
        </p:nvSpPr>
        <p:spPr>
          <a:xfrm>
            <a:off x="8441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D274D1AB-0DC9-4951-83E9-6D1A666FBCC9}"/>
              </a:ext>
            </a:extLst>
          </p:cNvPr>
          <p:cNvSpPr>
            <a:spLocks/>
          </p:cNvSpPr>
          <p:nvPr/>
        </p:nvSpPr>
        <p:spPr>
          <a:xfrm>
            <a:off x="844678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2208E014-7492-4A60-AB31-63AE8C902BDC}"/>
              </a:ext>
            </a:extLst>
          </p:cNvPr>
          <p:cNvSpPr>
            <a:spLocks/>
          </p:cNvSpPr>
          <p:nvPr/>
        </p:nvSpPr>
        <p:spPr>
          <a:xfrm>
            <a:off x="849336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47CCB30-75E0-46A6-8294-EDAD4E96C1C3}"/>
              </a:ext>
            </a:extLst>
          </p:cNvPr>
          <p:cNvSpPr>
            <a:spLocks/>
          </p:cNvSpPr>
          <p:nvPr/>
        </p:nvSpPr>
        <p:spPr>
          <a:xfrm>
            <a:off x="846823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9D7E5E5-DEA0-4F62-ABF4-EAEFFE335981}"/>
              </a:ext>
            </a:extLst>
          </p:cNvPr>
          <p:cNvSpPr>
            <a:spLocks/>
          </p:cNvSpPr>
          <p:nvPr/>
        </p:nvSpPr>
        <p:spPr>
          <a:xfrm>
            <a:off x="844343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C39A4352-7A7A-48D5-937E-33EC7F89F821}"/>
              </a:ext>
            </a:extLst>
          </p:cNvPr>
          <p:cNvSpPr>
            <a:spLocks/>
          </p:cNvSpPr>
          <p:nvPr/>
        </p:nvSpPr>
        <p:spPr>
          <a:xfrm>
            <a:off x="850457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325408A1-725D-4365-B28A-A0FEA952FC1C}"/>
              </a:ext>
            </a:extLst>
          </p:cNvPr>
          <p:cNvSpPr>
            <a:spLocks/>
          </p:cNvSpPr>
          <p:nvPr/>
        </p:nvSpPr>
        <p:spPr>
          <a:xfrm>
            <a:off x="83851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A3B8B021-BA9D-4CE5-845C-4B9C560B065A}"/>
              </a:ext>
            </a:extLst>
          </p:cNvPr>
          <p:cNvSpPr>
            <a:spLocks/>
          </p:cNvSpPr>
          <p:nvPr/>
        </p:nvSpPr>
        <p:spPr>
          <a:xfrm>
            <a:off x="8456041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044277D7-AAD9-466D-8808-7807CE1C8324}"/>
              </a:ext>
            </a:extLst>
          </p:cNvPr>
          <p:cNvSpPr>
            <a:spLocks/>
          </p:cNvSpPr>
          <p:nvPr/>
        </p:nvSpPr>
        <p:spPr>
          <a:xfrm>
            <a:off x="83919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E50277CD-F14F-4BCE-B90C-71C228ACDC2F}"/>
              </a:ext>
            </a:extLst>
          </p:cNvPr>
          <p:cNvSpPr>
            <a:spLocks/>
          </p:cNvSpPr>
          <p:nvPr/>
        </p:nvSpPr>
        <p:spPr>
          <a:xfrm>
            <a:off x="8491469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82C1ED08-4CB1-41C8-B8C8-8205395C5780}"/>
              </a:ext>
            </a:extLst>
          </p:cNvPr>
          <p:cNvSpPr>
            <a:spLocks/>
          </p:cNvSpPr>
          <p:nvPr/>
        </p:nvSpPr>
        <p:spPr>
          <a:xfrm>
            <a:off x="84589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D2DC26-5D5A-4EDF-A7CE-3DCA2AF903D9}"/>
              </a:ext>
            </a:extLst>
          </p:cNvPr>
          <p:cNvSpPr>
            <a:spLocks/>
          </p:cNvSpPr>
          <p:nvPr/>
        </p:nvSpPr>
        <p:spPr>
          <a:xfrm>
            <a:off x="845752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8BBBDD0-1E77-45B7-9C5A-C5A661E8E71A}"/>
              </a:ext>
            </a:extLst>
          </p:cNvPr>
          <p:cNvSpPr>
            <a:spLocks/>
          </p:cNvSpPr>
          <p:nvPr/>
        </p:nvSpPr>
        <p:spPr>
          <a:xfrm>
            <a:off x="84146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AD054372-54EA-49FA-8556-11E621F06210}"/>
              </a:ext>
            </a:extLst>
          </p:cNvPr>
          <p:cNvSpPr>
            <a:spLocks/>
          </p:cNvSpPr>
          <p:nvPr/>
        </p:nvSpPr>
        <p:spPr>
          <a:xfrm>
            <a:off x="850053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E3430C45-87EA-4F11-976C-69F8024A8DAF}"/>
              </a:ext>
            </a:extLst>
          </p:cNvPr>
          <p:cNvSpPr>
            <a:spLocks/>
          </p:cNvSpPr>
          <p:nvPr/>
        </p:nvSpPr>
        <p:spPr>
          <a:xfrm>
            <a:off x="84039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4AFBFD82-BADB-4720-854D-11C841EC1933}"/>
              </a:ext>
            </a:extLst>
          </p:cNvPr>
          <p:cNvSpPr>
            <a:spLocks/>
          </p:cNvSpPr>
          <p:nvPr/>
        </p:nvSpPr>
        <p:spPr>
          <a:xfrm>
            <a:off x="842619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399E5207-0CF9-42CC-B7E1-472969026AAB}"/>
              </a:ext>
            </a:extLst>
          </p:cNvPr>
          <p:cNvSpPr>
            <a:spLocks/>
          </p:cNvSpPr>
          <p:nvPr/>
        </p:nvSpPr>
        <p:spPr>
          <a:xfrm>
            <a:off x="843570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D82D14BC-99F8-4FD9-BA97-1CAA8EE52ED2}"/>
              </a:ext>
            </a:extLst>
          </p:cNvPr>
          <p:cNvSpPr>
            <a:spLocks/>
          </p:cNvSpPr>
          <p:nvPr/>
        </p:nvSpPr>
        <p:spPr>
          <a:xfrm>
            <a:off x="84267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5C9B04B6-7D9B-4B27-A9CF-CE5A5E11D362}"/>
              </a:ext>
            </a:extLst>
          </p:cNvPr>
          <p:cNvSpPr>
            <a:spLocks/>
          </p:cNvSpPr>
          <p:nvPr/>
        </p:nvSpPr>
        <p:spPr>
          <a:xfrm>
            <a:off x="84506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81F20E5B-9916-492F-AA46-1F6FFC35E10D}"/>
              </a:ext>
            </a:extLst>
          </p:cNvPr>
          <p:cNvSpPr>
            <a:spLocks/>
          </p:cNvSpPr>
          <p:nvPr/>
        </p:nvSpPr>
        <p:spPr>
          <a:xfrm>
            <a:off x="84325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F2C9D560-7F1E-41AC-A39E-210EFFA7B2A9}"/>
              </a:ext>
            </a:extLst>
          </p:cNvPr>
          <p:cNvSpPr>
            <a:spLocks/>
          </p:cNvSpPr>
          <p:nvPr/>
        </p:nvSpPr>
        <p:spPr>
          <a:xfrm>
            <a:off x="841260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0C93B9EB-94D1-4008-9A56-C04E2C836E28}"/>
              </a:ext>
            </a:extLst>
          </p:cNvPr>
          <p:cNvSpPr>
            <a:spLocks/>
          </p:cNvSpPr>
          <p:nvPr/>
        </p:nvSpPr>
        <p:spPr>
          <a:xfrm>
            <a:off x="84645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FD227D7B-F25A-4E28-824E-85F210B610D6}"/>
              </a:ext>
            </a:extLst>
          </p:cNvPr>
          <p:cNvSpPr>
            <a:spLocks/>
          </p:cNvSpPr>
          <p:nvPr/>
        </p:nvSpPr>
        <p:spPr>
          <a:xfrm>
            <a:off x="84529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08A7BC62-402E-47E4-A397-56C3ADA6233C}"/>
              </a:ext>
            </a:extLst>
          </p:cNvPr>
          <p:cNvSpPr>
            <a:spLocks/>
          </p:cNvSpPr>
          <p:nvPr/>
        </p:nvSpPr>
        <p:spPr>
          <a:xfrm>
            <a:off x="83953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C8A8B92E-11E5-4976-9AF9-BE9F7165F518}"/>
              </a:ext>
            </a:extLst>
          </p:cNvPr>
          <p:cNvSpPr>
            <a:spLocks/>
          </p:cNvSpPr>
          <p:nvPr/>
        </p:nvSpPr>
        <p:spPr>
          <a:xfrm>
            <a:off x="84675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F6042FB-1C24-44EC-B781-6A98FBBF6884}"/>
              </a:ext>
            </a:extLst>
          </p:cNvPr>
          <p:cNvSpPr>
            <a:spLocks/>
          </p:cNvSpPr>
          <p:nvPr/>
        </p:nvSpPr>
        <p:spPr>
          <a:xfrm>
            <a:off x="83961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20023F4-A3F3-4A54-B93B-6A28E737F3FB}"/>
              </a:ext>
            </a:extLst>
          </p:cNvPr>
          <p:cNvSpPr>
            <a:spLocks/>
          </p:cNvSpPr>
          <p:nvPr/>
        </p:nvSpPr>
        <p:spPr>
          <a:xfrm>
            <a:off x="850213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7E6D2A00-01ED-4640-97FB-967AB05183B4}"/>
              </a:ext>
            </a:extLst>
          </p:cNvPr>
          <p:cNvSpPr>
            <a:spLocks/>
          </p:cNvSpPr>
          <p:nvPr/>
        </p:nvSpPr>
        <p:spPr>
          <a:xfrm>
            <a:off x="84374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B00EB353-21A5-4FAA-A1E5-8D4BC71A3AF4}"/>
              </a:ext>
            </a:extLst>
          </p:cNvPr>
          <p:cNvSpPr>
            <a:spLocks/>
          </p:cNvSpPr>
          <p:nvPr/>
        </p:nvSpPr>
        <p:spPr>
          <a:xfrm>
            <a:off x="8397630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12BBCB0A-A8D1-4435-A711-36CF8BA4E583}"/>
              </a:ext>
            </a:extLst>
          </p:cNvPr>
          <p:cNvSpPr>
            <a:spLocks/>
          </p:cNvSpPr>
          <p:nvPr/>
        </p:nvSpPr>
        <p:spPr>
          <a:xfrm>
            <a:off x="84751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6BA8B78D-9D9C-46C6-AD8D-8F5129A728A2}"/>
              </a:ext>
            </a:extLst>
          </p:cNvPr>
          <p:cNvSpPr>
            <a:spLocks/>
          </p:cNvSpPr>
          <p:nvPr/>
        </p:nvSpPr>
        <p:spPr>
          <a:xfrm>
            <a:off x="84426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4AAC03-F50D-4123-B2CD-3D968983828A}"/>
              </a:ext>
            </a:extLst>
          </p:cNvPr>
          <p:cNvSpPr>
            <a:spLocks/>
          </p:cNvSpPr>
          <p:nvPr/>
        </p:nvSpPr>
        <p:spPr>
          <a:xfrm>
            <a:off x="842690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4C39757-ACF8-4C9A-81BC-CBED54E4A536}"/>
              </a:ext>
            </a:extLst>
          </p:cNvPr>
          <p:cNvSpPr>
            <a:spLocks/>
          </p:cNvSpPr>
          <p:nvPr/>
        </p:nvSpPr>
        <p:spPr>
          <a:xfrm>
            <a:off x="8464933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E6FB7007-A4B2-471E-B123-22A800BE2D9D}"/>
              </a:ext>
            </a:extLst>
          </p:cNvPr>
          <p:cNvSpPr>
            <a:spLocks/>
          </p:cNvSpPr>
          <p:nvPr/>
        </p:nvSpPr>
        <p:spPr>
          <a:xfrm>
            <a:off x="8410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4848081F-CDDA-4172-A843-82C676FA9D87}"/>
              </a:ext>
            </a:extLst>
          </p:cNvPr>
          <p:cNvSpPr>
            <a:spLocks/>
          </p:cNvSpPr>
          <p:nvPr/>
        </p:nvSpPr>
        <p:spPr>
          <a:xfrm>
            <a:off x="84898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EAE12B79-BA9F-4BD1-BE44-04E7BB74DF18}"/>
              </a:ext>
            </a:extLst>
          </p:cNvPr>
          <p:cNvSpPr>
            <a:spLocks/>
          </p:cNvSpPr>
          <p:nvPr/>
        </p:nvSpPr>
        <p:spPr>
          <a:xfrm>
            <a:off x="84377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EB9BDAEF-7EDD-469A-B156-4869A68719BF}"/>
              </a:ext>
            </a:extLst>
          </p:cNvPr>
          <p:cNvSpPr>
            <a:spLocks/>
          </p:cNvSpPr>
          <p:nvPr/>
        </p:nvSpPr>
        <p:spPr>
          <a:xfrm>
            <a:off x="841529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3198195-D0C7-479E-AA97-5DCC364F97B7}"/>
              </a:ext>
            </a:extLst>
          </p:cNvPr>
          <p:cNvSpPr>
            <a:spLocks/>
          </p:cNvSpPr>
          <p:nvPr/>
        </p:nvSpPr>
        <p:spPr>
          <a:xfrm>
            <a:off x="846221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6B646E8-A879-43EF-B24D-EB99FB15F412}"/>
              </a:ext>
            </a:extLst>
          </p:cNvPr>
          <p:cNvSpPr>
            <a:spLocks/>
          </p:cNvSpPr>
          <p:nvPr/>
        </p:nvSpPr>
        <p:spPr>
          <a:xfrm>
            <a:off x="839605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F534117-332D-4E0E-83E7-A38F3D8BD3A0}"/>
              </a:ext>
            </a:extLst>
          </p:cNvPr>
          <p:cNvSpPr>
            <a:spLocks/>
          </p:cNvSpPr>
          <p:nvPr/>
        </p:nvSpPr>
        <p:spPr>
          <a:xfrm>
            <a:off x="8492821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4F69F4D5-2E06-44BE-9009-7F8FE6B21CAC}"/>
              </a:ext>
            </a:extLst>
          </p:cNvPr>
          <p:cNvSpPr>
            <a:spLocks/>
          </p:cNvSpPr>
          <p:nvPr/>
        </p:nvSpPr>
        <p:spPr>
          <a:xfrm>
            <a:off x="8491777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41A35720-1DE1-4D15-AA21-A26E4DC97F55}"/>
              </a:ext>
            </a:extLst>
          </p:cNvPr>
          <p:cNvSpPr>
            <a:spLocks/>
          </p:cNvSpPr>
          <p:nvPr/>
        </p:nvSpPr>
        <p:spPr>
          <a:xfrm>
            <a:off x="84893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1CC9909B-3293-434F-AC75-175653BF5D56}"/>
              </a:ext>
            </a:extLst>
          </p:cNvPr>
          <p:cNvSpPr>
            <a:spLocks/>
          </p:cNvSpPr>
          <p:nvPr/>
        </p:nvSpPr>
        <p:spPr>
          <a:xfrm>
            <a:off x="8477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B8E5E18-7F18-473B-9BAB-C4907032ECAE}"/>
              </a:ext>
            </a:extLst>
          </p:cNvPr>
          <p:cNvSpPr>
            <a:spLocks/>
          </p:cNvSpPr>
          <p:nvPr/>
        </p:nvSpPr>
        <p:spPr>
          <a:xfrm>
            <a:off x="84563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99421E42-8C6C-4538-8ECC-7F49580ABD3F}"/>
              </a:ext>
            </a:extLst>
          </p:cNvPr>
          <p:cNvSpPr>
            <a:spLocks/>
          </p:cNvSpPr>
          <p:nvPr/>
        </p:nvSpPr>
        <p:spPr>
          <a:xfrm>
            <a:off x="840319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743D2E67-B47A-4521-8ABE-DDAFE9346FD2}"/>
              </a:ext>
            </a:extLst>
          </p:cNvPr>
          <p:cNvSpPr>
            <a:spLocks/>
          </p:cNvSpPr>
          <p:nvPr/>
        </p:nvSpPr>
        <p:spPr>
          <a:xfrm>
            <a:off x="8407621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E75715D-BC61-432D-A6FD-1AFA192BF58D}"/>
              </a:ext>
            </a:extLst>
          </p:cNvPr>
          <p:cNvSpPr>
            <a:spLocks/>
          </p:cNvSpPr>
          <p:nvPr/>
        </p:nvSpPr>
        <p:spPr>
          <a:xfrm>
            <a:off x="84906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64C5793E-2B17-483A-9586-2481C22628F5}"/>
              </a:ext>
            </a:extLst>
          </p:cNvPr>
          <p:cNvSpPr>
            <a:spLocks/>
          </p:cNvSpPr>
          <p:nvPr/>
        </p:nvSpPr>
        <p:spPr>
          <a:xfrm>
            <a:off x="842633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D4D8F20B-0D9B-4549-90B3-90E62D420887}"/>
              </a:ext>
            </a:extLst>
          </p:cNvPr>
          <p:cNvSpPr>
            <a:spLocks/>
          </p:cNvSpPr>
          <p:nvPr/>
        </p:nvSpPr>
        <p:spPr>
          <a:xfrm>
            <a:off x="84841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4CE56D71-DC83-4582-8FF4-019774A415F4}"/>
              </a:ext>
            </a:extLst>
          </p:cNvPr>
          <p:cNvSpPr>
            <a:spLocks/>
          </p:cNvSpPr>
          <p:nvPr/>
        </p:nvSpPr>
        <p:spPr>
          <a:xfrm>
            <a:off x="8416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01A2E695-D4F5-4FB9-8E74-66FCB6CC2CF6}"/>
              </a:ext>
            </a:extLst>
          </p:cNvPr>
          <p:cNvSpPr>
            <a:spLocks/>
          </p:cNvSpPr>
          <p:nvPr/>
        </p:nvSpPr>
        <p:spPr>
          <a:xfrm>
            <a:off x="83888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BB5C4E-4C6F-48A1-A40D-75E375547E0B}"/>
              </a:ext>
            </a:extLst>
          </p:cNvPr>
          <p:cNvSpPr>
            <a:spLocks/>
          </p:cNvSpPr>
          <p:nvPr/>
        </p:nvSpPr>
        <p:spPr>
          <a:xfrm>
            <a:off x="8413873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DB64D0B1-5BAE-4867-B2D2-CE94E7BB699D}"/>
              </a:ext>
            </a:extLst>
          </p:cNvPr>
          <p:cNvSpPr>
            <a:spLocks/>
          </p:cNvSpPr>
          <p:nvPr/>
        </p:nvSpPr>
        <p:spPr>
          <a:xfrm>
            <a:off x="8475051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8A3BE8E9-ADEE-4E14-ADF4-E90ED191EAB8}"/>
              </a:ext>
            </a:extLst>
          </p:cNvPr>
          <p:cNvSpPr>
            <a:spLocks/>
          </p:cNvSpPr>
          <p:nvPr/>
        </p:nvSpPr>
        <p:spPr>
          <a:xfrm>
            <a:off x="8454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BBD34CE1-8D7B-4E04-8783-8D1655677F4F}"/>
              </a:ext>
            </a:extLst>
          </p:cNvPr>
          <p:cNvSpPr>
            <a:spLocks/>
          </p:cNvSpPr>
          <p:nvPr/>
        </p:nvSpPr>
        <p:spPr>
          <a:xfrm>
            <a:off x="8457826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24C763DE-9D41-4646-8E30-27CE3E61791E}"/>
              </a:ext>
            </a:extLst>
          </p:cNvPr>
          <p:cNvSpPr>
            <a:spLocks/>
          </p:cNvSpPr>
          <p:nvPr/>
        </p:nvSpPr>
        <p:spPr>
          <a:xfrm>
            <a:off x="845996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ABA8852-D33A-4DB4-B371-0A42E6278B51}"/>
              </a:ext>
            </a:extLst>
          </p:cNvPr>
          <p:cNvSpPr>
            <a:spLocks/>
          </p:cNvSpPr>
          <p:nvPr/>
        </p:nvSpPr>
        <p:spPr>
          <a:xfrm>
            <a:off x="84742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9040362-0584-45F7-8685-BB327DEF3B20}"/>
              </a:ext>
            </a:extLst>
          </p:cNvPr>
          <p:cNvSpPr>
            <a:spLocks/>
          </p:cNvSpPr>
          <p:nvPr/>
        </p:nvSpPr>
        <p:spPr>
          <a:xfrm>
            <a:off x="8393272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9E90606A-8971-4083-B90D-B2B86350FFBC}"/>
              </a:ext>
            </a:extLst>
          </p:cNvPr>
          <p:cNvSpPr>
            <a:spLocks/>
          </p:cNvSpPr>
          <p:nvPr/>
        </p:nvSpPr>
        <p:spPr>
          <a:xfrm>
            <a:off x="839346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5B2A84C-3182-4141-AE4C-9AB32F1C69C3}"/>
              </a:ext>
            </a:extLst>
          </p:cNvPr>
          <p:cNvSpPr>
            <a:spLocks/>
          </p:cNvSpPr>
          <p:nvPr/>
        </p:nvSpPr>
        <p:spPr>
          <a:xfrm>
            <a:off x="84622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426804C-9DEC-45BF-8D25-608D8003F5A8}"/>
              </a:ext>
            </a:extLst>
          </p:cNvPr>
          <p:cNvSpPr>
            <a:spLocks/>
          </p:cNvSpPr>
          <p:nvPr/>
        </p:nvSpPr>
        <p:spPr>
          <a:xfrm>
            <a:off x="8394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BFA246D6-3858-4A2F-B69A-6B9079E7A5D4}"/>
              </a:ext>
            </a:extLst>
          </p:cNvPr>
          <p:cNvSpPr>
            <a:spLocks/>
          </p:cNvSpPr>
          <p:nvPr/>
        </p:nvSpPr>
        <p:spPr>
          <a:xfrm>
            <a:off x="84077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327E33F-9AC9-4442-8400-FE7BB18246A2}"/>
              </a:ext>
            </a:extLst>
          </p:cNvPr>
          <p:cNvSpPr>
            <a:spLocks/>
          </p:cNvSpPr>
          <p:nvPr/>
        </p:nvSpPr>
        <p:spPr>
          <a:xfrm>
            <a:off x="8443110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F4CAE1D-35B1-4F92-90F3-07F659491E27}"/>
              </a:ext>
            </a:extLst>
          </p:cNvPr>
          <p:cNvSpPr>
            <a:spLocks/>
          </p:cNvSpPr>
          <p:nvPr/>
        </p:nvSpPr>
        <p:spPr>
          <a:xfrm>
            <a:off x="83885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F3BDE720-4EA0-49C9-9C95-EBD62862B4AB}"/>
              </a:ext>
            </a:extLst>
          </p:cNvPr>
          <p:cNvSpPr>
            <a:spLocks/>
          </p:cNvSpPr>
          <p:nvPr/>
        </p:nvSpPr>
        <p:spPr>
          <a:xfrm>
            <a:off x="84401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BCF45D51-D247-4748-9CB7-5232651CC917}"/>
              </a:ext>
            </a:extLst>
          </p:cNvPr>
          <p:cNvSpPr>
            <a:spLocks/>
          </p:cNvSpPr>
          <p:nvPr/>
        </p:nvSpPr>
        <p:spPr>
          <a:xfrm>
            <a:off x="8666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2126114-0A0A-4F51-A6FD-031A4DB1C773}"/>
              </a:ext>
            </a:extLst>
          </p:cNvPr>
          <p:cNvSpPr>
            <a:spLocks/>
          </p:cNvSpPr>
          <p:nvPr/>
        </p:nvSpPr>
        <p:spPr>
          <a:xfrm>
            <a:off x="86378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DAB750E6-AD8B-4ECD-B210-E81CC89C3F43}"/>
              </a:ext>
            </a:extLst>
          </p:cNvPr>
          <p:cNvSpPr>
            <a:spLocks/>
          </p:cNvSpPr>
          <p:nvPr/>
        </p:nvSpPr>
        <p:spPr>
          <a:xfrm>
            <a:off x="86685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6ADE8184-C1CA-467D-B30E-5BE855F90F66}"/>
              </a:ext>
            </a:extLst>
          </p:cNvPr>
          <p:cNvSpPr>
            <a:spLocks/>
          </p:cNvSpPr>
          <p:nvPr/>
        </p:nvSpPr>
        <p:spPr>
          <a:xfrm>
            <a:off x="865411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23B3A883-3BDC-4502-95F7-EAC2E7B8FCA4}"/>
              </a:ext>
            </a:extLst>
          </p:cNvPr>
          <p:cNvSpPr>
            <a:spLocks/>
          </p:cNvSpPr>
          <p:nvPr/>
        </p:nvSpPr>
        <p:spPr>
          <a:xfrm>
            <a:off x="8672063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6D360C53-3584-4560-9C32-1EFB354C548A}"/>
              </a:ext>
            </a:extLst>
          </p:cNvPr>
          <p:cNvSpPr>
            <a:spLocks/>
          </p:cNvSpPr>
          <p:nvPr/>
        </p:nvSpPr>
        <p:spPr>
          <a:xfrm>
            <a:off x="87289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1B6C3FC7-8853-4010-847A-2BF6D27674D9}"/>
              </a:ext>
            </a:extLst>
          </p:cNvPr>
          <p:cNvSpPr>
            <a:spLocks/>
          </p:cNvSpPr>
          <p:nvPr/>
        </p:nvSpPr>
        <p:spPr>
          <a:xfrm>
            <a:off x="86970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5D5A35CA-B006-4E24-A15E-733EF3672907}"/>
              </a:ext>
            </a:extLst>
          </p:cNvPr>
          <p:cNvSpPr>
            <a:spLocks/>
          </p:cNvSpPr>
          <p:nvPr/>
        </p:nvSpPr>
        <p:spPr>
          <a:xfrm>
            <a:off x="86403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1362E949-417A-489D-8A84-61DD111D9ADD}"/>
              </a:ext>
            </a:extLst>
          </p:cNvPr>
          <p:cNvSpPr>
            <a:spLocks/>
          </p:cNvSpPr>
          <p:nvPr/>
        </p:nvSpPr>
        <p:spPr>
          <a:xfrm>
            <a:off x="8692097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9B023E6A-24DF-4065-8532-1472A8120E10}"/>
              </a:ext>
            </a:extLst>
          </p:cNvPr>
          <p:cNvSpPr>
            <a:spLocks/>
          </p:cNvSpPr>
          <p:nvPr/>
        </p:nvSpPr>
        <p:spPr>
          <a:xfrm>
            <a:off x="86510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903CC15-7516-480B-BFA3-E838318D6827}"/>
              </a:ext>
            </a:extLst>
          </p:cNvPr>
          <p:cNvSpPr>
            <a:spLocks/>
          </p:cNvSpPr>
          <p:nvPr/>
        </p:nvSpPr>
        <p:spPr>
          <a:xfrm>
            <a:off x="867312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C2B3482-AA9A-449A-AD42-21B5B0A674EB}"/>
              </a:ext>
            </a:extLst>
          </p:cNvPr>
          <p:cNvSpPr>
            <a:spLocks/>
          </p:cNvSpPr>
          <p:nvPr/>
        </p:nvSpPr>
        <p:spPr>
          <a:xfrm>
            <a:off x="8647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4E0CA3D3-11E9-4518-BA94-5CF18CBF5838}"/>
              </a:ext>
            </a:extLst>
          </p:cNvPr>
          <p:cNvSpPr>
            <a:spLocks/>
          </p:cNvSpPr>
          <p:nvPr/>
        </p:nvSpPr>
        <p:spPr>
          <a:xfrm>
            <a:off x="8739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4ECE59B-91E9-4423-A218-25D8AE804B3C}"/>
              </a:ext>
            </a:extLst>
          </p:cNvPr>
          <p:cNvSpPr>
            <a:spLocks/>
          </p:cNvSpPr>
          <p:nvPr/>
        </p:nvSpPr>
        <p:spPr>
          <a:xfrm>
            <a:off x="865420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4C8D3A83-2A7C-4355-824A-0A74053A4E37}"/>
              </a:ext>
            </a:extLst>
          </p:cNvPr>
          <p:cNvSpPr>
            <a:spLocks/>
          </p:cNvSpPr>
          <p:nvPr/>
        </p:nvSpPr>
        <p:spPr>
          <a:xfrm>
            <a:off x="865730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3499BF15-8C57-4A19-8551-49961927B872}"/>
              </a:ext>
            </a:extLst>
          </p:cNvPr>
          <p:cNvSpPr>
            <a:spLocks/>
          </p:cNvSpPr>
          <p:nvPr/>
        </p:nvSpPr>
        <p:spPr>
          <a:xfrm>
            <a:off x="86892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40B2A704-5D25-4EA9-8A59-7CDBB9E4FA4D}"/>
              </a:ext>
            </a:extLst>
          </p:cNvPr>
          <p:cNvSpPr>
            <a:spLocks/>
          </p:cNvSpPr>
          <p:nvPr/>
        </p:nvSpPr>
        <p:spPr>
          <a:xfrm>
            <a:off x="87202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814A3BBA-FB34-49BA-B680-5A91487BCF30}"/>
              </a:ext>
            </a:extLst>
          </p:cNvPr>
          <p:cNvSpPr>
            <a:spLocks/>
          </p:cNvSpPr>
          <p:nvPr/>
        </p:nvSpPr>
        <p:spPr>
          <a:xfrm>
            <a:off x="8724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B39DDB27-0888-490E-8F3F-53DD35DE1447}"/>
              </a:ext>
            </a:extLst>
          </p:cNvPr>
          <p:cNvSpPr>
            <a:spLocks/>
          </p:cNvSpPr>
          <p:nvPr/>
        </p:nvSpPr>
        <p:spPr>
          <a:xfrm>
            <a:off x="865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D6B332E4-EC93-425E-B1DC-AF1DE72A33A4}"/>
              </a:ext>
            </a:extLst>
          </p:cNvPr>
          <p:cNvSpPr>
            <a:spLocks/>
          </p:cNvSpPr>
          <p:nvPr/>
        </p:nvSpPr>
        <p:spPr>
          <a:xfrm>
            <a:off x="864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42CFA9A7-D845-4E4A-80D8-7C54572D5279}"/>
              </a:ext>
            </a:extLst>
          </p:cNvPr>
          <p:cNvSpPr>
            <a:spLocks/>
          </p:cNvSpPr>
          <p:nvPr/>
        </p:nvSpPr>
        <p:spPr>
          <a:xfrm>
            <a:off x="8705671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FA71569B-0958-4CF2-A9F1-62BB6F921ED7}"/>
              </a:ext>
            </a:extLst>
          </p:cNvPr>
          <p:cNvSpPr>
            <a:spLocks/>
          </p:cNvSpPr>
          <p:nvPr/>
        </p:nvSpPr>
        <p:spPr>
          <a:xfrm>
            <a:off x="86970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264ECBB-FDC3-4CA1-8EED-D0DBF51CFB63}"/>
              </a:ext>
            </a:extLst>
          </p:cNvPr>
          <p:cNvSpPr>
            <a:spLocks/>
          </p:cNvSpPr>
          <p:nvPr/>
        </p:nvSpPr>
        <p:spPr>
          <a:xfrm>
            <a:off x="874195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3CAA58A6-0D87-4CFA-BBD1-7A16D7B9B9B4}"/>
              </a:ext>
            </a:extLst>
          </p:cNvPr>
          <p:cNvSpPr>
            <a:spLocks/>
          </p:cNvSpPr>
          <p:nvPr/>
        </p:nvSpPr>
        <p:spPr>
          <a:xfrm>
            <a:off x="8687495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3DB281FD-239A-45CD-8787-7D4038C93A4C}"/>
              </a:ext>
            </a:extLst>
          </p:cNvPr>
          <p:cNvSpPr>
            <a:spLocks/>
          </p:cNvSpPr>
          <p:nvPr/>
        </p:nvSpPr>
        <p:spPr>
          <a:xfrm>
            <a:off x="8757858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D263578-01FE-4147-AD16-DD94CBCDEE09}"/>
              </a:ext>
            </a:extLst>
          </p:cNvPr>
          <p:cNvSpPr>
            <a:spLocks/>
          </p:cNvSpPr>
          <p:nvPr/>
        </p:nvSpPr>
        <p:spPr>
          <a:xfrm>
            <a:off x="869269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483AEFBA-FC33-4677-A011-DDDFCE2431CF}"/>
              </a:ext>
            </a:extLst>
          </p:cNvPr>
          <p:cNvSpPr>
            <a:spLocks/>
          </p:cNvSpPr>
          <p:nvPr/>
        </p:nvSpPr>
        <p:spPr>
          <a:xfrm>
            <a:off x="867662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8E119884-8883-49A8-A586-5D1A4C961897}"/>
              </a:ext>
            </a:extLst>
          </p:cNvPr>
          <p:cNvSpPr>
            <a:spLocks/>
          </p:cNvSpPr>
          <p:nvPr/>
        </p:nvSpPr>
        <p:spPr>
          <a:xfrm>
            <a:off x="8720335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AF5F9571-16A2-403C-AE27-1540767A89CB}"/>
              </a:ext>
            </a:extLst>
          </p:cNvPr>
          <p:cNvSpPr>
            <a:spLocks/>
          </p:cNvSpPr>
          <p:nvPr/>
        </p:nvSpPr>
        <p:spPr>
          <a:xfrm>
            <a:off x="865599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EFFEA15-7D6F-49BF-8290-399CFE4BC1C3}"/>
              </a:ext>
            </a:extLst>
          </p:cNvPr>
          <p:cNvSpPr>
            <a:spLocks/>
          </p:cNvSpPr>
          <p:nvPr/>
        </p:nvSpPr>
        <p:spPr>
          <a:xfrm>
            <a:off x="8732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4AEBF2F-47A8-48E6-9240-DCD58E346657}"/>
              </a:ext>
            </a:extLst>
          </p:cNvPr>
          <p:cNvSpPr>
            <a:spLocks/>
          </p:cNvSpPr>
          <p:nvPr/>
        </p:nvSpPr>
        <p:spPr>
          <a:xfrm>
            <a:off x="87049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004CF49-16F6-4BC2-883C-4E3B46F42843}"/>
              </a:ext>
            </a:extLst>
          </p:cNvPr>
          <p:cNvSpPr>
            <a:spLocks/>
          </p:cNvSpPr>
          <p:nvPr/>
        </p:nvSpPr>
        <p:spPr>
          <a:xfrm>
            <a:off x="8697720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3CC474B4-97D5-485B-B5B8-6A3CE0E34261}"/>
              </a:ext>
            </a:extLst>
          </p:cNvPr>
          <p:cNvSpPr>
            <a:spLocks/>
          </p:cNvSpPr>
          <p:nvPr/>
        </p:nvSpPr>
        <p:spPr>
          <a:xfrm>
            <a:off x="871187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540D3C91-BDDD-4B0B-A6C7-166A3276CBFF}"/>
              </a:ext>
            </a:extLst>
          </p:cNvPr>
          <p:cNvSpPr>
            <a:spLocks/>
          </p:cNvSpPr>
          <p:nvPr/>
        </p:nvSpPr>
        <p:spPr>
          <a:xfrm>
            <a:off x="87388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B8CBD7AB-A73D-468B-9840-E8AEB1E040C8}"/>
              </a:ext>
            </a:extLst>
          </p:cNvPr>
          <p:cNvSpPr>
            <a:spLocks/>
          </p:cNvSpPr>
          <p:nvPr/>
        </p:nvSpPr>
        <p:spPr>
          <a:xfrm>
            <a:off x="86778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70DB6F37-CC48-4227-981F-35A8AFD90493}"/>
              </a:ext>
            </a:extLst>
          </p:cNvPr>
          <p:cNvSpPr>
            <a:spLocks/>
          </p:cNvSpPr>
          <p:nvPr/>
        </p:nvSpPr>
        <p:spPr>
          <a:xfrm>
            <a:off x="86651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6F9571CA-11B9-452A-A3A0-31447D4F4604}"/>
              </a:ext>
            </a:extLst>
          </p:cNvPr>
          <p:cNvSpPr>
            <a:spLocks/>
          </p:cNvSpPr>
          <p:nvPr/>
        </p:nvSpPr>
        <p:spPr>
          <a:xfrm>
            <a:off x="8728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5D3258C-AA69-477B-B6D1-946F98D22B40}"/>
              </a:ext>
            </a:extLst>
          </p:cNvPr>
          <p:cNvSpPr>
            <a:spLocks/>
          </p:cNvSpPr>
          <p:nvPr/>
        </p:nvSpPr>
        <p:spPr>
          <a:xfrm>
            <a:off x="87015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9B3C0FBE-87DF-4F86-89B0-64F17FE17A87}"/>
              </a:ext>
            </a:extLst>
          </p:cNvPr>
          <p:cNvSpPr>
            <a:spLocks/>
          </p:cNvSpPr>
          <p:nvPr/>
        </p:nvSpPr>
        <p:spPr>
          <a:xfrm>
            <a:off x="8710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C6603C81-A26A-45EE-94CF-04BA20D146CE}"/>
              </a:ext>
            </a:extLst>
          </p:cNvPr>
          <p:cNvSpPr>
            <a:spLocks/>
          </p:cNvSpPr>
          <p:nvPr/>
        </p:nvSpPr>
        <p:spPr>
          <a:xfrm>
            <a:off x="8636807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087B9844-59EB-4456-A5A0-CFB913244B1B}"/>
              </a:ext>
            </a:extLst>
          </p:cNvPr>
          <p:cNvSpPr>
            <a:spLocks/>
          </p:cNvSpPr>
          <p:nvPr/>
        </p:nvSpPr>
        <p:spPr>
          <a:xfrm>
            <a:off x="871677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4E27FA76-A6F6-430F-A227-F78F01B47669}"/>
              </a:ext>
            </a:extLst>
          </p:cNvPr>
          <p:cNvSpPr>
            <a:spLocks/>
          </p:cNvSpPr>
          <p:nvPr/>
        </p:nvSpPr>
        <p:spPr>
          <a:xfrm>
            <a:off x="873537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BC15109A-2CAC-4E60-BF4E-4BB1D76102EA}"/>
              </a:ext>
            </a:extLst>
          </p:cNvPr>
          <p:cNvSpPr>
            <a:spLocks/>
          </p:cNvSpPr>
          <p:nvPr/>
        </p:nvSpPr>
        <p:spPr>
          <a:xfrm>
            <a:off x="86439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BFC02EA7-FD66-4DF5-B2E7-8E20F59AF642}"/>
              </a:ext>
            </a:extLst>
          </p:cNvPr>
          <p:cNvSpPr>
            <a:spLocks/>
          </p:cNvSpPr>
          <p:nvPr/>
        </p:nvSpPr>
        <p:spPr>
          <a:xfrm>
            <a:off x="86780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FB1E8E1C-FB62-44C4-8E74-1C7B4AA518D7}"/>
              </a:ext>
            </a:extLst>
          </p:cNvPr>
          <p:cNvSpPr>
            <a:spLocks/>
          </p:cNvSpPr>
          <p:nvPr/>
        </p:nvSpPr>
        <p:spPr>
          <a:xfrm>
            <a:off x="87430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A468686C-4C72-4691-B9DF-ABF4F73AD907}"/>
              </a:ext>
            </a:extLst>
          </p:cNvPr>
          <p:cNvSpPr>
            <a:spLocks/>
          </p:cNvSpPr>
          <p:nvPr/>
        </p:nvSpPr>
        <p:spPr>
          <a:xfrm>
            <a:off x="86494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1F95AE83-3D6D-4E2F-8F07-CD1FDE9FC1C5}"/>
              </a:ext>
            </a:extLst>
          </p:cNvPr>
          <p:cNvSpPr>
            <a:spLocks/>
          </p:cNvSpPr>
          <p:nvPr/>
        </p:nvSpPr>
        <p:spPr>
          <a:xfrm>
            <a:off x="868300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8E903A39-C4B5-4420-8CE5-0DD8E4D205B8}"/>
              </a:ext>
            </a:extLst>
          </p:cNvPr>
          <p:cNvSpPr>
            <a:spLocks/>
          </p:cNvSpPr>
          <p:nvPr/>
        </p:nvSpPr>
        <p:spPr>
          <a:xfrm>
            <a:off x="8689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8F2AD69D-C0DC-4424-889A-90A0481E33E7}"/>
              </a:ext>
            </a:extLst>
          </p:cNvPr>
          <p:cNvSpPr>
            <a:spLocks/>
          </p:cNvSpPr>
          <p:nvPr/>
        </p:nvSpPr>
        <p:spPr>
          <a:xfrm>
            <a:off x="87048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A6E43814-5628-4B9A-B991-9AB751C38B46}"/>
              </a:ext>
            </a:extLst>
          </p:cNvPr>
          <p:cNvSpPr>
            <a:spLocks/>
          </p:cNvSpPr>
          <p:nvPr/>
        </p:nvSpPr>
        <p:spPr>
          <a:xfrm>
            <a:off x="87029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1DF9078F-45D7-4CF0-A048-AE85C66AA69E}"/>
              </a:ext>
            </a:extLst>
          </p:cNvPr>
          <p:cNvSpPr>
            <a:spLocks/>
          </p:cNvSpPr>
          <p:nvPr/>
        </p:nvSpPr>
        <p:spPr>
          <a:xfrm>
            <a:off x="871524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816C16B7-D102-4ADE-A67F-ED8E267DADCE}"/>
              </a:ext>
            </a:extLst>
          </p:cNvPr>
          <p:cNvSpPr>
            <a:spLocks/>
          </p:cNvSpPr>
          <p:nvPr/>
        </p:nvSpPr>
        <p:spPr>
          <a:xfrm>
            <a:off x="87479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9E15A7-BB55-493D-A3A0-414F02B11DFF}"/>
              </a:ext>
            </a:extLst>
          </p:cNvPr>
          <p:cNvSpPr>
            <a:spLocks/>
          </p:cNvSpPr>
          <p:nvPr/>
        </p:nvSpPr>
        <p:spPr>
          <a:xfrm>
            <a:off x="87059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5EA1C9DF-57EC-4521-BFC2-F4BB321DCBF9}"/>
              </a:ext>
            </a:extLst>
          </p:cNvPr>
          <p:cNvSpPr>
            <a:spLocks/>
          </p:cNvSpPr>
          <p:nvPr/>
        </p:nvSpPr>
        <p:spPr>
          <a:xfrm>
            <a:off x="8665837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DD65D7B0-548F-41E5-8654-21F087FDAC06}"/>
              </a:ext>
            </a:extLst>
          </p:cNvPr>
          <p:cNvSpPr>
            <a:spLocks/>
          </p:cNvSpPr>
          <p:nvPr/>
        </p:nvSpPr>
        <p:spPr>
          <a:xfrm>
            <a:off x="8750715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0BF383E2-7BD7-4FE5-8C7D-ECF0BCB7278C}"/>
              </a:ext>
            </a:extLst>
          </p:cNvPr>
          <p:cNvSpPr>
            <a:spLocks/>
          </p:cNvSpPr>
          <p:nvPr/>
        </p:nvSpPr>
        <p:spPr>
          <a:xfrm>
            <a:off x="86937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766452A6-A554-4198-8351-B2EF40F21A62}"/>
              </a:ext>
            </a:extLst>
          </p:cNvPr>
          <p:cNvSpPr>
            <a:spLocks/>
          </p:cNvSpPr>
          <p:nvPr/>
        </p:nvSpPr>
        <p:spPr>
          <a:xfrm>
            <a:off x="8726814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F75B684D-695E-4CE4-A7B4-4F9034B2ECC2}"/>
              </a:ext>
            </a:extLst>
          </p:cNvPr>
          <p:cNvSpPr>
            <a:spLocks/>
          </p:cNvSpPr>
          <p:nvPr/>
        </p:nvSpPr>
        <p:spPr>
          <a:xfrm>
            <a:off x="867139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9F5D3D5-4B58-4FAA-B02F-FB7EC56FE8D4}"/>
              </a:ext>
            </a:extLst>
          </p:cNvPr>
          <p:cNvSpPr>
            <a:spLocks/>
          </p:cNvSpPr>
          <p:nvPr/>
        </p:nvSpPr>
        <p:spPr>
          <a:xfrm>
            <a:off x="8686739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04EB8808-3392-49BE-94A2-AD39688B760D}"/>
              </a:ext>
            </a:extLst>
          </p:cNvPr>
          <p:cNvSpPr>
            <a:spLocks/>
          </p:cNvSpPr>
          <p:nvPr/>
        </p:nvSpPr>
        <p:spPr>
          <a:xfrm>
            <a:off x="871590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AA4D9BDF-5B13-45D4-8897-8E97C3494CFA}"/>
              </a:ext>
            </a:extLst>
          </p:cNvPr>
          <p:cNvSpPr>
            <a:spLocks/>
          </p:cNvSpPr>
          <p:nvPr/>
        </p:nvSpPr>
        <p:spPr>
          <a:xfrm>
            <a:off x="87097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28AA2E3E-70CB-462D-975E-571744F0DC2C}"/>
              </a:ext>
            </a:extLst>
          </p:cNvPr>
          <p:cNvSpPr>
            <a:spLocks/>
          </p:cNvSpPr>
          <p:nvPr/>
        </p:nvSpPr>
        <p:spPr>
          <a:xfrm>
            <a:off x="86879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3A93727F-40B2-42C6-A420-D1F64A49EDAF}"/>
              </a:ext>
            </a:extLst>
          </p:cNvPr>
          <p:cNvSpPr>
            <a:spLocks/>
          </p:cNvSpPr>
          <p:nvPr/>
        </p:nvSpPr>
        <p:spPr>
          <a:xfrm>
            <a:off x="86769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39D01ED-798D-40AB-8B90-1D1E5D67F507}"/>
              </a:ext>
            </a:extLst>
          </p:cNvPr>
          <p:cNvSpPr>
            <a:spLocks/>
          </p:cNvSpPr>
          <p:nvPr/>
        </p:nvSpPr>
        <p:spPr>
          <a:xfrm>
            <a:off x="87254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F1F32AB-6019-4C3C-BF1C-F11F988D2D26}"/>
              </a:ext>
            </a:extLst>
          </p:cNvPr>
          <p:cNvSpPr>
            <a:spLocks/>
          </p:cNvSpPr>
          <p:nvPr/>
        </p:nvSpPr>
        <p:spPr>
          <a:xfrm>
            <a:off x="86456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572ACDF7-7513-4139-B0CF-E915ADF95FEF}"/>
              </a:ext>
            </a:extLst>
          </p:cNvPr>
          <p:cNvSpPr>
            <a:spLocks/>
          </p:cNvSpPr>
          <p:nvPr/>
        </p:nvSpPr>
        <p:spPr>
          <a:xfrm>
            <a:off x="871581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50E00CD0-0CDE-4674-86FA-C06372862921}"/>
              </a:ext>
            </a:extLst>
          </p:cNvPr>
          <p:cNvSpPr>
            <a:spLocks/>
          </p:cNvSpPr>
          <p:nvPr/>
        </p:nvSpPr>
        <p:spPr>
          <a:xfrm>
            <a:off x="866340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F7E2ECE8-A386-49A1-90FE-0E55F35F12CD}"/>
              </a:ext>
            </a:extLst>
          </p:cNvPr>
          <p:cNvSpPr>
            <a:spLocks/>
          </p:cNvSpPr>
          <p:nvPr/>
        </p:nvSpPr>
        <p:spPr>
          <a:xfrm>
            <a:off x="87350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C30E0B82-5A48-4A26-A4ED-937992CE192F}"/>
              </a:ext>
            </a:extLst>
          </p:cNvPr>
          <p:cNvSpPr>
            <a:spLocks/>
          </p:cNvSpPr>
          <p:nvPr/>
        </p:nvSpPr>
        <p:spPr>
          <a:xfrm>
            <a:off x="87287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CF2BE269-F536-4B1D-BD7D-B393FADD31D4}"/>
              </a:ext>
            </a:extLst>
          </p:cNvPr>
          <p:cNvSpPr>
            <a:spLocks/>
          </p:cNvSpPr>
          <p:nvPr/>
        </p:nvSpPr>
        <p:spPr>
          <a:xfrm>
            <a:off x="87527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4D917B6B-8DC2-4958-9985-3957ED37FBB9}"/>
              </a:ext>
            </a:extLst>
          </p:cNvPr>
          <p:cNvSpPr>
            <a:spLocks/>
          </p:cNvSpPr>
          <p:nvPr/>
        </p:nvSpPr>
        <p:spPr>
          <a:xfrm>
            <a:off x="868617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6F739100-81F5-4AB9-A583-9B71F0EFDB94}"/>
              </a:ext>
            </a:extLst>
          </p:cNvPr>
          <p:cNvSpPr>
            <a:spLocks/>
          </p:cNvSpPr>
          <p:nvPr/>
        </p:nvSpPr>
        <p:spPr>
          <a:xfrm>
            <a:off x="87020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B88AE76C-6AF7-4202-B6E6-9E3D98F0264D}"/>
              </a:ext>
            </a:extLst>
          </p:cNvPr>
          <p:cNvSpPr>
            <a:spLocks/>
          </p:cNvSpPr>
          <p:nvPr/>
        </p:nvSpPr>
        <p:spPr>
          <a:xfrm>
            <a:off x="8720565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EE29E9B1-B443-4E1C-B3C5-E99002F656DD}"/>
              </a:ext>
            </a:extLst>
          </p:cNvPr>
          <p:cNvSpPr>
            <a:spLocks/>
          </p:cNvSpPr>
          <p:nvPr/>
        </p:nvSpPr>
        <p:spPr>
          <a:xfrm>
            <a:off x="87283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596A9088-E5D4-4910-A0E6-D147505A920A}"/>
              </a:ext>
            </a:extLst>
          </p:cNvPr>
          <p:cNvSpPr>
            <a:spLocks/>
          </p:cNvSpPr>
          <p:nvPr/>
        </p:nvSpPr>
        <p:spPr>
          <a:xfrm>
            <a:off x="866471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A491446C-6F41-458E-BEFB-5DDC443B254E}"/>
              </a:ext>
            </a:extLst>
          </p:cNvPr>
          <p:cNvSpPr>
            <a:spLocks/>
          </p:cNvSpPr>
          <p:nvPr/>
        </p:nvSpPr>
        <p:spPr>
          <a:xfrm>
            <a:off x="86915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AF2EA671-B811-401E-AD8E-DA8EE4D15188}"/>
              </a:ext>
            </a:extLst>
          </p:cNvPr>
          <p:cNvSpPr>
            <a:spLocks/>
          </p:cNvSpPr>
          <p:nvPr/>
        </p:nvSpPr>
        <p:spPr>
          <a:xfrm>
            <a:off x="868228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464A0C16-C62D-47E6-B3D3-9426E19865FF}"/>
              </a:ext>
            </a:extLst>
          </p:cNvPr>
          <p:cNvSpPr>
            <a:spLocks/>
          </p:cNvSpPr>
          <p:nvPr/>
        </p:nvSpPr>
        <p:spPr>
          <a:xfrm>
            <a:off x="864891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9C4C0446-AC5A-4018-A95B-18783FA730CD}"/>
              </a:ext>
            </a:extLst>
          </p:cNvPr>
          <p:cNvSpPr>
            <a:spLocks/>
          </p:cNvSpPr>
          <p:nvPr/>
        </p:nvSpPr>
        <p:spPr>
          <a:xfrm>
            <a:off x="864996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1D12AB88-0A2E-4865-8BCB-22477953529C}"/>
              </a:ext>
            </a:extLst>
          </p:cNvPr>
          <p:cNvSpPr>
            <a:spLocks/>
          </p:cNvSpPr>
          <p:nvPr/>
        </p:nvSpPr>
        <p:spPr>
          <a:xfrm>
            <a:off x="8679700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EB4589A8-2FA3-459C-BA8F-F1E920403109}"/>
              </a:ext>
            </a:extLst>
          </p:cNvPr>
          <p:cNvSpPr>
            <a:spLocks/>
          </p:cNvSpPr>
          <p:nvPr/>
        </p:nvSpPr>
        <p:spPr>
          <a:xfrm>
            <a:off x="87487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CDBFA3AB-89D0-4BE2-8655-056C5F759215}"/>
              </a:ext>
            </a:extLst>
          </p:cNvPr>
          <p:cNvSpPr>
            <a:spLocks/>
          </p:cNvSpPr>
          <p:nvPr/>
        </p:nvSpPr>
        <p:spPr>
          <a:xfrm>
            <a:off x="8668134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3FA528AA-2A31-45D5-A5AD-29BA3E6F948C}"/>
              </a:ext>
            </a:extLst>
          </p:cNvPr>
          <p:cNvSpPr>
            <a:spLocks/>
          </p:cNvSpPr>
          <p:nvPr/>
        </p:nvSpPr>
        <p:spPr>
          <a:xfrm>
            <a:off x="8748130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AF0067D5-D3C0-4B5F-AB7C-3389FC48BA72}"/>
              </a:ext>
            </a:extLst>
          </p:cNvPr>
          <p:cNvSpPr>
            <a:spLocks/>
          </p:cNvSpPr>
          <p:nvPr/>
        </p:nvSpPr>
        <p:spPr>
          <a:xfrm>
            <a:off x="8653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C6C6A995-AF2A-404C-A210-FABCD0E799C5}"/>
              </a:ext>
            </a:extLst>
          </p:cNvPr>
          <p:cNvSpPr>
            <a:spLocks/>
          </p:cNvSpPr>
          <p:nvPr/>
        </p:nvSpPr>
        <p:spPr>
          <a:xfrm>
            <a:off x="8738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DAA0EF0-0B92-4FC0-A714-17C0B1EF4FE5}"/>
              </a:ext>
            </a:extLst>
          </p:cNvPr>
          <p:cNvSpPr>
            <a:spLocks/>
          </p:cNvSpPr>
          <p:nvPr/>
        </p:nvSpPr>
        <p:spPr>
          <a:xfrm>
            <a:off x="8679591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A3FF3B8D-9218-46C7-A3D2-9E35D00BC568}"/>
              </a:ext>
            </a:extLst>
          </p:cNvPr>
          <p:cNvSpPr>
            <a:spLocks/>
          </p:cNvSpPr>
          <p:nvPr/>
        </p:nvSpPr>
        <p:spPr>
          <a:xfrm>
            <a:off x="86836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79C49D9-DDD9-41DE-9175-501E134E2CE5}"/>
              </a:ext>
            </a:extLst>
          </p:cNvPr>
          <p:cNvSpPr>
            <a:spLocks/>
          </p:cNvSpPr>
          <p:nvPr/>
        </p:nvSpPr>
        <p:spPr>
          <a:xfrm>
            <a:off x="86464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7627C705-B752-4404-8A67-2FB3536FE9C6}"/>
              </a:ext>
            </a:extLst>
          </p:cNvPr>
          <p:cNvSpPr>
            <a:spLocks/>
          </p:cNvSpPr>
          <p:nvPr/>
        </p:nvSpPr>
        <p:spPr>
          <a:xfrm>
            <a:off x="870079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CDAE227A-C746-4BF0-8E82-368EFCE965A0}"/>
              </a:ext>
            </a:extLst>
          </p:cNvPr>
          <p:cNvSpPr>
            <a:spLocks/>
          </p:cNvSpPr>
          <p:nvPr/>
        </p:nvSpPr>
        <p:spPr>
          <a:xfrm>
            <a:off x="8705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F0C1D42-D664-4B22-8AB6-75A8CB95F933}"/>
              </a:ext>
            </a:extLst>
          </p:cNvPr>
          <p:cNvSpPr>
            <a:spLocks/>
          </p:cNvSpPr>
          <p:nvPr/>
        </p:nvSpPr>
        <p:spPr>
          <a:xfrm>
            <a:off x="87220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2DB9F249-F9F3-4FCB-B431-723495C20C47}"/>
              </a:ext>
            </a:extLst>
          </p:cNvPr>
          <p:cNvSpPr>
            <a:spLocks/>
          </p:cNvSpPr>
          <p:nvPr/>
        </p:nvSpPr>
        <p:spPr>
          <a:xfrm>
            <a:off x="870047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660CB5E-9C2F-4139-820B-CAE1A17A0299}"/>
              </a:ext>
            </a:extLst>
          </p:cNvPr>
          <p:cNvSpPr>
            <a:spLocks/>
          </p:cNvSpPr>
          <p:nvPr/>
        </p:nvSpPr>
        <p:spPr>
          <a:xfrm>
            <a:off x="87352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2901059A-5626-4D7D-B6A0-5644C1C227AA}"/>
              </a:ext>
            </a:extLst>
          </p:cNvPr>
          <p:cNvSpPr>
            <a:spLocks/>
          </p:cNvSpPr>
          <p:nvPr/>
        </p:nvSpPr>
        <p:spPr>
          <a:xfrm>
            <a:off x="8715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E87620D1-0CEB-45AD-A595-BCBDD5D07EF6}"/>
              </a:ext>
            </a:extLst>
          </p:cNvPr>
          <p:cNvSpPr>
            <a:spLocks/>
          </p:cNvSpPr>
          <p:nvPr/>
        </p:nvSpPr>
        <p:spPr>
          <a:xfrm>
            <a:off x="868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3A4C63A-BC12-41BB-A19E-EDEEF003ABF3}"/>
              </a:ext>
            </a:extLst>
          </p:cNvPr>
          <p:cNvSpPr>
            <a:spLocks/>
          </p:cNvSpPr>
          <p:nvPr/>
        </p:nvSpPr>
        <p:spPr>
          <a:xfrm>
            <a:off x="8680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7CA3AC3-22C9-41A9-A416-DE6F0BE6ED69}"/>
              </a:ext>
            </a:extLst>
          </p:cNvPr>
          <p:cNvSpPr>
            <a:spLocks/>
          </p:cNvSpPr>
          <p:nvPr/>
        </p:nvSpPr>
        <p:spPr>
          <a:xfrm>
            <a:off x="86982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BC3F129F-68E5-47A3-81B4-45D51CFFC558}"/>
              </a:ext>
            </a:extLst>
          </p:cNvPr>
          <p:cNvSpPr>
            <a:spLocks/>
          </p:cNvSpPr>
          <p:nvPr/>
        </p:nvSpPr>
        <p:spPr>
          <a:xfrm>
            <a:off x="871281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348FF5FA-0D4A-4B10-A10C-B48F2119BFC7}"/>
              </a:ext>
            </a:extLst>
          </p:cNvPr>
          <p:cNvSpPr>
            <a:spLocks/>
          </p:cNvSpPr>
          <p:nvPr/>
        </p:nvSpPr>
        <p:spPr>
          <a:xfrm>
            <a:off x="866249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6103167-0F18-4C7D-8155-722B18D2A8C8}"/>
              </a:ext>
            </a:extLst>
          </p:cNvPr>
          <p:cNvSpPr>
            <a:spLocks/>
          </p:cNvSpPr>
          <p:nvPr/>
        </p:nvSpPr>
        <p:spPr>
          <a:xfrm>
            <a:off x="8707105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888EE591-16B8-4019-9B1B-6CFED682DF41}"/>
              </a:ext>
            </a:extLst>
          </p:cNvPr>
          <p:cNvSpPr>
            <a:spLocks/>
          </p:cNvSpPr>
          <p:nvPr/>
        </p:nvSpPr>
        <p:spPr>
          <a:xfrm>
            <a:off x="872595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538E7A2E-AFD3-420E-9F5E-352CE369B31F}"/>
              </a:ext>
            </a:extLst>
          </p:cNvPr>
          <p:cNvSpPr>
            <a:spLocks/>
          </p:cNvSpPr>
          <p:nvPr/>
        </p:nvSpPr>
        <p:spPr>
          <a:xfrm>
            <a:off x="86543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AB616CFE-7E0B-4B35-AEA8-FD71415F5A1A}"/>
              </a:ext>
            </a:extLst>
          </p:cNvPr>
          <p:cNvSpPr>
            <a:spLocks/>
          </p:cNvSpPr>
          <p:nvPr/>
        </p:nvSpPr>
        <p:spPr>
          <a:xfrm>
            <a:off x="874658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6E2590C9-4F9D-4857-BFDC-9F52E929BDBF}"/>
              </a:ext>
            </a:extLst>
          </p:cNvPr>
          <p:cNvSpPr>
            <a:spLocks/>
          </p:cNvSpPr>
          <p:nvPr/>
        </p:nvSpPr>
        <p:spPr>
          <a:xfrm>
            <a:off x="87020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39F7A128-7026-40AD-937B-4E49094C8278}"/>
              </a:ext>
            </a:extLst>
          </p:cNvPr>
          <p:cNvSpPr>
            <a:spLocks/>
          </p:cNvSpPr>
          <p:nvPr/>
        </p:nvSpPr>
        <p:spPr>
          <a:xfrm>
            <a:off x="87325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F077D7E6-015E-4F15-9A45-4E753D1B78F1}"/>
              </a:ext>
            </a:extLst>
          </p:cNvPr>
          <p:cNvSpPr>
            <a:spLocks/>
          </p:cNvSpPr>
          <p:nvPr/>
        </p:nvSpPr>
        <p:spPr>
          <a:xfrm>
            <a:off x="86817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EA924A2E-4EBD-4818-9EC3-AEB08DEA15AA}"/>
              </a:ext>
            </a:extLst>
          </p:cNvPr>
          <p:cNvSpPr>
            <a:spLocks/>
          </p:cNvSpPr>
          <p:nvPr/>
        </p:nvSpPr>
        <p:spPr>
          <a:xfrm>
            <a:off x="872747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8F71A453-FBA7-4D83-972D-B6B7E6DFEC57}"/>
              </a:ext>
            </a:extLst>
          </p:cNvPr>
          <p:cNvSpPr>
            <a:spLocks/>
          </p:cNvSpPr>
          <p:nvPr/>
        </p:nvSpPr>
        <p:spPr>
          <a:xfrm>
            <a:off x="8648269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2FA71CE5-999D-4E86-8970-88DCC9885A98}"/>
              </a:ext>
            </a:extLst>
          </p:cNvPr>
          <p:cNvSpPr>
            <a:spLocks/>
          </p:cNvSpPr>
          <p:nvPr/>
        </p:nvSpPr>
        <p:spPr>
          <a:xfrm>
            <a:off x="863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8FD8BE92-31CF-44E4-8BFF-2DCE07ACB27E}"/>
              </a:ext>
            </a:extLst>
          </p:cNvPr>
          <p:cNvSpPr>
            <a:spLocks/>
          </p:cNvSpPr>
          <p:nvPr/>
        </p:nvSpPr>
        <p:spPr>
          <a:xfrm>
            <a:off x="87383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F51053B-D51A-4268-97C9-1D9C7FF68758}"/>
              </a:ext>
            </a:extLst>
          </p:cNvPr>
          <p:cNvSpPr>
            <a:spLocks/>
          </p:cNvSpPr>
          <p:nvPr/>
        </p:nvSpPr>
        <p:spPr>
          <a:xfrm>
            <a:off x="86446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58830D3B-6914-4E30-9349-94D186A4F11D}"/>
              </a:ext>
            </a:extLst>
          </p:cNvPr>
          <p:cNvSpPr>
            <a:spLocks/>
          </p:cNvSpPr>
          <p:nvPr/>
        </p:nvSpPr>
        <p:spPr>
          <a:xfrm>
            <a:off x="86943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E965610E-E1D8-4C3B-84D9-531933A9F759}"/>
              </a:ext>
            </a:extLst>
          </p:cNvPr>
          <p:cNvSpPr>
            <a:spLocks/>
          </p:cNvSpPr>
          <p:nvPr/>
        </p:nvSpPr>
        <p:spPr>
          <a:xfrm>
            <a:off x="8725325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F28C21F4-CA97-427D-81E6-92C9AFB4BC8E}"/>
              </a:ext>
            </a:extLst>
          </p:cNvPr>
          <p:cNvSpPr>
            <a:spLocks/>
          </p:cNvSpPr>
          <p:nvPr/>
        </p:nvSpPr>
        <p:spPr>
          <a:xfrm>
            <a:off x="8680455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8F1C6D8C-43F6-4686-A4E1-D30AB8070015}"/>
              </a:ext>
            </a:extLst>
          </p:cNvPr>
          <p:cNvSpPr>
            <a:spLocks/>
          </p:cNvSpPr>
          <p:nvPr/>
        </p:nvSpPr>
        <p:spPr>
          <a:xfrm>
            <a:off x="873558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E1879920-84C6-461C-91B1-77B851D3F65C}"/>
              </a:ext>
            </a:extLst>
          </p:cNvPr>
          <p:cNvSpPr>
            <a:spLocks/>
          </p:cNvSpPr>
          <p:nvPr/>
        </p:nvSpPr>
        <p:spPr>
          <a:xfrm>
            <a:off x="86620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A222288A-68B1-454C-B9F5-55E299F26753}"/>
              </a:ext>
            </a:extLst>
          </p:cNvPr>
          <p:cNvSpPr>
            <a:spLocks/>
          </p:cNvSpPr>
          <p:nvPr/>
        </p:nvSpPr>
        <p:spPr>
          <a:xfrm>
            <a:off x="870385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9A9A59D-E29E-4DF8-B8C4-8CF21242AAAE}"/>
              </a:ext>
            </a:extLst>
          </p:cNvPr>
          <p:cNvSpPr>
            <a:spLocks/>
          </p:cNvSpPr>
          <p:nvPr/>
        </p:nvSpPr>
        <p:spPr>
          <a:xfrm>
            <a:off x="86372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B5AC820D-5310-484D-8C33-22BE1D0A9232}"/>
              </a:ext>
            </a:extLst>
          </p:cNvPr>
          <p:cNvSpPr>
            <a:spLocks/>
          </p:cNvSpPr>
          <p:nvPr/>
        </p:nvSpPr>
        <p:spPr>
          <a:xfrm>
            <a:off x="87575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5A285F1-7E0D-4520-A10E-EB196C1D79FA}"/>
              </a:ext>
            </a:extLst>
          </p:cNvPr>
          <p:cNvSpPr>
            <a:spLocks/>
          </p:cNvSpPr>
          <p:nvPr/>
        </p:nvSpPr>
        <p:spPr>
          <a:xfrm>
            <a:off x="873481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7BC2B94F-C330-4A67-95C6-F499BDAC04C2}"/>
              </a:ext>
            </a:extLst>
          </p:cNvPr>
          <p:cNvSpPr>
            <a:spLocks/>
          </p:cNvSpPr>
          <p:nvPr/>
        </p:nvSpPr>
        <p:spPr>
          <a:xfrm>
            <a:off x="873057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FCA3118-C4D1-4E83-BC1F-7F0EA6AC6A4C}"/>
              </a:ext>
            </a:extLst>
          </p:cNvPr>
          <p:cNvSpPr>
            <a:spLocks/>
          </p:cNvSpPr>
          <p:nvPr/>
        </p:nvSpPr>
        <p:spPr>
          <a:xfrm>
            <a:off x="8648045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2E02AEF7-3197-4E09-85D7-93292481E5CA}"/>
              </a:ext>
            </a:extLst>
          </p:cNvPr>
          <p:cNvSpPr>
            <a:spLocks/>
          </p:cNvSpPr>
          <p:nvPr/>
        </p:nvSpPr>
        <p:spPr>
          <a:xfrm>
            <a:off x="87503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49193D01-7043-412A-82BE-FDEF2A737A41}"/>
              </a:ext>
            </a:extLst>
          </p:cNvPr>
          <p:cNvSpPr>
            <a:spLocks/>
          </p:cNvSpPr>
          <p:nvPr/>
        </p:nvSpPr>
        <p:spPr>
          <a:xfrm>
            <a:off x="8734223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2FA9B57-7A1A-48C4-9DC6-9382F9BE9320}"/>
              </a:ext>
            </a:extLst>
          </p:cNvPr>
          <p:cNvSpPr>
            <a:spLocks/>
          </p:cNvSpPr>
          <p:nvPr/>
        </p:nvSpPr>
        <p:spPr>
          <a:xfrm>
            <a:off x="870105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9DC751E5-C74F-4A22-832A-3DC09C72F666}"/>
              </a:ext>
            </a:extLst>
          </p:cNvPr>
          <p:cNvSpPr>
            <a:spLocks/>
          </p:cNvSpPr>
          <p:nvPr/>
        </p:nvSpPr>
        <p:spPr>
          <a:xfrm>
            <a:off x="87066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A28A15A3-AB01-42A4-A643-4A65A82547E1}"/>
              </a:ext>
            </a:extLst>
          </p:cNvPr>
          <p:cNvSpPr>
            <a:spLocks/>
          </p:cNvSpPr>
          <p:nvPr/>
        </p:nvSpPr>
        <p:spPr>
          <a:xfrm>
            <a:off x="8683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801333CA-9D92-4A4B-84B4-54172F8F804F}"/>
              </a:ext>
            </a:extLst>
          </p:cNvPr>
          <p:cNvSpPr>
            <a:spLocks/>
          </p:cNvSpPr>
          <p:nvPr/>
        </p:nvSpPr>
        <p:spPr>
          <a:xfrm>
            <a:off x="871697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7683B9A8-50B2-497F-99F6-40DDF0DBCFC8}"/>
              </a:ext>
            </a:extLst>
          </p:cNvPr>
          <p:cNvSpPr>
            <a:spLocks/>
          </p:cNvSpPr>
          <p:nvPr/>
        </p:nvSpPr>
        <p:spPr>
          <a:xfrm>
            <a:off x="8643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0B4F747-68EA-4415-837D-1262B33C40C7}"/>
              </a:ext>
            </a:extLst>
          </p:cNvPr>
          <p:cNvSpPr>
            <a:spLocks/>
          </p:cNvSpPr>
          <p:nvPr/>
        </p:nvSpPr>
        <p:spPr>
          <a:xfrm>
            <a:off x="868052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9F440CA-631F-413A-98A7-4B811D484B51}"/>
              </a:ext>
            </a:extLst>
          </p:cNvPr>
          <p:cNvSpPr>
            <a:spLocks/>
          </p:cNvSpPr>
          <p:nvPr/>
        </p:nvSpPr>
        <p:spPr>
          <a:xfrm>
            <a:off x="8679101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23EFB24-088C-4FD4-9D88-7F58E1520087}"/>
              </a:ext>
            </a:extLst>
          </p:cNvPr>
          <p:cNvSpPr>
            <a:spLocks/>
          </p:cNvSpPr>
          <p:nvPr/>
        </p:nvSpPr>
        <p:spPr>
          <a:xfrm>
            <a:off x="87552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63CC1A5-1747-4BCA-81CA-93B1E5CCCF10}"/>
              </a:ext>
            </a:extLst>
          </p:cNvPr>
          <p:cNvSpPr>
            <a:spLocks/>
          </p:cNvSpPr>
          <p:nvPr/>
        </p:nvSpPr>
        <p:spPr>
          <a:xfrm>
            <a:off x="87505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1B44D984-EEBA-4D75-97B8-89BEB2E3F58A}"/>
              </a:ext>
            </a:extLst>
          </p:cNvPr>
          <p:cNvSpPr>
            <a:spLocks/>
          </p:cNvSpPr>
          <p:nvPr/>
        </p:nvSpPr>
        <p:spPr>
          <a:xfrm>
            <a:off x="86908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BEC7949F-A313-4AE4-8BAA-6A565C66D85E}"/>
              </a:ext>
            </a:extLst>
          </p:cNvPr>
          <p:cNvSpPr>
            <a:spLocks/>
          </p:cNvSpPr>
          <p:nvPr/>
        </p:nvSpPr>
        <p:spPr>
          <a:xfrm>
            <a:off x="86719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FC806F00-CD1C-4FD3-901D-681F77B80B82}"/>
              </a:ext>
            </a:extLst>
          </p:cNvPr>
          <p:cNvSpPr>
            <a:spLocks/>
          </p:cNvSpPr>
          <p:nvPr/>
        </p:nvSpPr>
        <p:spPr>
          <a:xfrm>
            <a:off x="87250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C1ADBA2-E833-48C9-84FB-C926716482B1}"/>
              </a:ext>
            </a:extLst>
          </p:cNvPr>
          <p:cNvSpPr>
            <a:spLocks/>
          </p:cNvSpPr>
          <p:nvPr/>
        </p:nvSpPr>
        <p:spPr>
          <a:xfrm>
            <a:off x="873220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556F1914-790F-4185-98D1-AE7C3C266122}"/>
              </a:ext>
            </a:extLst>
          </p:cNvPr>
          <p:cNvSpPr>
            <a:spLocks/>
          </p:cNvSpPr>
          <p:nvPr/>
        </p:nvSpPr>
        <p:spPr>
          <a:xfrm>
            <a:off x="86463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4F963747-E628-466B-BA1F-5F0FDD866F3C}"/>
              </a:ext>
            </a:extLst>
          </p:cNvPr>
          <p:cNvSpPr>
            <a:spLocks/>
          </p:cNvSpPr>
          <p:nvPr/>
        </p:nvSpPr>
        <p:spPr>
          <a:xfrm>
            <a:off x="870658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ECB79E1-E1A4-48E6-B615-52F629F0509A}"/>
              </a:ext>
            </a:extLst>
          </p:cNvPr>
          <p:cNvSpPr>
            <a:spLocks/>
          </p:cNvSpPr>
          <p:nvPr/>
        </p:nvSpPr>
        <p:spPr>
          <a:xfrm>
            <a:off x="87370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04BB0AF-7593-40D9-A977-B90403179714}"/>
              </a:ext>
            </a:extLst>
          </p:cNvPr>
          <p:cNvSpPr>
            <a:spLocks/>
          </p:cNvSpPr>
          <p:nvPr/>
        </p:nvSpPr>
        <p:spPr>
          <a:xfrm>
            <a:off x="867374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18175560-B925-4F9C-9ED6-5FC06AA525A0}"/>
              </a:ext>
            </a:extLst>
          </p:cNvPr>
          <p:cNvSpPr>
            <a:spLocks/>
          </p:cNvSpPr>
          <p:nvPr/>
        </p:nvSpPr>
        <p:spPr>
          <a:xfrm>
            <a:off x="86754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C55B9ED5-E9AA-4CEC-8F40-EC51387BFBD6}"/>
              </a:ext>
            </a:extLst>
          </p:cNvPr>
          <p:cNvSpPr>
            <a:spLocks/>
          </p:cNvSpPr>
          <p:nvPr/>
        </p:nvSpPr>
        <p:spPr>
          <a:xfrm>
            <a:off x="8722298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D4AF12F2-214D-424E-A110-C1E67CEE076D}"/>
              </a:ext>
            </a:extLst>
          </p:cNvPr>
          <p:cNvSpPr>
            <a:spLocks/>
          </p:cNvSpPr>
          <p:nvPr/>
        </p:nvSpPr>
        <p:spPr>
          <a:xfrm>
            <a:off x="867557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D2CEC937-5FAC-4FE1-95F1-EE6CB150BA19}"/>
              </a:ext>
            </a:extLst>
          </p:cNvPr>
          <p:cNvSpPr>
            <a:spLocks/>
          </p:cNvSpPr>
          <p:nvPr/>
        </p:nvSpPr>
        <p:spPr>
          <a:xfrm>
            <a:off x="8636630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D135AAC2-AF7E-4397-B76C-46DFA97780DA}"/>
              </a:ext>
            </a:extLst>
          </p:cNvPr>
          <p:cNvSpPr>
            <a:spLocks/>
          </p:cNvSpPr>
          <p:nvPr/>
        </p:nvSpPr>
        <p:spPr>
          <a:xfrm>
            <a:off x="8638846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20C26CEC-CD78-45EA-8844-49CC7FF2A9A7}"/>
              </a:ext>
            </a:extLst>
          </p:cNvPr>
          <p:cNvSpPr>
            <a:spLocks/>
          </p:cNvSpPr>
          <p:nvPr/>
        </p:nvSpPr>
        <p:spPr>
          <a:xfrm>
            <a:off x="870177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CF4E3127-40E5-4919-ACCA-F5AA71A96D35}"/>
              </a:ext>
            </a:extLst>
          </p:cNvPr>
          <p:cNvSpPr>
            <a:spLocks/>
          </p:cNvSpPr>
          <p:nvPr/>
        </p:nvSpPr>
        <p:spPr>
          <a:xfrm>
            <a:off x="868937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86BB9A5-3F1C-4B54-8A9A-8348D5C645AD}"/>
              </a:ext>
            </a:extLst>
          </p:cNvPr>
          <p:cNvSpPr>
            <a:spLocks/>
          </p:cNvSpPr>
          <p:nvPr/>
        </p:nvSpPr>
        <p:spPr>
          <a:xfrm>
            <a:off x="8713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93343D8-C3A1-4881-99FB-2ADDEEE40040}"/>
              </a:ext>
            </a:extLst>
          </p:cNvPr>
          <p:cNvSpPr>
            <a:spLocks/>
          </p:cNvSpPr>
          <p:nvPr/>
        </p:nvSpPr>
        <p:spPr>
          <a:xfrm>
            <a:off x="87182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840616CF-CB43-4B43-B964-29F3394AAE04}"/>
              </a:ext>
            </a:extLst>
          </p:cNvPr>
          <p:cNvSpPr>
            <a:spLocks/>
          </p:cNvSpPr>
          <p:nvPr/>
        </p:nvSpPr>
        <p:spPr>
          <a:xfrm>
            <a:off x="865053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59EB05C3-1C9F-455D-AF87-B5E67A6A8A9F}"/>
              </a:ext>
            </a:extLst>
          </p:cNvPr>
          <p:cNvSpPr>
            <a:spLocks/>
          </p:cNvSpPr>
          <p:nvPr/>
        </p:nvSpPr>
        <p:spPr>
          <a:xfrm>
            <a:off x="8736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B100EC1B-648F-4FB8-9BFA-EEE24AFF83E9}"/>
              </a:ext>
            </a:extLst>
          </p:cNvPr>
          <p:cNvSpPr>
            <a:spLocks/>
          </p:cNvSpPr>
          <p:nvPr/>
        </p:nvSpPr>
        <p:spPr>
          <a:xfrm>
            <a:off x="86617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4F2A91C7-E473-43AA-9A62-94CC04E04F65}"/>
              </a:ext>
            </a:extLst>
          </p:cNvPr>
          <p:cNvSpPr>
            <a:spLocks/>
          </p:cNvSpPr>
          <p:nvPr/>
        </p:nvSpPr>
        <p:spPr>
          <a:xfrm>
            <a:off x="8704810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5FA8EE18-C404-438B-8DAC-BAAABFD7606F}"/>
              </a:ext>
            </a:extLst>
          </p:cNvPr>
          <p:cNvSpPr>
            <a:spLocks/>
          </p:cNvSpPr>
          <p:nvPr/>
        </p:nvSpPr>
        <p:spPr>
          <a:xfrm>
            <a:off x="8730268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01F0FDED-F0CC-4C76-8EFC-512DCF02BF82}"/>
              </a:ext>
            </a:extLst>
          </p:cNvPr>
          <p:cNvSpPr>
            <a:spLocks/>
          </p:cNvSpPr>
          <p:nvPr/>
        </p:nvSpPr>
        <p:spPr>
          <a:xfrm>
            <a:off x="8673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7724A2D-FE84-4121-8FD6-BEC5FDF63223}"/>
              </a:ext>
            </a:extLst>
          </p:cNvPr>
          <p:cNvSpPr>
            <a:spLocks/>
          </p:cNvSpPr>
          <p:nvPr/>
        </p:nvSpPr>
        <p:spPr>
          <a:xfrm>
            <a:off x="87434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3ECCB5F2-D23B-4B9B-98D0-4B3D7E826398}"/>
              </a:ext>
            </a:extLst>
          </p:cNvPr>
          <p:cNvSpPr>
            <a:spLocks/>
          </p:cNvSpPr>
          <p:nvPr/>
        </p:nvSpPr>
        <p:spPr>
          <a:xfrm>
            <a:off x="871665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114ED03-4CB8-40FA-B53A-471439063C9D}"/>
              </a:ext>
            </a:extLst>
          </p:cNvPr>
          <p:cNvSpPr>
            <a:spLocks/>
          </p:cNvSpPr>
          <p:nvPr/>
        </p:nvSpPr>
        <p:spPr>
          <a:xfrm>
            <a:off x="86459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FCCE95F-9CA1-45EC-A701-298F021AB230}"/>
              </a:ext>
            </a:extLst>
          </p:cNvPr>
          <p:cNvSpPr>
            <a:spLocks/>
          </p:cNvSpPr>
          <p:nvPr/>
        </p:nvSpPr>
        <p:spPr>
          <a:xfrm>
            <a:off x="8693343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AC69B6F4-5A5A-498F-8C99-4F4C7F9A45C1}"/>
              </a:ext>
            </a:extLst>
          </p:cNvPr>
          <p:cNvSpPr>
            <a:spLocks/>
          </p:cNvSpPr>
          <p:nvPr/>
        </p:nvSpPr>
        <p:spPr>
          <a:xfrm>
            <a:off x="87185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6C7F9B67-F86F-449B-9C9A-50ED5A7C9916}"/>
              </a:ext>
            </a:extLst>
          </p:cNvPr>
          <p:cNvSpPr>
            <a:spLocks/>
          </p:cNvSpPr>
          <p:nvPr/>
        </p:nvSpPr>
        <p:spPr>
          <a:xfrm>
            <a:off x="87546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004D35ED-5E15-42C4-B901-8A0E035AE55E}"/>
              </a:ext>
            </a:extLst>
          </p:cNvPr>
          <p:cNvSpPr>
            <a:spLocks/>
          </p:cNvSpPr>
          <p:nvPr/>
        </p:nvSpPr>
        <p:spPr>
          <a:xfrm>
            <a:off x="874150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D516C92D-B9CC-4308-AB15-C04D6A483599}"/>
              </a:ext>
            </a:extLst>
          </p:cNvPr>
          <p:cNvSpPr>
            <a:spLocks/>
          </p:cNvSpPr>
          <p:nvPr/>
        </p:nvSpPr>
        <p:spPr>
          <a:xfrm>
            <a:off x="8676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75BAF4FC-C3C5-43FB-B5CB-80D2BD7B5276}"/>
              </a:ext>
            </a:extLst>
          </p:cNvPr>
          <p:cNvSpPr>
            <a:spLocks/>
          </p:cNvSpPr>
          <p:nvPr/>
        </p:nvSpPr>
        <p:spPr>
          <a:xfrm>
            <a:off x="86565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E51DB91-4BC4-401B-B1F6-1C0562DB6771}"/>
              </a:ext>
            </a:extLst>
          </p:cNvPr>
          <p:cNvSpPr>
            <a:spLocks/>
          </p:cNvSpPr>
          <p:nvPr/>
        </p:nvSpPr>
        <p:spPr>
          <a:xfrm>
            <a:off x="875285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3EEF6E8-CECF-44D0-9881-8061488ED151}"/>
              </a:ext>
            </a:extLst>
          </p:cNvPr>
          <p:cNvSpPr>
            <a:spLocks/>
          </p:cNvSpPr>
          <p:nvPr/>
        </p:nvSpPr>
        <p:spPr>
          <a:xfrm>
            <a:off x="87447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1A7F0F93-3C91-4E74-9FC8-4E35412DCD76}"/>
              </a:ext>
            </a:extLst>
          </p:cNvPr>
          <p:cNvSpPr>
            <a:spLocks/>
          </p:cNvSpPr>
          <p:nvPr/>
        </p:nvSpPr>
        <p:spPr>
          <a:xfrm>
            <a:off x="86670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5EE99DF9-7FF6-438A-BF0B-1856E86939D1}"/>
              </a:ext>
            </a:extLst>
          </p:cNvPr>
          <p:cNvSpPr>
            <a:spLocks/>
          </p:cNvSpPr>
          <p:nvPr/>
        </p:nvSpPr>
        <p:spPr>
          <a:xfrm>
            <a:off x="8716742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4F0192FC-8FBD-48E0-BBD5-90CBF68B169E}"/>
              </a:ext>
            </a:extLst>
          </p:cNvPr>
          <p:cNvSpPr>
            <a:spLocks/>
          </p:cNvSpPr>
          <p:nvPr/>
        </p:nvSpPr>
        <p:spPr>
          <a:xfrm>
            <a:off x="875782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ABE4E456-5DB0-44FB-80F2-59665CC81F6F}"/>
              </a:ext>
            </a:extLst>
          </p:cNvPr>
          <p:cNvSpPr>
            <a:spLocks/>
          </p:cNvSpPr>
          <p:nvPr/>
        </p:nvSpPr>
        <p:spPr>
          <a:xfrm>
            <a:off x="86809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6E363B8E-F846-4560-B9D0-058969D243EC}"/>
              </a:ext>
            </a:extLst>
          </p:cNvPr>
          <p:cNvSpPr>
            <a:spLocks/>
          </p:cNvSpPr>
          <p:nvPr/>
        </p:nvSpPr>
        <p:spPr>
          <a:xfrm>
            <a:off x="8692024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7D87390-2274-4E63-A563-2B2CC32B6171}"/>
              </a:ext>
            </a:extLst>
          </p:cNvPr>
          <p:cNvSpPr>
            <a:spLocks/>
          </p:cNvSpPr>
          <p:nvPr/>
        </p:nvSpPr>
        <p:spPr>
          <a:xfrm>
            <a:off x="865184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29538B10-122F-4804-995F-01E227A4FC53}"/>
              </a:ext>
            </a:extLst>
          </p:cNvPr>
          <p:cNvSpPr>
            <a:spLocks/>
          </p:cNvSpPr>
          <p:nvPr/>
        </p:nvSpPr>
        <p:spPr>
          <a:xfrm>
            <a:off x="8685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28AA5F8F-1341-44D1-B2DE-56A157BC29CC}"/>
              </a:ext>
            </a:extLst>
          </p:cNvPr>
          <p:cNvSpPr>
            <a:spLocks/>
          </p:cNvSpPr>
          <p:nvPr/>
        </p:nvSpPr>
        <p:spPr>
          <a:xfrm>
            <a:off x="86574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9DFBE54-4A19-4C03-96B6-854C86EFCDA5}"/>
              </a:ext>
            </a:extLst>
          </p:cNvPr>
          <p:cNvSpPr>
            <a:spLocks/>
          </p:cNvSpPr>
          <p:nvPr/>
        </p:nvSpPr>
        <p:spPr>
          <a:xfrm>
            <a:off x="86599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C74AA343-0B55-44A0-A42F-814863C5E72F}"/>
              </a:ext>
            </a:extLst>
          </p:cNvPr>
          <p:cNvSpPr>
            <a:spLocks/>
          </p:cNvSpPr>
          <p:nvPr/>
        </p:nvSpPr>
        <p:spPr>
          <a:xfrm>
            <a:off x="8651231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490E1660-47D4-46C3-9672-AFEFFE2AD5D5}"/>
              </a:ext>
            </a:extLst>
          </p:cNvPr>
          <p:cNvSpPr>
            <a:spLocks/>
          </p:cNvSpPr>
          <p:nvPr/>
        </p:nvSpPr>
        <p:spPr>
          <a:xfrm>
            <a:off x="86453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D2AD4F7-8EF3-405E-ABF9-B3B9D22835B3}"/>
              </a:ext>
            </a:extLst>
          </p:cNvPr>
          <p:cNvSpPr>
            <a:spLocks/>
          </p:cNvSpPr>
          <p:nvPr/>
        </p:nvSpPr>
        <p:spPr>
          <a:xfrm>
            <a:off x="870112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77CAE416-B984-4354-88B8-7B6A8FE9A444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F7E24C70-FFF4-4980-A0C7-1C7B9944CFE4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01E3F8B6-394F-461E-9CAA-6A06AFC339FA}"/>
              </a:ext>
            </a:extLst>
          </p:cNvPr>
          <p:cNvSpPr>
            <a:spLocks/>
          </p:cNvSpPr>
          <p:nvPr/>
        </p:nvSpPr>
        <p:spPr>
          <a:xfrm>
            <a:off x="6526468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A4FB8392-765A-4B4A-BB29-7EFDC9056091}"/>
              </a:ext>
            </a:extLst>
          </p:cNvPr>
          <p:cNvSpPr>
            <a:spLocks/>
          </p:cNvSpPr>
          <p:nvPr/>
        </p:nvSpPr>
        <p:spPr>
          <a:xfrm>
            <a:off x="7005297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BD8A0870-B980-458D-94F1-CBBD478DF36E}"/>
              </a:ext>
            </a:extLst>
          </p:cNvPr>
          <p:cNvSpPr>
            <a:spLocks/>
          </p:cNvSpPr>
          <p:nvPr/>
        </p:nvSpPr>
        <p:spPr>
          <a:xfrm>
            <a:off x="7169939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C7B59F4D-65EF-4999-8FA8-C8E9ECE53389}"/>
              </a:ext>
            </a:extLst>
          </p:cNvPr>
          <p:cNvSpPr>
            <a:spLocks/>
          </p:cNvSpPr>
          <p:nvPr/>
        </p:nvSpPr>
        <p:spPr>
          <a:xfrm>
            <a:off x="7423234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2A2AC832-9431-4325-9FCA-17A72350B7AE}"/>
              </a:ext>
            </a:extLst>
          </p:cNvPr>
          <p:cNvSpPr>
            <a:spLocks/>
          </p:cNvSpPr>
          <p:nvPr/>
        </p:nvSpPr>
        <p:spPr>
          <a:xfrm>
            <a:off x="7676529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581EDB77-73CF-4025-AE47-013BBA3B731B}"/>
              </a:ext>
            </a:extLst>
          </p:cNvPr>
          <p:cNvSpPr>
            <a:spLocks/>
          </p:cNvSpPr>
          <p:nvPr/>
        </p:nvSpPr>
        <p:spPr>
          <a:xfrm>
            <a:off x="8208449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BF60D62-19A2-41CE-81EF-A7278EDDCA63}"/>
              </a:ext>
            </a:extLst>
          </p:cNvPr>
          <p:cNvSpPr>
            <a:spLocks/>
          </p:cNvSpPr>
          <p:nvPr/>
        </p:nvSpPr>
        <p:spPr>
          <a:xfrm>
            <a:off x="8461744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1447529-A68D-44CA-8A4C-F02531244475}"/>
              </a:ext>
            </a:extLst>
          </p:cNvPr>
          <p:cNvSpPr>
            <a:spLocks/>
          </p:cNvSpPr>
          <p:nvPr/>
        </p:nvSpPr>
        <p:spPr>
          <a:xfrm>
            <a:off x="8715039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9356C692-A9A9-4385-9616-DCA8A6E235D7}"/>
              </a:ext>
            </a:extLst>
          </p:cNvPr>
          <p:cNvSpPr>
            <a:spLocks/>
          </p:cNvSpPr>
          <p:nvPr/>
        </p:nvSpPr>
        <p:spPr>
          <a:xfrm>
            <a:off x="7134470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EAFC2F9E-B647-4E29-BDBD-0A5F0DCB47F7}"/>
              </a:ext>
            </a:extLst>
          </p:cNvPr>
          <p:cNvSpPr>
            <a:spLocks/>
          </p:cNvSpPr>
          <p:nvPr/>
        </p:nvSpPr>
        <p:spPr>
          <a:xfrm>
            <a:off x="738776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288F2D52-F221-43B8-B4B7-A9E0B6FF4007}"/>
              </a:ext>
            </a:extLst>
          </p:cNvPr>
          <p:cNvSpPr>
            <a:spLocks/>
          </p:cNvSpPr>
          <p:nvPr/>
        </p:nvSpPr>
        <p:spPr>
          <a:xfrm>
            <a:off x="7641061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D2B2EC05-FAEE-4EF6-91D9-C8E1632A7A37}"/>
              </a:ext>
            </a:extLst>
          </p:cNvPr>
          <p:cNvSpPr>
            <a:spLocks/>
          </p:cNvSpPr>
          <p:nvPr/>
        </p:nvSpPr>
        <p:spPr>
          <a:xfrm>
            <a:off x="8172980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0BDA4541-055D-40EC-AA3F-DB092852900C}"/>
              </a:ext>
            </a:extLst>
          </p:cNvPr>
          <p:cNvSpPr>
            <a:spLocks/>
          </p:cNvSpPr>
          <p:nvPr/>
        </p:nvSpPr>
        <p:spPr>
          <a:xfrm>
            <a:off x="842627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5FEF1694-BAE7-48C0-8817-43175048B60F}"/>
              </a:ext>
            </a:extLst>
          </p:cNvPr>
          <p:cNvSpPr>
            <a:spLocks/>
          </p:cNvSpPr>
          <p:nvPr/>
        </p:nvSpPr>
        <p:spPr>
          <a:xfrm>
            <a:off x="8679571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0D9A97C8-BC17-4413-A4DF-BD5291B78B39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F463783C-6F19-465B-B510-9065559ACA70}"/>
              </a:ext>
            </a:extLst>
          </p:cNvPr>
          <p:cNvSpPr>
            <a:spLocks/>
          </p:cNvSpPr>
          <p:nvPr/>
        </p:nvSpPr>
        <p:spPr>
          <a:xfrm>
            <a:off x="147586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7FE23CF7-7D71-4FD6-BBD7-24988CCD4AB6}"/>
              </a:ext>
            </a:extLst>
          </p:cNvPr>
          <p:cNvSpPr>
            <a:spLocks/>
          </p:cNvSpPr>
          <p:nvPr/>
        </p:nvSpPr>
        <p:spPr>
          <a:xfrm>
            <a:off x="1109400" y="7099231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63BBDE94-CC5C-440F-89CE-99EB94120FEB}"/>
              </a:ext>
            </a:extLst>
          </p:cNvPr>
          <p:cNvSpPr>
            <a:spLocks/>
          </p:cNvSpPr>
          <p:nvPr/>
        </p:nvSpPr>
        <p:spPr>
          <a:xfrm>
            <a:off x="241305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EDE3DCBD-9DCF-48B9-96E0-9FBA12F300D9}"/>
              </a:ext>
            </a:extLst>
          </p:cNvPr>
          <p:cNvSpPr>
            <a:spLocks/>
          </p:cNvSpPr>
          <p:nvPr/>
        </p:nvSpPr>
        <p:spPr>
          <a:xfrm>
            <a:off x="2052957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6C77A55C-161F-4B87-8233-1CB8728CA743}"/>
              </a:ext>
            </a:extLst>
          </p:cNvPr>
          <p:cNvSpPr>
            <a:spLocks/>
          </p:cNvSpPr>
          <p:nvPr/>
        </p:nvSpPr>
        <p:spPr>
          <a:xfrm>
            <a:off x="2174280" y="7218948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91276C83-D0BE-483D-BCAE-F34B98CDBD9E}"/>
              </a:ext>
            </a:extLst>
          </p:cNvPr>
          <p:cNvSpPr>
            <a:spLocks/>
          </p:cNvSpPr>
          <p:nvPr/>
        </p:nvSpPr>
        <p:spPr>
          <a:xfrm>
            <a:off x="2240130" y="7218948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2344CFA1-7373-40F9-9F0F-059545688E6B}"/>
              </a:ext>
            </a:extLst>
          </p:cNvPr>
          <p:cNvSpPr>
            <a:spLocks/>
          </p:cNvSpPr>
          <p:nvPr/>
        </p:nvSpPr>
        <p:spPr>
          <a:xfrm>
            <a:off x="2309340" y="7218948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F0E33A1-AB67-410C-ABE1-6A86A1264FAF}"/>
              </a:ext>
            </a:extLst>
          </p:cNvPr>
          <p:cNvSpPr>
            <a:spLocks/>
          </p:cNvSpPr>
          <p:nvPr/>
        </p:nvSpPr>
        <p:spPr>
          <a:xfrm>
            <a:off x="2383093" y="7218948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FD9F48BB-5C8A-4C58-9F39-4B1CE9FF3ACE}"/>
              </a:ext>
            </a:extLst>
          </p:cNvPr>
          <p:cNvSpPr>
            <a:spLocks/>
          </p:cNvSpPr>
          <p:nvPr/>
        </p:nvSpPr>
        <p:spPr>
          <a:xfrm>
            <a:off x="2464876" y="7218948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913E7D33-CA42-4798-B38C-7CAD2B1A1DD8}"/>
              </a:ext>
            </a:extLst>
          </p:cNvPr>
          <p:cNvSpPr>
            <a:spLocks/>
          </p:cNvSpPr>
          <p:nvPr/>
        </p:nvSpPr>
        <p:spPr>
          <a:xfrm>
            <a:off x="2533884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2023FE37-A0EF-4D84-BEDC-408282591255}"/>
              </a:ext>
            </a:extLst>
          </p:cNvPr>
          <p:cNvSpPr>
            <a:spLocks/>
          </p:cNvSpPr>
          <p:nvPr/>
        </p:nvSpPr>
        <p:spPr>
          <a:xfrm>
            <a:off x="2579107" y="7267083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44A3DF84-60F8-4B57-AAD0-81710BA3628B}"/>
              </a:ext>
            </a:extLst>
          </p:cNvPr>
          <p:cNvSpPr>
            <a:spLocks/>
          </p:cNvSpPr>
          <p:nvPr/>
        </p:nvSpPr>
        <p:spPr>
          <a:xfrm>
            <a:off x="2601631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C6EC62C5-6743-477D-B65C-0137A7248D32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2C02756F-BE19-4880-A3B1-B216D46733F7}"/>
              </a:ext>
            </a:extLst>
          </p:cNvPr>
          <p:cNvSpPr>
            <a:spLocks/>
          </p:cNvSpPr>
          <p:nvPr/>
        </p:nvSpPr>
        <p:spPr>
          <a:xfrm>
            <a:off x="962933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EC21A4E7-6D87-4138-A4FA-875804F25099}"/>
              </a:ext>
            </a:extLst>
          </p:cNvPr>
          <p:cNvSpPr>
            <a:spLocks/>
          </p:cNvSpPr>
          <p:nvPr/>
        </p:nvSpPr>
        <p:spPr>
          <a:xfrm>
            <a:off x="739209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9D4EECA2-E179-44A3-B8CC-71B2AFC12D50}"/>
              </a:ext>
            </a:extLst>
          </p:cNvPr>
          <p:cNvSpPr>
            <a:spLocks/>
          </p:cNvSpPr>
          <p:nvPr/>
        </p:nvSpPr>
        <p:spPr>
          <a:xfrm>
            <a:off x="1007269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3712634-C6E3-4090-A210-4F834A2D1DE4}"/>
              </a:ext>
            </a:extLst>
          </p:cNvPr>
          <p:cNvSpPr>
            <a:spLocks/>
          </p:cNvSpPr>
          <p:nvPr/>
        </p:nvSpPr>
        <p:spPr>
          <a:xfrm>
            <a:off x="962933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1FD3B36B-6D14-42D0-9F21-4C56DCEFFB94}"/>
              </a:ext>
            </a:extLst>
          </p:cNvPr>
          <p:cNvSpPr>
            <a:spLocks/>
          </p:cNvSpPr>
          <p:nvPr/>
        </p:nvSpPr>
        <p:spPr>
          <a:xfrm>
            <a:off x="739209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F864D4EB-FB93-4407-8A87-EBE6AEC7D398}"/>
              </a:ext>
            </a:extLst>
          </p:cNvPr>
          <p:cNvSpPr>
            <a:spLocks/>
          </p:cNvSpPr>
          <p:nvPr/>
        </p:nvSpPr>
        <p:spPr>
          <a:xfrm>
            <a:off x="1007269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8F4808BE-3A1D-4221-AFEE-D820FF83B268}"/>
              </a:ext>
            </a:extLst>
          </p:cNvPr>
          <p:cNvSpPr>
            <a:spLocks/>
          </p:cNvSpPr>
          <p:nvPr/>
        </p:nvSpPr>
        <p:spPr>
          <a:xfrm>
            <a:off x="962933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DBABAEAF-2798-435C-A9A2-C80F5494E66F}"/>
              </a:ext>
            </a:extLst>
          </p:cNvPr>
          <p:cNvSpPr>
            <a:spLocks/>
          </p:cNvSpPr>
          <p:nvPr/>
        </p:nvSpPr>
        <p:spPr>
          <a:xfrm>
            <a:off x="739209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9B2A424F-72E8-485C-83DA-A36C6AF83AB4}"/>
              </a:ext>
            </a:extLst>
          </p:cNvPr>
          <p:cNvSpPr>
            <a:spLocks/>
          </p:cNvSpPr>
          <p:nvPr/>
        </p:nvSpPr>
        <p:spPr>
          <a:xfrm rot="-5400000">
            <a:off x="470001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0C38A30-CBE1-4F9B-8F77-77614EC61FA6}"/>
              </a:ext>
            </a:extLst>
          </p:cNvPr>
          <p:cNvSpPr>
            <a:spLocks/>
          </p:cNvSpPr>
          <p:nvPr/>
        </p:nvSpPr>
        <p:spPr>
          <a:xfrm>
            <a:off x="1154876" y="6333696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6D4BB838-4385-4104-AE42-3A4F48C68E0F}"/>
              </a:ext>
            </a:extLst>
          </p:cNvPr>
          <p:cNvSpPr>
            <a:spLocks/>
          </p:cNvSpPr>
          <p:nvPr/>
        </p:nvSpPr>
        <p:spPr>
          <a:xfrm>
            <a:off x="1379803" y="6111077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0673AF67-2774-4B42-A540-3E3245FE64B9}"/>
              </a:ext>
            </a:extLst>
          </p:cNvPr>
          <p:cNvSpPr>
            <a:spLocks/>
          </p:cNvSpPr>
          <p:nvPr/>
        </p:nvSpPr>
        <p:spPr>
          <a:xfrm>
            <a:off x="1604729" y="5943602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50851AB-017D-4CD0-8AE3-7553C8C9D5BF}"/>
              </a:ext>
            </a:extLst>
          </p:cNvPr>
          <p:cNvSpPr>
            <a:spLocks/>
          </p:cNvSpPr>
          <p:nvPr/>
        </p:nvSpPr>
        <p:spPr>
          <a:xfrm>
            <a:off x="2092068" y="6109019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CB5B12FC-EA2C-4ADB-835E-6607A0796A9B}"/>
              </a:ext>
            </a:extLst>
          </p:cNvPr>
          <p:cNvSpPr>
            <a:spLocks/>
          </p:cNvSpPr>
          <p:nvPr/>
        </p:nvSpPr>
        <p:spPr>
          <a:xfrm>
            <a:off x="2316995" y="5949966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3D973039-E00E-441B-B104-6F7FC343B146}"/>
              </a:ext>
            </a:extLst>
          </p:cNvPr>
          <p:cNvSpPr>
            <a:spLocks/>
          </p:cNvSpPr>
          <p:nvPr/>
        </p:nvSpPr>
        <p:spPr>
          <a:xfrm>
            <a:off x="2541921" y="5722691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B0075B56-2901-4E4E-A672-86C8F81C4E9C}"/>
              </a:ext>
            </a:extLst>
          </p:cNvPr>
          <p:cNvSpPr>
            <a:spLocks/>
          </p:cNvSpPr>
          <p:nvPr/>
        </p:nvSpPr>
        <p:spPr>
          <a:xfrm>
            <a:off x="1195898" y="66880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AFEADBDE-54B9-4C98-8B1A-4A28420B590B}"/>
              </a:ext>
            </a:extLst>
          </p:cNvPr>
          <p:cNvSpPr>
            <a:spLocks/>
          </p:cNvSpPr>
          <p:nvPr/>
        </p:nvSpPr>
        <p:spPr>
          <a:xfrm>
            <a:off x="1257754" y="60050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27513A8-81B4-4446-8E8F-4C6F2B18B5F3}"/>
              </a:ext>
            </a:extLst>
          </p:cNvPr>
          <p:cNvSpPr>
            <a:spLocks/>
          </p:cNvSpPr>
          <p:nvPr/>
        </p:nvSpPr>
        <p:spPr>
          <a:xfrm>
            <a:off x="117189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74A336C-87B3-4BDE-882A-AA3423AC1AEB}"/>
              </a:ext>
            </a:extLst>
          </p:cNvPr>
          <p:cNvSpPr>
            <a:spLocks/>
          </p:cNvSpPr>
          <p:nvPr/>
        </p:nvSpPr>
        <p:spPr>
          <a:xfrm>
            <a:off x="1224010" y="57669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FBEA80CD-5BA9-4DA0-B292-05B969C5168F}"/>
              </a:ext>
            </a:extLst>
          </p:cNvPr>
          <p:cNvSpPr>
            <a:spLocks/>
          </p:cNvSpPr>
          <p:nvPr/>
        </p:nvSpPr>
        <p:spPr>
          <a:xfrm>
            <a:off x="1183607" y="64401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9F25C367-2686-4ABE-8A29-0057EF85EF8F}"/>
              </a:ext>
            </a:extLst>
          </p:cNvPr>
          <p:cNvSpPr>
            <a:spLocks/>
          </p:cNvSpPr>
          <p:nvPr/>
        </p:nvSpPr>
        <p:spPr>
          <a:xfrm>
            <a:off x="1275959" y="61938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0AC95F48-EB3B-499C-AC0B-A7D79CF54E42}"/>
              </a:ext>
            </a:extLst>
          </p:cNvPr>
          <p:cNvSpPr>
            <a:spLocks/>
          </p:cNvSpPr>
          <p:nvPr/>
        </p:nvSpPr>
        <p:spPr>
          <a:xfrm>
            <a:off x="1242249" y="6276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24C19873-6B4A-483F-98EB-51485C28CFBB}"/>
              </a:ext>
            </a:extLst>
          </p:cNvPr>
          <p:cNvSpPr>
            <a:spLocks/>
          </p:cNvSpPr>
          <p:nvPr/>
        </p:nvSpPr>
        <p:spPr>
          <a:xfrm>
            <a:off x="1226594" y="6132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41FA400A-23C3-43D7-9BE6-CA52A48385A8}"/>
              </a:ext>
            </a:extLst>
          </p:cNvPr>
          <p:cNvSpPr>
            <a:spLocks/>
          </p:cNvSpPr>
          <p:nvPr/>
        </p:nvSpPr>
        <p:spPr>
          <a:xfrm>
            <a:off x="1179513" y="6695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BCF2478F-24BC-4532-BC39-C48D605B3F26}"/>
              </a:ext>
            </a:extLst>
          </p:cNvPr>
          <p:cNvSpPr>
            <a:spLocks/>
          </p:cNvSpPr>
          <p:nvPr/>
        </p:nvSpPr>
        <p:spPr>
          <a:xfrm>
            <a:off x="1208993" y="64586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E221657F-FD76-4351-952D-C47FD39462F0}"/>
              </a:ext>
            </a:extLst>
          </p:cNvPr>
          <p:cNvSpPr>
            <a:spLocks/>
          </p:cNvSpPr>
          <p:nvPr/>
        </p:nvSpPr>
        <p:spPr>
          <a:xfrm>
            <a:off x="1211994" y="6397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B54F97B7-8DFF-454E-A9F7-6DE3C98A6F72}"/>
              </a:ext>
            </a:extLst>
          </p:cNvPr>
          <p:cNvSpPr>
            <a:spLocks/>
          </p:cNvSpPr>
          <p:nvPr/>
        </p:nvSpPr>
        <p:spPr>
          <a:xfrm>
            <a:off x="1231411" y="61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E45C9347-CCB0-4255-881B-0D0A92F7FE8B}"/>
              </a:ext>
            </a:extLst>
          </p:cNvPr>
          <p:cNvSpPr>
            <a:spLocks/>
          </p:cNvSpPr>
          <p:nvPr/>
        </p:nvSpPr>
        <p:spPr>
          <a:xfrm>
            <a:off x="1269787" y="64494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DA8743F0-EB3C-4065-A7E5-51C7C7B4F3FC}"/>
              </a:ext>
            </a:extLst>
          </p:cNvPr>
          <p:cNvSpPr>
            <a:spLocks/>
          </p:cNvSpPr>
          <p:nvPr/>
        </p:nvSpPr>
        <p:spPr>
          <a:xfrm>
            <a:off x="1237095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8C63B78E-738F-4984-BCBD-C3C98015A48F}"/>
              </a:ext>
            </a:extLst>
          </p:cNvPr>
          <p:cNvSpPr>
            <a:spLocks/>
          </p:cNvSpPr>
          <p:nvPr/>
        </p:nvSpPr>
        <p:spPr>
          <a:xfrm>
            <a:off x="1287427" y="5803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5987FB08-79BB-426C-8705-1F5B49731464}"/>
              </a:ext>
            </a:extLst>
          </p:cNvPr>
          <p:cNvSpPr>
            <a:spLocks/>
          </p:cNvSpPr>
          <p:nvPr/>
        </p:nvSpPr>
        <p:spPr>
          <a:xfrm>
            <a:off x="118481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25BB79BE-1AC2-49A6-ACD1-5E89C927AC78}"/>
              </a:ext>
            </a:extLst>
          </p:cNvPr>
          <p:cNvSpPr>
            <a:spLocks/>
          </p:cNvSpPr>
          <p:nvPr/>
        </p:nvSpPr>
        <p:spPr>
          <a:xfrm>
            <a:off x="1174809" y="5796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D27F6C33-0CD5-41E0-8FF6-94F5292D610A}"/>
              </a:ext>
            </a:extLst>
          </p:cNvPr>
          <p:cNvSpPr>
            <a:spLocks/>
          </p:cNvSpPr>
          <p:nvPr/>
        </p:nvSpPr>
        <p:spPr>
          <a:xfrm>
            <a:off x="1259663" y="5952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2FD685B7-8A62-4222-848D-7696037F24BD}"/>
              </a:ext>
            </a:extLst>
          </p:cNvPr>
          <p:cNvSpPr>
            <a:spLocks/>
          </p:cNvSpPr>
          <p:nvPr/>
        </p:nvSpPr>
        <p:spPr>
          <a:xfrm>
            <a:off x="1279176" y="62103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4AF021E9-78E3-4EEA-BAF5-7F5EC406A6FA}"/>
              </a:ext>
            </a:extLst>
          </p:cNvPr>
          <p:cNvSpPr>
            <a:spLocks/>
          </p:cNvSpPr>
          <p:nvPr/>
        </p:nvSpPr>
        <p:spPr>
          <a:xfrm>
            <a:off x="129312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BCDCCA74-9DAB-43AA-A231-596E68A9993E}"/>
              </a:ext>
            </a:extLst>
          </p:cNvPr>
          <p:cNvSpPr>
            <a:spLocks/>
          </p:cNvSpPr>
          <p:nvPr/>
        </p:nvSpPr>
        <p:spPr>
          <a:xfrm>
            <a:off x="1283950" y="6167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F01AA4FB-6BFE-4A55-AF70-4217903BF91E}"/>
              </a:ext>
            </a:extLst>
          </p:cNvPr>
          <p:cNvSpPr>
            <a:spLocks/>
          </p:cNvSpPr>
          <p:nvPr/>
        </p:nvSpPr>
        <p:spPr>
          <a:xfrm>
            <a:off x="1234031" y="6480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FF31D58A-6855-47CB-9D0E-7E9A6CB62FE9}"/>
              </a:ext>
            </a:extLst>
          </p:cNvPr>
          <p:cNvSpPr>
            <a:spLocks/>
          </p:cNvSpPr>
          <p:nvPr/>
        </p:nvSpPr>
        <p:spPr>
          <a:xfrm>
            <a:off x="1271645" y="5726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78408AED-49AE-49F6-BA41-923A00FFFA96}"/>
              </a:ext>
            </a:extLst>
          </p:cNvPr>
          <p:cNvSpPr>
            <a:spLocks/>
          </p:cNvSpPr>
          <p:nvPr/>
        </p:nvSpPr>
        <p:spPr>
          <a:xfrm>
            <a:off x="1164952" y="5901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8012E382-FC4F-4DC2-B3F1-3EC0E379E387}"/>
              </a:ext>
            </a:extLst>
          </p:cNvPr>
          <p:cNvSpPr>
            <a:spLocks/>
          </p:cNvSpPr>
          <p:nvPr/>
        </p:nvSpPr>
        <p:spPr>
          <a:xfrm>
            <a:off x="116326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F69B7989-1925-45A7-9578-DF5E09BF9A8B}"/>
              </a:ext>
            </a:extLst>
          </p:cNvPr>
          <p:cNvSpPr>
            <a:spLocks/>
          </p:cNvSpPr>
          <p:nvPr/>
        </p:nvSpPr>
        <p:spPr>
          <a:xfrm>
            <a:off x="1265804" y="65168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2301ADA1-A7F0-4608-A305-833FC26F6D54}"/>
              </a:ext>
            </a:extLst>
          </p:cNvPr>
          <p:cNvSpPr>
            <a:spLocks/>
          </p:cNvSpPr>
          <p:nvPr/>
        </p:nvSpPr>
        <p:spPr>
          <a:xfrm>
            <a:off x="12795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5FA6FFA5-62B6-4A05-A81A-C4B4B79DC039}"/>
              </a:ext>
            </a:extLst>
          </p:cNvPr>
          <p:cNvSpPr>
            <a:spLocks/>
          </p:cNvSpPr>
          <p:nvPr/>
        </p:nvSpPr>
        <p:spPr>
          <a:xfrm>
            <a:off x="1265744" y="5912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CDEB6DD7-9C97-404C-9351-89B901492CA8}"/>
              </a:ext>
            </a:extLst>
          </p:cNvPr>
          <p:cNvSpPr>
            <a:spLocks/>
          </p:cNvSpPr>
          <p:nvPr/>
        </p:nvSpPr>
        <p:spPr>
          <a:xfrm>
            <a:off x="124632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4ABF6C15-86D8-4979-80B2-07405848A67F}"/>
              </a:ext>
            </a:extLst>
          </p:cNvPr>
          <p:cNvSpPr>
            <a:spLocks/>
          </p:cNvSpPr>
          <p:nvPr/>
        </p:nvSpPr>
        <p:spPr>
          <a:xfrm>
            <a:off x="1193844" y="6644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6AF2D3E7-7D53-4444-A005-AF93CFC1E4F5}"/>
              </a:ext>
            </a:extLst>
          </p:cNvPr>
          <p:cNvSpPr>
            <a:spLocks/>
          </p:cNvSpPr>
          <p:nvPr/>
        </p:nvSpPr>
        <p:spPr>
          <a:xfrm>
            <a:off x="1277426" y="63504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393BF2C8-D70F-42DF-96A9-4A2FBA14E458}"/>
              </a:ext>
            </a:extLst>
          </p:cNvPr>
          <p:cNvSpPr>
            <a:spLocks/>
          </p:cNvSpPr>
          <p:nvPr/>
        </p:nvSpPr>
        <p:spPr>
          <a:xfrm>
            <a:off x="1246568" y="6066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AA142E54-434A-4410-91BE-9C18090D4B24}"/>
              </a:ext>
            </a:extLst>
          </p:cNvPr>
          <p:cNvSpPr>
            <a:spLocks/>
          </p:cNvSpPr>
          <p:nvPr/>
        </p:nvSpPr>
        <p:spPr>
          <a:xfrm>
            <a:off x="1191090" y="5844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F735E9DC-5B57-4C37-842B-6547ED2CA83E}"/>
              </a:ext>
            </a:extLst>
          </p:cNvPr>
          <p:cNvSpPr>
            <a:spLocks/>
          </p:cNvSpPr>
          <p:nvPr/>
        </p:nvSpPr>
        <p:spPr>
          <a:xfrm>
            <a:off x="1261614" y="6081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8578323C-0337-4152-894A-2CBFFEA2EFBA}"/>
              </a:ext>
            </a:extLst>
          </p:cNvPr>
          <p:cNvSpPr>
            <a:spLocks/>
          </p:cNvSpPr>
          <p:nvPr/>
        </p:nvSpPr>
        <p:spPr>
          <a:xfrm>
            <a:off x="1205397" y="5995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31644850-59CC-4E1D-991B-93F93DC228D7}"/>
              </a:ext>
            </a:extLst>
          </p:cNvPr>
          <p:cNvSpPr>
            <a:spLocks/>
          </p:cNvSpPr>
          <p:nvPr/>
        </p:nvSpPr>
        <p:spPr>
          <a:xfrm>
            <a:off x="117438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003A3E32-BF45-4059-B8BC-DB92B404657D}"/>
              </a:ext>
            </a:extLst>
          </p:cNvPr>
          <p:cNvSpPr>
            <a:spLocks/>
          </p:cNvSpPr>
          <p:nvPr/>
        </p:nvSpPr>
        <p:spPr>
          <a:xfrm>
            <a:off x="1270215" y="605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BD188BE0-7642-4765-94A6-28372506E58C}"/>
              </a:ext>
            </a:extLst>
          </p:cNvPr>
          <p:cNvSpPr>
            <a:spLocks/>
          </p:cNvSpPr>
          <p:nvPr/>
        </p:nvSpPr>
        <p:spPr>
          <a:xfrm>
            <a:off x="1229507" y="62307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5CF45CBD-4773-4E82-BFBA-E4111316E69F}"/>
              </a:ext>
            </a:extLst>
          </p:cNvPr>
          <p:cNvSpPr>
            <a:spLocks/>
          </p:cNvSpPr>
          <p:nvPr/>
        </p:nvSpPr>
        <p:spPr>
          <a:xfrm>
            <a:off x="120430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BA5523F0-C309-4C2A-A2D7-90CA35315F24}"/>
              </a:ext>
            </a:extLst>
          </p:cNvPr>
          <p:cNvSpPr>
            <a:spLocks/>
          </p:cNvSpPr>
          <p:nvPr/>
        </p:nvSpPr>
        <p:spPr>
          <a:xfrm>
            <a:off x="1170759" y="6634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903971F4-ED8C-4CBD-8E57-9877A164E221}"/>
              </a:ext>
            </a:extLst>
          </p:cNvPr>
          <p:cNvSpPr>
            <a:spLocks/>
          </p:cNvSpPr>
          <p:nvPr/>
        </p:nvSpPr>
        <p:spPr>
          <a:xfrm>
            <a:off x="1288367" y="6693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893CE854-D6E8-43B6-A6AA-096589498F87}"/>
              </a:ext>
            </a:extLst>
          </p:cNvPr>
          <p:cNvSpPr>
            <a:spLocks/>
          </p:cNvSpPr>
          <p:nvPr/>
        </p:nvSpPr>
        <p:spPr>
          <a:xfrm>
            <a:off x="1206358" y="5797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55231ABC-621D-4E73-9947-A8E5A0CC3071}"/>
              </a:ext>
            </a:extLst>
          </p:cNvPr>
          <p:cNvSpPr>
            <a:spLocks/>
          </p:cNvSpPr>
          <p:nvPr/>
        </p:nvSpPr>
        <p:spPr>
          <a:xfrm>
            <a:off x="1270659" y="5819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82A71F5-AB28-4A1C-B243-B64AD415EADE}"/>
              </a:ext>
            </a:extLst>
          </p:cNvPr>
          <p:cNvSpPr>
            <a:spLocks/>
          </p:cNvSpPr>
          <p:nvPr/>
        </p:nvSpPr>
        <p:spPr>
          <a:xfrm>
            <a:off x="1232773" y="6078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CCB4C552-FEE8-4463-A283-37B2D33260E7}"/>
              </a:ext>
            </a:extLst>
          </p:cNvPr>
          <p:cNvSpPr>
            <a:spLocks/>
          </p:cNvSpPr>
          <p:nvPr/>
        </p:nvSpPr>
        <p:spPr>
          <a:xfrm>
            <a:off x="1164650" y="5870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94A2B0F0-421B-48FF-B478-B2F0FC94D015}"/>
              </a:ext>
            </a:extLst>
          </p:cNvPr>
          <p:cNvSpPr>
            <a:spLocks/>
          </p:cNvSpPr>
          <p:nvPr/>
        </p:nvSpPr>
        <p:spPr>
          <a:xfrm>
            <a:off x="1195036" y="6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03E61537-83FE-408C-8F8C-93798B9FC7B2}"/>
              </a:ext>
            </a:extLst>
          </p:cNvPr>
          <p:cNvSpPr>
            <a:spLocks/>
          </p:cNvSpPr>
          <p:nvPr/>
        </p:nvSpPr>
        <p:spPr>
          <a:xfrm>
            <a:off x="1171947" y="56064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ADEF96B2-0DDA-445B-A4A9-2E1735F48CE8}"/>
              </a:ext>
            </a:extLst>
          </p:cNvPr>
          <p:cNvSpPr>
            <a:spLocks/>
          </p:cNvSpPr>
          <p:nvPr/>
        </p:nvSpPr>
        <p:spPr>
          <a:xfrm>
            <a:off x="1219503" y="6202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B8766FA5-06FA-48C9-AF61-D9C4C92E673A}"/>
              </a:ext>
            </a:extLst>
          </p:cNvPr>
          <p:cNvSpPr>
            <a:spLocks/>
          </p:cNvSpPr>
          <p:nvPr/>
        </p:nvSpPr>
        <p:spPr>
          <a:xfrm>
            <a:off x="1261819" y="5870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F689FF96-F7CE-4B0A-938F-59AD2D1B4479}"/>
              </a:ext>
            </a:extLst>
          </p:cNvPr>
          <p:cNvSpPr>
            <a:spLocks/>
          </p:cNvSpPr>
          <p:nvPr/>
        </p:nvSpPr>
        <p:spPr>
          <a:xfrm>
            <a:off x="130023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B890D153-0F90-4813-BF28-FECCA3068752}"/>
              </a:ext>
            </a:extLst>
          </p:cNvPr>
          <p:cNvSpPr>
            <a:spLocks/>
          </p:cNvSpPr>
          <p:nvPr/>
        </p:nvSpPr>
        <p:spPr>
          <a:xfrm>
            <a:off x="1227574" y="6822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08A9BBC-1650-442F-A145-B6FC0BFD58E5}"/>
              </a:ext>
            </a:extLst>
          </p:cNvPr>
          <p:cNvSpPr>
            <a:spLocks/>
          </p:cNvSpPr>
          <p:nvPr/>
        </p:nvSpPr>
        <p:spPr>
          <a:xfrm>
            <a:off x="1198169" y="64889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C37DC1D6-4C6F-4C18-9B53-64BE29A15B40}"/>
              </a:ext>
            </a:extLst>
          </p:cNvPr>
          <p:cNvSpPr>
            <a:spLocks/>
          </p:cNvSpPr>
          <p:nvPr/>
        </p:nvSpPr>
        <p:spPr>
          <a:xfrm>
            <a:off x="1210859" y="61855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B9D27B68-282D-419F-86F3-E56D67AE33E4}"/>
              </a:ext>
            </a:extLst>
          </p:cNvPr>
          <p:cNvSpPr>
            <a:spLocks/>
          </p:cNvSpPr>
          <p:nvPr/>
        </p:nvSpPr>
        <p:spPr>
          <a:xfrm>
            <a:off x="1185233" y="6634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20B6FEDE-A41F-4069-817C-BC3579CE7903}"/>
              </a:ext>
            </a:extLst>
          </p:cNvPr>
          <p:cNvSpPr>
            <a:spLocks/>
          </p:cNvSpPr>
          <p:nvPr/>
        </p:nvSpPr>
        <p:spPr>
          <a:xfrm>
            <a:off x="1182511" y="5599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6D21F236-331B-44E5-947B-92B21D737376}"/>
              </a:ext>
            </a:extLst>
          </p:cNvPr>
          <p:cNvSpPr>
            <a:spLocks/>
          </p:cNvSpPr>
          <p:nvPr/>
        </p:nvSpPr>
        <p:spPr>
          <a:xfrm>
            <a:off x="1265704" y="6378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C3B0DBD9-565B-4692-8B8E-9DEC858EA3DE}"/>
              </a:ext>
            </a:extLst>
          </p:cNvPr>
          <p:cNvSpPr>
            <a:spLocks/>
          </p:cNvSpPr>
          <p:nvPr/>
        </p:nvSpPr>
        <p:spPr>
          <a:xfrm>
            <a:off x="1293898" y="6806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F4B4C34-0D0A-45D2-A26B-C57DA5D21EE8}"/>
              </a:ext>
            </a:extLst>
          </p:cNvPr>
          <p:cNvSpPr>
            <a:spLocks/>
          </p:cNvSpPr>
          <p:nvPr/>
        </p:nvSpPr>
        <p:spPr>
          <a:xfrm>
            <a:off x="1246744" y="6093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34003C3D-6467-4166-BAFA-F1A3AA3E614A}"/>
              </a:ext>
            </a:extLst>
          </p:cNvPr>
          <p:cNvSpPr>
            <a:spLocks/>
          </p:cNvSpPr>
          <p:nvPr/>
        </p:nvSpPr>
        <p:spPr>
          <a:xfrm>
            <a:off x="1193954" y="579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99DDC3AE-CB43-4022-8748-F8F9E8C0BB69}"/>
              </a:ext>
            </a:extLst>
          </p:cNvPr>
          <p:cNvSpPr>
            <a:spLocks/>
          </p:cNvSpPr>
          <p:nvPr/>
        </p:nvSpPr>
        <p:spPr>
          <a:xfrm>
            <a:off x="1216709" y="6258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4606B9E7-2807-4FC1-93CD-6A97193C3987}"/>
              </a:ext>
            </a:extLst>
          </p:cNvPr>
          <p:cNvSpPr>
            <a:spLocks/>
          </p:cNvSpPr>
          <p:nvPr/>
        </p:nvSpPr>
        <p:spPr>
          <a:xfrm>
            <a:off x="1241453" y="62182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92EFB97A-5984-494A-94AA-F5781A68B53A}"/>
              </a:ext>
            </a:extLst>
          </p:cNvPr>
          <p:cNvSpPr>
            <a:spLocks/>
          </p:cNvSpPr>
          <p:nvPr/>
        </p:nvSpPr>
        <p:spPr>
          <a:xfrm>
            <a:off x="129931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9D0C59B0-B2A7-4748-BE6A-3AC452480E68}"/>
              </a:ext>
            </a:extLst>
          </p:cNvPr>
          <p:cNvSpPr>
            <a:spLocks/>
          </p:cNvSpPr>
          <p:nvPr/>
        </p:nvSpPr>
        <p:spPr>
          <a:xfrm>
            <a:off x="1175665" y="5681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62099D21-B516-4906-918B-8A51D7F20F99}"/>
              </a:ext>
            </a:extLst>
          </p:cNvPr>
          <p:cNvSpPr>
            <a:spLocks/>
          </p:cNvSpPr>
          <p:nvPr/>
        </p:nvSpPr>
        <p:spPr>
          <a:xfrm>
            <a:off x="1202489" y="6801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1527BA0E-9498-4436-91E9-9E60390B0F9F}"/>
              </a:ext>
            </a:extLst>
          </p:cNvPr>
          <p:cNvSpPr>
            <a:spLocks/>
          </p:cNvSpPr>
          <p:nvPr/>
        </p:nvSpPr>
        <p:spPr>
          <a:xfrm>
            <a:off x="1195418" y="6302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B8467855-AE8F-41FA-B904-AF4BEA4512CC}"/>
              </a:ext>
            </a:extLst>
          </p:cNvPr>
          <p:cNvSpPr>
            <a:spLocks/>
          </p:cNvSpPr>
          <p:nvPr/>
        </p:nvSpPr>
        <p:spPr>
          <a:xfrm>
            <a:off x="1276000" y="644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2987B197-5C3A-4BB5-A522-D8B60676CC0B}"/>
              </a:ext>
            </a:extLst>
          </p:cNvPr>
          <p:cNvSpPr>
            <a:spLocks/>
          </p:cNvSpPr>
          <p:nvPr/>
        </p:nvSpPr>
        <p:spPr>
          <a:xfrm>
            <a:off x="1193846" y="6081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A65FF2C0-A5CC-4D4E-BF89-DE3C116926F3}"/>
              </a:ext>
            </a:extLst>
          </p:cNvPr>
          <p:cNvSpPr>
            <a:spLocks/>
          </p:cNvSpPr>
          <p:nvPr/>
        </p:nvSpPr>
        <p:spPr>
          <a:xfrm>
            <a:off x="1169586" y="59647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27B1ABAA-A1DA-47FB-9946-780A9C13ADBC}"/>
              </a:ext>
            </a:extLst>
          </p:cNvPr>
          <p:cNvSpPr>
            <a:spLocks/>
          </p:cNvSpPr>
          <p:nvPr/>
        </p:nvSpPr>
        <p:spPr>
          <a:xfrm>
            <a:off x="1232934" y="6673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58DE17E1-EA6E-4D06-82DE-CAFEA985FBA6}"/>
              </a:ext>
            </a:extLst>
          </p:cNvPr>
          <p:cNvSpPr>
            <a:spLocks/>
          </p:cNvSpPr>
          <p:nvPr/>
        </p:nvSpPr>
        <p:spPr>
          <a:xfrm>
            <a:off x="1260965" y="5855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66571526-BBEE-44F7-83CE-FE839F0F7105}"/>
              </a:ext>
            </a:extLst>
          </p:cNvPr>
          <p:cNvSpPr>
            <a:spLocks/>
          </p:cNvSpPr>
          <p:nvPr/>
        </p:nvSpPr>
        <p:spPr>
          <a:xfrm>
            <a:off x="1301273" y="58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1200BDC2-B5B7-46D5-A493-7A9569A7E16F}"/>
              </a:ext>
            </a:extLst>
          </p:cNvPr>
          <p:cNvSpPr>
            <a:spLocks/>
          </p:cNvSpPr>
          <p:nvPr/>
        </p:nvSpPr>
        <p:spPr>
          <a:xfrm>
            <a:off x="1301958" y="6150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49DBE4CC-1611-4E39-B16F-D7F2A5BCA7C2}"/>
              </a:ext>
            </a:extLst>
          </p:cNvPr>
          <p:cNvSpPr>
            <a:spLocks/>
          </p:cNvSpPr>
          <p:nvPr/>
        </p:nvSpPr>
        <p:spPr>
          <a:xfrm>
            <a:off x="1302215" y="66810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2663BB4F-C4C3-4BC9-B8D9-A9ED17443031}"/>
              </a:ext>
            </a:extLst>
          </p:cNvPr>
          <p:cNvSpPr>
            <a:spLocks/>
          </p:cNvSpPr>
          <p:nvPr/>
        </p:nvSpPr>
        <p:spPr>
          <a:xfrm>
            <a:off x="1296826" y="6102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E732799E-0ED0-40E9-8BC3-A1EB2B112CDB}"/>
              </a:ext>
            </a:extLst>
          </p:cNvPr>
          <p:cNvSpPr>
            <a:spLocks/>
          </p:cNvSpPr>
          <p:nvPr/>
        </p:nvSpPr>
        <p:spPr>
          <a:xfrm>
            <a:off x="1215968" y="63149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66B534B4-F304-43B7-AE4D-225DA930339E}"/>
              </a:ext>
            </a:extLst>
          </p:cNvPr>
          <p:cNvSpPr>
            <a:spLocks/>
          </p:cNvSpPr>
          <p:nvPr/>
        </p:nvSpPr>
        <p:spPr>
          <a:xfrm>
            <a:off x="1292453" y="62904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871FE33C-ECE6-448D-BD42-903B285F9F37}"/>
              </a:ext>
            </a:extLst>
          </p:cNvPr>
          <p:cNvSpPr>
            <a:spLocks/>
          </p:cNvSpPr>
          <p:nvPr/>
        </p:nvSpPr>
        <p:spPr>
          <a:xfrm>
            <a:off x="1210243" y="611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073452AF-498C-4594-A92C-DE87D9B8CB63}"/>
              </a:ext>
            </a:extLst>
          </p:cNvPr>
          <p:cNvSpPr>
            <a:spLocks/>
          </p:cNvSpPr>
          <p:nvPr/>
        </p:nvSpPr>
        <p:spPr>
          <a:xfrm>
            <a:off x="1257783" y="6753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80355B97-3AA5-4DDB-A8F7-F61E775D6877}"/>
              </a:ext>
            </a:extLst>
          </p:cNvPr>
          <p:cNvSpPr>
            <a:spLocks/>
          </p:cNvSpPr>
          <p:nvPr/>
        </p:nvSpPr>
        <p:spPr>
          <a:xfrm>
            <a:off x="1174096" y="6784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ABFB13CE-E72D-4784-A734-A3466620D6F3}"/>
              </a:ext>
            </a:extLst>
          </p:cNvPr>
          <p:cNvSpPr>
            <a:spLocks/>
          </p:cNvSpPr>
          <p:nvPr/>
        </p:nvSpPr>
        <p:spPr>
          <a:xfrm>
            <a:off x="1236504" y="6339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F8FF5792-E9F9-41D7-95A5-95674BB90008}"/>
              </a:ext>
            </a:extLst>
          </p:cNvPr>
          <p:cNvSpPr>
            <a:spLocks/>
          </p:cNvSpPr>
          <p:nvPr/>
        </p:nvSpPr>
        <p:spPr>
          <a:xfrm>
            <a:off x="1301897" y="54758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B2ABB5A-8291-4146-B7F3-6672F3C2AD73}"/>
              </a:ext>
            </a:extLst>
          </p:cNvPr>
          <p:cNvSpPr>
            <a:spLocks/>
          </p:cNvSpPr>
          <p:nvPr/>
        </p:nvSpPr>
        <p:spPr>
          <a:xfrm>
            <a:off x="1193284" y="6661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011372BF-1959-4CC4-B113-5EAF6EE6209C}"/>
              </a:ext>
            </a:extLst>
          </p:cNvPr>
          <p:cNvSpPr>
            <a:spLocks/>
          </p:cNvSpPr>
          <p:nvPr/>
        </p:nvSpPr>
        <p:spPr>
          <a:xfrm>
            <a:off x="117064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78FEC45C-E3B8-42E0-BE83-10BBBB8D8BD7}"/>
              </a:ext>
            </a:extLst>
          </p:cNvPr>
          <p:cNvSpPr>
            <a:spLocks/>
          </p:cNvSpPr>
          <p:nvPr/>
        </p:nvSpPr>
        <p:spPr>
          <a:xfrm>
            <a:off x="1248028" y="63328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D3640346-5C14-4EEC-B9D7-1B94B44E249A}"/>
              </a:ext>
            </a:extLst>
          </p:cNvPr>
          <p:cNvSpPr>
            <a:spLocks/>
          </p:cNvSpPr>
          <p:nvPr/>
        </p:nvSpPr>
        <p:spPr>
          <a:xfrm>
            <a:off x="1280093" y="6207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DF7DF429-DE53-42C5-BE41-778875B5A51C}"/>
              </a:ext>
            </a:extLst>
          </p:cNvPr>
          <p:cNvSpPr>
            <a:spLocks/>
          </p:cNvSpPr>
          <p:nvPr/>
        </p:nvSpPr>
        <p:spPr>
          <a:xfrm>
            <a:off x="1212926" y="60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8CF7575A-32D4-4DD7-8D49-CD7397AAC48A}"/>
              </a:ext>
            </a:extLst>
          </p:cNvPr>
          <p:cNvSpPr>
            <a:spLocks/>
          </p:cNvSpPr>
          <p:nvPr/>
        </p:nvSpPr>
        <p:spPr>
          <a:xfrm>
            <a:off x="1180430" y="58096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C6ECF04-D727-42D1-BF09-B49596419450}"/>
              </a:ext>
            </a:extLst>
          </p:cNvPr>
          <p:cNvSpPr>
            <a:spLocks/>
          </p:cNvSpPr>
          <p:nvPr/>
        </p:nvSpPr>
        <p:spPr>
          <a:xfrm>
            <a:off x="124869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FC5B9434-7466-48CF-9F2A-52ADAEBFBECE}"/>
              </a:ext>
            </a:extLst>
          </p:cNvPr>
          <p:cNvSpPr>
            <a:spLocks/>
          </p:cNvSpPr>
          <p:nvPr/>
        </p:nvSpPr>
        <p:spPr>
          <a:xfrm>
            <a:off x="1280204" y="64979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4F362541-7EF8-4A15-BE0F-EA0801EB2C4F}"/>
              </a:ext>
            </a:extLst>
          </p:cNvPr>
          <p:cNvSpPr>
            <a:spLocks/>
          </p:cNvSpPr>
          <p:nvPr/>
        </p:nvSpPr>
        <p:spPr>
          <a:xfrm>
            <a:off x="1300877" y="59683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08CD7656-74D3-4B3C-9010-E77A9C157611}"/>
              </a:ext>
            </a:extLst>
          </p:cNvPr>
          <p:cNvSpPr>
            <a:spLocks/>
          </p:cNvSpPr>
          <p:nvPr/>
        </p:nvSpPr>
        <p:spPr>
          <a:xfrm>
            <a:off x="1291472" y="5642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48F0DE5C-7F82-4690-84E0-5E0088F2318A}"/>
              </a:ext>
            </a:extLst>
          </p:cNvPr>
          <p:cNvSpPr>
            <a:spLocks/>
          </p:cNvSpPr>
          <p:nvPr/>
        </p:nvSpPr>
        <p:spPr>
          <a:xfrm>
            <a:off x="1246474" y="61453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165C825-D4C2-49D1-89A9-AF7371047D37}"/>
              </a:ext>
            </a:extLst>
          </p:cNvPr>
          <p:cNvSpPr>
            <a:spLocks/>
          </p:cNvSpPr>
          <p:nvPr/>
        </p:nvSpPr>
        <p:spPr>
          <a:xfrm>
            <a:off x="1199524" y="6808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1FCD85F6-6A7E-46AE-9C70-956167509C40}"/>
              </a:ext>
            </a:extLst>
          </p:cNvPr>
          <p:cNvSpPr>
            <a:spLocks/>
          </p:cNvSpPr>
          <p:nvPr/>
        </p:nvSpPr>
        <p:spPr>
          <a:xfrm>
            <a:off x="1211717" y="6444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5DF61627-8D7A-40DB-A42B-BC134AEB89E6}"/>
              </a:ext>
            </a:extLst>
          </p:cNvPr>
          <p:cNvSpPr>
            <a:spLocks/>
          </p:cNvSpPr>
          <p:nvPr/>
        </p:nvSpPr>
        <p:spPr>
          <a:xfrm>
            <a:off x="1441116" y="56117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B6AC2DB-26C5-4F2E-9EF2-36804C4E94AC}"/>
              </a:ext>
            </a:extLst>
          </p:cNvPr>
          <p:cNvSpPr>
            <a:spLocks/>
          </p:cNvSpPr>
          <p:nvPr/>
        </p:nvSpPr>
        <p:spPr>
          <a:xfrm>
            <a:off x="1528209" y="5784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44F8AE1-42EC-491F-81DD-39E4CEA333AC}"/>
              </a:ext>
            </a:extLst>
          </p:cNvPr>
          <p:cNvSpPr>
            <a:spLocks/>
          </p:cNvSpPr>
          <p:nvPr/>
        </p:nvSpPr>
        <p:spPr>
          <a:xfrm>
            <a:off x="1524327" y="549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53BD5F0C-5EC4-42A5-9701-E3D9CBC04C3D}"/>
              </a:ext>
            </a:extLst>
          </p:cNvPr>
          <p:cNvSpPr>
            <a:spLocks/>
          </p:cNvSpPr>
          <p:nvPr/>
        </p:nvSpPr>
        <p:spPr>
          <a:xfrm>
            <a:off x="1475213" y="5535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B9415BEC-62BA-4220-840C-36AD3CD2DD9E}"/>
              </a:ext>
            </a:extLst>
          </p:cNvPr>
          <p:cNvSpPr>
            <a:spLocks/>
          </p:cNvSpPr>
          <p:nvPr/>
        </p:nvSpPr>
        <p:spPr>
          <a:xfrm>
            <a:off x="1499709" y="5446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4C28CE4E-27D3-478D-BA75-0A12EC50B5C0}"/>
              </a:ext>
            </a:extLst>
          </p:cNvPr>
          <p:cNvSpPr>
            <a:spLocks/>
          </p:cNvSpPr>
          <p:nvPr/>
        </p:nvSpPr>
        <p:spPr>
          <a:xfrm>
            <a:off x="1394453" y="6178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67BCC2FC-B012-4FAE-AE77-E61E6B02EA76}"/>
              </a:ext>
            </a:extLst>
          </p:cNvPr>
          <p:cNvSpPr>
            <a:spLocks/>
          </p:cNvSpPr>
          <p:nvPr/>
        </p:nvSpPr>
        <p:spPr>
          <a:xfrm>
            <a:off x="1430330" y="5949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0E484B43-FAF9-4A21-90C9-07D1137AC08D}"/>
              </a:ext>
            </a:extLst>
          </p:cNvPr>
          <p:cNvSpPr>
            <a:spLocks/>
          </p:cNvSpPr>
          <p:nvPr/>
        </p:nvSpPr>
        <p:spPr>
          <a:xfrm>
            <a:off x="1419466" y="6045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026B7BBC-FD14-45A3-9F54-CF004060D9F8}"/>
              </a:ext>
            </a:extLst>
          </p:cNvPr>
          <p:cNvSpPr>
            <a:spLocks/>
          </p:cNvSpPr>
          <p:nvPr/>
        </p:nvSpPr>
        <p:spPr>
          <a:xfrm>
            <a:off x="1435987" y="5657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BD13AEA-C334-4452-9953-4F450E148953}"/>
              </a:ext>
            </a:extLst>
          </p:cNvPr>
          <p:cNvSpPr>
            <a:spLocks/>
          </p:cNvSpPr>
          <p:nvPr/>
        </p:nvSpPr>
        <p:spPr>
          <a:xfrm>
            <a:off x="1395813" y="5600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5130CF9D-BDBE-4AE7-902F-5E59B186CFF5}"/>
              </a:ext>
            </a:extLst>
          </p:cNvPr>
          <p:cNvSpPr>
            <a:spLocks/>
          </p:cNvSpPr>
          <p:nvPr/>
        </p:nvSpPr>
        <p:spPr>
          <a:xfrm>
            <a:off x="1510562" y="6072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5B709C4E-1352-4008-B173-9C555DD10007}"/>
              </a:ext>
            </a:extLst>
          </p:cNvPr>
          <p:cNvSpPr>
            <a:spLocks/>
          </p:cNvSpPr>
          <p:nvPr/>
        </p:nvSpPr>
        <p:spPr>
          <a:xfrm>
            <a:off x="1450031" y="5964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7E7DBA79-4183-4572-BC15-700DB9BEFA2B}"/>
              </a:ext>
            </a:extLst>
          </p:cNvPr>
          <p:cNvSpPr>
            <a:spLocks/>
          </p:cNvSpPr>
          <p:nvPr/>
        </p:nvSpPr>
        <p:spPr>
          <a:xfrm>
            <a:off x="1482728" y="6530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69CB904C-0024-4096-934B-DF52D544CEA3}"/>
              </a:ext>
            </a:extLst>
          </p:cNvPr>
          <p:cNvSpPr>
            <a:spLocks/>
          </p:cNvSpPr>
          <p:nvPr/>
        </p:nvSpPr>
        <p:spPr>
          <a:xfrm>
            <a:off x="1415427" y="615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EF82AB0B-BBD4-4706-B114-926A28B2D098}"/>
              </a:ext>
            </a:extLst>
          </p:cNvPr>
          <p:cNvSpPr>
            <a:spLocks/>
          </p:cNvSpPr>
          <p:nvPr/>
        </p:nvSpPr>
        <p:spPr>
          <a:xfrm>
            <a:off x="1453376" y="5515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F87152A0-AB9C-40C4-9EA8-FEFBFFD96E5A}"/>
              </a:ext>
            </a:extLst>
          </p:cNvPr>
          <p:cNvSpPr>
            <a:spLocks/>
          </p:cNvSpPr>
          <p:nvPr/>
        </p:nvSpPr>
        <p:spPr>
          <a:xfrm>
            <a:off x="1432808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6522BC99-BF93-497E-9BC3-999C1AE88181}"/>
              </a:ext>
            </a:extLst>
          </p:cNvPr>
          <p:cNvSpPr>
            <a:spLocks/>
          </p:cNvSpPr>
          <p:nvPr/>
        </p:nvSpPr>
        <p:spPr>
          <a:xfrm>
            <a:off x="1408716" y="5505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AAA071AC-2135-4A92-AA7A-BB685DBDCDA4}"/>
              </a:ext>
            </a:extLst>
          </p:cNvPr>
          <p:cNvSpPr>
            <a:spLocks/>
          </p:cNvSpPr>
          <p:nvPr/>
        </p:nvSpPr>
        <p:spPr>
          <a:xfrm>
            <a:off x="1404711" y="54513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FBFD0375-9FC9-4EF7-B5E8-20CA61C6A31C}"/>
              </a:ext>
            </a:extLst>
          </p:cNvPr>
          <p:cNvSpPr>
            <a:spLocks/>
          </p:cNvSpPr>
          <p:nvPr/>
        </p:nvSpPr>
        <p:spPr>
          <a:xfrm>
            <a:off x="1510331" y="6050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1F55773D-C6B6-47E6-8084-1BB8749ECFCF}"/>
              </a:ext>
            </a:extLst>
          </p:cNvPr>
          <p:cNvSpPr>
            <a:spLocks/>
          </p:cNvSpPr>
          <p:nvPr/>
        </p:nvSpPr>
        <p:spPr>
          <a:xfrm>
            <a:off x="146428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9F349BFF-4C7E-4477-BDF7-DE51D156891D}"/>
              </a:ext>
            </a:extLst>
          </p:cNvPr>
          <p:cNvSpPr>
            <a:spLocks/>
          </p:cNvSpPr>
          <p:nvPr/>
        </p:nvSpPr>
        <p:spPr>
          <a:xfrm>
            <a:off x="1437357" y="6162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0DD0CED-95A7-4F05-8975-76E8585963A8}"/>
              </a:ext>
            </a:extLst>
          </p:cNvPr>
          <p:cNvSpPr>
            <a:spLocks/>
          </p:cNvSpPr>
          <p:nvPr/>
        </p:nvSpPr>
        <p:spPr>
          <a:xfrm>
            <a:off x="150994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EC9721B3-8E80-45DE-898D-ACB64ECD6FAE}"/>
              </a:ext>
            </a:extLst>
          </p:cNvPr>
          <p:cNvSpPr>
            <a:spLocks/>
          </p:cNvSpPr>
          <p:nvPr/>
        </p:nvSpPr>
        <p:spPr>
          <a:xfrm>
            <a:off x="1413238" y="54670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CEDFAE83-4153-465F-923C-15F507C63D74}"/>
              </a:ext>
            </a:extLst>
          </p:cNvPr>
          <p:cNvSpPr>
            <a:spLocks/>
          </p:cNvSpPr>
          <p:nvPr/>
        </p:nvSpPr>
        <p:spPr>
          <a:xfrm>
            <a:off x="1400755" y="5598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9AADBDD7-DFD4-44B1-A8A3-46BDB5199302}"/>
              </a:ext>
            </a:extLst>
          </p:cNvPr>
          <p:cNvSpPr>
            <a:spLocks/>
          </p:cNvSpPr>
          <p:nvPr/>
        </p:nvSpPr>
        <p:spPr>
          <a:xfrm>
            <a:off x="1439584" y="5732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D86BCAFA-B8FB-48C2-81A1-365703417752}"/>
              </a:ext>
            </a:extLst>
          </p:cNvPr>
          <p:cNvSpPr>
            <a:spLocks/>
          </p:cNvSpPr>
          <p:nvPr/>
        </p:nvSpPr>
        <p:spPr>
          <a:xfrm>
            <a:off x="1408428" y="62318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30165BC0-7671-4CB5-8135-9A2D6D6A0B2E}"/>
              </a:ext>
            </a:extLst>
          </p:cNvPr>
          <p:cNvSpPr>
            <a:spLocks/>
          </p:cNvSpPr>
          <p:nvPr/>
        </p:nvSpPr>
        <p:spPr>
          <a:xfrm>
            <a:off x="1483951" y="6812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DA419BFB-2374-4D4B-9975-165EC339028B}"/>
              </a:ext>
            </a:extLst>
          </p:cNvPr>
          <p:cNvSpPr>
            <a:spLocks/>
          </p:cNvSpPr>
          <p:nvPr/>
        </p:nvSpPr>
        <p:spPr>
          <a:xfrm>
            <a:off x="1400220" y="56244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613B6F4C-CD6B-4017-AFF6-FE5BEC76CEE0}"/>
              </a:ext>
            </a:extLst>
          </p:cNvPr>
          <p:cNvSpPr>
            <a:spLocks/>
          </p:cNvSpPr>
          <p:nvPr/>
        </p:nvSpPr>
        <p:spPr>
          <a:xfrm>
            <a:off x="144617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82D7DCAE-4A8C-4FB3-AD82-87AED26A6330}"/>
              </a:ext>
            </a:extLst>
          </p:cNvPr>
          <p:cNvSpPr>
            <a:spLocks/>
          </p:cNvSpPr>
          <p:nvPr/>
        </p:nvSpPr>
        <p:spPr>
          <a:xfrm>
            <a:off x="1452524" y="61114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DEFB8E53-2E9D-443C-B962-DC77F19E224A}"/>
              </a:ext>
            </a:extLst>
          </p:cNvPr>
          <p:cNvSpPr>
            <a:spLocks/>
          </p:cNvSpPr>
          <p:nvPr/>
        </p:nvSpPr>
        <p:spPr>
          <a:xfrm>
            <a:off x="1504177" y="688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EADC2FA5-4DF1-4D6C-B758-54F78F00C1FD}"/>
              </a:ext>
            </a:extLst>
          </p:cNvPr>
          <p:cNvSpPr>
            <a:spLocks/>
          </p:cNvSpPr>
          <p:nvPr/>
        </p:nvSpPr>
        <p:spPr>
          <a:xfrm>
            <a:off x="1471635" y="5406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9259834-2EA0-4497-B856-C228902C2C3B}"/>
              </a:ext>
            </a:extLst>
          </p:cNvPr>
          <p:cNvSpPr>
            <a:spLocks/>
          </p:cNvSpPr>
          <p:nvPr/>
        </p:nvSpPr>
        <p:spPr>
          <a:xfrm>
            <a:off x="1430286" y="5608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1C6FE7B7-88DD-4317-AAC8-E017098249D4}"/>
              </a:ext>
            </a:extLst>
          </p:cNvPr>
          <p:cNvSpPr>
            <a:spLocks/>
          </p:cNvSpPr>
          <p:nvPr/>
        </p:nvSpPr>
        <p:spPr>
          <a:xfrm>
            <a:off x="1394891" y="5545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B61BB37A-28FC-4F4C-91A9-23658C22DD10}"/>
              </a:ext>
            </a:extLst>
          </p:cNvPr>
          <p:cNvSpPr>
            <a:spLocks/>
          </p:cNvSpPr>
          <p:nvPr/>
        </p:nvSpPr>
        <p:spPr>
          <a:xfrm>
            <a:off x="1390348" y="6650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5BD815E9-2151-4AB6-8558-5B7041A9EBE0}"/>
              </a:ext>
            </a:extLst>
          </p:cNvPr>
          <p:cNvSpPr>
            <a:spLocks/>
          </p:cNvSpPr>
          <p:nvPr/>
        </p:nvSpPr>
        <p:spPr>
          <a:xfrm>
            <a:off x="14106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AAE4E55A-4913-4FFA-AA5C-69779FE4497D}"/>
              </a:ext>
            </a:extLst>
          </p:cNvPr>
          <p:cNvSpPr>
            <a:spLocks/>
          </p:cNvSpPr>
          <p:nvPr/>
        </p:nvSpPr>
        <p:spPr>
          <a:xfrm>
            <a:off x="1426258" y="5503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556B5747-D892-42BF-879B-F318419C23BB}"/>
              </a:ext>
            </a:extLst>
          </p:cNvPr>
          <p:cNvSpPr>
            <a:spLocks/>
          </p:cNvSpPr>
          <p:nvPr/>
        </p:nvSpPr>
        <p:spPr>
          <a:xfrm>
            <a:off x="1511930" y="6270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818C10C5-64FD-4C74-A5D1-D8C03343D104}"/>
              </a:ext>
            </a:extLst>
          </p:cNvPr>
          <p:cNvSpPr>
            <a:spLocks/>
          </p:cNvSpPr>
          <p:nvPr/>
        </p:nvSpPr>
        <p:spPr>
          <a:xfrm>
            <a:off x="1411717" y="61854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FE9818EF-66E0-4BB0-85DE-E9B219EB9C44}"/>
              </a:ext>
            </a:extLst>
          </p:cNvPr>
          <p:cNvSpPr>
            <a:spLocks/>
          </p:cNvSpPr>
          <p:nvPr/>
        </p:nvSpPr>
        <p:spPr>
          <a:xfrm>
            <a:off x="1478675" y="60491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6ABC40EC-01F6-4845-BCE0-FC62E31A2149}"/>
              </a:ext>
            </a:extLst>
          </p:cNvPr>
          <p:cNvSpPr>
            <a:spLocks/>
          </p:cNvSpPr>
          <p:nvPr/>
        </p:nvSpPr>
        <p:spPr>
          <a:xfrm>
            <a:off x="1488278" y="65053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A356A3F5-F088-40D9-BC28-6CFEDF4838D5}"/>
              </a:ext>
            </a:extLst>
          </p:cNvPr>
          <p:cNvSpPr>
            <a:spLocks/>
          </p:cNvSpPr>
          <p:nvPr/>
        </p:nvSpPr>
        <p:spPr>
          <a:xfrm>
            <a:off x="1465419" y="5695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2CD263C8-29C2-4CAB-AF42-0974265B3BA7}"/>
              </a:ext>
            </a:extLst>
          </p:cNvPr>
          <p:cNvSpPr>
            <a:spLocks/>
          </p:cNvSpPr>
          <p:nvPr/>
        </p:nvSpPr>
        <p:spPr>
          <a:xfrm>
            <a:off x="1441238" y="554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511AF009-AE20-4F29-826D-2F657BB0D3F3}"/>
              </a:ext>
            </a:extLst>
          </p:cNvPr>
          <p:cNvSpPr>
            <a:spLocks/>
          </p:cNvSpPr>
          <p:nvPr/>
        </p:nvSpPr>
        <p:spPr>
          <a:xfrm>
            <a:off x="148709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7D8BE90E-4BC6-4C1A-8ECA-D8DAE82DD74C}"/>
              </a:ext>
            </a:extLst>
          </p:cNvPr>
          <p:cNvSpPr>
            <a:spLocks/>
          </p:cNvSpPr>
          <p:nvPr/>
        </p:nvSpPr>
        <p:spPr>
          <a:xfrm>
            <a:off x="1417457" y="5608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ACC64803-FED3-4040-BF4B-1C1DE2CA6FE3}"/>
              </a:ext>
            </a:extLst>
          </p:cNvPr>
          <p:cNvSpPr>
            <a:spLocks/>
          </p:cNvSpPr>
          <p:nvPr/>
        </p:nvSpPr>
        <p:spPr>
          <a:xfrm>
            <a:off x="1392754" y="57040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8EEF158D-31DC-417E-A07D-6BBE7874172F}"/>
              </a:ext>
            </a:extLst>
          </p:cNvPr>
          <p:cNvSpPr>
            <a:spLocks/>
          </p:cNvSpPr>
          <p:nvPr/>
        </p:nvSpPr>
        <p:spPr>
          <a:xfrm>
            <a:off x="1525048" y="54009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0EF9C0AD-4401-43CF-8D2C-3095B2BFCA0E}"/>
              </a:ext>
            </a:extLst>
          </p:cNvPr>
          <p:cNvSpPr>
            <a:spLocks/>
          </p:cNvSpPr>
          <p:nvPr/>
        </p:nvSpPr>
        <p:spPr>
          <a:xfrm>
            <a:off x="1486627" y="6449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21172181-3327-457D-AE4B-F52D2244D6CB}"/>
              </a:ext>
            </a:extLst>
          </p:cNvPr>
          <p:cNvSpPr>
            <a:spLocks/>
          </p:cNvSpPr>
          <p:nvPr/>
        </p:nvSpPr>
        <p:spPr>
          <a:xfrm>
            <a:off x="1429576" y="545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E0189329-5A78-414B-9BFC-F63E7AA18847}"/>
              </a:ext>
            </a:extLst>
          </p:cNvPr>
          <p:cNvSpPr>
            <a:spLocks/>
          </p:cNvSpPr>
          <p:nvPr/>
        </p:nvSpPr>
        <p:spPr>
          <a:xfrm>
            <a:off x="140973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C76F4FC2-EEE9-49B2-A6FE-B4A40594E351}"/>
              </a:ext>
            </a:extLst>
          </p:cNvPr>
          <p:cNvSpPr>
            <a:spLocks/>
          </p:cNvSpPr>
          <p:nvPr/>
        </p:nvSpPr>
        <p:spPr>
          <a:xfrm>
            <a:off x="1513100" y="6679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EF921090-F97D-44AB-8B80-FC2EC7706B3E}"/>
              </a:ext>
            </a:extLst>
          </p:cNvPr>
          <p:cNvSpPr>
            <a:spLocks/>
          </p:cNvSpPr>
          <p:nvPr/>
        </p:nvSpPr>
        <p:spPr>
          <a:xfrm>
            <a:off x="1416076" y="6265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ECD12000-E5FF-4B95-9D37-99D23DD54735}"/>
              </a:ext>
            </a:extLst>
          </p:cNvPr>
          <p:cNvSpPr>
            <a:spLocks/>
          </p:cNvSpPr>
          <p:nvPr/>
        </p:nvSpPr>
        <p:spPr>
          <a:xfrm>
            <a:off x="1481982" y="62938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1E11E672-5253-435A-968B-CD8BE47BFC84}"/>
              </a:ext>
            </a:extLst>
          </p:cNvPr>
          <p:cNvSpPr>
            <a:spLocks/>
          </p:cNvSpPr>
          <p:nvPr/>
        </p:nvSpPr>
        <p:spPr>
          <a:xfrm>
            <a:off x="140978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02ADA802-06A4-41AF-8515-3E84419727E1}"/>
              </a:ext>
            </a:extLst>
          </p:cNvPr>
          <p:cNvSpPr>
            <a:spLocks/>
          </p:cNvSpPr>
          <p:nvPr/>
        </p:nvSpPr>
        <p:spPr>
          <a:xfrm>
            <a:off x="1464944" y="5478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89286611-9C1F-42D9-9E4B-19ED73A64827}"/>
              </a:ext>
            </a:extLst>
          </p:cNvPr>
          <p:cNvSpPr>
            <a:spLocks/>
          </p:cNvSpPr>
          <p:nvPr/>
        </p:nvSpPr>
        <p:spPr>
          <a:xfrm>
            <a:off x="152050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0BBCE335-B170-45CB-A30F-906923687EEA}"/>
              </a:ext>
            </a:extLst>
          </p:cNvPr>
          <p:cNvSpPr>
            <a:spLocks/>
          </p:cNvSpPr>
          <p:nvPr/>
        </p:nvSpPr>
        <p:spPr>
          <a:xfrm>
            <a:off x="1439146" y="6439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4A7AE81A-0D3A-4BB5-8F8C-81BBCFC73BB1}"/>
              </a:ext>
            </a:extLst>
          </p:cNvPr>
          <p:cNvSpPr>
            <a:spLocks/>
          </p:cNvSpPr>
          <p:nvPr/>
        </p:nvSpPr>
        <p:spPr>
          <a:xfrm>
            <a:off x="1411546" y="5495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56DC6962-E6DE-4AF3-A2E6-0E7CF18422CE}"/>
              </a:ext>
            </a:extLst>
          </p:cNvPr>
          <p:cNvSpPr>
            <a:spLocks/>
          </p:cNvSpPr>
          <p:nvPr/>
        </p:nvSpPr>
        <p:spPr>
          <a:xfrm>
            <a:off x="1465584" y="57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7B79DDB1-10ED-446A-AE9D-2CD5839E5EBE}"/>
              </a:ext>
            </a:extLst>
          </p:cNvPr>
          <p:cNvSpPr>
            <a:spLocks/>
          </p:cNvSpPr>
          <p:nvPr/>
        </p:nvSpPr>
        <p:spPr>
          <a:xfrm>
            <a:off x="1439625" y="6172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3057E37B-9F7A-4796-B6BE-13F813378182}"/>
              </a:ext>
            </a:extLst>
          </p:cNvPr>
          <p:cNvSpPr>
            <a:spLocks/>
          </p:cNvSpPr>
          <p:nvPr/>
        </p:nvSpPr>
        <p:spPr>
          <a:xfrm>
            <a:off x="1443484" y="5657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9F3C7E9E-B9D5-43F7-83D6-7DDD7A29D2AF}"/>
              </a:ext>
            </a:extLst>
          </p:cNvPr>
          <p:cNvSpPr>
            <a:spLocks/>
          </p:cNvSpPr>
          <p:nvPr/>
        </p:nvSpPr>
        <p:spPr>
          <a:xfrm>
            <a:off x="143812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952FB80D-B2B5-4DA8-A67D-70FAE5181381}"/>
              </a:ext>
            </a:extLst>
          </p:cNvPr>
          <p:cNvSpPr>
            <a:spLocks/>
          </p:cNvSpPr>
          <p:nvPr/>
        </p:nvSpPr>
        <p:spPr>
          <a:xfrm>
            <a:off x="1512439" y="561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F9D7936A-D166-46A7-80A1-406C89EEAAA6}"/>
              </a:ext>
            </a:extLst>
          </p:cNvPr>
          <p:cNvSpPr>
            <a:spLocks/>
          </p:cNvSpPr>
          <p:nvPr/>
        </p:nvSpPr>
        <p:spPr>
          <a:xfrm>
            <a:off x="14282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862C1C55-1802-49C5-9F0A-18C6EC773AC7}"/>
              </a:ext>
            </a:extLst>
          </p:cNvPr>
          <p:cNvSpPr>
            <a:spLocks/>
          </p:cNvSpPr>
          <p:nvPr/>
        </p:nvSpPr>
        <p:spPr>
          <a:xfrm>
            <a:off x="142607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F2A69E82-A65B-4C40-AB30-964852BA3BAE}"/>
              </a:ext>
            </a:extLst>
          </p:cNvPr>
          <p:cNvSpPr>
            <a:spLocks/>
          </p:cNvSpPr>
          <p:nvPr/>
        </p:nvSpPr>
        <p:spPr>
          <a:xfrm>
            <a:off x="1469371" y="597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E148D30-2592-4EAE-91D0-2E67ACEC61E6}"/>
              </a:ext>
            </a:extLst>
          </p:cNvPr>
          <p:cNvSpPr>
            <a:spLocks/>
          </p:cNvSpPr>
          <p:nvPr/>
        </p:nvSpPr>
        <p:spPr>
          <a:xfrm>
            <a:off x="1415521" y="5568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AA79EE70-3D7F-4431-A74D-A4C43BD80FA1}"/>
              </a:ext>
            </a:extLst>
          </p:cNvPr>
          <p:cNvSpPr>
            <a:spLocks/>
          </p:cNvSpPr>
          <p:nvPr/>
        </p:nvSpPr>
        <p:spPr>
          <a:xfrm>
            <a:off x="1448048" y="5821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1D40611D-DD6C-4393-B67A-A1481243B4ED}"/>
              </a:ext>
            </a:extLst>
          </p:cNvPr>
          <p:cNvSpPr>
            <a:spLocks/>
          </p:cNvSpPr>
          <p:nvPr/>
        </p:nvSpPr>
        <p:spPr>
          <a:xfrm>
            <a:off x="1426138" y="58747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3ABDEAC2-E5EF-4475-841D-93C76E0FA87D}"/>
              </a:ext>
            </a:extLst>
          </p:cNvPr>
          <p:cNvSpPr>
            <a:spLocks/>
          </p:cNvSpPr>
          <p:nvPr/>
        </p:nvSpPr>
        <p:spPr>
          <a:xfrm>
            <a:off x="1478448" y="56140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976B5CA-BED2-4EAB-97FC-98BC6F042D3A}"/>
              </a:ext>
            </a:extLst>
          </p:cNvPr>
          <p:cNvSpPr>
            <a:spLocks/>
          </p:cNvSpPr>
          <p:nvPr/>
        </p:nvSpPr>
        <p:spPr>
          <a:xfrm>
            <a:off x="1400621" y="5745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7841474E-2BBE-4CC5-8052-C2CC67310701}"/>
              </a:ext>
            </a:extLst>
          </p:cNvPr>
          <p:cNvSpPr>
            <a:spLocks/>
          </p:cNvSpPr>
          <p:nvPr/>
        </p:nvSpPr>
        <p:spPr>
          <a:xfrm>
            <a:off x="1434343" y="57514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5017C314-2ACB-45ED-B80A-E33F59B6DB2A}"/>
              </a:ext>
            </a:extLst>
          </p:cNvPr>
          <p:cNvSpPr>
            <a:spLocks/>
          </p:cNvSpPr>
          <p:nvPr/>
        </p:nvSpPr>
        <p:spPr>
          <a:xfrm>
            <a:off x="148889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89FA68FE-2652-4B3F-92EE-1101987F45FA}"/>
              </a:ext>
            </a:extLst>
          </p:cNvPr>
          <p:cNvSpPr>
            <a:spLocks/>
          </p:cNvSpPr>
          <p:nvPr/>
        </p:nvSpPr>
        <p:spPr>
          <a:xfrm>
            <a:off x="1401532" y="56974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FACBC625-F1F7-452C-B906-BE11A0D19ADC}"/>
              </a:ext>
            </a:extLst>
          </p:cNvPr>
          <p:cNvSpPr>
            <a:spLocks/>
          </p:cNvSpPr>
          <p:nvPr/>
        </p:nvSpPr>
        <p:spPr>
          <a:xfrm>
            <a:off x="1482051" y="5998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5E014D7A-50CB-417A-9ACA-35012243FAE2}"/>
              </a:ext>
            </a:extLst>
          </p:cNvPr>
          <p:cNvSpPr>
            <a:spLocks/>
          </p:cNvSpPr>
          <p:nvPr/>
        </p:nvSpPr>
        <p:spPr>
          <a:xfrm>
            <a:off x="14104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AC43B612-46F8-4B36-B1FC-1BA6F5080D12}"/>
              </a:ext>
            </a:extLst>
          </p:cNvPr>
          <p:cNvSpPr>
            <a:spLocks/>
          </p:cNvSpPr>
          <p:nvPr/>
        </p:nvSpPr>
        <p:spPr>
          <a:xfrm>
            <a:off x="1506367" y="6752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AC76E2A2-E2A6-4D08-914A-1B09A3FCE1DF}"/>
              </a:ext>
            </a:extLst>
          </p:cNvPr>
          <p:cNvSpPr>
            <a:spLocks/>
          </p:cNvSpPr>
          <p:nvPr/>
        </p:nvSpPr>
        <p:spPr>
          <a:xfrm>
            <a:off x="1454303" y="6729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765D047A-AF0A-4437-9A70-58FCA63A85BC}"/>
              </a:ext>
            </a:extLst>
          </p:cNvPr>
          <p:cNvSpPr>
            <a:spLocks/>
          </p:cNvSpPr>
          <p:nvPr/>
        </p:nvSpPr>
        <p:spPr>
          <a:xfrm>
            <a:off x="1451635" y="6715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034D915B-A1EB-41CD-AC13-A91C5D99E3FB}"/>
              </a:ext>
            </a:extLst>
          </p:cNvPr>
          <p:cNvSpPr>
            <a:spLocks/>
          </p:cNvSpPr>
          <p:nvPr/>
        </p:nvSpPr>
        <p:spPr>
          <a:xfrm>
            <a:off x="1445106" y="5520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9E06D67B-60B4-43B9-9F93-B55787C28AF7}"/>
              </a:ext>
            </a:extLst>
          </p:cNvPr>
          <p:cNvSpPr>
            <a:spLocks/>
          </p:cNvSpPr>
          <p:nvPr/>
        </p:nvSpPr>
        <p:spPr>
          <a:xfrm>
            <a:off x="1524425" y="64593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F7283518-CEC7-4385-BBA7-E1EE24F3CEA8}"/>
              </a:ext>
            </a:extLst>
          </p:cNvPr>
          <p:cNvSpPr>
            <a:spLocks/>
          </p:cNvSpPr>
          <p:nvPr/>
        </p:nvSpPr>
        <p:spPr>
          <a:xfrm>
            <a:off x="1428125" y="56061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1171718D-0603-46C6-BB04-BD7C7C18B6C3}"/>
              </a:ext>
            </a:extLst>
          </p:cNvPr>
          <p:cNvSpPr>
            <a:spLocks/>
          </p:cNvSpPr>
          <p:nvPr/>
        </p:nvSpPr>
        <p:spPr>
          <a:xfrm>
            <a:off x="1507497" y="6234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B5366EDE-B24C-4C9F-B69B-1446427E95BA}"/>
              </a:ext>
            </a:extLst>
          </p:cNvPr>
          <p:cNvSpPr>
            <a:spLocks/>
          </p:cNvSpPr>
          <p:nvPr/>
        </p:nvSpPr>
        <p:spPr>
          <a:xfrm>
            <a:off x="1437491" y="6586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7969ACDF-4C92-4816-A15D-98611BF3919B}"/>
              </a:ext>
            </a:extLst>
          </p:cNvPr>
          <p:cNvSpPr>
            <a:spLocks/>
          </p:cNvSpPr>
          <p:nvPr/>
        </p:nvSpPr>
        <p:spPr>
          <a:xfrm>
            <a:off x="1424154" y="57452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0444E510-8278-4B2F-8026-4FA5FA2E2D52}"/>
              </a:ext>
            </a:extLst>
          </p:cNvPr>
          <p:cNvSpPr>
            <a:spLocks/>
          </p:cNvSpPr>
          <p:nvPr/>
        </p:nvSpPr>
        <p:spPr>
          <a:xfrm>
            <a:off x="1527988" y="5588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44EA0B62-A154-4072-8DAC-6B3829256B3F}"/>
              </a:ext>
            </a:extLst>
          </p:cNvPr>
          <p:cNvSpPr>
            <a:spLocks/>
          </p:cNvSpPr>
          <p:nvPr/>
        </p:nvSpPr>
        <p:spPr>
          <a:xfrm>
            <a:off x="1452741" y="5575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F54FFB22-73F2-44E5-BA26-D698A888FD82}"/>
              </a:ext>
            </a:extLst>
          </p:cNvPr>
          <p:cNvSpPr>
            <a:spLocks/>
          </p:cNvSpPr>
          <p:nvPr/>
        </p:nvSpPr>
        <p:spPr>
          <a:xfrm>
            <a:off x="14554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DA0AABC6-B2E3-454D-9D93-0732C04A8607}"/>
              </a:ext>
            </a:extLst>
          </p:cNvPr>
          <p:cNvSpPr>
            <a:spLocks/>
          </p:cNvSpPr>
          <p:nvPr/>
        </p:nvSpPr>
        <p:spPr>
          <a:xfrm>
            <a:off x="1442778" y="55236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B58B9EBB-C74B-48F9-A0A3-D8B79622B37F}"/>
              </a:ext>
            </a:extLst>
          </p:cNvPr>
          <p:cNvSpPr>
            <a:spLocks/>
          </p:cNvSpPr>
          <p:nvPr/>
        </p:nvSpPr>
        <p:spPr>
          <a:xfrm>
            <a:off x="1490619" y="5813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ACB0069A-1272-4CF7-9AC3-0DBFB21B6FC0}"/>
              </a:ext>
            </a:extLst>
          </p:cNvPr>
          <p:cNvSpPr>
            <a:spLocks/>
          </p:cNvSpPr>
          <p:nvPr/>
        </p:nvSpPr>
        <p:spPr>
          <a:xfrm>
            <a:off x="1469631" y="5630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DFD3D007-81CB-49F0-BB1C-AFC680BB44DA}"/>
              </a:ext>
            </a:extLst>
          </p:cNvPr>
          <p:cNvSpPr>
            <a:spLocks/>
          </p:cNvSpPr>
          <p:nvPr/>
        </p:nvSpPr>
        <p:spPr>
          <a:xfrm>
            <a:off x="1508963" y="6185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C6424D76-4297-4AD7-AEC1-8B3A5740756E}"/>
              </a:ext>
            </a:extLst>
          </p:cNvPr>
          <p:cNvSpPr>
            <a:spLocks/>
          </p:cNvSpPr>
          <p:nvPr/>
        </p:nvSpPr>
        <p:spPr>
          <a:xfrm>
            <a:off x="1464759" y="6293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C054A00E-48AF-46C2-BF3E-40C03C568F7A}"/>
              </a:ext>
            </a:extLst>
          </p:cNvPr>
          <p:cNvSpPr>
            <a:spLocks/>
          </p:cNvSpPr>
          <p:nvPr/>
        </p:nvSpPr>
        <p:spPr>
          <a:xfrm>
            <a:off x="144160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42E873D3-AA09-4EEE-8C4F-58399D5AA434}"/>
              </a:ext>
            </a:extLst>
          </p:cNvPr>
          <p:cNvSpPr>
            <a:spLocks/>
          </p:cNvSpPr>
          <p:nvPr/>
        </p:nvSpPr>
        <p:spPr>
          <a:xfrm>
            <a:off x="1705723" y="5451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1041466B-4DF6-47DC-A9C2-8B8830E442E5}"/>
              </a:ext>
            </a:extLst>
          </p:cNvPr>
          <p:cNvSpPr>
            <a:spLocks/>
          </p:cNvSpPr>
          <p:nvPr/>
        </p:nvSpPr>
        <p:spPr>
          <a:xfrm>
            <a:off x="1629409" y="56442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207B532E-2EE2-4800-A07A-21E34DFC5654}"/>
              </a:ext>
            </a:extLst>
          </p:cNvPr>
          <p:cNvSpPr>
            <a:spLocks/>
          </p:cNvSpPr>
          <p:nvPr/>
        </p:nvSpPr>
        <p:spPr>
          <a:xfrm>
            <a:off x="1736330" y="5479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30BCB778-DCAA-4947-BD1A-73175B38A30F}"/>
              </a:ext>
            </a:extLst>
          </p:cNvPr>
          <p:cNvSpPr>
            <a:spLocks/>
          </p:cNvSpPr>
          <p:nvPr/>
        </p:nvSpPr>
        <p:spPr>
          <a:xfrm>
            <a:off x="1630533" y="5532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75B6F110-6494-4638-82BE-4CAD9250CE95}"/>
              </a:ext>
            </a:extLst>
          </p:cNvPr>
          <p:cNvSpPr>
            <a:spLocks/>
          </p:cNvSpPr>
          <p:nvPr/>
        </p:nvSpPr>
        <p:spPr>
          <a:xfrm>
            <a:off x="1696787" y="6197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67204CE5-0F03-4F15-BC13-A925AA473BF3}"/>
              </a:ext>
            </a:extLst>
          </p:cNvPr>
          <p:cNvSpPr>
            <a:spLocks/>
          </p:cNvSpPr>
          <p:nvPr/>
        </p:nvSpPr>
        <p:spPr>
          <a:xfrm>
            <a:off x="1698249" y="6233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EA8484A4-C009-438D-AC7A-671859A17D7C}"/>
              </a:ext>
            </a:extLst>
          </p:cNvPr>
          <p:cNvSpPr>
            <a:spLocks/>
          </p:cNvSpPr>
          <p:nvPr/>
        </p:nvSpPr>
        <p:spPr>
          <a:xfrm>
            <a:off x="1752741" y="5493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368F60C-FF7C-456E-9ABE-0D03438A63C5}"/>
              </a:ext>
            </a:extLst>
          </p:cNvPr>
          <p:cNvSpPr>
            <a:spLocks/>
          </p:cNvSpPr>
          <p:nvPr/>
        </p:nvSpPr>
        <p:spPr>
          <a:xfrm>
            <a:off x="1693842" y="5705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95DCAA6E-268A-490C-BD76-1DA916823585}"/>
              </a:ext>
            </a:extLst>
          </p:cNvPr>
          <p:cNvSpPr>
            <a:spLocks/>
          </p:cNvSpPr>
          <p:nvPr/>
        </p:nvSpPr>
        <p:spPr>
          <a:xfrm>
            <a:off x="1692966" y="5654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88E60C71-0B3A-4049-8E23-0083FB540798}"/>
              </a:ext>
            </a:extLst>
          </p:cNvPr>
          <p:cNvSpPr>
            <a:spLocks/>
          </p:cNvSpPr>
          <p:nvPr/>
        </p:nvSpPr>
        <p:spPr>
          <a:xfrm>
            <a:off x="1692917" y="5573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9C9285E9-7CE5-4E86-B420-C3D3FFF20BD4}"/>
              </a:ext>
            </a:extLst>
          </p:cNvPr>
          <p:cNvSpPr>
            <a:spLocks/>
          </p:cNvSpPr>
          <p:nvPr/>
        </p:nvSpPr>
        <p:spPr>
          <a:xfrm>
            <a:off x="1661337" y="5619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43144C84-F250-4987-9144-2948085973D4}"/>
              </a:ext>
            </a:extLst>
          </p:cNvPr>
          <p:cNvSpPr>
            <a:spLocks/>
          </p:cNvSpPr>
          <p:nvPr/>
        </p:nvSpPr>
        <p:spPr>
          <a:xfrm>
            <a:off x="1621338" y="5670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F91683FB-3147-4A4F-9351-09ED60D7FA4A}"/>
              </a:ext>
            </a:extLst>
          </p:cNvPr>
          <p:cNvSpPr>
            <a:spLocks/>
          </p:cNvSpPr>
          <p:nvPr/>
        </p:nvSpPr>
        <p:spPr>
          <a:xfrm>
            <a:off x="1733773" y="61314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E73086F7-EAC0-45A7-AF20-C97426FAB148}"/>
              </a:ext>
            </a:extLst>
          </p:cNvPr>
          <p:cNvSpPr>
            <a:spLocks/>
          </p:cNvSpPr>
          <p:nvPr/>
        </p:nvSpPr>
        <p:spPr>
          <a:xfrm>
            <a:off x="1613627" y="5695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3D0D4451-AD30-4E41-8BF6-3EB2C008DFA6}"/>
              </a:ext>
            </a:extLst>
          </p:cNvPr>
          <p:cNvSpPr>
            <a:spLocks/>
          </p:cNvSpPr>
          <p:nvPr/>
        </p:nvSpPr>
        <p:spPr>
          <a:xfrm>
            <a:off x="1751763" y="551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82815575-607C-4B22-8CD2-87BE0D24979C}"/>
              </a:ext>
            </a:extLst>
          </p:cNvPr>
          <p:cNvSpPr>
            <a:spLocks/>
          </p:cNvSpPr>
          <p:nvPr/>
        </p:nvSpPr>
        <p:spPr>
          <a:xfrm>
            <a:off x="173724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1204D2D8-CBDB-42AA-9629-049204DF7087}"/>
              </a:ext>
            </a:extLst>
          </p:cNvPr>
          <p:cNvSpPr>
            <a:spLocks/>
          </p:cNvSpPr>
          <p:nvPr/>
        </p:nvSpPr>
        <p:spPr>
          <a:xfrm>
            <a:off x="1664009" y="550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69F7B7CC-414E-40FB-B005-3FAACD115A7F}"/>
              </a:ext>
            </a:extLst>
          </p:cNvPr>
          <p:cNvSpPr>
            <a:spLocks/>
          </p:cNvSpPr>
          <p:nvPr/>
        </p:nvSpPr>
        <p:spPr>
          <a:xfrm>
            <a:off x="1717795" y="5445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D7A44563-03C1-42D9-AE35-28DB1D70BEC0}"/>
              </a:ext>
            </a:extLst>
          </p:cNvPr>
          <p:cNvSpPr>
            <a:spLocks/>
          </p:cNvSpPr>
          <p:nvPr/>
        </p:nvSpPr>
        <p:spPr>
          <a:xfrm>
            <a:off x="1651181" y="5883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6DCF108E-F447-4CD5-8C79-34F0F50B4788}"/>
              </a:ext>
            </a:extLst>
          </p:cNvPr>
          <p:cNvSpPr>
            <a:spLocks/>
          </p:cNvSpPr>
          <p:nvPr/>
        </p:nvSpPr>
        <p:spPr>
          <a:xfrm>
            <a:off x="161877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1513DDF0-B78A-4D71-8986-E3332C21E514}"/>
              </a:ext>
            </a:extLst>
          </p:cNvPr>
          <p:cNvSpPr>
            <a:spLocks/>
          </p:cNvSpPr>
          <p:nvPr/>
        </p:nvSpPr>
        <p:spPr>
          <a:xfrm>
            <a:off x="1731593" y="63745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63B9B213-4A95-4032-B4AA-59C2E335714F}"/>
              </a:ext>
            </a:extLst>
          </p:cNvPr>
          <p:cNvSpPr>
            <a:spLocks/>
          </p:cNvSpPr>
          <p:nvPr/>
        </p:nvSpPr>
        <p:spPr>
          <a:xfrm>
            <a:off x="162903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8D534CC7-76F7-4B34-83A0-3C3101AB3AEA}"/>
              </a:ext>
            </a:extLst>
          </p:cNvPr>
          <p:cNvSpPr>
            <a:spLocks/>
          </p:cNvSpPr>
          <p:nvPr/>
        </p:nvSpPr>
        <p:spPr>
          <a:xfrm>
            <a:off x="1640746" y="5467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6E982358-4C58-4408-BB30-628A8AE8EF60}"/>
              </a:ext>
            </a:extLst>
          </p:cNvPr>
          <p:cNvSpPr>
            <a:spLocks/>
          </p:cNvSpPr>
          <p:nvPr/>
        </p:nvSpPr>
        <p:spPr>
          <a:xfrm>
            <a:off x="1643515" y="5584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3CD440D5-D367-43FD-A520-57192BD81DE5}"/>
              </a:ext>
            </a:extLst>
          </p:cNvPr>
          <p:cNvSpPr>
            <a:spLocks/>
          </p:cNvSpPr>
          <p:nvPr/>
        </p:nvSpPr>
        <p:spPr>
          <a:xfrm>
            <a:off x="1717650" y="5652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B8259825-22B6-4A2A-A73D-4AC98D15E573}"/>
              </a:ext>
            </a:extLst>
          </p:cNvPr>
          <p:cNvSpPr>
            <a:spLocks/>
          </p:cNvSpPr>
          <p:nvPr/>
        </p:nvSpPr>
        <p:spPr>
          <a:xfrm>
            <a:off x="1680554" y="60530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3EF210DF-FF20-40E8-BCD0-9867FD720FA5}"/>
              </a:ext>
            </a:extLst>
          </p:cNvPr>
          <p:cNvSpPr>
            <a:spLocks/>
          </p:cNvSpPr>
          <p:nvPr/>
        </p:nvSpPr>
        <p:spPr>
          <a:xfrm>
            <a:off x="1613349" y="55702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CB88C487-75EC-4260-B018-1518CA4F47D1}"/>
              </a:ext>
            </a:extLst>
          </p:cNvPr>
          <p:cNvSpPr>
            <a:spLocks/>
          </p:cNvSpPr>
          <p:nvPr/>
        </p:nvSpPr>
        <p:spPr>
          <a:xfrm>
            <a:off x="1631910" y="5618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EAEE46F0-5ACE-4EA8-B1C6-FD38DC4C6A8B}"/>
              </a:ext>
            </a:extLst>
          </p:cNvPr>
          <p:cNvSpPr>
            <a:spLocks/>
          </p:cNvSpPr>
          <p:nvPr/>
        </p:nvSpPr>
        <p:spPr>
          <a:xfrm>
            <a:off x="1681645" y="57949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5231F1C1-986F-41C1-8C4E-3BA052585C29}"/>
              </a:ext>
            </a:extLst>
          </p:cNvPr>
          <p:cNvSpPr>
            <a:spLocks/>
          </p:cNvSpPr>
          <p:nvPr/>
        </p:nvSpPr>
        <p:spPr>
          <a:xfrm>
            <a:off x="1731921" y="60761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0F9BAA4F-F01D-44CA-9F83-2DDDED557034}"/>
              </a:ext>
            </a:extLst>
          </p:cNvPr>
          <p:cNvSpPr>
            <a:spLocks/>
          </p:cNvSpPr>
          <p:nvPr/>
        </p:nvSpPr>
        <p:spPr>
          <a:xfrm>
            <a:off x="1667715" y="6415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3A93900-5E2F-48D8-94BF-D56080594F12}"/>
              </a:ext>
            </a:extLst>
          </p:cNvPr>
          <p:cNvSpPr>
            <a:spLocks/>
          </p:cNvSpPr>
          <p:nvPr/>
        </p:nvSpPr>
        <p:spPr>
          <a:xfrm>
            <a:off x="1669252" y="5406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2D36FE4A-9F8C-4336-8A10-023B64A4F9CC}"/>
              </a:ext>
            </a:extLst>
          </p:cNvPr>
          <p:cNvSpPr>
            <a:spLocks/>
          </p:cNvSpPr>
          <p:nvPr/>
        </p:nvSpPr>
        <p:spPr>
          <a:xfrm>
            <a:off x="1626480" y="5557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BDC4C036-E5E3-4532-8180-E2C10A52ADBB}"/>
              </a:ext>
            </a:extLst>
          </p:cNvPr>
          <p:cNvSpPr>
            <a:spLocks/>
          </p:cNvSpPr>
          <p:nvPr/>
        </p:nvSpPr>
        <p:spPr>
          <a:xfrm>
            <a:off x="1713232" y="5494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45B9EF70-BD22-427B-9A5D-5C4E80403473}"/>
              </a:ext>
            </a:extLst>
          </p:cNvPr>
          <p:cNvSpPr>
            <a:spLocks/>
          </p:cNvSpPr>
          <p:nvPr/>
        </p:nvSpPr>
        <p:spPr>
          <a:xfrm>
            <a:off x="1685085" y="55544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3ADE12EE-6217-4847-94D1-1EF1C3299C37}"/>
              </a:ext>
            </a:extLst>
          </p:cNvPr>
          <p:cNvSpPr>
            <a:spLocks/>
          </p:cNvSpPr>
          <p:nvPr/>
        </p:nvSpPr>
        <p:spPr>
          <a:xfrm>
            <a:off x="163702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0FCA5CDE-F154-4FC8-96D0-F00E9C820A7D}"/>
              </a:ext>
            </a:extLst>
          </p:cNvPr>
          <p:cNvSpPr>
            <a:spLocks/>
          </p:cNvSpPr>
          <p:nvPr/>
        </p:nvSpPr>
        <p:spPr>
          <a:xfrm>
            <a:off x="1745120" y="5501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9499E19F-CC7A-4921-A87C-9FD2B15BAD8E}"/>
              </a:ext>
            </a:extLst>
          </p:cNvPr>
          <p:cNvSpPr>
            <a:spLocks/>
          </p:cNvSpPr>
          <p:nvPr/>
        </p:nvSpPr>
        <p:spPr>
          <a:xfrm>
            <a:off x="1687325" y="6069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D3C1A6D9-AB3B-4041-9FFE-AE39353390CB}"/>
              </a:ext>
            </a:extLst>
          </p:cNvPr>
          <p:cNvSpPr>
            <a:spLocks/>
          </p:cNvSpPr>
          <p:nvPr/>
        </p:nvSpPr>
        <p:spPr>
          <a:xfrm>
            <a:off x="1645505" y="59607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7CB3D878-C582-4145-BA53-2D6E3673420A}"/>
              </a:ext>
            </a:extLst>
          </p:cNvPr>
          <p:cNvSpPr>
            <a:spLocks/>
          </p:cNvSpPr>
          <p:nvPr/>
        </p:nvSpPr>
        <p:spPr>
          <a:xfrm>
            <a:off x="1744613" y="5726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8199F519-A15D-4023-8B4A-6436A08009FF}"/>
              </a:ext>
            </a:extLst>
          </p:cNvPr>
          <p:cNvSpPr>
            <a:spLocks/>
          </p:cNvSpPr>
          <p:nvPr/>
        </p:nvSpPr>
        <p:spPr>
          <a:xfrm>
            <a:off x="1627078" y="59165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2E3AD6E5-9BCD-412A-85C6-B18CC38BFF2B}"/>
              </a:ext>
            </a:extLst>
          </p:cNvPr>
          <p:cNvSpPr>
            <a:spLocks/>
          </p:cNvSpPr>
          <p:nvPr/>
        </p:nvSpPr>
        <p:spPr>
          <a:xfrm>
            <a:off x="1613070" y="55347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0E1629DB-8C92-4159-AE17-6646E5D4DC91}"/>
              </a:ext>
            </a:extLst>
          </p:cNvPr>
          <p:cNvSpPr>
            <a:spLocks/>
          </p:cNvSpPr>
          <p:nvPr/>
        </p:nvSpPr>
        <p:spPr>
          <a:xfrm>
            <a:off x="1718158" y="553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716DB11E-E37C-4281-B097-BC72A46FE72F}"/>
              </a:ext>
            </a:extLst>
          </p:cNvPr>
          <p:cNvSpPr>
            <a:spLocks/>
          </p:cNvSpPr>
          <p:nvPr/>
        </p:nvSpPr>
        <p:spPr>
          <a:xfrm>
            <a:off x="1741057" y="61580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D3E18FB9-81C5-4D4F-96AD-11F6D433E742}"/>
              </a:ext>
            </a:extLst>
          </p:cNvPr>
          <p:cNvSpPr>
            <a:spLocks/>
          </p:cNvSpPr>
          <p:nvPr/>
        </p:nvSpPr>
        <p:spPr>
          <a:xfrm>
            <a:off x="1709875" y="5601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746539D-982C-414E-ACC5-B7AACF792190}"/>
              </a:ext>
            </a:extLst>
          </p:cNvPr>
          <p:cNvSpPr>
            <a:spLocks/>
          </p:cNvSpPr>
          <p:nvPr/>
        </p:nvSpPr>
        <p:spPr>
          <a:xfrm>
            <a:off x="1736365" y="5701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CE642847-AB89-4DC0-9D05-02C7CE9E03FE}"/>
              </a:ext>
            </a:extLst>
          </p:cNvPr>
          <p:cNvSpPr>
            <a:spLocks/>
          </p:cNvSpPr>
          <p:nvPr/>
        </p:nvSpPr>
        <p:spPr>
          <a:xfrm>
            <a:off x="1621802" y="53990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DDABF98C-220C-4D72-A16E-AB70C71229CF}"/>
              </a:ext>
            </a:extLst>
          </p:cNvPr>
          <p:cNvSpPr>
            <a:spLocks/>
          </p:cNvSpPr>
          <p:nvPr/>
        </p:nvSpPr>
        <p:spPr>
          <a:xfrm>
            <a:off x="1723664" y="6401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136754A0-F932-449F-8A1F-1B208C1C7796}"/>
              </a:ext>
            </a:extLst>
          </p:cNvPr>
          <p:cNvSpPr>
            <a:spLocks/>
          </p:cNvSpPr>
          <p:nvPr/>
        </p:nvSpPr>
        <p:spPr>
          <a:xfrm>
            <a:off x="1624781" y="54418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8C49253A-A68A-4A1F-913F-B7F7484063DA}"/>
              </a:ext>
            </a:extLst>
          </p:cNvPr>
          <p:cNvSpPr>
            <a:spLocks/>
          </p:cNvSpPr>
          <p:nvPr/>
        </p:nvSpPr>
        <p:spPr>
          <a:xfrm>
            <a:off x="161831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5C86B3EE-A1C3-4BEC-BA0E-88028D8BCB6C}"/>
              </a:ext>
            </a:extLst>
          </p:cNvPr>
          <p:cNvSpPr>
            <a:spLocks/>
          </p:cNvSpPr>
          <p:nvPr/>
        </p:nvSpPr>
        <p:spPr>
          <a:xfrm>
            <a:off x="1675398" y="6660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E59F05A0-3499-4481-9423-098F87E62DE2}"/>
              </a:ext>
            </a:extLst>
          </p:cNvPr>
          <p:cNvSpPr>
            <a:spLocks/>
          </p:cNvSpPr>
          <p:nvPr/>
        </p:nvSpPr>
        <p:spPr>
          <a:xfrm>
            <a:off x="174706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CC0FF4F3-5389-4BA7-91B6-D15C669F80D3}"/>
              </a:ext>
            </a:extLst>
          </p:cNvPr>
          <p:cNvSpPr>
            <a:spLocks/>
          </p:cNvSpPr>
          <p:nvPr/>
        </p:nvSpPr>
        <p:spPr>
          <a:xfrm>
            <a:off x="1644625" y="6280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651DE008-AECD-464A-A643-CD5997EF8695}"/>
              </a:ext>
            </a:extLst>
          </p:cNvPr>
          <p:cNvSpPr>
            <a:spLocks/>
          </p:cNvSpPr>
          <p:nvPr/>
        </p:nvSpPr>
        <p:spPr>
          <a:xfrm>
            <a:off x="1662187" y="650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70EE5666-D8A7-49DE-8BC4-17B7E06FF80A}"/>
              </a:ext>
            </a:extLst>
          </p:cNvPr>
          <p:cNvSpPr>
            <a:spLocks/>
          </p:cNvSpPr>
          <p:nvPr/>
        </p:nvSpPr>
        <p:spPr>
          <a:xfrm>
            <a:off x="1730237" y="54657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122E67FC-71F2-41CB-AD83-EDF45C5D2FFD}"/>
              </a:ext>
            </a:extLst>
          </p:cNvPr>
          <p:cNvSpPr>
            <a:spLocks/>
          </p:cNvSpPr>
          <p:nvPr/>
        </p:nvSpPr>
        <p:spPr>
          <a:xfrm>
            <a:off x="1622762" y="5694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2F890197-AE4A-4F52-A19E-847B5AB9392E}"/>
              </a:ext>
            </a:extLst>
          </p:cNvPr>
          <p:cNvSpPr>
            <a:spLocks/>
          </p:cNvSpPr>
          <p:nvPr/>
        </p:nvSpPr>
        <p:spPr>
          <a:xfrm>
            <a:off x="1696766" y="59477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FBBE9854-8158-42F1-A921-6DE4E92A223B}"/>
              </a:ext>
            </a:extLst>
          </p:cNvPr>
          <p:cNvSpPr>
            <a:spLocks/>
          </p:cNvSpPr>
          <p:nvPr/>
        </p:nvSpPr>
        <p:spPr>
          <a:xfrm>
            <a:off x="1699626" y="5491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21AF632B-9DA9-4F25-A394-701B0A3F4B71}"/>
              </a:ext>
            </a:extLst>
          </p:cNvPr>
          <p:cNvSpPr>
            <a:spLocks/>
          </p:cNvSpPr>
          <p:nvPr/>
        </p:nvSpPr>
        <p:spPr>
          <a:xfrm>
            <a:off x="1698135" y="5607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09CE01DC-BCDB-4B90-ABA8-D00E5B26185D}"/>
              </a:ext>
            </a:extLst>
          </p:cNvPr>
          <p:cNvSpPr>
            <a:spLocks/>
          </p:cNvSpPr>
          <p:nvPr/>
        </p:nvSpPr>
        <p:spPr>
          <a:xfrm>
            <a:off x="1709134" y="6076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7146AFD-6DAA-4F45-BCFD-24DA5E2E288E}"/>
              </a:ext>
            </a:extLst>
          </p:cNvPr>
          <p:cNvSpPr>
            <a:spLocks/>
          </p:cNvSpPr>
          <p:nvPr/>
        </p:nvSpPr>
        <p:spPr>
          <a:xfrm>
            <a:off x="1709319" y="56573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62BC228C-89E2-4D24-BCFF-EE77D6394656}"/>
              </a:ext>
            </a:extLst>
          </p:cNvPr>
          <p:cNvSpPr>
            <a:spLocks/>
          </p:cNvSpPr>
          <p:nvPr/>
        </p:nvSpPr>
        <p:spPr>
          <a:xfrm>
            <a:off x="164341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FD75A2EF-9482-43BF-AA57-6C5AFE607B57}"/>
              </a:ext>
            </a:extLst>
          </p:cNvPr>
          <p:cNvSpPr>
            <a:spLocks/>
          </p:cNvSpPr>
          <p:nvPr/>
        </p:nvSpPr>
        <p:spPr>
          <a:xfrm>
            <a:off x="1744255" y="561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D971B305-5BCB-483C-9711-BF9B448EB3C0}"/>
              </a:ext>
            </a:extLst>
          </p:cNvPr>
          <p:cNvSpPr>
            <a:spLocks/>
          </p:cNvSpPr>
          <p:nvPr/>
        </p:nvSpPr>
        <p:spPr>
          <a:xfrm>
            <a:off x="1717594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87F205B9-8E26-4A1B-933C-8D6E70C4C446}"/>
              </a:ext>
            </a:extLst>
          </p:cNvPr>
          <p:cNvSpPr>
            <a:spLocks/>
          </p:cNvSpPr>
          <p:nvPr/>
        </p:nvSpPr>
        <p:spPr>
          <a:xfrm>
            <a:off x="1656083" y="60876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700FBD8D-5D17-4253-B55B-F5B3E92E9143}"/>
              </a:ext>
            </a:extLst>
          </p:cNvPr>
          <p:cNvSpPr>
            <a:spLocks/>
          </p:cNvSpPr>
          <p:nvPr/>
        </p:nvSpPr>
        <p:spPr>
          <a:xfrm>
            <a:off x="1671798" y="5720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458BCDB9-8FD8-42DE-8785-52449E836745}"/>
              </a:ext>
            </a:extLst>
          </p:cNvPr>
          <p:cNvSpPr>
            <a:spLocks/>
          </p:cNvSpPr>
          <p:nvPr/>
        </p:nvSpPr>
        <p:spPr>
          <a:xfrm>
            <a:off x="1624958" y="5552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C32258FC-6F8B-4417-B0CB-61875E85991A}"/>
              </a:ext>
            </a:extLst>
          </p:cNvPr>
          <p:cNvSpPr>
            <a:spLocks/>
          </p:cNvSpPr>
          <p:nvPr/>
        </p:nvSpPr>
        <p:spPr>
          <a:xfrm>
            <a:off x="1660070" y="59266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91D5D3BC-B9E6-41D0-9417-92488345C91B}"/>
              </a:ext>
            </a:extLst>
          </p:cNvPr>
          <p:cNvSpPr>
            <a:spLocks/>
          </p:cNvSpPr>
          <p:nvPr/>
        </p:nvSpPr>
        <p:spPr>
          <a:xfrm>
            <a:off x="1620778" y="5807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C5204700-F493-4B8B-996B-354772618139}"/>
              </a:ext>
            </a:extLst>
          </p:cNvPr>
          <p:cNvSpPr>
            <a:spLocks/>
          </p:cNvSpPr>
          <p:nvPr/>
        </p:nvSpPr>
        <p:spPr>
          <a:xfrm>
            <a:off x="1725557" y="5616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26513F02-5A60-4E9E-B551-7DE3473DBFBF}"/>
              </a:ext>
            </a:extLst>
          </p:cNvPr>
          <p:cNvSpPr>
            <a:spLocks/>
          </p:cNvSpPr>
          <p:nvPr/>
        </p:nvSpPr>
        <p:spPr>
          <a:xfrm>
            <a:off x="1698512" y="53799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0FADD219-D70A-4B5B-850B-9CF131638471}"/>
              </a:ext>
            </a:extLst>
          </p:cNvPr>
          <p:cNvSpPr>
            <a:spLocks/>
          </p:cNvSpPr>
          <p:nvPr/>
        </p:nvSpPr>
        <p:spPr>
          <a:xfrm>
            <a:off x="1726717" y="575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624EFB6D-C2D4-43EC-966E-D4DC2CE3B0CC}"/>
              </a:ext>
            </a:extLst>
          </p:cNvPr>
          <p:cNvSpPr>
            <a:spLocks/>
          </p:cNvSpPr>
          <p:nvPr/>
        </p:nvSpPr>
        <p:spPr>
          <a:xfrm>
            <a:off x="168833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C5E83BE2-0BFE-412B-BF64-BFA3F5F7B780}"/>
              </a:ext>
            </a:extLst>
          </p:cNvPr>
          <p:cNvSpPr>
            <a:spLocks/>
          </p:cNvSpPr>
          <p:nvPr/>
        </p:nvSpPr>
        <p:spPr>
          <a:xfrm>
            <a:off x="1623119" y="56770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E477C879-1E23-4074-B1BA-67DC96EF1228}"/>
              </a:ext>
            </a:extLst>
          </p:cNvPr>
          <p:cNvSpPr>
            <a:spLocks/>
          </p:cNvSpPr>
          <p:nvPr/>
        </p:nvSpPr>
        <p:spPr>
          <a:xfrm>
            <a:off x="1730428" y="60738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6659CB16-4434-4B0E-A389-DA7094A90C07}"/>
              </a:ext>
            </a:extLst>
          </p:cNvPr>
          <p:cNvSpPr>
            <a:spLocks/>
          </p:cNvSpPr>
          <p:nvPr/>
        </p:nvSpPr>
        <p:spPr>
          <a:xfrm>
            <a:off x="1631781" y="68036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3CE6A436-7A94-4A3C-A76B-CB1842047A11}"/>
              </a:ext>
            </a:extLst>
          </p:cNvPr>
          <p:cNvSpPr>
            <a:spLocks/>
          </p:cNvSpPr>
          <p:nvPr/>
        </p:nvSpPr>
        <p:spPr>
          <a:xfrm>
            <a:off x="1694915" y="6008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A510F78C-45FB-4E68-998E-6E848466F308}"/>
              </a:ext>
            </a:extLst>
          </p:cNvPr>
          <p:cNvSpPr>
            <a:spLocks/>
          </p:cNvSpPr>
          <p:nvPr/>
        </p:nvSpPr>
        <p:spPr>
          <a:xfrm>
            <a:off x="1669422" y="6293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D76C92A7-7876-4EE0-AF5E-36257D8296D2}"/>
              </a:ext>
            </a:extLst>
          </p:cNvPr>
          <p:cNvSpPr>
            <a:spLocks/>
          </p:cNvSpPr>
          <p:nvPr/>
        </p:nvSpPr>
        <p:spPr>
          <a:xfrm>
            <a:off x="1638710" y="6729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C91A59EA-6C61-4C3B-8DC2-FCDB81A082E6}"/>
              </a:ext>
            </a:extLst>
          </p:cNvPr>
          <p:cNvSpPr>
            <a:spLocks/>
          </p:cNvSpPr>
          <p:nvPr/>
        </p:nvSpPr>
        <p:spPr>
          <a:xfrm>
            <a:off x="1726069" y="5573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B8DD900A-C38B-4AD2-AB20-E05264E12434}"/>
              </a:ext>
            </a:extLst>
          </p:cNvPr>
          <p:cNvSpPr>
            <a:spLocks/>
          </p:cNvSpPr>
          <p:nvPr/>
        </p:nvSpPr>
        <p:spPr>
          <a:xfrm>
            <a:off x="1646218" y="54677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ABB28DA-D39A-4721-B09C-7AEC8D6B767A}"/>
              </a:ext>
            </a:extLst>
          </p:cNvPr>
          <p:cNvSpPr>
            <a:spLocks/>
          </p:cNvSpPr>
          <p:nvPr/>
        </p:nvSpPr>
        <p:spPr>
          <a:xfrm>
            <a:off x="1726840" y="55102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264C5E8A-7E31-43FA-9EC8-B8EB35D7378B}"/>
              </a:ext>
            </a:extLst>
          </p:cNvPr>
          <p:cNvSpPr>
            <a:spLocks/>
          </p:cNvSpPr>
          <p:nvPr/>
        </p:nvSpPr>
        <p:spPr>
          <a:xfrm>
            <a:off x="1668816" y="61237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F9B2195B-D351-4623-AA0B-E85100B0ED21}"/>
              </a:ext>
            </a:extLst>
          </p:cNvPr>
          <p:cNvSpPr>
            <a:spLocks/>
          </p:cNvSpPr>
          <p:nvPr/>
        </p:nvSpPr>
        <p:spPr>
          <a:xfrm>
            <a:off x="1721190" y="6583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DF1DD0DC-C2DA-4C8D-B63F-2EE13126D4E4}"/>
              </a:ext>
            </a:extLst>
          </p:cNvPr>
          <p:cNvSpPr>
            <a:spLocks/>
          </p:cNvSpPr>
          <p:nvPr/>
        </p:nvSpPr>
        <p:spPr>
          <a:xfrm>
            <a:off x="1632000" y="57814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5631F4B3-8D58-47D3-BC9F-D562F693EB14}"/>
              </a:ext>
            </a:extLst>
          </p:cNvPr>
          <p:cNvSpPr>
            <a:spLocks/>
          </p:cNvSpPr>
          <p:nvPr/>
        </p:nvSpPr>
        <p:spPr>
          <a:xfrm>
            <a:off x="1706388" y="54932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F465DDE0-11D4-4126-AAE7-82FC42E519B5}"/>
              </a:ext>
            </a:extLst>
          </p:cNvPr>
          <p:cNvSpPr>
            <a:spLocks/>
          </p:cNvSpPr>
          <p:nvPr/>
        </p:nvSpPr>
        <p:spPr>
          <a:xfrm>
            <a:off x="1634376" y="5577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3C5AEA66-6E89-41F1-8ECA-C37436D28C30}"/>
              </a:ext>
            </a:extLst>
          </p:cNvPr>
          <p:cNvSpPr>
            <a:spLocks/>
          </p:cNvSpPr>
          <p:nvPr/>
        </p:nvSpPr>
        <p:spPr>
          <a:xfrm>
            <a:off x="162475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8C6A2D78-F5AC-441A-8B22-323A08D969AC}"/>
              </a:ext>
            </a:extLst>
          </p:cNvPr>
          <p:cNvSpPr>
            <a:spLocks/>
          </p:cNvSpPr>
          <p:nvPr/>
        </p:nvSpPr>
        <p:spPr>
          <a:xfrm>
            <a:off x="1645207" y="5489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C7E5E55-F0C9-48F2-B412-5D3E20C6FAC7}"/>
              </a:ext>
            </a:extLst>
          </p:cNvPr>
          <p:cNvSpPr>
            <a:spLocks/>
          </p:cNvSpPr>
          <p:nvPr/>
        </p:nvSpPr>
        <p:spPr>
          <a:xfrm>
            <a:off x="1656701" y="5806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B73FA1D8-659E-4862-9586-0B02928DFD60}"/>
              </a:ext>
            </a:extLst>
          </p:cNvPr>
          <p:cNvSpPr>
            <a:spLocks/>
          </p:cNvSpPr>
          <p:nvPr/>
        </p:nvSpPr>
        <p:spPr>
          <a:xfrm>
            <a:off x="1710889" y="5474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E6DE4AA0-4A56-408C-82D2-33FCD048907F}"/>
              </a:ext>
            </a:extLst>
          </p:cNvPr>
          <p:cNvSpPr>
            <a:spLocks/>
          </p:cNvSpPr>
          <p:nvPr/>
        </p:nvSpPr>
        <p:spPr>
          <a:xfrm>
            <a:off x="1670160" y="5602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07EE7CB9-AC9D-43EE-A7FA-FC4991E69583}"/>
              </a:ext>
            </a:extLst>
          </p:cNvPr>
          <p:cNvSpPr>
            <a:spLocks/>
          </p:cNvSpPr>
          <p:nvPr/>
        </p:nvSpPr>
        <p:spPr>
          <a:xfrm>
            <a:off x="1735674" y="5707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12A4B4B5-1976-4D6B-8029-D24983ED4D56}"/>
              </a:ext>
            </a:extLst>
          </p:cNvPr>
          <p:cNvSpPr>
            <a:spLocks/>
          </p:cNvSpPr>
          <p:nvPr/>
        </p:nvSpPr>
        <p:spPr>
          <a:xfrm>
            <a:off x="167810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ED85BEF8-71AE-45F7-ACF4-D2AA97AD7E09}"/>
              </a:ext>
            </a:extLst>
          </p:cNvPr>
          <p:cNvSpPr>
            <a:spLocks/>
          </p:cNvSpPr>
          <p:nvPr/>
        </p:nvSpPr>
        <p:spPr>
          <a:xfrm>
            <a:off x="21218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AAA1D5D9-B31E-4C61-BB63-D5FA1BD9A1A9}"/>
              </a:ext>
            </a:extLst>
          </p:cNvPr>
          <p:cNvSpPr>
            <a:spLocks/>
          </p:cNvSpPr>
          <p:nvPr/>
        </p:nvSpPr>
        <p:spPr>
          <a:xfrm>
            <a:off x="2104065" y="53831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21CD6EA1-60D0-4AFC-B870-A8FEA9BB0BFB}"/>
              </a:ext>
            </a:extLst>
          </p:cNvPr>
          <p:cNvSpPr>
            <a:spLocks/>
          </p:cNvSpPr>
          <p:nvPr/>
        </p:nvSpPr>
        <p:spPr>
          <a:xfrm>
            <a:off x="21209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EC034D8C-8AB9-42D8-ADD0-4AAFE27352F0}"/>
              </a:ext>
            </a:extLst>
          </p:cNvPr>
          <p:cNvSpPr>
            <a:spLocks/>
          </p:cNvSpPr>
          <p:nvPr/>
        </p:nvSpPr>
        <p:spPr>
          <a:xfrm>
            <a:off x="212358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CEA06089-4C1F-446A-8A6E-43E013E4ECC7}"/>
              </a:ext>
            </a:extLst>
          </p:cNvPr>
          <p:cNvSpPr>
            <a:spLocks/>
          </p:cNvSpPr>
          <p:nvPr/>
        </p:nvSpPr>
        <p:spPr>
          <a:xfrm>
            <a:off x="2219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A7A96B0B-D8FD-4DC5-9DF4-41F12D6AA0EE}"/>
              </a:ext>
            </a:extLst>
          </p:cNvPr>
          <p:cNvSpPr>
            <a:spLocks/>
          </p:cNvSpPr>
          <p:nvPr/>
        </p:nvSpPr>
        <p:spPr>
          <a:xfrm>
            <a:off x="2210662" y="5393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A80068FC-1398-4AC4-9E94-5EFF75EA72A7}"/>
              </a:ext>
            </a:extLst>
          </p:cNvPr>
          <p:cNvSpPr>
            <a:spLocks/>
          </p:cNvSpPr>
          <p:nvPr/>
        </p:nvSpPr>
        <p:spPr>
          <a:xfrm>
            <a:off x="2107341" y="6059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038B367A-F29E-494F-A948-36D34C48F5F4}"/>
              </a:ext>
            </a:extLst>
          </p:cNvPr>
          <p:cNvSpPr>
            <a:spLocks/>
          </p:cNvSpPr>
          <p:nvPr/>
        </p:nvSpPr>
        <p:spPr>
          <a:xfrm>
            <a:off x="2194035" y="5539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F1C45851-404E-4A84-B427-A3BE7FA52349}"/>
              </a:ext>
            </a:extLst>
          </p:cNvPr>
          <p:cNvSpPr>
            <a:spLocks/>
          </p:cNvSpPr>
          <p:nvPr/>
        </p:nvSpPr>
        <p:spPr>
          <a:xfrm>
            <a:off x="2126305" y="5962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ECFAF172-B57D-4472-AD68-03004B5C6995}"/>
              </a:ext>
            </a:extLst>
          </p:cNvPr>
          <p:cNvSpPr>
            <a:spLocks/>
          </p:cNvSpPr>
          <p:nvPr/>
        </p:nvSpPr>
        <p:spPr>
          <a:xfrm>
            <a:off x="215485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54162709-2F71-48F5-B36B-68CDA0E8E11A}"/>
              </a:ext>
            </a:extLst>
          </p:cNvPr>
          <p:cNvSpPr>
            <a:spLocks/>
          </p:cNvSpPr>
          <p:nvPr/>
        </p:nvSpPr>
        <p:spPr>
          <a:xfrm>
            <a:off x="2224395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7AFA94CE-1CAA-4E81-A812-83729B9E4D1D}"/>
              </a:ext>
            </a:extLst>
          </p:cNvPr>
          <p:cNvSpPr>
            <a:spLocks/>
          </p:cNvSpPr>
          <p:nvPr/>
        </p:nvSpPr>
        <p:spPr>
          <a:xfrm>
            <a:off x="2233792" y="557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34F44200-33BA-4F11-B6A1-0515BF9B7469}"/>
              </a:ext>
            </a:extLst>
          </p:cNvPr>
          <p:cNvSpPr>
            <a:spLocks/>
          </p:cNvSpPr>
          <p:nvPr/>
        </p:nvSpPr>
        <p:spPr>
          <a:xfrm>
            <a:off x="2151929" y="6357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B13C285-7D26-46B4-AC13-394C2EED5C1F}"/>
              </a:ext>
            </a:extLst>
          </p:cNvPr>
          <p:cNvSpPr>
            <a:spLocks/>
          </p:cNvSpPr>
          <p:nvPr/>
        </p:nvSpPr>
        <p:spPr>
          <a:xfrm>
            <a:off x="2205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C66D04DB-EC56-4FE0-846D-5F2DDA704986}"/>
              </a:ext>
            </a:extLst>
          </p:cNvPr>
          <p:cNvSpPr>
            <a:spLocks/>
          </p:cNvSpPr>
          <p:nvPr/>
        </p:nvSpPr>
        <p:spPr>
          <a:xfrm>
            <a:off x="2176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54394BA4-F18A-426F-80C2-DA2640A54D42}"/>
              </a:ext>
            </a:extLst>
          </p:cNvPr>
          <p:cNvSpPr>
            <a:spLocks/>
          </p:cNvSpPr>
          <p:nvPr/>
        </p:nvSpPr>
        <p:spPr>
          <a:xfrm>
            <a:off x="219860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A84106C6-2589-4928-B3AD-222D1AFD496D}"/>
              </a:ext>
            </a:extLst>
          </p:cNvPr>
          <p:cNvSpPr>
            <a:spLocks/>
          </p:cNvSpPr>
          <p:nvPr/>
        </p:nvSpPr>
        <p:spPr>
          <a:xfrm>
            <a:off x="2115207" y="6106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739D1A2F-B488-4C0E-B44E-F50FE2AD8D5E}"/>
              </a:ext>
            </a:extLst>
          </p:cNvPr>
          <p:cNvSpPr>
            <a:spLocks/>
          </p:cNvSpPr>
          <p:nvPr/>
        </p:nvSpPr>
        <p:spPr>
          <a:xfrm>
            <a:off x="223170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60D3BDE1-9779-4CF3-899C-9C6DD9C1BD3C}"/>
              </a:ext>
            </a:extLst>
          </p:cNvPr>
          <p:cNvSpPr>
            <a:spLocks/>
          </p:cNvSpPr>
          <p:nvPr/>
        </p:nvSpPr>
        <p:spPr>
          <a:xfrm>
            <a:off x="2169545" y="6495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B97EADF6-54C2-4282-BA75-895CE51B4965}"/>
              </a:ext>
            </a:extLst>
          </p:cNvPr>
          <p:cNvSpPr>
            <a:spLocks/>
          </p:cNvSpPr>
          <p:nvPr/>
        </p:nvSpPr>
        <p:spPr>
          <a:xfrm>
            <a:off x="217913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5022FC36-53B2-4134-8BEA-E432BA85F967}"/>
              </a:ext>
            </a:extLst>
          </p:cNvPr>
          <p:cNvSpPr>
            <a:spLocks/>
          </p:cNvSpPr>
          <p:nvPr/>
        </p:nvSpPr>
        <p:spPr>
          <a:xfrm>
            <a:off x="2218018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890720FA-5BEC-49FE-94E9-C228A091111F}"/>
              </a:ext>
            </a:extLst>
          </p:cNvPr>
          <p:cNvSpPr>
            <a:spLocks/>
          </p:cNvSpPr>
          <p:nvPr/>
        </p:nvSpPr>
        <p:spPr>
          <a:xfrm>
            <a:off x="21339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AA0DA50F-ECCC-46D2-A0CA-2BDE48573768}"/>
              </a:ext>
            </a:extLst>
          </p:cNvPr>
          <p:cNvSpPr>
            <a:spLocks/>
          </p:cNvSpPr>
          <p:nvPr/>
        </p:nvSpPr>
        <p:spPr>
          <a:xfrm>
            <a:off x="2146759" y="5397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DE4C4785-2344-4C9E-B28C-60B7EA4B7269}"/>
              </a:ext>
            </a:extLst>
          </p:cNvPr>
          <p:cNvSpPr>
            <a:spLocks/>
          </p:cNvSpPr>
          <p:nvPr/>
        </p:nvSpPr>
        <p:spPr>
          <a:xfrm>
            <a:off x="2192155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06340B4D-30A9-43B0-9BBA-2A8D0D84CE1F}"/>
              </a:ext>
            </a:extLst>
          </p:cNvPr>
          <p:cNvSpPr>
            <a:spLocks/>
          </p:cNvSpPr>
          <p:nvPr/>
        </p:nvSpPr>
        <p:spPr>
          <a:xfrm>
            <a:off x="210203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ADE4614A-DD6B-4493-ACF8-C7AA7BCCBE3F}"/>
              </a:ext>
            </a:extLst>
          </p:cNvPr>
          <p:cNvSpPr>
            <a:spLocks/>
          </p:cNvSpPr>
          <p:nvPr/>
        </p:nvSpPr>
        <p:spPr>
          <a:xfrm>
            <a:off x="2101809" y="6468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C3C7D269-696A-4732-94C1-DC629DE91CED}"/>
              </a:ext>
            </a:extLst>
          </p:cNvPr>
          <p:cNvSpPr>
            <a:spLocks/>
          </p:cNvSpPr>
          <p:nvPr/>
        </p:nvSpPr>
        <p:spPr>
          <a:xfrm>
            <a:off x="212904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71208D65-D9B8-44EF-A4B7-24B75D8EFA45}"/>
              </a:ext>
            </a:extLst>
          </p:cNvPr>
          <p:cNvSpPr>
            <a:spLocks/>
          </p:cNvSpPr>
          <p:nvPr/>
        </p:nvSpPr>
        <p:spPr>
          <a:xfrm>
            <a:off x="220487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9519B4C9-A240-44A7-89F4-866C28E5A83E}"/>
              </a:ext>
            </a:extLst>
          </p:cNvPr>
          <p:cNvSpPr>
            <a:spLocks/>
          </p:cNvSpPr>
          <p:nvPr/>
        </p:nvSpPr>
        <p:spPr>
          <a:xfrm>
            <a:off x="212089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687DC4F5-8088-4E90-A854-6C496D7C8136}"/>
              </a:ext>
            </a:extLst>
          </p:cNvPr>
          <p:cNvSpPr>
            <a:spLocks/>
          </p:cNvSpPr>
          <p:nvPr/>
        </p:nvSpPr>
        <p:spPr>
          <a:xfrm>
            <a:off x="2127668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1087890A-D0E8-4DC4-8B33-4BCBEC6F8235}"/>
              </a:ext>
            </a:extLst>
          </p:cNvPr>
          <p:cNvSpPr>
            <a:spLocks/>
          </p:cNvSpPr>
          <p:nvPr/>
        </p:nvSpPr>
        <p:spPr>
          <a:xfrm>
            <a:off x="2115279" y="68465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57A3DF4A-B45E-436D-A88B-16F5AF688044}"/>
              </a:ext>
            </a:extLst>
          </p:cNvPr>
          <p:cNvSpPr>
            <a:spLocks/>
          </p:cNvSpPr>
          <p:nvPr/>
        </p:nvSpPr>
        <p:spPr>
          <a:xfrm>
            <a:off x="2213070" y="63369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452D659D-2241-4414-AE45-F42CEF84D7FB}"/>
              </a:ext>
            </a:extLst>
          </p:cNvPr>
          <p:cNvSpPr>
            <a:spLocks/>
          </p:cNvSpPr>
          <p:nvPr/>
        </p:nvSpPr>
        <p:spPr>
          <a:xfrm>
            <a:off x="2224274" y="6915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CFCA9DB3-55F7-4BDE-B89F-ACE8279D5BF6}"/>
              </a:ext>
            </a:extLst>
          </p:cNvPr>
          <p:cNvSpPr>
            <a:spLocks/>
          </p:cNvSpPr>
          <p:nvPr/>
        </p:nvSpPr>
        <p:spPr>
          <a:xfrm>
            <a:off x="222939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EF4BB3FA-3E5F-4FB3-A3B5-F63E6B159BE5}"/>
              </a:ext>
            </a:extLst>
          </p:cNvPr>
          <p:cNvSpPr>
            <a:spLocks/>
          </p:cNvSpPr>
          <p:nvPr/>
        </p:nvSpPr>
        <p:spPr>
          <a:xfrm>
            <a:off x="21833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F85EB79E-DC9F-4667-9E02-AF392978F3A7}"/>
              </a:ext>
            </a:extLst>
          </p:cNvPr>
          <p:cNvSpPr>
            <a:spLocks/>
          </p:cNvSpPr>
          <p:nvPr/>
        </p:nvSpPr>
        <p:spPr>
          <a:xfrm>
            <a:off x="211847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BDF836D4-6DD0-4ED9-A6CF-E40605252D78}"/>
              </a:ext>
            </a:extLst>
          </p:cNvPr>
          <p:cNvSpPr>
            <a:spLocks/>
          </p:cNvSpPr>
          <p:nvPr/>
        </p:nvSpPr>
        <p:spPr>
          <a:xfrm>
            <a:off x="211308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0321067B-3B55-43F0-9307-8F522ED193DB}"/>
              </a:ext>
            </a:extLst>
          </p:cNvPr>
          <p:cNvSpPr>
            <a:spLocks/>
          </p:cNvSpPr>
          <p:nvPr/>
        </p:nvSpPr>
        <p:spPr>
          <a:xfrm>
            <a:off x="2167794" y="5520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C8092290-E429-4773-AF22-F8908ED12D44}"/>
              </a:ext>
            </a:extLst>
          </p:cNvPr>
          <p:cNvSpPr>
            <a:spLocks/>
          </p:cNvSpPr>
          <p:nvPr/>
        </p:nvSpPr>
        <p:spPr>
          <a:xfrm>
            <a:off x="21686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FAF1BE93-48C2-4D34-8A8A-08A89F4B9B82}"/>
              </a:ext>
            </a:extLst>
          </p:cNvPr>
          <p:cNvSpPr>
            <a:spLocks/>
          </p:cNvSpPr>
          <p:nvPr/>
        </p:nvSpPr>
        <p:spPr>
          <a:xfrm>
            <a:off x="2118629" y="62079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151910E-DE01-4142-BB37-5A3A36D81551}"/>
              </a:ext>
            </a:extLst>
          </p:cNvPr>
          <p:cNvSpPr>
            <a:spLocks/>
          </p:cNvSpPr>
          <p:nvPr/>
        </p:nvSpPr>
        <p:spPr>
          <a:xfrm>
            <a:off x="2193426" y="6723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B53DDC91-0B95-49F2-ADC2-D262962D92E0}"/>
              </a:ext>
            </a:extLst>
          </p:cNvPr>
          <p:cNvSpPr>
            <a:spLocks/>
          </p:cNvSpPr>
          <p:nvPr/>
        </p:nvSpPr>
        <p:spPr>
          <a:xfrm>
            <a:off x="22038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2E26F194-8547-419C-80BE-CF67A8E3DBE4}"/>
              </a:ext>
            </a:extLst>
          </p:cNvPr>
          <p:cNvSpPr>
            <a:spLocks/>
          </p:cNvSpPr>
          <p:nvPr/>
        </p:nvSpPr>
        <p:spPr>
          <a:xfrm>
            <a:off x="22056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C1E0BCBE-BC6E-481D-AA85-50A5ACA64F02}"/>
              </a:ext>
            </a:extLst>
          </p:cNvPr>
          <p:cNvSpPr>
            <a:spLocks/>
          </p:cNvSpPr>
          <p:nvPr/>
        </p:nvSpPr>
        <p:spPr>
          <a:xfrm>
            <a:off x="219572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9C598FEF-E10B-4A79-9AD9-227435D3A442}"/>
              </a:ext>
            </a:extLst>
          </p:cNvPr>
          <p:cNvSpPr>
            <a:spLocks/>
          </p:cNvSpPr>
          <p:nvPr/>
        </p:nvSpPr>
        <p:spPr>
          <a:xfrm>
            <a:off x="2213322" y="5984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6499B50B-DB7A-431D-B675-BF2360FCC824}"/>
              </a:ext>
            </a:extLst>
          </p:cNvPr>
          <p:cNvSpPr>
            <a:spLocks/>
          </p:cNvSpPr>
          <p:nvPr/>
        </p:nvSpPr>
        <p:spPr>
          <a:xfrm>
            <a:off x="2143660" y="6723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E1EC69EE-3025-415A-AB03-B9D4320AC3D5}"/>
              </a:ext>
            </a:extLst>
          </p:cNvPr>
          <p:cNvSpPr>
            <a:spLocks/>
          </p:cNvSpPr>
          <p:nvPr/>
        </p:nvSpPr>
        <p:spPr>
          <a:xfrm>
            <a:off x="21489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F40A6334-3155-4127-9858-73081861EB07}"/>
              </a:ext>
            </a:extLst>
          </p:cNvPr>
          <p:cNvSpPr>
            <a:spLocks/>
          </p:cNvSpPr>
          <p:nvPr/>
        </p:nvSpPr>
        <p:spPr>
          <a:xfrm>
            <a:off x="2195130" y="6883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26B67CED-23E6-4366-8001-9BE09269F4BE}"/>
              </a:ext>
            </a:extLst>
          </p:cNvPr>
          <p:cNvSpPr>
            <a:spLocks/>
          </p:cNvSpPr>
          <p:nvPr/>
        </p:nvSpPr>
        <p:spPr>
          <a:xfrm>
            <a:off x="2100225" y="5238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97D7697C-68A3-486F-AA0D-DF0B6431D349}"/>
              </a:ext>
            </a:extLst>
          </p:cNvPr>
          <p:cNvSpPr>
            <a:spLocks/>
          </p:cNvSpPr>
          <p:nvPr/>
        </p:nvSpPr>
        <p:spPr>
          <a:xfrm>
            <a:off x="214874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3F75C361-01AB-4B5C-A1A1-25FD062B8C6E}"/>
              </a:ext>
            </a:extLst>
          </p:cNvPr>
          <p:cNvSpPr>
            <a:spLocks/>
          </p:cNvSpPr>
          <p:nvPr/>
        </p:nvSpPr>
        <p:spPr>
          <a:xfrm>
            <a:off x="215305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0BC8A70E-1BCD-4368-A213-2D31CC24E23F}"/>
              </a:ext>
            </a:extLst>
          </p:cNvPr>
          <p:cNvSpPr>
            <a:spLocks/>
          </p:cNvSpPr>
          <p:nvPr/>
        </p:nvSpPr>
        <p:spPr>
          <a:xfrm>
            <a:off x="215442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90D49640-EED8-48B4-B7BE-28ED512DA64B}"/>
              </a:ext>
            </a:extLst>
          </p:cNvPr>
          <p:cNvSpPr>
            <a:spLocks/>
          </p:cNvSpPr>
          <p:nvPr/>
        </p:nvSpPr>
        <p:spPr>
          <a:xfrm>
            <a:off x="2149370" y="57290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60F1AC57-AD02-4FC3-99D7-3A112A434B13}"/>
              </a:ext>
            </a:extLst>
          </p:cNvPr>
          <p:cNvSpPr>
            <a:spLocks/>
          </p:cNvSpPr>
          <p:nvPr/>
        </p:nvSpPr>
        <p:spPr>
          <a:xfrm>
            <a:off x="2208836" y="66921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B163570-3ABD-4638-9382-48D1875AF44E}"/>
              </a:ext>
            </a:extLst>
          </p:cNvPr>
          <p:cNvSpPr>
            <a:spLocks/>
          </p:cNvSpPr>
          <p:nvPr/>
        </p:nvSpPr>
        <p:spPr>
          <a:xfrm>
            <a:off x="2143814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A146C6DE-4F61-4D1A-A540-29C5B5D5449E}"/>
              </a:ext>
            </a:extLst>
          </p:cNvPr>
          <p:cNvSpPr>
            <a:spLocks/>
          </p:cNvSpPr>
          <p:nvPr/>
        </p:nvSpPr>
        <p:spPr>
          <a:xfrm>
            <a:off x="221109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F99CCB20-E9ED-4A61-94D4-2D343F117399}"/>
              </a:ext>
            </a:extLst>
          </p:cNvPr>
          <p:cNvSpPr>
            <a:spLocks/>
          </p:cNvSpPr>
          <p:nvPr/>
        </p:nvSpPr>
        <p:spPr>
          <a:xfrm>
            <a:off x="218261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1BEA93B8-B823-468C-9D23-1A82DA1CD2F1}"/>
              </a:ext>
            </a:extLst>
          </p:cNvPr>
          <p:cNvSpPr>
            <a:spLocks/>
          </p:cNvSpPr>
          <p:nvPr/>
        </p:nvSpPr>
        <p:spPr>
          <a:xfrm>
            <a:off x="2198518" y="5367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024C2DE3-3222-4A8F-A33F-F07DB028D4C3}"/>
              </a:ext>
            </a:extLst>
          </p:cNvPr>
          <p:cNvSpPr>
            <a:spLocks/>
          </p:cNvSpPr>
          <p:nvPr/>
        </p:nvSpPr>
        <p:spPr>
          <a:xfrm>
            <a:off x="21806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D5271D51-1CB9-43C3-9F15-B95BAB13BFDE}"/>
              </a:ext>
            </a:extLst>
          </p:cNvPr>
          <p:cNvSpPr>
            <a:spLocks/>
          </p:cNvSpPr>
          <p:nvPr/>
        </p:nvSpPr>
        <p:spPr>
          <a:xfrm>
            <a:off x="212293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C4374EB4-40C8-4812-8A86-E6080C30610B}"/>
              </a:ext>
            </a:extLst>
          </p:cNvPr>
          <p:cNvSpPr>
            <a:spLocks/>
          </p:cNvSpPr>
          <p:nvPr/>
        </p:nvSpPr>
        <p:spPr>
          <a:xfrm>
            <a:off x="2184397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3146641D-86CD-4482-9970-1D953CF1750B}"/>
              </a:ext>
            </a:extLst>
          </p:cNvPr>
          <p:cNvSpPr>
            <a:spLocks/>
          </p:cNvSpPr>
          <p:nvPr/>
        </p:nvSpPr>
        <p:spPr>
          <a:xfrm>
            <a:off x="21399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9FED4477-6530-40ED-AE34-2B9AF15C5EB1}"/>
              </a:ext>
            </a:extLst>
          </p:cNvPr>
          <p:cNvSpPr>
            <a:spLocks/>
          </p:cNvSpPr>
          <p:nvPr/>
        </p:nvSpPr>
        <p:spPr>
          <a:xfrm>
            <a:off x="217714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1E7A9FEC-3AE8-42B8-BD11-8718EDE0BD75}"/>
              </a:ext>
            </a:extLst>
          </p:cNvPr>
          <p:cNvSpPr>
            <a:spLocks/>
          </p:cNvSpPr>
          <p:nvPr/>
        </p:nvSpPr>
        <p:spPr>
          <a:xfrm>
            <a:off x="2142609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E14CA05E-6E04-4C4F-94CA-CC5E89DE788A}"/>
              </a:ext>
            </a:extLst>
          </p:cNvPr>
          <p:cNvSpPr>
            <a:spLocks/>
          </p:cNvSpPr>
          <p:nvPr/>
        </p:nvSpPr>
        <p:spPr>
          <a:xfrm>
            <a:off x="2230814" y="6588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637DCF8A-B4FF-4A32-B65D-E1E2A4906102}"/>
              </a:ext>
            </a:extLst>
          </p:cNvPr>
          <p:cNvSpPr>
            <a:spLocks/>
          </p:cNvSpPr>
          <p:nvPr/>
        </p:nvSpPr>
        <p:spPr>
          <a:xfrm>
            <a:off x="218361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C45D77CE-2830-42AF-9197-DA81A013E020}"/>
              </a:ext>
            </a:extLst>
          </p:cNvPr>
          <p:cNvSpPr>
            <a:spLocks/>
          </p:cNvSpPr>
          <p:nvPr/>
        </p:nvSpPr>
        <p:spPr>
          <a:xfrm>
            <a:off x="215604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449CC35D-DCBD-4285-BD64-6B1F3F5DF29F}"/>
              </a:ext>
            </a:extLst>
          </p:cNvPr>
          <p:cNvSpPr>
            <a:spLocks/>
          </p:cNvSpPr>
          <p:nvPr/>
        </p:nvSpPr>
        <p:spPr>
          <a:xfrm>
            <a:off x="2146290" y="6843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5B7A7ACA-880F-4984-A812-954250D29BB9}"/>
              </a:ext>
            </a:extLst>
          </p:cNvPr>
          <p:cNvSpPr>
            <a:spLocks/>
          </p:cNvSpPr>
          <p:nvPr/>
        </p:nvSpPr>
        <p:spPr>
          <a:xfrm>
            <a:off x="214634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8EB03379-499B-4305-8308-C1C06982C3F6}"/>
              </a:ext>
            </a:extLst>
          </p:cNvPr>
          <p:cNvSpPr>
            <a:spLocks/>
          </p:cNvSpPr>
          <p:nvPr/>
        </p:nvSpPr>
        <p:spPr>
          <a:xfrm>
            <a:off x="2216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85462E82-0021-4543-813C-3ED5DDD33A74}"/>
              </a:ext>
            </a:extLst>
          </p:cNvPr>
          <p:cNvSpPr>
            <a:spLocks/>
          </p:cNvSpPr>
          <p:nvPr/>
        </p:nvSpPr>
        <p:spPr>
          <a:xfrm>
            <a:off x="21689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4B5AC3A-AECC-473F-8606-5FE599742CF7}"/>
              </a:ext>
            </a:extLst>
          </p:cNvPr>
          <p:cNvSpPr>
            <a:spLocks/>
          </p:cNvSpPr>
          <p:nvPr/>
        </p:nvSpPr>
        <p:spPr>
          <a:xfrm>
            <a:off x="2163290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89231271-E256-4A63-89FC-6ACC6E495413}"/>
              </a:ext>
            </a:extLst>
          </p:cNvPr>
          <p:cNvSpPr>
            <a:spLocks/>
          </p:cNvSpPr>
          <p:nvPr/>
        </p:nvSpPr>
        <p:spPr>
          <a:xfrm>
            <a:off x="210040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7F551DB0-3B9D-4AA2-BABC-87ADC8210462}"/>
              </a:ext>
            </a:extLst>
          </p:cNvPr>
          <p:cNvSpPr>
            <a:spLocks/>
          </p:cNvSpPr>
          <p:nvPr/>
        </p:nvSpPr>
        <p:spPr>
          <a:xfrm>
            <a:off x="2220583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3923C80B-3F90-4313-966D-8B7158A4889B}"/>
              </a:ext>
            </a:extLst>
          </p:cNvPr>
          <p:cNvSpPr>
            <a:spLocks/>
          </p:cNvSpPr>
          <p:nvPr/>
        </p:nvSpPr>
        <p:spPr>
          <a:xfrm>
            <a:off x="2127524" y="6915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4BA9A128-3557-46DF-931B-AA3FC9977145}"/>
              </a:ext>
            </a:extLst>
          </p:cNvPr>
          <p:cNvSpPr>
            <a:spLocks/>
          </p:cNvSpPr>
          <p:nvPr/>
        </p:nvSpPr>
        <p:spPr>
          <a:xfrm>
            <a:off x="213063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4260B1AC-9547-47D0-B135-976C0D064B5D}"/>
              </a:ext>
            </a:extLst>
          </p:cNvPr>
          <p:cNvSpPr>
            <a:spLocks/>
          </p:cNvSpPr>
          <p:nvPr/>
        </p:nvSpPr>
        <p:spPr>
          <a:xfrm>
            <a:off x="2210726" y="69363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9519A1D5-515B-4277-9D2E-66938AFEAF80}"/>
              </a:ext>
            </a:extLst>
          </p:cNvPr>
          <p:cNvSpPr>
            <a:spLocks/>
          </p:cNvSpPr>
          <p:nvPr/>
        </p:nvSpPr>
        <p:spPr>
          <a:xfrm>
            <a:off x="2147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AF8C5302-5507-40BE-82DC-F9FD9A1F75A0}"/>
              </a:ext>
            </a:extLst>
          </p:cNvPr>
          <p:cNvSpPr>
            <a:spLocks/>
          </p:cNvSpPr>
          <p:nvPr/>
        </p:nvSpPr>
        <p:spPr>
          <a:xfrm>
            <a:off x="222286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5EA61DA8-EDD2-470A-BACB-071E75C470A2}"/>
              </a:ext>
            </a:extLst>
          </p:cNvPr>
          <p:cNvSpPr>
            <a:spLocks/>
          </p:cNvSpPr>
          <p:nvPr/>
        </p:nvSpPr>
        <p:spPr>
          <a:xfrm>
            <a:off x="2216927" y="5624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3A09134-6E32-485C-BFBB-E168CC5068BF}"/>
              </a:ext>
            </a:extLst>
          </p:cNvPr>
          <p:cNvSpPr>
            <a:spLocks/>
          </p:cNvSpPr>
          <p:nvPr/>
        </p:nvSpPr>
        <p:spPr>
          <a:xfrm>
            <a:off x="213353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6FFB4A9B-CBBD-4427-B408-4E130259151D}"/>
              </a:ext>
            </a:extLst>
          </p:cNvPr>
          <p:cNvSpPr>
            <a:spLocks/>
          </p:cNvSpPr>
          <p:nvPr/>
        </p:nvSpPr>
        <p:spPr>
          <a:xfrm>
            <a:off x="2126756" y="67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D9094CCC-1DA9-4164-811F-B57E27494342}"/>
              </a:ext>
            </a:extLst>
          </p:cNvPr>
          <p:cNvSpPr>
            <a:spLocks/>
          </p:cNvSpPr>
          <p:nvPr/>
        </p:nvSpPr>
        <p:spPr>
          <a:xfrm>
            <a:off x="21887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FA8ABBB4-62F3-449A-8A32-650AA3D20446}"/>
              </a:ext>
            </a:extLst>
          </p:cNvPr>
          <p:cNvSpPr>
            <a:spLocks/>
          </p:cNvSpPr>
          <p:nvPr/>
        </p:nvSpPr>
        <p:spPr>
          <a:xfrm>
            <a:off x="2150906" y="6538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4F109030-4D19-4FC7-ADF2-06AE63745CAB}"/>
              </a:ext>
            </a:extLst>
          </p:cNvPr>
          <p:cNvSpPr>
            <a:spLocks/>
          </p:cNvSpPr>
          <p:nvPr/>
        </p:nvSpPr>
        <p:spPr>
          <a:xfrm>
            <a:off x="2186012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AB14C17A-8E24-46DF-A8C6-1B6D0DCB0A62}"/>
              </a:ext>
            </a:extLst>
          </p:cNvPr>
          <p:cNvSpPr>
            <a:spLocks/>
          </p:cNvSpPr>
          <p:nvPr/>
        </p:nvSpPr>
        <p:spPr>
          <a:xfrm>
            <a:off x="2219818" y="5765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12F27344-F8CC-4920-BF96-F0FEFFA13AED}"/>
              </a:ext>
            </a:extLst>
          </p:cNvPr>
          <p:cNvSpPr>
            <a:spLocks/>
          </p:cNvSpPr>
          <p:nvPr/>
        </p:nvSpPr>
        <p:spPr>
          <a:xfrm>
            <a:off x="2103524" y="62669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9009B9D7-22CB-4C95-959C-E1AF12FEA96B}"/>
              </a:ext>
            </a:extLst>
          </p:cNvPr>
          <p:cNvSpPr>
            <a:spLocks/>
          </p:cNvSpPr>
          <p:nvPr/>
        </p:nvSpPr>
        <p:spPr>
          <a:xfrm>
            <a:off x="210655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6F135647-6DCD-4FD8-8D23-A333356F6F5F}"/>
              </a:ext>
            </a:extLst>
          </p:cNvPr>
          <p:cNvSpPr>
            <a:spLocks/>
          </p:cNvSpPr>
          <p:nvPr/>
        </p:nvSpPr>
        <p:spPr>
          <a:xfrm>
            <a:off x="21335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AA7410BF-DCDC-4FE0-96CF-708A3A2D3CB5}"/>
              </a:ext>
            </a:extLst>
          </p:cNvPr>
          <p:cNvSpPr>
            <a:spLocks/>
          </p:cNvSpPr>
          <p:nvPr/>
        </p:nvSpPr>
        <p:spPr>
          <a:xfrm>
            <a:off x="2211881" y="55062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FC42C112-A26B-4876-87CA-45E73DB589E2}"/>
              </a:ext>
            </a:extLst>
          </p:cNvPr>
          <p:cNvSpPr>
            <a:spLocks/>
          </p:cNvSpPr>
          <p:nvPr/>
        </p:nvSpPr>
        <p:spPr>
          <a:xfrm>
            <a:off x="2237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C6321BED-2130-4BFA-9B3C-FAFBAE3EC148}"/>
              </a:ext>
            </a:extLst>
          </p:cNvPr>
          <p:cNvSpPr>
            <a:spLocks/>
          </p:cNvSpPr>
          <p:nvPr/>
        </p:nvSpPr>
        <p:spPr>
          <a:xfrm>
            <a:off x="2207061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0F31599B-73C2-4E6F-ABC3-71907B18AAC9}"/>
              </a:ext>
            </a:extLst>
          </p:cNvPr>
          <p:cNvSpPr>
            <a:spLocks/>
          </p:cNvSpPr>
          <p:nvPr/>
        </p:nvSpPr>
        <p:spPr>
          <a:xfrm>
            <a:off x="213822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3973EA59-FB9E-4EE9-A101-0F6AE21C39D6}"/>
              </a:ext>
            </a:extLst>
          </p:cNvPr>
          <p:cNvSpPr>
            <a:spLocks/>
          </p:cNvSpPr>
          <p:nvPr/>
        </p:nvSpPr>
        <p:spPr>
          <a:xfrm>
            <a:off x="2138489" y="66073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EEAF2629-7B33-4CAE-83FE-EE6FCF657523}"/>
              </a:ext>
            </a:extLst>
          </p:cNvPr>
          <p:cNvSpPr>
            <a:spLocks/>
          </p:cNvSpPr>
          <p:nvPr/>
        </p:nvSpPr>
        <p:spPr>
          <a:xfrm>
            <a:off x="24031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5C81E35C-3DE0-4AA8-A09D-1BCEB814C5C1}"/>
              </a:ext>
            </a:extLst>
          </p:cNvPr>
          <p:cNvSpPr>
            <a:spLocks/>
          </p:cNvSpPr>
          <p:nvPr/>
        </p:nvSpPr>
        <p:spPr>
          <a:xfrm>
            <a:off x="2452010" y="5204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E4F62F08-4EB5-4C6F-9703-0FB35E254A59}"/>
              </a:ext>
            </a:extLst>
          </p:cNvPr>
          <p:cNvSpPr>
            <a:spLocks/>
          </p:cNvSpPr>
          <p:nvPr/>
        </p:nvSpPr>
        <p:spPr>
          <a:xfrm>
            <a:off x="244553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C93E035D-378B-423E-97EE-9B9E27789AC8}"/>
              </a:ext>
            </a:extLst>
          </p:cNvPr>
          <p:cNvSpPr>
            <a:spLocks/>
          </p:cNvSpPr>
          <p:nvPr/>
        </p:nvSpPr>
        <p:spPr>
          <a:xfrm>
            <a:off x="237949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B4C3FDE7-F515-476F-BE89-7BDDDE4E6EF6}"/>
              </a:ext>
            </a:extLst>
          </p:cNvPr>
          <p:cNvSpPr>
            <a:spLocks/>
          </p:cNvSpPr>
          <p:nvPr/>
        </p:nvSpPr>
        <p:spPr>
          <a:xfrm>
            <a:off x="235940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DE8D8794-C51B-468E-9E3A-32003FA2F72B}"/>
              </a:ext>
            </a:extLst>
          </p:cNvPr>
          <p:cNvSpPr>
            <a:spLocks/>
          </p:cNvSpPr>
          <p:nvPr/>
        </p:nvSpPr>
        <p:spPr>
          <a:xfrm>
            <a:off x="2368222" y="6092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9F320190-0C77-41DF-AA7F-3307958F5391}"/>
              </a:ext>
            </a:extLst>
          </p:cNvPr>
          <p:cNvSpPr>
            <a:spLocks/>
          </p:cNvSpPr>
          <p:nvPr/>
        </p:nvSpPr>
        <p:spPr>
          <a:xfrm>
            <a:off x="2396235" y="5875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6FC4D8CA-5208-46E2-9B15-768057FC5C6E}"/>
              </a:ext>
            </a:extLst>
          </p:cNvPr>
          <p:cNvSpPr>
            <a:spLocks/>
          </p:cNvSpPr>
          <p:nvPr/>
        </p:nvSpPr>
        <p:spPr>
          <a:xfrm>
            <a:off x="2426659" y="6135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1E92E8A9-54BD-4E27-98FE-68C96C8C0332}"/>
              </a:ext>
            </a:extLst>
          </p:cNvPr>
          <p:cNvSpPr>
            <a:spLocks/>
          </p:cNvSpPr>
          <p:nvPr/>
        </p:nvSpPr>
        <p:spPr>
          <a:xfrm>
            <a:off x="2331375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7622335A-3AE2-44BC-B2BB-F6131E39274F}"/>
              </a:ext>
            </a:extLst>
          </p:cNvPr>
          <p:cNvSpPr>
            <a:spLocks/>
          </p:cNvSpPr>
          <p:nvPr/>
        </p:nvSpPr>
        <p:spPr>
          <a:xfrm>
            <a:off x="242588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1D2307F-DAF9-4943-BD0F-AE6FFFA88F16}"/>
              </a:ext>
            </a:extLst>
          </p:cNvPr>
          <p:cNvSpPr>
            <a:spLocks/>
          </p:cNvSpPr>
          <p:nvPr/>
        </p:nvSpPr>
        <p:spPr>
          <a:xfrm>
            <a:off x="23299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F1AA41F5-65AA-4015-9B9C-10FD1F8E9A43}"/>
              </a:ext>
            </a:extLst>
          </p:cNvPr>
          <p:cNvSpPr>
            <a:spLocks/>
          </p:cNvSpPr>
          <p:nvPr/>
        </p:nvSpPr>
        <p:spPr>
          <a:xfrm>
            <a:off x="2420813" y="5250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7EE2464C-60DB-4A95-B062-42167650A54A}"/>
              </a:ext>
            </a:extLst>
          </p:cNvPr>
          <p:cNvSpPr>
            <a:spLocks/>
          </p:cNvSpPr>
          <p:nvPr/>
        </p:nvSpPr>
        <p:spPr>
          <a:xfrm>
            <a:off x="2452799" y="61338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1637CD92-91CD-47E3-9DF3-FFA0A34FFDE9}"/>
              </a:ext>
            </a:extLst>
          </p:cNvPr>
          <p:cNvSpPr>
            <a:spLocks/>
          </p:cNvSpPr>
          <p:nvPr/>
        </p:nvSpPr>
        <p:spPr>
          <a:xfrm>
            <a:off x="2364435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4AF63382-3F9B-428B-A82E-1D33743C786C}"/>
              </a:ext>
            </a:extLst>
          </p:cNvPr>
          <p:cNvSpPr>
            <a:spLocks/>
          </p:cNvSpPr>
          <p:nvPr/>
        </p:nvSpPr>
        <p:spPr>
          <a:xfrm>
            <a:off x="23511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4067BCC8-368E-4FEA-B23E-F9EF2FC286E5}"/>
              </a:ext>
            </a:extLst>
          </p:cNvPr>
          <p:cNvSpPr>
            <a:spLocks/>
          </p:cNvSpPr>
          <p:nvPr/>
        </p:nvSpPr>
        <p:spPr>
          <a:xfrm>
            <a:off x="233479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93B97B89-D5EB-41BD-B14B-36C271FA04F7}"/>
              </a:ext>
            </a:extLst>
          </p:cNvPr>
          <p:cNvSpPr>
            <a:spLocks/>
          </p:cNvSpPr>
          <p:nvPr/>
        </p:nvSpPr>
        <p:spPr>
          <a:xfrm>
            <a:off x="2364118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699AD31A-D949-4E20-85B7-8C00EA380C1F}"/>
              </a:ext>
            </a:extLst>
          </p:cNvPr>
          <p:cNvSpPr>
            <a:spLocks/>
          </p:cNvSpPr>
          <p:nvPr/>
        </p:nvSpPr>
        <p:spPr>
          <a:xfrm>
            <a:off x="245891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21861674-847B-4BFA-BE40-05D5CDF61851}"/>
              </a:ext>
            </a:extLst>
          </p:cNvPr>
          <p:cNvSpPr>
            <a:spLocks/>
          </p:cNvSpPr>
          <p:nvPr/>
        </p:nvSpPr>
        <p:spPr>
          <a:xfrm>
            <a:off x="2365631" y="63712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050C9E9F-A890-487C-9F2A-3CE584DC877C}"/>
              </a:ext>
            </a:extLst>
          </p:cNvPr>
          <p:cNvSpPr>
            <a:spLocks/>
          </p:cNvSpPr>
          <p:nvPr/>
        </p:nvSpPr>
        <p:spPr>
          <a:xfrm>
            <a:off x="234106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AF2271B6-41EF-4634-9EAD-3B2E5E9EB9B7}"/>
              </a:ext>
            </a:extLst>
          </p:cNvPr>
          <p:cNvSpPr>
            <a:spLocks/>
          </p:cNvSpPr>
          <p:nvPr/>
        </p:nvSpPr>
        <p:spPr>
          <a:xfrm>
            <a:off x="2370873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3963B1A-C9E0-403E-8477-48B9B7AAC156}"/>
              </a:ext>
            </a:extLst>
          </p:cNvPr>
          <p:cNvSpPr>
            <a:spLocks/>
          </p:cNvSpPr>
          <p:nvPr/>
        </p:nvSpPr>
        <p:spPr>
          <a:xfrm>
            <a:off x="2376022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F368CD7-9248-49C8-B009-D14EB0565D7C}"/>
              </a:ext>
            </a:extLst>
          </p:cNvPr>
          <p:cNvSpPr>
            <a:spLocks/>
          </p:cNvSpPr>
          <p:nvPr/>
        </p:nvSpPr>
        <p:spPr>
          <a:xfrm>
            <a:off x="2441499" y="53975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E349905B-EBCD-4567-BB49-D0ADC268639D}"/>
              </a:ext>
            </a:extLst>
          </p:cNvPr>
          <p:cNvSpPr>
            <a:spLocks/>
          </p:cNvSpPr>
          <p:nvPr/>
        </p:nvSpPr>
        <p:spPr>
          <a:xfrm>
            <a:off x="243205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D695AAF8-1550-4A8E-8509-E1F03911EE2A}"/>
              </a:ext>
            </a:extLst>
          </p:cNvPr>
          <p:cNvSpPr>
            <a:spLocks/>
          </p:cNvSpPr>
          <p:nvPr/>
        </p:nvSpPr>
        <p:spPr>
          <a:xfrm>
            <a:off x="23281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8C7122AF-38BE-441A-A7CB-10D4EC088950}"/>
              </a:ext>
            </a:extLst>
          </p:cNvPr>
          <p:cNvSpPr>
            <a:spLocks/>
          </p:cNvSpPr>
          <p:nvPr/>
        </p:nvSpPr>
        <p:spPr>
          <a:xfrm>
            <a:off x="2451064" y="6400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6B5781AF-3EEB-455F-ADF0-9A05A46B3837}"/>
              </a:ext>
            </a:extLst>
          </p:cNvPr>
          <p:cNvSpPr>
            <a:spLocks/>
          </p:cNvSpPr>
          <p:nvPr/>
        </p:nvSpPr>
        <p:spPr>
          <a:xfrm>
            <a:off x="2369317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1B29783C-0178-450E-B10B-CC5B2284720D}"/>
              </a:ext>
            </a:extLst>
          </p:cNvPr>
          <p:cNvSpPr>
            <a:spLocks/>
          </p:cNvSpPr>
          <p:nvPr/>
        </p:nvSpPr>
        <p:spPr>
          <a:xfrm>
            <a:off x="236260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BBE7CAE3-B334-429B-B603-D7FBA9E57FE2}"/>
              </a:ext>
            </a:extLst>
          </p:cNvPr>
          <p:cNvSpPr>
            <a:spLocks/>
          </p:cNvSpPr>
          <p:nvPr/>
        </p:nvSpPr>
        <p:spPr>
          <a:xfrm>
            <a:off x="239822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C42185C1-305A-4859-A1B1-D0B016970024}"/>
              </a:ext>
            </a:extLst>
          </p:cNvPr>
          <p:cNvSpPr>
            <a:spLocks/>
          </p:cNvSpPr>
          <p:nvPr/>
        </p:nvSpPr>
        <p:spPr>
          <a:xfrm>
            <a:off x="2445909" y="653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323D1DB9-5825-48B2-AF51-34072B7C9AB3}"/>
              </a:ext>
            </a:extLst>
          </p:cNvPr>
          <p:cNvSpPr>
            <a:spLocks/>
          </p:cNvSpPr>
          <p:nvPr/>
        </p:nvSpPr>
        <p:spPr>
          <a:xfrm>
            <a:off x="244229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9C394B98-F576-4929-8286-638558FFCF2F}"/>
              </a:ext>
            </a:extLst>
          </p:cNvPr>
          <p:cNvSpPr>
            <a:spLocks/>
          </p:cNvSpPr>
          <p:nvPr/>
        </p:nvSpPr>
        <p:spPr>
          <a:xfrm>
            <a:off x="239014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5BEB4B1B-51AE-444C-AD46-1C7ABCC4F219}"/>
              </a:ext>
            </a:extLst>
          </p:cNvPr>
          <p:cNvSpPr>
            <a:spLocks/>
          </p:cNvSpPr>
          <p:nvPr/>
        </p:nvSpPr>
        <p:spPr>
          <a:xfrm>
            <a:off x="2428447" y="6916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BB3F43D4-2B98-4743-A689-2F3F3FC2CE49}"/>
              </a:ext>
            </a:extLst>
          </p:cNvPr>
          <p:cNvSpPr>
            <a:spLocks/>
          </p:cNvSpPr>
          <p:nvPr/>
        </p:nvSpPr>
        <p:spPr>
          <a:xfrm>
            <a:off x="244717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77904B1A-7296-47B4-98E2-A5C6D963946E}"/>
              </a:ext>
            </a:extLst>
          </p:cNvPr>
          <p:cNvSpPr>
            <a:spLocks/>
          </p:cNvSpPr>
          <p:nvPr/>
        </p:nvSpPr>
        <p:spPr>
          <a:xfrm>
            <a:off x="23991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FECF0992-1F2C-4D9E-AA10-9D5B38AB721F}"/>
              </a:ext>
            </a:extLst>
          </p:cNvPr>
          <p:cNvSpPr>
            <a:spLocks/>
          </p:cNvSpPr>
          <p:nvPr/>
        </p:nvSpPr>
        <p:spPr>
          <a:xfrm>
            <a:off x="242023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D874DE15-EA8E-4E75-A250-7F53E6420599}"/>
              </a:ext>
            </a:extLst>
          </p:cNvPr>
          <p:cNvSpPr>
            <a:spLocks/>
          </p:cNvSpPr>
          <p:nvPr/>
        </p:nvSpPr>
        <p:spPr>
          <a:xfrm>
            <a:off x="24009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FF33884C-F996-4DB1-B6AF-CC3812225053}"/>
              </a:ext>
            </a:extLst>
          </p:cNvPr>
          <p:cNvSpPr>
            <a:spLocks/>
          </p:cNvSpPr>
          <p:nvPr/>
        </p:nvSpPr>
        <p:spPr>
          <a:xfrm>
            <a:off x="2420134" y="53238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E5787E61-181F-40F9-AC68-003AEE5C6189}"/>
              </a:ext>
            </a:extLst>
          </p:cNvPr>
          <p:cNvSpPr>
            <a:spLocks/>
          </p:cNvSpPr>
          <p:nvPr/>
        </p:nvSpPr>
        <p:spPr>
          <a:xfrm>
            <a:off x="236310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7674853D-D2A1-4A5F-976F-82C60C53FD93}"/>
              </a:ext>
            </a:extLst>
          </p:cNvPr>
          <p:cNvSpPr>
            <a:spLocks/>
          </p:cNvSpPr>
          <p:nvPr/>
        </p:nvSpPr>
        <p:spPr>
          <a:xfrm>
            <a:off x="243859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C838CD36-AF9C-4DCD-8CE7-832F40EFD893}"/>
              </a:ext>
            </a:extLst>
          </p:cNvPr>
          <p:cNvSpPr>
            <a:spLocks/>
          </p:cNvSpPr>
          <p:nvPr/>
        </p:nvSpPr>
        <p:spPr>
          <a:xfrm>
            <a:off x="2389655" y="5945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0B1F2EB6-73CE-47DD-AA88-650E6804A322}"/>
              </a:ext>
            </a:extLst>
          </p:cNvPr>
          <p:cNvSpPr>
            <a:spLocks/>
          </p:cNvSpPr>
          <p:nvPr/>
        </p:nvSpPr>
        <p:spPr>
          <a:xfrm>
            <a:off x="244593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CB7B9273-C31C-418E-A2B4-920BE3EB0D5F}"/>
              </a:ext>
            </a:extLst>
          </p:cNvPr>
          <p:cNvSpPr>
            <a:spLocks/>
          </p:cNvSpPr>
          <p:nvPr/>
        </p:nvSpPr>
        <p:spPr>
          <a:xfrm>
            <a:off x="24161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0543294D-ED93-47FF-8D61-038307D4208D}"/>
              </a:ext>
            </a:extLst>
          </p:cNvPr>
          <p:cNvSpPr>
            <a:spLocks/>
          </p:cNvSpPr>
          <p:nvPr/>
        </p:nvSpPr>
        <p:spPr>
          <a:xfrm>
            <a:off x="2348058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B62ACF2D-909D-460F-9CAE-347417CB7E06}"/>
              </a:ext>
            </a:extLst>
          </p:cNvPr>
          <p:cNvSpPr>
            <a:spLocks/>
          </p:cNvSpPr>
          <p:nvPr/>
        </p:nvSpPr>
        <p:spPr>
          <a:xfrm>
            <a:off x="2427655" y="56817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E37E872-B8A4-4B2F-8D6C-FDEA580BD29D}"/>
              </a:ext>
            </a:extLst>
          </p:cNvPr>
          <p:cNvSpPr>
            <a:spLocks/>
          </p:cNvSpPr>
          <p:nvPr/>
        </p:nvSpPr>
        <p:spPr>
          <a:xfrm>
            <a:off x="2425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F567847F-7A64-4AFE-B071-3CB345B8F46C}"/>
              </a:ext>
            </a:extLst>
          </p:cNvPr>
          <p:cNvSpPr>
            <a:spLocks/>
          </p:cNvSpPr>
          <p:nvPr/>
        </p:nvSpPr>
        <p:spPr>
          <a:xfrm>
            <a:off x="23855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F35D57C1-B290-4778-8917-CDF257F2C018}"/>
              </a:ext>
            </a:extLst>
          </p:cNvPr>
          <p:cNvSpPr>
            <a:spLocks/>
          </p:cNvSpPr>
          <p:nvPr/>
        </p:nvSpPr>
        <p:spPr>
          <a:xfrm>
            <a:off x="2439962" y="6409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B607200B-C461-4190-ABBD-5E52C99A0BC1}"/>
              </a:ext>
            </a:extLst>
          </p:cNvPr>
          <p:cNvSpPr>
            <a:spLocks/>
          </p:cNvSpPr>
          <p:nvPr/>
        </p:nvSpPr>
        <p:spPr>
          <a:xfrm>
            <a:off x="2417123" y="5266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65A70946-C15D-472D-8EB0-5F62A87F6B0B}"/>
              </a:ext>
            </a:extLst>
          </p:cNvPr>
          <p:cNvSpPr>
            <a:spLocks/>
          </p:cNvSpPr>
          <p:nvPr/>
        </p:nvSpPr>
        <p:spPr>
          <a:xfrm>
            <a:off x="234843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AD16BC80-69EA-400B-A376-E31EC1EB71E5}"/>
              </a:ext>
            </a:extLst>
          </p:cNvPr>
          <p:cNvSpPr>
            <a:spLocks/>
          </p:cNvSpPr>
          <p:nvPr/>
        </p:nvSpPr>
        <p:spPr>
          <a:xfrm>
            <a:off x="2457221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4F03859B-699E-433D-B24F-81E5FE6462FA}"/>
              </a:ext>
            </a:extLst>
          </p:cNvPr>
          <p:cNvSpPr>
            <a:spLocks/>
          </p:cNvSpPr>
          <p:nvPr/>
        </p:nvSpPr>
        <p:spPr>
          <a:xfrm>
            <a:off x="2397250" y="6453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7BB8070B-9697-4302-80C4-DFA9ECFDDCC5}"/>
              </a:ext>
            </a:extLst>
          </p:cNvPr>
          <p:cNvSpPr>
            <a:spLocks/>
          </p:cNvSpPr>
          <p:nvPr/>
        </p:nvSpPr>
        <p:spPr>
          <a:xfrm>
            <a:off x="2345223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44FE70ED-92BA-4687-A5DB-325E6518B739}"/>
              </a:ext>
            </a:extLst>
          </p:cNvPr>
          <p:cNvSpPr>
            <a:spLocks/>
          </p:cNvSpPr>
          <p:nvPr/>
        </p:nvSpPr>
        <p:spPr>
          <a:xfrm>
            <a:off x="2359502" y="6692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ADB91952-39CB-4451-8B57-C9F01BC3D8A1}"/>
              </a:ext>
            </a:extLst>
          </p:cNvPr>
          <p:cNvSpPr>
            <a:spLocks/>
          </p:cNvSpPr>
          <p:nvPr/>
        </p:nvSpPr>
        <p:spPr>
          <a:xfrm>
            <a:off x="2433279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0A8516A6-33B0-46B4-B7DE-FB2A428B9312}"/>
              </a:ext>
            </a:extLst>
          </p:cNvPr>
          <p:cNvSpPr>
            <a:spLocks/>
          </p:cNvSpPr>
          <p:nvPr/>
        </p:nvSpPr>
        <p:spPr>
          <a:xfrm>
            <a:off x="246477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4915BBE5-CA45-4906-AC54-02F5B0AE9D6C}"/>
              </a:ext>
            </a:extLst>
          </p:cNvPr>
          <p:cNvSpPr>
            <a:spLocks/>
          </p:cNvSpPr>
          <p:nvPr/>
        </p:nvSpPr>
        <p:spPr>
          <a:xfrm>
            <a:off x="2422276" y="57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F34462D6-9AE4-4580-9BE1-370C36201E63}"/>
              </a:ext>
            </a:extLst>
          </p:cNvPr>
          <p:cNvSpPr>
            <a:spLocks/>
          </p:cNvSpPr>
          <p:nvPr/>
        </p:nvSpPr>
        <p:spPr>
          <a:xfrm>
            <a:off x="241825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30F01B85-A57E-4865-9C17-93C2303CDA03}"/>
              </a:ext>
            </a:extLst>
          </p:cNvPr>
          <p:cNvSpPr>
            <a:spLocks/>
          </p:cNvSpPr>
          <p:nvPr/>
        </p:nvSpPr>
        <p:spPr>
          <a:xfrm>
            <a:off x="2392628" y="6110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935A66DF-8183-47C0-A675-7B19E31515FE}"/>
              </a:ext>
            </a:extLst>
          </p:cNvPr>
          <p:cNvSpPr>
            <a:spLocks/>
          </p:cNvSpPr>
          <p:nvPr/>
        </p:nvSpPr>
        <p:spPr>
          <a:xfrm>
            <a:off x="24042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2C929341-D179-4258-B2C6-3079230E311C}"/>
              </a:ext>
            </a:extLst>
          </p:cNvPr>
          <p:cNvSpPr>
            <a:spLocks/>
          </p:cNvSpPr>
          <p:nvPr/>
        </p:nvSpPr>
        <p:spPr>
          <a:xfrm>
            <a:off x="2381105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5DCB2352-4E91-4630-9470-1967B26D2835}"/>
              </a:ext>
            </a:extLst>
          </p:cNvPr>
          <p:cNvSpPr>
            <a:spLocks/>
          </p:cNvSpPr>
          <p:nvPr/>
        </p:nvSpPr>
        <p:spPr>
          <a:xfrm>
            <a:off x="238031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E04BD9A-B3E2-4F98-81AB-2539BA5835D6}"/>
              </a:ext>
            </a:extLst>
          </p:cNvPr>
          <p:cNvSpPr>
            <a:spLocks/>
          </p:cNvSpPr>
          <p:nvPr/>
        </p:nvSpPr>
        <p:spPr>
          <a:xfrm>
            <a:off x="24515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89364583-ADA8-466E-90D1-8E7090109839}"/>
              </a:ext>
            </a:extLst>
          </p:cNvPr>
          <p:cNvSpPr>
            <a:spLocks/>
          </p:cNvSpPr>
          <p:nvPr/>
        </p:nvSpPr>
        <p:spPr>
          <a:xfrm>
            <a:off x="2428661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0FA49D5F-AB1B-41CD-AC0D-4E0385F313E3}"/>
              </a:ext>
            </a:extLst>
          </p:cNvPr>
          <p:cNvSpPr>
            <a:spLocks/>
          </p:cNvSpPr>
          <p:nvPr/>
        </p:nvSpPr>
        <p:spPr>
          <a:xfrm>
            <a:off x="2393250" y="6915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4E6F5C66-C1D9-41E2-80B9-280D317A159B}"/>
              </a:ext>
            </a:extLst>
          </p:cNvPr>
          <p:cNvSpPr>
            <a:spLocks/>
          </p:cNvSpPr>
          <p:nvPr/>
        </p:nvSpPr>
        <p:spPr>
          <a:xfrm>
            <a:off x="2377764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FC9DD760-3CE3-4410-BF26-C101E76FFC73}"/>
              </a:ext>
            </a:extLst>
          </p:cNvPr>
          <p:cNvSpPr>
            <a:spLocks/>
          </p:cNvSpPr>
          <p:nvPr/>
        </p:nvSpPr>
        <p:spPr>
          <a:xfrm>
            <a:off x="237947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EE2B1A0B-86E5-40F0-A35C-444B6A427633}"/>
              </a:ext>
            </a:extLst>
          </p:cNvPr>
          <p:cNvSpPr>
            <a:spLocks/>
          </p:cNvSpPr>
          <p:nvPr/>
        </p:nvSpPr>
        <p:spPr>
          <a:xfrm>
            <a:off x="2460466" y="69342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D35F8051-1A7F-463D-9A31-F12C56A91FF6}"/>
              </a:ext>
            </a:extLst>
          </p:cNvPr>
          <p:cNvSpPr>
            <a:spLocks/>
          </p:cNvSpPr>
          <p:nvPr/>
        </p:nvSpPr>
        <p:spPr>
          <a:xfrm>
            <a:off x="2419190" y="635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BF22FA1B-9DAF-4ADE-8D30-F490594F929A}"/>
              </a:ext>
            </a:extLst>
          </p:cNvPr>
          <p:cNvSpPr>
            <a:spLocks/>
          </p:cNvSpPr>
          <p:nvPr/>
        </p:nvSpPr>
        <p:spPr>
          <a:xfrm>
            <a:off x="23642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DBAB7626-EF6F-4636-AFFC-D61EBE7BFFC6}"/>
              </a:ext>
            </a:extLst>
          </p:cNvPr>
          <p:cNvSpPr>
            <a:spLocks/>
          </p:cNvSpPr>
          <p:nvPr/>
        </p:nvSpPr>
        <p:spPr>
          <a:xfrm>
            <a:off x="2457988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0B762736-5C75-418B-8599-0AC49A2CCD69}"/>
              </a:ext>
            </a:extLst>
          </p:cNvPr>
          <p:cNvSpPr>
            <a:spLocks/>
          </p:cNvSpPr>
          <p:nvPr/>
        </p:nvSpPr>
        <p:spPr>
          <a:xfrm>
            <a:off x="2409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1C5EEFCF-028C-41C2-B7EE-B8EE1D3A7D1E}"/>
              </a:ext>
            </a:extLst>
          </p:cNvPr>
          <p:cNvSpPr>
            <a:spLocks/>
          </p:cNvSpPr>
          <p:nvPr/>
        </p:nvSpPr>
        <p:spPr>
          <a:xfrm>
            <a:off x="23570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0E793C8A-52EE-43E3-B0AC-905DC3206178}"/>
              </a:ext>
            </a:extLst>
          </p:cNvPr>
          <p:cNvSpPr>
            <a:spLocks/>
          </p:cNvSpPr>
          <p:nvPr/>
        </p:nvSpPr>
        <p:spPr>
          <a:xfrm>
            <a:off x="24197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39C5A69D-D93F-47E8-87C1-28639EDEB4E1}"/>
              </a:ext>
            </a:extLst>
          </p:cNvPr>
          <p:cNvSpPr>
            <a:spLocks/>
          </p:cNvSpPr>
          <p:nvPr/>
        </p:nvSpPr>
        <p:spPr>
          <a:xfrm>
            <a:off x="2445451" y="6455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54D1654E-A04C-4A06-8F27-E1638638A2EB}"/>
              </a:ext>
            </a:extLst>
          </p:cNvPr>
          <p:cNvSpPr>
            <a:spLocks/>
          </p:cNvSpPr>
          <p:nvPr/>
        </p:nvSpPr>
        <p:spPr>
          <a:xfrm>
            <a:off x="2365450" y="633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7DA3A11A-2553-4FBC-A380-D55FAA6E91DE}"/>
              </a:ext>
            </a:extLst>
          </p:cNvPr>
          <p:cNvSpPr>
            <a:spLocks/>
          </p:cNvSpPr>
          <p:nvPr/>
        </p:nvSpPr>
        <p:spPr>
          <a:xfrm>
            <a:off x="2361855" y="6820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DCEC64AD-A87B-467F-9F0B-0288F21079BE}"/>
              </a:ext>
            </a:extLst>
          </p:cNvPr>
          <p:cNvSpPr>
            <a:spLocks/>
          </p:cNvSpPr>
          <p:nvPr/>
        </p:nvSpPr>
        <p:spPr>
          <a:xfrm>
            <a:off x="2417464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150F997A-836D-4C6C-AEF2-2FB4C038C7D0}"/>
              </a:ext>
            </a:extLst>
          </p:cNvPr>
          <p:cNvSpPr>
            <a:spLocks/>
          </p:cNvSpPr>
          <p:nvPr/>
        </p:nvSpPr>
        <p:spPr>
          <a:xfrm>
            <a:off x="245185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FEE194F7-0EC5-456E-8ACE-084B20AF8061}"/>
              </a:ext>
            </a:extLst>
          </p:cNvPr>
          <p:cNvSpPr>
            <a:spLocks/>
          </p:cNvSpPr>
          <p:nvPr/>
        </p:nvSpPr>
        <p:spPr>
          <a:xfrm>
            <a:off x="23334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B6E70136-A096-4374-952D-E5BD0410AC07}"/>
              </a:ext>
            </a:extLst>
          </p:cNvPr>
          <p:cNvSpPr>
            <a:spLocks/>
          </p:cNvSpPr>
          <p:nvPr/>
        </p:nvSpPr>
        <p:spPr>
          <a:xfrm>
            <a:off x="24057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6160A790-2136-4D51-A787-2141132BBBB8}"/>
              </a:ext>
            </a:extLst>
          </p:cNvPr>
          <p:cNvSpPr>
            <a:spLocks/>
          </p:cNvSpPr>
          <p:nvPr/>
        </p:nvSpPr>
        <p:spPr>
          <a:xfrm>
            <a:off x="237913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812DECAF-587B-414D-B569-E08A303B603D}"/>
              </a:ext>
            </a:extLst>
          </p:cNvPr>
          <p:cNvSpPr>
            <a:spLocks/>
          </p:cNvSpPr>
          <p:nvPr/>
        </p:nvSpPr>
        <p:spPr>
          <a:xfrm>
            <a:off x="2355469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CED23B9B-B75C-425F-9F47-027EA13E1E3A}"/>
              </a:ext>
            </a:extLst>
          </p:cNvPr>
          <p:cNvSpPr>
            <a:spLocks/>
          </p:cNvSpPr>
          <p:nvPr/>
        </p:nvSpPr>
        <p:spPr>
          <a:xfrm>
            <a:off x="2406414" y="65714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F3EE9614-9C3C-4C25-BA2A-E5F6F79C1C00}"/>
              </a:ext>
            </a:extLst>
          </p:cNvPr>
          <p:cNvSpPr>
            <a:spLocks/>
          </p:cNvSpPr>
          <p:nvPr/>
        </p:nvSpPr>
        <p:spPr>
          <a:xfrm>
            <a:off x="2399033" y="6207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46BB0505-0195-405D-87FB-77B65F3409EE}"/>
              </a:ext>
            </a:extLst>
          </p:cNvPr>
          <p:cNvSpPr>
            <a:spLocks/>
          </p:cNvSpPr>
          <p:nvPr/>
        </p:nvSpPr>
        <p:spPr>
          <a:xfrm>
            <a:off x="2353037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B872BD57-104D-4E9F-B5E0-4E31E536D73E}"/>
              </a:ext>
            </a:extLst>
          </p:cNvPr>
          <p:cNvSpPr>
            <a:spLocks/>
          </p:cNvSpPr>
          <p:nvPr/>
        </p:nvSpPr>
        <p:spPr>
          <a:xfrm>
            <a:off x="2381029" y="5883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588DFE3B-DAF8-470A-BA1C-0406E90EC200}"/>
              </a:ext>
            </a:extLst>
          </p:cNvPr>
          <p:cNvSpPr>
            <a:spLocks/>
          </p:cNvSpPr>
          <p:nvPr/>
        </p:nvSpPr>
        <p:spPr>
          <a:xfrm>
            <a:off x="232811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FCFFB417-6A7C-469D-B9F1-DFD1EE269466}"/>
              </a:ext>
            </a:extLst>
          </p:cNvPr>
          <p:cNvSpPr>
            <a:spLocks/>
          </p:cNvSpPr>
          <p:nvPr/>
        </p:nvSpPr>
        <p:spPr>
          <a:xfrm>
            <a:off x="237438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EB00BCFF-CBC1-47C3-B9AD-404CE2A3DA8C}"/>
              </a:ext>
            </a:extLst>
          </p:cNvPr>
          <p:cNvSpPr>
            <a:spLocks/>
          </p:cNvSpPr>
          <p:nvPr/>
        </p:nvSpPr>
        <p:spPr>
          <a:xfrm>
            <a:off x="2408620" y="5894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F3C0751B-B9D9-43FC-BD39-B35FE453BE46}"/>
              </a:ext>
            </a:extLst>
          </p:cNvPr>
          <p:cNvSpPr>
            <a:spLocks/>
          </p:cNvSpPr>
          <p:nvPr/>
        </p:nvSpPr>
        <p:spPr>
          <a:xfrm>
            <a:off x="235982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7E3BAFB6-E8C2-43AE-B32E-C77E8A16122C}"/>
              </a:ext>
            </a:extLst>
          </p:cNvPr>
          <p:cNvSpPr>
            <a:spLocks/>
          </p:cNvSpPr>
          <p:nvPr/>
        </p:nvSpPr>
        <p:spPr>
          <a:xfrm>
            <a:off x="2454302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18B0B47D-379B-451C-BD50-2AB40F63A5E2}"/>
              </a:ext>
            </a:extLst>
          </p:cNvPr>
          <p:cNvSpPr>
            <a:spLocks/>
          </p:cNvSpPr>
          <p:nvPr/>
        </p:nvSpPr>
        <p:spPr>
          <a:xfrm>
            <a:off x="242844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6CE8F4E8-C953-4E5E-9DA1-D5870D251221}"/>
              </a:ext>
            </a:extLst>
          </p:cNvPr>
          <p:cNvSpPr>
            <a:spLocks/>
          </p:cNvSpPr>
          <p:nvPr/>
        </p:nvSpPr>
        <p:spPr>
          <a:xfrm>
            <a:off x="2431419" y="6818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AB680835-603F-4667-8345-979C3245DF08}"/>
              </a:ext>
            </a:extLst>
          </p:cNvPr>
          <p:cNvSpPr>
            <a:spLocks/>
          </p:cNvSpPr>
          <p:nvPr/>
        </p:nvSpPr>
        <p:spPr>
          <a:xfrm>
            <a:off x="26022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B21ACE0B-F186-4C1D-A312-5ED1D6C3AE38}"/>
              </a:ext>
            </a:extLst>
          </p:cNvPr>
          <p:cNvSpPr>
            <a:spLocks/>
          </p:cNvSpPr>
          <p:nvPr/>
        </p:nvSpPr>
        <p:spPr>
          <a:xfrm>
            <a:off x="2662505" y="5189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06900901-AAC8-49EC-A4CE-9C5CBFC1DDD9}"/>
              </a:ext>
            </a:extLst>
          </p:cNvPr>
          <p:cNvSpPr>
            <a:spLocks/>
          </p:cNvSpPr>
          <p:nvPr/>
        </p:nvSpPr>
        <p:spPr>
          <a:xfrm>
            <a:off x="268449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31ADF92D-C56D-4901-B5C1-75209A41C51A}"/>
              </a:ext>
            </a:extLst>
          </p:cNvPr>
          <p:cNvSpPr>
            <a:spLocks/>
          </p:cNvSpPr>
          <p:nvPr/>
        </p:nvSpPr>
        <p:spPr>
          <a:xfrm>
            <a:off x="261154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7C15BD70-5E64-46AF-953A-716F4EB1D1CF}"/>
              </a:ext>
            </a:extLst>
          </p:cNvPr>
          <p:cNvSpPr>
            <a:spLocks/>
          </p:cNvSpPr>
          <p:nvPr/>
        </p:nvSpPr>
        <p:spPr>
          <a:xfrm>
            <a:off x="268449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23EF697B-9883-4CE2-AF7F-780309EFFBAA}"/>
              </a:ext>
            </a:extLst>
          </p:cNvPr>
          <p:cNvSpPr>
            <a:spLocks/>
          </p:cNvSpPr>
          <p:nvPr/>
        </p:nvSpPr>
        <p:spPr>
          <a:xfrm>
            <a:off x="2681655" y="5954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09B2F714-EF00-41B8-9B77-22EE8E1AAD29}"/>
              </a:ext>
            </a:extLst>
          </p:cNvPr>
          <p:cNvSpPr>
            <a:spLocks/>
          </p:cNvSpPr>
          <p:nvPr/>
        </p:nvSpPr>
        <p:spPr>
          <a:xfrm>
            <a:off x="25917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43DCAD36-177B-42F5-8581-8252C2114C17}"/>
              </a:ext>
            </a:extLst>
          </p:cNvPr>
          <p:cNvSpPr>
            <a:spLocks/>
          </p:cNvSpPr>
          <p:nvPr/>
        </p:nvSpPr>
        <p:spPr>
          <a:xfrm>
            <a:off x="262873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96D8BBC4-770D-4CAF-804E-B1109264DD4F}"/>
              </a:ext>
            </a:extLst>
          </p:cNvPr>
          <p:cNvSpPr>
            <a:spLocks/>
          </p:cNvSpPr>
          <p:nvPr/>
        </p:nvSpPr>
        <p:spPr>
          <a:xfrm>
            <a:off x="2649406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0752C71-54FF-4861-9169-F4E3AE5BA7DE}"/>
              </a:ext>
            </a:extLst>
          </p:cNvPr>
          <p:cNvSpPr>
            <a:spLocks/>
          </p:cNvSpPr>
          <p:nvPr/>
        </p:nvSpPr>
        <p:spPr>
          <a:xfrm>
            <a:off x="264530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7984A9B3-A3F6-4D18-B335-8226C59D9DDE}"/>
              </a:ext>
            </a:extLst>
          </p:cNvPr>
          <p:cNvSpPr>
            <a:spLocks/>
          </p:cNvSpPr>
          <p:nvPr/>
        </p:nvSpPr>
        <p:spPr>
          <a:xfrm>
            <a:off x="255477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1EA4914C-FBCF-4F0F-A83C-7481556EB268}"/>
              </a:ext>
            </a:extLst>
          </p:cNvPr>
          <p:cNvSpPr>
            <a:spLocks/>
          </p:cNvSpPr>
          <p:nvPr/>
        </p:nvSpPr>
        <p:spPr>
          <a:xfrm>
            <a:off x="266431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1EF0B25C-7EB9-4130-BF82-83FE858302FC}"/>
              </a:ext>
            </a:extLst>
          </p:cNvPr>
          <p:cNvSpPr>
            <a:spLocks/>
          </p:cNvSpPr>
          <p:nvPr/>
        </p:nvSpPr>
        <p:spPr>
          <a:xfrm>
            <a:off x="2628356" y="5864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FD57C66-0AD1-4FE0-86F2-6DF72076CF63}"/>
              </a:ext>
            </a:extLst>
          </p:cNvPr>
          <p:cNvSpPr>
            <a:spLocks/>
          </p:cNvSpPr>
          <p:nvPr/>
        </p:nvSpPr>
        <p:spPr>
          <a:xfrm>
            <a:off x="265645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A5957BD4-7DAD-4156-A24F-992AA4C9B69E}"/>
              </a:ext>
            </a:extLst>
          </p:cNvPr>
          <p:cNvSpPr>
            <a:spLocks/>
          </p:cNvSpPr>
          <p:nvPr/>
        </p:nvSpPr>
        <p:spPr>
          <a:xfrm>
            <a:off x="267795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58B97AD7-C635-4748-9245-7E36DA779A16}"/>
              </a:ext>
            </a:extLst>
          </p:cNvPr>
          <p:cNvSpPr>
            <a:spLocks/>
          </p:cNvSpPr>
          <p:nvPr/>
        </p:nvSpPr>
        <p:spPr>
          <a:xfrm>
            <a:off x="262358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807C0B42-B6C2-4C61-872F-DC7D2AD5360E}"/>
              </a:ext>
            </a:extLst>
          </p:cNvPr>
          <p:cNvSpPr>
            <a:spLocks/>
          </p:cNvSpPr>
          <p:nvPr/>
        </p:nvSpPr>
        <p:spPr>
          <a:xfrm>
            <a:off x="2609213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83FEC4AB-B8E8-4DBE-9D7D-A5107D2CE472}"/>
              </a:ext>
            </a:extLst>
          </p:cNvPr>
          <p:cNvSpPr>
            <a:spLocks/>
          </p:cNvSpPr>
          <p:nvPr/>
        </p:nvSpPr>
        <p:spPr>
          <a:xfrm>
            <a:off x="25639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CEB42540-A59D-4C02-89E3-D1EECD36F873}"/>
              </a:ext>
            </a:extLst>
          </p:cNvPr>
          <p:cNvSpPr>
            <a:spLocks/>
          </p:cNvSpPr>
          <p:nvPr/>
        </p:nvSpPr>
        <p:spPr>
          <a:xfrm>
            <a:off x="2625109" y="6349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7D5F4C2-1E26-437E-9DAC-3AD37E303BC4}"/>
              </a:ext>
            </a:extLst>
          </p:cNvPr>
          <p:cNvSpPr>
            <a:spLocks/>
          </p:cNvSpPr>
          <p:nvPr/>
        </p:nvSpPr>
        <p:spPr>
          <a:xfrm>
            <a:off x="263543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954547F6-17A5-4E15-84DF-AAB9AE62F917}"/>
              </a:ext>
            </a:extLst>
          </p:cNvPr>
          <p:cNvSpPr>
            <a:spLocks/>
          </p:cNvSpPr>
          <p:nvPr/>
        </p:nvSpPr>
        <p:spPr>
          <a:xfrm>
            <a:off x="2598917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CF1C50FE-AB39-40CB-B992-DC2C6E5F016E}"/>
              </a:ext>
            </a:extLst>
          </p:cNvPr>
          <p:cNvSpPr>
            <a:spLocks/>
          </p:cNvSpPr>
          <p:nvPr/>
        </p:nvSpPr>
        <p:spPr>
          <a:xfrm>
            <a:off x="261062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D51D5825-F0CF-4A2E-BFDB-2C53282A385F}"/>
              </a:ext>
            </a:extLst>
          </p:cNvPr>
          <p:cNvSpPr>
            <a:spLocks/>
          </p:cNvSpPr>
          <p:nvPr/>
        </p:nvSpPr>
        <p:spPr>
          <a:xfrm>
            <a:off x="2678283" y="539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CF84303C-803C-4A08-8F7C-0C4BC405893E}"/>
              </a:ext>
            </a:extLst>
          </p:cNvPr>
          <p:cNvSpPr>
            <a:spLocks/>
          </p:cNvSpPr>
          <p:nvPr/>
        </p:nvSpPr>
        <p:spPr>
          <a:xfrm>
            <a:off x="257927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C0C95227-D154-4FD3-84D1-D56DA66A0FD2}"/>
              </a:ext>
            </a:extLst>
          </p:cNvPr>
          <p:cNvSpPr>
            <a:spLocks/>
          </p:cNvSpPr>
          <p:nvPr/>
        </p:nvSpPr>
        <p:spPr>
          <a:xfrm>
            <a:off x="255891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CC42427F-2813-4326-9528-8E6BD532388A}"/>
              </a:ext>
            </a:extLst>
          </p:cNvPr>
          <p:cNvSpPr>
            <a:spLocks/>
          </p:cNvSpPr>
          <p:nvPr/>
        </p:nvSpPr>
        <p:spPr>
          <a:xfrm>
            <a:off x="2607864" y="5542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A952E771-8717-4BEF-98D9-E061BC1782E4}"/>
              </a:ext>
            </a:extLst>
          </p:cNvPr>
          <p:cNvSpPr>
            <a:spLocks/>
          </p:cNvSpPr>
          <p:nvPr/>
        </p:nvSpPr>
        <p:spPr>
          <a:xfrm>
            <a:off x="260313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0FF0AD35-C699-4443-ABC6-A1D4559F2A72}"/>
              </a:ext>
            </a:extLst>
          </p:cNvPr>
          <p:cNvSpPr>
            <a:spLocks/>
          </p:cNvSpPr>
          <p:nvPr/>
        </p:nvSpPr>
        <p:spPr>
          <a:xfrm>
            <a:off x="26375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49D0A401-B1B2-4493-B54E-807741ECC04D}"/>
              </a:ext>
            </a:extLst>
          </p:cNvPr>
          <p:cNvSpPr>
            <a:spLocks/>
          </p:cNvSpPr>
          <p:nvPr/>
        </p:nvSpPr>
        <p:spPr>
          <a:xfrm>
            <a:off x="26726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0D61E3CC-EBCB-43AE-9C6B-94C4FE2E61DD}"/>
              </a:ext>
            </a:extLst>
          </p:cNvPr>
          <p:cNvSpPr>
            <a:spLocks/>
          </p:cNvSpPr>
          <p:nvPr/>
        </p:nvSpPr>
        <p:spPr>
          <a:xfrm>
            <a:off x="2600085" y="61658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122B3E9D-226F-4256-B78D-52990A7C42F2}"/>
              </a:ext>
            </a:extLst>
          </p:cNvPr>
          <p:cNvSpPr>
            <a:spLocks/>
          </p:cNvSpPr>
          <p:nvPr/>
        </p:nvSpPr>
        <p:spPr>
          <a:xfrm>
            <a:off x="256538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17D9003C-B82F-4065-995C-028F7BDA7354}"/>
              </a:ext>
            </a:extLst>
          </p:cNvPr>
          <p:cNvSpPr>
            <a:spLocks/>
          </p:cNvSpPr>
          <p:nvPr/>
        </p:nvSpPr>
        <p:spPr>
          <a:xfrm>
            <a:off x="265323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66F85973-FB23-48E6-9F2A-79FE7A5CFB26}"/>
              </a:ext>
            </a:extLst>
          </p:cNvPr>
          <p:cNvSpPr>
            <a:spLocks/>
          </p:cNvSpPr>
          <p:nvPr/>
        </p:nvSpPr>
        <p:spPr>
          <a:xfrm>
            <a:off x="2631034" y="69072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8FDC01D1-E6BC-4A2C-820B-0415978F74C6}"/>
              </a:ext>
            </a:extLst>
          </p:cNvPr>
          <p:cNvSpPr>
            <a:spLocks/>
          </p:cNvSpPr>
          <p:nvPr/>
        </p:nvSpPr>
        <p:spPr>
          <a:xfrm>
            <a:off x="264634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62EA9781-CBEC-4464-ADD6-A7E770BE6EAF}"/>
              </a:ext>
            </a:extLst>
          </p:cNvPr>
          <p:cNvSpPr>
            <a:spLocks/>
          </p:cNvSpPr>
          <p:nvPr/>
        </p:nvSpPr>
        <p:spPr>
          <a:xfrm>
            <a:off x="267066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D116233F-3079-4C7B-B596-72C64FA19483}"/>
              </a:ext>
            </a:extLst>
          </p:cNvPr>
          <p:cNvSpPr>
            <a:spLocks/>
          </p:cNvSpPr>
          <p:nvPr/>
        </p:nvSpPr>
        <p:spPr>
          <a:xfrm>
            <a:off x="2658079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707BD4C8-99BA-4CF6-A7F1-B2B21008165F}"/>
              </a:ext>
            </a:extLst>
          </p:cNvPr>
          <p:cNvSpPr>
            <a:spLocks/>
          </p:cNvSpPr>
          <p:nvPr/>
        </p:nvSpPr>
        <p:spPr>
          <a:xfrm>
            <a:off x="266044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C52C97FB-6144-4395-9E74-DA766EE11954}"/>
              </a:ext>
            </a:extLst>
          </p:cNvPr>
          <p:cNvSpPr>
            <a:spLocks/>
          </p:cNvSpPr>
          <p:nvPr/>
        </p:nvSpPr>
        <p:spPr>
          <a:xfrm>
            <a:off x="2663946" y="55203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5AE84A4F-91FD-49C2-838C-A5F3CDF7A83B}"/>
              </a:ext>
            </a:extLst>
          </p:cNvPr>
          <p:cNvSpPr>
            <a:spLocks/>
          </p:cNvSpPr>
          <p:nvPr/>
        </p:nvSpPr>
        <p:spPr>
          <a:xfrm>
            <a:off x="266780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F8FA34F7-ECAB-4115-B4E5-E5CFE0239337}"/>
              </a:ext>
            </a:extLst>
          </p:cNvPr>
          <p:cNvSpPr>
            <a:spLocks/>
          </p:cNvSpPr>
          <p:nvPr/>
        </p:nvSpPr>
        <p:spPr>
          <a:xfrm>
            <a:off x="260733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5477035C-629B-4F96-8A39-72668E2F8F25}"/>
              </a:ext>
            </a:extLst>
          </p:cNvPr>
          <p:cNvSpPr>
            <a:spLocks/>
          </p:cNvSpPr>
          <p:nvPr/>
        </p:nvSpPr>
        <p:spPr>
          <a:xfrm>
            <a:off x="26404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0838093B-2C68-42E2-895B-84E11782AB8D}"/>
              </a:ext>
            </a:extLst>
          </p:cNvPr>
          <p:cNvSpPr>
            <a:spLocks/>
          </p:cNvSpPr>
          <p:nvPr/>
        </p:nvSpPr>
        <p:spPr>
          <a:xfrm>
            <a:off x="26047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389D6A09-590D-4DC8-833A-B3B9F1322B41}"/>
              </a:ext>
            </a:extLst>
          </p:cNvPr>
          <p:cNvSpPr>
            <a:spLocks/>
          </p:cNvSpPr>
          <p:nvPr/>
        </p:nvSpPr>
        <p:spPr>
          <a:xfrm>
            <a:off x="262521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60F9B7B-39C2-48E3-A286-EE8DFE414B5E}"/>
              </a:ext>
            </a:extLst>
          </p:cNvPr>
          <p:cNvSpPr>
            <a:spLocks/>
          </p:cNvSpPr>
          <p:nvPr/>
        </p:nvSpPr>
        <p:spPr>
          <a:xfrm>
            <a:off x="25896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D84009AD-C281-46DB-9221-6092B6525AFE}"/>
              </a:ext>
            </a:extLst>
          </p:cNvPr>
          <p:cNvSpPr>
            <a:spLocks/>
          </p:cNvSpPr>
          <p:nvPr/>
        </p:nvSpPr>
        <p:spPr>
          <a:xfrm>
            <a:off x="2644855" y="5681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24A6E0A8-2950-44EC-A4FC-237D995B5491}"/>
              </a:ext>
            </a:extLst>
          </p:cNvPr>
          <p:cNvSpPr>
            <a:spLocks/>
          </p:cNvSpPr>
          <p:nvPr/>
        </p:nvSpPr>
        <p:spPr>
          <a:xfrm>
            <a:off x="26095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E2CC496D-FD05-48F6-A3B9-5130C3931D08}"/>
              </a:ext>
            </a:extLst>
          </p:cNvPr>
          <p:cNvSpPr>
            <a:spLocks/>
          </p:cNvSpPr>
          <p:nvPr/>
        </p:nvSpPr>
        <p:spPr>
          <a:xfrm>
            <a:off x="262713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45088D4F-4375-4736-89BB-D73B90279E20}"/>
              </a:ext>
            </a:extLst>
          </p:cNvPr>
          <p:cNvSpPr>
            <a:spLocks/>
          </p:cNvSpPr>
          <p:nvPr/>
        </p:nvSpPr>
        <p:spPr>
          <a:xfrm>
            <a:off x="2615616" y="6058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C631F268-2964-435C-BC4E-38B448B5CA0C}"/>
              </a:ext>
            </a:extLst>
          </p:cNvPr>
          <p:cNvSpPr>
            <a:spLocks/>
          </p:cNvSpPr>
          <p:nvPr/>
        </p:nvSpPr>
        <p:spPr>
          <a:xfrm>
            <a:off x="267058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1B73ED80-EA89-48DC-AD2A-1B2B82BCD1C0}"/>
              </a:ext>
            </a:extLst>
          </p:cNvPr>
          <p:cNvSpPr>
            <a:spLocks/>
          </p:cNvSpPr>
          <p:nvPr/>
        </p:nvSpPr>
        <p:spPr>
          <a:xfrm>
            <a:off x="2614490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B49C587A-AE13-492D-BA72-012E7F58C431}"/>
              </a:ext>
            </a:extLst>
          </p:cNvPr>
          <p:cNvSpPr>
            <a:spLocks/>
          </p:cNvSpPr>
          <p:nvPr/>
        </p:nvSpPr>
        <p:spPr>
          <a:xfrm>
            <a:off x="2660888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04A8A5BD-A505-49E9-8578-D6793A1D88C3}"/>
              </a:ext>
            </a:extLst>
          </p:cNvPr>
          <p:cNvSpPr>
            <a:spLocks/>
          </p:cNvSpPr>
          <p:nvPr/>
        </p:nvSpPr>
        <p:spPr>
          <a:xfrm>
            <a:off x="2639233" y="6257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7BB47D11-5245-4C49-9435-8523115952F3}"/>
              </a:ext>
            </a:extLst>
          </p:cNvPr>
          <p:cNvSpPr>
            <a:spLocks/>
          </p:cNvSpPr>
          <p:nvPr/>
        </p:nvSpPr>
        <p:spPr>
          <a:xfrm>
            <a:off x="2642814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F8BFFBD7-D160-44F9-A8A1-6031146A1944}"/>
              </a:ext>
            </a:extLst>
          </p:cNvPr>
          <p:cNvSpPr>
            <a:spLocks/>
          </p:cNvSpPr>
          <p:nvPr/>
        </p:nvSpPr>
        <p:spPr>
          <a:xfrm>
            <a:off x="2591616" y="66921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391BACB0-48D6-415B-8FAA-50354C79D02C}"/>
              </a:ext>
            </a:extLst>
          </p:cNvPr>
          <p:cNvSpPr>
            <a:spLocks/>
          </p:cNvSpPr>
          <p:nvPr/>
        </p:nvSpPr>
        <p:spPr>
          <a:xfrm>
            <a:off x="2594616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5AE1397D-4778-4001-8496-E7CDE7957546}"/>
              </a:ext>
            </a:extLst>
          </p:cNvPr>
          <p:cNvSpPr>
            <a:spLocks/>
          </p:cNvSpPr>
          <p:nvPr/>
        </p:nvSpPr>
        <p:spPr>
          <a:xfrm>
            <a:off x="2671233" y="54712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6A781C55-3580-4E4E-B30E-44108384BCC1}"/>
              </a:ext>
            </a:extLst>
          </p:cNvPr>
          <p:cNvSpPr>
            <a:spLocks/>
          </p:cNvSpPr>
          <p:nvPr/>
        </p:nvSpPr>
        <p:spPr>
          <a:xfrm>
            <a:off x="2561541" y="574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0427C5CF-9AA8-4A24-97DD-7756B47FE4DF}"/>
              </a:ext>
            </a:extLst>
          </p:cNvPr>
          <p:cNvSpPr>
            <a:spLocks/>
          </p:cNvSpPr>
          <p:nvPr/>
        </p:nvSpPr>
        <p:spPr>
          <a:xfrm>
            <a:off x="264235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A03AC5EB-3898-430F-A5EB-2C3B29FCC2B5}"/>
              </a:ext>
            </a:extLst>
          </p:cNvPr>
          <p:cNvSpPr>
            <a:spLocks/>
          </p:cNvSpPr>
          <p:nvPr/>
        </p:nvSpPr>
        <p:spPr>
          <a:xfrm>
            <a:off x="26011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05A89D83-A59E-47C7-9487-0003688548F6}"/>
              </a:ext>
            </a:extLst>
          </p:cNvPr>
          <p:cNvSpPr>
            <a:spLocks/>
          </p:cNvSpPr>
          <p:nvPr/>
        </p:nvSpPr>
        <p:spPr>
          <a:xfrm>
            <a:off x="257074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E6456E4A-B107-441A-81B7-CA11F58687E5}"/>
              </a:ext>
            </a:extLst>
          </p:cNvPr>
          <p:cNvSpPr>
            <a:spLocks/>
          </p:cNvSpPr>
          <p:nvPr/>
        </p:nvSpPr>
        <p:spPr>
          <a:xfrm>
            <a:off x="2603097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D260C8A8-46A0-46E5-B58F-6A13F6837861}"/>
              </a:ext>
            </a:extLst>
          </p:cNvPr>
          <p:cNvSpPr>
            <a:spLocks/>
          </p:cNvSpPr>
          <p:nvPr/>
        </p:nvSpPr>
        <p:spPr>
          <a:xfrm>
            <a:off x="25915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0E27453B-6EF8-4CEF-9E8E-3C6E8D7D4825}"/>
              </a:ext>
            </a:extLst>
          </p:cNvPr>
          <p:cNvSpPr>
            <a:spLocks/>
          </p:cNvSpPr>
          <p:nvPr/>
        </p:nvSpPr>
        <p:spPr>
          <a:xfrm>
            <a:off x="263299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7C56A0DA-8F5A-46CB-B93C-4FFE622C637E}"/>
              </a:ext>
            </a:extLst>
          </p:cNvPr>
          <p:cNvSpPr>
            <a:spLocks/>
          </p:cNvSpPr>
          <p:nvPr/>
        </p:nvSpPr>
        <p:spPr>
          <a:xfrm>
            <a:off x="25709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85D01B04-38D9-453C-8452-C1391C08BD91}"/>
              </a:ext>
            </a:extLst>
          </p:cNvPr>
          <p:cNvSpPr>
            <a:spLocks/>
          </p:cNvSpPr>
          <p:nvPr/>
        </p:nvSpPr>
        <p:spPr>
          <a:xfrm>
            <a:off x="2564771" y="6915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D47737D4-D973-4050-AF41-80107A238EB8}"/>
              </a:ext>
            </a:extLst>
          </p:cNvPr>
          <p:cNvSpPr>
            <a:spLocks/>
          </p:cNvSpPr>
          <p:nvPr/>
        </p:nvSpPr>
        <p:spPr>
          <a:xfrm>
            <a:off x="256116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6B7E71DC-A056-4378-8231-FB018DAC3D48}"/>
              </a:ext>
            </a:extLst>
          </p:cNvPr>
          <p:cNvSpPr>
            <a:spLocks/>
          </p:cNvSpPr>
          <p:nvPr/>
        </p:nvSpPr>
        <p:spPr>
          <a:xfrm>
            <a:off x="262041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B991F5C9-A214-4B75-93BE-34866187EAC1}"/>
              </a:ext>
            </a:extLst>
          </p:cNvPr>
          <p:cNvSpPr>
            <a:spLocks/>
          </p:cNvSpPr>
          <p:nvPr/>
        </p:nvSpPr>
        <p:spPr>
          <a:xfrm>
            <a:off x="2614370" y="6844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14A1C08C-52AE-4A05-94DD-54CD16311038}"/>
              </a:ext>
            </a:extLst>
          </p:cNvPr>
          <p:cNvSpPr>
            <a:spLocks/>
          </p:cNvSpPr>
          <p:nvPr/>
        </p:nvSpPr>
        <p:spPr>
          <a:xfrm>
            <a:off x="26630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887E3927-13DF-4AC8-A545-4F4CBF7DAA47}"/>
              </a:ext>
            </a:extLst>
          </p:cNvPr>
          <p:cNvSpPr>
            <a:spLocks/>
          </p:cNvSpPr>
          <p:nvPr/>
        </p:nvSpPr>
        <p:spPr>
          <a:xfrm>
            <a:off x="261972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FB8B073B-E1A3-40DC-B0D0-237AB28A65F2}"/>
              </a:ext>
            </a:extLst>
          </p:cNvPr>
          <p:cNvSpPr>
            <a:spLocks/>
          </p:cNvSpPr>
          <p:nvPr/>
        </p:nvSpPr>
        <p:spPr>
          <a:xfrm>
            <a:off x="25857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8191BD7B-BC0A-4516-967D-9F0B9C749593}"/>
              </a:ext>
            </a:extLst>
          </p:cNvPr>
          <p:cNvSpPr>
            <a:spLocks/>
          </p:cNvSpPr>
          <p:nvPr/>
        </p:nvSpPr>
        <p:spPr>
          <a:xfrm>
            <a:off x="26606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F5BAD944-0483-4C36-85D9-6C0DCA81DD78}"/>
              </a:ext>
            </a:extLst>
          </p:cNvPr>
          <p:cNvSpPr>
            <a:spLocks/>
          </p:cNvSpPr>
          <p:nvPr/>
        </p:nvSpPr>
        <p:spPr>
          <a:xfrm>
            <a:off x="2569848" y="6935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B1EAF002-4612-429F-AEB0-5647B67E515C}"/>
              </a:ext>
            </a:extLst>
          </p:cNvPr>
          <p:cNvSpPr>
            <a:spLocks/>
          </p:cNvSpPr>
          <p:nvPr/>
        </p:nvSpPr>
        <p:spPr>
          <a:xfrm>
            <a:off x="268013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0F3DDCD0-4BE5-4840-89AE-7253E829E74D}"/>
              </a:ext>
            </a:extLst>
          </p:cNvPr>
          <p:cNvSpPr>
            <a:spLocks/>
          </p:cNvSpPr>
          <p:nvPr/>
        </p:nvSpPr>
        <p:spPr>
          <a:xfrm>
            <a:off x="2690039" y="65125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EF398847-EFD7-46A5-82E4-2D187A7C7B50}"/>
              </a:ext>
            </a:extLst>
          </p:cNvPr>
          <p:cNvSpPr>
            <a:spLocks/>
          </p:cNvSpPr>
          <p:nvPr/>
        </p:nvSpPr>
        <p:spPr>
          <a:xfrm>
            <a:off x="2640632" y="6336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4BE8849A-136C-42C5-BE34-F5B8477B1EA3}"/>
              </a:ext>
            </a:extLst>
          </p:cNvPr>
          <p:cNvSpPr>
            <a:spLocks/>
          </p:cNvSpPr>
          <p:nvPr/>
        </p:nvSpPr>
        <p:spPr>
          <a:xfrm>
            <a:off x="2551395" y="6414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CFC03053-4AB1-4663-A486-CE0302E45F2D}"/>
              </a:ext>
            </a:extLst>
          </p:cNvPr>
          <p:cNvSpPr>
            <a:spLocks/>
          </p:cNvSpPr>
          <p:nvPr/>
        </p:nvSpPr>
        <p:spPr>
          <a:xfrm>
            <a:off x="258655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4055906A-A9A1-4E10-BA0C-BB9F4111DABB}"/>
              </a:ext>
            </a:extLst>
          </p:cNvPr>
          <p:cNvSpPr>
            <a:spLocks/>
          </p:cNvSpPr>
          <p:nvPr/>
        </p:nvSpPr>
        <p:spPr>
          <a:xfrm>
            <a:off x="267872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11FE39FB-F247-439C-B169-9D72039D4165}"/>
              </a:ext>
            </a:extLst>
          </p:cNvPr>
          <p:cNvSpPr>
            <a:spLocks/>
          </p:cNvSpPr>
          <p:nvPr/>
        </p:nvSpPr>
        <p:spPr>
          <a:xfrm>
            <a:off x="256400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C4372768-950B-4F5F-91B2-3626DA85A62D}"/>
              </a:ext>
            </a:extLst>
          </p:cNvPr>
          <p:cNvSpPr>
            <a:spLocks/>
          </p:cNvSpPr>
          <p:nvPr/>
        </p:nvSpPr>
        <p:spPr>
          <a:xfrm>
            <a:off x="26111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5EEE8DC8-13B3-4D2F-8D85-AC7612BC99AA}"/>
              </a:ext>
            </a:extLst>
          </p:cNvPr>
          <p:cNvSpPr>
            <a:spLocks/>
          </p:cNvSpPr>
          <p:nvPr/>
        </p:nvSpPr>
        <p:spPr>
          <a:xfrm>
            <a:off x="262689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5AA495-F192-4DB1-9821-06C27343049C}"/>
              </a:ext>
            </a:extLst>
          </p:cNvPr>
          <p:cNvSpPr>
            <a:spLocks/>
          </p:cNvSpPr>
          <p:nvPr/>
        </p:nvSpPr>
        <p:spPr>
          <a:xfrm>
            <a:off x="26879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0CC486A-706B-45C0-9C2F-F4E9B442495E}"/>
              </a:ext>
            </a:extLst>
          </p:cNvPr>
          <p:cNvSpPr>
            <a:spLocks/>
          </p:cNvSpPr>
          <p:nvPr/>
        </p:nvSpPr>
        <p:spPr>
          <a:xfrm>
            <a:off x="2635620" y="661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6C224D65-F436-449E-AAC0-B913BBDCB5A2}"/>
              </a:ext>
            </a:extLst>
          </p:cNvPr>
          <p:cNvSpPr>
            <a:spLocks/>
          </p:cNvSpPr>
          <p:nvPr/>
        </p:nvSpPr>
        <p:spPr>
          <a:xfrm>
            <a:off x="260200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83101A84-8E23-4D48-BAA5-DFB21EA224ED}"/>
              </a:ext>
            </a:extLst>
          </p:cNvPr>
          <p:cNvSpPr>
            <a:spLocks/>
          </p:cNvSpPr>
          <p:nvPr/>
        </p:nvSpPr>
        <p:spPr>
          <a:xfrm>
            <a:off x="2654315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1DE4CFC2-A5C8-4CA3-A71C-E3F30DD7AA03}"/>
              </a:ext>
            </a:extLst>
          </p:cNvPr>
          <p:cNvSpPr>
            <a:spLocks/>
          </p:cNvSpPr>
          <p:nvPr/>
        </p:nvSpPr>
        <p:spPr>
          <a:xfrm>
            <a:off x="2553235" y="6532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706E4D9E-AA84-4BFF-A647-34B2EEC206AC}"/>
              </a:ext>
            </a:extLst>
          </p:cNvPr>
          <p:cNvSpPr>
            <a:spLocks/>
          </p:cNvSpPr>
          <p:nvPr/>
        </p:nvSpPr>
        <p:spPr>
          <a:xfrm>
            <a:off x="255928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467E58F0-0EF7-4A57-87C9-7129AA1DDC82}"/>
              </a:ext>
            </a:extLst>
          </p:cNvPr>
          <p:cNvSpPr>
            <a:spLocks/>
          </p:cNvSpPr>
          <p:nvPr/>
        </p:nvSpPr>
        <p:spPr>
          <a:xfrm>
            <a:off x="26253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333F5741-B933-4975-B4B1-79D282BB5065}"/>
              </a:ext>
            </a:extLst>
          </p:cNvPr>
          <p:cNvSpPr>
            <a:spLocks/>
          </p:cNvSpPr>
          <p:nvPr/>
        </p:nvSpPr>
        <p:spPr>
          <a:xfrm>
            <a:off x="2676080" y="5250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5ABA29A8-88F6-45A4-B124-46C75399E295}"/>
              </a:ext>
            </a:extLst>
          </p:cNvPr>
          <p:cNvSpPr>
            <a:spLocks/>
          </p:cNvSpPr>
          <p:nvPr/>
        </p:nvSpPr>
        <p:spPr>
          <a:xfrm>
            <a:off x="26016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47CDB600-9BBD-48E9-9C13-1DDA358418DB}"/>
              </a:ext>
            </a:extLst>
          </p:cNvPr>
          <p:cNvSpPr>
            <a:spLocks/>
          </p:cNvSpPr>
          <p:nvPr/>
        </p:nvSpPr>
        <p:spPr>
          <a:xfrm>
            <a:off x="264079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45E8A6D0-7FA2-4D3B-AC17-67CEEB275BB4}"/>
              </a:ext>
            </a:extLst>
          </p:cNvPr>
          <p:cNvSpPr>
            <a:spLocks/>
          </p:cNvSpPr>
          <p:nvPr/>
        </p:nvSpPr>
        <p:spPr>
          <a:xfrm>
            <a:off x="26514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26D256CA-971B-4932-B3CB-F143561ABE05}"/>
              </a:ext>
            </a:extLst>
          </p:cNvPr>
          <p:cNvSpPr>
            <a:spLocks/>
          </p:cNvSpPr>
          <p:nvPr/>
        </p:nvSpPr>
        <p:spPr>
          <a:xfrm>
            <a:off x="2589307" y="67342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D65EC975-0ED8-409F-971A-AFD80088C355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98CC7C4D-C101-44CF-933C-AF2F333277BB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09C39D79-EAB7-46D4-9CE2-96BEF7649E18}"/>
              </a:ext>
            </a:extLst>
          </p:cNvPr>
          <p:cNvSpPr>
            <a:spLocks/>
          </p:cNvSpPr>
          <p:nvPr/>
        </p:nvSpPr>
        <p:spPr>
          <a:xfrm>
            <a:off x="528439" y="47747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635F5F58-565F-4802-8189-22528DA41762}"/>
              </a:ext>
            </a:extLst>
          </p:cNvPr>
          <p:cNvSpPr>
            <a:spLocks/>
          </p:cNvSpPr>
          <p:nvPr/>
        </p:nvSpPr>
        <p:spPr>
          <a:xfrm>
            <a:off x="1007269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1B84202A-3CEB-4DF1-8414-A2EB5EA18F12}"/>
              </a:ext>
            </a:extLst>
          </p:cNvPr>
          <p:cNvSpPr>
            <a:spLocks/>
          </p:cNvSpPr>
          <p:nvPr/>
        </p:nvSpPr>
        <p:spPr>
          <a:xfrm>
            <a:off x="1250939" y="6251878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FE96E77F-89A1-4B6E-B46C-775FB9446598}"/>
              </a:ext>
            </a:extLst>
          </p:cNvPr>
          <p:cNvSpPr>
            <a:spLocks/>
          </p:cNvSpPr>
          <p:nvPr/>
        </p:nvSpPr>
        <p:spPr>
          <a:xfrm>
            <a:off x="1208765" y="64174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939584C9-EA57-49D7-BD32-7DF835E1A930}"/>
              </a:ext>
            </a:extLst>
          </p:cNvPr>
          <p:cNvSpPr>
            <a:spLocks/>
          </p:cNvSpPr>
          <p:nvPr/>
        </p:nvSpPr>
        <p:spPr>
          <a:xfrm>
            <a:off x="1208765" y="625187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B3B7F106-EEAE-49BC-9B7C-725A85BF546F}"/>
              </a:ext>
            </a:extLst>
          </p:cNvPr>
          <p:cNvSpPr>
            <a:spLocks/>
          </p:cNvSpPr>
          <p:nvPr/>
        </p:nvSpPr>
        <p:spPr>
          <a:xfrm>
            <a:off x="1475865" y="6005684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8F989B2-2829-4BB8-8602-2AAC158C21B1}"/>
              </a:ext>
            </a:extLst>
          </p:cNvPr>
          <p:cNvSpPr>
            <a:spLocks/>
          </p:cNvSpPr>
          <p:nvPr/>
        </p:nvSpPr>
        <p:spPr>
          <a:xfrm>
            <a:off x="1433691" y="622000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49CD10C3-7008-4B0C-840E-E147F5EC2AE9}"/>
              </a:ext>
            </a:extLst>
          </p:cNvPr>
          <p:cNvSpPr>
            <a:spLocks/>
          </p:cNvSpPr>
          <p:nvPr/>
        </p:nvSpPr>
        <p:spPr>
          <a:xfrm>
            <a:off x="1433691" y="600568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C5BDDD3A-C7C3-41B2-88CD-A0C862E7C049}"/>
              </a:ext>
            </a:extLst>
          </p:cNvPr>
          <p:cNvSpPr>
            <a:spLocks/>
          </p:cNvSpPr>
          <p:nvPr/>
        </p:nvSpPr>
        <p:spPr>
          <a:xfrm>
            <a:off x="1700791" y="5846898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48EFA8D1-8CDE-4335-8ACC-83CC48B609F5}"/>
              </a:ext>
            </a:extLst>
          </p:cNvPr>
          <p:cNvSpPr>
            <a:spLocks/>
          </p:cNvSpPr>
          <p:nvPr/>
        </p:nvSpPr>
        <p:spPr>
          <a:xfrm>
            <a:off x="1658617" y="60430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ADD2B6CE-E7F2-4E0E-98C4-C4BCFA5F176E}"/>
              </a:ext>
            </a:extLst>
          </p:cNvPr>
          <p:cNvSpPr>
            <a:spLocks/>
          </p:cNvSpPr>
          <p:nvPr/>
        </p:nvSpPr>
        <p:spPr>
          <a:xfrm>
            <a:off x="1658617" y="584689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2B7DB1EC-4C2F-408C-96BB-521C4FC165ED}"/>
              </a:ext>
            </a:extLst>
          </p:cNvPr>
          <p:cNvSpPr>
            <a:spLocks/>
          </p:cNvSpPr>
          <p:nvPr/>
        </p:nvSpPr>
        <p:spPr>
          <a:xfrm>
            <a:off x="2188131" y="5959041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1D2B7CE1-C0B4-46C6-BCD7-77C6ABB82FC1}"/>
              </a:ext>
            </a:extLst>
          </p:cNvPr>
          <p:cNvSpPr>
            <a:spLocks/>
          </p:cNvSpPr>
          <p:nvPr/>
        </p:nvSpPr>
        <p:spPr>
          <a:xfrm>
            <a:off x="2145957" y="625795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784911AC-BBA6-4631-83CA-4E5B3C150054}"/>
              </a:ext>
            </a:extLst>
          </p:cNvPr>
          <p:cNvSpPr>
            <a:spLocks/>
          </p:cNvSpPr>
          <p:nvPr/>
        </p:nvSpPr>
        <p:spPr>
          <a:xfrm>
            <a:off x="2145957" y="59590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A52F18BA-13B1-4E44-B865-94E738174386}"/>
              </a:ext>
            </a:extLst>
          </p:cNvPr>
          <p:cNvSpPr>
            <a:spLocks/>
          </p:cNvSpPr>
          <p:nvPr/>
        </p:nvSpPr>
        <p:spPr>
          <a:xfrm>
            <a:off x="2413057" y="5811801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CDBE47EF-6FE1-4249-8A15-BA3EC426D93C}"/>
              </a:ext>
            </a:extLst>
          </p:cNvPr>
          <p:cNvSpPr>
            <a:spLocks/>
          </p:cNvSpPr>
          <p:nvPr/>
        </p:nvSpPr>
        <p:spPr>
          <a:xfrm>
            <a:off x="2370883" y="60865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A7E3E08A-5BA5-45CE-BD80-632FAA9E465F}"/>
              </a:ext>
            </a:extLst>
          </p:cNvPr>
          <p:cNvSpPr>
            <a:spLocks/>
          </p:cNvSpPr>
          <p:nvPr/>
        </p:nvSpPr>
        <p:spPr>
          <a:xfrm>
            <a:off x="2370883" y="58118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B587D5A1-8B8B-4231-8C36-F977F6DD6920}"/>
              </a:ext>
            </a:extLst>
          </p:cNvPr>
          <p:cNvSpPr>
            <a:spLocks/>
          </p:cNvSpPr>
          <p:nvPr/>
        </p:nvSpPr>
        <p:spPr>
          <a:xfrm>
            <a:off x="2637983" y="5587679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E5A97734-4E16-41AB-B025-12626A457080}"/>
              </a:ext>
            </a:extLst>
          </p:cNvPr>
          <p:cNvSpPr>
            <a:spLocks/>
          </p:cNvSpPr>
          <p:nvPr/>
        </p:nvSpPr>
        <p:spPr>
          <a:xfrm>
            <a:off x="2595809" y="58592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9BFE9549-C0FB-4004-840B-7FC54FED8327}"/>
              </a:ext>
            </a:extLst>
          </p:cNvPr>
          <p:cNvSpPr>
            <a:spLocks/>
          </p:cNvSpPr>
          <p:nvPr/>
        </p:nvSpPr>
        <p:spPr>
          <a:xfrm>
            <a:off x="2595809" y="558767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996393C7-9B71-44D1-99F8-CCC6DC753FF0}"/>
              </a:ext>
            </a:extLst>
          </p:cNvPr>
          <p:cNvSpPr>
            <a:spLocks/>
          </p:cNvSpPr>
          <p:nvPr/>
        </p:nvSpPr>
        <p:spPr>
          <a:xfrm>
            <a:off x="1171277" y="633369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94E0BEB4-B6EA-47D7-821E-2C8759BF3D58}"/>
              </a:ext>
            </a:extLst>
          </p:cNvPr>
          <p:cNvSpPr>
            <a:spLocks/>
          </p:cNvSpPr>
          <p:nvPr/>
        </p:nvSpPr>
        <p:spPr>
          <a:xfrm>
            <a:off x="1396203" y="611107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A9030B2E-5795-4430-9339-C5A6B245E38F}"/>
              </a:ext>
            </a:extLst>
          </p:cNvPr>
          <p:cNvSpPr>
            <a:spLocks/>
          </p:cNvSpPr>
          <p:nvPr/>
        </p:nvSpPr>
        <p:spPr>
          <a:xfrm>
            <a:off x="1621129" y="594360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DB06DB40-83CE-45E7-9340-8196F85CD764}"/>
              </a:ext>
            </a:extLst>
          </p:cNvPr>
          <p:cNvSpPr>
            <a:spLocks/>
          </p:cNvSpPr>
          <p:nvPr/>
        </p:nvSpPr>
        <p:spPr>
          <a:xfrm>
            <a:off x="2108469" y="6109019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0541AAED-1432-41D6-8DE6-7E5D98BEBD10}"/>
              </a:ext>
            </a:extLst>
          </p:cNvPr>
          <p:cNvSpPr>
            <a:spLocks/>
          </p:cNvSpPr>
          <p:nvPr/>
        </p:nvSpPr>
        <p:spPr>
          <a:xfrm>
            <a:off x="2333395" y="594996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99651F72-B347-43A6-8EAC-EE6DEE95C264}"/>
              </a:ext>
            </a:extLst>
          </p:cNvPr>
          <p:cNvSpPr>
            <a:spLocks/>
          </p:cNvSpPr>
          <p:nvPr/>
        </p:nvSpPr>
        <p:spPr>
          <a:xfrm>
            <a:off x="2558321" y="5722691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FC4247C2-1903-40CE-AE8E-D71278227ABA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CA6536F0-A3AE-42F3-A626-EFFA3802A599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3DD38CE7-729C-47AC-9B35-CCDBB7F986DE}"/>
              </a:ext>
            </a:extLst>
          </p:cNvPr>
          <p:cNvSpPr>
            <a:spLocks/>
          </p:cNvSpPr>
          <p:nvPr/>
        </p:nvSpPr>
        <p:spPr>
          <a:xfrm>
            <a:off x="3925457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06EB308B-E044-4A68-A4DE-B68C4C2190F8}"/>
              </a:ext>
            </a:extLst>
          </p:cNvPr>
          <p:cNvSpPr>
            <a:spLocks/>
          </p:cNvSpPr>
          <p:nvPr/>
        </p:nvSpPr>
        <p:spPr>
          <a:xfrm>
            <a:off x="494347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983A79F3-1AD0-4ABC-B109-5A2586C06884}"/>
              </a:ext>
            </a:extLst>
          </p:cNvPr>
          <p:cNvSpPr>
            <a:spLocks/>
          </p:cNvSpPr>
          <p:nvPr/>
        </p:nvSpPr>
        <p:spPr>
          <a:xfrm>
            <a:off x="4862649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9B6F463B-A4A4-461D-B338-11F93ED4DD9A}"/>
              </a:ext>
            </a:extLst>
          </p:cNvPr>
          <p:cNvSpPr>
            <a:spLocks/>
          </p:cNvSpPr>
          <p:nvPr/>
        </p:nvSpPr>
        <p:spPr>
          <a:xfrm>
            <a:off x="588066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732478D6-5DC7-42C1-BEEE-BDCC20A56197}"/>
              </a:ext>
            </a:extLst>
          </p:cNvPr>
          <p:cNvSpPr>
            <a:spLocks/>
          </p:cNvSpPr>
          <p:nvPr/>
        </p:nvSpPr>
        <p:spPr>
          <a:xfrm>
            <a:off x="5799841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9E75FB69-0497-4F2F-8E8A-EB36ADEC9D00}"/>
              </a:ext>
            </a:extLst>
          </p:cNvPr>
          <p:cNvSpPr>
            <a:spLocks/>
          </p:cNvSpPr>
          <p:nvPr/>
        </p:nvSpPr>
        <p:spPr>
          <a:xfrm>
            <a:off x="4574806" y="7235385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5" name="text_3344">
            <a:extLst>
              <a:ext uri="{FF2B5EF4-FFF2-40B4-BE49-F238E27FC236}">
                <a16:creationId xmlns:a16="http://schemas.microsoft.com/office/drawing/2014/main" id="{57C129EA-2A6C-41BA-8E5A-055BDB203B38}"/>
              </a:ext>
            </a:extLst>
          </p:cNvPr>
          <p:cNvSpPr>
            <a:spLocks/>
          </p:cNvSpPr>
          <p:nvPr/>
        </p:nvSpPr>
        <p:spPr>
          <a:xfrm>
            <a:off x="4355193" y="7368136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3346" name="text_3345">
            <a:extLst>
              <a:ext uri="{FF2B5EF4-FFF2-40B4-BE49-F238E27FC236}">
                <a16:creationId xmlns:a16="http://schemas.microsoft.com/office/drawing/2014/main" id="{2BC84B9B-435F-4341-AA52-E484B69076A5}"/>
              </a:ext>
            </a:extLst>
          </p:cNvPr>
          <p:cNvSpPr>
            <a:spLocks/>
          </p:cNvSpPr>
          <p:nvPr/>
        </p:nvSpPr>
        <p:spPr>
          <a:xfrm>
            <a:off x="4674612" y="7495118"/>
            <a:ext cx="54656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 / 7 / 19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FB1AEDAF-09A8-4A01-A4D1-919A66E3B20B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5CB26108-3CBA-4DEA-BBE3-D5C8EA36E4AB}"/>
              </a:ext>
            </a:extLst>
          </p:cNvPr>
          <p:cNvSpPr>
            <a:spLocks/>
          </p:cNvSpPr>
          <p:nvPr/>
        </p:nvSpPr>
        <p:spPr>
          <a:xfrm>
            <a:off x="3961947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395DEE-2CD7-439D-9B55-AC8C786013EE}"/>
              </a:ext>
            </a:extLst>
          </p:cNvPr>
          <p:cNvSpPr>
            <a:spLocks/>
          </p:cNvSpPr>
          <p:nvPr/>
        </p:nvSpPr>
        <p:spPr>
          <a:xfrm>
            <a:off x="3738224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8368C71E-53EA-4B98-BAFC-D8DAFC6F4DD9}"/>
              </a:ext>
            </a:extLst>
          </p:cNvPr>
          <p:cNvSpPr>
            <a:spLocks/>
          </p:cNvSpPr>
          <p:nvPr/>
        </p:nvSpPr>
        <p:spPr>
          <a:xfrm>
            <a:off x="4006283" y="6025322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0AA41E22-33B6-4AA5-B6A3-8889D631D509}"/>
              </a:ext>
            </a:extLst>
          </p:cNvPr>
          <p:cNvSpPr>
            <a:spLocks/>
          </p:cNvSpPr>
          <p:nvPr/>
        </p:nvSpPr>
        <p:spPr>
          <a:xfrm>
            <a:off x="3961947" y="602532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91EDFF5D-F050-442E-9439-300D4B1E7577}"/>
              </a:ext>
            </a:extLst>
          </p:cNvPr>
          <p:cNvSpPr>
            <a:spLocks/>
          </p:cNvSpPr>
          <p:nvPr/>
        </p:nvSpPr>
        <p:spPr>
          <a:xfrm>
            <a:off x="3738224" y="596787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B13918BF-BE6E-4407-8529-379E5D84B964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DBBFA24E-56C4-494E-BB67-46A6A4597778}"/>
              </a:ext>
            </a:extLst>
          </p:cNvPr>
          <p:cNvSpPr>
            <a:spLocks/>
          </p:cNvSpPr>
          <p:nvPr/>
        </p:nvSpPr>
        <p:spPr>
          <a:xfrm>
            <a:off x="3961947" y="50881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F4CCE7A7-D9EF-4868-8971-7EEAD1C9B7AF}"/>
              </a:ext>
            </a:extLst>
          </p:cNvPr>
          <p:cNvSpPr>
            <a:spLocks/>
          </p:cNvSpPr>
          <p:nvPr/>
        </p:nvSpPr>
        <p:spPr>
          <a:xfrm>
            <a:off x="3738224" y="50306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F4B5F09-6E9C-4FEA-8B4E-ADF6EB6035E9}"/>
              </a:ext>
            </a:extLst>
          </p:cNvPr>
          <p:cNvSpPr>
            <a:spLocks/>
          </p:cNvSpPr>
          <p:nvPr/>
        </p:nvSpPr>
        <p:spPr>
          <a:xfrm rot="-5400000">
            <a:off x="3010694" y="59410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992EBC5A-AB15-4A3A-9FC8-D9A0321BD85F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CC46D4AF-0DFC-49C6-96ED-FD261E572329}"/>
              </a:ext>
            </a:extLst>
          </p:cNvPr>
          <p:cNvSpPr>
            <a:spLocks/>
          </p:cNvSpPr>
          <p:nvPr/>
        </p:nvSpPr>
        <p:spPr>
          <a:xfrm>
            <a:off x="4246478" y="551754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9DEADA3-F79C-46BA-B044-2E6176216F60}"/>
              </a:ext>
            </a:extLst>
          </p:cNvPr>
          <p:cNvSpPr>
            <a:spLocks/>
          </p:cNvSpPr>
          <p:nvPr/>
        </p:nvSpPr>
        <p:spPr>
          <a:xfrm>
            <a:off x="4970387" y="570099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1131E95F-E347-48F2-A690-0EE635C121CB}"/>
              </a:ext>
            </a:extLst>
          </p:cNvPr>
          <p:cNvSpPr>
            <a:spLocks/>
          </p:cNvSpPr>
          <p:nvPr/>
        </p:nvSpPr>
        <p:spPr>
          <a:xfrm>
            <a:off x="3974312" y="539898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BC98F83C-0025-46FE-AC3B-E04D810D794D}"/>
              </a:ext>
            </a:extLst>
          </p:cNvPr>
          <p:cNvSpPr>
            <a:spLocks/>
          </p:cNvSpPr>
          <p:nvPr/>
        </p:nvSpPr>
        <p:spPr>
          <a:xfrm>
            <a:off x="5222772" y="5436831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0D868754-F6E0-4B60-A195-BC368A281611}"/>
              </a:ext>
            </a:extLst>
          </p:cNvPr>
          <p:cNvSpPr>
            <a:spLocks/>
          </p:cNvSpPr>
          <p:nvPr/>
        </p:nvSpPr>
        <p:spPr>
          <a:xfrm>
            <a:off x="4509176" y="5342550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E6012497-8A93-468C-9572-A79F30EB31E8}"/>
              </a:ext>
            </a:extLst>
          </p:cNvPr>
          <p:cNvSpPr>
            <a:spLocks/>
          </p:cNvSpPr>
          <p:nvPr/>
        </p:nvSpPr>
        <p:spPr>
          <a:xfrm>
            <a:off x="4770343" y="6118221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7BE10884-82C6-4A0C-BB0A-73EC40D3A93D}"/>
              </a:ext>
            </a:extLst>
          </p:cNvPr>
          <p:cNvSpPr>
            <a:spLocks/>
          </p:cNvSpPr>
          <p:nvPr/>
        </p:nvSpPr>
        <p:spPr>
          <a:xfrm>
            <a:off x="4682318" y="5875318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4137388B-7A1D-46DE-BE2D-9DCB9C3B1A6B}"/>
              </a:ext>
            </a:extLst>
          </p:cNvPr>
          <p:cNvSpPr>
            <a:spLocks/>
          </p:cNvSpPr>
          <p:nvPr/>
        </p:nvSpPr>
        <p:spPr>
          <a:xfrm>
            <a:off x="4835040" y="597683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212604D2-3DE9-48E2-9D9E-8B9E80B569A9}"/>
              </a:ext>
            </a:extLst>
          </p:cNvPr>
          <p:cNvSpPr>
            <a:spLocks/>
          </p:cNvSpPr>
          <p:nvPr/>
        </p:nvSpPr>
        <p:spPr>
          <a:xfrm>
            <a:off x="4238931" y="5565524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6013ED02-4A2C-4DA5-BE77-DDCB83217542}"/>
              </a:ext>
            </a:extLst>
          </p:cNvPr>
          <p:cNvSpPr>
            <a:spLocks/>
          </p:cNvSpPr>
          <p:nvPr/>
        </p:nvSpPr>
        <p:spPr>
          <a:xfrm>
            <a:off x="4489613" y="550573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B51E8D22-EB08-47BC-8D9B-BB30617374A1}"/>
              </a:ext>
            </a:extLst>
          </p:cNvPr>
          <p:cNvSpPr>
            <a:spLocks/>
          </p:cNvSpPr>
          <p:nvPr/>
        </p:nvSpPr>
        <p:spPr>
          <a:xfrm>
            <a:off x="4554892" y="6005991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B84991BC-8D77-40A5-8E62-D12A276307ED}"/>
              </a:ext>
            </a:extLst>
          </p:cNvPr>
          <p:cNvSpPr>
            <a:spLocks/>
          </p:cNvSpPr>
          <p:nvPr/>
        </p:nvSpPr>
        <p:spPr>
          <a:xfrm>
            <a:off x="4826956" y="5891132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296F43D2-97E3-498D-9958-75A23FB7B2E2}"/>
              </a:ext>
            </a:extLst>
          </p:cNvPr>
          <p:cNvSpPr>
            <a:spLocks/>
          </p:cNvSpPr>
          <p:nvPr/>
        </p:nvSpPr>
        <p:spPr>
          <a:xfrm>
            <a:off x="4499390" y="6491078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33E453DA-3BEE-411D-A82C-051A1F57A3B0}"/>
              </a:ext>
            </a:extLst>
          </p:cNvPr>
          <p:cNvSpPr>
            <a:spLocks/>
          </p:cNvSpPr>
          <p:nvPr/>
        </p:nvSpPr>
        <p:spPr>
          <a:xfrm>
            <a:off x="3974312" y="6096684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B06F1DAC-3334-4C10-89B0-A8EFD6597381}"/>
              </a:ext>
            </a:extLst>
          </p:cNvPr>
          <p:cNvSpPr>
            <a:spLocks/>
          </p:cNvSpPr>
          <p:nvPr/>
        </p:nvSpPr>
        <p:spPr>
          <a:xfrm>
            <a:off x="5183960" y="5415998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1DCB8C4F-4355-4520-B841-63A65C55E22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6A46D2B2-FF6D-47CB-A365-C5D96B060DB8}"/>
              </a:ext>
            </a:extLst>
          </p:cNvPr>
          <p:cNvSpPr>
            <a:spLocks/>
          </p:cNvSpPr>
          <p:nvPr/>
        </p:nvSpPr>
        <p:spPr>
          <a:xfrm>
            <a:off x="5191044" y="5405016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B4C19A57-E03A-43F6-B1E1-7FFC578C0E6C}"/>
              </a:ext>
            </a:extLst>
          </p:cNvPr>
          <p:cNvSpPr>
            <a:spLocks/>
          </p:cNvSpPr>
          <p:nvPr/>
        </p:nvSpPr>
        <p:spPr>
          <a:xfrm>
            <a:off x="5026461" y="534748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8F37B961-DDFE-45F4-B8A5-8A220F5FB71C}"/>
              </a:ext>
            </a:extLst>
          </p:cNvPr>
          <p:cNvSpPr>
            <a:spLocks/>
          </p:cNvSpPr>
          <p:nvPr/>
        </p:nvSpPr>
        <p:spPr>
          <a:xfrm>
            <a:off x="4752765" y="5983086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0D7AD895-FCA9-46B4-9880-D8965F53EFC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F053ACE4-242D-47CE-95E9-F4F5638EBCF0}"/>
              </a:ext>
            </a:extLst>
          </p:cNvPr>
          <p:cNvSpPr>
            <a:spLocks/>
          </p:cNvSpPr>
          <p:nvPr/>
        </p:nvSpPr>
        <p:spPr>
          <a:xfrm>
            <a:off x="4798730" y="6100815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44367DEA-CA2E-4A61-8C9C-BB3676704F04}"/>
              </a:ext>
            </a:extLst>
          </p:cNvPr>
          <p:cNvSpPr>
            <a:spLocks/>
          </p:cNvSpPr>
          <p:nvPr/>
        </p:nvSpPr>
        <p:spPr>
          <a:xfrm>
            <a:off x="4466005" y="6930543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DF8925DD-B82B-439C-BB9E-B18432988B86}"/>
              </a:ext>
            </a:extLst>
          </p:cNvPr>
          <p:cNvSpPr>
            <a:spLocks/>
          </p:cNvSpPr>
          <p:nvPr/>
        </p:nvSpPr>
        <p:spPr>
          <a:xfrm>
            <a:off x="5265789" y="536418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0AFC1919-A86D-478A-9576-48F1827FF2C3}"/>
              </a:ext>
            </a:extLst>
          </p:cNvPr>
          <p:cNvSpPr>
            <a:spLocks/>
          </p:cNvSpPr>
          <p:nvPr/>
        </p:nvSpPr>
        <p:spPr>
          <a:xfrm>
            <a:off x="5080335" y="5503106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CB73AB52-AD2A-4998-B3A5-A97014D8BCDF}"/>
              </a:ext>
            </a:extLst>
          </p:cNvPr>
          <p:cNvSpPr>
            <a:spLocks/>
          </p:cNvSpPr>
          <p:nvPr/>
        </p:nvSpPr>
        <p:spPr>
          <a:xfrm>
            <a:off x="3974312" y="564525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892B9B39-C648-425D-B5FF-616A49A709A1}"/>
              </a:ext>
            </a:extLst>
          </p:cNvPr>
          <p:cNvSpPr>
            <a:spLocks/>
          </p:cNvSpPr>
          <p:nvPr/>
        </p:nvSpPr>
        <p:spPr>
          <a:xfrm>
            <a:off x="4427885" y="61748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E440601D-88DB-44EA-BE73-9C09606D5A6D}"/>
              </a:ext>
            </a:extLst>
          </p:cNvPr>
          <p:cNvSpPr>
            <a:spLocks/>
          </p:cNvSpPr>
          <p:nvPr/>
        </p:nvSpPr>
        <p:spPr>
          <a:xfrm>
            <a:off x="3974312" y="6789980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5E9F56CA-2FD0-4B18-A2D8-DD9F94C73A9E}"/>
              </a:ext>
            </a:extLst>
          </p:cNvPr>
          <p:cNvSpPr>
            <a:spLocks/>
          </p:cNvSpPr>
          <p:nvPr/>
        </p:nvSpPr>
        <p:spPr>
          <a:xfrm>
            <a:off x="5068807" y="553100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3231DA5-0CC2-4185-A0B2-A50AAF41A9A1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C05A26F5-321D-48BA-B06A-9C2FF7E4BC5A}"/>
              </a:ext>
            </a:extLst>
          </p:cNvPr>
          <p:cNvSpPr>
            <a:spLocks/>
          </p:cNvSpPr>
          <p:nvPr/>
        </p:nvSpPr>
        <p:spPr>
          <a:xfrm>
            <a:off x="4292622" y="604719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7980FC22-BF60-4BE8-AD3E-C436E06D5D6B}"/>
              </a:ext>
            </a:extLst>
          </p:cNvPr>
          <p:cNvSpPr>
            <a:spLocks/>
          </p:cNvSpPr>
          <p:nvPr/>
        </p:nvSpPr>
        <p:spPr>
          <a:xfrm>
            <a:off x="4604303" y="686739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4F4D3517-C10F-46FD-BB47-CAAD420F4AF4}"/>
              </a:ext>
            </a:extLst>
          </p:cNvPr>
          <p:cNvSpPr>
            <a:spLocks/>
          </p:cNvSpPr>
          <p:nvPr/>
        </p:nvSpPr>
        <p:spPr>
          <a:xfrm>
            <a:off x="4905473" y="529998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78CE9915-7E57-4B32-AB3B-043170444C5E}"/>
              </a:ext>
            </a:extLst>
          </p:cNvPr>
          <p:cNvSpPr>
            <a:spLocks/>
          </p:cNvSpPr>
          <p:nvPr/>
        </p:nvSpPr>
        <p:spPr>
          <a:xfrm>
            <a:off x="5140613" y="5514397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8BBB36C6-1B47-41DC-8C70-A1081DE91805}"/>
              </a:ext>
            </a:extLst>
          </p:cNvPr>
          <p:cNvSpPr>
            <a:spLocks/>
          </p:cNvSpPr>
          <p:nvPr/>
        </p:nvSpPr>
        <p:spPr>
          <a:xfrm>
            <a:off x="4889733" y="5447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71114BA2-D0B1-4B27-9AAF-CEBC42B1C7BD}"/>
              </a:ext>
            </a:extLst>
          </p:cNvPr>
          <p:cNvSpPr>
            <a:spLocks/>
          </p:cNvSpPr>
          <p:nvPr/>
        </p:nvSpPr>
        <p:spPr>
          <a:xfrm>
            <a:off x="4980475" y="6618932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42F70DDC-90C1-4B80-85C4-26B3E6F2E56D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6123B3DF-48F3-4DBA-9BA8-3EC87501B983}"/>
              </a:ext>
            </a:extLst>
          </p:cNvPr>
          <p:cNvSpPr>
            <a:spLocks/>
          </p:cNvSpPr>
          <p:nvPr/>
        </p:nvSpPr>
        <p:spPr>
          <a:xfrm>
            <a:off x="4917049" y="5403071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8668C980-7F63-4E22-8299-C7128D952EE5}"/>
              </a:ext>
            </a:extLst>
          </p:cNvPr>
          <p:cNvSpPr>
            <a:spLocks/>
          </p:cNvSpPr>
          <p:nvPr/>
        </p:nvSpPr>
        <p:spPr>
          <a:xfrm>
            <a:off x="4731143" y="6215855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2C389B57-E9DC-41D3-85FC-1931ECF6991D}"/>
              </a:ext>
            </a:extLst>
          </p:cNvPr>
          <p:cNvSpPr>
            <a:spLocks/>
          </p:cNvSpPr>
          <p:nvPr/>
        </p:nvSpPr>
        <p:spPr>
          <a:xfrm>
            <a:off x="3974312" y="612563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B79D768A-86FF-4A2A-BB08-58AB00AA2F90}"/>
              </a:ext>
            </a:extLst>
          </p:cNvPr>
          <p:cNvSpPr>
            <a:spLocks/>
          </p:cNvSpPr>
          <p:nvPr/>
        </p:nvSpPr>
        <p:spPr>
          <a:xfrm>
            <a:off x="4302871" y="5981179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EC0D1DF8-5C01-4700-AD56-18A74FDB3070}"/>
              </a:ext>
            </a:extLst>
          </p:cNvPr>
          <p:cNvSpPr>
            <a:spLocks/>
          </p:cNvSpPr>
          <p:nvPr/>
        </p:nvSpPr>
        <p:spPr>
          <a:xfrm>
            <a:off x="4240194" y="6464763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9FD2CF4B-1514-46F9-B371-69096D0B5D13}"/>
              </a:ext>
            </a:extLst>
          </p:cNvPr>
          <p:cNvSpPr>
            <a:spLocks/>
          </p:cNvSpPr>
          <p:nvPr/>
        </p:nvSpPr>
        <p:spPr>
          <a:xfrm>
            <a:off x="5190482" y="5606179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58C41E45-408C-4350-877D-50898E09EB5B}"/>
              </a:ext>
            </a:extLst>
          </p:cNvPr>
          <p:cNvSpPr>
            <a:spLocks/>
          </p:cNvSpPr>
          <p:nvPr/>
        </p:nvSpPr>
        <p:spPr>
          <a:xfrm>
            <a:off x="5167622" y="5442098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41E048E-6612-43D6-9E64-251551AA95E2}"/>
              </a:ext>
            </a:extLst>
          </p:cNvPr>
          <p:cNvSpPr>
            <a:spLocks/>
          </p:cNvSpPr>
          <p:nvPr/>
        </p:nvSpPr>
        <p:spPr>
          <a:xfrm>
            <a:off x="4892475" y="6930543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2CA1DB29-4F3B-4FE2-97AC-185B9B3072BA}"/>
              </a:ext>
            </a:extLst>
          </p:cNvPr>
          <p:cNvSpPr>
            <a:spLocks/>
          </p:cNvSpPr>
          <p:nvPr/>
        </p:nvSpPr>
        <p:spPr>
          <a:xfrm>
            <a:off x="5112544" y="5514550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8FD2EF22-C7BC-4094-AA82-8452031ECD82}"/>
              </a:ext>
            </a:extLst>
          </p:cNvPr>
          <p:cNvSpPr>
            <a:spLocks/>
          </p:cNvSpPr>
          <p:nvPr/>
        </p:nvSpPr>
        <p:spPr>
          <a:xfrm>
            <a:off x="4003460" y="561540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CF5F50DB-9395-4F77-AAEA-FD80FB82BCAF}"/>
              </a:ext>
            </a:extLst>
          </p:cNvPr>
          <p:cNvSpPr>
            <a:spLocks/>
          </p:cNvSpPr>
          <p:nvPr/>
        </p:nvSpPr>
        <p:spPr>
          <a:xfrm>
            <a:off x="5392950" y="5294124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3533ADD-ADEA-44E6-A6E5-13F4D56409BF}"/>
              </a:ext>
            </a:extLst>
          </p:cNvPr>
          <p:cNvSpPr>
            <a:spLocks/>
          </p:cNvSpPr>
          <p:nvPr/>
        </p:nvSpPr>
        <p:spPr>
          <a:xfrm>
            <a:off x="4761470" y="640548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8BE3B77D-974F-43BC-9592-BE31A33488B1}"/>
              </a:ext>
            </a:extLst>
          </p:cNvPr>
          <p:cNvSpPr>
            <a:spLocks/>
          </p:cNvSpPr>
          <p:nvPr/>
        </p:nvSpPr>
        <p:spPr>
          <a:xfrm>
            <a:off x="5113347" y="535333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61FA3DC4-6C16-4915-B26E-C8821E3EDF0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0C3556F-47CB-45CC-A150-8F6B8E290B3B}"/>
              </a:ext>
            </a:extLst>
          </p:cNvPr>
          <p:cNvSpPr>
            <a:spLocks/>
          </p:cNvSpPr>
          <p:nvPr/>
        </p:nvSpPr>
        <p:spPr>
          <a:xfrm>
            <a:off x="4104025" y="6649506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D10330DE-8C0A-438B-B2A7-35BEEBC7FD67}"/>
              </a:ext>
            </a:extLst>
          </p:cNvPr>
          <p:cNvSpPr>
            <a:spLocks/>
          </p:cNvSpPr>
          <p:nvPr/>
        </p:nvSpPr>
        <p:spPr>
          <a:xfrm>
            <a:off x="4457463" y="6210408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43BF3203-C842-4457-9FCF-4FF28CCED415}"/>
              </a:ext>
            </a:extLst>
          </p:cNvPr>
          <p:cNvSpPr>
            <a:spLocks/>
          </p:cNvSpPr>
          <p:nvPr/>
        </p:nvSpPr>
        <p:spPr>
          <a:xfrm>
            <a:off x="4779087" y="6240600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DABA0A4D-0285-4A8A-BF3E-9AFC8D9F6D26}"/>
              </a:ext>
            </a:extLst>
          </p:cNvPr>
          <p:cNvSpPr>
            <a:spLocks/>
          </p:cNvSpPr>
          <p:nvPr/>
        </p:nvSpPr>
        <p:spPr>
          <a:xfrm>
            <a:off x="4303418" y="6930543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CFFF4CDF-35C0-4B5F-BDF7-0478FD4EAC5E}"/>
              </a:ext>
            </a:extLst>
          </p:cNvPr>
          <p:cNvSpPr>
            <a:spLocks/>
          </p:cNvSpPr>
          <p:nvPr/>
        </p:nvSpPr>
        <p:spPr>
          <a:xfrm>
            <a:off x="5400421" y="5376337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39498C14-BCFB-47D7-BC19-C0E7AC192FEE}"/>
              </a:ext>
            </a:extLst>
          </p:cNvPr>
          <p:cNvSpPr>
            <a:spLocks/>
          </p:cNvSpPr>
          <p:nvPr/>
        </p:nvSpPr>
        <p:spPr>
          <a:xfrm>
            <a:off x="4574741" y="693054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AD23AC11-4014-4C6B-9F2D-22E79954F4C2}"/>
              </a:ext>
            </a:extLst>
          </p:cNvPr>
          <p:cNvSpPr>
            <a:spLocks/>
          </p:cNvSpPr>
          <p:nvPr/>
        </p:nvSpPr>
        <p:spPr>
          <a:xfrm>
            <a:off x="4120550" y="639464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A0557877-BCF3-471A-8E4D-53B51B6B53E5}"/>
              </a:ext>
            </a:extLst>
          </p:cNvPr>
          <p:cNvSpPr>
            <a:spLocks/>
          </p:cNvSpPr>
          <p:nvPr/>
        </p:nvSpPr>
        <p:spPr>
          <a:xfrm>
            <a:off x="4876839" y="5393842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1489B0EB-1F9A-452B-9B4E-BD1856F0AEBF}"/>
              </a:ext>
            </a:extLst>
          </p:cNvPr>
          <p:cNvSpPr>
            <a:spLocks/>
          </p:cNvSpPr>
          <p:nvPr/>
        </p:nvSpPr>
        <p:spPr>
          <a:xfrm>
            <a:off x="5191910" y="571052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E596B47-78DC-4AE4-B09B-48D718C9D24B}"/>
              </a:ext>
            </a:extLst>
          </p:cNvPr>
          <p:cNvSpPr>
            <a:spLocks/>
          </p:cNvSpPr>
          <p:nvPr/>
        </p:nvSpPr>
        <p:spPr>
          <a:xfrm>
            <a:off x="4702103" y="6111454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8A552D8E-F18F-468A-B99F-53746C1E0F14}"/>
              </a:ext>
            </a:extLst>
          </p:cNvPr>
          <p:cNvSpPr>
            <a:spLocks/>
          </p:cNvSpPr>
          <p:nvPr/>
        </p:nvSpPr>
        <p:spPr>
          <a:xfrm>
            <a:off x="4744470" y="556629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A7A959E7-AE02-4514-9183-B08DB3B8FEB8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C8A619B-AE04-4243-909C-94F9FC69DCD7}"/>
              </a:ext>
            </a:extLst>
          </p:cNvPr>
          <p:cNvSpPr>
            <a:spLocks/>
          </p:cNvSpPr>
          <p:nvPr/>
        </p:nvSpPr>
        <p:spPr>
          <a:xfrm>
            <a:off x="5313157" y="5516100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85AE7CF9-949C-4D62-A40C-D512EDFB93C8}"/>
              </a:ext>
            </a:extLst>
          </p:cNvPr>
          <p:cNvSpPr>
            <a:spLocks/>
          </p:cNvSpPr>
          <p:nvPr/>
        </p:nvSpPr>
        <p:spPr>
          <a:xfrm>
            <a:off x="4125971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A1BD3ACF-8BE2-49C3-B8EF-B2237307F410}"/>
              </a:ext>
            </a:extLst>
          </p:cNvPr>
          <p:cNvSpPr>
            <a:spLocks/>
          </p:cNvSpPr>
          <p:nvPr/>
        </p:nvSpPr>
        <p:spPr>
          <a:xfrm>
            <a:off x="4654701" y="6930543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2518207C-4D1E-4A65-8F67-E1C29539385B}"/>
              </a:ext>
            </a:extLst>
          </p:cNvPr>
          <p:cNvSpPr>
            <a:spLocks/>
          </p:cNvSpPr>
          <p:nvPr/>
        </p:nvSpPr>
        <p:spPr>
          <a:xfrm>
            <a:off x="4499431" y="5902853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CCE0A7F0-D130-4335-A42A-045699788EBC}"/>
              </a:ext>
            </a:extLst>
          </p:cNvPr>
          <p:cNvSpPr>
            <a:spLocks/>
          </p:cNvSpPr>
          <p:nvPr/>
        </p:nvSpPr>
        <p:spPr>
          <a:xfrm>
            <a:off x="4889630" y="5471817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F32FD92A-09D8-48BE-A3F8-D204BB8D04DC}"/>
              </a:ext>
            </a:extLst>
          </p:cNvPr>
          <p:cNvSpPr>
            <a:spLocks/>
          </p:cNvSpPr>
          <p:nvPr/>
        </p:nvSpPr>
        <p:spPr>
          <a:xfrm>
            <a:off x="5013173" y="5740009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FD5F09AA-D9B0-4280-A008-39738126E2BC}"/>
              </a:ext>
            </a:extLst>
          </p:cNvPr>
          <p:cNvSpPr>
            <a:spLocks/>
          </p:cNvSpPr>
          <p:nvPr/>
        </p:nvSpPr>
        <p:spPr>
          <a:xfrm>
            <a:off x="4262214" y="579633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32498B7C-FB81-4338-9CE2-27BAFEBAFE6F}"/>
              </a:ext>
            </a:extLst>
          </p:cNvPr>
          <p:cNvSpPr>
            <a:spLocks/>
          </p:cNvSpPr>
          <p:nvPr/>
        </p:nvSpPr>
        <p:spPr>
          <a:xfrm>
            <a:off x="5128809" y="551992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478F8DF9-4962-4D8D-B4E3-8B8EC5BA790A}"/>
              </a:ext>
            </a:extLst>
          </p:cNvPr>
          <p:cNvSpPr>
            <a:spLocks/>
          </p:cNvSpPr>
          <p:nvPr/>
        </p:nvSpPr>
        <p:spPr>
          <a:xfrm>
            <a:off x="5144956" y="5658822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0935B88F-9EB8-4601-875C-6182BEBA2AA9}"/>
              </a:ext>
            </a:extLst>
          </p:cNvPr>
          <p:cNvSpPr>
            <a:spLocks/>
          </p:cNvSpPr>
          <p:nvPr/>
        </p:nvSpPr>
        <p:spPr>
          <a:xfrm>
            <a:off x="4815944" y="5665621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13A6E2DC-DC01-46F2-AD18-620E5FB1CA88}"/>
              </a:ext>
            </a:extLst>
          </p:cNvPr>
          <p:cNvSpPr>
            <a:spLocks/>
          </p:cNvSpPr>
          <p:nvPr/>
        </p:nvSpPr>
        <p:spPr>
          <a:xfrm>
            <a:off x="4253839" y="6930543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EA4E02DA-647E-48F2-8798-7081F0409582}"/>
              </a:ext>
            </a:extLst>
          </p:cNvPr>
          <p:cNvSpPr>
            <a:spLocks/>
          </p:cNvSpPr>
          <p:nvPr/>
        </p:nvSpPr>
        <p:spPr>
          <a:xfrm>
            <a:off x="4867343" y="5608393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5DABD615-8C1E-434A-846A-F2985BE720AD}"/>
              </a:ext>
            </a:extLst>
          </p:cNvPr>
          <p:cNvSpPr>
            <a:spLocks/>
          </p:cNvSpPr>
          <p:nvPr/>
        </p:nvSpPr>
        <p:spPr>
          <a:xfrm>
            <a:off x="4641948" y="5927140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633FA2E1-47A8-4FAC-8BFF-6EFB2889416E}"/>
              </a:ext>
            </a:extLst>
          </p:cNvPr>
          <p:cNvSpPr>
            <a:spLocks/>
          </p:cNvSpPr>
          <p:nvPr/>
        </p:nvSpPr>
        <p:spPr>
          <a:xfrm>
            <a:off x="4667918" y="6930543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BF5742C1-5A6B-4740-B77B-26FAB8820345}"/>
              </a:ext>
            </a:extLst>
          </p:cNvPr>
          <p:cNvSpPr>
            <a:spLocks/>
          </p:cNvSpPr>
          <p:nvPr/>
        </p:nvSpPr>
        <p:spPr>
          <a:xfrm>
            <a:off x="4851373" y="672719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F9426772-7F35-4BCD-8674-3C07D9795EF3}"/>
              </a:ext>
            </a:extLst>
          </p:cNvPr>
          <p:cNvSpPr>
            <a:spLocks/>
          </p:cNvSpPr>
          <p:nvPr/>
        </p:nvSpPr>
        <p:spPr>
          <a:xfrm>
            <a:off x="4176802" y="6702556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D4132DC1-0969-4999-AF1A-D298673FE2D8}"/>
              </a:ext>
            </a:extLst>
          </p:cNvPr>
          <p:cNvSpPr>
            <a:spLocks/>
          </p:cNvSpPr>
          <p:nvPr/>
        </p:nvSpPr>
        <p:spPr>
          <a:xfrm>
            <a:off x="4143699" y="6687183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19919852-06BC-403A-8D68-F500E236D900}"/>
              </a:ext>
            </a:extLst>
          </p:cNvPr>
          <p:cNvSpPr>
            <a:spLocks/>
          </p:cNvSpPr>
          <p:nvPr/>
        </p:nvSpPr>
        <p:spPr>
          <a:xfrm>
            <a:off x="4615460" y="5420377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F0BE1146-E85A-40BE-A4D1-1AF3BB28573A}"/>
              </a:ext>
            </a:extLst>
          </p:cNvPr>
          <p:cNvSpPr>
            <a:spLocks/>
          </p:cNvSpPr>
          <p:nvPr/>
        </p:nvSpPr>
        <p:spPr>
          <a:xfrm>
            <a:off x="5531410" y="641594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4B856917-0D1F-449C-AD8D-64E80FD5DF55}"/>
              </a:ext>
            </a:extLst>
          </p:cNvPr>
          <p:cNvSpPr>
            <a:spLocks/>
          </p:cNvSpPr>
          <p:nvPr/>
        </p:nvSpPr>
        <p:spPr>
          <a:xfrm>
            <a:off x="4274826" y="5511560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C3F4FD7C-B7BC-4D58-9AF7-0E49479DDF50}"/>
              </a:ext>
            </a:extLst>
          </p:cNvPr>
          <p:cNvSpPr>
            <a:spLocks/>
          </p:cNvSpPr>
          <p:nvPr/>
        </p:nvSpPr>
        <p:spPr>
          <a:xfrm>
            <a:off x="3974312" y="6177711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459474BA-6EA3-4338-9FD5-0BD596EB8B8F}"/>
              </a:ext>
            </a:extLst>
          </p:cNvPr>
          <p:cNvSpPr>
            <a:spLocks/>
          </p:cNvSpPr>
          <p:nvPr/>
        </p:nvSpPr>
        <p:spPr>
          <a:xfrm>
            <a:off x="4622960" y="6550844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1F45115-EAAF-44F8-A391-799A694C5248}"/>
              </a:ext>
            </a:extLst>
          </p:cNvPr>
          <p:cNvSpPr>
            <a:spLocks/>
          </p:cNvSpPr>
          <p:nvPr/>
        </p:nvSpPr>
        <p:spPr>
          <a:xfrm>
            <a:off x="4756055" y="5659022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AC1A8042-57B7-4449-A827-A7EB1E6AE902}"/>
              </a:ext>
            </a:extLst>
          </p:cNvPr>
          <p:cNvSpPr>
            <a:spLocks/>
          </p:cNvSpPr>
          <p:nvPr/>
        </p:nvSpPr>
        <p:spPr>
          <a:xfrm>
            <a:off x="4886328" y="5492867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2D7280E9-138F-4685-8C8C-AE083078744D}"/>
              </a:ext>
            </a:extLst>
          </p:cNvPr>
          <p:cNvSpPr>
            <a:spLocks/>
          </p:cNvSpPr>
          <p:nvPr/>
        </p:nvSpPr>
        <p:spPr>
          <a:xfrm>
            <a:off x="5177593" y="5479556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935C7B47-BDA7-4DA4-8A2B-CC43F396FA20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9BD1D116-8857-4984-87B6-5AC98509C8FC}"/>
              </a:ext>
            </a:extLst>
          </p:cNvPr>
          <p:cNvSpPr>
            <a:spLocks/>
          </p:cNvSpPr>
          <p:nvPr/>
        </p:nvSpPr>
        <p:spPr>
          <a:xfrm>
            <a:off x="4447925" y="542410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9BE4BC49-E6B7-4E78-A68B-A09532BBBCD3}"/>
              </a:ext>
            </a:extLst>
          </p:cNvPr>
          <p:cNvSpPr>
            <a:spLocks/>
          </p:cNvSpPr>
          <p:nvPr/>
        </p:nvSpPr>
        <p:spPr>
          <a:xfrm>
            <a:off x="5009364" y="57314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B365BB37-268A-4E9B-9804-D7BCC3E7F27F}"/>
              </a:ext>
            </a:extLst>
          </p:cNvPr>
          <p:cNvSpPr>
            <a:spLocks/>
          </p:cNvSpPr>
          <p:nvPr/>
        </p:nvSpPr>
        <p:spPr>
          <a:xfrm>
            <a:off x="5354725" y="55376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341EAA17-5B57-435F-9A70-72D8E39CBA1E}"/>
              </a:ext>
            </a:extLst>
          </p:cNvPr>
          <p:cNvSpPr>
            <a:spLocks/>
          </p:cNvSpPr>
          <p:nvPr/>
        </p:nvSpPr>
        <p:spPr>
          <a:xfrm>
            <a:off x="4821734" y="6125181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C0380CA-3F01-4022-B86E-89CC0B07ED0C}"/>
              </a:ext>
            </a:extLst>
          </p:cNvPr>
          <p:cNvSpPr>
            <a:spLocks/>
          </p:cNvSpPr>
          <p:nvPr/>
        </p:nvSpPr>
        <p:spPr>
          <a:xfrm>
            <a:off x="4118340" y="624045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F8F6BAFF-BC17-4AFD-817F-2837C48734B2}"/>
              </a:ext>
            </a:extLst>
          </p:cNvPr>
          <p:cNvSpPr>
            <a:spLocks/>
          </p:cNvSpPr>
          <p:nvPr/>
        </p:nvSpPr>
        <p:spPr>
          <a:xfrm>
            <a:off x="4505111" y="6930543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4AB8A68C-46D8-4686-953F-96EF69ED9BFC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42F9256F-08B1-4EEC-82C6-7DD616042F13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DD011EA9-B765-4DB4-8951-F94D4EA864A2}"/>
              </a:ext>
            </a:extLst>
          </p:cNvPr>
          <p:cNvSpPr>
            <a:spLocks/>
          </p:cNvSpPr>
          <p:nvPr/>
        </p:nvSpPr>
        <p:spPr>
          <a:xfrm>
            <a:off x="3527453" y="4774729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9DACB340-16E5-4877-9C88-1A177852DF35}"/>
              </a:ext>
            </a:extLst>
          </p:cNvPr>
          <p:cNvSpPr>
            <a:spLocks/>
          </p:cNvSpPr>
          <p:nvPr/>
        </p:nvSpPr>
        <p:spPr>
          <a:xfrm>
            <a:off x="4006283" y="4797303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29CEC7CF-6F91-44EE-9E28-71A01B060364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351C042F-BF7B-464F-9A31-E5627E0AE13C}"/>
              </a:ext>
            </a:extLst>
          </p:cNvPr>
          <p:cNvSpPr>
            <a:spLocks/>
          </p:cNvSpPr>
          <p:nvPr/>
        </p:nvSpPr>
        <p:spPr>
          <a:xfrm>
            <a:off x="5989252" y="69551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9EF0E342-1D47-4A1B-ADD2-F090D3A088C3}"/>
              </a:ext>
            </a:extLst>
          </p:cNvPr>
          <p:cNvSpPr>
            <a:spLocks/>
          </p:cNvSpPr>
          <p:nvPr/>
        </p:nvSpPr>
        <p:spPr>
          <a:xfrm>
            <a:off x="5989252" y="6947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69256DA5-0409-4564-8099-F8175FBDE01E}"/>
              </a:ext>
            </a:extLst>
          </p:cNvPr>
          <p:cNvSpPr>
            <a:spLocks/>
          </p:cNvSpPr>
          <p:nvPr/>
        </p:nvSpPr>
        <p:spPr>
          <a:xfrm>
            <a:off x="5989252" y="6940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368F3692-05E4-4252-95C4-EDAE150B0752}"/>
              </a:ext>
            </a:extLst>
          </p:cNvPr>
          <p:cNvSpPr>
            <a:spLocks/>
          </p:cNvSpPr>
          <p:nvPr/>
        </p:nvSpPr>
        <p:spPr>
          <a:xfrm>
            <a:off x="5989252" y="69332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6DC785B5-A68B-4428-8FF7-D5AF77E31665}"/>
              </a:ext>
            </a:extLst>
          </p:cNvPr>
          <p:cNvSpPr>
            <a:spLocks/>
          </p:cNvSpPr>
          <p:nvPr/>
        </p:nvSpPr>
        <p:spPr>
          <a:xfrm>
            <a:off x="5989252" y="69259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9D96A08A-DA99-45C7-8638-1C09F76F7D5C}"/>
              </a:ext>
            </a:extLst>
          </p:cNvPr>
          <p:cNvSpPr>
            <a:spLocks/>
          </p:cNvSpPr>
          <p:nvPr/>
        </p:nvSpPr>
        <p:spPr>
          <a:xfrm>
            <a:off x="5989252" y="69185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2A7E03B8-4D95-4985-9354-D84C819E9366}"/>
              </a:ext>
            </a:extLst>
          </p:cNvPr>
          <p:cNvSpPr>
            <a:spLocks/>
          </p:cNvSpPr>
          <p:nvPr/>
        </p:nvSpPr>
        <p:spPr>
          <a:xfrm>
            <a:off x="5989252" y="6911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455BD2EC-E5F1-4957-BEEB-172C90375BB0}"/>
              </a:ext>
            </a:extLst>
          </p:cNvPr>
          <p:cNvSpPr>
            <a:spLocks/>
          </p:cNvSpPr>
          <p:nvPr/>
        </p:nvSpPr>
        <p:spPr>
          <a:xfrm>
            <a:off x="5989252" y="6903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BA80EAEE-3A2E-4F51-AE5E-5DF16BE0DFA4}"/>
              </a:ext>
            </a:extLst>
          </p:cNvPr>
          <p:cNvSpPr>
            <a:spLocks/>
          </p:cNvSpPr>
          <p:nvPr/>
        </p:nvSpPr>
        <p:spPr>
          <a:xfrm>
            <a:off x="5989252" y="68966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A6D6170C-F88E-4FED-AC6B-F50F90FE60E6}"/>
              </a:ext>
            </a:extLst>
          </p:cNvPr>
          <p:cNvSpPr>
            <a:spLocks/>
          </p:cNvSpPr>
          <p:nvPr/>
        </p:nvSpPr>
        <p:spPr>
          <a:xfrm>
            <a:off x="5989252" y="68892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EF79013D-E08E-407E-ADD9-BBA3C1FF4C21}"/>
              </a:ext>
            </a:extLst>
          </p:cNvPr>
          <p:cNvSpPr>
            <a:spLocks/>
          </p:cNvSpPr>
          <p:nvPr/>
        </p:nvSpPr>
        <p:spPr>
          <a:xfrm>
            <a:off x="5989252" y="68819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7F799090-D872-4D0D-AFB2-B506403D1C1B}"/>
              </a:ext>
            </a:extLst>
          </p:cNvPr>
          <p:cNvSpPr>
            <a:spLocks/>
          </p:cNvSpPr>
          <p:nvPr/>
        </p:nvSpPr>
        <p:spPr>
          <a:xfrm>
            <a:off x="5989252" y="6874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1315E6FB-22C5-4638-8002-BA58C0767812}"/>
              </a:ext>
            </a:extLst>
          </p:cNvPr>
          <p:cNvSpPr>
            <a:spLocks/>
          </p:cNvSpPr>
          <p:nvPr/>
        </p:nvSpPr>
        <p:spPr>
          <a:xfrm>
            <a:off x="5989252" y="6867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2D7FE3B2-92CA-49EC-86E1-2BAFBD59E916}"/>
              </a:ext>
            </a:extLst>
          </p:cNvPr>
          <p:cNvSpPr>
            <a:spLocks/>
          </p:cNvSpPr>
          <p:nvPr/>
        </p:nvSpPr>
        <p:spPr>
          <a:xfrm>
            <a:off x="5989252" y="68600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531D105A-6AA0-4D92-926B-4034165162C3}"/>
              </a:ext>
            </a:extLst>
          </p:cNvPr>
          <p:cNvSpPr>
            <a:spLocks/>
          </p:cNvSpPr>
          <p:nvPr/>
        </p:nvSpPr>
        <p:spPr>
          <a:xfrm>
            <a:off x="5989252" y="68526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5E5AD226-DA22-490A-9C93-B4C6ED16E815}"/>
              </a:ext>
            </a:extLst>
          </p:cNvPr>
          <p:cNvSpPr>
            <a:spLocks/>
          </p:cNvSpPr>
          <p:nvPr/>
        </p:nvSpPr>
        <p:spPr>
          <a:xfrm>
            <a:off x="5989252" y="68453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0FCDAD49-94EB-49D8-BE23-99A4D31BA297}"/>
              </a:ext>
            </a:extLst>
          </p:cNvPr>
          <p:cNvSpPr>
            <a:spLocks/>
          </p:cNvSpPr>
          <p:nvPr/>
        </p:nvSpPr>
        <p:spPr>
          <a:xfrm>
            <a:off x="5989252" y="6838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82BDBFF5-91AE-4785-98DF-0347C6DF356C}"/>
              </a:ext>
            </a:extLst>
          </p:cNvPr>
          <p:cNvSpPr>
            <a:spLocks/>
          </p:cNvSpPr>
          <p:nvPr/>
        </p:nvSpPr>
        <p:spPr>
          <a:xfrm>
            <a:off x="5989252" y="6830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94EBDB24-7A0A-4FD1-8F03-5D00B104E5F7}"/>
              </a:ext>
            </a:extLst>
          </p:cNvPr>
          <p:cNvSpPr>
            <a:spLocks/>
          </p:cNvSpPr>
          <p:nvPr/>
        </p:nvSpPr>
        <p:spPr>
          <a:xfrm>
            <a:off x="5989252" y="6823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4EA5CAA4-C4DF-4235-A6E9-B5F097DB51D4}"/>
              </a:ext>
            </a:extLst>
          </p:cNvPr>
          <p:cNvSpPr>
            <a:spLocks/>
          </p:cNvSpPr>
          <p:nvPr/>
        </p:nvSpPr>
        <p:spPr>
          <a:xfrm>
            <a:off x="5989252" y="68160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2E98BA7-6961-4DD1-81CD-FABA7F2B6A51}"/>
              </a:ext>
            </a:extLst>
          </p:cNvPr>
          <p:cNvSpPr>
            <a:spLocks/>
          </p:cNvSpPr>
          <p:nvPr/>
        </p:nvSpPr>
        <p:spPr>
          <a:xfrm>
            <a:off x="5989252" y="68087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1B768E9F-A96D-4B77-8B15-8A6F06FD89B0}"/>
              </a:ext>
            </a:extLst>
          </p:cNvPr>
          <p:cNvSpPr>
            <a:spLocks/>
          </p:cNvSpPr>
          <p:nvPr/>
        </p:nvSpPr>
        <p:spPr>
          <a:xfrm>
            <a:off x="5989252" y="6801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BF46A2D3-CCD2-4236-ABC5-DD14661B0597}"/>
              </a:ext>
            </a:extLst>
          </p:cNvPr>
          <p:cNvSpPr>
            <a:spLocks/>
          </p:cNvSpPr>
          <p:nvPr/>
        </p:nvSpPr>
        <p:spPr>
          <a:xfrm>
            <a:off x="5989252" y="6794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8FAE3F48-3C18-45D3-98DE-9E7A8E51FE02}"/>
              </a:ext>
            </a:extLst>
          </p:cNvPr>
          <p:cNvSpPr>
            <a:spLocks/>
          </p:cNvSpPr>
          <p:nvPr/>
        </p:nvSpPr>
        <p:spPr>
          <a:xfrm>
            <a:off x="5989252" y="6786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3E2B2F86-A8ED-485C-9286-A03E66398FCB}"/>
              </a:ext>
            </a:extLst>
          </p:cNvPr>
          <p:cNvSpPr>
            <a:spLocks/>
          </p:cNvSpPr>
          <p:nvPr/>
        </p:nvSpPr>
        <p:spPr>
          <a:xfrm>
            <a:off x="5989252" y="67794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D6FCE3F-F046-4F03-9957-226FA37D533A}"/>
              </a:ext>
            </a:extLst>
          </p:cNvPr>
          <p:cNvSpPr>
            <a:spLocks/>
          </p:cNvSpPr>
          <p:nvPr/>
        </p:nvSpPr>
        <p:spPr>
          <a:xfrm>
            <a:off x="5989252" y="67721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EAEABEC9-F151-4FBE-B7FF-35DE43B46F2B}"/>
              </a:ext>
            </a:extLst>
          </p:cNvPr>
          <p:cNvSpPr>
            <a:spLocks/>
          </p:cNvSpPr>
          <p:nvPr/>
        </p:nvSpPr>
        <p:spPr>
          <a:xfrm>
            <a:off x="5989252" y="6764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D8DFD9DA-5525-4953-BEB1-27B26D26207D}"/>
              </a:ext>
            </a:extLst>
          </p:cNvPr>
          <p:cNvSpPr>
            <a:spLocks/>
          </p:cNvSpPr>
          <p:nvPr/>
        </p:nvSpPr>
        <p:spPr>
          <a:xfrm>
            <a:off x="5989252" y="6757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452603FC-6DBF-4725-A38C-89384A9FF5ED}"/>
              </a:ext>
            </a:extLst>
          </p:cNvPr>
          <p:cNvSpPr>
            <a:spLocks/>
          </p:cNvSpPr>
          <p:nvPr/>
        </p:nvSpPr>
        <p:spPr>
          <a:xfrm>
            <a:off x="5989252" y="6750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185DB5B0-123D-40F8-B22E-0628F02379FE}"/>
              </a:ext>
            </a:extLst>
          </p:cNvPr>
          <p:cNvSpPr>
            <a:spLocks/>
          </p:cNvSpPr>
          <p:nvPr/>
        </p:nvSpPr>
        <p:spPr>
          <a:xfrm>
            <a:off x="5989252" y="67428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BA322BA0-5A41-4EAB-B2BD-6E61BB4A12D1}"/>
              </a:ext>
            </a:extLst>
          </p:cNvPr>
          <p:cNvSpPr>
            <a:spLocks/>
          </p:cNvSpPr>
          <p:nvPr/>
        </p:nvSpPr>
        <p:spPr>
          <a:xfrm>
            <a:off x="5989252" y="67355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E5FB2BF3-7CEF-4D4F-9461-99E7A7B1DA28}"/>
              </a:ext>
            </a:extLst>
          </p:cNvPr>
          <p:cNvSpPr>
            <a:spLocks/>
          </p:cNvSpPr>
          <p:nvPr/>
        </p:nvSpPr>
        <p:spPr>
          <a:xfrm>
            <a:off x="5989252" y="67282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A3590235-09F4-4251-94AE-F651F0E304F1}"/>
              </a:ext>
            </a:extLst>
          </p:cNvPr>
          <p:cNvSpPr>
            <a:spLocks/>
          </p:cNvSpPr>
          <p:nvPr/>
        </p:nvSpPr>
        <p:spPr>
          <a:xfrm>
            <a:off x="5989252" y="6720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6633F88F-B28E-4E6B-B8C5-9F92D930C908}"/>
              </a:ext>
            </a:extLst>
          </p:cNvPr>
          <p:cNvSpPr>
            <a:spLocks/>
          </p:cNvSpPr>
          <p:nvPr/>
        </p:nvSpPr>
        <p:spPr>
          <a:xfrm>
            <a:off x="5989252" y="6713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F881CA82-6053-4FC9-B694-F5139615858C}"/>
              </a:ext>
            </a:extLst>
          </p:cNvPr>
          <p:cNvSpPr>
            <a:spLocks/>
          </p:cNvSpPr>
          <p:nvPr/>
        </p:nvSpPr>
        <p:spPr>
          <a:xfrm>
            <a:off x="5989252" y="6706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6590B728-5221-47FD-85BB-8A42364D7237}"/>
              </a:ext>
            </a:extLst>
          </p:cNvPr>
          <p:cNvSpPr>
            <a:spLocks/>
          </p:cNvSpPr>
          <p:nvPr/>
        </p:nvSpPr>
        <p:spPr>
          <a:xfrm>
            <a:off x="5989252" y="66989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778FBDFB-0C86-498B-A96D-52DBCBD68D88}"/>
              </a:ext>
            </a:extLst>
          </p:cNvPr>
          <p:cNvSpPr>
            <a:spLocks/>
          </p:cNvSpPr>
          <p:nvPr/>
        </p:nvSpPr>
        <p:spPr>
          <a:xfrm>
            <a:off x="5989252" y="66916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7F07EAA3-FAED-4EB2-9B75-825B353960F5}"/>
              </a:ext>
            </a:extLst>
          </p:cNvPr>
          <p:cNvSpPr>
            <a:spLocks/>
          </p:cNvSpPr>
          <p:nvPr/>
        </p:nvSpPr>
        <p:spPr>
          <a:xfrm>
            <a:off x="5989252" y="6684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777E5FA4-1540-4765-ADAA-FCAD405AABD2}"/>
              </a:ext>
            </a:extLst>
          </p:cNvPr>
          <p:cNvSpPr>
            <a:spLocks/>
          </p:cNvSpPr>
          <p:nvPr/>
        </p:nvSpPr>
        <p:spPr>
          <a:xfrm>
            <a:off x="5989252" y="6676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F21C5FD4-7EA8-4531-ACC5-BF3CE4DE1CB9}"/>
              </a:ext>
            </a:extLst>
          </p:cNvPr>
          <p:cNvSpPr>
            <a:spLocks/>
          </p:cNvSpPr>
          <p:nvPr/>
        </p:nvSpPr>
        <p:spPr>
          <a:xfrm>
            <a:off x="5989252" y="6669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EC70ECB4-5E9D-47FB-BEED-B668F0C1CB52}"/>
              </a:ext>
            </a:extLst>
          </p:cNvPr>
          <p:cNvSpPr>
            <a:spLocks/>
          </p:cNvSpPr>
          <p:nvPr/>
        </p:nvSpPr>
        <p:spPr>
          <a:xfrm>
            <a:off x="5989252" y="66623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99458D87-8034-4740-9DC0-C91ECF43E894}"/>
              </a:ext>
            </a:extLst>
          </p:cNvPr>
          <p:cNvSpPr>
            <a:spLocks/>
          </p:cNvSpPr>
          <p:nvPr/>
        </p:nvSpPr>
        <p:spPr>
          <a:xfrm>
            <a:off x="5989252" y="66549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1B619CBB-04F0-433A-B618-B6F6A97565E5}"/>
              </a:ext>
            </a:extLst>
          </p:cNvPr>
          <p:cNvSpPr>
            <a:spLocks/>
          </p:cNvSpPr>
          <p:nvPr/>
        </p:nvSpPr>
        <p:spPr>
          <a:xfrm>
            <a:off x="5989252" y="6647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B0EDA9CB-9A82-4321-BCF5-E6DDF90BBEA7}"/>
              </a:ext>
            </a:extLst>
          </p:cNvPr>
          <p:cNvSpPr>
            <a:spLocks/>
          </p:cNvSpPr>
          <p:nvPr/>
        </p:nvSpPr>
        <p:spPr>
          <a:xfrm>
            <a:off x="5989252" y="6640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28FD2A66-3437-43AC-BCD8-0408B6379F06}"/>
              </a:ext>
            </a:extLst>
          </p:cNvPr>
          <p:cNvSpPr>
            <a:spLocks/>
          </p:cNvSpPr>
          <p:nvPr/>
        </p:nvSpPr>
        <p:spPr>
          <a:xfrm>
            <a:off x="5989252" y="6633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A4D76EC9-77D9-468E-BAC7-E76947E699F8}"/>
              </a:ext>
            </a:extLst>
          </p:cNvPr>
          <p:cNvSpPr>
            <a:spLocks/>
          </p:cNvSpPr>
          <p:nvPr/>
        </p:nvSpPr>
        <p:spPr>
          <a:xfrm>
            <a:off x="5989252" y="66257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BB90E730-8285-4695-AD9B-F503B9181F5C}"/>
              </a:ext>
            </a:extLst>
          </p:cNvPr>
          <p:cNvSpPr>
            <a:spLocks/>
          </p:cNvSpPr>
          <p:nvPr/>
        </p:nvSpPr>
        <p:spPr>
          <a:xfrm>
            <a:off x="5989252" y="66183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9825CBC0-D65B-4EA6-B7AD-E983CADC3778}"/>
              </a:ext>
            </a:extLst>
          </p:cNvPr>
          <p:cNvSpPr>
            <a:spLocks/>
          </p:cNvSpPr>
          <p:nvPr/>
        </p:nvSpPr>
        <p:spPr>
          <a:xfrm>
            <a:off x="5989252" y="66110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AE7C2B19-AFFF-4AAD-B032-BC0FDD5B52BA}"/>
              </a:ext>
            </a:extLst>
          </p:cNvPr>
          <p:cNvSpPr>
            <a:spLocks/>
          </p:cNvSpPr>
          <p:nvPr/>
        </p:nvSpPr>
        <p:spPr>
          <a:xfrm>
            <a:off x="5989252" y="6603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0CFA559C-1CB4-423E-901F-7E213C835470}"/>
              </a:ext>
            </a:extLst>
          </p:cNvPr>
          <p:cNvSpPr>
            <a:spLocks/>
          </p:cNvSpPr>
          <p:nvPr/>
        </p:nvSpPr>
        <p:spPr>
          <a:xfrm>
            <a:off x="5989252" y="6596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B6290D4C-0205-467C-BBA1-50C2733A5CFA}"/>
              </a:ext>
            </a:extLst>
          </p:cNvPr>
          <p:cNvSpPr>
            <a:spLocks/>
          </p:cNvSpPr>
          <p:nvPr/>
        </p:nvSpPr>
        <p:spPr>
          <a:xfrm>
            <a:off x="5989252" y="65891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7F1EDB8A-265E-4DEC-8C90-CB9D9847F6D3}"/>
              </a:ext>
            </a:extLst>
          </p:cNvPr>
          <p:cNvSpPr>
            <a:spLocks/>
          </p:cNvSpPr>
          <p:nvPr/>
        </p:nvSpPr>
        <p:spPr>
          <a:xfrm>
            <a:off x="5989252" y="65817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8BBB88E8-D490-48A4-8D63-F56CEF110CE0}"/>
              </a:ext>
            </a:extLst>
          </p:cNvPr>
          <p:cNvSpPr>
            <a:spLocks/>
          </p:cNvSpPr>
          <p:nvPr/>
        </p:nvSpPr>
        <p:spPr>
          <a:xfrm>
            <a:off x="5989252" y="65744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744288D1-EC7C-40BF-8AA0-A33380BC63B6}"/>
              </a:ext>
            </a:extLst>
          </p:cNvPr>
          <p:cNvSpPr>
            <a:spLocks/>
          </p:cNvSpPr>
          <p:nvPr/>
        </p:nvSpPr>
        <p:spPr>
          <a:xfrm>
            <a:off x="5989252" y="6567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64DAE34B-0434-45D4-BFE7-4C5D50F0A794}"/>
              </a:ext>
            </a:extLst>
          </p:cNvPr>
          <p:cNvSpPr>
            <a:spLocks/>
          </p:cNvSpPr>
          <p:nvPr/>
        </p:nvSpPr>
        <p:spPr>
          <a:xfrm>
            <a:off x="5989252" y="6559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3D15FECD-0AB6-4B0C-9304-D05AF20B4C7E}"/>
              </a:ext>
            </a:extLst>
          </p:cNvPr>
          <p:cNvSpPr>
            <a:spLocks/>
          </p:cNvSpPr>
          <p:nvPr/>
        </p:nvSpPr>
        <p:spPr>
          <a:xfrm>
            <a:off x="5989252" y="6552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F45C5406-4ED4-45F4-BE37-7FF0CBB3E389}"/>
              </a:ext>
            </a:extLst>
          </p:cNvPr>
          <p:cNvSpPr>
            <a:spLocks/>
          </p:cNvSpPr>
          <p:nvPr/>
        </p:nvSpPr>
        <p:spPr>
          <a:xfrm>
            <a:off x="5989252" y="65451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DB9635DD-0DDE-444F-9323-688D9C3EE0EE}"/>
              </a:ext>
            </a:extLst>
          </p:cNvPr>
          <p:cNvSpPr>
            <a:spLocks/>
          </p:cNvSpPr>
          <p:nvPr/>
        </p:nvSpPr>
        <p:spPr>
          <a:xfrm>
            <a:off x="5989252" y="65378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A64CA89-A442-4D51-9AE0-8774F72BFA50}"/>
              </a:ext>
            </a:extLst>
          </p:cNvPr>
          <p:cNvSpPr>
            <a:spLocks/>
          </p:cNvSpPr>
          <p:nvPr/>
        </p:nvSpPr>
        <p:spPr>
          <a:xfrm>
            <a:off x="5989252" y="6530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3FE3571E-6589-4402-86DD-231B2BDD423C}"/>
              </a:ext>
            </a:extLst>
          </p:cNvPr>
          <p:cNvSpPr>
            <a:spLocks/>
          </p:cNvSpPr>
          <p:nvPr/>
        </p:nvSpPr>
        <p:spPr>
          <a:xfrm>
            <a:off x="5989252" y="6523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9958D45D-0D49-486C-9ED7-3F15F235E920}"/>
              </a:ext>
            </a:extLst>
          </p:cNvPr>
          <p:cNvSpPr>
            <a:spLocks/>
          </p:cNvSpPr>
          <p:nvPr/>
        </p:nvSpPr>
        <p:spPr>
          <a:xfrm>
            <a:off x="5989252" y="6515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3E56D162-E598-41E3-9C56-8205CD6382E4}"/>
              </a:ext>
            </a:extLst>
          </p:cNvPr>
          <p:cNvSpPr>
            <a:spLocks/>
          </p:cNvSpPr>
          <p:nvPr/>
        </p:nvSpPr>
        <p:spPr>
          <a:xfrm>
            <a:off x="5989252" y="65085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12C826F2-745B-4E85-A47F-7D8493D5368B}"/>
              </a:ext>
            </a:extLst>
          </p:cNvPr>
          <p:cNvSpPr>
            <a:spLocks/>
          </p:cNvSpPr>
          <p:nvPr/>
        </p:nvSpPr>
        <p:spPr>
          <a:xfrm>
            <a:off x="5989252" y="65012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5C2EE86-7D65-4F18-96BB-A92F06E46949}"/>
              </a:ext>
            </a:extLst>
          </p:cNvPr>
          <p:cNvSpPr>
            <a:spLocks/>
          </p:cNvSpPr>
          <p:nvPr/>
        </p:nvSpPr>
        <p:spPr>
          <a:xfrm>
            <a:off x="5989252" y="6493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704B0323-496C-41C5-8B76-C89B094993FA}"/>
              </a:ext>
            </a:extLst>
          </p:cNvPr>
          <p:cNvSpPr>
            <a:spLocks/>
          </p:cNvSpPr>
          <p:nvPr/>
        </p:nvSpPr>
        <p:spPr>
          <a:xfrm>
            <a:off x="5989252" y="6486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30F57292-82C2-44C8-BEE4-9E2CCE3983C3}"/>
              </a:ext>
            </a:extLst>
          </p:cNvPr>
          <p:cNvSpPr>
            <a:spLocks/>
          </p:cNvSpPr>
          <p:nvPr/>
        </p:nvSpPr>
        <p:spPr>
          <a:xfrm>
            <a:off x="5989252" y="6479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D1C035-3956-47D4-A544-07D27D0A858B}"/>
              </a:ext>
            </a:extLst>
          </p:cNvPr>
          <p:cNvSpPr>
            <a:spLocks/>
          </p:cNvSpPr>
          <p:nvPr/>
        </p:nvSpPr>
        <p:spPr>
          <a:xfrm>
            <a:off x="5989252" y="64719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3173C2E9-31BD-472A-8DFF-3019FBE14A03}"/>
              </a:ext>
            </a:extLst>
          </p:cNvPr>
          <p:cNvSpPr>
            <a:spLocks/>
          </p:cNvSpPr>
          <p:nvPr/>
        </p:nvSpPr>
        <p:spPr>
          <a:xfrm>
            <a:off x="5989252" y="64646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64075706-F5C8-44E0-816F-CD3B4693B7FF}"/>
              </a:ext>
            </a:extLst>
          </p:cNvPr>
          <p:cNvSpPr>
            <a:spLocks/>
          </p:cNvSpPr>
          <p:nvPr/>
        </p:nvSpPr>
        <p:spPr>
          <a:xfrm>
            <a:off x="5989252" y="64573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655DD95E-A5B6-4EFE-83CE-3977B1234899}"/>
              </a:ext>
            </a:extLst>
          </p:cNvPr>
          <p:cNvSpPr>
            <a:spLocks/>
          </p:cNvSpPr>
          <p:nvPr/>
        </p:nvSpPr>
        <p:spPr>
          <a:xfrm>
            <a:off x="5989252" y="6449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6AA109FC-73C4-4064-A4C6-78047C8A7790}"/>
              </a:ext>
            </a:extLst>
          </p:cNvPr>
          <p:cNvSpPr>
            <a:spLocks/>
          </p:cNvSpPr>
          <p:nvPr/>
        </p:nvSpPr>
        <p:spPr>
          <a:xfrm>
            <a:off x="5989252" y="6442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7EAEF178-9E7F-4A8B-8F81-48726992D830}"/>
              </a:ext>
            </a:extLst>
          </p:cNvPr>
          <p:cNvSpPr>
            <a:spLocks/>
          </p:cNvSpPr>
          <p:nvPr/>
        </p:nvSpPr>
        <p:spPr>
          <a:xfrm>
            <a:off x="5989252" y="6435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0ED5B4D4-60AB-4B2A-A516-012CDF75089A}"/>
              </a:ext>
            </a:extLst>
          </p:cNvPr>
          <p:cNvSpPr>
            <a:spLocks/>
          </p:cNvSpPr>
          <p:nvPr/>
        </p:nvSpPr>
        <p:spPr>
          <a:xfrm>
            <a:off x="5989252" y="64280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0F585585-3615-4B51-85EF-BAFD44E32798}"/>
              </a:ext>
            </a:extLst>
          </p:cNvPr>
          <p:cNvSpPr>
            <a:spLocks/>
          </p:cNvSpPr>
          <p:nvPr/>
        </p:nvSpPr>
        <p:spPr>
          <a:xfrm>
            <a:off x="5989252" y="64207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E2A1A8B6-3162-482F-A4BE-E181BBBB50C2}"/>
              </a:ext>
            </a:extLst>
          </p:cNvPr>
          <p:cNvSpPr>
            <a:spLocks/>
          </p:cNvSpPr>
          <p:nvPr/>
        </p:nvSpPr>
        <p:spPr>
          <a:xfrm>
            <a:off x="5989252" y="6413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E61B5247-7724-44AD-A2F1-18C1BA80B90D}"/>
              </a:ext>
            </a:extLst>
          </p:cNvPr>
          <p:cNvSpPr>
            <a:spLocks/>
          </p:cNvSpPr>
          <p:nvPr/>
        </p:nvSpPr>
        <p:spPr>
          <a:xfrm>
            <a:off x="5989252" y="6406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BB6C7D92-5432-4585-A19F-888482D44924}"/>
              </a:ext>
            </a:extLst>
          </p:cNvPr>
          <p:cNvSpPr>
            <a:spLocks/>
          </p:cNvSpPr>
          <p:nvPr/>
        </p:nvSpPr>
        <p:spPr>
          <a:xfrm>
            <a:off x="5989252" y="6398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F15195A0-6714-4D14-8A68-49D1EE45140C}"/>
              </a:ext>
            </a:extLst>
          </p:cNvPr>
          <p:cNvSpPr>
            <a:spLocks/>
          </p:cNvSpPr>
          <p:nvPr/>
        </p:nvSpPr>
        <p:spPr>
          <a:xfrm>
            <a:off x="5989252" y="63914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6BC08737-C6A7-4DA0-80AD-209BC4CC05AF}"/>
              </a:ext>
            </a:extLst>
          </p:cNvPr>
          <p:cNvSpPr>
            <a:spLocks/>
          </p:cNvSpPr>
          <p:nvPr/>
        </p:nvSpPr>
        <p:spPr>
          <a:xfrm>
            <a:off x="5989252" y="63840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FDBC75AD-2530-4E48-A84E-876C6F1E20AE}"/>
              </a:ext>
            </a:extLst>
          </p:cNvPr>
          <p:cNvSpPr>
            <a:spLocks/>
          </p:cNvSpPr>
          <p:nvPr/>
        </p:nvSpPr>
        <p:spPr>
          <a:xfrm>
            <a:off x="5989252" y="6376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62627745-4E7D-4B44-92CC-FE490E9C0E88}"/>
              </a:ext>
            </a:extLst>
          </p:cNvPr>
          <p:cNvSpPr>
            <a:spLocks/>
          </p:cNvSpPr>
          <p:nvPr/>
        </p:nvSpPr>
        <p:spPr>
          <a:xfrm>
            <a:off x="5989252" y="6369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18F6ECD9-8DD7-4EBE-8D2E-6C6AF5C2DE93}"/>
              </a:ext>
            </a:extLst>
          </p:cNvPr>
          <p:cNvSpPr>
            <a:spLocks/>
          </p:cNvSpPr>
          <p:nvPr/>
        </p:nvSpPr>
        <p:spPr>
          <a:xfrm>
            <a:off x="5989252" y="6362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FAD0F3D9-9CBF-41A8-BE6D-920402A6AC14}"/>
              </a:ext>
            </a:extLst>
          </p:cNvPr>
          <p:cNvSpPr>
            <a:spLocks/>
          </p:cNvSpPr>
          <p:nvPr/>
        </p:nvSpPr>
        <p:spPr>
          <a:xfrm>
            <a:off x="5989252" y="63548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1FF94CE3-A5E3-45AB-980E-334140B397D1}"/>
              </a:ext>
            </a:extLst>
          </p:cNvPr>
          <p:cNvSpPr>
            <a:spLocks/>
          </p:cNvSpPr>
          <p:nvPr/>
        </p:nvSpPr>
        <p:spPr>
          <a:xfrm>
            <a:off x="5989252" y="63474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D09418EA-229F-4ADA-93A2-0953FF52D0B8}"/>
              </a:ext>
            </a:extLst>
          </p:cNvPr>
          <p:cNvSpPr>
            <a:spLocks/>
          </p:cNvSpPr>
          <p:nvPr/>
        </p:nvSpPr>
        <p:spPr>
          <a:xfrm>
            <a:off x="5989252" y="63401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ED442EDE-F676-45A8-A57D-C8AE9FA64719}"/>
              </a:ext>
            </a:extLst>
          </p:cNvPr>
          <p:cNvSpPr>
            <a:spLocks/>
          </p:cNvSpPr>
          <p:nvPr/>
        </p:nvSpPr>
        <p:spPr>
          <a:xfrm>
            <a:off x="5989252" y="6332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59EFA8AC-887A-41E0-87CF-116A7798E917}"/>
              </a:ext>
            </a:extLst>
          </p:cNvPr>
          <p:cNvSpPr>
            <a:spLocks/>
          </p:cNvSpPr>
          <p:nvPr/>
        </p:nvSpPr>
        <p:spPr>
          <a:xfrm>
            <a:off x="5989252" y="6325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41B122EC-25ED-4EFC-ABFF-A7CAD7B5130D}"/>
              </a:ext>
            </a:extLst>
          </p:cNvPr>
          <p:cNvSpPr>
            <a:spLocks/>
          </p:cNvSpPr>
          <p:nvPr/>
        </p:nvSpPr>
        <p:spPr>
          <a:xfrm>
            <a:off x="5989252" y="6318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7F1544E0-787B-41AE-940F-A55FBCC8B3C6}"/>
              </a:ext>
            </a:extLst>
          </p:cNvPr>
          <p:cNvSpPr>
            <a:spLocks/>
          </p:cNvSpPr>
          <p:nvPr/>
        </p:nvSpPr>
        <p:spPr>
          <a:xfrm>
            <a:off x="5989252" y="63108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63A73DEC-D02B-4A80-B916-808FCA78179C}"/>
              </a:ext>
            </a:extLst>
          </p:cNvPr>
          <p:cNvSpPr>
            <a:spLocks/>
          </p:cNvSpPr>
          <p:nvPr/>
        </p:nvSpPr>
        <p:spPr>
          <a:xfrm>
            <a:off x="5989252" y="63035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C8778833-09BA-4270-8D13-B045274E77D0}"/>
              </a:ext>
            </a:extLst>
          </p:cNvPr>
          <p:cNvSpPr>
            <a:spLocks/>
          </p:cNvSpPr>
          <p:nvPr/>
        </p:nvSpPr>
        <p:spPr>
          <a:xfrm>
            <a:off x="5989252" y="6296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AA39FB7C-BCE6-4F76-9FE6-2206F906FAAC}"/>
              </a:ext>
            </a:extLst>
          </p:cNvPr>
          <p:cNvSpPr>
            <a:spLocks/>
          </p:cNvSpPr>
          <p:nvPr/>
        </p:nvSpPr>
        <p:spPr>
          <a:xfrm>
            <a:off x="5989252" y="6288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583A73AC-89E6-4179-AA20-621BF702A192}"/>
              </a:ext>
            </a:extLst>
          </p:cNvPr>
          <p:cNvSpPr>
            <a:spLocks/>
          </p:cNvSpPr>
          <p:nvPr/>
        </p:nvSpPr>
        <p:spPr>
          <a:xfrm>
            <a:off x="5989252" y="6281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6CC3F269-2B9A-46E7-9559-8AED85966A6A}"/>
              </a:ext>
            </a:extLst>
          </p:cNvPr>
          <p:cNvSpPr>
            <a:spLocks/>
          </p:cNvSpPr>
          <p:nvPr/>
        </p:nvSpPr>
        <p:spPr>
          <a:xfrm>
            <a:off x="5989252" y="62742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1E8AD8FC-1951-4543-91DE-F44D4BEA5C15}"/>
              </a:ext>
            </a:extLst>
          </p:cNvPr>
          <p:cNvSpPr>
            <a:spLocks/>
          </p:cNvSpPr>
          <p:nvPr/>
        </p:nvSpPr>
        <p:spPr>
          <a:xfrm>
            <a:off x="5989252" y="62669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45354249-3BD3-4822-99D8-22E040B32A8E}"/>
              </a:ext>
            </a:extLst>
          </p:cNvPr>
          <p:cNvSpPr>
            <a:spLocks/>
          </p:cNvSpPr>
          <p:nvPr/>
        </p:nvSpPr>
        <p:spPr>
          <a:xfrm>
            <a:off x="5989252" y="6259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06793C32-5B34-43C8-8EE0-465A28D79D48}"/>
              </a:ext>
            </a:extLst>
          </p:cNvPr>
          <p:cNvSpPr>
            <a:spLocks/>
          </p:cNvSpPr>
          <p:nvPr/>
        </p:nvSpPr>
        <p:spPr>
          <a:xfrm>
            <a:off x="5989252" y="6252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FF09D44-1247-4312-B1F8-4018F5F2F48D}"/>
              </a:ext>
            </a:extLst>
          </p:cNvPr>
          <p:cNvSpPr>
            <a:spLocks/>
          </p:cNvSpPr>
          <p:nvPr/>
        </p:nvSpPr>
        <p:spPr>
          <a:xfrm>
            <a:off x="5989252" y="6244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A25DE9B9-7646-4128-ABA3-FF5F0E83D9D8}"/>
              </a:ext>
            </a:extLst>
          </p:cNvPr>
          <p:cNvSpPr>
            <a:spLocks/>
          </p:cNvSpPr>
          <p:nvPr/>
        </p:nvSpPr>
        <p:spPr>
          <a:xfrm>
            <a:off x="5989252" y="62376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AE5FFE48-8C68-446B-9C14-E4E598E1DD32}"/>
              </a:ext>
            </a:extLst>
          </p:cNvPr>
          <p:cNvSpPr>
            <a:spLocks/>
          </p:cNvSpPr>
          <p:nvPr/>
        </p:nvSpPr>
        <p:spPr>
          <a:xfrm>
            <a:off x="5989252" y="62303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87FB3945-1D79-4B5F-B897-CDD00973F8C0}"/>
              </a:ext>
            </a:extLst>
          </p:cNvPr>
          <p:cNvSpPr>
            <a:spLocks/>
          </p:cNvSpPr>
          <p:nvPr/>
        </p:nvSpPr>
        <p:spPr>
          <a:xfrm>
            <a:off x="5989252" y="62230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721647EA-74FA-479B-9335-84F3AE469072}"/>
              </a:ext>
            </a:extLst>
          </p:cNvPr>
          <p:cNvSpPr>
            <a:spLocks/>
          </p:cNvSpPr>
          <p:nvPr/>
        </p:nvSpPr>
        <p:spPr>
          <a:xfrm>
            <a:off x="5989252" y="6215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FAB61DC0-7509-40A4-8E92-BB6A37D879DE}"/>
              </a:ext>
            </a:extLst>
          </p:cNvPr>
          <p:cNvSpPr>
            <a:spLocks/>
          </p:cNvSpPr>
          <p:nvPr/>
        </p:nvSpPr>
        <p:spPr>
          <a:xfrm>
            <a:off x="5989252" y="6208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692E9DD8-4FC7-4C6E-8710-03249A25F715}"/>
              </a:ext>
            </a:extLst>
          </p:cNvPr>
          <p:cNvSpPr>
            <a:spLocks/>
          </p:cNvSpPr>
          <p:nvPr/>
        </p:nvSpPr>
        <p:spPr>
          <a:xfrm>
            <a:off x="5989252" y="6201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C2D0C527-98C3-4773-A9AB-05E71A5D2AAC}"/>
              </a:ext>
            </a:extLst>
          </p:cNvPr>
          <p:cNvSpPr>
            <a:spLocks/>
          </p:cNvSpPr>
          <p:nvPr/>
        </p:nvSpPr>
        <p:spPr>
          <a:xfrm>
            <a:off x="5989252" y="61937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302F84A1-F653-44E4-BD25-E37B2EB1DF85}"/>
              </a:ext>
            </a:extLst>
          </p:cNvPr>
          <p:cNvSpPr>
            <a:spLocks/>
          </p:cNvSpPr>
          <p:nvPr/>
        </p:nvSpPr>
        <p:spPr>
          <a:xfrm>
            <a:off x="5989252" y="61864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008838C4-CED0-4E1F-9DC3-2547BB00695D}"/>
              </a:ext>
            </a:extLst>
          </p:cNvPr>
          <p:cNvSpPr>
            <a:spLocks/>
          </p:cNvSpPr>
          <p:nvPr/>
        </p:nvSpPr>
        <p:spPr>
          <a:xfrm>
            <a:off x="5989252" y="6179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EE137C19-C534-4E8A-80BE-831D7CDB1301}"/>
              </a:ext>
            </a:extLst>
          </p:cNvPr>
          <p:cNvSpPr>
            <a:spLocks/>
          </p:cNvSpPr>
          <p:nvPr/>
        </p:nvSpPr>
        <p:spPr>
          <a:xfrm>
            <a:off x="5989252" y="6171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51B73698-6951-4A55-8DC5-CDE9709F629F}"/>
              </a:ext>
            </a:extLst>
          </p:cNvPr>
          <p:cNvSpPr>
            <a:spLocks/>
          </p:cNvSpPr>
          <p:nvPr/>
        </p:nvSpPr>
        <p:spPr>
          <a:xfrm>
            <a:off x="5989252" y="6164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6C4B62DC-BD3B-4D6A-A47C-2554004C9106}"/>
              </a:ext>
            </a:extLst>
          </p:cNvPr>
          <p:cNvSpPr>
            <a:spLocks/>
          </p:cNvSpPr>
          <p:nvPr/>
        </p:nvSpPr>
        <p:spPr>
          <a:xfrm>
            <a:off x="5989252" y="61571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F4BA4370-ECE5-43C6-A6FF-93750A7F8E15}"/>
              </a:ext>
            </a:extLst>
          </p:cNvPr>
          <p:cNvSpPr>
            <a:spLocks/>
          </p:cNvSpPr>
          <p:nvPr/>
        </p:nvSpPr>
        <p:spPr>
          <a:xfrm>
            <a:off x="5989252" y="61497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684BBF12-16F8-44AB-88D3-AE78159BDBB0}"/>
              </a:ext>
            </a:extLst>
          </p:cNvPr>
          <p:cNvSpPr>
            <a:spLocks/>
          </p:cNvSpPr>
          <p:nvPr/>
        </p:nvSpPr>
        <p:spPr>
          <a:xfrm>
            <a:off x="5989252" y="6142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A9798633-C344-4C05-A359-BA040669E31B}"/>
              </a:ext>
            </a:extLst>
          </p:cNvPr>
          <p:cNvSpPr>
            <a:spLocks/>
          </p:cNvSpPr>
          <p:nvPr/>
        </p:nvSpPr>
        <p:spPr>
          <a:xfrm>
            <a:off x="5989252" y="6135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9F876387-0F2E-4FD7-8661-8C38FE9B837D}"/>
              </a:ext>
            </a:extLst>
          </p:cNvPr>
          <p:cNvSpPr>
            <a:spLocks/>
          </p:cNvSpPr>
          <p:nvPr/>
        </p:nvSpPr>
        <p:spPr>
          <a:xfrm>
            <a:off x="5989252" y="6127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7BD0938D-604A-40A3-A2A5-78146BDC4B34}"/>
              </a:ext>
            </a:extLst>
          </p:cNvPr>
          <p:cNvSpPr>
            <a:spLocks/>
          </p:cNvSpPr>
          <p:nvPr/>
        </p:nvSpPr>
        <p:spPr>
          <a:xfrm>
            <a:off x="5989252" y="61205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CEA82DDF-06B4-45F8-827E-9354E8C7650D}"/>
              </a:ext>
            </a:extLst>
          </p:cNvPr>
          <p:cNvSpPr>
            <a:spLocks/>
          </p:cNvSpPr>
          <p:nvPr/>
        </p:nvSpPr>
        <p:spPr>
          <a:xfrm>
            <a:off x="5989252" y="61131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29B9A990-0C81-4835-A329-399DA9577D03}"/>
              </a:ext>
            </a:extLst>
          </p:cNvPr>
          <p:cNvSpPr>
            <a:spLocks/>
          </p:cNvSpPr>
          <p:nvPr/>
        </p:nvSpPr>
        <p:spPr>
          <a:xfrm>
            <a:off x="5989252" y="61058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03C1E21E-638B-47A7-BE48-1A8B41602B88}"/>
              </a:ext>
            </a:extLst>
          </p:cNvPr>
          <p:cNvSpPr>
            <a:spLocks/>
          </p:cNvSpPr>
          <p:nvPr/>
        </p:nvSpPr>
        <p:spPr>
          <a:xfrm>
            <a:off x="5989252" y="6098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EE226E0F-8DDD-482B-B5F9-138010FEA681}"/>
              </a:ext>
            </a:extLst>
          </p:cNvPr>
          <p:cNvSpPr>
            <a:spLocks/>
          </p:cNvSpPr>
          <p:nvPr/>
        </p:nvSpPr>
        <p:spPr>
          <a:xfrm>
            <a:off x="5989252" y="6091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1BD858FF-8753-42FD-8A64-1907202A65F2}"/>
              </a:ext>
            </a:extLst>
          </p:cNvPr>
          <p:cNvSpPr>
            <a:spLocks/>
          </p:cNvSpPr>
          <p:nvPr/>
        </p:nvSpPr>
        <p:spPr>
          <a:xfrm>
            <a:off x="5989252" y="6083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C6BD58FF-88B7-4B69-A2AF-4083C74AE885}"/>
              </a:ext>
            </a:extLst>
          </p:cNvPr>
          <p:cNvSpPr>
            <a:spLocks/>
          </p:cNvSpPr>
          <p:nvPr/>
        </p:nvSpPr>
        <p:spPr>
          <a:xfrm>
            <a:off x="5989252" y="60765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04B22945-739B-4094-8CBF-461639C1354E}"/>
              </a:ext>
            </a:extLst>
          </p:cNvPr>
          <p:cNvSpPr>
            <a:spLocks/>
          </p:cNvSpPr>
          <p:nvPr/>
        </p:nvSpPr>
        <p:spPr>
          <a:xfrm>
            <a:off x="5989252" y="60692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BE10ECE2-E3AD-48A4-927E-CB1D3338C6A8}"/>
              </a:ext>
            </a:extLst>
          </p:cNvPr>
          <p:cNvSpPr>
            <a:spLocks/>
          </p:cNvSpPr>
          <p:nvPr/>
        </p:nvSpPr>
        <p:spPr>
          <a:xfrm>
            <a:off x="5989252" y="6061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ECC98779-88F0-4DD3-ACE7-A6ECE5C83E69}"/>
              </a:ext>
            </a:extLst>
          </p:cNvPr>
          <p:cNvSpPr>
            <a:spLocks/>
          </p:cNvSpPr>
          <p:nvPr/>
        </p:nvSpPr>
        <p:spPr>
          <a:xfrm>
            <a:off x="5989252" y="6054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E725EF53-D0BB-4AC9-8790-C4044C26306D}"/>
              </a:ext>
            </a:extLst>
          </p:cNvPr>
          <p:cNvSpPr>
            <a:spLocks/>
          </p:cNvSpPr>
          <p:nvPr/>
        </p:nvSpPr>
        <p:spPr>
          <a:xfrm>
            <a:off x="5989252" y="6047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2E29F9BE-E2F0-4AE8-AD23-F8DA18B6E2D5}"/>
              </a:ext>
            </a:extLst>
          </p:cNvPr>
          <p:cNvSpPr>
            <a:spLocks/>
          </p:cNvSpPr>
          <p:nvPr/>
        </p:nvSpPr>
        <p:spPr>
          <a:xfrm>
            <a:off x="5989252" y="60399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1435E963-1369-4ED3-9A0E-6E902BDEA08C}"/>
              </a:ext>
            </a:extLst>
          </p:cNvPr>
          <p:cNvSpPr>
            <a:spLocks/>
          </p:cNvSpPr>
          <p:nvPr/>
        </p:nvSpPr>
        <p:spPr>
          <a:xfrm>
            <a:off x="5989252" y="60326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33A47E9B-2AD7-4242-AB60-2B675F56A7A3}"/>
              </a:ext>
            </a:extLst>
          </p:cNvPr>
          <p:cNvSpPr>
            <a:spLocks/>
          </p:cNvSpPr>
          <p:nvPr/>
        </p:nvSpPr>
        <p:spPr>
          <a:xfrm>
            <a:off x="5989252" y="6025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27324CD7-8906-465E-9A24-B66F3686ADFE}"/>
              </a:ext>
            </a:extLst>
          </p:cNvPr>
          <p:cNvSpPr>
            <a:spLocks/>
          </p:cNvSpPr>
          <p:nvPr/>
        </p:nvSpPr>
        <p:spPr>
          <a:xfrm>
            <a:off x="5989252" y="6018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859D9702-A4C0-498E-B1AD-ED8905BD7A9F}"/>
              </a:ext>
            </a:extLst>
          </p:cNvPr>
          <p:cNvSpPr>
            <a:spLocks/>
          </p:cNvSpPr>
          <p:nvPr/>
        </p:nvSpPr>
        <p:spPr>
          <a:xfrm>
            <a:off x="5989252" y="6010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99890129-EB09-4FFE-A4A1-67A4AF732237}"/>
              </a:ext>
            </a:extLst>
          </p:cNvPr>
          <p:cNvSpPr>
            <a:spLocks/>
          </p:cNvSpPr>
          <p:nvPr/>
        </p:nvSpPr>
        <p:spPr>
          <a:xfrm>
            <a:off x="5989252" y="60033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9436A6C1-FA53-4A33-88C5-33A933F58CE8}"/>
              </a:ext>
            </a:extLst>
          </p:cNvPr>
          <p:cNvSpPr>
            <a:spLocks/>
          </p:cNvSpPr>
          <p:nvPr/>
        </p:nvSpPr>
        <p:spPr>
          <a:xfrm>
            <a:off x="5989252" y="59960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845900BE-C3D1-4FCA-AD18-CD87FEF49789}"/>
              </a:ext>
            </a:extLst>
          </p:cNvPr>
          <p:cNvSpPr>
            <a:spLocks/>
          </p:cNvSpPr>
          <p:nvPr/>
        </p:nvSpPr>
        <p:spPr>
          <a:xfrm>
            <a:off x="5989252" y="59887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AC3C80EC-0831-4A34-AB77-99235D524ECF}"/>
              </a:ext>
            </a:extLst>
          </p:cNvPr>
          <p:cNvSpPr>
            <a:spLocks/>
          </p:cNvSpPr>
          <p:nvPr/>
        </p:nvSpPr>
        <p:spPr>
          <a:xfrm>
            <a:off x="5989252" y="5981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BE19612F-BDAE-4FEF-9E24-9717642CF0B3}"/>
              </a:ext>
            </a:extLst>
          </p:cNvPr>
          <p:cNvSpPr>
            <a:spLocks/>
          </p:cNvSpPr>
          <p:nvPr/>
        </p:nvSpPr>
        <p:spPr>
          <a:xfrm>
            <a:off x="5989252" y="5974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4AFF7EB8-A07D-4224-B6B7-F30F13AD4F32}"/>
              </a:ext>
            </a:extLst>
          </p:cNvPr>
          <p:cNvSpPr>
            <a:spLocks/>
          </p:cNvSpPr>
          <p:nvPr/>
        </p:nvSpPr>
        <p:spPr>
          <a:xfrm>
            <a:off x="5989252" y="5966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58EFF108-DB94-436A-8A5B-2A630556EE0C}"/>
              </a:ext>
            </a:extLst>
          </p:cNvPr>
          <p:cNvSpPr>
            <a:spLocks/>
          </p:cNvSpPr>
          <p:nvPr/>
        </p:nvSpPr>
        <p:spPr>
          <a:xfrm>
            <a:off x="5989252" y="59594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B00456BA-14B2-4AD0-B8AD-C6E4F5576B1E}"/>
              </a:ext>
            </a:extLst>
          </p:cNvPr>
          <p:cNvSpPr>
            <a:spLocks/>
          </p:cNvSpPr>
          <p:nvPr/>
        </p:nvSpPr>
        <p:spPr>
          <a:xfrm>
            <a:off x="5989252" y="59521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BA466765-5B52-42A5-8CBD-38F7C2021EB6}"/>
              </a:ext>
            </a:extLst>
          </p:cNvPr>
          <p:cNvSpPr>
            <a:spLocks/>
          </p:cNvSpPr>
          <p:nvPr/>
        </p:nvSpPr>
        <p:spPr>
          <a:xfrm>
            <a:off x="5989252" y="5944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93886C73-3CBA-40FE-B131-A8EEF2B38857}"/>
              </a:ext>
            </a:extLst>
          </p:cNvPr>
          <p:cNvSpPr>
            <a:spLocks/>
          </p:cNvSpPr>
          <p:nvPr/>
        </p:nvSpPr>
        <p:spPr>
          <a:xfrm>
            <a:off x="5989252" y="5937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68451BC1-C646-438A-9195-781149E9BF60}"/>
              </a:ext>
            </a:extLst>
          </p:cNvPr>
          <p:cNvSpPr>
            <a:spLocks/>
          </p:cNvSpPr>
          <p:nvPr/>
        </p:nvSpPr>
        <p:spPr>
          <a:xfrm>
            <a:off x="5989252" y="5930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BDBBDACB-846C-4395-9A33-F67B5FC6B08D}"/>
              </a:ext>
            </a:extLst>
          </p:cNvPr>
          <p:cNvSpPr>
            <a:spLocks/>
          </p:cNvSpPr>
          <p:nvPr/>
        </p:nvSpPr>
        <p:spPr>
          <a:xfrm>
            <a:off x="5989252" y="59228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C507A532-C05B-46EE-88AD-1C5280C1E325}"/>
              </a:ext>
            </a:extLst>
          </p:cNvPr>
          <p:cNvSpPr>
            <a:spLocks/>
          </p:cNvSpPr>
          <p:nvPr/>
        </p:nvSpPr>
        <p:spPr>
          <a:xfrm>
            <a:off x="5989252" y="59154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404FC118-7104-4EA0-BAB7-A4C6BF3272B1}"/>
              </a:ext>
            </a:extLst>
          </p:cNvPr>
          <p:cNvSpPr>
            <a:spLocks/>
          </p:cNvSpPr>
          <p:nvPr/>
        </p:nvSpPr>
        <p:spPr>
          <a:xfrm>
            <a:off x="5989252" y="5908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531495FC-9B74-4FBD-89F2-E46C3EF9E145}"/>
              </a:ext>
            </a:extLst>
          </p:cNvPr>
          <p:cNvSpPr>
            <a:spLocks/>
          </p:cNvSpPr>
          <p:nvPr/>
        </p:nvSpPr>
        <p:spPr>
          <a:xfrm>
            <a:off x="5989252" y="5900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F1C63E1F-934D-42E6-9BA9-2722B5FFA5C2}"/>
              </a:ext>
            </a:extLst>
          </p:cNvPr>
          <p:cNvSpPr>
            <a:spLocks/>
          </p:cNvSpPr>
          <p:nvPr/>
        </p:nvSpPr>
        <p:spPr>
          <a:xfrm>
            <a:off x="5989252" y="5893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63799B4-3939-4B0C-92AF-7E113742D241}"/>
              </a:ext>
            </a:extLst>
          </p:cNvPr>
          <p:cNvSpPr>
            <a:spLocks/>
          </p:cNvSpPr>
          <p:nvPr/>
        </p:nvSpPr>
        <p:spPr>
          <a:xfrm>
            <a:off x="5989252" y="58862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A76BDE77-4D86-4360-8943-7EA003B59A17}"/>
              </a:ext>
            </a:extLst>
          </p:cNvPr>
          <p:cNvSpPr>
            <a:spLocks/>
          </p:cNvSpPr>
          <p:nvPr/>
        </p:nvSpPr>
        <p:spPr>
          <a:xfrm>
            <a:off x="5989252" y="58788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D82720BA-9E6F-44CE-BA8E-4D7AFE3EF6D9}"/>
              </a:ext>
            </a:extLst>
          </p:cNvPr>
          <p:cNvSpPr>
            <a:spLocks/>
          </p:cNvSpPr>
          <p:nvPr/>
        </p:nvSpPr>
        <p:spPr>
          <a:xfrm>
            <a:off x="5989252" y="58715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77179152-7EB1-439E-97F3-527D6A0A78A6}"/>
              </a:ext>
            </a:extLst>
          </p:cNvPr>
          <p:cNvSpPr>
            <a:spLocks/>
          </p:cNvSpPr>
          <p:nvPr/>
        </p:nvSpPr>
        <p:spPr>
          <a:xfrm>
            <a:off x="5989252" y="5864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9BD9B391-7E4A-4C86-BE16-2E7B725199F3}"/>
              </a:ext>
            </a:extLst>
          </p:cNvPr>
          <p:cNvSpPr>
            <a:spLocks/>
          </p:cNvSpPr>
          <p:nvPr/>
        </p:nvSpPr>
        <p:spPr>
          <a:xfrm>
            <a:off x="5989252" y="5856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AC92BD71-76B8-4455-9BD4-D18E044977AC}"/>
              </a:ext>
            </a:extLst>
          </p:cNvPr>
          <p:cNvSpPr>
            <a:spLocks/>
          </p:cNvSpPr>
          <p:nvPr/>
        </p:nvSpPr>
        <p:spPr>
          <a:xfrm>
            <a:off x="5989252" y="5849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BA7842FC-1C2D-478A-8626-38E975DBE4C6}"/>
              </a:ext>
            </a:extLst>
          </p:cNvPr>
          <p:cNvSpPr>
            <a:spLocks/>
          </p:cNvSpPr>
          <p:nvPr/>
        </p:nvSpPr>
        <p:spPr>
          <a:xfrm>
            <a:off x="5989252" y="58422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4CD7C486-3A73-42CE-9C72-63851B8B2AEC}"/>
              </a:ext>
            </a:extLst>
          </p:cNvPr>
          <p:cNvSpPr>
            <a:spLocks/>
          </p:cNvSpPr>
          <p:nvPr/>
        </p:nvSpPr>
        <p:spPr>
          <a:xfrm>
            <a:off x="5989252" y="58349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E27D6C0D-CF6B-4805-B9A4-359561812195}"/>
              </a:ext>
            </a:extLst>
          </p:cNvPr>
          <p:cNvSpPr>
            <a:spLocks/>
          </p:cNvSpPr>
          <p:nvPr/>
        </p:nvSpPr>
        <p:spPr>
          <a:xfrm>
            <a:off x="5989252" y="5827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6BB144C8-C3A1-4C05-8AB9-D86B9E5B31AE}"/>
              </a:ext>
            </a:extLst>
          </p:cNvPr>
          <p:cNvSpPr>
            <a:spLocks/>
          </p:cNvSpPr>
          <p:nvPr/>
        </p:nvSpPr>
        <p:spPr>
          <a:xfrm>
            <a:off x="5989252" y="5820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CDEE69FC-6CB6-498F-AEBA-7BA4781C8C2F}"/>
              </a:ext>
            </a:extLst>
          </p:cNvPr>
          <p:cNvSpPr>
            <a:spLocks/>
          </p:cNvSpPr>
          <p:nvPr/>
        </p:nvSpPr>
        <p:spPr>
          <a:xfrm>
            <a:off x="5989252" y="5812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6EBD687E-7C01-4D4A-A4B0-797B7E18D8A1}"/>
              </a:ext>
            </a:extLst>
          </p:cNvPr>
          <p:cNvSpPr>
            <a:spLocks/>
          </p:cNvSpPr>
          <p:nvPr/>
        </p:nvSpPr>
        <p:spPr>
          <a:xfrm>
            <a:off x="5989252" y="58056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55C70B08-3828-4405-96C4-C9151050763F}"/>
              </a:ext>
            </a:extLst>
          </p:cNvPr>
          <p:cNvSpPr>
            <a:spLocks/>
          </p:cNvSpPr>
          <p:nvPr/>
        </p:nvSpPr>
        <p:spPr>
          <a:xfrm>
            <a:off x="5989252" y="57983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F02E6D22-1894-49F5-8950-C81BD09F4E5E}"/>
              </a:ext>
            </a:extLst>
          </p:cNvPr>
          <p:cNvSpPr>
            <a:spLocks/>
          </p:cNvSpPr>
          <p:nvPr/>
        </p:nvSpPr>
        <p:spPr>
          <a:xfrm>
            <a:off x="5989252" y="5791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8A9C911A-2110-459E-A414-4EDABB6C7A0B}"/>
              </a:ext>
            </a:extLst>
          </p:cNvPr>
          <p:cNvSpPr>
            <a:spLocks/>
          </p:cNvSpPr>
          <p:nvPr/>
        </p:nvSpPr>
        <p:spPr>
          <a:xfrm>
            <a:off x="5989252" y="5783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17B3980F-2A9A-45CC-A9EB-DEBCB003F4E7}"/>
              </a:ext>
            </a:extLst>
          </p:cNvPr>
          <p:cNvSpPr>
            <a:spLocks/>
          </p:cNvSpPr>
          <p:nvPr/>
        </p:nvSpPr>
        <p:spPr>
          <a:xfrm>
            <a:off x="5989252" y="5776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AEF896C8-294A-42AC-941E-A859787F1D5A}"/>
              </a:ext>
            </a:extLst>
          </p:cNvPr>
          <p:cNvSpPr>
            <a:spLocks/>
          </p:cNvSpPr>
          <p:nvPr/>
        </p:nvSpPr>
        <p:spPr>
          <a:xfrm>
            <a:off x="5989252" y="57690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99E5E9-BE9A-494B-A6F4-8FDCC5AC06C7}"/>
              </a:ext>
            </a:extLst>
          </p:cNvPr>
          <p:cNvSpPr>
            <a:spLocks/>
          </p:cNvSpPr>
          <p:nvPr/>
        </p:nvSpPr>
        <p:spPr>
          <a:xfrm>
            <a:off x="5989252" y="57617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EE1B94CB-4CD8-4F9F-9C23-B664A7B42C38}"/>
              </a:ext>
            </a:extLst>
          </p:cNvPr>
          <p:cNvSpPr>
            <a:spLocks/>
          </p:cNvSpPr>
          <p:nvPr/>
        </p:nvSpPr>
        <p:spPr>
          <a:xfrm>
            <a:off x="5989252" y="57544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CA47738F-39F7-4265-B47D-7398A70EE449}"/>
              </a:ext>
            </a:extLst>
          </p:cNvPr>
          <p:cNvSpPr>
            <a:spLocks/>
          </p:cNvSpPr>
          <p:nvPr/>
        </p:nvSpPr>
        <p:spPr>
          <a:xfrm>
            <a:off x="5989252" y="5747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ADA4A2CC-EF3E-4C67-AD75-2E343703C93E}"/>
              </a:ext>
            </a:extLst>
          </p:cNvPr>
          <p:cNvSpPr>
            <a:spLocks/>
          </p:cNvSpPr>
          <p:nvPr/>
        </p:nvSpPr>
        <p:spPr>
          <a:xfrm>
            <a:off x="5989252" y="5739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F8F230C6-B221-42F8-9B55-CACC6B675899}"/>
              </a:ext>
            </a:extLst>
          </p:cNvPr>
          <p:cNvSpPr>
            <a:spLocks/>
          </p:cNvSpPr>
          <p:nvPr/>
        </p:nvSpPr>
        <p:spPr>
          <a:xfrm>
            <a:off x="5989252" y="5732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6401FD17-6AD4-437D-86C9-0140CB58D6BA}"/>
              </a:ext>
            </a:extLst>
          </p:cNvPr>
          <p:cNvSpPr>
            <a:spLocks/>
          </p:cNvSpPr>
          <p:nvPr/>
        </p:nvSpPr>
        <p:spPr>
          <a:xfrm>
            <a:off x="5989252" y="57251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FDAE9CC0-0DCD-4A46-A4C2-FECD170FDE3F}"/>
              </a:ext>
            </a:extLst>
          </p:cNvPr>
          <p:cNvSpPr>
            <a:spLocks/>
          </p:cNvSpPr>
          <p:nvPr/>
        </p:nvSpPr>
        <p:spPr>
          <a:xfrm>
            <a:off x="5989252" y="57178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9DBC757E-E581-4377-ADEF-356D5A6C9360}"/>
              </a:ext>
            </a:extLst>
          </p:cNvPr>
          <p:cNvSpPr>
            <a:spLocks/>
          </p:cNvSpPr>
          <p:nvPr/>
        </p:nvSpPr>
        <p:spPr>
          <a:xfrm>
            <a:off x="5989252" y="5710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42DE60AA-B204-42CC-AC5E-089F1F07FCEA}"/>
              </a:ext>
            </a:extLst>
          </p:cNvPr>
          <p:cNvSpPr>
            <a:spLocks/>
          </p:cNvSpPr>
          <p:nvPr/>
        </p:nvSpPr>
        <p:spPr>
          <a:xfrm>
            <a:off x="5989252" y="5703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61A353D0-DCC3-41E1-81E5-642EAC246BDC}"/>
              </a:ext>
            </a:extLst>
          </p:cNvPr>
          <p:cNvSpPr>
            <a:spLocks/>
          </p:cNvSpPr>
          <p:nvPr/>
        </p:nvSpPr>
        <p:spPr>
          <a:xfrm>
            <a:off x="5989252" y="5695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8B790155-C7BF-4635-B4A8-0CAA8C6D8D61}"/>
              </a:ext>
            </a:extLst>
          </p:cNvPr>
          <p:cNvSpPr>
            <a:spLocks/>
          </p:cNvSpPr>
          <p:nvPr/>
        </p:nvSpPr>
        <p:spPr>
          <a:xfrm>
            <a:off x="5989252" y="56885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052C134A-D653-428E-BD8C-78E7F80D2D81}"/>
              </a:ext>
            </a:extLst>
          </p:cNvPr>
          <p:cNvSpPr>
            <a:spLocks/>
          </p:cNvSpPr>
          <p:nvPr/>
        </p:nvSpPr>
        <p:spPr>
          <a:xfrm>
            <a:off x="5989252" y="56811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C3FF928E-1D0B-4B2F-82EA-5296DD4FC5A0}"/>
              </a:ext>
            </a:extLst>
          </p:cNvPr>
          <p:cNvSpPr>
            <a:spLocks/>
          </p:cNvSpPr>
          <p:nvPr/>
        </p:nvSpPr>
        <p:spPr>
          <a:xfrm>
            <a:off x="5989252" y="5673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41F15709-A3C3-40EA-A6EA-2B01734B85E6}"/>
              </a:ext>
            </a:extLst>
          </p:cNvPr>
          <p:cNvSpPr>
            <a:spLocks/>
          </p:cNvSpPr>
          <p:nvPr/>
        </p:nvSpPr>
        <p:spPr>
          <a:xfrm>
            <a:off x="5989252" y="5666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5996CCDD-C5B4-44C9-96E1-3D24AA6DAC78}"/>
              </a:ext>
            </a:extLst>
          </p:cNvPr>
          <p:cNvSpPr>
            <a:spLocks/>
          </p:cNvSpPr>
          <p:nvPr/>
        </p:nvSpPr>
        <p:spPr>
          <a:xfrm>
            <a:off x="5989252" y="5659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B72AA88D-BD81-40C3-B25B-092F2B20DF4D}"/>
              </a:ext>
            </a:extLst>
          </p:cNvPr>
          <p:cNvSpPr>
            <a:spLocks/>
          </p:cNvSpPr>
          <p:nvPr/>
        </p:nvSpPr>
        <p:spPr>
          <a:xfrm>
            <a:off x="5989252" y="56519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ACF92F72-6F7E-49F4-BD92-521E3979506E}"/>
              </a:ext>
            </a:extLst>
          </p:cNvPr>
          <p:cNvSpPr>
            <a:spLocks/>
          </p:cNvSpPr>
          <p:nvPr/>
        </p:nvSpPr>
        <p:spPr>
          <a:xfrm>
            <a:off x="5989252" y="56445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121EC852-2E7B-4048-99BF-2918A78067D5}"/>
              </a:ext>
            </a:extLst>
          </p:cNvPr>
          <p:cNvSpPr>
            <a:spLocks/>
          </p:cNvSpPr>
          <p:nvPr/>
        </p:nvSpPr>
        <p:spPr>
          <a:xfrm>
            <a:off x="5989252" y="56372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EAD9B522-4B1B-4913-8FE0-31E8BD12D479}"/>
              </a:ext>
            </a:extLst>
          </p:cNvPr>
          <p:cNvSpPr>
            <a:spLocks/>
          </p:cNvSpPr>
          <p:nvPr/>
        </p:nvSpPr>
        <p:spPr>
          <a:xfrm>
            <a:off x="5989252" y="5629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989709CE-5E24-4AFA-886B-0473C4DDF733}"/>
              </a:ext>
            </a:extLst>
          </p:cNvPr>
          <p:cNvSpPr>
            <a:spLocks/>
          </p:cNvSpPr>
          <p:nvPr/>
        </p:nvSpPr>
        <p:spPr>
          <a:xfrm>
            <a:off x="5989252" y="5622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57D1F304-2127-44E3-A049-690C873ADA49}"/>
              </a:ext>
            </a:extLst>
          </p:cNvPr>
          <p:cNvSpPr>
            <a:spLocks/>
          </p:cNvSpPr>
          <p:nvPr/>
        </p:nvSpPr>
        <p:spPr>
          <a:xfrm>
            <a:off x="5989252" y="5615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E7B7DBB3-600C-48C1-970C-B9021B232CFB}"/>
              </a:ext>
            </a:extLst>
          </p:cNvPr>
          <p:cNvSpPr>
            <a:spLocks/>
          </p:cNvSpPr>
          <p:nvPr/>
        </p:nvSpPr>
        <p:spPr>
          <a:xfrm>
            <a:off x="5989252" y="56079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20449CF0-C1D6-4911-8059-4D1285349F8E}"/>
              </a:ext>
            </a:extLst>
          </p:cNvPr>
          <p:cNvSpPr>
            <a:spLocks/>
          </p:cNvSpPr>
          <p:nvPr/>
        </p:nvSpPr>
        <p:spPr>
          <a:xfrm>
            <a:off x="5989252" y="56006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9F3C0B5F-ED53-4962-998E-B0EE30D6E28B}"/>
              </a:ext>
            </a:extLst>
          </p:cNvPr>
          <p:cNvSpPr>
            <a:spLocks/>
          </p:cNvSpPr>
          <p:nvPr/>
        </p:nvSpPr>
        <p:spPr>
          <a:xfrm>
            <a:off x="5989252" y="5593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2E5D7D8D-B867-4EEB-B37B-B59942FD9806}"/>
              </a:ext>
            </a:extLst>
          </p:cNvPr>
          <p:cNvSpPr>
            <a:spLocks/>
          </p:cNvSpPr>
          <p:nvPr/>
        </p:nvSpPr>
        <p:spPr>
          <a:xfrm>
            <a:off x="5989252" y="5586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9477EA7B-B06C-4823-A7E2-437C3743BFFA}"/>
              </a:ext>
            </a:extLst>
          </p:cNvPr>
          <p:cNvSpPr>
            <a:spLocks/>
          </p:cNvSpPr>
          <p:nvPr/>
        </p:nvSpPr>
        <p:spPr>
          <a:xfrm>
            <a:off x="5989252" y="5578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BCC6E682-A680-4479-A305-0F92A817B5E1}"/>
              </a:ext>
            </a:extLst>
          </p:cNvPr>
          <p:cNvSpPr>
            <a:spLocks/>
          </p:cNvSpPr>
          <p:nvPr/>
        </p:nvSpPr>
        <p:spPr>
          <a:xfrm>
            <a:off x="5989252" y="55713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950A989C-0F12-40F4-BD19-329C1399BA5D}"/>
              </a:ext>
            </a:extLst>
          </p:cNvPr>
          <p:cNvSpPr>
            <a:spLocks/>
          </p:cNvSpPr>
          <p:nvPr/>
        </p:nvSpPr>
        <p:spPr>
          <a:xfrm>
            <a:off x="5989252" y="55640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42E00322-4987-4C85-815F-B43D18A41184}"/>
              </a:ext>
            </a:extLst>
          </p:cNvPr>
          <p:cNvSpPr>
            <a:spLocks/>
          </p:cNvSpPr>
          <p:nvPr/>
        </p:nvSpPr>
        <p:spPr>
          <a:xfrm>
            <a:off x="5989252" y="5556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05565C64-CDC6-4176-9612-7D84B284DC9D}"/>
              </a:ext>
            </a:extLst>
          </p:cNvPr>
          <p:cNvSpPr>
            <a:spLocks/>
          </p:cNvSpPr>
          <p:nvPr/>
        </p:nvSpPr>
        <p:spPr>
          <a:xfrm>
            <a:off x="5989252" y="5549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838DDBF3-D2FD-4642-A334-23D65878DC4E}"/>
              </a:ext>
            </a:extLst>
          </p:cNvPr>
          <p:cNvSpPr>
            <a:spLocks/>
          </p:cNvSpPr>
          <p:nvPr/>
        </p:nvSpPr>
        <p:spPr>
          <a:xfrm>
            <a:off x="5989252" y="5542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52ABEB3C-F8CB-40EA-830A-B960AA6C9D4E}"/>
              </a:ext>
            </a:extLst>
          </p:cNvPr>
          <p:cNvSpPr>
            <a:spLocks/>
          </p:cNvSpPr>
          <p:nvPr/>
        </p:nvSpPr>
        <p:spPr>
          <a:xfrm>
            <a:off x="5989252" y="55347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7DDA54A2-B0D3-46C7-9609-DC94D9587FB9}"/>
              </a:ext>
            </a:extLst>
          </p:cNvPr>
          <p:cNvSpPr>
            <a:spLocks/>
          </p:cNvSpPr>
          <p:nvPr/>
        </p:nvSpPr>
        <p:spPr>
          <a:xfrm>
            <a:off x="5989252" y="55274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23F372D2-879A-4A9E-8116-4B7D560267C4}"/>
              </a:ext>
            </a:extLst>
          </p:cNvPr>
          <p:cNvSpPr>
            <a:spLocks/>
          </p:cNvSpPr>
          <p:nvPr/>
        </p:nvSpPr>
        <p:spPr>
          <a:xfrm>
            <a:off x="5989252" y="55201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F659DB0C-6003-4772-853C-B5BBCC19FCCF}"/>
              </a:ext>
            </a:extLst>
          </p:cNvPr>
          <p:cNvSpPr>
            <a:spLocks/>
          </p:cNvSpPr>
          <p:nvPr/>
        </p:nvSpPr>
        <p:spPr>
          <a:xfrm>
            <a:off x="5989252" y="5512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F2033653-0973-4781-8C5A-36D31BBEF47C}"/>
              </a:ext>
            </a:extLst>
          </p:cNvPr>
          <p:cNvSpPr>
            <a:spLocks/>
          </p:cNvSpPr>
          <p:nvPr/>
        </p:nvSpPr>
        <p:spPr>
          <a:xfrm>
            <a:off x="5989252" y="5505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43935194-3B7F-461B-B062-1412BE4772B7}"/>
              </a:ext>
            </a:extLst>
          </p:cNvPr>
          <p:cNvSpPr>
            <a:spLocks/>
          </p:cNvSpPr>
          <p:nvPr/>
        </p:nvSpPr>
        <p:spPr>
          <a:xfrm>
            <a:off x="5989252" y="5498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80DE6D4-E241-46FB-8E0C-A7C18ACBBE17}"/>
              </a:ext>
            </a:extLst>
          </p:cNvPr>
          <p:cNvSpPr>
            <a:spLocks/>
          </p:cNvSpPr>
          <p:nvPr/>
        </p:nvSpPr>
        <p:spPr>
          <a:xfrm>
            <a:off x="5989252" y="54908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87BED7FC-3332-4FD9-9043-AE6CE93FFD4B}"/>
              </a:ext>
            </a:extLst>
          </p:cNvPr>
          <p:cNvSpPr>
            <a:spLocks/>
          </p:cNvSpPr>
          <p:nvPr/>
        </p:nvSpPr>
        <p:spPr>
          <a:xfrm>
            <a:off x="5989252" y="54835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4538D832-9EE7-49F5-BD5A-26B4BF49C7FD}"/>
              </a:ext>
            </a:extLst>
          </p:cNvPr>
          <p:cNvSpPr>
            <a:spLocks/>
          </p:cNvSpPr>
          <p:nvPr/>
        </p:nvSpPr>
        <p:spPr>
          <a:xfrm>
            <a:off x="5989252" y="5476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EE4B2D39-801E-46D2-87E3-478D94B9DCF8}"/>
              </a:ext>
            </a:extLst>
          </p:cNvPr>
          <p:cNvSpPr>
            <a:spLocks/>
          </p:cNvSpPr>
          <p:nvPr/>
        </p:nvSpPr>
        <p:spPr>
          <a:xfrm>
            <a:off x="5989252" y="5468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F376A2B0-B247-42AA-99B1-1830D0FAAE87}"/>
              </a:ext>
            </a:extLst>
          </p:cNvPr>
          <p:cNvSpPr>
            <a:spLocks/>
          </p:cNvSpPr>
          <p:nvPr/>
        </p:nvSpPr>
        <p:spPr>
          <a:xfrm>
            <a:off x="5989252" y="5461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A9DFBA63-ABC2-4693-9FC0-A83BB87AAD3C}"/>
              </a:ext>
            </a:extLst>
          </p:cNvPr>
          <p:cNvSpPr>
            <a:spLocks/>
          </p:cNvSpPr>
          <p:nvPr/>
        </p:nvSpPr>
        <p:spPr>
          <a:xfrm>
            <a:off x="5989252" y="54542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C34DF27A-E084-4DFB-98BF-E6349DF632F7}"/>
              </a:ext>
            </a:extLst>
          </p:cNvPr>
          <p:cNvSpPr>
            <a:spLocks/>
          </p:cNvSpPr>
          <p:nvPr/>
        </p:nvSpPr>
        <p:spPr>
          <a:xfrm>
            <a:off x="5989252" y="54468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32A22E51-B61E-48FB-A613-A7F53C053328}"/>
              </a:ext>
            </a:extLst>
          </p:cNvPr>
          <p:cNvSpPr>
            <a:spLocks/>
          </p:cNvSpPr>
          <p:nvPr/>
        </p:nvSpPr>
        <p:spPr>
          <a:xfrm>
            <a:off x="5989252" y="5439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FA4C9975-4B56-4395-9464-62556E312B24}"/>
              </a:ext>
            </a:extLst>
          </p:cNvPr>
          <p:cNvSpPr>
            <a:spLocks/>
          </p:cNvSpPr>
          <p:nvPr/>
        </p:nvSpPr>
        <p:spPr>
          <a:xfrm>
            <a:off x="5989252" y="5432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57D7999F-AC6E-48F3-A4D5-CD5EC59B97F9}"/>
              </a:ext>
            </a:extLst>
          </p:cNvPr>
          <p:cNvSpPr>
            <a:spLocks/>
          </p:cNvSpPr>
          <p:nvPr/>
        </p:nvSpPr>
        <p:spPr>
          <a:xfrm>
            <a:off x="5989252" y="5424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BD97D16C-8E44-4152-BE35-77423899E448}"/>
              </a:ext>
            </a:extLst>
          </p:cNvPr>
          <p:cNvSpPr>
            <a:spLocks/>
          </p:cNvSpPr>
          <p:nvPr/>
        </p:nvSpPr>
        <p:spPr>
          <a:xfrm>
            <a:off x="5989252" y="54176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CA2DD251-3DAA-4EE1-947D-A71F4F7F41B0}"/>
              </a:ext>
            </a:extLst>
          </p:cNvPr>
          <p:cNvSpPr>
            <a:spLocks/>
          </p:cNvSpPr>
          <p:nvPr/>
        </p:nvSpPr>
        <p:spPr>
          <a:xfrm>
            <a:off x="5989252" y="54102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9E20E834-49BA-4876-8FAF-AEB6340A912E}"/>
              </a:ext>
            </a:extLst>
          </p:cNvPr>
          <p:cNvSpPr>
            <a:spLocks/>
          </p:cNvSpPr>
          <p:nvPr/>
        </p:nvSpPr>
        <p:spPr>
          <a:xfrm>
            <a:off x="5989252" y="54029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30389101-B20F-482B-AD5C-259FF8E37BC6}"/>
              </a:ext>
            </a:extLst>
          </p:cNvPr>
          <p:cNvSpPr>
            <a:spLocks/>
          </p:cNvSpPr>
          <p:nvPr/>
        </p:nvSpPr>
        <p:spPr>
          <a:xfrm>
            <a:off x="5989252" y="5395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522DF3A0-2819-4327-8E60-387B438453B0}"/>
              </a:ext>
            </a:extLst>
          </p:cNvPr>
          <p:cNvSpPr>
            <a:spLocks/>
          </p:cNvSpPr>
          <p:nvPr/>
        </p:nvSpPr>
        <p:spPr>
          <a:xfrm>
            <a:off x="5989252" y="5388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FBA906F8-D78A-4C2A-89E6-AE457BE9FD2E}"/>
              </a:ext>
            </a:extLst>
          </p:cNvPr>
          <p:cNvSpPr>
            <a:spLocks/>
          </p:cNvSpPr>
          <p:nvPr/>
        </p:nvSpPr>
        <p:spPr>
          <a:xfrm>
            <a:off x="5989252" y="5381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71A49503-080D-4F06-A2CF-A0EF54C5044B}"/>
              </a:ext>
            </a:extLst>
          </p:cNvPr>
          <p:cNvSpPr>
            <a:spLocks/>
          </p:cNvSpPr>
          <p:nvPr/>
        </p:nvSpPr>
        <p:spPr>
          <a:xfrm>
            <a:off x="5989252" y="53736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84629B3D-C1CB-4AE3-8A16-4A5CA205CECA}"/>
              </a:ext>
            </a:extLst>
          </p:cNvPr>
          <p:cNvSpPr>
            <a:spLocks/>
          </p:cNvSpPr>
          <p:nvPr/>
        </p:nvSpPr>
        <p:spPr>
          <a:xfrm>
            <a:off x="5989252" y="53663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31C68CFC-13F5-42F2-A995-7A57F4F2C121}"/>
              </a:ext>
            </a:extLst>
          </p:cNvPr>
          <p:cNvSpPr>
            <a:spLocks/>
          </p:cNvSpPr>
          <p:nvPr/>
        </p:nvSpPr>
        <p:spPr>
          <a:xfrm>
            <a:off x="5989252" y="5359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C921E0AB-4DFC-4C06-893E-9F0FB736EA58}"/>
              </a:ext>
            </a:extLst>
          </p:cNvPr>
          <p:cNvSpPr>
            <a:spLocks/>
          </p:cNvSpPr>
          <p:nvPr/>
        </p:nvSpPr>
        <p:spPr>
          <a:xfrm>
            <a:off x="5989252" y="5351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457E2D9-39C0-4468-BC2C-88572B2ED842}"/>
              </a:ext>
            </a:extLst>
          </p:cNvPr>
          <p:cNvSpPr>
            <a:spLocks/>
          </p:cNvSpPr>
          <p:nvPr/>
        </p:nvSpPr>
        <p:spPr>
          <a:xfrm>
            <a:off x="5989252" y="5344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0ED96E1E-0B3C-4E6D-B2B0-24FBCD1FF5E5}"/>
              </a:ext>
            </a:extLst>
          </p:cNvPr>
          <p:cNvSpPr>
            <a:spLocks/>
          </p:cNvSpPr>
          <p:nvPr/>
        </p:nvSpPr>
        <p:spPr>
          <a:xfrm>
            <a:off x="5989252" y="53370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F937DD2A-CD80-4148-964A-F39C22C5AE28}"/>
              </a:ext>
            </a:extLst>
          </p:cNvPr>
          <p:cNvSpPr>
            <a:spLocks/>
          </p:cNvSpPr>
          <p:nvPr/>
        </p:nvSpPr>
        <p:spPr>
          <a:xfrm>
            <a:off x="5989252" y="53297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4CDD9F9F-99FC-4215-9E8A-760BC266E8C3}"/>
              </a:ext>
            </a:extLst>
          </p:cNvPr>
          <p:cNvSpPr>
            <a:spLocks/>
          </p:cNvSpPr>
          <p:nvPr/>
        </p:nvSpPr>
        <p:spPr>
          <a:xfrm>
            <a:off x="5989252" y="5322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04209311-0A19-44A6-A71B-35F0F3BB52EA}"/>
              </a:ext>
            </a:extLst>
          </p:cNvPr>
          <p:cNvSpPr>
            <a:spLocks/>
          </p:cNvSpPr>
          <p:nvPr/>
        </p:nvSpPr>
        <p:spPr>
          <a:xfrm>
            <a:off x="5989252" y="5315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A95E8CB5-81ED-4A8A-8A1F-ACC878205A16}"/>
              </a:ext>
            </a:extLst>
          </p:cNvPr>
          <p:cNvSpPr>
            <a:spLocks/>
          </p:cNvSpPr>
          <p:nvPr/>
        </p:nvSpPr>
        <p:spPr>
          <a:xfrm>
            <a:off x="5989252" y="5307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3BDEE8FA-4526-41E4-8CAF-4FF1F3072179}"/>
              </a:ext>
            </a:extLst>
          </p:cNvPr>
          <p:cNvSpPr>
            <a:spLocks/>
          </p:cNvSpPr>
          <p:nvPr/>
        </p:nvSpPr>
        <p:spPr>
          <a:xfrm>
            <a:off x="5989252" y="53004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B1BD9FAD-A6ED-444B-8A6B-50DEAA7B426E}"/>
              </a:ext>
            </a:extLst>
          </p:cNvPr>
          <p:cNvSpPr>
            <a:spLocks/>
          </p:cNvSpPr>
          <p:nvPr/>
        </p:nvSpPr>
        <p:spPr>
          <a:xfrm>
            <a:off x="5989252" y="52931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B35E484B-1C6F-4C57-9C45-D4AC362C49A3}"/>
              </a:ext>
            </a:extLst>
          </p:cNvPr>
          <p:cNvSpPr>
            <a:spLocks/>
          </p:cNvSpPr>
          <p:nvPr/>
        </p:nvSpPr>
        <p:spPr>
          <a:xfrm>
            <a:off x="5989252" y="52858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0B072B7B-754A-4ADB-B82E-A260D28ECEFD}"/>
              </a:ext>
            </a:extLst>
          </p:cNvPr>
          <p:cNvSpPr>
            <a:spLocks/>
          </p:cNvSpPr>
          <p:nvPr/>
        </p:nvSpPr>
        <p:spPr>
          <a:xfrm>
            <a:off x="5989252" y="5278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453CA86A-3D8F-47DB-8A88-845D3FE70370}"/>
              </a:ext>
            </a:extLst>
          </p:cNvPr>
          <p:cNvSpPr>
            <a:spLocks/>
          </p:cNvSpPr>
          <p:nvPr/>
        </p:nvSpPr>
        <p:spPr>
          <a:xfrm>
            <a:off x="5989252" y="5271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E51552B6-F267-44C5-B9F4-0E810CFA5918}"/>
              </a:ext>
            </a:extLst>
          </p:cNvPr>
          <p:cNvSpPr>
            <a:spLocks/>
          </p:cNvSpPr>
          <p:nvPr/>
        </p:nvSpPr>
        <p:spPr>
          <a:xfrm>
            <a:off x="5989252" y="5263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A09BBDC-A374-4E0C-8F50-371863C9E50A}"/>
              </a:ext>
            </a:extLst>
          </p:cNvPr>
          <p:cNvSpPr>
            <a:spLocks/>
          </p:cNvSpPr>
          <p:nvPr/>
        </p:nvSpPr>
        <p:spPr>
          <a:xfrm>
            <a:off x="5989252" y="52565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03CC471-5EDE-4217-8D49-FE65EAC4F65B}"/>
              </a:ext>
            </a:extLst>
          </p:cNvPr>
          <p:cNvSpPr>
            <a:spLocks/>
          </p:cNvSpPr>
          <p:nvPr/>
        </p:nvSpPr>
        <p:spPr>
          <a:xfrm>
            <a:off x="5989252" y="52492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B838BC64-B3F3-44D5-B807-495EF8BA090C}"/>
              </a:ext>
            </a:extLst>
          </p:cNvPr>
          <p:cNvSpPr>
            <a:spLocks/>
          </p:cNvSpPr>
          <p:nvPr/>
        </p:nvSpPr>
        <p:spPr>
          <a:xfrm>
            <a:off x="5989252" y="5241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A6BFDD0D-8CA2-4547-AA6B-63D08A5EDA77}"/>
              </a:ext>
            </a:extLst>
          </p:cNvPr>
          <p:cNvSpPr>
            <a:spLocks/>
          </p:cNvSpPr>
          <p:nvPr/>
        </p:nvSpPr>
        <p:spPr>
          <a:xfrm>
            <a:off x="5989252" y="5234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5DBB9DD1-62D3-40D2-8BCA-400972BB15CC}"/>
              </a:ext>
            </a:extLst>
          </p:cNvPr>
          <p:cNvSpPr>
            <a:spLocks/>
          </p:cNvSpPr>
          <p:nvPr/>
        </p:nvSpPr>
        <p:spPr>
          <a:xfrm>
            <a:off x="5989252" y="5227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112B6269-C8CE-4396-99C8-EF377061D792}"/>
              </a:ext>
            </a:extLst>
          </p:cNvPr>
          <p:cNvSpPr>
            <a:spLocks/>
          </p:cNvSpPr>
          <p:nvPr/>
        </p:nvSpPr>
        <p:spPr>
          <a:xfrm>
            <a:off x="5989252" y="521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CD5C2CE5-675F-4544-B564-D2DAAEACDB1E}"/>
              </a:ext>
            </a:extLst>
          </p:cNvPr>
          <p:cNvSpPr>
            <a:spLocks/>
          </p:cNvSpPr>
          <p:nvPr/>
        </p:nvSpPr>
        <p:spPr>
          <a:xfrm>
            <a:off x="5989252" y="52126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746A46C6-656A-4785-8F3A-03B376C6CB53}"/>
              </a:ext>
            </a:extLst>
          </p:cNvPr>
          <p:cNvSpPr>
            <a:spLocks/>
          </p:cNvSpPr>
          <p:nvPr/>
        </p:nvSpPr>
        <p:spPr>
          <a:xfrm>
            <a:off x="5989252" y="5205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5AE8EFC7-350C-4325-AA11-F94A4D07BC37}"/>
              </a:ext>
            </a:extLst>
          </p:cNvPr>
          <p:cNvSpPr>
            <a:spLocks/>
          </p:cNvSpPr>
          <p:nvPr/>
        </p:nvSpPr>
        <p:spPr>
          <a:xfrm>
            <a:off x="5989252" y="5197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1D83F4D2-7E79-4B87-89CA-108D8A2F1871}"/>
              </a:ext>
            </a:extLst>
          </p:cNvPr>
          <p:cNvSpPr>
            <a:spLocks/>
          </p:cNvSpPr>
          <p:nvPr/>
        </p:nvSpPr>
        <p:spPr>
          <a:xfrm>
            <a:off x="5989252" y="5190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77E1932E-6388-4BA0-A5ED-7C75287D34A8}"/>
              </a:ext>
            </a:extLst>
          </p:cNvPr>
          <p:cNvSpPr>
            <a:spLocks/>
          </p:cNvSpPr>
          <p:nvPr/>
        </p:nvSpPr>
        <p:spPr>
          <a:xfrm>
            <a:off x="5989252" y="518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61689117-7FD5-4300-AAF3-E2379DDEAAC4}"/>
              </a:ext>
            </a:extLst>
          </p:cNvPr>
          <p:cNvSpPr>
            <a:spLocks/>
          </p:cNvSpPr>
          <p:nvPr/>
        </p:nvSpPr>
        <p:spPr>
          <a:xfrm>
            <a:off x="5989252" y="51759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8E02B101-E641-4C0C-A9D3-658641D9F8F3}"/>
              </a:ext>
            </a:extLst>
          </p:cNvPr>
          <p:cNvSpPr>
            <a:spLocks/>
          </p:cNvSpPr>
          <p:nvPr/>
        </p:nvSpPr>
        <p:spPr>
          <a:xfrm>
            <a:off x="5989252" y="51686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80B4C9AF-19E7-40D5-ADAF-DC9942005AD8}"/>
              </a:ext>
            </a:extLst>
          </p:cNvPr>
          <p:cNvSpPr>
            <a:spLocks/>
          </p:cNvSpPr>
          <p:nvPr/>
        </p:nvSpPr>
        <p:spPr>
          <a:xfrm>
            <a:off x="5989252" y="5161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9BC00794-2A48-4493-9E6C-ED73F1EA9434}"/>
              </a:ext>
            </a:extLst>
          </p:cNvPr>
          <p:cNvSpPr>
            <a:spLocks/>
          </p:cNvSpPr>
          <p:nvPr/>
        </p:nvSpPr>
        <p:spPr>
          <a:xfrm>
            <a:off x="5989252" y="5154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118DF6DD-81C4-4DF8-930E-9AE1A7A06E99}"/>
              </a:ext>
            </a:extLst>
          </p:cNvPr>
          <p:cNvSpPr>
            <a:spLocks/>
          </p:cNvSpPr>
          <p:nvPr/>
        </p:nvSpPr>
        <p:spPr>
          <a:xfrm>
            <a:off x="5989252" y="5146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6F3F513E-A521-4A28-AED4-DBA92C283902}"/>
              </a:ext>
            </a:extLst>
          </p:cNvPr>
          <p:cNvSpPr>
            <a:spLocks/>
          </p:cNvSpPr>
          <p:nvPr/>
        </p:nvSpPr>
        <p:spPr>
          <a:xfrm>
            <a:off x="5989252" y="513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D14A6137-8FE2-455A-BD9C-05E1AE7E6630}"/>
              </a:ext>
            </a:extLst>
          </p:cNvPr>
          <p:cNvSpPr>
            <a:spLocks/>
          </p:cNvSpPr>
          <p:nvPr/>
        </p:nvSpPr>
        <p:spPr>
          <a:xfrm>
            <a:off x="5989252" y="51320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6D09A5B3-7646-4BCD-A990-1DC8A9AB75FF}"/>
              </a:ext>
            </a:extLst>
          </p:cNvPr>
          <p:cNvSpPr>
            <a:spLocks/>
          </p:cNvSpPr>
          <p:nvPr/>
        </p:nvSpPr>
        <p:spPr>
          <a:xfrm>
            <a:off x="5989252" y="5124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CECAD6DF-D1EB-486C-895C-005656632CEC}"/>
              </a:ext>
            </a:extLst>
          </p:cNvPr>
          <p:cNvSpPr>
            <a:spLocks/>
          </p:cNvSpPr>
          <p:nvPr/>
        </p:nvSpPr>
        <p:spPr>
          <a:xfrm>
            <a:off x="5989252" y="5117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BA462F90-F2E4-44B9-A6AE-C0D004BB8272}"/>
              </a:ext>
            </a:extLst>
          </p:cNvPr>
          <p:cNvSpPr>
            <a:spLocks/>
          </p:cNvSpPr>
          <p:nvPr/>
        </p:nvSpPr>
        <p:spPr>
          <a:xfrm>
            <a:off x="5989252" y="5110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A12F2609-CC98-46F5-A885-A2F14513B100}"/>
              </a:ext>
            </a:extLst>
          </p:cNvPr>
          <p:cNvSpPr>
            <a:spLocks/>
          </p:cNvSpPr>
          <p:nvPr/>
        </p:nvSpPr>
        <p:spPr>
          <a:xfrm>
            <a:off x="5989252" y="510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0B876C32-FEEB-4F99-8F45-6621CC5668F9}"/>
              </a:ext>
            </a:extLst>
          </p:cNvPr>
          <p:cNvSpPr>
            <a:spLocks/>
          </p:cNvSpPr>
          <p:nvPr/>
        </p:nvSpPr>
        <p:spPr>
          <a:xfrm>
            <a:off x="5989252" y="50954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49E70389-2C4C-4BC9-A533-2CBD7147B45F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EE2E08E9-07DA-441E-9CCF-39CFDC0B4F7C}"/>
              </a:ext>
            </a:extLst>
          </p:cNvPr>
          <p:cNvSpPr>
            <a:spLocks/>
          </p:cNvSpPr>
          <p:nvPr/>
        </p:nvSpPr>
        <p:spPr>
          <a:xfrm>
            <a:off x="6079739" y="6962514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9C3C37A8-3C68-4867-AA21-7D832037B84F}"/>
              </a:ext>
            </a:extLst>
          </p:cNvPr>
          <p:cNvSpPr>
            <a:spLocks/>
          </p:cNvSpPr>
          <p:nvPr/>
        </p:nvSpPr>
        <p:spPr>
          <a:xfrm>
            <a:off x="6177279" y="6905862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2ABDE090-9955-481C-BC1A-0A2356FC2382}"/>
              </a:ext>
            </a:extLst>
          </p:cNvPr>
          <p:cNvSpPr>
            <a:spLocks/>
          </p:cNvSpPr>
          <p:nvPr/>
        </p:nvSpPr>
        <p:spPr>
          <a:xfrm>
            <a:off x="6079739" y="6337719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ED962CDD-45E7-4D74-9E3C-C4BC34DE50BB}"/>
              </a:ext>
            </a:extLst>
          </p:cNvPr>
          <p:cNvSpPr>
            <a:spLocks/>
          </p:cNvSpPr>
          <p:nvPr/>
        </p:nvSpPr>
        <p:spPr>
          <a:xfrm>
            <a:off x="6177279" y="628106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A02ED049-94CC-4D08-A06D-2523F02DDB0C}"/>
              </a:ext>
            </a:extLst>
          </p:cNvPr>
          <p:cNvSpPr>
            <a:spLocks/>
          </p:cNvSpPr>
          <p:nvPr/>
        </p:nvSpPr>
        <p:spPr>
          <a:xfrm>
            <a:off x="6079739" y="571292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FA8120F4-90ED-4C7E-A0C2-C12F98AD986A}"/>
              </a:ext>
            </a:extLst>
          </p:cNvPr>
          <p:cNvSpPr>
            <a:spLocks/>
          </p:cNvSpPr>
          <p:nvPr/>
        </p:nvSpPr>
        <p:spPr>
          <a:xfrm>
            <a:off x="6177279" y="5656273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0DFBF401-C3E8-46E3-A1C5-8E6B1DAE3D81}"/>
              </a:ext>
            </a:extLst>
          </p:cNvPr>
          <p:cNvSpPr>
            <a:spLocks/>
          </p:cNvSpPr>
          <p:nvPr/>
        </p:nvSpPr>
        <p:spPr>
          <a:xfrm>
            <a:off x="6079739" y="50881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893B10E4-1B88-458E-8755-23253E4477F7}"/>
              </a:ext>
            </a:extLst>
          </p:cNvPr>
          <p:cNvSpPr>
            <a:spLocks/>
          </p:cNvSpPr>
          <p:nvPr/>
        </p:nvSpPr>
        <p:spPr>
          <a:xfrm>
            <a:off x="6177279" y="50314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A889EE5D-C0AB-4965-9001-61E6E83A0A56}"/>
              </a:ext>
            </a:extLst>
          </p:cNvPr>
          <p:cNvSpPr>
            <a:spLocks/>
          </p:cNvSpPr>
          <p:nvPr/>
        </p:nvSpPr>
        <p:spPr>
          <a:xfrm rot="-5400000">
            <a:off x="6009664" y="594440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43D12A1D-3458-473B-82BF-21F4C3E048DF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A15F34AA-C5A4-4754-8738-648D840E5FF0}"/>
              </a:ext>
            </a:extLst>
          </p:cNvPr>
          <p:cNvSpPr>
            <a:spLocks/>
          </p:cNvSpPr>
          <p:nvPr/>
        </p:nvSpPr>
        <p:spPr>
          <a:xfrm>
            <a:off x="742323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C5344302-CF60-4D8F-9A23-398004334552}"/>
              </a:ext>
            </a:extLst>
          </p:cNvPr>
          <p:cNvSpPr>
            <a:spLocks/>
          </p:cNvSpPr>
          <p:nvPr/>
        </p:nvSpPr>
        <p:spPr>
          <a:xfrm>
            <a:off x="706313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9B3200B9-C5D9-474E-AF2C-577DFF6812D5}"/>
              </a:ext>
            </a:extLst>
          </p:cNvPr>
          <p:cNvSpPr>
            <a:spLocks/>
          </p:cNvSpPr>
          <p:nvPr/>
        </p:nvSpPr>
        <p:spPr>
          <a:xfrm>
            <a:off x="7187181" y="7226153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5243E74F-D75A-4A8D-9600-4BC3F337337A}"/>
              </a:ext>
            </a:extLst>
          </p:cNvPr>
          <p:cNvSpPr>
            <a:spLocks/>
          </p:cNvSpPr>
          <p:nvPr/>
        </p:nvSpPr>
        <p:spPr>
          <a:xfrm>
            <a:off x="846174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FD0E0D6C-6EF8-49E2-A2AC-6C1822D54240}"/>
              </a:ext>
            </a:extLst>
          </p:cNvPr>
          <p:cNvSpPr>
            <a:spLocks/>
          </p:cNvSpPr>
          <p:nvPr/>
        </p:nvSpPr>
        <p:spPr>
          <a:xfrm>
            <a:off x="810164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7C16736C-2051-4B91-BA8A-CA29AC1B54D6}"/>
              </a:ext>
            </a:extLst>
          </p:cNvPr>
          <p:cNvSpPr>
            <a:spLocks/>
          </p:cNvSpPr>
          <p:nvPr/>
        </p:nvSpPr>
        <p:spPr>
          <a:xfrm>
            <a:off x="8320839" y="7226153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150A242-9F44-4D2F-961B-D67AF1DA7D85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260A5046-190B-4629-98D1-2EE8A6DAF02B}"/>
              </a:ext>
            </a:extLst>
          </p:cNvPr>
          <p:cNvSpPr>
            <a:spLocks/>
          </p:cNvSpPr>
          <p:nvPr/>
        </p:nvSpPr>
        <p:spPr>
          <a:xfrm>
            <a:off x="6960961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D23EA749-51C4-4626-B599-F61E8D00E83A}"/>
              </a:ext>
            </a:extLst>
          </p:cNvPr>
          <p:cNvSpPr>
            <a:spLocks/>
          </p:cNvSpPr>
          <p:nvPr/>
        </p:nvSpPr>
        <p:spPr>
          <a:xfrm>
            <a:off x="6737238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F109C65A-9968-49CF-B65A-B160E7D4AAB1}"/>
              </a:ext>
            </a:extLst>
          </p:cNvPr>
          <p:cNvSpPr>
            <a:spLocks/>
          </p:cNvSpPr>
          <p:nvPr/>
        </p:nvSpPr>
        <p:spPr>
          <a:xfrm>
            <a:off x="7005297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282F1021-28A0-44AC-8308-5831992418F7}"/>
              </a:ext>
            </a:extLst>
          </p:cNvPr>
          <p:cNvSpPr>
            <a:spLocks/>
          </p:cNvSpPr>
          <p:nvPr/>
        </p:nvSpPr>
        <p:spPr>
          <a:xfrm>
            <a:off x="6960961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F2D1045F-E21F-46A8-B964-24877DBADCF6}"/>
              </a:ext>
            </a:extLst>
          </p:cNvPr>
          <p:cNvSpPr>
            <a:spLocks/>
          </p:cNvSpPr>
          <p:nvPr/>
        </p:nvSpPr>
        <p:spPr>
          <a:xfrm>
            <a:off x="6737238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47B65C8-3BA1-4EB7-A9A2-3B16DD60C1DF}"/>
              </a:ext>
            </a:extLst>
          </p:cNvPr>
          <p:cNvSpPr>
            <a:spLocks/>
          </p:cNvSpPr>
          <p:nvPr/>
        </p:nvSpPr>
        <p:spPr>
          <a:xfrm>
            <a:off x="7005297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167E5577-A50B-4834-A809-3713C6F2AFF2}"/>
              </a:ext>
            </a:extLst>
          </p:cNvPr>
          <p:cNvSpPr>
            <a:spLocks/>
          </p:cNvSpPr>
          <p:nvPr/>
        </p:nvSpPr>
        <p:spPr>
          <a:xfrm>
            <a:off x="6960961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A669DF54-6513-4D86-B22F-13C141C19E75}"/>
              </a:ext>
            </a:extLst>
          </p:cNvPr>
          <p:cNvSpPr>
            <a:spLocks/>
          </p:cNvSpPr>
          <p:nvPr/>
        </p:nvSpPr>
        <p:spPr>
          <a:xfrm>
            <a:off x="6737238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0126B74A-AFDF-4632-9C3C-F44BA263C56A}"/>
              </a:ext>
            </a:extLst>
          </p:cNvPr>
          <p:cNvSpPr>
            <a:spLocks/>
          </p:cNvSpPr>
          <p:nvPr/>
        </p:nvSpPr>
        <p:spPr>
          <a:xfrm rot="-5400000">
            <a:off x="6468030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1EA28DB6-EA8A-43FA-AFAD-7436D993F28A}"/>
              </a:ext>
            </a:extLst>
          </p:cNvPr>
          <p:cNvSpPr>
            <a:spLocks/>
          </p:cNvSpPr>
          <p:nvPr/>
        </p:nvSpPr>
        <p:spPr>
          <a:xfrm>
            <a:off x="70762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402B5ADF-2C82-4EC2-97FC-44C895923D57}"/>
              </a:ext>
            </a:extLst>
          </p:cNvPr>
          <p:cNvSpPr>
            <a:spLocks/>
          </p:cNvSpPr>
          <p:nvPr/>
        </p:nvSpPr>
        <p:spPr>
          <a:xfrm>
            <a:off x="732951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24F0F220-BD8B-48D6-B052-1C1115E497C5}"/>
              </a:ext>
            </a:extLst>
          </p:cNvPr>
          <p:cNvSpPr>
            <a:spLocks/>
          </p:cNvSpPr>
          <p:nvPr/>
        </p:nvSpPr>
        <p:spPr>
          <a:xfrm>
            <a:off x="758281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78E49190-DD72-4345-B28D-FC9307AFD9C1}"/>
              </a:ext>
            </a:extLst>
          </p:cNvPr>
          <p:cNvSpPr>
            <a:spLocks/>
          </p:cNvSpPr>
          <p:nvPr/>
        </p:nvSpPr>
        <p:spPr>
          <a:xfrm>
            <a:off x="811473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EF76E2AE-F8A4-4240-9C7C-F13169EFF1E9}"/>
              </a:ext>
            </a:extLst>
          </p:cNvPr>
          <p:cNvSpPr>
            <a:spLocks/>
          </p:cNvSpPr>
          <p:nvPr/>
        </p:nvSpPr>
        <p:spPr>
          <a:xfrm>
            <a:off x="836802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8164F486-69D8-4603-B76E-484EBCCD01F3}"/>
              </a:ext>
            </a:extLst>
          </p:cNvPr>
          <p:cNvSpPr>
            <a:spLocks/>
          </p:cNvSpPr>
          <p:nvPr/>
        </p:nvSpPr>
        <p:spPr>
          <a:xfrm>
            <a:off x="86213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237B819E-1E66-46D2-8E89-E4784287AB50}"/>
              </a:ext>
            </a:extLst>
          </p:cNvPr>
          <p:cNvSpPr>
            <a:spLocks/>
          </p:cNvSpPr>
          <p:nvPr/>
        </p:nvSpPr>
        <p:spPr>
          <a:xfrm>
            <a:off x="720663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75B80129-5EE6-42CE-9357-A944291ADCE5}"/>
              </a:ext>
            </a:extLst>
          </p:cNvPr>
          <p:cNvSpPr>
            <a:spLocks/>
          </p:cNvSpPr>
          <p:nvPr/>
        </p:nvSpPr>
        <p:spPr>
          <a:xfrm>
            <a:off x="7173870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1C41CEAA-F260-4F2E-897B-08171283153E}"/>
              </a:ext>
            </a:extLst>
          </p:cNvPr>
          <p:cNvSpPr>
            <a:spLocks/>
          </p:cNvSpPr>
          <p:nvPr/>
        </p:nvSpPr>
        <p:spPr>
          <a:xfrm>
            <a:off x="709603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D3390C00-8D7C-4C0E-9F9B-D7D6F9626B05}"/>
              </a:ext>
            </a:extLst>
          </p:cNvPr>
          <p:cNvSpPr>
            <a:spLocks/>
          </p:cNvSpPr>
          <p:nvPr/>
        </p:nvSpPr>
        <p:spPr>
          <a:xfrm>
            <a:off x="7130990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BFA07101-093E-48DC-BE79-ACD45635B7EB}"/>
              </a:ext>
            </a:extLst>
          </p:cNvPr>
          <p:cNvSpPr>
            <a:spLocks/>
          </p:cNvSpPr>
          <p:nvPr/>
        </p:nvSpPr>
        <p:spPr>
          <a:xfrm>
            <a:off x="712319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F83AD2FD-ECB2-4A82-AA8F-5B5FEC39E0B2}"/>
              </a:ext>
            </a:extLst>
          </p:cNvPr>
          <p:cNvSpPr>
            <a:spLocks/>
          </p:cNvSpPr>
          <p:nvPr/>
        </p:nvSpPr>
        <p:spPr>
          <a:xfrm>
            <a:off x="7116190" y="56367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D4A2D50-D8DB-4D75-8555-61BA13D11214}"/>
              </a:ext>
            </a:extLst>
          </p:cNvPr>
          <p:cNvSpPr>
            <a:spLocks/>
          </p:cNvSpPr>
          <p:nvPr/>
        </p:nvSpPr>
        <p:spPr>
          <a:xfrm>
            <a:off x="7161996" y="64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EEDFF623-C12D-40B8-9C91-B083E4AAC72A}"/>
              </a:ext>
            </a:extLst>
          </p:cNvPr>
          <p:cNvSpPr>
            <a:spLocks/>
          </p:cNvSpPr>
          <p:nvPr/>
        </p:nvSpPr>
        <p:spPr>
          <a:xfrm>
            <a:off x="7125613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D4C3110E-0E4E-4890-B73F-747CF6621073}"/>
              </a:ext>
            </a:extLst>
          </p:cNvPr>
          <p:cNvSpPr>
            <a:spLocks/>
          </p:cNvSpPr>
          <p:nvPr/>
        </p:nvSpPr>
        <p:spPr>
          <a:xfrm>
            <a:off x="7194704" y="6672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1AC48ED-4BB1-4EA6-8C79-0CEE0BEA6586}"/>
              </a:ext>
            </a:extLst>
          </p:cNvPr>
          <p:cNvSpPr>
            <a:spLocks/>
          </p:cNvSpPr>
          <p:nvPr/>
        </p:nvSpPr>
        <p:spPr>
          <a:xfrm>
            <a:off x="7146081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60813D54-3199-48C1-8CBB-027E08C53413}"/>
              </a:ext>
            </a:extLst>
          </p:cNvPr>
          <p:cNvSpPr>
            <a:spLocks/>
          </p:cNvSpPr>
          <p:nvPr/>
        </p:nvSpPr>
        <p:spPr>
          <a:xfrm>
            <a:off x="712539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25DAAECF-A6BF-49C3-9F3D-DF786609027F}"/>
              </a:ext>
            </a:extLst>
          </p:cNvPr>
          <p:cNvSpPr>
            <a:spLocks/>
          </p:cNvSpPr>
          <p:nvPr/>
        </p:nvSpPr>
        <p:spPr>
          <a:xfrm>
            <a:off x="7198433" y="60185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AEAEC2F-1283-4632-B32C-71CD5B235F0B}"/>
              </a:ext>
            </a:extLst>
          </p:cNvPr>
          <p:cNvSpPr>
            <a:spLocks/>
          </p:cNvSpPr>
          <p:nvPr/>
        </p:nvSpPr>
        <p:spPr>
          <a:xfrm>
            <a:off x="7188829" y="6719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C215AE9B-CAFC-45D3-B7D4-6B201D9BF644}"/>
              </a:ext>
            </a:extLst>
          </p:cNvPr>
          <p:cNvSpPr>
            <a:spLocks/>
          </p:cNvSpPr>
          <p:nvPr/>
        </p:nvSpPr>
        <p:spPr>
          <a:xfrm>
            <a:off x="720504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6FC2C391-0CBA-4F9D-BEB3-54779AA6AFC0}"/>
              </a:ext>
            </a:extLst>
          </p:cNvPr>
          <p:cNvSpPr>
            <a:spLocks/>
          </p:cNvSpPr>
          <p:nvPr/>
        </p:nvSpPr>
        <p:spPr>
          <a:xfrm>
            <a:off x="713778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43DEECD2-D323-480D-9743-294F65B54BF1}"/>
              </a:ext>
            </a:extLst>
          </p:cNvPr>
          <p:cNvSpPr>
            <a:spLocks/>
          </p:cNvSpPr>
          <p:nvPr/>
        </p:nvSpPr>
        <p:spPr>
          <a:xfrm>
            <a:off x="717554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0AA9ACF4-7FE9-48A0-8D21-4E0589BE5F5D}"/>
              </a:ext>
            </a:extLst>
          </p:cNvPr>
          <p:cNvSpPr>
            <a:spLocks/>
          </p:cNvSpPr>
          <p:nvPr/>
        </p:nvSpPr>
        <p:spPr>
          <a:xfrm>
            <a:off x="7125899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4B829586-07A3-41AB-84FC-152EDAD6B600}"/>
              </a:ext>
            </a:extLst>
          </p:cNvPr>
          <p:cNvSpPr>
            <a:spLocks/>
          </p:cNvSpPr>
          <p:nvPr/>
        </p:nvSpPr>
        <p:spPr>
          <a:xfrm>
            <a:off x="7212768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1506FB31-2B29-4AD5-B15A-86128A5ED8A7}"/>
              </a:ext>
            </a:extLst>
          </p:cNvPr>
          <p:cNvSpPr>
            <a:spLocks/>
          </p:cNvSpPr>
          <p:nvPr/>
        </p:nvSpPr>
        <p:spPr>
          <a:xfrm>
            <a:off x="7180388" y="64496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5C0C3382-148D-4FB5-A54B-8B6ED6E810E6}"/>
              </a:ext>
            </a:extLst>
          </p:cNvPr>
          <p:cNvSpPr>
            <a:spLocks/>
          </p:cNvSpPr>
          <p:nvPr/>
        </p:nvSpPr>
        <p:spPr>
          <a:xfrm>
            <a:off x="72127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A4C2B752-5936-4064-BCA0-BE764CF7C213}"/>
              </a:ext>
            </a:extLst>
          </p:cNvPr>
          <p:cNvSpPr>
            <a:spLocks/>
          </p:cNvSpPr>
          <p:nvPr/>
        </p:nvSpPr>
        <p:spPr>
          <a:xfrm>
            <a:off x="710667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BEE0DBCB-8BBA-4063-8E6A-C1DD24868F13}"/>
              </a:ext>
            </a:extLst>
          </p:cNvPr>
          <p:cNvSpPr>
            <a:spLocks/>
          </p:cNvSpPr>
          <p:nvPr/>
        </p:nvSpPr>
        <p:spPr>
          <a:xfrm>
            <a:off x="7118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E267815C-82DF-4A0E-9106-DA7DDC92E2A6}"/>
              </a:ext>
            </a:extLst>
          </p:cNvPr>
          <p:cNvSpPr>
            <a:spLocks/>
          </p:cNvSpPr>
          <p:nvPr/>
        </p:nvSpPr>
        <p:spPr>
          <a:xfrm>
            <a:off x="717496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9268B839-6D91-4B46-AFA3-412BC2A79B6E}"/>
              </a:ext>
            </a:extLst>
          </p:cNvPr>
          <p:cNvSpPr>
            <a:spLocks/>
          </p:cNvSpPr>
          <p:nvPr/>
        </p:nvSpPr>
        <p:spPr>
          <a:xfrm>
            <a:off x="7134526" y="553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759F5767-77CD-46B2-A2E6-54F9D6F80239}"/>
              </a:ext>
            </a:extLst>
          </p:cNvPr>
          <p:cNvSpPr>
            <a:spLocks/>
          </p:cNvSpPr>
          <p:nvPr/>
        </p:nvSpPr>
        <p:spPr>
          <a:xfrm>
            <a:off x="718560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AB51913F-EC30-4723-8CC0-7E72C3A82646}"/>
              </a:ext>
            </a:extLst>
          </p:cNvPr>
          <p:cNvSpPr>
            <a:spLocks/>
          </p:cNvSpPr>
          <p:nvPr/>
        </p:nvSpPr>
        <p:spPr>
          <a:xfrm>
            <a:off x="7096253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1E6128D7-3D7D-4387-BCB6-80C812F11959}"/>
              </a:ext>
            </a:extLst>
          </p:cNvPr>
          <p:cNvSpPr>
            <a:spLocks/>
          </p:cNvSpPr>
          <p:nvPr/>
        </p:nvSpPr>
        <p:spPr>
          <a:xfrm>
            <a:off x="710815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372AE77F-DC59-42FE-A9D2-704239BC53FA}"/>
              </a:ext>
            </a:extLst>
          </p:cNvPr>
          <p:cNvSpPr>
            <a:spLocks/>
          </p:cNvSpPr>
          <p:nvPr/>
        </p:nvSpPr>
        <p:spPr>
          <a:xfrm>
            <a:off x="7133891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5417465B-49E2-4D21-BF7E-F7B1682C4D24}"/>
              </a:ext>
            </a:extLst>
          </p:cNvPr>
          <p:cNvSpPr>
            <a:spLocks/>
          </p:cNvSpPr>
          <p:nvPr/>
        </p:nvSpPr>
        <p:spPr>
          <a:xfrm>
            <a:off x="710713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AC3641BE-9723-4E86-844A-C2B0BACD6F9C}"/>
              </a:ext>
            </a:extLst>
          </p:cNvPr>
          <p:cNvSpPr>
            <a:spLocks/>
          </p:cNvSpPr>
          <p:nvPr/>
        </p:nvSpPr>
        <p:spPr>
          <a:xfrm>
            <a:off x="7206883" y="68678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0CB1E60B-D9AD-4C9A-A08C-2A03A021A668}"/>
              </a:ext>
            </a:extLst>
          </p:cNvPr>
          <p:cNvSpPr>
            <a:spLocks/>
          </p:cNvSpPr>
          <p:nvPr/>
        </p:nvSpPr>
        <p:spPr>
          <a:xfrm>
            <a:off x="7202580" y="68184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3397E413-236E-4E33-8E18-F11C45B3861E}"/>
              </a:ext>
            </a:extLst>
          </p:cNvPr>
          <p:cNvSpPr>
            <a:spLocks/>
          </p:cNvSpPr>
          <p:nvPr/>
        </p:nvSpPr>
        <p:spPr>
          <a:xfrm>
            <a:off x="7175146" y="6565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AA33275C-9EBD-4607-92BE-9EC4B2781BC7}"/>
              </a:ext>
            </a:extLst>
          </p:cNvPr>
          <p:cNvSpPr>
            <a:spLocks/>
          </p:cNvSpPr>
          <p:nvPr/>
        </p:nvSpPr>
        <p:spPr>
          <a:xfrm>
            <a:off x="718252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74C139DE-AEF6-478B-AC5F-CF46B286E7E0}"/>
              </a:ext>
            </a:extLst>
          </p:cNvPr>
          <p:cNvSpPr>
            <a:spLocks/>
          </p:cNvSpPr>
          <p:nvPr/>
        </p:nvSpPr>
        <p:spPr>
          <a:xfrm>
            <a:off x="715828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E3C78EE7-922B-4813-BAB7-FD464EA8C344}"/>
              </a:ext>
            </a:extLst>
          </p:cNvPr>
          <p:cNvSpPr>
            <a:spLocks/>
          </p:cNvSpPr>
          <p:nvPr/>
        </p:nvSpPr>
        <p:spPr>
          <a:xfrm>
            <a:off x="712247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4FD99462-B11B-4B7D-B515-425711F59D0B}"/>
              </a:ext>
            </a:extLst>
          </p:cNvPr>
          <p:cNvSpPr>
            <a:spLocks/>
          </p:cNvSpPr>
          <p:nvPr/>
        </p:nvSpPr>
        <p:spPr>
          <a:xfrm>
            <a:off x="710381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4D07E52D-E465-4198-8059-7D7E72AD5F2F}"/>
              </a:ext>
            </a:extLst>
          </p:cNvPr>
          <p:cNvSpPr>
            <a:spLocks/>
          </p:cNvSpPr>
          <p:nvPr/>
        </p:nvSpPr>
        <p:spPr>
          <a:xfrm>
            <a:off x="7211252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E0143CEC-1E3F-4C33-8DF7-173A1D9D5EB4}"/>
              </a:ext>
            </a:extLst>
          </p:cNvPr>
          <p:cNvSpPr>
            <a:spLocks/>
          </p:cNvSpPr>
          <p:nvPr/>
        </p:nvSpPr>
        <p:spPr>
          <a:xfrm>
            <a:off x="712080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2E1D97FA-267F-4A5B-A5D0-1E7A4F32DE1D}"/>
              </a:ext>
            </a:extLst>
          </p:cNvPr>
          <p:cNvSpPr>
            <a:spLocks/>
          </p:cNvSpPr>
          <p:nvPr/>
        </p:nvSpPr>
        <p:spPr>
          <a:xfrm>
            <a:off x="719002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393C4AFD-2DC6-4830-ADF1-20EB2A03F19C}"/>
              </a:ext>
            </a:extLst>
          </p:cNvPr>
          <p:cNvSpPr>
            <a:spLocks/>
          </p:cNvSpPr>
          <p:nvPr/>
        </p:nvSpPr>
        <p:spPr>
          <a:xfrm>
            <a:off x="7115788" y="6551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8B18AAA9-DE0E-49F8-88B0-1F00A0B2A924}"/>
              </a:ext>
            </a:extLst>
          </p:cNvPr>
          <p:cNvSpPr>
            <a:spLocks/>
          </p:cNvSpPr>
          <p:nvPr/>
        </p:nvSpPr>
        <p:spPr>
          <a:xfrm>
            <a:off x="7203184" y="678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35421EF-84F7-46AE-A241-D921154E9013}"/>
              </a:ext>
            </a:extLst>
          </p:cNvPr>
          <p:cNvSpPr>
            <a:spLocks/>
          </p:cNvSpPr>
          <p:nvPr/>
        </p:nvSpPr>
        <p:spPr>
          <a:xfrm>
            <a:off x="7182200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29DDF608-B405-49DE-98B6-C30FE159EC33}"/>
              </a:ext>
            </a:extLst>
          </p:cNvPr>
          <p:cNvSpPr>
            <a:spLocks/>
          </p:cNvSpPr>
          <p:nvPr/>
        </p:nvSpPr>
        <p:spPr>
          <a:xfrm>
            <a:off x="7188142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B341C5FF-A633-4F3D-9AD0-64D750CFEBD0}"/>
              </a:ext>
            </a:extLst>
          </p:cNvPr>
          <p:cNvSpPr>
            <a:spLocks/>
          </p:cNvSpPr>
          <p:nvPr/>
        </p:nvSpPr>
        <p:spPr>
          <a:xfrm>
            <a:off x="716922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847B79D6-76DF-4AE8-8CF8-9B84303EAE17}"/>
              </a:ext>
            </a:extLst>
          </p:cNvPr>
          <p:cNvSpPr>
            <a:spLocks/>
          </p:cNvSpPr>
          <p:nvPr/>
        </p:nvSpPr>
        <p:spPr>
          <a:xfrm>
            <a:off x="7126595" y="6301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1E36D114-5420-423F-A3E7-0DBA30202066}"/>
              </a:ext>
            </a:extLst>
          </p:cNvPr>
          <p:cNvSpPr>
            <a:spLocks/>
          </p:cNvSpPr>
          <p:nvPr/>
        </p:nvSpPr>
        <p:spPr>
          <a:xfrm>
            <a:off x="714045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5BE6BCF6-6422-4171-B456-782D0A2857EB}"/>
              </a:ext>
            </a:extLst>
          </p:cNvPr>
          <p:cNvSpPr>
            <a:spLocks/>
          </p:cNvSpPr>
          <p:nvPr/>
        </p:nvSpPr>
        <p:spPr>
          <a:xfrm>
            <a:off x="716669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4F082B38-6B7F-4890-BC4C-FDDE85AA1995}"/>
              </a:ext>
            </a:extLst>
          </p:cNvPr>
          <p:cNvSpPr>
            <a:spLocks/>
          </p:cNvSpPr>
          <p:nvPr/>
        </p:nvSpPr>
        <p:spPr>
          <a:xfrm>
            <a:off x="7129408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201C3027-E44B-487F-AA78-1F2A91D204A6}"/>
              </a:ext>
            </a:extLst>
          </p:cNvPr>
          <p:cNvSpPr>
            <a:spLocks/>
          </p:cNvSpPr>
          <p:nvPr/>
        </p:nvSpPr>
        <p:spPr>
          <a:xfrm>
            <a:off x="7198679" y="6329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F04054ED-1A10-4D8D-818F-0254FCEC405F}"/>
              </a:ext>
            </a:extLst>
          </p:cNvPr>
          <p:cNvSpPr>
            <a:spLocks/>
          </p:cNvSpPr>
          <p:nvPr/>
        </p:nvSpPr>
        <p:spPr>
          <a:xfrm>
            <a:off x="714861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270070A5-EA40-4E02-AC84-FC3FC8BF696E}"/>
              </a:ext>
            </a:extLst>
          </p:cNvPr>
          <p:cNvSpPr>
            <a:spLocks/>
          </p:cNvSpPr>
          <p:nvPr/>
        </p:nvSpPr>
        <p:spPr>
          <a:xfrm>
            <a:off x="715974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3407194E-1BB6-4339-86ED-07285B318EF6}"/>
              </a:ext>
            </a:extLst>
          </p:cNvPr>
          <p:cNvSpPr>
            <a:spLocks/>
          </p:cNvSpPr>
          <p:nvPr/>
        </p:nvSpPr>
        <p:spPr>
          <a:xfrm>
            <a:off x="7092765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89627A23-0BE1-4940-94C6-F5F475B6778D}"/>
              </a:ext>
            </a:extLst>
          </p:cNvPr>
          <p:cNvSpPr>
            <a:spLocks/>
          </p:cNvSpPr>
          <p:nvPr/>
        </p:nvSpPr>
        <p:spPr>
          <a:xfrm>
            <a:off x="713151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92E28982-DC4B-47B7-88D2-0F218C8E360C}"/>
              </a:ext>
            </a:extLst>
          </p:cNvPr>
          <p:cNvSpPr>
            <a:spLocks/>
          </p:cNvSpPr>
          <p:nvPr/>
        </p:nvSpPr>
        <p:spPr>
          <a:xfrm>
            <a:off x="7140436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CFAF63B2-3583-4D44-926E-457450D04729}"/>
              </a:ext>
            </a:extLst>
          </p:cNvPr>
          <p:cNvSpPr>
            <a:spLocks/>
          </p:cNvSpPr>
          <p:nvPr/>
        </p:nvSpPr>
        <p:spPr>
          <a:xfrm>
            <a:off x="711626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AF2A35B0-DF0C-43BD-B94F-361EDEA614C1}"/>
              </a:ext>
            </a:extLst>
          </p:cNvPr>
          <p:cNvSpPr>
            <a:spLocks/>
          </p:cNvSpPr>
          <p:nvPr/>
        </p:nvSpPr>
        <p:spPr>
          <a:xfrm>
            <a:off x="711065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018FEA26-3CA8-4671-8F78-FAFAC03F7262}"/>
              </a:ext>
            </a:extLst>
          </p:cNvPr>
          <p:cNvSpPr>
            <a:spLocks/>
          </p:cNvSpPr>
          <p:nvPr/>
        </p:nvSpPr>
        <p:spPr>
          <a:xfrm>
            <a:off x="7209922" y="6623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C7616403-E39E-49E7-9BBA-E63F1AC5D159}"/>
              </a:ext>
            </a:extLst>
          </p:cNvPr>
          <p:cNvSpPr>
            <a:spLocks/>
          </p:cNvSpPr>
          <p:nvPr/>
        </p:nvSpPr>
        <p:spPr>
          <a:xfrm>
            <a:off x="7101051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B1136AAB-5B9C-4237-AC80-AC91FB94F309}"/>
              </a:ext>
            </a:extLst>
          </p:cNvPr>
          <p:cNvSpPr>
            <a:spLocks/>
          </p:cNvSpPr>
          <p:nvPr/>
        </p:nvSpPr>
        <p:spPr>
          <a:xfrm>
            <a:off x="7102351" y="5706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4D604AB8-80A3-47FE-9B7B-92A139A26C64}"/>
              </a:ext>
            </a:extLst>
          </p:cNvPr>
          <p:cNvSpPr>
            <a:spLocks/>
          </p:cNvSpPr>
          <p:nvPr/>
        </p:nvSpPr>
        <p:spPr>
          <a:xfrm>
            <a:off x="718504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E94D2255-F577-4696-8FCA-95E66919EE67}"/>
              </a:ext>
            </a:extLst>
          </p:cNvPr>
          <p:cNvSpPr>
            <a:spLocks/>
          </p:cNvSpPr>
          <p:nvPr/>
        </p:nvSpPr>
        <p:spPr>
          <a:xfrm>
            <a:off x="7100764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7D06C3B8-FC51-44E8-9279-411696D03DCB}"/>
              </a:ext>
            </a:extLst>
          </p:cNvPr>
          <p:cNvSpPr>
            <a:spLocks/>
          </p:cNvSpPr>
          <p:nvPr/>
        </p:nvSpPr>
        <p:spPr>
          <a:xfrm>
            <a:off x="717496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5301C241-6D03-47F5-BB70-9EB31B26D4E7}"/>
              </a:ext>
            </a:extLst>
          </p:cNvPr>
          <p:cNvSpPr>
            <a:spLocks/>
          </p:cNvSpPr>
          <p:nvPr/>
        </p:nvSpPr>
        <p:spPr>
          <a:xfrm>
            <a:off x="709585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C32D8F55-207B-49B9-96D8-AA7528C7852B}"/>
              </a:ext>
            </a:extLst>
          </p:cNvPr>
          <p:cNvSpPr>
            <a:spLocks/>
          </p:cNvSpPr>
          <p:nvPr/>
        </p:nvSpPr>
        <p:spPr>
          <a:xfrm>
            <a:off x="7168499" y="6834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D45D2372-2FAB-4281-B021-DED9476DAA12}"/>
              </a:ext>
            </a:extLst>
          </p:cNvPr>
          <p:cNvSpPr>
            <a:spLocks/>
          </p:cNvSpPr>
          <p:nvPr/>
        </p:nvSpPr>
        <p:spPr>
          <a:xfrm>
            <a:off x="7163122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A720B69F-E549-43E8-8FC4-E80FEBBA7D23}"/>
              </a:ext>
            </a:extLst>
          </p:cNvPr>
          <p:cNvSpPr>
            <a:spLocks/>
          </p:cNvSpPr>
          <p:nvPr/>
        </p:nvSpPr>
        <p:spPr>
          <a:xfrm>
            <a:off x="71884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015C0BD6-3600-48B4-BB47-2E10937F0397}"/>
              </a:ext>
            </a:extLst>
          </p:cNvPr>
          <p:cNvSpPr>
            <a:spLocks/>
          </p:cNvSpPr>
          <p:nvPr/>
        </p:nvSpPr>
        <p:spPr>
          <a:xfrm>
            <a:off x="715117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223AFC84-450A-4AB5-9BAB-66CF382A57F6}"/>
              </a:ext>
            </a:extLst>
          </p:cNvPr>
          <p:cNvSpPr>
            <a:spLocks/>
          </p:cNvSpPr>
          <p:nvPr/>
        </p:nvSpPr>
        <p:spPr>
          <a:xfrm>
            <a:off x="7111564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57EA1EF0-0D4B-4601-BC83-78A7F15728CE}"/>
              </a:ext>
            </a:extLst>
          </p:cNvPr>
          <p:cNvSpPr>
            <a:spLocks/>
          </p:cNvSpPr>
          <p:nvPr/>
        </p:nvSpPr>
        <p:spPr>
          <a:xfrm>
            <a:off x="7204089" y="6767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A93DE1C-7EF2-4194-8196-A6FE7AAFFDA1}"/>
              </a:ext>
            </a:extLst>
          </p:cNvPr>
          <p:cNvSpPr>
            <a:spLocks/>
          </p:cNvSpPr>
          <p:nvPr/>
        </p:nvSpPr>
        <p:spPr>
          <a:xfrm>
            <a:off x="7098481" y="59802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A3B8283D-BD50-4BDE-A755-BB8F243B0172}"/>
              </a:ext>
            </a:extLst>
          </p:cNvPr>
          <p:cNvSpPr>
            <a:spLocks/>
          </p:cNvSpPr>
          <p:nvPr/>
        </p:nvSpPr>
        <p:spPr>
          <a:xfrm>
            <a:off x="718866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CADE8565-FF3A-4C4F-BB01-0279D977AE0B}"/>
              </a:ext>
            </a:extLst>
          </p:cNvPr>
          <p:cNvSpPr>
            <a:spLocks/>
          </p:cNvSpPr>
          <p:nvPr/>
        </p:nvSpPr>
        <p:spPr>
          <a:xfrm>
            <a:off x="7094522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72B98929-6356-4CE7-A90D-46C83EFA7B01}"/>
              </a:ext>
            </a:extLst>
          </p:cNvPr>
          <p:cNvSpPr>
            <a:spLocks/>
          </p:cNvSpPr>
          <p:nvPr/>
        </p:nvSpPr>
        <p:spPr>
          <a:xfrm>
            <a:off x="716239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DB87F316-0FCC-45CE-8E40-5979D9142EB6}"/>
              </a:ext>
            </a:extLst>
          </p:cNvPr>
          <p:cNvSpPr>
            <a:spLocks/>
          </p:cNvSpPr>
          <p:nvPr/>
        </p:nvSpPr>
        <p:spPr>
          <a:xfrm>
            <a:off x="70974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34C59835-3836-4951-8D36-74E55D386F6C}"/>
              </a:ext>
            </a:extLst>
          </p:cNvPr>
          <p:cNvSpPr>
            <a:spLocks/>
          </p:cNvSpPr>
          <p:nvPr/>
        </p:nvSpPr>
        <p:spPr>
          <a:xfrm>
            <a:off x="7189093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5CA9B0C1-152F-4E50-B70B-3E24595EB24A}"/>
              </a:ext>
            </a:extLst>
          </p:cNvPr>
          <p:cNvSpPr>
            <a:spLocks/>
          </p:cNvSpPr>
          <p:nvPr/>
        </p:nvSpPr>
        <p:spPr>
          <a:xfrm>
            <a:off x="7195410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A09640C8-62EE-4FD1-B286-FB03D2B27BF4}"/>
              </a:ext>
            </a:extLst>
          </p:cNvPr>
          <p:cNvSpPr>
            <a:spLocks/>
          </p:cNvSpPr>
          <p:nvPr/>
        </p:nvSpPr>
        <p:spPr>
          <a:xfrm>
            <a:off x="7170269" y="67840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BB05B61-E94E-4187-A381-850363F8EEA4}"/>
              </a:ext>
            </a:extLst>
          </p:cNvPr>
          <p:cNvSpPr>
            <a:spLocks/>
          </p:cNvSpPr>
          <p:nvPr/>
        </p:nvSpPr>
        <p:spPr>
          <a:xfrm>
            <a:off x="712355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7662DECC-5BF4-4D5E-A965-41744401DBB3}"/>
              </a:ext>
            </a:extLst>
          </p:cNvPr>
          <p:cNvSpPr>
            <a:spLocks/>
          </p:cNvSpPr>
          <p:nvPr/>
        </p:nvSpPr>
        <p:spPr>
          <a:xfrm>
            <a:off x="720909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ACE8F064-614C-4159-83FC-91BABAF9D996}"/>
              </a:ext>
            </a:extLst>
          </p:cNvPr>
          <p:cNvSpPr>
            <a:spLocks/>
          </p:cNvSpPr>
          <p:nvPr/>
        </p:nvSpPr>
        <p:spPr>
          <a:xfrm>
            <a:off x="7185218" y="66692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2902EF14-C40F-47F4-904F-B4ADCBE135C8}"/>
              </a:ext>
            </a:extLst>
          </p:cNvPr>
          <p:cNvSpPr>
            <a:spLocks/>
          </p:cNvSpPr>
          <p:nvPr/>
        </p:nvSpPr>
        <p:spPr>
          <a:xfrm>
            <a:off x="715087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5F765AB9-8893-4634-BA28-10A33407AE5B}"/>
              </a:ext>
            </a:extLst>
          </p:cNvPr>
          <p:cNvSpPr>
            <a:spLocks/>
          </p:cNvSpPr>
          <p:nvPr/>
        </p:nvSpPr>
        <p:spPr>
          <a:xfrm>
            <a:off x="7209037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6C018E3C-5154-48CC-BAF1-A1C0377BCF2C}"/>
              </a:ext>
            </a:extLst>
          </p:cNvPr>
          <p:cNvSpPr>
            <a:spLocks/>
          </p:cNvSpPr>
          <p:nvPr/>
        </p:nvSpPr>
        <p:spPr>
          <a:xfrm>
            <a:off x="715965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A806B07F-F482-4884-BF04-E3F450E8A393}"/>
              </a:ext>
            </a:extLst>
          </p:cNvPr>
          <p:cNvSpPr>
            <a:spLocks/>
          </p:cNvSpPr>
          <p:nvPr/>
        </p:nvSpPr>
        <p:spPr>
          <a:xfrm>
            <a:off x="7138642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BA40A67D-2D90-4844-9F19-471984439E37}"/>
              </a:ext>
            </a:extLst>
          </p:cNvPr>
          <p:cNvSpPr>
            <a:spLocks/>
          </p:cNvSpPr>
          <p:nvPr/>
        </p:nvSpPr>
        <p:spPr>
          <a:xfrm>
            <a:off x="716304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9A5DFF60-5E4F-481C-9B95-4DA3D0BE4568}"/>
              </a:ext>
            </a:extLst>
          </p:cNvPr>
          <p:cNvSpPr>
            <a:spLocks/>
          </p:cNvSpPr>
          <p:nvPr/>
        </p:nvSpPr>
        <p:spPr>
          <a:xfrm>
            <a:off x="7106716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59D86D9D-5A48-40C1-AD02-267509D74280}"/>
              </a:ext>
            </a:extLst>
          </p:cNvPr>
          <p:cNvSpPr>
            <a:spLocks/>
          </p:cNvSpPr>
          <p:nvPr/>
        </p:nvSpPr>
        <p:spPr>
          <a:xfrm>
            <a:off x="7122376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6DF58397-8EE2-4EC0-A691-2CF32A457E11}"/>
              </a:ext>
            </a:extLst>
          </p:cNvPr>
          <p:cNvSpPr>
            <a:spLocks/>
          </p:cNvSpPr>
          <p:nvPr/>
        </p:nvSpPr>
        <p:spPr>
          <a:xfrm>
            <a:off x="7209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EBA38DD6-E68E-4593-BA45-1CC51C8045FA}"/>
              </a:ext>
            </a:extLst>
          </p:cNvPr>
          <p:cNvSpPr>
            <a:spLocks/>
          </p:cNvSpPr>
          <p:nvPr/>
        </p:nvSpPr>
        <p:spPr>
          <a:xfrm>
            <a:off x="712089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C988D18C-B6CB-49B7-ADC3-0BFDF5EC3F96}"/>
              </a:ext>
            </a:extLst>
          </p:cNvPr>
          <p:cNvSpPr>
            <a:spLocks/>
          </p:cNvSpPr>
          <p:nvPr/>
        </p:nvSpPr>
        <p:spPr>
          <a:xfrm>
            <a:off x="715441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7CE636D4-5BC8-43D9-B81F-FAF540F32C63}"/>
              </a:ext>
            </a:extLst>
          </p:cNvPr>
          <p:cNvSpPr>
            <a:spLocks/>
          </p:cNvSpPr>
          <p:nvPr/>
        </p:nvSpPr>
        <p:spPr>
          <a:xfrm>
            <a:off x="71810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390238F0-F036-46E8-A9E9-60A323E1C5E2}"/>
              </a:ext>
            </a:extLst>
          </p:cNvPr>
          <p:cNvSpPr>
            <a:spLocks/>
          </p:cNvSpPr>
          <p:nvPr/>
        </p:nvSpPr>
        <p:spPr>
          <a:xfrm>
            <a:off x="7140324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B9B54C8D-2FA5-4B8B-9FAD-15530266F831}"/>
              </a:ext>
            </a:extLst>
          </p:cNvPr>
          <p:cNvSpPr>
            <a:spLocks/>
          </p:cNvSpPr>
          <p:nvPr/>
        </p:nvSpPr>
        <p:spPr>
          <a:xfrm>
            <a:off x="7157183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757915F3-FEAD-42DC-86A2-1A61C8BDEB72}"/>
              </a:ext>
            </a:extLst>
          </p:cNvPr>
          <p:cNvSpPr>
            <a:spLocks/>
          </p:cNvSpPr>
          <p:nvPr/>
        </p:nvSpPr>
        <p:spPr>
          <a:xfrm>
            <a:off x="7168014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68146BAB-2E8F-4A59-B97E-4C9ED77639B6}"/>
              </a:ext>
            </a:extLst>
          </p:cNvPr>
          <p:cNvSpPr>
            <a:spLocks/>
          </p:cNvSpPr>
          <p:nvPr/>
        </p:nvSpPr>
        <p:spPr>
          <a:xfrm>
            <a:off x="73570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33511FF3-114E-478B-A34D-301486B09F6C}"/>
              </a:ext>
            </a:extLst>
          </p:cNvPr>
          <p:cNvSpPr>
            <a:spLocks/>
          </p:cNvSpPr>
          <p:nvPr/>
        </p:nvSpPr>
        <p:spPr>
          <a:xfrm>
            <a:off x="7422922" y="55554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45A36C0B-4E02-43F0-806B-A1C54778D26E}"/>
              </a:ext>
            </a:extLst>
          </p:cNvPr>
          <p:cNvSpPr>
            <a:spLocks/>
          </p:cNvSpPr>
          <p:nvPr/>
        </p:nvSpPr>
        <p:spPr>
          <a:xfrm>
            <a:off x="741369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F871F905-C4F5-4392-B858-745ABE15A912}"/>
              </a:ext>
            </a:extLst>
          </p:cNvPr>
          <p:cNvSpPr>
            <a:spLocks/>
          </p:cNvSpPr>
          <p:nvPr/>
        </p:nvSpPr>
        <p:spPr>
          <a:xfrm>
            <a:off x="741521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8432E419-9B04-4112-9420-9922BFE348D9}"/>
              </a:ext>
            </a:extLst>
          </p:cNvPr>
          <p:cNvSpPr>
            <a:spLocks/>
          </p:cNvSpPr>
          <p:nvPr/>
        </p:nvSpPr>
        <p:spPr>
          <a:xfrm>
            <a:off x="739262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A24C1760-F35B-4E02-A252-F26B5F94D6B7}"/>
              </a:ext>
            </a:extLst>
          </p:cNvPr>
          <p:cNvSpPr>
            <a:spLocks/>
          </p:cNvSpPr>
          <p:nvPr/>
        </p:nvSpPr>
        <p:spPr>
          <a:xfrm>
            <a:off x="7426115" y="591968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BF59B79D-8450-41A9-8F7D-02CFF927E16F}"/>
              </a:ext>
            </a:extLst>
          </p:cNvPr>
          <p:cNvSpPr>
            <a:spLocks/>
          </p:cNvSpPr>
          <p:nvPr/>
        </p:nvSpPr>
        <p:spPr>
          <a:xfrm>
            <a:off x="735541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1CE16FBA-00FB-403E-BAE5-E12FA7A34E2D}"/>
              </a:ext>
            </a:extLst>
          </p:cNvPr>
          <p:cNvSpPr>
            <a:spLocks/>
          </p:cNvSpPr>
          <p:nvPr/>
        </p:nvSpPr>
        <p:spPr>
          <a:xfrm>
            <a:off x="7391806" y="62079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0329F80A-7FEC-4391-BC84-FEA74E7A5621}"/>
              </a:ext>
            </a:extLst>
          </p:cNvPr>
          <p:cNvSpPr>
            <a:spLocks/>
          </p:cNvSpPr>
          <p:nvPr/>
        </p:nvSpPr>
        <p:spPr>
          <a:xfrm>
            <a:off x="74591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2030DC47-6F81-4844-BAAF-09F34753A5B5}"/>
              </a:ext>
            </a:extLst>
          </p:cNvPr>
          <p:cNvSpPr>
            <a:spLocks/>
          </p:cNvSpPr>
          <p:nvPr/>
        </p:nvSpPr>
        <p:spPr>
          <a:xfrm>
            <a:off x="739138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5F9C82FD-E09F-4F2E-A7A8-C471E5376D25}"/>
              </a:ext>
            </a:extLst>
          </p:cNvPr>
          <p:cNvSpPr>
            <a:spLocks/>
          </p:cNvSpPr>
          <p:nvPr/>
        </p:nvSpPr>
        <p:spPr>
          <a:xfrm>
            <a:off x="739944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98423C7D-F38F-40FB-BEB9-4874A396C6BD}"/>
              </a:ext>
            </a:extLst>
          </p:cNvPr>
          <p:cNvSpPr>
            <a:spLocks/>
          </p:cNvSpPr>
          <p:nvPr/>
        </p:nvSpPr>
        <p:spPr>
          <a:xfrm>
            <a:off x="7353061" y="57290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25D2B01F-6E82-4729-970D-5B1048C5BE96}"/>
              </a:ext>
            </a:extLst>
          </p:cNvPr>
          <p:cNvSpPr>
            <a:spLocks/>
          </p:cNvSpPr>
          <p:nvPr/>
        </p:nvSpPr>
        <p:spPr>
          <a:xfrm>
            <a:off x="73686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AAF698E4-9C58-448A-804E-E968D30F0421}"/>
              </a:ext>
            </a:extLst>
          </p:cNvPr>
          <p:cNvSpPr>
            <a:spLocks/>
          </p:cNvSpPr>
          <p:nvPr/>
        </p:nvSpPr>
        <p:spPr>
          <a:xfrm>
            <a:off x="7418693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B39D363A-9AD9-46A3-99C3-7DC7B58C1455}"/>
              </a:ext>
            </a:extLst>
          </p:cNvPr>
          <p:cNvSpPr>
            <a:spLocks/>
          </p:cNvSpPr>
          <p:nvPr/>
        </p:nvSpPr>
        <p:spPr>
          <a:xfrm>
            <a:off x="74496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6AF6F24E-1B85-45C7-BDF8-1695A1459FB9}"/>
              </a:ext>
            </a:extLst>
          </p:cNvPr>
          <p:cNvSpPr>
            <a:spLocks/>
          </p:cNvSpPr>
          <p:nvPr/>
        </p:nvSpPr>
        <p:spPr>
          <a:xfrm>
            <a:off x="743884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F1E36CCE-EF93-42B0-A154-58965C608F41}"/>
              </a:ext>
            </a:extLst>
          </p:cNvPr>
          <p:cNvSpPr>
            <a:spLocks/>
          </p:cNvSpPr>
          <p:nvPr/>
        </p:nvSpPr>
        <p:spPr>
          <a:xfrm>
            <a:off x="741206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0F444A72-41B2-4F75-8805-94A8F27A4022}"/>
              </a:ext>
            </a:extLst>
          </p:cNvPr>
          <p:cNvSpPr>
            <a:spLocks/>
          </p:cNvSpPr>
          <p:nvPr/>
        </p:nvSpPr>
        <p:spPr>
          <a:xfrm>
            <a:off x="73716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44AB8278-184D-4545-AEA6-21271B4C37D0}"/>
              </a:ext>
            </a:extLst>
          </p:cNvPr>
          <p:cNvSpPr>
            <a:spLocks/>
          </p:cNvSpPr>
          <p:nvPr/>
        </p:nvSpPr>
        <p:spPr>
          <a:xfrm>
            <a:off x="7410151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CB1BAB4C-8969-42CE-933A-8E18ACA44B70}"/>
              </a:ext>
            </a:extLst>
          </p:cNvPr>
          <p:cNvSpPr>
            <a:spLocks/>
          </p:cNvSpPr>
          <p:nvPr/>
        </p:nvSpPr>
        <p:spPr>
          <a:xfrm>
            <a:off x="741898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E8609049-C481-436A-AC18-100A2CE86E73}"/>
              </a:ext>
            </a:extLst>
          </p:cNvPr>
          <p:cNvSpPr>
            <a:spLocks/>
          </p:cNvSpPr>
          <p:nvPr/>
        </p:nvSpPr>
        <p:spPr>
          <a:xfrm>
            <a:off x="737342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316C28BD-DA35-461A-BECA-1B797E989C48}"/>
              </a:ext>
            </a:extLst>
          </p:cNvPr>
          <p:cNvSpPr>
            <a:spLocks/>
          </p:cNvSpPr>
          <p:nvPr/>
        </p:nvSpPr>
        <p:spPr>
          <a:xfrm>
            <a:off x="74057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614063DC-4AF0-456C-8BCD-105111282E13}"/>
              </a:ext>
            </a:extLst>
          </p:cNvPr>
          <p:cNvSpPr>
            <a:spLocks/>
          </p:cNvSpPr>
          <p:nvPr/>
        </p:nvSpPr>
        <p:spPr>
          <a:xfrm>
            <a:off x="73679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0C040065-AA72-4458-851B-A538B3C51AAA}"/>
              </a:ext>
            </a:extLst>
          </p:cNvPr>
          <p:cNvSpPr>
            <a:spLocks/>
          </p:cNvSpPr>
          <p:nvPr/>
        </p:nvSpPr>
        <p:spPr>
          <a:xfrm>
            <a:off x="741380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63C54C1F-126D-4A0B-A2DC-EF3FEC99724C}"/>
              </a:ext>
            </a:extLst>
          </p:cNvPr>
          <p:cNvSpPr>
            <a:spLocks/>
          </p:cNvSpPr>
          <p:nvPr/>
        </p:nvSpPr>
        <p:spPr>
          <a:xfrm>
            <a:off x="737446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286FAFC2-5060-43A1-9E98-AFC22AC2B396}"/>
              </a:ext>
            </a:extLst>
          </p:cNvPr>
          <p:cNvSpPr>
            <a:spLocks/>
          </p:cNvSpPr>
          <p:nvPr/>
        </p:nvSpPr>
        <p:spPr>
          <a:xfrm>
            <a:off x="735475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FBA5BDCD-8A26-49DB-B867-4B1D9EDACD31}"/>
              </a:ext>
            </a:extLst>
          </p:cNvPr>
          <p:cNvSpPr>
            <a:spLocks/>
          </p:cNvSpPr>
          <p:nvPr/>
        </p:nvSpPr>
        <p:spPr>
          <a:xfrm>
            <a:off x="7403374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39245170-CEC4-4373-B6CF-C6881FC8BEDF}"/>
              </a:ext>
            </a:extLst>
          </p:cNvPr>
          <p:cNvSpPr>
            <a:spLocks/>
          </p:cNvSpPr>
          <p:nvPr/>
        </p:nvSpPr>
        <p:spPr>
          <a:xfrm>
            <a:off x="741324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6E34A1E5-A228-472B-BC2D-3FD95EB6F050}"/>
              </a:ext>
            </a:extLst>
          </p:cNvPr>
          <p:cNvSpPr>
            <a:spLocks/>
          </p:cNvSpPr>
          <p:nvPr/>
        </p:nvSpPr>
        <p:spPr>
          <a:xfrm>
            <a:off x="746318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39163777-6FF2-4AA5-8DC4-5C968EC5D805}"/>
              </a:ext>
            </a:extLst>
          </p:cNvPr>
          <p:cNvSpPr>
            <a:spLocks/>
          </p:cNvSpPr>
          <p:nvPr/>
        </p:nvSpPr>
        <p:spPr>
          <a:xfrm>
            <a:off x="745399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1327D6B5-2450-4CD9-9135-1D6C2EBEFC7C}"/>
              </a:ext>
            </a:extLst>
          </p:cNvPr>
          <p:cNvSpPr>
            <a:spLocks/>
          </p:cNvSpPr>
          <p:nvPr/>
        </p:nvSpPr>
        <p:spPr>
          <a:xfrm>
            <a:off x="73919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9E146F3A-A8A2-45CC-8784-6CE9A96D425B}"/>
              </a:ext>
            </a:extLst>
          </p:cNvPr>
          <p:cNvSpPr>
            <a:spLocks/>
          </p:cNvSpPr>
          <p:nvPr/>
        </p:nvSpPr>
        <p:spPr>
          <a:xfrm>
            <a:off x="74008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62942D3-1F2C-459C-98B8-93E6D863089B}"/>
              </a:ext>
            </a:extLst>
          </p:cNvPr>
          <p:cNvSpPr>
            <a:spLocks/>
          </p:cNvSpPr>
          <p:nvPr/>
        </p:nvSpPr>
        <p:spPr>
          <a:xfrm>
            <a:off x="741904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CC8A69B7-DA17-4E3D-8FF5-A83B7AA34F31}"/>
              </a:ext>
            </a:extLst>
          </p:cNvPr>
          <p:cNvSpPr>
            <a:spLocks/>
          </p:cNvSpPr>
          <p:nvPr/>
        </p:nvSpPr>
        <p:spPr>
          <a:xfrm>
            <a:off x="73828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A7FEE6D7-7731-4D16-AAB1-BA35A7729A86}"/>
              </a:ext>
            </a:extLst>
          </p:cNvPr>
          <p:cNvSpPr>
            <a:spLocks/>
          </p:cNvSpPr>
          <p:nvPr/>
        </p:nvSpPr>
        <p:spPr>
          <a:xfrm>
            <a:off x="736183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69DB11EF-F791-4ECB-B668-88C00C1FC56C}"/>
              </a:ext>
            </a:extLst>
          </p:cNvPr>
          <p:cNvSpPr>
            <a:spLocks/>
          </p:cNvSpPr>
          <p:nvPr/>
        </p:nvSpPr>
        <p:spPr>
          <a:xfrm>
            <a:off x="7419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A7ECC9D4-2080-4D79-8CCC-3CCCF48FA211}"/>
              </a:ext>
            </a:extLst>
          </p:cNvPr>
          <p:cNvSpPr>
            <a:spLocks/>
          </p:cNvSpPr>
          <p:nvPr/>
        </p:nvSpPr>
        <p:spPr>
          <a:xfrm>
            <a:off x="743225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9ED6D711-1504-4F51-9BDA-5A775B08DA38}"/>
              </a:ext>
            </a:extLst>
          </p:cNvPr>
          <p:cNvSpPr>
            <a:spLocks/>
          </p:cNvSpPr>
          <p:nvPr/>
        </p:nvSpPr>
        <p:spPr>
          <a:xfrm>
            <a:off x="7413666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447109EC-A10F-4C74-97B5-D94C7E4DEABC}"/>
              </a:ext>
            </a:extLst>
          </p:cNvPr>
          <p:cNvSpPr>
            <a:spLocks/>
          </p:cNvSpPr>
          <p:nvPr/>
        </p:nvSpPr>
        <p:spPr>
          <a:xfrm>
            <a:off x="746618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1FA8224F-86AB-4C5D-A2A6-B2CA8DC6D127}"/>
              </a:ext>
            </a:extLst>
          </p:cNvPr>
          <p:cNvSpPr>
            <a:spLocks/>
          </p:cNvSpPr>
          <p:nvPr/>
        </p:nvSpPr>
        <p:spPr>
          <a:xfrm>
            <a:off x="73747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0549011F-E6D4-45BF-84BF-ACB91502E43F}"/>
              </a:ext>
            </a:extLst>
          </p:cNvPr>
          <p:cNvSpPr>
            <a:spLocks/>
          </p:cNvSpPr>
          <p:nvPr/>
        </p:nvSpPr>
        <p:spPr>
          <a:xfrm>
            <a:off x="7452458" y="63132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78A0C689-6FE2-4C32-AD79-4AB63ED2D741}"/>
              </a:ext>
            </a:extLst>
          </p:cNvPr>
          <p:cNvSpPr>
            <a:spLocks/>
          </p:cNvSpPr>
          <p:nvPr/>
        </p:nvSpPr>
        <p:spPr>
          <a:xfrm>
            <a:off x="740170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F98BA1BE-FEE4-42AD-ABDF-5C4BD8471030}"/>
              </a:ext>
            </a:extLst>
          </p:cNvPr>
          <p:cNvSpPr>
            <a:spLocks/>
          </p:cNvSpPr>
          <p:nvPr/>
        </p:nvSpPr>
        <p:spPr>
          <a:xfrm>
            <a:off x="73654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4240CA3B-225F-4834-9624-6D6293FE692E}"/>
              </a:ext>
            </a:extLst>
          </p:cNvPr>
          <p:cNvSpPr>
            <a:spLocks/>
          </p:cNvSpPr>
          <p:nvPr/>
        </p:nvSpPr>
        <p:spPr>
          <a:xfrm>
            <a:off x="740884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0F9A434A-29F4-4A02-9A31-2A6D32161037}"/>
              </a:ext>
            </a:extLst>
          </p:cNvPr>
          <p:cNvSpPr>
            <a:spLocks/>
          </p:cNvSpPr>
          <p:nvPr/>
        </p:nvSpPr>
        <p:spPr>
          <a:xfrm>
            <a:off x="74132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09BA713B-3DD9-40C6-8A13-26E211CD6595}"/>
              </a:ext>
            </a:extLst>
          </p:cNvPr>
          <p:cNvSpPr>
            <a:spLocks/>
          </p:cNvSpPr>
          <p:nvPr/>
        </p:nvSpPr>
        <p:spPr>
          <a:xfrm>
            <a:off x="73659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E4551111-99DB-4397-8AF0-466047B05866}"/>
              </a:ext>
            </a:extLst>
          </p:cNvPr>
          <p:cNvSpPr>
            <a:spLocks/>
          </p:cNvSpPr>
          <p:nvPr/>
        </p:nvSpPr>
        <p:spPr>
          <a:xfrm>
            <a:off x="73849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248FD0B8-611F-4C92-9FAC-386AC8CCB369}"/>
              </a:ext>
            </a:extLst>
          </p:cNvPr>
          <p:cNvSpPr>
            <a:spLocks/>
          </p:cNvSpPr>
          <p:nvPr/>
        </p:nvSpPr>
        <p:spPr>
          <a:xfrm>
            <a:off x="735775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C244479F-FF6B-43FB-B01E-3A2299B1F158}"/>
              </a:ext>
            </a:extLst>
          </p:cNvPr>
          <p:cNvSpPr>
            <a:spLocks/>
          </p:cNvSpPr>
          <p:nvPr/>
        </p:nvSpPr>
        <p:spPr>
          <a:xfrm>
            <a:off x="7410450" y="52419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DDA51A25-85E4-4765-AB03-B71DF4449827}"/>
              </a:ext>
            </a:extLst>
          </p:cNvPr>
          <p:cNvSpPr>
            <a:spLocks/>
          </p:cNvSpPr>
          <p:nvPr/>
        </p:nvSpPr>
        <p:spPr>
          <a:xfrm>
            <a:off x="740241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35383D0F-7A1C-4A3B-BD28-986A8DC02B8D}"/>
              </a:ext>
            </a:extLst>
          </p:cNvPr>
          <p:cNvSpPr>
            <a:spLocks/>
          </p:cNvSpPr>
          <p:nvPr/>
        </p:nvSpPr>
        <p:spPr>
          <a:xfrm>
            <a:off x="735793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2852E2C5-76B7-4F5E-A7B4-81742CE904F5}"/>
              </a:ext>
            </a:extLst>
          </p:cNvPr>
          <p:cNvSpPr>
            <a:spLocks/>
          </p:cNvSpPr>
          <p:nvPr/>
        </p:nvSpPr>
        <p:spPr>
          <a:xfrm>
            <a:off x="742816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5F8BAF9D-7A24-4B41-99CF-0BC2897E1076}"/>
              </a:ext>
            </a:extLst>
          </p:cNvPr>
          <p:cNvSpPr>
            <a:spLocks/>
          </p:cNvSpPr>
          <p:nvPr/>
        </p:nvSpPr>
        <p:spPr>
          <a:xfrm>
            <a:off x="74176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328DF716-45EF-48A3-8F4E-FF921678BD08}"/>
              </a:ext>
            </a:extLst>
          </p:cNvPr>
          <p:cNvSpPr>
            <a:spLocks/>
          </p:cNvSpPr>
          <p:nvPr/>
        </p:nvSpPr>
        <p:spPr>
          <a:xfrm>
            <a:off x="738419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B8266C24-24BA-4E08-BB59-A36BADA3E77E}"/>
              </a:ext>
            </a:extLst>
          </p:cNvPr>
          <p:cNvSpPr>
            <a:spLocks/>
          </p:cNvSpPr>
          <p:nvPr/>
        </p:nvSpPr>
        <p:spPr>
          <a:xfrm>
            <a:off x="74353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1F7EEEA3-5EB5-4BB4-9B22-1A5CE667D740}"/>
              </a:ext>
            </a:extLst>
          </p:cNvPr>
          <p:cNvSpPr>
            <a:spLocks/>
          </p:cNvSpPr>
          <p:nvPr/>
        </p:nvSpPr>
        <p:spPr>
          <a:xfrm>
            <a:off x="74225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11E9588B-2DE8-486C-A87E-7D06F71BF569}"/>
              </a:ext>
            </a:extLst>
          </p:cNvPr>
          <p:cNvSpPr>
            <a:spLocks/>
          </p:cNvSpPr>
          <p:nvPr/>
        </p:nvSpPr>
        <p:spPr>
          <a:xfrm>
            <a:off x="7447128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4B44D3BE-DD72-40C4-8A1D-295D0332E684}"/>
              </a:ext>
            </a:extLst>
          </p:cNvPr>
          <p:cNvSpPr>
            <a:spLocks/>
          </p:cNvSpPr>
          <p:nvPr/>
        </p:nvSpPr>
        <p:spPr>
          <a:xfrm>
            <a:off x="74019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D0F8098-9BB9-491C-9E88-BDBA6EB816DF}"/>
              </a:ext>
            </a:extLst>
          </p:cNvPr>
          <p:cNvSpPr>
            <a:spLocks/>
          </p:cNvSpPr>
          <p:nvPr/>
        </p:nvSpPr>
        <p:spPr>
          <a:xfrm>
            <a:off x="7387491" y="59926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93B2DE4A-A797-42E2-AB25-EE4DB0B00AEB}"/>
              </a:ext>
            </a:extLst>
          </p:cNvPr>
          <p:cNvSpPr>
            <a:spLocks/>
          </p:cNvSpPr>
          <p:nvPr/>
        </p:nvSpPr>
        <p:spPr>
          <a:xfrm>
            <a:off x="73904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CEB12E18-5066-4DA7-BE91-1EDE582416B7}"/>
              </a:ext>
            </a:extLst>
          </p:cNvPr>
          <p:cNvSpPr>
            <a:spLocks/>
          </p:cNvSpPr>
          <p:nvPr/>
        </p:nvSpPr>
        <p:spPr>
          <a:xfrm>
            <a:off x="739692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7CBF30BC-A6B0-47A6-ADC7-D8F2F6D7D702}"/>
              </a:ext>
            </a:extLst>
          </p:cNvPr>
          <p:cNvSpPr>
            <a:spLocks/>
          </p:cNvSpPr>
          <p:nvPr/>
        </p:nvSpPr>
        <p:spPr>
          <a:xfrm>
            <a:off x="74198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79DCC79D-A91B-423B-A911-615F7F1E8D3F}"/>
              </a:ext>
            </a:extLst>
          </p:cNvPr>
          <p:cNvSpPr>
            <a:spLocks/>
          </p:cNvSpPr>
          <p:nvPr/>
        </p:nvSpPr>
        <p:spPr>
          <a:xfrm>
            <a:off x="74311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6C4BFF53-3730-42DA-9D99-DA0F1674CD20}"/>
              </a:ext>
            </a:extLst>
          </p:cNvPr>
          <p:cNvSpPr>
            <a:spLocks/>
          </p:cNvSpPr>
          <p:nvPr/>
        </p:nvSpPr>
        <p:spPr>
          <a:xfrm>
            <a:off x="739511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7062787D-1767-45F4-912F-96A2984DD636}"/>
              </a:ext>
            </a:extLst>
          </p:cNvPr>
          <p:cNvSpPr>
            <a:spLocks/>
          </p:cNvSpPr>
          <p:nvPr/>
        </p:nvSpPr>
        <p:spPr>
          <a:xfrm>
            <a:off x="744963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FA24DE80-5E68-458C-A9B6-4B5B00F13566}"/>
              </a:ext>
            </a:extLst>
          </p:cNvPr>
          <p:cNvSpPr>
            <a:spLocks/>
          </p:cNvSpPr>
          <p:nvPr/>
        </p:nvSpPr>
        <p:spPr>
          <a:xfrm>
            <a:off x="742717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CA981DFE-4A54-4128-B7E3-411AFF080111}"/>
              </a:ext>
            </a:extLst>
          </p:cNvPr>
          <p:cNvSpPr>
            <a:spLocks/>
          </p:cNvSpPr>
          <p:nvPr/>
        </p:nvSpPr>
        <p:spPr>
          <a:xfrm>
            <a:off x="745731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95E5D629-D65A-4815-AB54-780D96A22AFF}"/>
              </a:ext>
            </a:extLst>
          </p:cNvPr>
          <p:cNvSpPr>
            <a:spLocks/>
          </p:cNvSpPr>
          <p:nvPr/>
        </p:nvSpPr>
        <p:spPr>
          <a:xfrm>
            <a:off x="745086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8EC2A644-8ACA-46E3-9616-6D41A4034FE6}"/>
              </a:ext>
            </a:extLst>
          </p:cNvPr>
          <p:cNvSpPr>
            <a:spLocks/>
          </p:cNvSpPr>
          <p:nvPr/>
        </p:nvSpPr>
        <p:spPr>
          <a:xfrm>
            <a:off x="7445652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E3D39AEE-74F1-4968-A141-D120E0693853}"/>
              </a:ext>
            </a:extLst>
          </p:cNvPr>
          <p:cNvSpPr>
            <a:spLocks/>
          </p:cNvSpPr>
          <p:nvPr/>
        </p:nvSpPr>
        <p:spPr>
          <a:xfrm>
            <a:off x="73502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8DED603E-AE31-40E5-BE77-9384E1991D0D}"/>
              </a:ext>
            </a:extLst>
          </p:cNvPr>
          <p:cNvSpPr>
            <a:spLocks/>
          </p:cNvSpPr>
          <p:nvPr/>
        </p:nvSpPr>
        <p:spPr>
          <a:xfrm>
            <a:off x="746508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0345033C-40D8-450E-A817-1DC5478A6FF1}"/>
              </a:ext>
            </a:extLst>
          </p:cNvPr>
          <p:cNvSpPr>
            <a:spLocks/>
          </p:cNvSpPr>
          <p:nvPr/>
        </p:nvSpPr>
        <p:spPr>
          <a:xfrm>
            <a:off x="740920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C169A8B3-890C-42B6-8624-8EA621265AF9}"/>
              </a:ext>
            </a:extLst>
          </p:cNvPr>
          <p:cNvSpPr>
            <a:spLocks/>
          </p:cNvSpPr>
          <p:nvPr/>
        </p:nvSpPr>
        <p:spPr>
          <a:xfrm>
            <a:off x="744331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2C81B85D-5592-4D9A-BCB4-510990260B8C}"/>
              </a:ext>
            </a:extLst>
          </p:cNvPr>
          <p:cNvSpPr>
            <a:spLocks/>
          </p:cNvSpPr>
          <p:nvPr/>
        </p:nvSpPr>
        <p:spPr>
          <a:xfrm>
            <a:off x="739626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B200AE3A-3672-468B-8E81-C46CB2381F9E}"/>
              </a:ext>
            </a:extLst>
          </p:cNvPr>
          <p:cNvSpPr>
            <a:spLocks/>
          </p:cNvSpPr>
          <p:nvPr/>
        </p:nvSpPr>
        <p:spPr>
          <a:xfrm>
            <a:off x="7352270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AE02EB96-46A5-4F29-969B-FC67115613C8}"/>
              </a:ext>
            </a:extLst>
          </p:cNvPr>
          <p:cNvSpPr>
            <a:spLocks/>
          </p:cNvSpPr>
          <p:nvPr/>
        </p:nvSpPr>
        <p:spPr>
          <a:xfrm>
            <a:off x="740032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24F64EA0-B08B-4F2D-B515-AEFC51C96CE2}"/>
              </a:ext>
            </a:extLst>
          </p:cNvPr>
          <p:cNvSpPr>
            <a:spLocks/>
          </p:cNvSpPr>
          <p:nvPr/>
        </p:nvSpPr>
        <p:spPr>
          <a:xfrm>
            <a:off x="736192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21BAFF9-8ACF-405B-9298-22A644F5E53D}"/>
              </a:ext>
            </a:extLst>
          </p:cNvPr>
          <p:cNvSpPr>
            <a:spLocks/>
          </p:cNvSpPr>
          <p:nvPr/>
        </p:nvSpPr>
        <p:spPr>
          <a:xfrm>
            <a:off x="738231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CEF7648A-B210-43E0-9DEB-27B0FADE7A0A}"/>
              </a:ext>
            </a:extLst>
          </p:cNvPr>
          <p:cNvSpPr>
            <a:spLocks/>
          </p:cNvSpPr>
          <p:nvPr/>
        </p:nvSpPr>
        <p:spPr>
          <a:xfrm>
            <a:off x="742396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9204E106-F947-4810-8CE7-567605FE3BBE}"/>
              </a:ext>
            </a:extLst>
          </p:cNvPr>
          <p:cNvSpPr>
            <a:spLocks/>
          </p:cNvSpPr>
          <p:nvPr/>
        </p:nvSpPr>
        <p:spPr>
          <a:xfrm>
            <a:off x="7386592" y="5294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9B057EDD-939F-48D0-90DB-74E53726843D}"/>
              </a:ext>
            </a:extLst>
          </p:cNvPr>
          <p:cNvSpPr>
            <a:spLocks/>
          </p:cNvSpPr>
          <p:nvPr/>
        </p:nvSpPr>
        <p:spPr>
          <a:xfrm>
            <a:off x="74469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1A3090C1-9B12-43CC-A7D5-8EDD053856D1}"/>
              </a:ext>
            </a:extLst>
          </p:cNvPr>
          <p:cNvSpPr>
            <a:spLocks/>
          </p:cNvSpPr>
          <p:nvPr/>
        </p:nvSpPr>
        <p:spPr>
          <a:xfrm>
            <a:off x="74616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94EE27DF-EC0F-4663-842D-0E29731BC93B}"/>
              </a:ext>
            </a:extLst>
          </p:cNvPr>
          <p:cNvSpPr>
            <a:spLocks/>
          </p:cNvSpPr>
          <p:nvPr/>
        </p:nvSpPr>
        <p:spPr>
          <a:xfrm>
            <a:off x="7409240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5414F5C4-53A3-4F04-8A04-E85298B165AB}"/>
              </a:ext>
            </a:extLst>
          </p:cNvPr>
          <p:cNvSpPr>
            <a:spLocks/>
          </p:cNvSpPr>
          <p:nvPr/>
        </p:nvSpPr>
        <p:spPr>
          <a:xfrm>
            <a:off x="739224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106F95DA-2FD0-47F3-991A-1577515D5168}"/>
              </a:ext>
            </a:extLst>
          </p:cNvPr>
          <p:cNvSpPr>
            <a:spLocks/>
          </p:cNvSpPr>
          <p:nvPr/>
        </p:nvSpPr>
        <p:spPr>
          <a:xfrm>
            <a:off x="739528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6339560D-858A-426F-8339-42FDFBD53594}"/>
              </a:ext>
            </a:extLst>
          </p:cNvPr>
          <p:cNvSpPr>
            <a:spLocks/>
          </p:cNvSpPr>
          <p:nvPr/>
        </p:nvSpPr>
        <p:spPr>
          <a:xfrm>
            <a:off x="73889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1DBCDEE9-EB12-47E2-9757-0B18CFE55ACD}"/>
              </a:ext>
            </a:extLst>
          </p:cNvPr>
          <p:cNvSpPr>
            <a:spLocks/>
          </p:cNvSpPr>
          <p:nvPr/>
        </p:nvSpPr>
        <p:spPr>
          <a:xfrm>
            <a:off x="745832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3E9DBB8D-E58C-407D-AE59-FCEAC08C72DC}"/>
              </a:ext>
            </a:extLst>
          </p:cNvPr>
          <p:cNvSpPr>
            <a:spLocks/>
          </p:cNvSpPr>
          <p:nvPr/>
        </p:nvSpPr>
        <p:spPr>
          <a:xfrm>
            <a:off x="73683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BFA8F4A-DCBA-4850-B1FB-539FF2B30A8D}"/>
              </a:ext>
            </a:extLst>
          </p:cNvPr>
          <p:cNvSpPr>
            <a:spLocks/>
          </p:cNvSpPr>
          <p:nvPr/>
        </p:nvSpPr>
        <p:spPr>
          <a:xfrm>
            <a:off x="73881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E8788255-3791-41BC-91E6-7BE019181379}"/>
              </a:ext>
            </a:extLst>
          </p:cNvPr>
          <p:cNvSpPr>
            <a:spLocks/>
          </p:cNvSpPr>
          <p:nvPr/>
        </p:nvSpPr>
        <p:spPr>
          <a:xfrm>
            <a:off x="739493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C65A2A0C-2AD0-4232-ACC8-C7A0154E813A}"/>
              </a:ext>
            </a:extLst>
          </p:cNvPr>
          <p:cNvSpPr>
            <a:spLocks/>
          </p:cNvSpPr>
          <p:nvPr/>
        </p:nvSpPr>
        <p:spPr>
          <a:xfrm>
            <a:off x="743212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D707BF98-F143-4DEE-A02C-B1C053B15879}"/>
              </a:ext>
            </a:extLst>
          </p:cNvPr>
          <p:cNvSpPr>
            <a:spLocks/>
          </p:cNvSpPr>
          <p:nvPr/>
        </p:nvSpPr>
        <p:spPr>
          <a:xfrm>
            <a:off x="739818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B951B131-DC70-425E-AAE4-1BF5DAAAC513}"/>
              </a:ext>
            </a:extLst>
          </p:cNvPr>
          <p:cNvSpPr>
            <a:spLocks/>
          </p:cNvSpPr>
          <p:nvPr/>
        </p:nvSpPr>
        <p:spPr>
          <a:xfrm>
            <a:off x="7435819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9F2B0690-E241-4535-813D-9248EEC37E4B}"/>
              </a:ext>
            </a:extLst>
          </p:cNvPr>
          <p:cNvSpPr>
            <a:spLocks/>
          </p:cNvSpPr>
          <p:nvPr/>
        </p:nvSpPr>
        <p:spPr>
          <a:xfrm>
            <a:off x="741987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A13E14CD-660F-45DF-B02A-7170342AD2E1}"/>
              </a:ext>
            </a:extLst>
          </p:cNvPr>
          <p:cNvSpPr>
            <a:spLocks/>
          </p:cNvSpPr>
          <p:nvPr/>
        </p:nvSpPr>
        <p:spPr>
          <a:xfrm>
            <a:off x="76921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4984BADC-9F11-4B66-8669-2FE9DA7E8115}"/>
              </a:ext>
            </a:extLst>
          </p:cNvPr>
          <p:cNvSpPr>
            <a:spLocks/>
          </p:cNvSpPr>
          <p:nvPr/>
        </p:nvSpPr>
        <p:spPr>
          <a:xfrm>
            <a:off x="7692103" y="54485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381DA61F-695A-4B99-8BED-3D623B7FEF6F}"/>
              </a:ext>
            </a:extLst>
          </p:cNvPr>
          <p:cNvSpPr>
            <a:spLocks/>
          </p:cNvSpPr>
          <p:nvPr/>
        </p:nvSpPr>
        <p:spPr>
          <a:xfrm>
            <a:off x="76856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837B4651-F36C-4525-8884-DC33587AC6D3}"/>
              </a:ext>
            </a:extLst>
          </p:cNvPr>
          <p:cNvSpPr>
            <a:spLocks/>
          </p:cNvSpPr>
          <p:nvPr/>
        </p:nvSpPr>
        <p:spPr>
          <a:xfrm>
            <a:off x="76975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2DE778F7-CBC1-4B48-8052-D6FF712E977C}"/>
              </a:ext>
            </a:extLst>
          </p:cNvPr>
          <p:cNvSpPr>
            <a:spLocks/>
          </p:cNvSpPr>
          <p:nvPr/>
        </p:nvSpPr>
        <p:spPr>
          <a:xfrm>
            <a:off x="7646365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2A340BA-FAD5-402A-B2C0-E03F7DC2D014}"/>
              </a:ext>
            </a:extLst>
          </p:cNvPr>
          <p:cNvSpPr>
            <a:spLocks/>
          </p:cNvSpPr>
          <p:nvPr/>
        </p:nvSpPr>
        <p:spPr>
          <a:xfrm>
            <a:off x="7709070" y="60221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C99BD18E-2714-4DA5-AD15-87141676F9F8}"/>
              </a:ext>
            </a:extLst>
          </p:cNvPr>
          <p:cNvSpPr>
            <a:spLocks/>
          </p:cNvSpPr>
          <p:nvPr/>
        </p:nvSpPr>
        <p:spPr>
          <a:xfrm>
            <a:off x="76662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996B2AC2-4A24-4AE1-92B3-B1293C41DCEB}"/>
              </a:ext>
            </a:extLst>
          </p:cNvPr>
          <p:cNvSpPr>
            <a:spLocks/>
          </p:cNvSpPr>
          <p:nvPr/>
        </p:nvSpPr>
        <p:spPr>
          <a:xfrm>
            <a:off x="76102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A1331947-555B-4C58-91A5-D2C0BC741BCE}"/>
              </a:ext>
            </a:extLst>
          </p:cNvPr>
          <p:cNvSpPr>
            <a:spLocks/>
          </p:cNvSpPr>
          <p:nvPr/>
        </p:nvSpPr>
        <p:spPr>
          <a:xfrm>
            <a:off x="759974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BB6C238B-52DF-4668-9CC4-5DE593C3C0CA}"/>
              </a:ext>
            </a:extLst>
          </p:cNvPr>
          <p:cNvSpPr>
            <a:spLocks/>
          </p:cNvSpPr>
          <p:nvPr/>
        </p:nvSpPr>
        <p:spPr>
          <a:xfrm>
            <a:off x="76938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D77F3E5B-6F72-4EFF-832C-6DC2760E1417}"/>
              </a:ext>
            </a:extLst>
          </p:cNvPr>
          <p:cNvSpPr>
            <a:spLocks/>
          </p:cNvSpPr>
          <p:nvPr/>
        </p:nvSpPr>
        <p:spPr>
          <a:xfrm>
            <a:off x="76654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6AFFB711-8AD1-4DB1-B945-530D0B181FC7}"/>
              </a:ext>
            </a:extLst>
          </p:cNvPr>
          <p:cNvSpPr>
            <a:spLocks/>
          </p:cNvSpPr>
          <p:nvPr/>
        </p:nvSpPr>
        <p:spPr>
          <a:xfrm>
            <a:off x="762786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36E4E6BE-C195-49EA-94DF-708B1C4E4D18}"/>
              </a:ext>
            </a:extLst>
          </p:cNvPr>
          <p:cNvSpPr>
            <a:spLocks/>
          </p:cNvSpPr>
          <p:nvPr/>
        </p:nvSpPr>
        <p:spPr>
          <a:xfrm>
            <a:off x="7662268" y="5323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C4BB8F8A-6ADE-49C4-A901-5857FE0457E0}"/>
              </a:ext>
            </a:extLst>
          </p:cNvPr>
          <p:cNvSpPr>
            <a:spLocks/>
          </p:cNvSpPr>
          <p:nvPr/>
        </p:nvSpPr>
        <p:spPr>
          <a:xfrm>
            <a:off x="7667120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9F637060-61B2-4B83-BEAA-2D51422D65C0}"/>
              </a:ext>
            </a:extLst>
          </p:cNvPr>
          <p:cNvSpPr>
            <a:spLocks/>
          </p:cNvSpPr>
          <p:nvPr/>
        </p:nvSpPr>
        <p:spPr>
          <a:xfrm>
            <a:off x="76021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A33800C9-7BA2-4B53-A7E5-7896F5988B2D}"/>
              </a:ext>
            </a:extLst>
          </p:cNvPr>
          <p:cNvSpPr>
            <a:spLocks/>
          </p:cNvSpPr>
          <p:nvPr/>
        </p:nvSpPr>
        <p:spPr>
          <a:xfrm>
            <a:off x="76883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4C2CEDE2-2810-4B4C-8E1D-18E30CDBDBDC}"/>
              </a:ext>
            </a:extLst>
          </p:cNvPr>
          <p:cNvSpPr>
            <a:spLocks/>
          </p:cNvSpPr>
          <p:nvPr/>
        </p:nvSpPr>
        <p:spPr>
          <a:xfrm>
            <a:off x="77089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638C455F-8B22-415A-A0F7-1B54C98F342F}"/>
              </a:ext>
            </a:extLst>
          </p:cNvPr>
          <p:cNvSpPr>
            <a:spLocks/>
          </p:cNvSpPr>
          <p:nvPr/>
        </p:nvSpPr>
        <p:spPr>
          <a:xfrm>
            <a:off x="764981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F20C2478-737A-4226-9085-E950158B6BF3}"/>
              </a:ext>
            </a:extLst>
          </p:cNvPr>
          <p:cNvSpPr>
            <a:spLocks/>
          </p:cNvSpPr>
          <p:nvPr/>
        </p:nvSpPr>
        <p:spPr>
          <a:xfrm>
            <a:off x="7673342" y="54979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74E8C461-BB23-458A-8C7D-4117D9204784}"/>
              </a:ext>
            </a:extLst>
          </p:cNvPr>
          <p:cNvSpPr>
            <a:spLocks/>
          </p:cNvSpPr>
          <p:nvPr/>
        </p:nvSpPr>
        <p:spPr>
          <a:xfrm>
            <a:off x="769356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2DF8D585-43EF-418F-859D-C86248850308}"/>
              </a:ext>
            </a:extLst>
          </p:cNvPr>
          <p:cNvSpPr>
            <a:spLocks/>
          </p:cNvSpPr>
          <p:nvPr/>
        </p:nvSpPr>
        <p:spPr>
          <a:xfrm>
            <a:off x="7622079" y="67237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2C32DBEE-6143-4BF8-8B14-4136F52E3A37}"/>
              </a:ext>
            </a:extLst>
          </p:cNvPr>
          <p:cNvSpPr>
            <a:spLocks/>
          </p:cNvSpPr>
          <p:nvPr/>
        </p:nvSpPr>
        <p:spPr>
          <a:xfrm>
            <a:off x="766800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806412EE-3238-442C-AA42-5FA41AAE0E4A}"/>
              </a:ext>
            </a:extLst>
          </p:cNvPr>
          <p:cNvSpPr>
            <a:spLocks/>
          </p:cNvSpPr>
          <p:nvPr/>
        </p:nvSpPr>
        <p:spPr>
          <a:xfrm>
            <a:off x="77173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4D11E69F-DCE2-42AF-852F-AF0909614EA8}"/>
              </a:ext>
            </a:extLst>
          </p:cNvPr>
          <p:cNvSpPr>
            <a:spLocks/>
          </p:cNvSpPr>
          <p:nvPr/>
        </p:nvSpPr>
        <p:spPr>
          <a:xfrm>
            <a:off x="7624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C4EE34B1-A21A-4ABA-A01C-381FF7F56B36}"/>
              </a:ext>
            </a:extLst>
          </p:cNvPr>
          <p:cNvSpPr>
            <a:spLocks/>
          </p:cNvSpPr>
          <p:nvPr/>
        </p:nvSpPr>
        <p:spPr>
          <a:xfrm>
            <a:off x="76567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FAF9BC93-95E5-487B-B362-C0758C1CB5B1}"/>
              </a:ext>
            </a:extLst>
          </p:cNvPr>
          <p:cNvSpPr>
            <a:spLocks/>
          </p:cNvSpPr>
          <p:nvPr/>
        </p:nvSpPr>
        <p:spPr>
          <a:xfrm>
            <a:off x="763310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70E365A6-F3DA-4E06-AEE8-697C9EB2DB1F}"/>
              </a:ext>
            </a:extLst>
          </p:cNvPr>
          <p:cNvSpPr>
            <a:spLocks/>
          </p:cNvSpPr>
          <p:nvPr/>
        </p:nvSpPr>
        <p:spPr>
          <a:xfrm>
            <a:off x="76626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26438A0B-4DBF-4F1A-AF74-042381B208B2}"/>
              </a:ext>
            </a:extLst>
          </p:cNvPr>
          <p:cNvSpPr>
            <a:spLocks/>
          </p:cNvSpPr>
          <p:nvPr/>
        </p:nvSpPr>
        <p:spPr>
          <a:xfrm>
            <a:off x="76875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B7AF5DAA-F933-4CA7-9752-29B84DDD6846}"/>
              </a:ext>
            </a:extLst>
          </p:cNvPr>
          <p:cNvSpPr>
            <a:spLocks/>
          </p:cNvSpPr>
          <p:nvPr/>
        </p:nvSpPr>
        <p:spPr>
          <a:xfrm>
            <a:off x="76753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13A6CF47-F492-4A3B-B903-76FE6B937D6A}"/>
              </a:ext>
            </a:extLst>
          </p:cNvPr>
          <p:cNvSpPr>
            <a:spLocks/>
          </p:cNvSpPr>
          <p:nvPr/>
        </p:nvSpPr>
        <p:spPr>
          <a:xfrm>
            <a:off x="764551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E635C0C2-CD8C-422C-B06A-E2F145975C4F}"/>
              </a:ext>
            </a:extLst>
          </p:cNvPr>
          <p:cNvSpPr>
            <a:spLocks/>
          </p:cNvSpPr>
          <p:nvPr/>
        </p:nvSpPr>
        <p:spPr>
          <a:xfrm>
            <a:off x="765846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6C3F3E2E-F8BC-49F0-BCEA-3554AE81788C}"/>
              </a:ext>
            </a:extLst>
          </p:cNvPr>
          <p:cNvSpPr>
            <a:spLocks/>
          </p:cNvSpPr>
          <p:nvPr/>
        </p:nvSpPr>
        <p:spPr>
          <a:xfrm>
            <a:off x="76116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D99F3298-EBC7-4718-B21A-F1898126FD19}"/>
              </a:ext>
            </a:extLst>
          </p:cNvPr>
          <p:cNvSpPr>
            <a:spLocks/>
          </p:cNvSpPr>
          <p:nvPr/>
        </p:nvSpPr>
        <p:spPr>
          <a:xfrm>
            <a:off x="7705091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686EB929-F944-4FF9-BB7A-D7F84744ECDC}"/>
              </a:ext>
            </a:extLst>
          </p:cNvPr>
          <p:cNvSpPr>
            <a:spLocks/>
          </p:cNvSpPr>
          <p:nvPr/>
        </p:nvSpPr>
        <p:spPr>
          <a:xfrm>
            <a:off x="76054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47CFA42A-93C1-485C-8067-7672DD0B88DC}"/>
              </a:ext>
            </a:extLst>
          </p:cNvPr>
          <p:cNvSpPr>
            <a:spLocks/>
          </p:cNvSpPr>
          <p:nvPr/>
        </p:nvSpPr>
        <p:spPr>
          <a:xfrm>
            <a:off x="766091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FC4432C1-0BCA-4B3C-9D42-C29AF67EACE1}"/>
              </a:ext>
            </a:extLst>
          </p:cNvPr>
          <p:cNvSpPr>
            <a:spLocks/>
          </p:cNvSpPr>
          <p:nvPr/>
        </p:nvSpPr>
        <p:spPr>
          <a:xfrm>
            <a:off x="763411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9097A7B3-6989-4229-BC85-1F9CD86373BC}"/>
              </a:ext>
            </a:extLst>
          </p:cNvPr>
          <p:cNvSpPr>
            <a:spLocks/>
          </p:cNvSpPr>
          <p:nvPr/>
        </p:nvSpPr>
        <p:spPr>
          <a:xfrm>
            <a:off x="76407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29B1C1C8-9EED-4AD6-B41F-AD85C5BDF98E}"/>
              </a:ext>
            </a:extLst>
          </p:cNvPr>
          <p:cNvSpPr>
            <a:spLocks/>
          </p:cNvSpPr>
          <p:nvPr/>
        </p:nvSpPr>
        <p:spPr>
          <a:xfrm>
            <a:off x="766471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2510881D-F6A6-4683-8C18-2F5FFAFC1C7E}"/>
              </a:ext>
            </a:extLst>
          </p:cNvPr>
          <p:cNvSpPr>
            <a:spLocks/>
          </p:cNvSpPr>
          <p:nvPr/>
        </p:nvSpPr>
        <p:spPr>
          <a:xfrm>
            <a:off x="7604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DF9B0372-B931-4626-9004-2B9FD253EF6D}"/>
              </a:ext>
            </a:extLst>
          </p:cNvPr>
          <p:cNvSpPr>
            <a:spLocks/>
          </p:cNvSpPr>
          <p:nvPr/>
        </p:nvSpPr>
        <p:spPr>
          <a:xfrm>
            <a:off x="77170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3A591637-57E9-4514-BC2C-A0F31B73C252}"/>
              </a:ext>
            </a:extLst>
          </p:cNvPr>
          <p:cNvSpPr>
            <a:spLocks/>
          </p:cNvSpPr>
          <p:nvPr/>
        </p:nvSpPr>
        <p:spPr>
          <a:xfrm>
            <a:off x="768652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D738688C-405E-4604-BB8D-B4DB0008EAE1}"/>
              </a:ext>
            </a:extLst>
          </p:cNvPr>
          <p:cNvSpPr>
            <a:spLocks/>
          </p:cNvSpPr>
          <p:nvPr/>
        </p:nvSpPr>
        <p:spPr>
          <a:xfrm>
            <a:off x="76829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565676CA-2ABE-4454-98B7-7693D57CD3F8}"/>
              </a:ext>
            </a:extLst>
          </p:cNvPr>
          <p:cNvSpPr>
            <a:spLocks/>
          </p:cNvSpPr>
          <p:nvPr/>
        </p:nvSpPr>
        <p:spPr>
          <a:xfrm>
            <a:off x="771611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2DA7FB30-E307-4E2E-90CD-78DA0C472AF4}"/>
              </a:ext>
            </a:extLst>
          </p:cNvPr>
          <p:cNvSpPr>
            <a:spLocks/>
          </p:cNvSpPr>
          <p:nvPr/>
        </p:nvSpPr>
        <p:spPr>
          <a:xfrm>
            <a:off x="76688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73A3DD2-4461-436F-B9BD-F3328F6AB22D}"/>
              </a:ext>
            </a:extLst>
          </p:cNvPr>
          <p:cNvSpPr>
            <a:spLocks/>
          </p:cNvSpPr>
          <p:nvPr/>
        </p:nvSpPr>
        <p:spPr>
          <a:xfrm>
            <a:off x="7691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A332E5B8-813D-4D1D-AB00-AF6753B739DC}"/>
              </a:ext>
            </a:extLst>
          </p:cNvPr>
          <p:cNvSpPr>
            <a:spLocks/>
          </p:cNvSpPr>
          <p:nvPr/>
        </p:nvSpPr>
        <p:spPr>
          <a:xfrm>
            <a:off x="76384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D5CE52CC-2AB6-4353-9C3E-F88BA52B55B5}"/>
              </a:ext>
            </a:extLst>
          </p:cNvPr>
          <p:cNvSpPr>
            <a:spLocks/>
          </p:cNvSpPr>
          <p:nvPr/>
        </p:nvSpPr>
        <p:spPr>
          <a:xfrm>
            <a:off x="762070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683FF2E7-C37F-4722-89B2-57F7A45A79DC}"/>
              </a:ext>
            </a:extLst>
          </p:cNvPr>
          <p:cNvSpPr>
            <a:spLocks/>
          </p:cNvSpPr>
          <p:nvPr/>
        </p:nvSpPr>
        <p:spPr>
          <a:xfrm>
            <a:off x="7666953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E8733AC6-EC25-4FD2-9B1B-04C13DFB056E}"/>
              </a:ext>
            </a:extLst>
          </p:cNvPr>
          <p:cNvSpPr>
            <a:spLocks/>
          </p:cNvSpPr>
          <p:nvPr/>
        </p:nvSpPr>
        <p:spPr>
          <a:xfrm>
            <a:off x="76000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ED078E65-0A60-4E0D-9E31-318CE1659248}"/>
              </a:ext>
            </a:extLst>
          </p:cNvPr>
          <p:cNvSpPr>
            <a:spLocks/>
          </p:cNvSpPr>
          <p:nvPr/>
        </p:nvSpPr>
        <p:spPr>
          <a:xfrm>
            <a:off x="764239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95768AB-7EBE-4AC1-B9BF-CF505F563386}"/>
              </a:ext>
            </a:extLst>
          </p:cNvPr>
          <p:cNvSpPr>
            <a:spLocks/>
          </p:cNvSpPr>
          <p:nvPr/>
        </p:nvSpPr>
        <p:spPr>
          <a:xfrm>
            <a:off x="76492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E5B4712B-6995-4784-8599-561F75271052}"/>
              </a:ext>
            </a:extLst>
          </p:cNvPr>
          <p:cNvSpPr>
            <a:spLocks/>
          </p:cNvSpPr>
          <p:nvPr/>
        </p:nvSpPr>
        <p:spPr>
          <a:xfrm>
            <a:off x="767932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5EA6A1EF-6719-405D-8C77-74C37FCB96EF}"/>
              </a:ext>
            </a:extLst>
          </p:cNvPr>
          <p:cNvSpPr>
            <a:spLocks/>
          </p:cNvSpPr>
          <p:nvPr/>
        </p:nvSpPr>
        <p:spPr>
          <a:xfrm>
            <a:off x="770214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0FD70902-FD45-48C1-99D5-BB51A0B27163}"/>
              </a:ext>
            </a:extLst>
          </p:cNvPr>
          <p:cNvSpPr>
            <a:spLocks/>
          </p:cNvSpPr>
          <p:nvPr/>
        </p:nvSpPr>
        <p:spPr>
          <a:xfrm>
            <a:off x="76636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0E6C5150-2C48-4654-96BE-ED4BC0936698}"/>
              </a:ext>
            </a:extLst>
          </p:cNvPr>
          <p:cNvSpPr>
            <a:spLocks/>
          </p:cNvSpPr>
          <p:nvPr/>
        </p:nvSpPr>
        <p:spPr>
          <a:xfrm>
            <a:off x="7698113" y="54291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7E025565-F867-416C-8CBF-AD55D57DD5DA}"/>
              </a:ext>
            </a:extLst>
          </p:cNvPr>
          <p:cNvSpPr>
            <a:spLocks/>
          </p:cNvSpPr>
          <p:nvPr/>
        </p:nvSpPr>
        <p:spPr>
          <a:xfrm>
            <a:off x="7600576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208C3427-1B75-40AA-BF21-56F30CE1BD64}"/>
              </a:ext>
            </a:extLst>
          </p:cNvPr>
          <p:cNvSpPr>
            <a:spLocks/>
          </p:cNvSpPr>
          <p:nvPr/>
        </p:nvSpPr>
        <p:spPr>
          <a:xfrm>
            <a:off x="760257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A7B1BE7B-C4DB-43A2-913F-5417ADC7AB8C}"/>
              </a:ext>
            </a:extLst>
          </p:cNvPr>
          <p:cNvSpPr>
            <a:spLocks/>
          </p:cNvSpPr>
          <p:nvPr/>
        </p:nvSpPr>
        <p:spPr>
          <a:xfrm>
            <a:off x="76290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A773BE17-65B8-4672-B02B-BDB5160D5CB8}"/>
              </a:ext>
            </a:extLst>
          </p:cNvPr>
          <p:cNvSpPr>
            <a:spLocks/>
          </p:cNvSpPr>
          <p:nvPr/>
        </p:nvSpPr>
        <p:spPr>
          <a:xfrm>
            <a:off x="7664365" y="59132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F0D34615-850F-4CD4-9D6A-C6D6A53B7198}"/>
              </a:ext>
            </a:extLst>
          </p:cNvPr>
          <p:cNvSpPr>
            <a:spLocks/>
          </p:cNvSpPr>
          <p:nvPr/>
        </p:nvSpPr>
        <p:spPr>
          <a:xfrm>
            <a:off x="762323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EC5AB9C4-1F7A-4D84-8D6D-D099FC735F1C}"/>
              </a:ext>
            </a:extLst>
          </p:cNvPr>
          <p:cNvSpPr>
            <a:spLocks/>
          </p:cNvSpPr>
          <p:nvPr/>
        </p:nvSpPr>
        <p:spPr>
          <a:xfrm>
            <a:off x="76541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E6E3EAFC-C29E-4941-8388-883C73B15060}"/>
              </a:ext>
            </a:extLst>
          </p:cNvPr>
          <p:cNvSpPr>
            <a:spLocks/>
          </p:cNvSpPr>
          <p:nvPr/>
        </p:nvSpPr>
        <p:spPr>
          <a:xfrm>
            <a:off x="76697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F366E0A4-22E0-4D6D-B0A9-EF7A8DB3D2BE}"/>
              </a:ext>
            </a:extLst>
          </p:cNvPr>
          <p:cNvSpPr>
            <a:spLocks/>
          </p:cNvSpPr>
          <p:nvPr/>
        </p:nvSpPr>
        <p:spPr>
          <a:xfrm>
            <a:off x="76706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55393385-082D-4876-9030-A750CB6AB4F2}"/>
              </a:ext>
            </a:extLst>
          </p:cNvPr>
          <p:cNvSpPr>
            <a:spLocks/>
          </p:cNvSpPr>
          <p:nvPr/>
        </p:nvSpPr>
        <p:spPr>
          <a:xfrm>
            <a:off x="763370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BE843754-7852-4ED0-A32D-D506F931CC25}"/>
              </a:ext>
            </a:extLst>
          </p:cNvPr>
          <p:cNvSpPr>
            <a:spLocks/>
          </p:cNvSpPr>
          <p:nvPr/>
        </p:nvSpPr>
        <p:spPr>
          <a:xfrm>
            <a:off x="7686742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9C6E03BA-255E-48A5-9254-B0D53078E604}"/>
              </a:ext>
            </a:extLst>
          </p:cNvPr>
          <p:cNvSpPr>
            <a:spLocks/>
          </p:cNvSpPr>
          <p:nvPr/>
        </p:nvSpPr>
        <p:spPr>
          <a:xfrm>
            <a:off x="767478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562C6009-4ED9-4960-A3EF-6EB81D4817FB}"/>
              </a:ext>
            </a:extLst>
          </p:cNvPr>
          <p:cNvSpPr>
            <a:spLocks/>
          </p:cNvSpPr>
          <p:nvPr/>
        </p:nvSpPr>
        <p:spPr>
          <a:xfrm>
            <a:off x="76899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09FA89E9-E008-4472-A83A-06D473A71F61}"/>
              </a:ext>
            </a:extLst>
          </p:cNvPr>
          <p:cNvSpPr>
            <a:spLocks/>
          </p:cNvSpPr>
          <p:nvPr/>
        </p:nvSpPr>
        <p:spPr>
          <a:xfrm>
            <a:off x="7640232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20EB0CCE-10CA-437C-BB22-2DB8061A879F}"/>
              </a:ext>
            </a:extLst>
          </p:cNvPr>
          <p:cNvSpPr>
            <a:spLocks/>
          </p:cNvSpPr>
          <p:nvPr/>
        </p:nvSpPr>
        <p:spPr>
          <a:xfrm>
            <a:off x="767370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AF946C90-2D35-423B-B76F-306202A7B2BC}"/>
              </a:ext>
            </a:extLst>
          </p:cNvPr>
          <p:cNvSpPr>
            <a:spLocks/>
          </p:cNvSpPr>
          <p:nvPr/>
        </p:nvSpPr>
        <p:spPr>
          <a:xfrm>
            <a:off x="77044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B71A2FC-C80C-435C-8134-1E5F5E76F9B2}"/>
              </a:ext>
            </a:extLst>
          </p:cNvPr>
          <p:cNvSpPr>
            <a:spLocks/>
          </p:cNvSpPr>
          <p:nvPr/>
        </p:nvSpPr>
        <p:spPr>
          <a:xfrm>
            <a:off x="765809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5B509B13-4C14-4892-8818-2C329AEA1854}"/>
              </a:ext>
            </a:extLst>
          </p:cNvPr>
          <p:cNvSpPr>
            <a:spLocks/>
          </p:cNvSpPr>
          <p:nvPr/>
        </p:nvSpPr>
        <p:spPr>
          <a:xfrm>
            <a:off x="76042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F77D829D-9478-446B-A62E-E09850CAF663}"/>
              </a:ext>
            </a:extLst>
          </p:cNvPr>
          <p:cNvSpPr>
            <a:spLocks/>
          </p:cNvSpPr>
          <p:nvPr/>
        </p:nvSpPr>
        <p:spPr>
          <a:xfrm>
            <a:off x="76841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E2CBBF61-C95D-4D5E-B723-5D59933410F1}"/>
              </a:ext>
            </a:extLst>
          </p:cNvPr>
          <p:cNvSpPr>
            <a:spLocks/>
          </p:cNvSpPr>
          <p:nvPr/>
        </p:nvSpPr>
        <p:spPr>
          <a:xfrm>
            <a:off x="76283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D1DDA7A2-2D97-4FEF-AC6E-6435832430B7}"/>
              </a:ext>
            </a:extLst>
          </p:cNvPr>
          <p:cNvSpPr>
            <a:spLocks/>
          </p:cNvSpPr>
          <p:nvPr/>
        </p:nvSpPr>
        <p:spPr>
          <a:xfrm>
            <a:off x="7711049" y="61588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1EDFEF43-8BF5-4C13-B2CC-5805B1F5E7D2}"/>
              </a:ext>
            </a:extLst>
          </p:cNvPr>
          <p:cNvSpPr>
            <a:spLocks/>
          </p:cNvSpPr>
          <p:nvPr/>
        </p:nvSpPr>
        <p:spPr>
          <a:xfrm>
            <a:off x="763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566D789D-9729-4553-9291-E3167C485DD7}"/>
              </a:ext>
            </a:extLst>
          </p:cNvPr>
          <p:cNvSpPr>
            <a:spLocks/>
          </p:cNvSpPr>
          <p:nvPr/>
        </p:nvSpPr>
        <p:spPr>
          <a:xfrm>
            <a:off x="759843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C30A03E1-8195-4062-AC2F-8040692F2B54}"/>
              </a:ext>
            </a:extLst>
          </p:cNvPr>
          <p:cNvSpPr>
            <a:spLocks/>
          </p:cNvSpPr>
          <p:nvPr/>
        </p:nvSpPr>
        <p:spPr>
          <a:xfrm>
            <a:off x="769633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252EDB3C-4AF5-48D2-8E78-D5E67FDEF1FD}"/>
              </a:ext>
            </a:extLst>
          </p:cNvPr>
          <p:cNvSpPr>
            <a:spLocks/>
          </p:cNvSpPr>
          <p:nvPr/>
        </p:nvSpPr>
        <p:spPr>
          <a:xfrm>
            <a:off x="765877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96562A7D-05B0-4E9B-82A6-E8AD12E35FD9}"/>
              </a:ext>
            </a:extLst>
          </p:cNvPr>
          <p:cNvSpPr>
            <a:spLocks/>
          </p:cNvSpPr>
          <p:nvPr/>
        </p:nvSpPr>
        <p:spPr>
          <a:xfrm>
            <a:off x="7696188" y="56418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715E4F11-2679-4F3A-8106-C73F4C1966DB}"/>
              </a:ext>
            </a:extLst>
          </p:cNvPr>
          <p:cNvSpPr>
            <a:spLocks/>
          </p:cNvSpPr>
          <p:nvPr/>
        </p:nvSpPr>
        <p:spPr>
          <a:xfrm>
            <a:off x="76203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E1FCD7D7-3B7A-4825-BC2C-8F5438CDAE00}"/>
              </a:ext>
            </a:extLst>
          </p:cNvPr>
          <p:cNvSpPr>
            <a:spLocks/>
          </p:cNvSpPr>
          <p:nvPr/>
        </p:nvSpPr>
        <p:spPr>
          <a:xfrm>
            <a:off x="76342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00FBCBF5-39D5-4943-8DD2-C4EF913FD6AC}"/>
              </a:ext>
            </a:extLst>
          </p:cNvPr>
          <p:cNvSpPr>
            <a:spLocks/>
          </p:cNvSpPr>
          <p:nvPr/>
        </p:nvSpPr>
        <p:spPr>
          <a:xfrm>
            <a:off x="7607611" y="65911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63A6EA99-3147-4418-9062-C58259A6B8D7}"/>
              </a:ext>
            </a:extLst>
          </p:cNvPr>
          <p:cNvSpPr>
            <a:spLocks/>
          </p:cNvSpPr>
          <p:nvPr/>
        </p:nvSpPr>
        <p:spPr>
          <a:xfrm>
            <a:off x="76602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03A0F31-6DF7-49A5-B25C-2C428256BA34}"/>
              </a:ext>
            </a:extLst>
          </p:cNvPr>
          <p:cNvSpPr>
            <a:spLocks/>
          </p:cNvSpPr>
          <p:nvPr/>
        </p:nvSpPr>
        <p:spPr>
          <a:xfrm>
            <a:off x="770086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260958A9-0DB9-471A-863D-554017022236}"/>
              </a:ext>
            </a:extLst>
          </p:cNvPr>
          <p:cNvSpPr>
            <a:spLocks/>
          </p:cNvSpPr>
          <p:nvPr/>
        </p:nvSpPr>
        <p:spPr>
          <a:xfrm>
            <a:off x="767622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7C104BF5-398A-4068-9073-AFDE745FC082}"/>
              </a:ext>
            </a:extLst>
          </p:cNvPr>
          <p:cNvSpPr>
            <a:spLocks/>
          </p:cNvSpPr>
          <p:nvPr/>
        </p:nvSpPr>
        <p:spPr>
          <a:xfrm>
            <a:off x="761367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76351046-BC2A-426A-8582-514ADC6C3400}"/>
              </a:ext>
            </a:extLst>
          </p:cNvPr>
          <p:cNvSpPr>
            <a:spLocks/>
          </p:cNvSpPr>
          <p:nvPr/>
        </p:nvSpPr>
        <p:spPr>
          <a:xfrm>
            <a:off x="76073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65F1D2D5-3F43-429C-AA87-62D296776B50}"/>
              </a:ext>
            </a:extLst>
          </p:cNvPr>
          <p:cNvSpPr>
            <a:spLocks/>
          </p:cNvSpPr>
          <p:nvPr/>
        </p:nvSpPr>
        <p:spPr>
          <a:xfrm>
            <a:off x="76548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BF52755A-4D57-41AE-B5C2-B0B954F80BB7}"/>
              </a:ext>
            </a:extLst>
          </p:cNvPr>
          <p:cNvSpPr>
            <a:spLocks/>
          </p:cNvSpPr>
          <p:nvPr/>
        </p:nvSpPr>
        <p:spPr>
          <a:xfrm>
            <a:off x="7634422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04617C02-376D-4B1F-8CC3-183BAF1E54B7}"/>
              </a:ext>
            </a:extLst>
          </p:cNvPr>
          <p:cNvSpPr>
            <a:spLocks/>
          </p:cNvSpPr>
          <p:nvPr/>
        </p:nvSpPr>
        <p:spPr>
          <a:xfrm>
            <a:off x="76462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F7FDF8A1-9B11-4FB6-86CA-674DC0ED8A01}"/>
              </a:ext>
            </a:extLst>
          </p:cNvPr>
          <p:cNvSpPr>
            <a:spLocks/>
          </p:cNvSpPr>
          <p:nvPr/>
        </p:nvSpPr>
        <p:spPr>
          <a:xfrm>
            <a:off x="76867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91743280-B139-4F82-9C65-4A48D3C42E5C}"/>
              </a:ext>
            </a:extLst>
          </p:cNvPr>
          <p:cNvSpPr>
            <a:spLocks/>
          </p:cNvSpPr>
          <p:nvPr/>
        </p:nvSpPr>
        <p:spPr>
          <a:xfrm>
            <a:off x="76356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F7526BE4-031C-4673-9018-7C2A7F138E85}"/>
              </a:ext>
            </a:extLst>
          </p:cNvPr>
          <p:cNvSpPr>
            <a:spLocks/>
          </p:cNvSpPr>
          <p:nvPr/>
        </p:nvSpPr>
        <p:spPr>
          <a:xfrm>
            <a:off x="764019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38BCDE94-8C18-470D-9DA9-AD146380A1D3}"/>
              </a:ext>
            </a:extLst>
          </p:cNvPr>
          <p:cNvSpPr>
            <a:spLocks/>
          </p:cNvSpPr>
          <p:nvPr/>
        </p:nvSpPr>
        <p:spPr>
          <a:xfrm>
            <a:off x="819279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B5BD7FD3-F1A9-491F-9A46-E66AF84B9E11}"/>
              </a:ext>
            </a:extLst>
          </p:cNvPr>
          <p:cNvSpPr>
            <a:spLocks/>
          </p:cNvSpPr>
          <p:nvPr/>
        </p:nvSpPr>
        <p:spPr>
          <a:xfrm>
            <a:off x="8201496" y="53372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FD59E786-D10C-4763-B430-40CCE5DDC778}"/>
              </a:ext>
            </a:extLst>
          </p:cNvPr>
          <p:cNvSpPr>
            <a:spLocks/>
          </p:cNvSpPr>
          <p:nvPr/>
        </p:nvSpPr>
        <p:spPr>
          <a:xfrm>
            <a:off x="817647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9D89E78B-6763-458D-919C-7BB89FC9628F}"/>
              </a:ext>
            </a:extLst>
          </p:cNvPr>
          <p:cNvSpPr>
            <a:spLocks/>
          </p:cNvSpPr>
          <p:nvPr/>
        </p:nvSpPr>
        <p:spPr>
          <a:xfrm>
            <a:off x="817510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4E88644B-17B3-4347-9C7A-F5E0986CE3FC}"/>
              </a:ext>
            </a:extLst>
          </p:cNvPr>
          <p:cNvSpPr>
            <a:spLocks/>
          </p:cNvSpPr>
          <p:nvPr/>
        </p:nvSpPr>
        <p:spPr>
          <a:xfrm>
            <a:off x="817575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A0ED638E-CCAD-4ECF-A288-E28FEBE1F3ED}"/>
              </a:ext>
            </a:extLst>
          </p:cNvPr>
          <p:cNvSpPr>
            <a:spLocks/>
          </p:cNvSpPr>
          <p:nvPr/>
        </p:nvSpPr>
        <p:spPr>
          <a:xfrm>
            <a:off x="8222161" y="53533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B839DE28-5507-43C2-8A96-2CB333FE65B9}"/>
              </a:ext>
            </a:extLst>
          </p:cNvPr>
          <p:cNvSpPr>
            <a:spLocks/>
          </p:cNvSpPr>
          <p:nvPr/>
        </p:nvSpPr>
        <p:spPr>
          <a:xfrm>
            <a:off x="8187281" y="54712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39ADA545-8C33-4D74-AD22-4F61D5A8806D}"/>
              </a:ext>
            </a:extLst>
          </p:cNvPr>
          <p:cNvSpPr>
            <a:spLocks/>
          </p:cNvSpPr>
          <p:nvPr/>
        </p:nvSpPr>
        <p:spPr>
          <a:xfrm>
            <a:off x="81976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8A6558BA-A0AD-4FA2-BD2D-DF1F26394549}"/>
              </a:ext>
            </a:extLst>
          </p:cNvPr>
          <p:cNvSpPr>
            <a:spLocks/>
          </p:cNvSpPr>
          <p:nvPr/>
        </p:nvSpPr>
        <p:spPr>
          <a:xfrm>
            <a:off x="8137852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41AFB46-4576-4331-BCDD-320C127A226C}"/>
              </a:ext>
            </a:extLst>
          </p:cNvPr>
          <p:cNvSpPr>
            <a:spLocks/>
          </p:cNvSpPr>
          <p:nvPr/>
        </p:nvSpPr>
        <p:spPr>
          <a:xfrm>
            <a:off x="824527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D81E1224-0D16-4267-9853-8AB312241660}"/>
              </a:ext>
            </a:extLst>
          </p:cNvPr>
          <p:cNvSpPr>
            <a:spLocks/>
          </p:cNvSpPr>
          <p:nvPr/>
        </p:nvSpPr>
        <p:spPr>
          <a:xfrm>
            <a:off x="8229907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A0EC7279-6751-49C1-8F58-20B51F891745}"/>
              </a:ext>
            </a:extLst>
          </p:cNvPr>
          <p:cNvSpPr>
            <a:spLocks/>
          </p:cNvSpPr>
          <p:nvPr/>
        </p:nvSpPr>
        <p:spPr>
          <a:xfrm>
            <a:off x="815076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5317913B-1C16-4F94-879D-0E8BB5AFC15F}"/>
              </a:ext>
            </a:extLst>
          </p:cNvPr>
          <p:cNvSpPr>
            <a:spLocks/>
          </p:cNvSpPr>
          <p:nvPr/>
        </p:nvSpPr>
        <p:spPr>
          <a:xfrm>
            <a:off x="8178267" y="6257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47C10E96-B8F8-4EB1-91ED-5A6BB1CF1BDA}"/>
              </a:ext>
            </a:extLst>
          </p:cNvPr>
          <p:cNvSpPr>
            <a:spLocks/>
          </p:cNvSpPr>
          <p:nvPr/>
        </p:nvSpPr>
        <p:spPr>
          <a:xfrm>
            <a:off x="824935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0840DDE7-275B-4509-BC1D-828A1F5035F0}"/>
              </a:ext>
            </a:extLst>
          </p:cNvPr>
          <p:cNvSpPr>
            <a:spLocks/>
          </p:cNvSpPr>
          <p:nvPr/>
        </p:nvSpPr>
        <p:spPr>
          <a:xfrm>
            <a:off x="81343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EA7DBB8F-97AE-4557-8614-679164507D5B}"/>
              </a:ext>
            </a:extLst>
          </p:cNvPr>
          <p:cNvSpPr>
            <a:spLocks/>
          </p:cNvSpPr>
          <p:nvPr/>
        </p:nvSpPr>
        <p:spPr>
          <a:xfrm>
            <a:off x="819183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DF9F1D73-945F-4103-BE18-F2A70A6B2C13}"/>
              </a:ext>
            </a:extLst>
          </p:cNvPr>
          <p:cNvSpPr>
            <a:spLocks/>
          </p:cNvSpPr>
          <p:nvPr/>
        </p:nvSpPr>
        <p:spPr>
          <a:xfrm>
            <a:off x="8197820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2A35FBFF-7DB1-4030-B371-306B671A7AD0}"/>
              </a:ext>
            </a:extLst>
          </p:cNvPr>
          <p:cNvSpPr>
            <a:spLocks/>
          </p:cNvSpPr>
          <p:nvPr/>
        </p:nvSpPr>
        <p:spPr>
          <a:xfrm>
            <a:off x="819024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CC38221B-5E44-4799-9214-03410A182FFD}"/>
              </a:ext>
            </a:extLst>
          </p:cNvPr>
          <p:cNvSpPr>
            <a:spLocks/>
          </p:cNvSpPr>
          <p:nvPr/>
        </p:nvSpPr>
        <p:spPr>
          <a:xfrm>
            <a:off x="8250071" y="6325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AE392E72-DE72-4C7F-B4C7-7BD86C2E2015}"/>
              </a:ext>
            </a:extLst>
          </p:cNvPr>
          <p:cNvSpPr>
            <a:spLocks/>
          </p:cNvSpPr>
          <p:nvPr/>
        </p:nvSpPr>
        <p:spPr>
          <a:xfrm>
            <a:off x="823323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B164B506-221C-45F8-8AB8-AAEAED337ED8}"/>
              </a:ext>
            </a:extLst>
          </p:cNvPr>
          <p:cNvSpPr>
            <a:spLocks/>
          </p:cNvSpPr>
          <p:nvPr/>
        </p:nvSpPr>
        <p:spPr>
          <a:xfrm>
            <a:off x="814306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0B389B6B-49DF-4D2F-A01D-0140749C7408}"/>
              </a:ext>
            </a:extLst>
          </p:cNvPr>
          <p:cNvSpPr>
            <a:spLocks/>
          </p:cNvSpPr>
          <p:nvPr/>
        </p:nvSpPr>
        <p:spPr>
          <a:xfrm>
            <a:off x="815642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26501964-C4F0-434F-9795-F958CE05B9B8}"/>
              </a:ext>
            </a:extLst>
          </p:cNvPr>
          <p:cNvSpPr>
            <a:spLocks/>
          </p:cNvSpPr>
          <p:nvPr/>
        </p:nvSpPr>
        <p:spPr>
          <a:xfrm>
            <a:off x="8169955" y="5397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EB368FFC-1A27-4CCB-8500-B81498ECB018}"/>
              </a:ext>
            </a:extLst>
          </p:cNvPr>
          <p:cNvSpPr>
            <a:spLocks/>
          </p:cNvSpPr>
          <p:nvPr/>
        </p:nvSpPr>
        <p:spPr>
          <a:xfrm>
            <a:off x="819177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2A7C07A7-5E1B-4694-A333-F27C69703790}"/>
              </a:ext>
            </a:extLst>
          </p:cNvPr>
          <p:cNvSpPr>
            <a:spLocks/>
          </p:cNvSpPr>
          <p:nvPr/>
        </p:nvSpPr>
        <p:spPr>
          <a:xfrm>
            <a:off x="822781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2E95A3CB-09A2-43C9-90B4-CBF386CC9770}"/>
              </a:ext>
            </a:extLst>
          </p:cNvPr>
          <p:cNvSpPr>
            <a:spLocks/>
          </p:cNvSpPr>
          <p:nvPr/>
        </p:nvSpPr>
        <p:spPr>
          <a:xfrm>
            <a:off x="8206325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8D1B58B3-CBB8-4BA5-95B5-DC2F6B3C2C07}"/>
              </a:ext>
            </a:extLst>
          </p:cNvPr>
          <p:cNvSpPr>
            <a:spLocks/>
          </p:cNvSpPr>
          <p:nvPr/>
        </p:nvSpPr>
        <p:spPr>
          <a:xfrm>
            <a:off x="823448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346CEBA5-9944-448B-A2E7-6BF44C4C97B5}"/>
              </a:ext>
            </a:extLst>
          </p:cNvPr>
          <p:cNvSpPr>
            <a:spLocks/>
          </p:cNvSpPr>
          <p:nvPr/>
        </p:nvSpPr>
        <p:spPr>
          <a:xfrm>
            <a:off x="81588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E949510F-B643-46FB-A652-01A720DC2EA1}"/>
              </a:ext>
            </a:extLst>
          </p:cNvPr>
          <p:cNvSpPr>
            <a:spLocks/>
          </p:cNvSpPr>
          <p:nvPr/>
        </p:nvSpPr>
        <p:spPr>
          <a:xfrm>
            <a:off x="8199881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565ADE8E-026C-4929-A433-8AE437876DA7}"/>
              </a:ext>
            </a:extLst>
          </p:cNvPr>
          <p:cNvSpPr>
            <a:spLocks/>
          </p:cNvSpPr>
          <p:nvPr/>
        </p:nvSpPr>
        <p:spPr>
          <a:xfrm>
            <a:off x="820054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669143D5-AE8A-4299-914F-B2A1E97BFB94}"/>
              </a:ext>
            </a:extLst>
          </p:cNvPr>
          <p:cNvSpPr>
            <a:spLocks/>
          </p:cNvSpPr>
          <p:nvPr/>
        </p:nvSpPr>
        <p:spPr>
          <a:xfrm>
            <a:off x="8133630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6A10EEE8-7258-40E3-96B7-9AF56CAAFB5C}"/>
              </a:ext>
            </a:extLst>
          </p:cNvPr>
          <p:cNvSpPr>
            <a:spLocks/>
          </p:cNvSpPr>
          <p:nvPr/>
        </p:nvSpPr>
        <p:spPr>
          <a:xfrm>
            <a:off x="8137211" y="6281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4CD3FF87-CFAB-422D-909E-234AD022ECD6}"/>
              </a:ext>
            </a:extLst>
          </p:cNvPr>
          <p:cNvSpPr>
            <a:spLocks/>
          </p:cNvSpPr>
          <p:nvPr/>
        </p:nvSpPr>
        <p:spPr>
          <a:xfrm>
            <a:off x="8168103" y="69132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9F480482-9C55-43FE-9D7D-6234894BBFF4}"/>
              </a:ext>
            </a:extLst>
          </p:cNvPr>
          <p:cNvSpPr>
            <a:spLocks/>
          </p:cNvSpPr>
          <p:nvPr/>
        </p:nvSpPr>
        <p:spPr>
          <a:xfrm>
            <a:off x="81547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88B6BDBC-696C-4208-8A8E-C141D4B23639}"/>
              </a:ext>
            </a:extLst>
          </p:cNvPr>
          <p:cNvSpPr>
            <a:spLocks/>
          </p:cNvSpPr>
          <p:nvPr/>
        </p:nvSpPr>
        <p:spPr>
          <a:xfrm>
            <a:off x="818393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94ACBD62-A709-4C19-A636-302E9022C907}"/>
              </a:ext>
            </a:extLst>
          </p:cNvPr>
          <p:cNvSpPr>
            <a:spLocks/>
          </p:cNvSpPr>
          <p:nvPr/>
        </p:nvSpPr>
        <p:spPr>
          <a:xfrm>
            <a:off x="81679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3C87C04D-34F6-4869-8CA8-62C9139DE62E}"/>
              </a:ext>
            </a:extLst>
          </p:cNvPr>
          <p:cNvSpPr>
            <a:spLocks/>
          </p:cNvSpPr>
          <p:nvPr/>
        </p:nvSpPr>
        <p:spPr>
          <a:xfrm>
            <a:off x="822094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BB8A2EA4-371E-484B-8CF3-324962D23A1B}"/>
              </a:ext>
            </a:extLst>
          </p:cNvPr>
          <p:cNvSpPr>
            <a:spLocks/>
          </p:cNvSpPr>
          <p:nvPr/>
        </p:nvSpPr>
        <p:spPr>
          <a:xfrm>
            <a:off x="821780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3950C924-632E-422F-BF55-A4A276C6EFC0}"/>
              </a:ext>
            </a:extLst>
          </p:cNvPr>
          <p:cNvSpPr>
            <a:spLocks/>
          </p:cNvSpPr>
          <p:nvPr/>
        </p:nvSpPr>
        <p:spPr>
          <a:xfrm>
            <a:off x="813108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D67F098E-735B-4FC8-AD3F-1BE0FC3B59DB}"/>
              </a:ext>
            </a:extLst>
          </p:cNvPr>
          <p:cNvSpPr>
            <a:spLocks/>
          </p:cNvSpPr>
          <p:nvPr/>
        </p:nvSpPr>
        <p:spPr>
          <a:xfrm>
            <a:off x="81787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E1E96E12-A222-4C87-B2EE-4B48A2CB4EC5}"/>
              </a:ext>
            </a:extLst>
          </p:cNvPr>
          <p:cNvSpPr>
            <a:spLocks/>
          </p:cNvSpPr>
          <p:nvPr/>
        </p:nvSpPr>
        <p:spPr>
          <a:xfrm>
            <a:off x="819157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2C2170A2-1651-41CE-BF73-E2937333384E}"/>
              </a:ext>
            </a:extLst>
          </p:cNvPr>
          <p:cNvSpPr>
            <a:spLocks/>
          </p:cNvSpPr>
          <p:nvPr/>
        </p:nvSpPr>
        <p:spPr>
          <a:xfrm>
            <a:off x="819409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A83B625E-24DB-45DF-BF20-3FE1D211465E}"/>
              </a:ext>
            </a:extLst>
          </p:cNvPr>
          <p:cNvSpPr>
            <a:spLocks/>
          </p:cNvSpPr>
          <p:nvPr/>
        </p:nvSpPr>
        <p:spPr>
          <a:xfrm>
            <a:off x="818902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2F4A18C7-9C09-4527-8D37-EBD581AC5E7A}"/>
              </a:ext>
            </a:extLst>
          </p:cNvPr>
          <p:cNvSpPr>
            <a:spLocks/>
          </p:cNvSpPr>
          <p:nvPr/>
        </p:nvSpPr>
        <p:spPr>
          <a:xfrm>
            <a:off x="822760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A16DBB7A-E668-45A1-BF15-AE84DD941652}"/>
              </a:ext>
            </a:extLst>
          </p:cNvPr>
          <p:cNvSpPr>
            <a:spLocks/>
          </p:cNvSpPr>
          <p:nvPr/>
        </p:nvSpPr>
        <p:spPr>
          <a:xfrm>
            <a:off x="8141758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9E464EA4-B3A7-44F2-8A9F-E491DD3E277A}"/>
              </a:ext>
            </a:extLst>
          </p:cNvPr>
          <p:cNvSpPr>
            <a:spLocks/>
          </p:cNvSpPr>
          <p:nvPr/>
        </p:nvSpPr>
        <p:spPr>
          <a:xfrm>
            <a:off x="814092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F4EA762F-1B46-4A4A-ABA6-252374AA13D1}"/>
              </a:ext>
            </a:extLst>
          </p:cNvPr>
          <p:cNvSpPr>
            <a:spLocks/>
          </p:cNvSpPr>
          <p:nvPr/>
        </p:nvSpPr>
        <p:spPr>
          <a:xfrm>
            <a:off x="815676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EC14105E-D9C8-43F8-945C-5EE5AB541F58}"/>
              </a:ext>
            </a:extLst>
          </p:cNvPr>
          <p:cNvSpPr>
            <a:spLocks/>
          </p:cNvSpPr>
          <p:nvPr/>
        </p:nvSpPr>
        <p:spPr>
          <a:xfrm>
            <a:off x="8201727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C1029F0D-0E76-490B-AE48-A8AF62F5B155}"/>
              </a:ext>
            </a:extLst>
          </p:cNvPr>
          <p:cNvSpPr>
            <a:spLocks/>
          </p:cNvSpPr>
          <p:nvPr/>
        </p:nvSpPr>
        <p:spPr>
          <a:xfrm>
            <a:off x="818061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1CEF41A0-DF2B-4F22-8368-B9ACBA7D32E2}"/>
              </a:ext>
            </a:extLst>
          </p:cNvPr>
          <p:cNvSpPr>
            <a:spLocks/>
          </p:cNvSpPr>
          <p:nvPr/>
        </p:nvSpPr>
        <p:spPr>
          <a:xfrm>
            <a:off x="822947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F41D852E-83F1-4F7B-BAC9-1D9D9192956F}"/>
              </a:ext>
            </a:extLst>
          </p:cNvPr>
          <p:cNvSpPr>
            <a:spLocks/>
          </p:cNvSpPr>
          <p:nvPr/>
        </p:nvSpPr>
        <p:spPr>
          <a:xfrm>
            <a:off x="823211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E94A859A-BCB3-4FDA-A1E9-259F9CC26017}"/>
              </a:ext>
            </a:extLst>
          </p:cNvPr>
          <p:cNvSpPr>
            <a:spLocks/>
          </p:cNvSpPr>
          <p:nvPr/>
        </p:nvSpPr>
        <p:spPr>
          <a:xfrm>
            <a:off x="816598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AC859A1-2702-43E8-829A-F03C816261E3}"/>
              </a:ext>
            </a:extLst>
          </p:cNvPr>
          <p:cNvSpPr>
            <a:spLocks/>
          </p:cNvSpPr>
          <p:nvPr/>
        </p:nvSpPr>
        <p:spPr>
          <a:xfrm>
            <a:off x="81719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2B477096-509C-40D8-A3AB-60F5A8C41952}"/>
              </a:ext>
            </a:extLst>
          </p:cNvPr>
          <p:cNvSpPr>
            <a:spLocks/>
          </p:cNvSpPr>
          <p:nvPr/>
        </p:nvSpPr>
        <p:spPr>
          <a:xfrm>
            <a:off x="8159359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61B985AA-6591-4321-B29D-AFE26AB3C27E}"/>
              </a:ext>
            </a:extLst>
          </p:cNvPr>
          <p:cNvSpPr>
            <a:spLocks/>
          </p:cNvSpPr>
          <p:nvPr/>
        </p:nvSpPr>
        <p:spPr>
          <a:xfrm>
            <a:off x="8198132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95361C8D-ECFC-42CB-BD59-778F09BB9108}"/>
              </a:ext>
            </a:extLst>
          </p:cNvPr>
          <p:cNvSpPr>
            <a:spLocks/>
          </p:cNvSpPr>
          <p:nvPr/>
        </p:nvSpPr>
        <p:spPr>
          <a:xfrm>
            <a:off x="8215198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12D5AB98-0B3A-4AA2-AF69-51F74FFA133D}"/>
              </a:ext>
            </a:extLst>
          </p:cNvPr>
          <p:cNvSpPr>
            <a:spLocks/>
          </p:cNvSpPr>
          <p:nvPr/>
        </p:nvSpPr>
        <p:spPr>
          <a:xfrm>
            <a:off x="81929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3723402D-0ED0-40DD-8778-28D8F8799D25}"/>
              </a:ext>
            </a:extLst>
          </p:cNvPr>
          <p:cNvSpPr>
            <a:spLocks/>
          </p:cNvSpPr>
          <p:nvPr/>
        </p:nvSpPr>
        <p:spPr>
          <a:xfrm>
            <a:off x="824282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3CF81B4E-275B-42E9-A802-89B5C01E8A3D}"/>
              </a:ext>
            </a:extLst>
          </p:cNvPr>
          <p:cNvSpPr>
            <a:spLocks/>
          </p:cNvSpPr>
          <p:nvPr/>
        </p:nvSpPr>
        <p:spPr>
          <a:xfrm>
            <a:off x="824804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D1191CB0-D179-4E8B-AC09-960F7216B5A3}"/>
              </a:ext>
            </a:extLst>
          </p:cNvPr>
          <p:cNvSpPr>
            <a:spLocks/>
          </p:cNvSpPr>
          <p:nvPr/>
        </p:nvSpPr>
        <p:spPr>
          <a:xfrm>
            <a:off x="820035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D138935D-9691-4F89-A32C-837FDDA02C29}"/>
              </a:ext>
            </a:extLst>
          </p:cNvPr>
          <p:cNvSpPr>
            <a:spLocks/>
          </p:cNvSpPr>
          <p:nvPr/>
        </p:nvSpPr>
        <p:spPr>
          <a:xfrm>
            <a:off x="8188048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A9AD3F21-5CA3-4F52-A692-992F41887DAD}"/>
              </a:ext>
            </a:extLst>
          </p:cNvPr>
          <p:cNvSpPr>
            <a:spLocks/>
          </p:cNvSpPr>
          <p:nvPr/>
        </p:nvSpPr>
        <p:spPr>
          <a:xfrm>
            <a:off x="820206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42ACEFF8-F31D-4448-8659-F079BAE4C2C1}"/>
              </a:ext>
            </a:extLst>
          </p:cNvPr>
          <p:cNvSpPr>
            <a:spLocks/>
          </p:cNvSpPr>
          <p:nvPr/>
        </p:nvSpPr>
        <p:spPr>
          <a:xfrm>
            <a:off x="820632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2B34C54B-822A-4250-B23B-7A16D39E86C0}"/>
              </a:ext>
            </a:extLst>
          </p:cNvPr>
          <p:cNvSpPr>
            <a:spLocks/>
          </p:cNvSpPr>
          <p:nvPr/>
        </p:nvSpPr>
        <p:spPr>
          <a:xfrm>
            <a:off x="8155557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E6541F80-5BEB-4BDA-BF37-C380A427E82B}"/>
              </a:ext>
            </a:extLst>
          </p:cNvPr>
          <p:cNvSpPr>
            <a:spLocks/>
          </p:cNvSpPr>
          <p:nvPr/>
        </p:nvSpPr>
        <p:spPr>
          <a:xfrm>
            <a:off x="821456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CB5BB420-ACF2-458F-BC0C-34F3CC0C6851}"/>
              </a:ext>
            </a:extLst>
          </p:cNvPr>
          <p:cNvSpPr>
            <a:spLocks/>
          </p:cNvSpPr>
          <p:nvPr/>
        </p:nvSpPr>
        <p:spPr>
          <a:xfrm>
            <a:off x="8237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CFD2FFCE-CD7F-49BC-BB19-5C7D62444159}"/>
              </a:ext>
            </a:extLst>
          </p:cNvPr>
          <p:cNvSpPr>
            <a:spLocks/>
          </p:cNvSpPr>
          <p:nvPr/>
        </p:nvSpPr>
        <p:spPr>
          <a:xfrm>
            <a:off x="81600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88D468D4-A72D-4869-9707-EB80EDF46838}"/>
              </a:ext>
            </a:extLst>
          </p:cNvPr>
          <p:cNvSpPr>
            <a:spLocks/>
          </p:cNvSpPr>
          <p:nvPr/>
        </p:nvSpPr>
        <p:spPr>
          <a:xfrm>
            <a:off x="8132032" y="67553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92A6F3A5-E6C2-45E3-804D-8437BF56ABCC}"/>
              </a:ext>
            </a:extLst>
          </p:cNvPr>
          <p:cNvSpPr>
            <a:spLocks/>
          </p:cNvSpPr>
          <p:nvPr/>
        </p:nvSpPr>
        <p:spPr>
          <a:xfrm>
            <a:off x="82186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EB29F3B0-FD91-475A-9A65-528E78D44296}"/>
              </a:ext>
            </a:extLst>
          </p:cNvPr>
          <p:cNvSpPr>
            <a:spLocks/>
          </p:cNvSpPr>
          <p:nvPr/>
        </p:nvSpPr>
        <p:spPr>
          <a:xfrm>
            <a:off x="815498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E825475E-B919-4214-95DE-D34AB5D3F663}"/>
              </a:ext>
            </a:extLst>
          </p:cNvPr>
          <p:cNvSpPr>
            <a:spLocks/>
          </p:cNvSpPr>
          <p:nvPr/>
        </p:nvSpPr>
        <p:spPr>
          <a:xfrm>
            <a:off x="817428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3EB00FB0-50CA-4767-A523-166B91096596}"/>
              </a:ext>
            </a:extLst>
          </p:cNvPr>
          <p:cNvSpPr>
            <a:spLocks/>
          </p:cNvSpPr>
          <p:nvPr/>
        </p:nvSpPr>
        <p:spPr>
          <a:xfrm>
            <a:off x="815865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54F91E6D-BF56-4D32-8934-B3F1CE09EDC7}"/>
              </a:ext>
            </a:extLst>
          </p:cNvPr>
          <p:cNvSpPr>
            <a:spLocks/>
          </p:cNvSpPr>
          <p:nvPr/>
        </p:nvSpPr>
        <p:spPr>
          <a:xfrm>
            <a:off x="81458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18C1E38E-4B6B-4DA5-9CCE-9E2D0439B2AB}"/>
              </a:ext>
            </a:extLst>
          </p:cNvPr>
          <p:cNvSpPr>
            <a:spLocks/>
          </p:cNvSpPr>
          <p:nvPr/>
        </p:nvSpPr>
        <p:spPr>
          <a:xfrm>
            <a:off x="820512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19B7000F-769E-4429-9D0F-923133F5A75F}"/>
              </a:ext>
            </a:extLst>
          </p:cNvPr>
          <p:cNvSpPr>
            <a:spLocks/>
          </p:cNvSpPr>
          <p:nvPr/>
        </p:nvSpPr>
        <p:spPr>
          <a:xfrm>
            <a:off x="8226146" y="6797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EC57E275-9F74-4D89-81A3-7A237144A800}"/>
              </a:ext>
            </a:extLst>
          </p:cNvPr>
          <p:cNvSpPr>
            <a:spLocks/>
          </p:cNvSpPr>
          <p:nvPr/>
        </p:nvSpPr>
        <p:spPr>
          <a:xfrm>
            <a:off x="8146029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6EDE7D75-C212-4D00-B118-7C66D723E8BF}"/>
              </a:ext>
            </a:extLst>
          </p:cNvPr>
          <p:cNvSpPr>
            <a:spLocks/>
          </p:cNvSpPr>
          <p:nvPr/>
        </p:nvSpPr>
        <p:spPr>
          <a:xfrm>
            <a:off x="8165209" y="68858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8A92464D-ED15-45EA-860D-B504404312A6}"/>
              </a:ext>
            </a:extLst>
          </p:cNvPr>
          <p:cNvSpPr>
            <a:spLocks/>
          </p:cNvSpPr>
          <p:nvPr/>
        </p:nvSpPr>
        <p:spPr>
          <a:xfrm>
            <a:off x="822726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5E839F19-7E74-41BB-A5A8-C789E25A13E5}"/>
              </a:ext>
            </a:extLst>
          </p:cNvPr>
          <p:cNvSpPr>
            <a:spLocks/>
          </p:cNvSpPr>
          <p:nvPr/>
        </p:nvSpPr>
        <p:spPr>
          <a:xfrm>
            <a:off x="817697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42F048B4-648C-4BB5-ABBE-EE8B66077465}"/>
              </a:ext>
            </a:extLst>
          </p:cNvPr>
          <p:cNvSpPr>
            <a:spLocks/>
          </p:cNvSpPr>
          <p:nvPr/>
        </p:nvSpPr>
        <p:spPr>
          <a:xfrm>
            <a:off x="8174316" y="542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0A0E560A-7902-424D-8061-F506F9C901F5}"/>
              </a:ext>
            </a:extLst>
          </p:cNvPr>
          <p:cNvSpPr>
            <a:spLocks/>
          </p:cNvSpPr>
          <p:nvPr/>
        </p:nvSpPr>
        <p:spPr>
          <a:xfrm>
            <a:off x="81473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7BBBDC41-4157-43D8-9B9D-EC643E561B95}"/>
              </a:ext>
            </a:extLst>
          </p:cNvPr>
          <p:cNvSpPr>
            <a:spLocks/>
          </p:cNvSpPr>
          <p:nvPr/>
        </p:nvSpPr>
        <p:spPr>
          <a:xfrm>
            <a:off x="8249157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890191F4-54B3-4493-B50B-34F7EDFC69FD}"/>
              </a:ext>
            </a:extLst>
          </p:cNvPr>
          <p:cNvSpPr>
            <a:spLocks/>
          </p:cNvSpPr>
          <p:nvPr/>
        </p:nvSpPr>
        <p:spPr>
          <a:xfrm>
            <a:off x="821213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F3DA0EE4-C105-4EF9-8B64-B8EFEDBB1395}"/>
              </a:ext>
            </a:extLst>
          </p:cNvPr>
          <p:cNvSpPr>
            <a:spLocks/>
          </p:cNvSpPr>
          <p:nvPr/>
        </p:nvSpPr>
        <p:spPr>
          <a:xfrm>
            <a:off x="8176591" y="645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2964BCC8-1F82-4AF2-8307-0F1DF0A93903}"/>
              </a:ext>
            </a:extLst>
          </p:cNvPr>
          <p:cNvSpPr>
            <a:spLocks/>
          </p:cNvSpPr>
          <p:nvPr/>
        </p:nvSpPr>
        <p:spPr>
          <a:xfrm>
            <a:off x="814972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A4B5BEF0-A7F9-4B8A-AB02-7100A0EEF650}"/>
              </a:ext>
            </a:extLst>
          </p:cNvPr>
          <p:cNvSpPr>
            <a:spLocks/>
          </p:cNvSpPr>
          <p:nvPr/>
        </p:nvSpPr>
        <p:spPr>
          <a:xfrm>
            <a:off x="821048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FF5EE062-1B9A-4897-A215-BAAE58DBB74D}"/>
              </a:ext>
            </a:extLst>
          </p:cNvPr>
          <p:cNvSpPr>
            <a:spLocks/>
          </p:cNvSpPr>
          <p:nvPr/>
        </p:nvSpPr>
        <p:spPr>
          <a:xfrm>
            <a:off x="8181320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8AB43F2F-4A23-4455-99AB-0C7413EC085F}"/>
              </a:ext>
            </a:extLst>
          </p:cNvPr>
          <p:cNvSpPr>
            <a:spLocks/>
          </p:cNvSpPr>
          <p:nvPr/>
        </p:nvSpPr>
        <p:spPr>
          <a:xfrm>
            <a:off x="81783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96C4C66C-3690-4554-98EE-87425C3BC59F}"/>
              </a:ext>
            </a:extLst>
          </p:cNvPr>
          <p:cNvSpPr>
            <a:spLocks/>
          </p:cNvSpPr>
          <p:nvPr/>
        </p:nvSpPr>
        <p:spPr>
          <a:xfrm>
            <a:off x="8162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8EE015BB-C2C7-40DE-930C-B9843433975D}"/>
              </a:ext>
            </a:extLst>
          </p:cNvPr>
          <p:cNvSpPr>
            <a:spLocks/>
          </p:cNvSpPr>
          <p:nvPr/>
        </p:nvSpPr>
        <p:spPr>
          <a:xfrm>
            <a:off x="818581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0185D6A3-D799-4D24-82E8-70986132C6F0}"/>
              </a:ext>
            </a:extLst>
          </p:cNvPr>
          <p:cNvSpPr>
            <a:spLocks/>
          </p:cNvSpPr>
          <p:nvPr/>
        </p:nvSpPr>
        <p:spPr>
          <a:xfrm>
            <a:off x="817476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D9A0B4AF-1FA3-460C-8801-D03B7C2B49E8}"/>
              </a:ext>
            </a:extLst>
          </p:cNvPr>
          <p:cNvSpPr>
            <a:spLocks/>
          </p:cNvSpPr>
          <p:nvPr/>
        </p:nvSpPr>
        <p:spPr>
          <a:xfrm>
            <a:off x="818430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D5A469EC-4CF6-48DB-9438-674E71FB9A03}"/>
              </a:ext>
            </a:extLst>
          </p:cNvPr>
          <p:cNvSpPr>
            <a:spLocks/>
          </p:cNvSpPr>
          <p:nvPr/>
        </p:nvSpPr>
        <p:spPr>
          <a:xfrm>
            <a:off x="824425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82CD5674-AADB-49FB-AE89-033579877FF7}"/>
              </a:ext>
            </a:extLst>
          </p:cNvPr>
          <p:cNvSpPr>
            <a:spLocks/>
          </p:cNvSpPr>
          <p:nvPr/>
        </p:nvSpPr>
        <p:spPr>
          <a:xfrm>
            <a:off x="8140607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B89D351C-4947-4747-BF5B-954AC5C4BBD6}"/>
              </a:ext>
            </a:extLst>
          </p:cNvPr>
          <p:cNvSpPr>
            <a:spLocks/>
          </p:cNvSpPr>
          <p:nvPr/>
        </p:nvSpPr>
        <p:spPr>
          <a:xfrm>
            <a:off x="84067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0766B7C2-CD96-41B2-91E4-1AC90D0961ED}"/>
              </a:ext>
            </a:extLst>
          </p:cNvPr>
          <p:cNvSpPr>
            <a:spLocks/>
          </p:cNvSpPr>
          <p:nvPr/>
        </p:nvSpPr>
        <p:spPr>
          <a:xfrm>
            <a:off x="844961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4B8082C5-48DE-40F2-8F27-4D58CA89A292}"/>
              </a:ext>
            </a:extLst>
          </p:cNvPr>
          <p:cNvSpPr>
            <a:spLocks/>
          </p:cNvSpPr>
          <p:nvPr/>
        </p:nvSpPr>
        <p:spPr>
          <a:xfrm>
            <a:off x="84523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863EA992-96A4-44D8-82ED-E1939E5064FE}"/>
              </a:ext>
            </a:extLst>
          </p:cNvPr>
          <p:cNvSpPr>
            <a:spLocks/>
          </p:cNvSpPr>
          <p:nvPr/>
        </p:nvSpPr>
        <p:spPr>
          <a:xfrm>
            <a:off x="84330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C7A29203-40AF-4B61-8FCC-D9BF7B85C527}"/>
              </a:ext>
            </a:extLst>
          </p:cNvPr>
          <p:cNvSpPr>
            <a:spLocks/>
          </p:cNvSpPr>
          <p:nvPr/>
        </p:nvSpPr>
        <p:spPr>
          <a:xfrm>
            <a:off x="84138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30558A28-9CA4-486B-B07F-50A13A6C0468}"/>
              </a:ext>
            </a:extLst>
          </p:cNvPr>
          <p:cNvSpPr>
            <a:spLocks/>
          </p:cNvSpPr>
          <p:nvPr/>
        </p:nvSpPr>
        <p:spPr>
          <a:xfrm>
            <a:off x="844028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B150D080-DA88-4C2B-BBBB-F7F8806D0A0F}"/>
              </a:ext>
            </a:extLst>
          </p:cNvPr>
          <p:cNvSpPr>
            <a:spLocks/>
          </p:cNvSpPr>
          <p:nvPr/>
        </p:nvSpPr>
        <p:spPr>
          <a:xfrm>
            <a:off x="841179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6714B446-2C8C-429C-87F5-2D2E624E01E7}"/>
              </a:ext>
            </a:extLst>
          </p:cNvPr>
          <p:cNvSpPr>
            <a:spLocks/>
          </p:cNvSpPr>
          <p:nvPr/>
        </p:nvSpPr>
        <p:spPr>
          <a:xfrm>
            <a:off x="842591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D9C76B3D-9022-458A-9AF4-5243C0ED33D1}"/>
              </a:ext>
            </a:extLst>
          </p:cNvPr>
          <p:cNvSpPr>
            <a:spLocks/>
          </p:cNvSpPr>
          <p:nvPr/>
        </p:nvSpPr>
        <p:spPr>
          <a:xfrm>
            <a:off x="8504757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A02BBCC6-143F-4E78-8193-F282E6EFA546}"/>
              </a:ext>
            </a:extLst>
          </p:cNvPr>
          <p:cNvSpPr>
            <a:spLocks/>
          </p:cNvSpPr>
          <p:nvPr/>
        </p:nvSpPr>
        <p:spPr>
          <a:xfrm>
            <a:off x="84915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70AD9CF6-AF3A-490B-9BE3-3E0D0C02FF34}"/>
              </a:ext>
            </a:extLst>
          </p:cNvPr>
          <p:cNvSpPr>
            <a:spLocks/>
          </p:cNvSpPr>
          <p:nvPr/>
        </p:nvSpPr>
        <p:spPr>
          <a:xfrm>
            <a:off x="845934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611F3519-9AC0-4732-B6DB-5D0940F94135}"/>
              </a:ext>
            </a:extLst>
          </p:cNvPr>
          <p:cNvSpPr>
            <a:spLocks/>
          </p:cNvSpPr>
          <p:nvPr/>
        </p:nvSpPr>
        <p:spPr>
          <a:xfrm>
            <a:off x="84192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5EB76403-4BD6-434A-A163-EACA52D1B19C}"/>
              </a:ext>
            </a:extLst>
          </p:cNvPr>
          <p:cNvSpPr>
            <a:spLocks/>
          </p:cNvSpPr>
          <p:nvPr/>
        </p:nvSpPr>
        <p:spPr>
          <a:xfrm>
            <a:off x="8400957" y="64535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054C8790-E359-446A-B172-310B82999D1A}"/>
              </a:ext>
            </a:extLst>
          </p:cNvPr>
          <p:cNvSpPr>
            <a:spLocks/>
          </p:cNvSpPr>
          <p:nvPr/>
        </p:nvSpPr>
        <p:spPr>
          <a:xfrm>
            <a:off x="841226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C581C5E8-4E08-492E-9D0B-73AC6DDFFB3F}"/>
              </a:ext>
            </a:extLst>
          </p:cNvPr>
          <p:cNvSpPr>
            <a:spLocks/>
          </p:cNvSpPr>
          <p:nvPr/>
        </p:nvSpPr>
        <p:spPr>
          <a:xfrm>
            <a:off x="84240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D232C372-B8F4-409B-8C99-3C0C75F2B122}"/>
              </a:ext>
            </a:extLst>
          </p:cNvPr>
          <p:cNvSpPr>
            <a:spLocks/>
          </p:cNvSpPr>
          <p:nvPr/>
        </p:nvSpPr>
        <p:spPr>
          <a:xfrm>
            <a:off x="842041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64BE1245-1CD5-4C9F-80F6-82C55A65F593}"/>
              </a:ext>
            </a:extLst>
          </p:cNvPr>
          <p:cNvSpPr>
            <a:spLocks/>
          </p:cNvSpPr>
          <p:nvPr/>
        </p:nvSpPr>
        <p:spPr>
          <a:xfrm>
            <a:off x="83962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9C26C6E4-5C24-4DC1-B054-7BA0641C92B4}"/>
              </a:ext>
            </a:extLst>
          </p:cNvPr>
          <p:cNvSpPr>
            <a:spLocks/>
          </p:cNvSpPr>
          <p:nvPr/>
        </p:nvSpPr>
        <p:spPr>
          <a:xfrm>
            <a:off x="84562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4228383-6243-44AB-9D37-24E017034ACD}"/>
              </a:ext>
            </a:extLst>
          </p:cNvPr>
          <p:cNvSpPr>
            <a:spLocks/>
          </p:cNvSpPr>
          <p:nvPr/>
        </p:nvSpPr>
        <p:spPr>
          <a:xfrm>
            <a:off x="8490500" y="6591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1DB8FF85-A61F-4086-B051-B0E9C9780FB6}"/>
              </a:ext>
            </a:extLst>
          </p:cNvPr>
          <p:cNvSpPr>
            <a:spLocks/>
          </p:cNvSpPr>
          <p:nvPr/>
        </p:nvSpPr>
        <p:spPr>
          <a:xfrm>
            <a:off x="8401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7775E6B2-65D7-440B-B003-52A8A88B3956}"/>
              </a:ext>
            </a:extLst>
          </p:cNvPr>
          <p:cNvSpPr>
            <a:spLocks/>
          </p:cNvSpPr>
          <p:nvPr/>
        </p:nvSpPr>
        <p:spPr>
          <a:xfrm>
            <a:off x="84681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3F06B92-1AEC-4799-B5D9-2F0C75B20D96}"/>
              </a:ext>
            </a:extLst>
          </p:cNvPr>
          <p:cNvSpPr>
            <a:spLocks/>
          </p:cNvSpPr>
          <p:nvPr/>
        </p:nvSpPr>
        <p:spPr>
          <a:xfrm>
            <a:off x="84790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375B70E8-2166-411E-9DA3-32060C1AAE01}"/>
              </a:ext>
            </a:extLst>
          </p:cNvPr>
          <p:cNvSpPr>
            <a:spLocks/>
          </p:cNvSpPr>
          <p:nvPr/>
        </p:nvSpPr>
        <p:spPr>
          <a:xfrm>
            <a:off x="8428386" y="53975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2BF0D6DE-3CF8-4358-8D4E-58CFF229C592}"/>
              </a:ext>
            </a:extLst>
          </p:cNvPr>
          <p:cNvSpPr>
            <a:spLocks/>
          </p:cNvSpPr>
          <p:nvPr/>
        </p:nvSpPr>
        <p:spPr>
          <a:xfrm>
            <a:off x="848666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BFB46F18-F652-4277-96BC-C0637A14BAC9}"/>
              </a:ext>
            </a:extLst>
          </p:cNvPr>
          <p:cNvSpPr>
            <a:spLocks/>
          </p:cNvSpPr>
          <p:nvPr/>
        </p:nvSpPr>
        <p:spPr>
          <a:xfrm>
            <a:off x="844629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EAD0899A-0621-43F3-96C7-092C991F8145}"/>
              </a:ext>
            </a:extLst>
          </p:cNvPr>
          <p:cNvSpPr>
            <a:spLocks/>
          </p:cNvSpPr>
          <p:nvPr/>
        </p:nvSpPr>
        <p:spPr>
          <a:xfrm>
            <a:off x="844905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8ACCF81A-B1A8-421D-AC54-341D3C6B4A3B}"/>
              </a:ext>
            </a:extLst>
          </p:cNvPr>
          <p:cNvSpPr>
            <a:spLocks/>
          </p:cNvSpPr>
          <p:nvPr/>
        </p:nvSpPr>
        <p:spPr>
          <a:xfrm>
            <a:off x="849646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C2D9D29E-8A3A-4B19-9A49-7FB5C45E13EA}"/>
              </a:ext>
            </a:extLst>
          </p:cNvPr>
          <p:cNvSpPr>
            <a:spLocks/>
          </p:cNvSpPr>
          <p:nvPr/>
        </p:nvSpPr>
        <p:spPr>
          <a:xfrm>
            <a:off x="84847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8BB3A6EC-59B5-4102-A013-FF707F824997}"/>
              </a:ext>
            </a:extLst>
          </p:cNvPr>
          <p:cNvSpPr>
            <a:spLocks/>
          </p:cNvSpPr>
          <p:nvPr/>
        </p:nvSpPr>
        <p:spPr>
          <a:xfrm>
            <a:off x="847057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9F81C0E-9E8D-4129-B749-760291264DA3}"/>
              </a:ext>
            </a:extLst>
          </p:cNvPr>
          <p:cNvSpPr>
            <a:spLocks/>
          </p:cNvSpPr>
          <p:nvPr/>
        </p:nvSpPr>
        <p:spPr>
          <a:xfrm>
            <a:off x="843243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EC87F408-69DF-4ABC-8714-EB07B7F71280}"/>
              </a:ext>
            </a:extLst>
          </p:cNvPr>
          <p:cNvSpPr>
            <a:spLocks/>
          </p:cNvSpPr>
          <p:nvPr/>
        </p:nvSpPr>
        <p:spPr>
          <a:xfrm>
            <a:off x="847821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62D0308B-4125-4B1C-B888-3583978A1180}"/>
              </a:ext>
            </a:extLst>
          </p:cNvPr>
          <p:cNvSpPr>
            <a:spLocks/>
          </p:cNvSpPr>
          <p:nvPr/>
        </p:nvSpPr>
        <p:spPr>
          <a:xfrm>
            <a:off x="848125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9D706B9D-1D51-4602-852E-DD7965E2A276}"/>
              </a:ext>
            </a:extLst>
          </p:cNvPr>
          <p:cNvSpPr>
            <a:spLocks/>
          </p:cNvSpPr>
          <p:nvPr/>
        </p:nvSpPr>
        <p:spPr>
          <a:xfrm>
            <a:off x="8437165" y="69026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AC418DB8-B641-41D9-BBAC-F3310AB476C9}"/>
              </a:ext>
            </a:extLst>
          </p:cNvPr>
          <p:cNvSpPr>
            <a:spLocks/>
          </p:cNvSpPr>
          <p:nvPr/>
        </p:nvSpPr>
        <p:spPr>
          <a:xfrm>
            <a:off x="83932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0735545F-44CF-4615-9627-CC790E9940CE}"/>
              </a:ext>
            </a:extLst>
          </p:cNvPr>
          <p:cNvSpPr>
            <a:spLocks/>
          </p:cNvSpPr>
          <p:nvPr/>
        </p:nvSpPr>
        <p:spPr>
          <a:xfrm>
            <a:off x="84234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DDCB89F0-71AD-4F2D-9C4D-AF2CF577F98C}"/>
              </a:ext>
            </a:extLst>
          </p:cNvPr>
          <p:cNvSpPr>
            <a:spLocks/>
          </p:cNvSpPr>
          <p:nvPr/>
        </p:nvSpPr>
        <p:spPr>
          <a:xfrm>
            <a:off x="840467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83AB0A62-155A-4D6B-A7E4-DBBB148E8C4C}"/>
              </a:ext>
            </a:extLst>
          </p:cNvPr>
          <p:cNvSpPr>
            <a:spLocks/>
          </p:cNvSpPr>
          <p:nvPr/>
        </p:nvSpPr>
        <p:spPr>
          <a:xfrm>
            <a:off x="842416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45F57125-EE44-41CB-8582-785D2C7D3653}"/>
              </a:ext>
            </a:extLst>
          </p:cNvPr>
          <p:cNvSpPr>
            <a:spLocks/>
          </p:cNvSpPr>
          <p:nvPr/>
        </p:nvSpPr>
        <p:spPr>
          <a:xfrm>
            <a:off x="839513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13323CA7-6556-4443-B831-118FE4E14452}"/>
              </a:ext>
            </a:extLst>
          </p:cNvPr>
          <p:cNvSpPr>
            <a:spLocks/>
          </p:cNvSpPr>
          <p:nvPr/>
        </p:nvSpPr>
        <p:spPr>
          <a:xfrm>
            <a:off x="849294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C0E3AD6A-35FE-45AF-AFDF-9F0158E58590}"/>
              </a:ext>
            </a:extLst>
          </p:cNvPr>
          <p:cNvSpPr>
            <a:spLocks/>
          </p:cNvSpPr>
          <p:nvPr/>
        </p:nvSpPr>
        <p:spPr>
          <a:xfrm>
            <a:off x="84701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D958C1CA-7128-4057-8404-DB83175D44F4}"/>
              </a:ext>
            </a:extLst>
          </p:cNvPr>
          <p:cNvSpPr>
            <a:spLocks/>
          </p:cNvSpPr>
          <p:nvPr/>
        </p:nvSpPr>
        <p:spPr>
          <a:xfrm>
            <a:off x="8491206" y="54712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B760A0B1-FCC7-4CEB-B02D-BD675BB1F664}"/>
              </a:ext>
            </a:extLst>
          </p:cNvPr>
          <p:cNvSpPr>
            <a:spLocks/>
          </p:cNvSpPr>
          <p:nvPr/>
        </p:nvSpPr>
        <p:spPr>
          <a:xfrm>
            <a:off x="839248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A35F320C-BA56-46E4-92C8-7B2B6F81147D}"/>
              </a:ext>
            </a:extLst>
          </p:cNvPr>
          <p:cNvSpPr>
            <a:spLocks/>
          </p:cNvSpPr>
          <p:nvPr/>
        </p:nvSpPr>
        <p:spPr>
          <a:xfrm>
            <a:off x="84809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9FC0548-4648-4CC3-9D05-AA76E58CAA1F}"/>
              </a:ext>
            </a:extLst>
          </p:cNvPr>
          <p:cNvSpPr>
            <a:spLocks/>
          </p:cNvSpPr>
          <p:nvPr/>
        </p:nvSpPr>
        <p:spPr>
          <a:xfrm>
            <a:off x="848709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0DFAEEA0-D9EA-402E-943A-F1C076667C25}"/>
              </a:ext>
            </a:extLst>
          </p:cNvPr>
          <p:cNvSpPr>
            <a:spLocks/>
          </p:cNvSpPr>
          <p:nvPr/>
        </p:nvSpPr>
        <p:spPr>
          <a:xfrm>
            <a:off x="8389781" y="5681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D6BE98C1-CE4A-4261-9109-6222650DC50F}"/>
              </a:ext>
            </a:extLst>
          </p:cNvPr>
          <p:cNvSpPr>
            <a:spLocks/>
          </p:cNvSpPr>
          <p:nvPr/>
        </p:nvSpPr>
        <p:spPr>
          <a:xfrm>
            <a:off x="84384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37350B78-AA56-4914-B298-8340FC8DBA36}"/>
              </a:ext>
            </a:extLst>
          </p:cNvPr>
          <p:cNvSpPr>
            <a:spLocks/>
          </p:cNvSpPr>
          <p:nvPr/>
        </p:nvSpPr>
        <p:spPr>
          <a:xfrm>
            <a:off x="84684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11A23F3B-C015-4347-8089-9B88A6C5D7F0}"/>
              </a:ext>
            </a:extLst>
          </p:cNvPr>
          <p:cNvSpPr>
            <a:spLocks/>
          </p:cNvSpPr>
          <p:nvPr/>
        </p:nvSpPr>
        <p:spPr>
          <a:xfrm>
            <a:off x="8407814" y="68087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6CCE2AC3-D773-4CF1-A65A-68B97D029196}"/>
              </a:ext>
            </a:extLst>
          </p:cNvPr>
          <p:cNvSpPr>
            <a:spLocks/>
          </p:cNvSpPr>
          <p:nvPr/>
        </p:nvSpPr>
        <p:spPr>
          <a:xfrm>
            <a:off x="844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E843DFF-49F4-44DA-B913-90F62B18FA2C}"/>
              </a:ext>
            </a:extLst>
          </p:cNvPr>
          <p:cNvSpPr>
            <a:spLocks/>
          </p:cNvSpPr>
          <p:nvPr/>
        </p:nvSpPr>
        <p:spPr>
          <a:xfrm>
            <a:off x="8488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43807B3F-27EB-499D-85E9-A8854F45BE94}"/>
              </a:ext>
            </a:extLst>
          </p:cNvPr>
          <p:cNvSpPr>
            <a:spLocks/>
          </p:cNvSpPr>
          <p:nvPr/>
        </p:nvSpPr>
        <p:spPr>
          <a:xfrm>
            <a:off x="843315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D2BDEEE7-FF63-4B4B-A226-A1D81FB67B24}"/>
              </a:ext>
            </a:extLst>
          </p:cNvPr>
          <p:cNvSpPr>
            <a:spLocks/>
          </p:cNvSpPr>
          <p:nvPr/>
        </p:nvSpPr>
        <p:spPr>
          <a:xfrm>
            <a:off x="839798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28B0957-8006-40BF-B429-0D219D228F85}"/>
              </a:ext>
            </a:extLst>
          </p:cNvPr>
          <p:cNvSpPr>
            <a:spLocks/>
          </p:cNvSpPr>
          <p:nvPr/>
        </p:nvSpPr>
        <p:spPr>
          <a:xfrm>
            <a:off x="848277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031B888A-419E-48C5-97CC-5DA6AA370B29}"/>
              </a:ext>
            </a:extLst>
          </p:cNvPr>
          <p:cNvSpPr>
            <a:spLocks/>
          </p:cNvSpPr>
          <p:nvPr/>
        </p:nvSpPr>
        <p:spPr>
          <a:xfrm>
            <a:off x="841305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FE65282C-E83D-426A-B2F5-D405AAAE4228}"/>
              </a:ext>
            </a:extLst>
          </p:cNvPr>
          <p:cNvSpPr>
            <a:spLocks/>
          </p:cNvSpPr>
          <p:nvPr/>
        </p:nvSpPr>
        <p:spPr>
          <a:xfrm>
            <a:off x="8435453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FDF9FB0F-73DC-4680-B1D6-D6CA8987E634}"/>
              </a:ext>
            </a:extLst>
          </p:cNvPr>
          <p:cNvSpPr>
            <a:spLocks/>
          </p:cNvSpPr>
          <p:nvPr/>
        </p:nvSpPr>
        <p:spPr>
          <a:xfrm>
            <a:off x="844759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C9592CEB-740A-4BDB-ABB6-D30803E5AD47}"/>
              </a:ext>
            </a:extLst>
          </p:cNvPr>
          <p:cNvSpPr>
            <a:spLocks/>
          </p:cNvSpPr>
          <p:nvPr/>
        </p:nvSpPr>
        <p:spPr>
          <a:xfrm>
            <a:off x="838481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C743D724-544B-4EAF-A225-85DE8BD9A843}"/>
              </a:ext>
            </a:extLst>
          </p:cNvPr>
          <p:cNvSpPr>
            <a:spLocks/>
          </p:cNvSpPr>
          <p:nvPr/>
        </p:nvSpPr>
        <p:spPr>
          <a:xfrm>
            <a:off x="84853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B2AFAB7B-6C20-4188-A2A2-291A95619D9B}"/>
              </a:ext>
            </a:extLst>
          </p:cNvPr>
          <p:cNvSpPr>
            <a:spLocks/>
          </p:cNvSpPr>
          <p:nvPr/>
        </p:nvSpPr>
        <p:spPr>
          <a:xfrm>
            <a:off x="849788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1A1E24F3-6D07-47E5-8AB7-8EDA59B986FB}"/>
              </a:ext>
            </a:extLst>
          </p:cNvPr>
          <p:cNvSpPr>
            <a:spLocks/>
          </p:cNvSpPr>
          <p:nvPr/>
        </p:nvSpPr>
        <p:spPr>
          <a:xfrm>
            <a:off x="84184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2ED1B5EB-58A9-4EA1-8784-1663B5893EF7}"/>
              </a:ext>
            </a:extLst>
          </p:cNvPr>
          <p:cNvSpPr>
            <a:spLocks/>
          </p:cNvSpPr>
          <p:nvPr/>
        </p:nvSpPr>
        <p:spPr>
          <a:xfrm>
            <a:off x="846135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08F730C4-54BC-4DB7-A8E2-E507034B82EB}"/>
              </a:ext>
            </a:extLst>
          </p:cNvPr>
          <p:cNvSpPr>
            <a:spLocks/>
          </p:cNvSpPr>
          <p:nvPr/>
        </p:nvSpPr>
        <p:spPr>
          <a:xfrm>
            <a:off x="842514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26D014C5-4CC6-47BA-8723-B64D11E799BA}"/>
              </a:ext>
            </a:extLst>
          </p:cNvPr>
          <p:cNvSpPr>
            <a:spLocks/>
          </p:cNvSpPr>
          <p:nvPr/>
        </p:nvSpPr>
        <p:spPr>
          <a:xfrm>
            <a:off x="843754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4AD83548-360F-45FE-A20B-44A74B3790DD}"/>
              </a:ext>
            </a:extLst>
          </p:cNvPr>
          <p:cNvSpPr>
            <a:spLocks/>
          </p:cNvSpPr>
          <p:nvPr/>
        </p:nvSpPr>
        <p:spPr>
          <a:xfrm>
            <a:off x="849928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F6A4C4B-229B-48D4-8360-DB0C8FF2F8C7}"/>
              </a:ext>
            </a:extLst>
          </p:cNvPr>
          <p:cNvSpPr>
            <a:spLocks/>
          </p:cNvSpPr>
          <p:nvPr/>
        </p:nvSpPr>
        <p:spPr>
          <a:xfrm>
            <a:off x="844382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2A1017CD-7AE9-468B-80A4-F1610A79A815}"/>
              </a:ext>
            </a:extLst>
          </p:cNvPr>
          <p:cNvSpPr>
            <a:spLocks/>
          </p:cNvSpPr>
          <p:nvPr/>
        </p:nvSpPr>
        <p:spPr>
          <a:xfrm>
            <a:off x="84976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BCB1C8E6-76B6-4BC8-AE7E-3094DF45FD7D}"/>
              </a:ext>
            </a:extLst>
          </p:cNvPr>
          <p:cNvSpPr>
            <a:spLocks/>
          </p:cNvSpPr>
          <p:nvPr/>
        </p:nvSpPr>
        <p:spPr>
          <a:xfrm>
            <a:off x="84361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B4CA57BF-C6B3-42C4-A21C-BEAD85E46AE3}"/>
              </a:ext>
            </a:extLst>
          </p:cNvPr>
          <p:cNvSpPr>
            <a:spLocks/>
          </p:cNvSpPr>
          <p:nvPr/>
        </p:nvSpPr>
        <p:spPr>
          <a:xfrm>
            <a:off x="847682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C2ED5ADB-1B26-4129-B814-0A8DB4ECD405}"/>
              </a:ext>
            </a:extLst>
          </p:cNvPr>
          <p:cNvSpPr>
            <a:spLocks/>
          </p:cNvSpPr>
          <p:nvPr/>
        </p:nvSpPr>
        <p:spPr>
          <a:xfrm>
            <a:off x="84602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6875BB38-136E-404A-97FE-964ECD402B18}"/>
              </a:ext>
            </a:extLst>
          </p:cNvPr>
          <p:cNvSpPr>
            <a:spLocks/>
          </p:cNvSpPr>
          <p:nvPr/>
        </p:nvSpPr>
        <p:spPr>
          <a:xfrm>
            <a:off x="84554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A7EAB87A-CC1E-4AAA-89EF-5195B76FECC7}"/>
              </a:ext>
            </a:extLst>
          </p:cNvPr>
          <p:cNvSpPr>
            <a:spLocks/>
          </p:cNvSpPr>
          <p:nvPr/>
        </p:nvSpPr>
        <p:spPr>
          <a:xfrm>
            <a:off x="83889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A4FE2604-5F6B-4006-9D1C-7A4ED95D0749}"/>
              </a:ext>
            </a:extLst>
          </p:cNvPr>
          <p:cNvSpPr>
            <a:spLocks/>
          </p:cNvSpPr>
          <p:nvPr/>
        </p:nvSpPr>
        <p:spPr>
          <a:xfrm>
            <a:off x="841054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B741DA27-B44D-4C0B-80D3-A17D0F2502E4}"/>
              </a:ext>
            </a:extLst>
          </p:cNvPr>
          <p:cNvSpPr>
            <a:spLocks/>
          </p:cNvSpPr>
          <p:nvPr/>
        </p:nvSpPr>
        <p:spPr>
          <a:xfrm>
            <a:off x="850371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F5047E51-C085-4AF0-84E2-D14A5B3BB11D}"/>
              </a:ext>
            </a:extLst>
          </p:cNvPr>
          <p:cNvSpPr>
            <a:spLocks/>
          </p:cNvSpPr>
          <p:nvPr/>
        </p:nvSpPr>
        <p:spPr>
          <a:xfrm>
            <a:off x="84743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1E43771C-96A8-424D-800A-D61E74CE79FE}"/>
              </a:ext>
            </a:extLst>
          </p:cNvPr>
          <p:cNvSpPr>
            <a:spLocks/>
          </p:cNvSpPr>
          <p:nvPr/>
        </p:nvSpPr>
        <p:spPr>
          <a:xfrm>
            <a:off x="8471443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10C656B6-A379-4106-8CDF-7B440E04AF48}"/>
              </a:ext>
            </a:extLst>
          </p:cNvPr>
          <p:cNvSpPr>
            <a:spLocks/>
          </p:cNvSpPr>
          <p:nvPr/>
        </p:nvSpPr>
        <p:spPr>
          <a:xfrm>
            <a:off x="84149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6724FCDB-7C50-4DFB-8B55-325A51EF7465}"/>
              </a:ext>
            </a:extLst>
          </p:cNvPr>
          <p:cNvSpPr>
            <a:spLocks/>
          </p:cNvSpPr>
          <p:nvPr/>
        </p:nvSpPr>
        <p:spPr>
          <a:xfrm>
            <a:off x="846415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F8CF0109-859A-40F3-86CE-DD9A8F14E382}"/>
              </a:ext>
            </a:extLst>
          </p:cNvPr>
          <p:cNvSpPr>
            <a:spLocks/>
          </p:cNvSpPr>
          <p:nvPr/>
        </p:nvSpPr>
        <p:spPr>
          <a:xfrm>
            <a:off x="8430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E559BECC-EA82-4D52-816D-8EEC8CC10F61}"/>
              </a:ext>
            </a:extLst>
          </p:cNvPr>
          <p:cNvSpPr>
            <a:spLocks/>
          </p:cNvSpPr>
          <p:nvPr/>
        </p:nvSpPr>
        <p:spPr>
          <a:xfrm>
            <a:off x="838842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32211204-BE5B-48DC-9543-928C2BDCF6BE}"/>
              </a:ext>
            </a:extLst>
          </p:cNvPr>
          <p:cNvSpPr>
            <a:spLocks/>
          </p:cNvSpPr>
          <p:nvPr/>
        </p:nvSpPr>
        <p:spPr>
          <a:xfrm>
            <a:off x="84010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E81A50E8-4B8B-4A3C-AF70-B2829D33319F}"/>
              </a:ext>
            </a:extLst>
          </p:cNvPr>
          <p:cNvSpPr>
            <a:spLocks/>
          </p:cNvSpPr>
          <p:nvPr/>
        </p:nvSpPr>
        <p:spPr>
          <a:xfrm>
            <a:off x="847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2876BB22-94E7-401B-B073-8483C27D91F5}"/>
              </a:ext>
            </a:extLst>
          </p:cNvPr>
          <p:cNvSpPr>
            <a:spLocks/>
          </p:cNvSpPr>
          <p:nvPr/>
        </p:nvSpPr>
        <p:spPr>
          <a:xfrm>
            <a:off x="849317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2EFC4BA6-F8AB-4731-9FC0-33EE0D594034}"/>
              </a:ext>
            </a:extLst>
          </p:cNvPr>
          <p:cNvSpPr>
            <a:spLocks/>
          </p:cNvSpPr>
          <p:nvPr/>
        </p:nvSpPr>
        <p:spPr>
          <a:xfrm>
            <a:off x="844451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D8C45BF5-E843-4231-A923-0E68474FD651}"/>
              </a:ext>
            </a:extLst>
          </p:cNvPr>
          <p:cNvSpPr>
            <a:spLocks/>
          </p:cNvSpPr>
          <p:nvPr/>
        </p:nvSpPr>
        <p:spPr>
          <a:xfrm>
            <a:off x="8456689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D33742E2-4269-4939-911A-C17BB91D71AC}"/>
              </a:ext>
            </a:extLst>
          </p:cNvPr>
          <p:cNvSpPr>
            <a:spLocks/>
          </p:cNvSpPr>
          <p:nvPr/>
        </p:nvSpPr>
        <p:spPr>
          <a:xfrm>
            <a:off x="842463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4816189D-6A01-49A9-B01A-0794D95504BA}"/>
              </a:ext>
            </a:extLst>
          </p:cNvPr>
          <p:cNvSpPr>
            <a:spLocks/>
          </p:cNvSpPr>
          <p:nvPr/>
        </p:nvSpPr>
        <p:spPr>
          <a:xfrm>
            <a:off x="839786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D6EE9EEC-FC51-416E-BE07-479E74C9E9A0}"/>
              </a:ext>
            </a:extLst>
          </p:cNvPr>
          <p:cNvSpPr>
            <a:spLocks/>
          </p:cNvSpPr>
          <p:nvPr/>
        </p:nvSpPr>
        <p:spPr>
          <a:xfrm>
            <a:off x="8410324" y="5883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5F6F26B6-8E1F-40FF-9A1B-96598ECB142A}"/>
              </a:ext>
            </a:extLst>
          </p:cNvPr>
          <p:cNvSpPr>
            <a:spLocks/>
          </p:cNvSpPr>
          <p:nvPr/>
        </p:nvSpPr>
        <p:spPr>
          <a:xfrm>
            <a:off x="839468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712BB853-9745-44EE-8656-12740CBD0725}"/>
              </a:ext>
            </a:extLst>
          </p:cNvPr>
          <p:cNvSpPr>
            <a:spLocks/>
          </p:cNvSpPr>
          <p:nvPr/>
        </p:nvSpPr>
        <p:spPr>
          <a:xfrm>
            <a:off x="84186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CACF2C4C-CDD7-4157-A58F-7884AED9DDD8}"/>
              </a:ext>
            </a:extLst>
          </p:cNvPr>
          <p:cNvSpPr>
            <a:spLocks/>
          </p:cNvSpPr>
          <p:nvPr/>
        </p:nvSpPr>
        <p:spPr>
          <a:xfrm>
            <a:off x="84073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F471A8AC-0FA8-4C50-BAF5-9C548BC201A4}"/>
              </a:ext>
            </a:extLst>
          </p:cNvPr>
          <p:cNvSpPr>
            <a:spLocks/>
          </p:cNvSpPr>
          <p:nvPr/>
        </p:nvSpPr>
        <p:spPr>
          <a:xfrm>
            <a:off x="84293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60204D40-A98C-490E-8138-C2A029FA47BC}"/>
              </a:ext>
            </a:extLst>
          </p:cNvPr>
          <p:cNvSpPr>
            <a:spLocks/>
          </p:cNvSpPr>
          <p:nvPr/>
        </p:nvSpPr>
        <p:spPr>
          <a:xfrm>
            <a:off x="847449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A06EADFC-9EAA-4BA6-8B13-289B532485FF}"/>
              </a:ext>
            </a:extLst>
          </p:cNvPr>
          <p:cNvSpPr>
            <a:spLocks/>
          </p:cNvSpPr>
          <p:nvPr/>
        </p:nvSpPr>
        <p:spPr>
          <a:xfrm>
            <a:off x="84293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11E9D579-EB42-4776-87D0-FAFC3D389201}"/>
              </a:ext>
            </a:extLst>
          </p:cNvPr>
          <p:cNvSpPr>
            <a:spLocks/>
          </p:cNvSpPr>
          <p:nvPr/>
        </p:nvSpPr>
        <p:spPr>
          <a:xfrm>
            <a:off x="848371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6428A871-E3A7-4065-A760-543B5EDEED54}"/>
              </a:ext>
            </a:extLst>
          </p:cNvPr>
          <p:cNvSpPr>
            <a:spLocks/>
          </p:cNvSpPr>
          <p:nvPr/>
        </p:nvSpPr>
        <p:spPr>
          <a:xfrm>
            <a:off x="86668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09ACAF45-E330-4E9B-AB7E-8C74967B3C69}"/>
              </a:ext>
            </a:extLst>
          </p:cNvPr>
          <p:cNvSpPr>
            <a:spLocks/>
          </p:cNvSpPr>
          <p:nvPr/>
        </p:nvSpPr>
        <p:spPr>
          <a:xfrm>
            <a:off x="86378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85906D2E-58BA-49A0-8FE6-4646A3C1927B}"/>
              </a:ext>
            </a:extLst>
          </p:cNvPr>
          <p:cNvSpPr>
            <a:spLocks/>
          </p:cNvSpPr>
          <p:nvPr/>
        </p:nvSpPr>
        <p:spPr>
          <a:xfrm>
            <a:off x="866850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AAF806B5-0A28-4536-A96C-BEEFEFD0BBE0}"/>
              </a:ext>
            </a:extLst>
          </p:cNvPr>
          <p:cNvSpPr>
            <a:spLocks/>
          </p:cNvSpPr>
          <p:nvPr/>
        </p:nvSpPr>
        <p:spPr>
          <a:xfrm>
            <a:off x="86541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33E8540A-A895-42E7-BCC2-253A44D144B1}"/>
              </a:ext>
            </a:extLst>
          </p:cNvPr>
          <p:cNvSpPr>
            <a:spLocks/>
          </p:cNvSpPr>
          <p:nvPr/>
        </p:nvSpPr>
        <p:spPr>
          <a:xfrm>
            <a:off x="867206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70E114AB-009D-42D5-84B7-872BED082EB5}"/>
              </a:ext>
            </a:extLst>
          </p:cNvPr>
          <p:cNvSpPr>
            <a:spLocks/>
          </p:cNvSpPr>
          <p:nvPr/>
        </p:nvSpPr>
        <p:spPr>
          <a:xfrm>
            <a:off x="8728969" y="55301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89702756-611F-4232-B446-67080F40F6D5}"/>
              </a:ext>
            </a:extLst>
          </p:cNvPr>
          <p:cNvSpPr>
            <a:spLocks/>
          </p:cNvSpPr>
          <p:nvPr/>
        </p:nvSpPr>
        <p:spPr>
          <a:xfrm>
            <a:off x="869705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AF0CB9FF-EF0F-4C68-B996-056E19812667}"/>
              </a:ext>
            </a:extLst>
          </p:cNvPr>
          <p:cNvSpPr>
            <a:spLocks/>
          </p:cNvSpPr>
          <p:nvPr/>
        </p:nvSpPr>
        <p:spPr>
          <a:xfrm>
            <a:off x="864031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86BF2FFD-6BB2-4E55-99AC-FAFBAC751409}"/>
              </a:ext>
            </a:extLst>
          </p:cNvPr>
          <p:cNvSpPr>
            <a:spLocks/>
          </p:cNvSpPr>
          <p:nvPr/>
        </p:nvSpPr>
        <p:spPr>
          <a:xfrm>
            <a:off x="8692097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E2277230-9A91-4E9A-9FB2-B7771E3C511F}"/>
              </a:ext>
            </a:extLst>
          </p:cNvPr>
          <p:cNvSpPr>
            <a:spLocks/>
          </p:cNvSpPr>
          <p:nvPr/>
        </p:nvSpPr>
        <p:spPr>
          <a:xfrm>
            <a:off x="865105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5ACC655E-1823-4452-B046-723E9ABB20B2}"/>
              </a:ext>
            </a:extLst>
          </p:cNvPr>
          <p:cNvSpPr>
            <a:spLocks/>
          </p:cNvSpPr>
          <p:nvPr/>
        </p:nvSpPr>
        <p:spPr>
          <a:xfrm>
            <a:off x="86731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58F62896-D437-428B-8284-72064333E917}"/>
              </a:ext>
            </a:extLst>
          </p:cNvPr>
          <p:cNvSpPr>
            <a:spLocks/>
          </p:cNvSpPr>
          <p:nvPr/>
        </p:nvSpPr>
        <p:spPr>
          <a:xfrm>
            <a:off x="86477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50DCA5F6-35F2-421B-A949-187D07DC8CB7}"/>
              </a:ext>
            </a:extLst>
          </p:cNvPr>
          <p:cNvSpPr>
            <a:spLocks/>
          </p:cNvSpPr>
          <p:nvPr/>
        </p:nvSpPr>
        <p:spPr>
          <a:xfrm>
            <a:off x="8739083" y="58641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40AE3A2D-AC87-4EAE-81BE-DE394CF04670}"/>
              </a:ext>
            </a:extLst>
          </p:cNvPr>
          <p:cNvSpPr>
            <a:spLocks/>
          </p:cNvSpPr>
          <p:nvPr/>
        </p:nvSpPr>
        <p:spPr>
          <a:xfrm>
            <a:off x="86542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0281E617-B994-4A41-B530-04D909116CA3}"/>
              </a:ext>
            </a:extLst>
          </p:cNvPr>
          <p:cNvSpPr>
            <a:spLocks/>
          </p:cNvSpPr>
          <p:nvPr/>
        </p:nvSpPr>
        <p:spPr>
          <a:xfrm>
            <a:off x="86573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48048D74-1755-4C37-8D77-EEC621F3EE88}"/>
              </a:ext>
            </a:extLst>
          </p:cNvPr>
          <p:cNvSpPr>
            <a:spLocks/>
          </p:cNvSpPr>
          <p:nvPr/>
        </p:nvSpPr>
        <p:spPr>
          <a:xfrm>
            <a:off x="86892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4E4601A6-413C-4000-99EA-A026F4619316}"/>
              </a:ext>
            </a:extLst>
          </p:cNvPr>
          <p:cNvSpPr>
            <a:spLocks/>
          </p:cNvSpPr>
          <p:nvPr/>
        </p:nvSpPr>
        <p:spPr>
          <a:xfrm>
            <a:off x="8720214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43CC55FC-797E-4E04-9B6F-740D02B2FA12}"/>
              </a:ext>
            </a:extLst>
          </p:cNvPr>
          <p:cNvSpPr>
            <a:spLocks/>
          </p:cNvSpPr>
          <p:nvPr/>
        </p:nvSpPr>
        <p:spPr>
          <a:xfrm>
            <a:off x="87245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6E0E3A79-A812-42A0-8414-A2808013EFC1}"/>
              </a:ext>
            </a:extLst>
          </p:cNvPr>
          <p:cNvSpPr>
            <a:spLocks/>
          </p:cNvSpPr>
          <p:nvPr/>
        </p:nvSpPr>
        <p:spPr>
          <a:xfrm>
            <a:off x="8658405" y="61490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4DB2081E-70F9-4538-A36F-5403540CD243}"/>
              </a:ext>
            </a:extLst>
          </p:cNvPr>
          <p:cNvSpPr>
            <a:spLocks/>
          </p:cNvSpPr>
          <p:nvPr/>
        </p:nvSpPr>
        <p:spPr>
          <a:xfrm>
            <a:off x="864017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E15E023A-F814-4846-A734-60C713CECFFA}"/>
              </a:ext>
            </a:extLst>
          </p:cNvPr>
          <p:cNvSpPr>
            <a:spLocks/>
          </p:cNvSpPr>
          <p:nvPr/>
        </p:nvSpPr>
        <p:spPr>
          <a:xfrm>
            <a:off x="870567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DD46E594-D3DB-4428-BAF5-D2125A222627}"/>
              </a:ext>
            </a:extLst>
          </p:cNvPr>
          <p:cNvSpPr>
            <a:spLocks/>
          </p:cNvSpPr>
          <p:nvPr/>
        </p:nvSpPr>
        <p:spPr>
          <a:xfrm>
            <a:off x="869708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FCC1B730-2FE9-40E5-9788-071CA02405BC}"/>
              </a:ext>
            </a:extLst>
          </p:cNvPr>
          <p:cNvSpPr>
            <a:spLocks/>
          </p:cNvSpPr>
          <p:nvPr/>
        </p:nvSpPr>
        <p:spPr>
          <a:xfrm>
            <a:off x="8741953" y="5397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AA6849AD-74F1-46B0-AD8A-12E0DFFA2D9D}"/>
              </a:ext>
            </a:extLst>
          </p:cNvPr>
          <p:cNvSpPr>
            <a:spLocks/>
          </p:cNvSpPr>
          <p:nvPr/>
        </p:nvSpPr>
        <p:spPr>
          <a:xfrm>
            <a:off x="86874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3A6073C2-5E77-443F-8885-12F9FEC16A93}"/>
              </a:ext>
            </a:extLst>
          </p:cNvPr>
          <p:cNvSpPr>
            <a:spLocks/>
          </p:cNvSpPr>
          <p:nvPr/>
        </p:nvSpPr>
        <p:spPr>
          <a:xfrm>
            <a:off x="87578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A323E3D1-EC0D-4FCE-8234-D805DB7B5E0E}"/>
              </a:ext>
            </a:extLst>
          </p:cNvPr>
          <p:cNvSpPr>
            <a:spLocks/>
          </p:cNvSpPr>
          <p:nvPr/>
        </p:nvSpPr>
        <p:spPr>
          <a:xfrm>
            <a:off x="869269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A494BA67-7184-4B01-9FC4-76A4A019E4B0}"/>
              </a:ext>
            </a:extLst>
          </p:cNvPr>
          <p:cNvSpPr>
            <a:spLocks/>
          </p:cNvSpPr>
          <p:nvPr/>
        </p:nvSpPr>
        <p:spPr>
          <a:xfrm>
            <a:off x="86766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0BAABA5-AE1F-45EF-AAD0-098FFD84FDE0}"/>
              </a:ext>
            </a:extLst>
          </p:cNvPr>
          <p:cNvSpPr>
            <a:spLocks/>
          </p:cNvSpPr>
          <p:nvPr/>
        </p:nvSpPr>
        <p:spPr>
          <a:xfrm>
            <a:off x="872033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937C0610-D4A4-4B91-A908-BB71B5EE2FFB}"/>
              </a:ext>
            </a:extLst>
          </p:cNvPr>
          <p:cNvSpPr>
            <a:spLocks/>
          </p:cNvSpPr>
          <p:nvPr/>
        </p:nvSpPr>
        <p:spPr>
          <a:xfrm>
            <a:off x="86559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E0A00647-C0A2-4066-9664-764EAC296A84}"/>
              </a:ext>
            </a:extLst>
          </p:cNvPr>
          <p:cNvSpPr>
            <a:spLocks/>
          </p:cNvSpPr>
          <p:nvPr/>
        </p:nvSpPr>
        <p:spPr>
          <a:xfrm>
            <a:off x="873245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6C5AEB35-E540-4692-8E7E-64DEE7718089}"/>
              </a:ext>
            </a:extLst>
          </p:cNvPr>
          <p:cNvSpPr>
            <a:spLocks/>
          </p:cNvSpPr>
          <p:nvPr/>
        </p:nvSpPr>
        <p:spPr>
          <a:xfrm>
            <a:off x="8704938" y="66500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4E18BDEC-4097-4451-98D7-E7673DE6D9EC}"/>
              </a:ext>
            </a:extLst>
          </p:cNvPr>
          <p:cNvSpPr>
            <a:spLocks/>
          </p:cNvSpPr>
          <p:nvPr/>
        </p:nvSpPr>
        <p:spPr>
          <a:xfrm>
            <a:off x="8697720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9CCC3E83-4E71-4896-B9D6-93F07E383B2F}"/>
              </a:ext>
            </a:extLst>
          </p:cNvPr>
          <p:cNvSpPr>
            <a:spLocks/>
          </p:cNvSpPr>
          <p:nvPr/>
        </p:nvSpPr>
        <p:spPr>
          <a:xfrm>
            <a:off x="8711872" y="68921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D8043A83-13F9-4ACD-87FE-43514BD33233}"/>
              </a:ext>
            </a:extLst>
          </p:cNvPr>
          <p:cNvSpPr>
            <a:spLocks/>
          </p:cNvSpPr>
          <p:nvPr/>
        </p:nvSpPr>
        <p:spPr>
          <a:xfrm>
            <a:off x="873882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2F4D61FA-99A6-40D2-AF46-8E0896041074}"/>
              </a:ext>
            </a:extLst>
          </p:cNvPr>
          <p:cNvSpPr>
            <a:spLocks/>
          </p:cNvSpPr>
          <p:nvPr/>
        </p:nvSpPr>
        <p:spPr>
          <a:xfrm>
            <a:off x="867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08303B15-C097-4297-8C6D-D31C81349B26}"/>
              </a:ext>
            </a:extLst>
          </p:cNvPr>
          <p:cNvSpPr>
            <a:spLocks/>
          </p:cNvSpPr>
          <p:nvPr/>
        </p:nvSpPr>
        <p:spPr>
          <a:xfrm>
            <a:off x="866514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58F405E1-044F-4B07-A7C4-126E054475BC}"/>
              </a:ext>
            </a:extLst>
          </p:cNvPr>
          <p:cNvSpPr>
            <a:spLocks/>
          </p:cNvSpPr>
          <p:nvPr/>
        </p:nvSpPr>
        <p:spPr>
          <a:xfrm>
            <a:off x="87283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BBEB73FC-9F32-4762-ABD9-2B562805E431}"/>
              </a:ext>
            </a:extLst>
          </p:cNvPr>
          <p:cNvSpPr>
            <a:spLocks/>
          </p:cNvSpPr>
          <p:nvPr/>
        </p:nvSpPr>
        <p:spPr>
          <a:xfrm>
            <a:off x="87015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C98A10D-7B5F-416B-A1AB-2872A839D7BF}"/>
              </a:ext>
            </a:extLst>
          </p:cNvPr>
          <p:cNvSpPr>
            <a:spLocks/>
          </p:cNvSpPr>
          <p:nvPr/>
        </p:nvSpPr>
        <p:spPr>
          <a:xfrm>
            <a:off x="871034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8460F751-5598-4373-932B-850DB9990267}"/>
              </a:ext>
            </a:extLst>
          </p:cNvPr>
          <p:cNvSpPr>
            <a:spLocks/>
          </p:cNvSpPr>
          <p:nvPr/>
        </p:nvSpPr>
        <p:spPr>
          <a:xfrm>
            <a:off x="8636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D786A352-D28C-4BF8-BF8C-E286FDC87854}"/>
              </a:ext>
            </a:extLst>
          </p:cNvPr>
          <p:cNvSpPr>
            <a:spLocks/>
          </p:cNvSpPr>
          <p:nvPr/>
        </p:nvSpPr>
        <p:spPr>
          <a:xfrm>
            <a:off x="8716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59C8C805-FE15-47A4-B30D-AE346A755614}"/>
              </a:ext>
            </a:extLst>
          </p:cNvPr>
          <p:cNvSpPr>
            <a:spLocks/>
          </p:cNvSpPr>
          <p:nvPr/>
        </p:nvSpPr>
        <p:spPr>
          <a:xfrm>
            <a:off x="87353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131AB28E-52B7-47DF-AE82-76B854648FE2}"/>
              </a:ext>
            </a:extLst>
          </p:cNvPr>
          <p:cNvSpPr>
            <a:spLocks/>
          </p:cNvSpPr>
          <p:nvPr/>
        </p:nvSpPr>
        <p:spPr>
          <a:xfrm>
            <a:off x="864398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9632771A-6C0C-4BE9-98F8-AB3C31E5246D}"/>
              </a:ext>
            </a:extLst>
          </p:cNvPr>
          <p:cNvSpPr>
            <a:spLocks/>
          </p:cNvSpPr>
          <p:nvPr/>
        </p:nvSpPr>
        <p:spPr>
          <a:xfrm>
            <a:off x="867803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208FD2D0-D450-45F9-8729-88222CFC2A6D}"/>
              </a:ext>
            </a:extLst>
          </p:cNvPr>
          <p:cNvSpPr>
            <a:spLocks/>
          </p:cNvSpPr>
          <p:nvPr/>
        </p:nvSpPr>
        <p:spPr>
          <a:xfrm>
            <a:off x="8743019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5ABACE21-5FE2-4D50-B9B6-29858D7CCE2E}"/>
              </a:ext>
            </a:extLst>
          </p:cNvPr>
          <p:cNvSpPr>
            <a:spLocks/>
          </p:cNvSpPr>
          <p:nvPr/>
        </p:nvSpPr>
        <p:spPr>
          <a:xfrm>
            <a:off x="86494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1CD4CA90-CA7E-4911-9418-372AF6302665}"/>
              </a:ext>
            </a:extLst>
          </p:cNvPr>
          <p:cNvSpPr>
            <a:spLocks/>
          </p:cNvSpPr>
          <p:nvPr/>
        </p:nvSpPr>
        <p:spPr>
          <a:xfrm>
            <a:off x="86830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59E1A79D-3B9C-4A0A-9BDD-5854E2248B9A}"/>
              </a:ext>
            </a:extLst>
          </p:cNvPr>
          <p:cNvSpPr>
            <a:spLocks/>
          </p:cNvSpPr>
          <p:nvPr/>
        </p:nvSpPr>
        <p:spPr>
          <a:xfrm>
            <a:off x="8689665" y="67407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2777A32C-7352-443B-9765-67D7B423C4C5}"/>
              </a:ext>
            </a:extLst>
          </p:cNvPr>
          <p:cNvSpPr>
            <a:spLocks/>
          </p:cNvSpPr>
          <p:nvPr/>
        </p:nvSpPr>
        <p:spPr>
          <a:xfrm>
            <a:off x="87048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D1F606B3-08D3-43E2-A590-1219E9DBDDD9}"/>
              </a:ext>
            </a:extLst>
          </p:cNvPr>
          <p:cNvSpPr>
            <a:spLocks/>
          </p:cNvSpPr>
          <p:nvPr/>
        </p:nvSpPr>
        <p:spPr>
          <a:xfrm>
            <a:off x="870297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C9DC45EF-E2CC-4668-9956-58763ECD6382}"/>
              </a:ext>
            </a:extLst>
          </p:cNvPr>
          <p:cNvSpPr>
            <a:spLocks/>
          </p:cNvSpPr>
          <p:nvPr/>
        </p:nvSpPr>
        <p:spPr>
          <a:xfrm>
            <a:off x="8715245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4F9018C5-F6B8-4BB7-BC91-E4A49B79278E}"/>
              </a:ext>
            </a:extLst>
          </p:cNvPr>
          <p:cNvSpPr>
            <a:spLocks/>
          </p:cNvSpPr>
          <p:nvPr/>
        </p:nvSpPr>
        <p:spPr>
          <a:xfrm>
            <a:off x="874799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6FEF0AA2-BE34-4763-8A31-DC254FA27755}"/>
              </a:ext>
            </a:extLst>
          </p:cNvPr>
          <p:cNvSpPr>
            <a:spLocks/>
          </p:cNvSpPr>
          <p:nvPr/>
        </p:nvSpPr>
        <p:spPr>
          <a:xfrm>
            <a:off x="8705952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357C9192-B9C9-46E1-9B94-4BE48BA73B51}"/>
              </a:ext>
            </a:extLst>
          </p:cNvPr>
          <p:cNvSpPr>
            <a:spLocks/>
          </p:cNvSpPr>
          <p:nvPr/>
        </p:nvSpPr>
        <p:spPr>
          <a:xfrm>
            <a:off x="8665837" y="6692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B11274F1-AFFE-42B9-B6C2-8B81792FE5DF}"/>
              </a:ext>
            </a:extLst>
          </p:cNvPr>
          <p:cNvSpPr>
            <a:spLocks/>
          </p:cNvSpPr>
          <p:nvPr/>
        </p:nvSpPr>
        <p:spPr>
          <a:xfrm>
            <a:off x="8750715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793EDE00-4D7C-4B54-A7BD-4958A623C3C5}"/>
              </a:ext>
            </a:extLst>
          </p:cNvPr>
          <p:cNvSpPr>
            <a:spLocks/>
          </p:cNvSpPr>
          <p:nvPr/>
        </p:nvSpPr>
        <p:spPr>
          <a:xfrm>
            <a:off x="8693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86958AFA-E4AC-46F4-9428-938873198BDB}"/>
              </a:ext>
            </a:extLst>
          </p:cNvPr>
          <p:cNvSpPr>
            <a:spLocks/>
          </p:cNvSpPr>
          <p:nvPr/>
        </p:nvSpPr>
        <p:spPr>
          <a:xfrm>
            <a:off x="872681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87780394-F9FA-4C20-A968-5A803D90D1F3}"/>
              </a:ext>
            </a:extLst>
          </p:cNvPr>
          <p:cNvSpPr>
            <a:spLocks/>
          </p:cNvSpPr>
          <p:nvPr/>
        </p:nvSpPr>
        <p:spPr>
          <a:xfrm>
            <a:off x="867139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80C075D4-10F1-4562-BE4A-8D15C3CAC552}"/>
              </a:ext>
            </a:extLst>
          </p:cNvPr>
          <p:cNvSpPr>
            <a:spLocks/>
          </p:cNvSpPr>
          <p:nvPr/>
        </p:nvSpPr>
        <p:spPr>
          <a:xfrm>
            <a:off x="8686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B05D850A-255B-4DA1-BB5B-E3F319FB90D7}"/>
              </a:ext>
            </a:extLst>
          </p:cNvPr>
          <p:cNvSpPr>
            <a:spLocks/>
          </p:cNvSpPr>
          <p:nvPr/>
        </p:nvSpPr>
        <p:spPr>
          <a:xfrm>
            <a:off x="87159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0856383F-E0A3-4219-87BA-F5C1EFDCC7D9}"/>
              </a:ext>
            </a:extLst>
          </p:cNvPr>
          <p:cNvSpPr>
            <a:spLocks/>
          </p:cNvSpPr>
          <p:nvPr/>
        </p:nvSpPr>
        <p:spPr>
          <a:xfrm>
            <a:off x="8709718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36008B7F-EF5B-4D0D-AC10-F2712939292E}"/>
              </a:ext>
            </a:extLst>
          </p:cNvPr>
          <p:cNvSpPr>
            <a:spLocks/>
          </p:cNvSpPr>
          <p:nvPr/>
        </p:nvSpPr>
        <p:spPr>
          <a:xfrm>
            <a:off x="868799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D094CC5B-A6BB-4540-A9E2-89D6890E8BD2}"/>
              </a:ext>
            </a:extLst>
          </p:cNvPr>
          <p:cNvSpPr>
            <a:spLocks/>
          </p:cNvSpPr>
          <p:nvPr/>
        </p:nvSpPr>
        <p:spPr>
          <a:xfrm>
            <a:off x="867697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5AF13B84-8E7A-4AF7-81B4-3535CD52A7C4}"/>
              </a:ext>
            </a:extLst>
          </p:cNvPr>
          <p:cNvSpPr>
            <a:spLocks/>
          </p:cNvSpPr>
          <p:nvPr/>
        </p:nvSpPr>
        <p:spPr>
          <a:xfrm>
            <a:off x="87254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D5DF3A7E-5D80-49AC-B216-7E242A8A12FF}"/>
              </a:ext>
            </a:extLst>
          </p:cNvPr>
          <p:cNvSpPr>
            <a:spLocks/>
          </p:cNvSpPr>
          <p:nvPr/>
        </p:nvSpPr>
        <p:spPr>
          <a:xfrm>
            <a:off x="864560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0A73A4BE-7706-4A11-89A7-E4BEB7460536}"/>
              </a:ext>
            </a:extLst>
          </p:cNvPr>
          <p:cNvSpPr>
            <a:spLocks/>
          </p:cNvSpPr>
          <p:nvPr/>
        </p:nvSpPr>
        <p:spPr>
          <a:xfrm>
            <a:off x="871581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2732945F-F1E6-4C03-B0B7-8340B84301D7}"/>
              </a:ext>
            </a:extLst>
          </p:cNvPr>
          <p:cNvSpPr>
            <a:spLocks/>
          </p:cNvSpPr>
          <p:nvPr/>
        </p:nvSpPr>
        <p:spPr>
          <a:xfrm>
            <a:off x="8663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6F36F837-1B48-430B-A210-F8588AE1C28B}"/>
              </a:ext>
            </a:extLst>
          </p:cNvPr>
          <p:cNvSpPr>
            <a:spLocks/>
          </p:cNvSpPr>
          <p:nvPr/>
        </p:nvSpPr>
        <p:spPr>
          <a:xfrm>
            <a:off x="8735075" y="68184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786C7216-8B23-4B96-8236-D9B6EC37E8A8}"/>
              </a:ext>
            </a:extLst>
          </p:cNvPr>
          <p:cNvSpPr>
            <a:spLocks/>
          </p:cNvSpPr>
          <p:nvPr/>
        </p:nvSpPr>
        <p:spPr>
          <a:xfrm>
            <a:off x="87287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BF400254-71D0-4D1E-8128-B3E5FA23E7D9}"/>
              </a:ext>
            </a:extLst>
          </p:cNvPr>
          <p:cNvSpPr>
            <a:spLocks/>
          </p:cNvSpPr>
          <p:nvPr/>
        </p:nvSpPr>
        <p:spPr>
          <a:xfrm>
            <a:off x="8752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073CBD21-D9D3-46F9-9D7F-4C8DF69FCA0B}"/>
              </a:ext>
            </a:extLst>
          </p:cNvPr>
          <p:cNvSpPr>
            <a:spLocks/>
          </p:cNvSpPr>
          <p:nvPr/>
        </p:nvSpPr>
        <p:spPr>
          <a:xfrm>
            <a:off x="868617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CA5E7DE0-25CE-461B-BFCA-5A45B3C28E95}"/>
              </a:ext>
            </a:extLst>
          </p:cNvPr>
          <p:cNvSpPr>
            <a:spLocks/>
          </p:cNvSpPr>
          <p:nvPr/>
        </p:nvSpPr>
        <p:spPr>
          <a:xfrm>
            <a:off x="870208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C63C1A2C-F28D-4111-89FF-630D963950BA}"/>
              </a:ext>
            </a:extLst>
          </p:cNvPr>
          <p:cNvSpPr>
            <a:spLocks/>
          </p:cNvSpPr>
          <p:nvPr/>
        </p:nvSpPr>
        <p:spPr>
          <a:xfrm>
            <a:off x="872056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E072F7E5-FE5F-41A3-8502-564986A6F526}"/>
              </a:ext>
            </a:extLst>
          </p:cNvPr>
          <p:cNvSpPr>
            <a:spLocks/>
          </p:cNvSpPr>
          <p:nvPr/>
        </p:nvSpPr>
        <p:spPr>
          <a:xfrm>
            <a:off x="872830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BF246691-2F56-4FC1-892A-480898AF07D9}"/>
              </a:ext>
            </a:extLst>
          </p:cNvPr>
          <p:cNvSpPr>
            <a:spLocks/>
          </p:cNvSpPr>
          <p:nvPr/>
        </p:nvSpPr>
        <p:spPr>
          <a:xfrm>
            <a:off x="8664712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B75B771B-BE8A-43D1-B0BD-53839EF0E856}"/>
              </a:ext>
            </a:extLst>
          </p:cNvPr>
          <p:cNvSpPr>
            <a:spLocks/>
          </p:cNvSpPr>
          <p:nvPr/>
        </p:nvSpPr>
        <p:spPr>
          <a:xfrm>
            <a:off x="8691527" y="68465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11A5C70B-A3B6-4C1F-AF88-0225AE0FC375}"/>
              </a:ext>
            </a:extLst>
          </p:cNvPr>
          <p:cNvSpPr>
            <a:spLocks/>
          </p:cNvSpPr>
          <p:nvPr/>
        </p:nvSpPr>
        <p:spPr>
          <a:xfrm>
            <a:off x="8682283" y="6532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34CC3688-5DED-4F95-A52B-AC72C48C2C11}"/>
              </a:ext>
            </a:extLst>
          </p:cNvPr>
          <p:cNvSpPr>
            <a:spLocks/>
          </p:cNvSpPr>
          <p:nvPr/>
        </p:nvSpPr>
        <p:spPr>
          <a:xfrm>
            <a:off x="864891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4138D15C-50EF-4793-8658-01195FE77D22}"/>
              </a:ext>
            </a:extLst>
          </p:cNvPr>
          <p:cNvSpPr>
            <a:spLocks/>
          </p:cNvSpPr>
          <p:nvPr/>
        </p:nvSpPr>
        <p:spPr>
          <a:xfrm>
            <a:off x="86499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B3085FC9-5CC7-456D-9693-4ED979C17C9D}"/>
              </a:ext>
            </a:extLst>
          </p:cNvPr>
          <p:cNvSpPr>
            <a:spLocks/>
          </p:cNvSpPr>
          <p:nvPr/>
        </p:nvSpPr>
        <p:spPr>
          <a:xfrm>
            <a:off x="867970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5C0D7145-151B-4C1E-9007-047BEFC6E514}"/>
              </a:ext>
            </a:extLst>
          </p:cNvPr>
          <p:cNvSpPr>
            <a:spLocks/>
          </p:cNvSpPr>
          <p:nvPr/>
        </p:nvSpPr>
        <p:spPr>
          <a:xfrm>
            <a:off x="874873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32D34716-CAEB-4C31-955B-3E28C9FC2D03}"/>
              </a:ext>
            </a:extLst>
          </p:cNvPr>
          <p:cNvSpPr>
            <a:spLocks/>
          </p:cNvSpPr>
          <p:nvPr/>
        </p:nvSpPr>
        <p:spPr>
          <a:xfrm>
            <a:off x="8668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4182AB70-8772-4768-85C3-50E6F7ABD7BF}"/>
              </a:ext>
            </a:extLst>
          </p:cNvPr>
          <p:cNvSpPr>
            <a:spLocks/>
          </p:cNvSpPr>
          <p:nvPr/>
        </p:nvSpPr>
        <p:spPr>
          <a:xfrm>
            <a:off x="87481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1924C91B-ADEE-4C6D-9C37-158E3B6EA15E}"/>
              </a:ext>
            </a:extLst>
          </p:cNvPr>
          <p:cNvSpPr>
            <a:spLocks/>
          </p:cNvSpPr>
          <p:nvPr/>
        </p:nvSpPr>
        <p:spPr>
          <a:xfrm>
            <a:off x="8653789" y="67483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9993054-3E3A-46FF-BFB7-FF9302516A1C}"/>
              </a:ext>
            </a:extLst>
          </p:cNvPr>
          <p:cNvSpPr>
            <a:spLocks/>
          </p:cNvSpPr>
          <p:nvPr/>
        </p:nvSpPr>
        <p:spPr>
          <a:xfrm>
            <a:off x="87382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0771D519-90F7-4274-B3CF-116C4BD6B9C2}"/>
              </a:ext>
            </a:extLst>
          </p:cNvPr>
          <p:cNvSpPr>
            <a:spLocks/>
          </p:cNvSpPr>
          <p:nvPr/>
        </p:nvSpPr>
        <p:spPr>
          <a:xfrm>
            <a:off x="867959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C6398EF9-C61B-4144-836B-E1093AE8EDDC}"/>
              </a:ext>
            </a:extLst>
          </p:cNvPr>
          <p:cNvSpPr>
            <a:spLocks/>
          </p:cNvSpPr>
          <p:nvPr/>
        </p:nvSpPr>
        <p:spPr>
          <a:xfrm>
            <a:off x="8683625" y="62374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CE4D7251-7EEC-4526-80CC-F684ABB6B6D2}"/>
              </a:ext>
            </a:extLst>
          </p:cNvPr>
          <p:cNvSpPr>
            <a:spLocks/>
          </p:cNvSpPr>
          <p:nvPr/>
        </p:nvSpPr>
        <p:spPr>
          <a:xfrm>
            <a:off x="86464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36923E11-4769-4604-88EC-DB0A67D0831A}"/>
              </a:ext>
            </a:extLst>
          </p:cNvPr>
          <p:cNvSpPr>
            <a:spLocks/>
          </p:cNvSpPr>
          <p:nvPr/>
        </p:nvSpPr>
        <p:spPr>
          <a:xfrm>
            <a:off x="87007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BF9636CF-3C51-4064-A04F-BDE284F5224F}"/>
              </a:ext>
            </a:extLst>
          </p:cNvPr>
          <p:cNvSpPr>
            <a:spLocks/>
          </p:cNvSpPr>
          <p:nvPr/>
        </p:nvSpPr>
        <p:spPr>
          <a:xfrm>
            <a:off x="870579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0CD0BB42-0C8B-4F72-A8E7-3220B83F25E1}"/>
              </a:ext>
            </a:extLst>
          </p:cNvPr>
          <p:cNvSpPr>
            <a:spLocks/>
          </p:cNvSpPr>
          <p:nvPr/>
        </p:nvSpPr>
        <p:spPr>
          <a:xfrm>
            <a:off x="87220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B99CC1FD-6102-4DBA-AEE8-4A7E78C2435E}"/>
              </a:ext>
            </a:extLst>
          </p:cNvPr>
          <p:cNvSpPr>
            <a:spLocks/>
          </p:cNvSpPr>
          <p:nvPr/>
        </p:nvSpPr>
        <p:spPr>
          <a:xfrm>
            <a:off x="87004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284709F7-FD45-49C1-BC02-AB9DE0FD3C3C}"/>
              </a:ext>
            </a:extLst>
          </p:cNvPr>
          <p:cNvSpPr>
            <a:spLocks/>
          </p:cNvSpPr>
          <p:nvPr/>
        </p:nvSpPr>
        <p:spPr>
          <a:xfrm>
            <a:off x="87352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4807CC50-5DD1-46CB-A5B0-334012F03938}"/>
              </a:ext>
            </a:extLst>
          </p:cNvPr>
          <p:cNvSpPr>
            <a:spLocks/>
          </p:cNvSpPr>
          <p:nvPr/>
        </p:nvSpPr>
        <p:spPr>
          <a:xfrm>
            <a:off x="871561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206263E0-D307-48E2-8303-4A30FF906EDE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426C5996-BD47-4168-ABD1-C7B0D1AEE18D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90DE51E6-A397-4309-A19C-B7A83E6D95DA}"/>
              </a:ext>
            </a:extLst>
          </p:cNvPr>
          <p:cNvSpPr>
            <a:spLocks/>
          </p:cNvSpPr>
          <p:nvPr/>
        </p:nvSpPr>
        <p:spPr>
          <a:xfrm>
            <a:off x="6526468" y="4774729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F460E711-E16D-495E-B6E2-5DF10A687E28}"/>
              </a:ext>
            </a:extLst>
          </p:cNvPr>
          <p:cNvSpPr>
            <a:spLocks/>
          </p:cNvSpPr>
          <p:nvPr/>
        </p:nvSpPr>
        <p:spPr>
          <a:xfrm>
            <a:off x="7005297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A6B7FA50-19C6-4225-8AF3-DA91D6D0FCA6}"/>
              </a:ext>
            </a:extLst>
          </p:cNvPr>
          <p:cNvSpPr>
            <a:spLocks/>
          </p:cNvSpPr>
          <p:nvPr/>
        </p:nvSpPr>
        <p:spPr>
          <a:xfrm>
            <a:off x="7169939" y="6078371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AC718FA8-BE2F-47CA-935F-EBAB5D76ECC9}"/>
              </a:ext>
            </a:extLst>
          </p:cNvPr>
          <p:cNvSpPr>
            <a:spLocks/>
          </p:cNvSpPr>
          <p:nvPr/>
        </p:nvSpPr>
        <p:spPr>
          <a:xfrm>
            <a:off x="7423234" y="5194227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7FE747DA-651A-440B-8065-27DF4326CC01}"/>
              </a:ext>
            </a:extLst>
          </p:cNvPr>
          <p:cNvSpPr>
            <a:spLocks/>
          </p:cNvSpPr>
          <p:nvPr/>
        </p:nvSpPr>
        <p:spPr>
          <a:xfrm>
            <a:off x="7676529" y="5194227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C81154D-8909-4568-8CF4-FFB705D3E0F2}"/>
              </a:ext>
            </a:extLst>
          </p:cNvPr>
          <p:cNvSpPr>
            <a:spLocks/>
          </p:cNvSpPr>
          <p:nvPr/>
        </p:nvSpPr>
        <p:spPr>
          <a:xfrm>
            <a:off x="8208449" y="5194227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DF5E9992-DDC9-43DD-958C-E6A1FF3EFB45}"/>
              </a:ext>
            </a:extLst>
          </p:cNvPr>
          <p:cNvSpPr>
            <a:spLocks/>
          </p:cNvSpPr>
          <p:nvPr/>
        </p:nvSpPr>
        <p:spPr>
          <a:xfrm>
            <a:off x="8461744" y="5194227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CE5998D9-45C8-4E00-BC87-65E474E827F3}"/>
              </a:ext>
            </a:extLst>
          </p:cNvPr>
          <p:cNvSpPr>
            <a:spLocks/>
          </p:cNvSpPr>
          <p:nvPr/>
        </p:nvSpPr>
        <p:spPr>
          <a:xfrm>
            <a:off x="8715039" y="5194227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95E32D14-B65A-423A-85F5-89FAAAFCFAF4}"/>
              </a:ext>
            </a:extLst>
          </p:cNvPr>
          <p:cNvSpPr>
            <a:spLocks/>
          </p:cNvSpPr>
          <p:nvPr/>
        </p:nvSpPr>
        <p:spPr>
          <a:xfrm>
            <a:off x="7134470" y="648943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C661D349-3354-4FFA-8C62-A253901982A5}"/>
              </a:ext>
            </a:extLst>
          </p:cNvPr>
          <p:cNvSpPr>
            <a:spLocks/>
          </p:cNvSpPr>
          <p:nvPr/>
        </p:nvSpPr>
        <p:spPr>
          <a:xfrm>
            <a:off x="7387765" y="57481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37EBED12-442B-4DB4-BB40-4EDE3FAE5719}"/>
              </a:ext>
            </a:extLst>
          </p:cNvPr>
          <p:cNvSpPr>
            <a:spLocks/>
          </p:cNvSpPr>
          <p:nvPr/>
        </p:nvSpPr>
        <p:spPr>
          <a:xfrm>
            <a:off x="764106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F51F047D-3F08-4466-A338-0DA6AE5CB5FE}"/>
              </a:ext>
            </a:extLst>
          </p:cNvPr>
          <p:cNvSpPr>
            <a:spLocks/>
          </p:cNvSpPr>
          <p:nvPr/>
        </p:nvSpPr>
        <p:spPr>
          <a:xfrm>
            <a:off x="8172980" y="580713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AF97789C-CFA3-41AE-81FF-15B2A7C80359}"/>
              </a:ext>
            </a:extLst>
          </p:cNvPr>
          <p:cNvSpPr>
            <a:spLocks/>
          </p:cNvSpPr>
          <p:nvPr/>
        </p:nvSpPr>
        <p:spPr>
          <a:xfrm>
            <a:off x="8426275" y="541663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9A37E151-0675-4D89-AD6F-8C269DA80E07}"/>
              </a:ext>
            </a:extLst>
          </p:cNvPr>
          <p:cNvSpPr>
            <a:spLocks/>
          </p:cNvSpPr>
          <p:nvPr/>
        </p:nvSpPr>
        <p:spPr>
          <a:xfrm>
            <a:off x="867957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C7D9C077-F9C0-43AA-9875-940943620351}"/>
              </a:ext>
            </a:extLst>
          </p:cNvPr>
          <p:cNvSpPr>
            <a:spLocks/>
          </p:cNvSpPr>
          <p:nvPr/>
        </p:nvSpPr>
        <p:spPr>
          <a:xfrm>
            <a:off x="2982516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C5A268E1-FBFF-4570-ACF3-BCAB04295090}"/>
              </a:ext>
            </a:extLst>
          </p:cNvPr>
          <p:cNvSpPr>
            <a:spLocks/>
          </p:cNvSpPr>
          <p:nvPr/>
        </p:nvSpPr>
        <p:spPr>
          <a:xfrm>
            <a:off x="3252080" y="73061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E7A4996F-C9B0-4000-AA51-100BC850C0EA}"/>
              </a:ext>
            </a:extLst>
          </p:cNvPr>
          <p:cNvSpPr>
            <a:spLocks/>
          </p:cNvSpPr>
          <p:nvPr/>
        </p:nvSpPr>
        <p:spPr>
          <a:xfrm>
            <a:off x="4192119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48AE8747-A9B0-4D56-8B53-B012A474A86E}"/>
              </a:ext>
            </a:extLst>
          </p:cNvPr>
          <p:cNvSpPr>
            <a:spLocks/>
          </p:cNvSpPr>
          <p:nvPr/>
        </p:nvSpPr>
        <p:spPr>
          <a:xfrm>
            <a:off x="4461682" y="73061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00A5E0F6-E665-4FF9-9F18-4AA3908CEB13}"/>
              </a:ext>
            </a:extLst>
          </p:cNvPr>
          <p:cNvSpPr>
            <a:spLocks/>
          </p:cNvSpPr>
          <p:nvPr/>
        </p:nvSpPr>
        <p:spPr>
          <a:xfrm>
            <a:off x="5844184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18DA683B-BF99-4056-8706-DF0CF23B935F}"/>
              </a:ext>
            </a:extLst>
          </p:cNvPr>
          <p:cNvSpPr>
            <a:spLocks/>
          </p:cNvSpPr>
          <p:nvPr/>
        </p:nvSpPr>
        <p:spPr>
          <a:xfrm>
            <a:off x="6113748" y="73061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804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FA36-D70C-4273-C31C-6B3CC27C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CD974FAD-1230-E758-BA58-F55D72A50D53}"/>
              </a:ext>
            </a:extLst>
          </p:cNvPr>
          <p:cNvSpPr>
            <a:spLocks/>
          </p:cNvSpPr>
          <p:nvPr/>
        </p:nvSpPr>
        <p:spPr>
          <a:xfrm>
            <a:off x="373592" y="597693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DD7E641A-3B55-678F-2E93-C5511478157D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C6940CA8-65AA-7581-B562-0BAD7C9F9FD4}"/>
              </a:ext>
            </a:extLst>
          </p:cNvPr>
          <p:cNvSpPr>
            <a:spLocks/>
          </p:cNvSpPr>
          <p:nvPr/>
        </p:nvSpPr>
        <p:spPr>
          <a:xfrm>
            <a:off x="16875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0098DF6B-259D-8100-1041-5C1B9431EBA1}"/>
              </a:ext>
            </a:extLst>
          </p:cNvPr>
          <p:cNvSpPr>
            <a:spLocks/>
          </p:cNvSpPr>
          <p:nvPr/>
        </p:nvSpPr>
        <p:spPr>
          <a:xfrm>
            <a:off x="1321075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4D5B1471-2464-58CC-F66B-EC4DFCAC5B1B}"/>
              </a:ext>
            </a:extLst>
          </p:cNvPr>
          <p:cNvSpPr>
            <a:spLocks/>
          </p:cNvSpPr>
          <p:nvPr/>
        </p:nvSpPr>
        <p:spPr>
          <a:xfrm>
            <a:off x="26247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4B0DC226-CFEE-193A-1937-BDC6503971A5}"/>
              </a:ext>
            </a:extLst>
          </p:cNvPr>
          <p:cNvSpPr>
            <a:spLocks/>
          </p:cNvSpPr>
          <p:nvPr/>
        </p:nvSpPr>
        <p:spPr>
          <a:xfrm>
            <a:off x="2264632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2AD944F5-555A-4252-3D54-813A845A93F2}"/>
              </a:ext>
            </a:extLst>
          </p:cNvPr>
          <p:cNvSpPr>
            <a:spLocks/>
          </p:cNvSpPr>
          <p:nvPr/>
        </p:nvSpPr>
        <p:spPr>
          <a:xfrm>
            <a:off x="2385955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CEE0A02D-1E48-780A-B01C-BD9AE86AFA9F}"/>
              </a:ext>
            </a:extLst>
          </p:cNvPr>
          <p:cNvSpPr>
            <a:spLocks/>
          </p:cNvSpPr>
          <p:nvPr/>
        </p:nvSpPr>
        <p:spPr>
          <a:xfrm>
            <a:off x="2451805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BFB67CE1-2063-E4F3-EE6D-C0E1F72D84FE}"/>
              </a:ext>
            </a:extLst>
          </p:cNvPr>
          <p:cNvSpPr>
            <a:spLocks/>
          </p:cNvSpPr>
          <p:nvPr/>
        </p:nvSpPr>
        <p:spPr>
          <a:xfrm>
            <a:off x="2521015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A1C9DE0D-B0F6-3F4C-FC67-AF3E98BEFF7A}"/>
              </a:ext>
            </a:extLst>
          </p:cNvPr>
          <p:cNvSpPr>
            <a:spLocks/>
          </p:cNvSpPr>
          <p:nvPr/>
        </p:nvSpPr>
        <p:spPr>
          <a:xfrm>
            <a:off x="2594768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5F65EF5D-4693-6B78-F2CD-2DA21ED5E1F9}"/>
              </a:ext>
            </a:extLst>
          </p:cNvPr>
          <p:cNvSpPr>
            <a:spLocks/>
          </p:cNvSpPr>
          <p:nvPr/>
        </p:nvSpPr>
        <p:spPr>
          <a:xfrm>
            <a:off x="2676551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6BF6420E-43C2-C065-C6BD-F32970F7C795}"/>
              </a:ext>
            </a:extLst>
          </p:cNvPr>
          <p:cNvSpPr>
            <a:spLocks/>
          </p:cNvSpPr>
          <p:nvPr/>
        </p:nvSpPr>
        <p:spPr>
          <a:xfrm>
            <a:off x="2745559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A2029871-CE1B-A559-DBBB-B8EF10A43FBC}"/>
              </a:ext>
            </a:extLst>
          </p:cNvPr>
          <p:cNvSpPr>
            <a:spLocks/>
          </p:cNvSpPr>
          <p:nvPr/>
        </p:nvSpPr>
        <p:spPr>
          <a:xfrm>
            <a:off x="2790782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2342AAB4-AB82-AB65-7979-5D79B7F3C1FB}"/>
              </a:ext>
            </a:extLst>
          </p:cNvPr>
          <p:cNvSpPr>
            <a:spLocks/>
          </p:cNvSpPr>
          <p:nvPr/>
        </p:nvSpPr>
        <p:spPr>
          <a:xfrm>
            <a:off x="2813306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62425CB3-16AC-659D-BCCF-B4D8512B9970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BED7E6DD-2989-DB64-8527-DBBE8F610BFD}"/>
              </a:ext>
            </a:extLst>
          </p:cNvPr>
          <p:cNvSpPr>
            <a:spLocks/>
          </p:cNvSpPr>
          <p:nvPr/>
        </p:nvSpPr>
        <p:spPr>
          <a:xfrm>
            <a:off x="1174608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54767171-C7A3-2DDC-AE77-79DC298D907A}"/>
              </a:ext>
            </a:extLst>
          </p:cNvPr>
          <p:cNvSpPr>
            <a:spLocks/>
          </p:cNvSpPr>
          <p:nvPr/>
        </p:nvSpPr>
        <p:spPr>
          <a:xfrm>
            <a:off x="95088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48767F53-FA37-0683-AA43-2978782980A6}"/>
              </a:ext>
            </a:extLst>
          </p:cNvPr>
          <p:cNvSpPr>
            <a:spLocks/>
          </p:cNvSpPr>
          <p:nvPr/>
        </p:nvSpPr>
        <p:spPr>
          <a:xfrm>
            <a:off x="1218944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8F6188DB-1902-CDDC-0D4E-0FD5FF22C6C1}"/>
              </a:ext>
            </a:extLst>
          </p:cNvPr>
          <p:cNvSpPr>
            <a:spLocks/>
          </p:cNvSpPr>
          <p:nvPr/>
        </p:nvSpPr>
        <p:spPr>
          <a:xfrm>
            <a:off x="1174608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082BCD6B-EB82-A603-DA20-0AE21620D961}"/>
              </a:ext>
            </a:extLst>
          </p:cNvPr>
          <p:cNvSpPr>
            <a:spLocks/>
          </p:cNvSpPr>
          <p:nvPr/>
        </p:nvSpPr>
        <p:spPr>
          <a:xfrm>
            <a:off x="950884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53758BB4-A0BC-9FFE-6FF7-3265AF490B23}"/>
              </a:ext>
            </a:extLst>
          </p:cNvPr>
          <p:cNvSpPr>
            <a:spLocks/>
          </p:cNvSpPr>
          <p:nvPr/>
        </p:nvSpPr>
        <p:spPr>
          <a:xfrm>
            <a:off x="1218944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B296E9CD-0A6B-CF40-F673-8AED45D322B5}"/>
              </a:ext>
            </a:extLst>
          </p:cNvPr>
          <p:cNvSpPr>
            <a:spLocks/>
          </p:cNvSpPr>
          <p:nvPr/>
        </p:nvSpPr>
        <p:spPr>
          <a:xfrm>
            <a:off x="1174608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4985C7AF-FE78-21B7-3ADC-0395791F3F7D}"/>
              </a:ext>
            </a:extLst>
          </p:cNvPr>
          <p:cNvSpPr>
            <a:spLocks/>
          </p:cNvSpPr>
          <p:nvPr/>
        </p:nvSpPr>
        <p:spPr>
          <a:xfrm>
            <a:off x="950884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99C466FD-C0C3-5805-A1B8-F5DD6BC831D2}"/>
              </a:ext>
            </a:extLst>
          </p:cNvPr>
          <p:cNvSpPr>
            <a:spLocks/>
          </p:cNvSpPr>
          <p:nvPr/>
        </p:nvSpPr>
        <p:spPr>
          <a:xfrm rot="-5400000">
            <a:off x="681676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DF22A49B-B024-2F39-80B1-D50D13678F08}"/>
              </a:ext>
            </a:extLst>
          </p:cNvPr>
          <p:cNvSpPr>
            <a:spLocks/>
          </p:cNvSpPr>
          <p:nvPr/>
        </p:nvSpPr>
        <p:spPr>
          <a:xfrm>
            <a:off x="1366551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FF1D7CB7-C43A-5691-C890-8E7BB1938A53}"/>
              </a:ext>
            </a:extLst>
          </p:cNvPr>
          <p:cNvSpPr>
            <a:spLocks/>
          </p:cNvSpPr>
          <p:nvPr/>
        </p:nvSpPr>
        <p:spPr>
          <a:xfrm>
            <a:off x="1591478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928E7A86-52DA-6980-FF1E-9690392D4E7A}"/>
              </a:ext>
            </a:extLst>
          </p:cNvPr>
          <p:cNvSpPr>
            <a:spLocks/>
          </p:cNvSpPr>
          <p:nvPr/>
        </p:nvSpPr>
        <p:spPr>
          <a:xfrm>
            <a:off x="1816404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7E4CAEBA-F7D3-EAEA-A5AC-E0A215B9DE3D}"/>
              </a:ext>
            </a:extLst>
          </p:cNvPr>
          <p:cNvSpPr>
            <a:spLocks/>
          </p:cNvSpPr>
          <p:nvPr/>
        </p:nvSpPr>
        <p:spPr>
          <a:xfrm>
            <a:off x="2303743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57278FA0-3207-F25A-33FD-5D9D9FFCB5C9}"/>
              </a:ext>
            </a:extLst>
          </p:cNvPr>
          <p:cNvSpPr>
            <a:spLocks/>
          </p:cNvSpPr>
          <p:nvPr/>
        </p:nvSpPr>
        <p:spPr>
          <a:xfrm>
            <a:off x="2528670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3136AEA7-8F5C-95C2-80BE-64D97512DCE3}"/>
              </a:ext>
            </a:extLst>
          </p:cNvPr>
          <p:cNvSpPr>
            <a:spLocks/>
          </p:cNvSpPr>
          <p:nvPr/>
        </p:nvSpPr>
        <p:spPr>
          <a:xfrm>
            <a:off x="2753596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A3645748-0CD1-ED40-4B58-C49223BE90B9}"/>
              </a:ext>
            </a:extLst>
          </p:cNvPr>
          <p:cNvSpPr>
            <a:spLocks/>
          </p:cNvSpPr>
          <p:nvPr/>
        </p:nvSpPr>
        <p:spPr>
          <a:xfrm>
            <a:off x="14075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5F7630AD-1FE0-CE98-FD90-CD245AA70B64}"/>
              </a:ext>
            </a:extLst>
          </p:cNvPr>
          <p:cNvSpPr>
            <a:spLocks/>
          </p:cNvSpPr>
          <p:nvPr/>
        </p:nvSpPr>
        <p:spPr>
          <a:xfrm>
            <a:off x="14694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7EF29388-F247-87FF-7A61-B55E1E8177E4}"/>
              </a:ext>
            </a:extLst>
          </p:cNvPr>
          <p:cNvSpPr>
            <a:spLocks/>
          </p:cNvSpPr>
          <p:nvPr/>
        </p:nvSpPr>
        <p:spPr>
          <a:xfrm>
            <a:off x="1383569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BA6F2D64-5317-2E74-2124-EC0973D2298B}"/>
              </a:ext>
            </a:extLst>
          </p:cNvPr>
          <p:cNvSpPr>
            <a:spLocks/>
          </p:cNvSpPr>
          <p:nvPr/>
        </p:nvSpPr>
        <p:spPr>
          <a:xfrm>
            <a:off x="143568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F93D9B61-AC40-8C11-ED86-382A8F2C86A9}"/>
              </a:ext>
            </a:extLst>
          </p:cNvPr>
          <p:cNvSpPr>
            <a:spLocks/>
          </p:cNvSpPr>
          <p:nvPr/>
        </p:nvSpPr>
        <p:spPr>
          <a:xfrm>
            <a:off x="1395282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EF0480D6-FC15-E081-964B-66745CC36A7F}"/>
              </a:ext>
            </a:extLst>
          </p:cNvPr>
          <p:cNvSpPr>
            <a:spLocks/>
          </p:cNvSpPr>
          <p:nvPr/>
        </p:nvSpPr>
        <p:spPr>
          <a:xfrm>
            <a:off x="1487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D6371216-F61C-9032-EB61-03B814D2F4E9}"/>
              </a:ext>
            </a:extLst>
          </p:cNvPr>
          <p:cNvSpPr>
            <a:spLocks/>
          </p:cNvSpPr>
          <p:nvPr/>
        </p:nvSpPr>
        <p:spPr>
          <a:xfrm>
            <a:off x="14539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6214C87C-798A-F64C-95D0-CC4B81021C7A}"/>
              </a:ext>
            </a:extLst>
          </p:cNvPr>
          <p:cNvSpPr>
            <a:spLocks/>
          </p:cNvSpPr>
          <p:nvPr/>
        </p:nvSpPr>
        <p:spPr>
          <a:xfrm>
            <a:off x="1438269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886BA1EA-2A60-7DC5-DBB0-59C131A10FAE}"/>
              </a:ext>
            </a:extLst>
          </p:cNvPr>
          <p:cNvSpPr>
            <a:spLocks/>
          </p:cNvSpPr>
          <p:nvPr/>
        </p:nvSpPr>
        <p:spPr>
          <a:xfrm>
            <a:off x="1391188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F7177798-AC03-1444-BFD3-9BC5E582D0EE}"/>
              </a:ext>
            </a:extLst>
          </p:cNvPr>
          <p:cNvSpPr>
            <a:spLocks/>
          </p:cNvSpPr>
          <p:nvPr/>
        </p:nvSpPr>
        <p:spPr>
          <a:xfrm>
            <a:off x="1420668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83C8D894-D293-99A0-8740-2B9E2F526122}"/>
              </a:ext>
            </a:extLst>
          </p:cNvPr>
          <p:cNvSpPr>
            <a:spLocks/>
          </p:cNvSpPr>
          <p:nvPr/>
        </p:nvSpPr>
        <p:spPr>
          <a:xfrm>
            <a:off x="1423669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ADB6983A-03FD-58D5-6A65-520921671E5E}"/>
              </a:ext>
            </a:extLst>
          </p:cNvPr>
          <p:cNvSpPr>
            <a:spLocks/>
          </p:cNvSpPr>
          <p:nvPr/>
        </p:nvSpPr>
        <p:spPr>
          <a:xfrm>
            <a:off x="1443086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1E570DF-5A16-6257-5DAD-FFCB790BB24E}"/>
              </a:ext>
            </a:extLst>
          </p:cNvPr>
          <p:cNvSpPr>
            <a:spLocks/>
          </p:cNvSpPr>
          <p:nvPr/>
        </p:nvSpPr>
        <p:spPr>
          <a:xfrm>
            <a:off x="1481462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74C7144-915C-D5A3-BD62-A2077A102643}"/>
              </a:ext>
            </a:extLst>
          </p:cNvPr>
          <p:cNvSpPr>
            <a:spLocks/>
          </p:cNvSpPr>
          <p:nvPr/>
        </p:nvSpPr>
        <p:spPr>
          <a:xfrm>
            <a:off x="1448770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C65005D5-0EE2-3DD3-F9EC-8A9086BF66E1}"/>
              </a:ext>
            </a:extLst>
          </p:cNvPr>
          <p:cNvSpPr>
            <a:spLocks/>
          </p:cNvSpPr>
          <p:nvPr/>
        </p:nvSpPr>
        <p:spPr>
          <a:xfrm>
            <a:off x="1499102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ED9B5581-162A-0734-728A-C6E2F8A18EEC}"/>
              </a:ext>
            </a:extLst>
          </p:cNvPr>
          <p:cNvSpPr>
            <a:spLocks/>
          </p:cNvSpPr>
          <p:nvPr/>
        </p:nvSpPr>
        <p:spPr>
          <a:xfrm>
            <a:off x="1396486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476DB9-16AA-7491-3EC5-D9A562EA56CA}"/>
              </a:ext>
            </a:extLst>
          </p:cNvPr>
          <p:cNvSpPr>
            <a:spLocks/>
          </p:cNvSpPr>
          <p:nvPr/>
        </p:nvSpPr>
        <p:spPr>
          <a:xfrm>
            <a:off x="1386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1C12B0DA-8F03-F43B-011D-705C15F007C6}"/>
              </a:ext>
            </a:extLst>
          </p:cNvPr>
          <p:cNvSpPr>
            <a:spLocks/>
          </p:cNvSpPr>
          <p:nvPr/>
        </p:nvSpPr>
        <p:spPr>
          <a:xfrm>
            <a:off x="1471338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2B7D9553-9372-5C85-6F6F-8EB40CE8472E}"/>
              </a:ext>
            </a:extLst>
          </p:cNvPr>
          <p:cNvSpPr>
            <a:spLocks/>
          </p:cNvSpPr>
          <p:nvPr/>
        </p:nvSpPr>
        <p:spPr>
          <a:xfrm>
            <a:off x="1490851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5A607C1D-B094-956B-3DD7-899368A2A99F}"/>
              </a:ext>
            </a:extLst>
          </p:cNvPr>
          <p:cNvSpPr>
            <a:spLocks/>
          </p:cNvSpPr>
          <p:nvPr/>
        </p:nvSpPr>
        <p:spPr>
          <a:xfrm>
            <a:off x="1504798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666D0710-5406-84B6-66E3-45932D20571D}"/>
              </a:ext>
            </a:extLst>
          </p:cNvPr>
          <p:cNvSpPr>
            <a:spLocks/>
          </p:cNvSpPr>
          <p:nvPr/>
        </p:nvSpPr>
        <p:spPr>
          <a:xfrm>
            <a:off x="1495625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A28446FC-C30A-B277-9490-88BC81F08E41}"/>
              </a:ext>
            </a:extLst>
          </p:cNvPr>
          <p:cNvSpPr>
            <a:spLocks/>
          </p:cNvSpPr>
          <p:nvPr/>
        </p:nvSpPr>
        <p:spPr>
          <a:xfrm>
            <a:off x="14457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DDABAD8-6DC0-03A0-A625-6594EE89310F}"/>
              </a:ext>
            </a:extLst>
          </p:cNvPr>
          <p:cNvSpPr>
            <a:spLocks/>
          </p:cNvSpPr>
          <p:nvPr/>
        </p:nvSpPr>
        <p:spPr>
          <a:xfrm>
            <a:off x="1483320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C587CC5B-52A3-6DC5-0B30-1EDFA40FAE01}"/>
              </a:ext>
            </a:extLst>
          </p:cNvPr>
          <p:cNvSpPr>
            <a:spLocks/>
          </p:cNvSpPr>
          <p:nvPr/>
        </p:nvSpPr>
        <p:spPr>
          <a:xfrm>
            <a:off x="1376627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6543E390-CFA0-5F60-347F-0965EF61A461}"/>
              </a:ext>
            </a:extLst>
          </p:cNvPr>
          <p:cNvSpPr>
            <a:spLocks/>
          </p:cNvSpPr>
          <p:nvPr/>
        </p:nvSpPr>
        <p:spPr>
          <a:xfrm>
            <a:off x="13749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01AEF355-53DB-9FE5-D421-0DBCA7D93355}"/>
              </a:ext>
            </a:extLst>
          </p:cNvPr>
          <p:cNvSpPr>
            <a:spLocks/>
          </p:cNvSpPr>
          <p:nvPr/>
        </p:nvSpPr>
        <p:spPr>
          <a:xfrm>
            <a:off x="14774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968079BB-F22A-6ABA-3F74-B1805C75F8C8}"/>
              </a:ext>
            </a:extLst>
          </p:cNvPr>
          <p:cNvSpPr>
            <a:spLocks/>
          </p:cNvSpPr>
          <p:nvPr/>
        </p:nvSpPr>
        <p:spPr>
          <a:xfrm>
            <a:off x="1491231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01BE822E-7DF7-E1F1-8C44-4BF0560AD3C3}"/>
              </a:ext>
            </a:extLst>
          </p:cNvPr>
          <p:cNvSpPr>
            <a:spLocks/>
          </p:cNvSpPr>
          <p:nvPr/>
        </p:nvSpPr>
        <p:spPr>
          <a:xfrm>
            <a:off x="1477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C2736955-134A-3E18-1310-A47796ABF0B6}"/>
              </a:ext>
            </a:extLst>
          </p:cNvPr>
          <p:cNvSpPr>
            <a:spLocks/>
          </p:cNvSpPr>
          <p:nvPr/>
        </p:nvSpPr>
        <p:spPr>
          <a:xfrm>
            <a:off x="1458003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265E177B-BA59-CD33-E550-82D7A8735953}"/>
              </a:ext>
            </a:extLst>
          </p:cNvPr>
          <p:cNvSpPr>
            <a:spLocks/>
          </p:cNvSpPr>
          <p:nvPr/>
        </p:nvSpPr>
        <p:spPr>
          <a:xfrm>
            <a:off x="1405519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8F270898-E5FE-DD0E-9212-3B1B3E657685}"/>
              </a:ext>
            </a:extLst>
          </p:cNvPr>
          <p:cNvSpPr>
            <a:spLocks/>
          </p:cNvSpPr>
          <p:nvPr/>
        </p:nvSpPr>
        <p:spPr>
          <a:xfrm>
            <a:off x="1489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B25EEEFA-7963-F06E-AC4F-B4F924929DD8}"/>
              </a:ext>
            </a:extLst>
          </p:cNvPr>
          <p:cNvSpPr>
            <a:spLocks/>
          </p:cNvSpPr>
          <p:nvPr/>
        </p:nvSpPr>
        <p:spPr>
          <a:xfrm>
            <a:off x="1458243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452CEFBF-F6D2-24A4-3128-01611A7AE483}"/>
              </a:ext>
            </a:extLst>
          </p:cNvPr>
          <p:cNvSpPr>
            <a:spLocks/>
          </p:cNvSpPr>
          <p:nvPr/>
        </p:nvSpPr>
        <p:spPr>
          <a:xfrm>
            <a:off x="14027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8EDE5B9F-E017-FBAD-3E34-4281EA7C80CE}"/>
              </a:ext>
            </a:extLst>
          </p:cNvPr>
          <p:cNvSpPr>
            <a:spLocks/>
          </p:cNvSpPr>
          <p:nvPr/>
        </p:nvSpPr>
        <p:spPr>
          <a:xfrm>
            <a:off x="1473289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54CF364B-7C82-A5DB-823F-CCB1BFE5D8AA}"/>
              </a:ext>
            </a:extLst>
          </p:cNvPr>
          <p:cNvSpPr>
            <a:spLocks/>
          </p:cNvSpPr>
          <p:nvPr/>
        </p:nvSpPr>
        <p:spPr>
          <a:xfrm>
            <a:off x="14170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F28AB2C9-D979-1D0C-BE02-8FE676308AD7}"/>
              </a:ext>
            </a:extLst>
          </p:cNvPr>
          <p:cNvSpPr>
            <a:spLocks/>
          </p:cNvSpPr>
          <p:nvPr/>
        </p:nvSpPr>
        <p:spPr>
          <a:xfrm>
            <a:off x="1386064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8BCBEC2D-58C2-41C2-520F-9A08FBAAB367}"/>
              </a:ext>
            </a:extLst>
          </p:cNvPr>
          <p:cNvSpPr>
            <a:spLocks/>
          </p:cNvSpPr>
          <p:nvPr/>
        </p:nvSpPr>
        <p:spPr>
          <a:xfrm>
            <a:off x="14818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60F20F64-3DFA-711F-45E9-9A92AA5FC4F9}"/>
              </a:ext>
            </a:extLst>
          </p:cNvPr>
          <p:cNvSpPr>
            <a:spLocks/>
          </p:cNvSpPr>
          <p:nvPr/>
        </p:nvSpPr>
        <p:spPr>
          <a:xfrm>
            <a:off x="1441182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D3F3B1ED-3399-5BE6-6168-657EC664832F}"/>
              </a:ext>
            </a:extLst>
          </p:cNvPr>
          <p:cNvSpPr>
            <a:spLocks/>
          </p:cNvSpPr>
          <p:nvPr/>
        </p:nvSpPr>
        <p:spPr>
          <a:xfrm>
            <a:off x="141597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BAFC4D2A-41F3-B3CB-8037-95DAFA626B9D}"/>
              </a:ext>
            </a:extLst>
          </p:cNvPr>
          <p:cNvSpPr>
            <a:spLocks/>
          </p:cNvSpPr>
          <p:nvPr/>
        </p:nvSpPr>
        <p:spPr>
          <a:xfrm>
            <a:off x="1382434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D08737C5-2013-A0D8-2B54-98D5442B61FA}"/>
              </a:ext>
            </a:extLst>
          </p:cNvPr>
          <p:cNvSpPr>
            <a:spLocks/>
          </p:cNvSpPr>
          <p:nvPr/>
        </p:nvSpPr>
        <p:spPr>
          <a:xfrm>
            <a:off x="150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4F63B4B5-EF07-35E8-A5E0-297C415AF0CF}"/>
              </a:ext>
            </a:extLst>
          </p:cNvPr>
          <p:cNvSpPr>
            <a:spLocks/>
          </p:cNvSpPr>
          <p:nvPr/>
        </p:nvSpPr>
        <p:spPr>
          <a:xfrm>
            <a:off x="1418033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007A749E-6166-F53E-4D35-DE7DCB398B2B}"/>
              </a:ext>
            </a:extLst>
          </p:cNvPr>
          <p:cNvSpPr>
            <a:spLocks/>
          </p:cNvSpPr>
          <p:nvPr/>
        </p:nvSpPr>
        <p:spPr>
          <a:xfrm>
            <a:off x="14823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2B252E16-30F7-ABB8-73A1-DF9DC179C9C3}"/>
              </a:ext>
            </a:extLst>
          </p:cNvPr>
          <p:cNvSpPr>
            <a:spLocks/>
          </p:cNvSpPr>
          <p:nvPr/>
        </p:nvSpPr>
        <p:spPr>
          <a:xfrm>
            <a:off x="1444448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A4CD0C0C-273B-4500-B1E2-D6F264997DA3}"/>
              </a:ext>
            </a:extLst>
          </p:cNvPr>
          <p:cNvSpPr>
            <a:spLocks/>
          </p:cNvSpPr>
          <p:nvPr/>
        </p:nvSpPr>
        <p:spPr>
          <a:xfrm>
            <a:off x="137632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64593E2D-013D-FF25-E785-C5F2956DF94D}"/>
              </a:ext>
            </a:extLst>
          </p:cNvPr>
          <p:cNvSpPr>
            <a:spLocks/>
          </p:cNvSpPr>
          <p:nvPr/>
        </p:nvSpPr>
        <p:spPr>
          <a:xfrm>
            <a:off x="14067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F5835089-3E4D-0EB0-9CA9-410A9EAD8F67}"/>
              </a:ext>
            </a:extLst>
          </p:cNvPr>
          <p:cNvSpPr>
            <a:spLocks/>
          </p:cNvSpPr>
          <p:nvPr/>
        </p:nvSpPr>
        <p:spPr>
          <a:xfrm>
            <a:off x="1383622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049A36E6-FAFA-4BEE-EF2B-9B8612C0DD4B}"/>
              </a:ext>
            </a:extLst>
          </p:cNvPr>
          <p:cNvSpPr>
            <a:spLocks/>
          </p:cNvSpPr>
          <p:nvPr/>
        </p:nvSpPr>
        <p:spPr>
          <a:xfrm>
            <a:off x="1431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A3FC75C9-EE03-51A7-3B12-9DDD0817334C}"/>
              </a:ext>
            </a:extLst>
          </p:cNvPr>
          <p:cNvSpPr>
            <a:spLocks/>
          </p:cNvSpPr>
          <p:nvPr/>
        </p:nvSpPr>
        <p:spPr>
          <a:xfrm>
            <a:off x="1473494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339AA7DC-0422-4D42-1749-663B2FF147EE}"/>
              </a:ext>
            </a:extLst>
          </p:cNvPr>
          <p:cNvSpPr>
            <a:spLocks/>
          </p:cNvSpPr>
          <p:nvPr/>
        </p:nvSpPr>
        <p:spPr>
          <a:xfrm>
            <a:off x="1511905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FB975CC8-0715-D03E-001B-BBA18E9A608E}"/>
              </a:ext>
            </a:extLst>
          </p:cNvPr>
          <p:cNvSpPr>
            <a:spLocks/>
          </p:cNvSpPr>
          <p:nvPr/>
        </p:nvSpPr>
        <p:spPr>
          <a:xfrm>
            <a:off x="1439249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FA0CF7CE-060E-39F3-086B-7533E413BCBA}"/>
              </a:ext>
            </a:extLst>
          </p:cNvPr>
          <p:cNvSpPr>
            <a:spLocks/>
          </p:cNvSpPr>
          <p:nvPr/>
        </p:nvSpPr>
        <p:spPr>
          <a:xfrm>
            <a:off x="14098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270F4E21-9D79-BE9C-AD7F-CEC95FF82751}"/>
              </a:ext>
            </a:extLst>
          </p:cNvPr>
          <p:cNvSpPr>
            <a:spLocks/>
          </p:cNvSpPr>
          <p:nvPr/>
        </p:nvSpPr>
        <p:spPr>
          <a:xfrm>
            <a:off x="1422534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D995EAF4-4E3E-081C-5FFF-46484C98B510}"/>
              </a:ext>
            </a:extLst>
          </p:cNvPr>
          <p:cNvSpPr>
            <a:spLocks/>
          </p:cNvSpPr>
          <p:nvPr/>
        </p:nvSpPr>
        <p:spPr>
          <a:xfrm>
            <a:off x="1396908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0655CEF0-B235-0884-7E00-193A48EE6CF4}"/>
              </a:ext>
            </a:extLst>
          </p:cNvPr>
          <p:cNvSpPr>
            <a:spLocks/>
          </p:cNvSpPr>
          <p:nvPr/>
        </p:nvSpPr>
        <p:spPr>
          <a:xfrm>
            <a:off x="1394186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682E504D-FB14-057C-5941-3785180D733B}"/>
              </a:ext>
            </a:extLst>
          </p:cNvPr>
          <p:cNvSpPr>
            <a:spLocks/>
          </p:cNvSpPr>
          <p:nvPr/>
        </p:nvSpPr>
        <p:spPr>
          <a:xfrm>
            <a:off x="1477379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F975ACFF-2D3A-629D-7DAD-0A4830F73CB1}"/>
              </a:ext>
            </a:extLst>
          </p:cNvPr>
          <p:cNvSpPr>
            <a:spLocks/>
          </p:cNvSpPr>
          <p:nvPr/>
        </p:nvSpPr>
        <p:spPr>
          <a:xfrm>
            <a:off x="1505573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6F253518-452E-2AE4-5A25-414EF3376D63}"/>
              </a:ext>
            </a:extLst>
          </p:cNvPr>
          <p:cNvSpPr>
            <a:spLocks/>
          </p:cNvSpPr>
          <p:nvPr/>
        </p:nvSpPr>
        <p:spPr>
          <a:xfrm>
            <a:off x="1458419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73CC84FF-DA71-6AD7-5CBA-1741D038E1C5}"/>
              </a:ext>
            </a:extLst>
          </p:cNvPr>
          <p:cNvSpPr>
            <a:spLocks/>
          </p:cNvSpPr>
          <p:nvPr/>
        </p:nvSpPr>
        <p:spPr>
          <a:xfrm>
            <a:off x="1405629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78886FD1-4C49-969A-1C48-FF2777F1A856}"/>
              </a:ext>
            </a:extLst>
          </p:cNvPr>
          <p:cNvSpPr>
            <a:spLocks/>
          </p:cNvSpPr>
          <p:nvPr/>
        </p:nvSpPr>
        <p:spPr>
          <a:xfrm>
            <a:off x="1428384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780FA8A8-981A-2428-EC52-C1B99004BB1D}"/>
              </a:ext>
            </a:extLst>
          </p:cNvPr>
          <p:cNvSpPr>
            <a:spLocks/>
          </p:cNvSpPr>
          <p:nvPr/>
        </p:nvSpPr>
        <p:spPr>
          <a:xfrm>
            <a:off x="1453128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250BB82F-BDE3-AC55-4599-446D5CDD79DA}"/>
              </a:ext>
            </a:extLst>
          </p:cNvPr>
          <p:cNvSpPr>
            <a:spLocks/>
          </p:cNvSpPr>
          <p:nvPr/>
        </p:nvSpPr>
        <p:spPr>
          <a:xfrm>
            <a:off x="15109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67B8E458-B616-E6C6-A167-C2400E2A498E}"/>
              </a:ext>
            </a:extLst>
          </p:cNvPr>
          <p:cNvSpPr>
            <a:spLocks/>
          </p:cNvSpPr>
          <p:nvPr/>
        </p:nvSpPr>
        <p:spPr>
          <a:xfrm>
            <a:off x="13873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4B115C84-A42E-C0D4-6A86-B75D8E29FE0A}"/>
              </a:ext>
            </a:extLst>
          </p:cNvPr>
          <p:cNvSpPr>
            <a:spLocks/>
          </p:cNvSpPr>
          <p:nvPr/>
        </p:nvSpPr>
        <p:spPr>
          <a:xfrm>
            <a:off x="14141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3713D26A-1180-A8D4-38D6-E50B0248C0F8}"/>
              </a:ext>
            </a:extLst>
          </p:cNvPr>
          <p:cNvSpPr>
            <a:spLocks/>
          </p:cNvSpPr>
          <p:nvPr/>
        </p:nvSpPr>
        <p:spPr>
          <a:xfrm>
            <a:off x="1407093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4A50F98C-2E5E-BE6E-4F69-6C4969F35A39}"/>
              </a:ext>
            </a:extLst>
          </p:cNvPr>
          <p:cNvSpPr>
            <a:spLocks/>
          </p:cNvSpPr>
          <p:nvPr/>
        </p:nvSpPr>
        <p:spPr>
          <a:xfrm>
            <a:off x="1487675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1BD441C-591F-262F-E7A4-35928975401A}"/>
              </a:ext>
            </a:extLst>
          </p:cNvPr>
          <p:cNvSpPr>
            <a:spLocks/>
          </p:cNvSpPr>
          <p:nvPr/>
        </p:nvSpPr>
        <p:spPr>
          <a:xfrm>
            <a:off x="14055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3282D817-8193-780B-67A0-D7863CB3C59D}"/>
              </a:ext>
            </a:extLst>
          </p:cNvPr>
          <p:cNvSpPr>
            <a:spLocks/>
          </p:cNvSpPr>
          <p:nvPr/>
        </p:nvSpPr>
        <p:spPr>
          <a:xfrm>
            <a:off x="13812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2A5F1FCA-8284-A02C-FBA1-F04F7250A881}"/>
              </a:ext>
            </a:extLst>
          </p:cNvPr>
          <p:cNvSpPr>
            <a:spLocks/>
          </p:cNvSpPr>
          <p:nvPr/>
        </p:nvSpPr>
        <p:spPr>
          <a:xfrm>
            <a:off x="1444609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E3C1BFD4-134C-6553-642F-3DBB04534C50}"/>
              </a:ext>
            </a:extLst>
          </p:cNvPr>
          <p:cNvSpPr>
            <a:spLocks/>
          </p:cNvSpPr>
          <p:nvPr/>
        </p:nvSpPr>
        <p:spPr>
          <a:xfrm>
            <a:off x="14726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7D2FF826-1AF7-4CA1-4EDE-3E5BA43F3CF7}"/>
              </a:ext>
            </a:extLst>
          </p:cNvPr>
          <p:cNvSpPr>
            <a:spLocks/>
          </p:cNvSpPr>
          <p:nvPr/>
        </p:nvSpPr>
        <p:spPr>
          <a:xfrm>
            <a:off x="1512948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A52A369C-3430-686C-783E-6251A591AB28}"/>
              </a:ext>
            </a:extLst>
          </p:cNvPr>
          <p:cNvSpPr>
            <a:spLocks/>
          </p:cNvSpPr>
          <p:nvPr/>
        </p:nvSpPr>
        <p:spPr>
          <a:xfrm>
            <a:off x="1513633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5C58CD8B-A1E5-24C6-FC05-B9D6901A5A9B}"/>
              </a:ext>
            </a:extLst>
          </p:cNvPr>
          <p:cNvSpPr>
            <a:spLocks/>
          </p:cNvSpPr>
          <p:nvPr/>
        </p:nvSpPr>
        <p:spPr>
          <a:xfrm>
            <a:off x="1513890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48B3FEC9-7B8C-98CB-D8C3-FBD95A7C0F29}"/>
              </a:ext>
            </a:extLst>
          </p:cNvPr>
          <p:cNvSpPr>
            <a:spLocks/>
          </p:cNvSpPr>
          <p:nvPr/>
        </p:nvSpPr>
        <p:spPr>
          <a:xfrm>
            <a:off x="1508501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25AA431F-3E26-30E8-3E17-87F88D777C0B}"/>
              </a:ext>
            </a:extLst>
          </p:cNvPr>
          <p:cNvSpPr>
            <a:spLocks/>
          </p:cNvSpPr>
          <p:nvPr/>
        </p:nvSpPr>
        <p:spPr>
          <a:xfrm>
            <a:off x="1427643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7F02CD38-E96D-687D-ECB5-5316AFFF4488}"/>
              </a:ext>
            </a:extLst>
          </p:cNvPr>
          <p:cNvSpPr>
            <a:spLocks/>
          </p:cNvSpPr>
          <p:nvPr/>
        </p:nvSpPr>
        <p:spPr>
          <a:xfrm>
            <a:off x="1504128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210759C5-5F1D-ADCF-3597-3B05B64C10F6}"/>
              </a:ext>
            </a:extLst>
          </p:cNvPr>
          <p:cNvSpPr>
            <a:spLocks/>
          </p:cNvSpPr>
          <p:nvPr/>
        </p:nvSpPr>
        <p:spPr>
          <a:xfrm>
            <a:off x="14219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05D3CD8F-CE19-CB95-EABA-1EEBB64BB9E4}"/>
              </a:ext>
            </a:extLst>
          </p:cNvPr>
          <p:cNvSpPr>
            <a:spLocks/>
          </p:cNvSpPr>
          <p:nvPr/>
        </p:nvSpPr>
        <p:spPr>
          <a:xfrm>
            <a:off x="1469458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B4FF57FB-2AED-E1B9-5A6A-8DBC2626F109}"/>
              </a:ext>
            </a:extLst>
          </p:cNvPr>
          <p:cNvSpPr>
            <a:spLocks/>
          </p:cNvSpPr>
          <p:nvPr/>
        </p:nvSpPr>
        <p:spPr>
          <a:xfrm>
            <a:off x="1385771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187617B7-2119-3900-629A-BFB01F408EC9}"/>
              </a:ext>
            </a:extLst>
          </p:cNvPr>
          <p:cNvSpPr>
            <a:spLocks/>
          </p:cNvSpPr>
          <p:nvPr/>
        </p:nvSpPr>
        <p:spPr>
          <a:xfrm>
            <a:off x="1448179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87DF8E31-4F12-31FB-8701-8EE7582CF17A}"/>
              </a:ext>
            </a:extLst>
          </p:cNvPr>
          <p:cNvSpPr>
            <a:spLocks/>
          </p:cNvSpPr>
          <p:nvPr/>
        </p:nvSpPr>
        <p:spPr>
          <a:xfrm>
            <a:off x="1513572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F0A6A52E-5BAF-A64D-6E0E-99D963262FFA}"/>
              </a:ext>
            </a:extLst>
          </p:cNvPr>
          <p:cNvSpPr>
            <a:spLocks/>
          </p:cNvSpPr>
          <p:nvPr/>
        </p:nvSpPr>
        <p:spPr>
          <a:xfrm>
            <a:off x="1404959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D277CAC5-DEA5-73D4-5625-CFC2445D090E}"/>
              </a:ext>
            </a:extLst>
          </p:cNvPr>
          <p:cNvSpPr>
            <a:spLocks/>
          </p:cNvSpPr>
          <p:nvPr/>
        </p:nvSpPr>
        <p:spPr>
          <a:xfrm>
            <a:off x="1382317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DB67F990-173D-08DE-B363-03038B2E1557}"/>
              </a:ext>
            </a:extLst>
          </p:cNvPr>
          <p:cNvSpPr>
            <a:spLocks/>
          </p:cNvSpPr>
          <p:nvPr/>
        </p:nvSpPr>
        <p:spPr>
          <a:xfrm>
            <a:off x="1459703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D9DD40A9-8B19-8D5B-B027-BAA4A93F18DF}"/>
              </a:ext>
            </a:extLst>
          </p:cNvPr>
          <p:cNvSpPr>
            <a:spLocks/>
          </p:cNvSpPr>
          <p:nvPr/>
        </p:nvSpPr>
        <p:spPr>
          <a:xfrm>
            <a:off x="1491768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B6146C73-1D01-7BC3-47CC-F2DBA4C3C50E}"/>
              </a:ext>
            </a:extLst>
          </p:cNvPr>
          <p:cNvSpPr>
            <a:spLocks/>
          </p:cNvSpPr>
          <p:nvPr/>
        </p:nvSpPr>
        <p:spPr>
          <a:xfrm>
            <a:off x="1424601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9BE22099-D6E3-6488-3FB2-FCD71E5D1951}"/>
              </a:ext>
            </a:extLst>
          </p:cNvPr>
          <p:cNvSpPr>
            <a:spLocks/>
          </p:cNvSpPr>
          <p:nvPr/>
        </p:nvSpPr>
        <p:spPr>
          <a:xfrm>
            <a:off x="13921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82A8D01-88F5-71E1-0FBA-CB2B6ED9C592}"/>
              </a:ext>
            </a:extLst>
          </p:cNvPr>
          <p:cNvSpPr>
            <a:spLocks/>
          </p:cNvSpPr>
          <p:nvPr/>
        </p:nvSpPr>
        <p:spPr>
          <a:xfrm>
            <a:off x="14603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CDA68C8-716E-563F-3FEC-BFA8A56AF0D3}"/>
              </a:ext>
            </a:extLst>
          </p:cNvPr>
          <p:cNvSpPr>
            <a:spLocks/>
          </p:cNvSpPr>
          <p:nvPr/>
        </p:nvSpPr>
        <p:spPr>
          <a:xfrm>
            <a:off x="1491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5459FC26-D075-3876-3CD0-B61A0D1BDC9B}"/>
              </a:ext>
            </a:extLst>
          </p:cNvPr>
          <p:cNvSpPr>
            <a:spLocks/>
          </p:cNvSpPr>
          <p:nvPr/>
        </p:nvSpPr>
        <p:spPr>
          <a:xfrm>
            <a:off x="1512552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5F2EFCE2-C9AD-4514-DF29-6A9CAD1499F8}"/>
              </a:ext>
            </a:extLst>
          </p:cNvPr>
          <p:cNvSpPr>
            <a:spLocks/>
          </p:cNvSpPr>
          <p:nvPr/>
        </p:nvSpPr>
        <p:spPr>
          <a:xfrm>
            <a:off x="150314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E32A6A43-FC5E-5C49-206C-D0E57F87462B}"/>
              </a:ext>
            </a:extLst>
          </p:cNvPr>
          <p:cNvSpPr>
            <a:spLocks/>
          </p:cNvSpPr>
          <p:nvPr/>
        </p:nvSpPr>
        <p:spPr>
          <a:xfrm>
            <a:off x="1458149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2C7E8981-56DB-64B7-4A9D-C82B10B4EB96}"/>
              </a:ext>
            </a:extLst>
          </p:cNvPr>
          <p:cNvSpPr>
            <a:spLocks/>
          </p:cNvSpPr>
          <p:nvPr/>
        </p:nvSpPr>
        <p:spPr>
          <a:xfrm>
            <a:off x="1411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020E453F-C0A4-87F9-9A07-876754D030B0}"/>
              </a:ext>
            </a:extLst>
          </p:cNvPr>
          <p:cNvSpPr>
            <a:spLocks/>
          </p:cNvSpPr>
          <p:nvPr/>
        </p:nvSpPr>
        <p:spPr>
          <a:xfrm>
            <a:off x="1423392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BC313097-ACA3-5E0C-A55F-FBA8C6F53546}"/>
              </a:ext>
            </a:extLst>
          </p:cNvPr>
          <p:cNvSpPr>
            <a:spLocks/>
          </p:cNvSpPr>
          <p:nvPr/>
        </p:nvSpPr>
        <p:spPr>
          <a:xfrm>
            <a:off x="15091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B8D7C7BD-5695-8D00-8A23-350EC86D0BA2}"/>
              </a:ext>
            </a:extLst>
          </p:cNvPr>
          <p:cNvSpPr>
            <a:spLocks/>
          </p:cNvSpPr>
          <p:nvPr/>
        </p:nvSpPr>
        <p:spPr>
          <a:xfrm>
            <a:off x="1486614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00DA98D2-6A8C-08CB-4CF4-570FD18745F6}"/>
              </a:ext>
            </a:extLst>
          </p:cNvPr>
          <p:cNvSpPr>
            <a:spLocks/>
          </p:cNvSpPr>
          <p:nvPr/>
        </p:nvSpPr>
        <p:spPr>
          <a:xfrm>
            <a:off x="14258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E5073C89-1C5E-F7FD-90C7-71E7BA657666}"/>
              </a:ext>
            </a:extLst>
          </p:cNvPr>
          <p:cNvSpPr>
            <a:spLocks/>
          </p:cNvSpPr>
          <p:nvPr/>
        </p:nvSpPr>
        <p:spPr>
          <a:xfrm>
            <a:off x="1432143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0C16A4A5-C51F-B2D9-0932-70B11635FF52}"/>
              </a:ext>
            </a:extLst>
          </p:cNvPr>
          <p:cNvSpPr>
            <a:spLocks/>
          </p:cNvSpPr>
          <p:nvPr/>
        </p:nvSpPr>
        <p:spPr>
          <a:xfrm>
            <a:off x="1402456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58D7992F-A786-AAC3-6E7E-535B73DAC133}"/>
              </a:ext>
            </a:extLst>
          </p:cNvPr>
          <p:cNvSpPr>
            <a:spLocks/>
          </p:cNvSpPr>
          <p:nvPr/>
        </p:nvSpPr>
        <p:spPr>
          <a:xfrm>
            <a:off x="1410321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7A30A5BB-4A52-802B-87D0-13C93FB2F60E}"/>
              </a:ext>
            </a:extLst>
          </p:cNvPr>
          <p:cNvSpPr>
            <a:spLocks/>
          </p:cNvSpPr>
          <p:nvPr/>
        </p:nvSpPr>
        <p:spPr>
          <a:xfrm>
            <a:off x="1420956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A21D1A5D-4CD4-6615-E008-1C373C8A145E}"/>
              </a:ext>
            </a:extLst>
          </p:cNvPr>
          <p:cNvSpPr>
            <a:spLocks/>
          </p:cNvSpPr>
          <p:nvPr/>
        </p:nvSpPr>
        <p:spPr>
          <a:xfrm>
            <a:off x="1501791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6E41DA8E-43E3-67C8-5F7E-91C41CD0992A}"/>
              </a:ext>
            </a:extLst>
          </p:cNvPr>
          <p:cNvSpPr>
            <a:spLocks/>
          </p:cNvSpPr>
          <p:nvPr/>
        </p:nvSpPr>
        <p:spPr>
          <a:xfrm>
            <a:off x="14544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ECDB1530-AAD2-5461-A62D-C02FD8A75CFF}"/>
              </a:ext>
            </a:extLst>
          </p:cNvPr>
          <p:cNvSpPr>
            <a:spLocks/>
          </p:cNvSpPr>
          <p:nvPr/>
        </p:nvSpPr>
        <p:spPr>
          <a:xfrm>
            <a:off x="1473339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76423A53-A88F-4627-D4E8-C0FB5072DB1C}"/>
              </a:ext>
            </a:extLst>
          </p:cNvPr>
          <p:cNvSpPr>
            <a:spLocks/>
          </p:cNvSpPr>
          <p:nvPr/>
        </p:nvSpPr>
        <p:spPr>
          <a:xfrm>
            <a:off x="1428632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00656D4-A94B-277C-65A0-0BEFB95EA4F8}"/>
              </a:ext>
            </a:extLst>
          </p:cNvPr>
          <p:cNvSpPr>
            <a:spLocks/>
          </p:cNvSpPr>
          <p:nvPr/>
        </p:nvSpPr>
        <p:spPr>
          <a:xfrm>
            <a:off x="1413116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66A23692-805A-3EA5-4EBB-47D71F181AD1}"/>
              </a:ext>
            </a:extLst>
          </p:cNvPr>
          <p:cNvSpPr>
            <a:spLocks/>
          </p:cNvSpPr>
          <p:nvPr/>
        </p:nvSpPr>
        <p:spPr>
          <a:xfrm>
            <a:off x="1401269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734AE8C4-89AE-910A-BFE8-D7D33EC7325A}"/>
              </a:ext>
            </a:extLst>
          </p:cNvPr>
          <p:cNvSpPr>
            <a:spLocks/>
          </p:cNvSpPr>
          <p:nvPr/>
        </p:nvSpPr>
        <p:spPr>
          <a:xfrm>
            <a:off x="1417020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B02A7178-FBCE-E700-E665-EC94219DC5BD}"/>
              </a:ext>
            </a:extLst>
          </p:cNvPr>
          <p:cNvSpPr>
            <a:spLocks/>
          </p:cNvSpPr>
          <p:nvPr/>
        </p:nvSpPr>
        <p:spPr>
          <a:xfrm>
            <a:off x="15120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2D638C3F-2E55-46B2-7F5C-CEDF323BDE5F}"/>
              </a:ext>
            </a:extLst>
          </p:cNvPr>
          <p:cNvSpPr>
            <a:spLocks/>
          </p:cNvSpPr>
          <p:nvPr/>
        </p:nvSpPr>
        <p:spPr>
          <a:xfrm>
            <a:off x="1385673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ABCD92FD-72E6-6877-C35F-1C6A7B81ACE8}"/>
              </a:ext>
            </a:extLst>
          </p:cNvPr>
          <p:cNvSpPr>
            <a:spLocks/>
          </p:cNvSpPr>
          <p:nvPr/>
        </p:nvSpPr>
        <p:spPr>
          <a:xfrm>
            <a:off x="1407585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066C7A43-E543-FF56-93E1-E0E02FA2BFFE}"/>
              </a:ext>
            </a:extLst>
          </p:cNvPr>
          <p:cNvSpPr>
            <a:spLocks/>
          </p:cNvSpPr>
          <p:nvPr/>
        </p:nvSpPr>
        <p:spPr>
          <a:xfrm>
            <a:off x="13970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8BD7C827-B31F-1EE7-94DA-A5BB709CECF4}"/>
              </a:ext>
            </a:extLst>
          </p:cNvPr>
          <p:cNvSpPr>
            <a:spLocks/>
          </p:cNvSpPr>
          <p:nvPr/>
        </p:nvSpPr>
        <p:spPr>
          <a:xfrm>
            <a:off x="14313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99BF66B5-82F3-64DC-B05E-856D93238FB5}"/>
              </a:ext>
            </a:extLst>
          </p:cNvPr>
          <p:cNvSpPr>
            <a:spLocks/>
          </p:cNvSpPr>
          <p:nvPr/>
        </p:nvSpPr>
        <p:spPr>
          <a:xfrm>
            <a:off x="1477514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0FFD71EB-0F49-EE69-2677-346AF513F935}"/>
              </a:ext>
            </a:extLst>
          </p:cNvPr>
          <p:cNvSpPr>
            <a:spLocks/>
          </p:cNvSpPr>
          <p:nvPr/>
        </p:nvSpPr>
        <p:spPr>
          <a:xfrm>
            <a:off x="13826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6B666AAD-BA89-D1D3-A829-5F81242C7C42}"/>
              </a:ext>
            </a:extLst>
          </p:cNvPr>
          <p:cNvSpPr>
            <a:spLocks/>
          </p:cNvSpPr>
          <p:nvPr/>
        </p:nvSpPr>
        <p:spPr>
          <a:xfrm>
            <a:off x="13817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4B69F52A-88D5-A16E-2122-FAE4CAB4BBE0}"/>
              </a:ext>
            </a:extLst>
          </p:cNvPr>
          <p:cNvSpPr>
            <a:spLocks/>
          </p:cNvSpPr>
          <p:nvPr/>
        </p:nvSpPr>
        <p:spPr>
          <a:xfrm>
            <a:off x="1502078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F007CD68-19E4-2649-5237-87D5A354E0E6}"/>
              </a:ext>
            </a:extLst>
          </p:cNvPr>
          <p:cNvSpPr>
            <a:spLocks/>
          </p:cNvSpPr>
          <p:nvPr/>
        </p:nvSpPr>
        <p:spPr>
          <a:xfrm>
            <a:off x="14558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2CA040A3-F298-22B3-2A10-814681684E5C}"/>
              </a:ext>
            </a:extLst>
          </p:cNvPr>
          <p:cNvSpPr>
            <a:spLocks/>
          </p:cNvSpPr>
          <p:nvPr/>
        </p:nvSpPr>
        <p:spPr>
          <a:xfrm>
            <a:off x="14286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09C3CF53-1690-2042-E5C5-058176C79CB8}"/>
              </a:ext>
            </a:extLst>
          </p:cNvPr>
          <p:cNvSpPr>
            <a:spLocks/>
          </p:cNvSpPr>
          <p:nvPr/>
        </p:nvSpPr>
        <p:spPr>
          <a:xfrm>
            <a:off x="1394767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75AE7F94-BB32-ACB6-5DEC-F4AF668FAB6E}"/>
              </a:ext>
            </a:extLst>
          </p:cNvPr>
          <p:cNvSpPr>
            <a:spLocks/>
          </p:cNvSpPr>
          <p:nvPr/>
        </p:nvSpPr>
        <p:spPr>
          <a:xfrm>
            <a:off x="1444835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4EC1966A-BFA5-2CAE-2036-B2F4B0074034}"/>
              </a:ext>
            </a:extLst>
          </p:cNvPr>
          <p:cNvSpPr>
            <a:spLocks/>
          </p:cNvSpPr>
          <p:nvPr/>
        </p:nvSpPr>
        <p:spPr>
          <a:xfrm>
            <a:off x="1480869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7918BE1F-2887-A9CA-8802-0B23C23841FC}"/>
              </a:ext>
            </a:extLst>
          </p:cNvPr>
          <p:cNvSpPr>
            <a:spLocks/>
          </p:cNvSpPr>
          <p:nvPr/>
        </p:nvSpPr>
        <p:spPr>
          <a:xfrm>
            <a:off x="1514608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06E65216-A0A3-5128-A5CC-42A746F5493E}"/>
              </a:ext>
            </a:extLst>
          </p:cNvPr>
          <p:cNvSpPr>
            <a:spLocks/>
          </p:cNvSpPr>
          <p:nvPr/>
        </p:nvSpPr>
        <p:spPr>
          <a:xfrm>
            <a:off x="1452383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1ABD8AAC-315B-9315-FB1F-D807E36F503E}"/>
              </a:ext>
            </a:extLst>
          </p:cNvPr>
          <p:cNvSpPr>
            <a:spLocks/>
          </p:cNvSpPr>
          <p:nvPr/>
        </p:nvSpPr>
        <p:spPr>
          <a:xfrm>
            <a:off x="1407544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2C4FD4C-9713-496F-9372-750FD95F90EA}"/>
              </a:ext>
            </a:extLst>
          </p:cNvPr>
          <p:cNvSpPr>
            <a:spLocks/>
          </p:cNvSpPr>
          <p:nvPr/>
        </p:nvSpPr>
        <p:spPr>
          <a:xfrm>
            <a:off x="1494586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E500052B-B512-C988-912B-341884C051A9}"/>
              </a:ext>
            </a:extLst>
          </p:cNvPr>
          <p:cNvSpPr>
            <a:spLocks/>
          </p:cNvSpPr>
          <p:nvPr/>
        </p:nvSpPr>
        <p:spPr>
          <a:xfrm>
            <a:off x="1385518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1429DB44-E2E8-B5C7-958B-49A8E23EABC9}"/>
              </a:ext>
            </a:extLst>
          </p:cNvPr>
          <p:cNvSpPr>
            <a:spLocks/>
          </p:cNvSpPr>
          <p:nvPr/>
        </p:nvSpPr>
        <p:spPr>
          <a:xfrm>
            <a:off x="14724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647660F-AA6E-6D6E-6F8D-8ED5475583C6}"/>
              </a:ext>
            </a:extLst>
          </p:cNvPr>
          <p:cNvSpPr>
            <a:spLocks/>
          </p:cNvSpPr>
          <p:nvPr/>
        </p:nvSpPr>
        <p:spPr>
          <a:xfrm>
            <a:off x="1503172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5B2ECB42-32B6-23C6-959A-C5439395E93B}"/>
              </a:ext>
            </a:extLst>
          </p:cNvPr>
          <p:cNvSpPr>
            <a:spLocks/>
          </p:cNvSpPr>
          <p:nvPr/>
        </p:nvSpPr>
        <p:spPr>
          <a:xfrm>
            <a:off x="1422389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36F0480-7C9C-803F-5807-0DECF6C15137}"/>
              </a:ext>
            </a:extLst>
          </p:cNvPr>
          <p:cNvSpPr>
            <a:spLocks/>
          </p:cNvSpPr>
          <p:nvPr/>
        </p:nvSpPr>
        <p:spPr>
          <a:xfrm>
            <a:off x="1385279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988ED38D-B182-058C-30A5-4F6AE552D0F8}"/>
              </a:ext>
            </a:extLst>
          </p:cNvPr>
          <p:cNvSpPr>
            <a:spLocks/>
          </p:cNvSpPr>
          <p:nvPr/>
        </p:nvSpPr>
        <p:spPr>
          <a:xfrm>
            <a:off x="1459940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00E0779C-59E7-89F7-9F46-116091B5B5DD}"/>
              </a:ext>
            </a:extLst>
          </p:cNvPr>
          <p:cNvSpPr>
            <a:spLocks/>
          </p:cNvSpPr>
          <p:nvPr/>
        </p:nvSpPr>
        <p:spPr>
          <a:xfrm>
            <a:off x="14095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C0A41B40-CE17-3C95-60C1-AEED11A951A6}"/>
              </a:ext>
            </a:extLst>
          </p:cNvPr>
          <p:cNvSpPr>
            <a:spLocks/>
          </p:cNvSpPr>
          <p:nvPr/>
        </p:nvSpPr>
        <p:spPr>
          <a:xfrm>
            <a:off x="1375414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CA955780-DD00-6F7F-B469-72A79DA1370A}"/>
              </a:ext>
            </a:extLst>
          </p:cNvPr>
          <p:cNvSpPr>
            <a:spLocks/>
          </p:cNvSpPr>
          <p:nvPr/>
        </p:nvSpPr>
        <p:spPr>
          <a:xfrm>
            <a:off x="1510915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B58D6812-61AC-9919-3DBE-4A684F65515B}"/>
              </a:ext>
            </a:extLst>
          </p:cNvPr>
          <p:cNvSpPr>
            <a:spLocks/>
          </p:cNvSpPr>
          <p:nvPr/>
        </p:nvSpPr>
        <p:spPr>
          <a:xfrm>
            <a:off x="1475871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483FC349-52DC-4328-D753-14101A3B31CE}"/>
              </a:ext>
            </a:extLst>
          </p:cNvPr>
          <p:cNvSpPr>
            <a:spLocks/>
          </p:cNvSpPr>
          <p:nvPr/>
        </p:nvSpPr>
        <p:spPr>
          <a:xfrm>
            <a:off x="1508652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B853D2F5-F87F-A978-D4AF-C914E349E03C}"/>
              </a:ext>
            </a:extLst>
          </p:cNvPr>
          <p:cNvSpPr>
            <a:spLocks/>
          </p:cNvSpPr>
          <p:nvPr/>
        </p:nvSpPr>
        <p:spPr>
          <a:xfrm>
            <a:off x="1375266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92AFB8DD-B0BA-C11F-0D1B-BF15BF54D753}"/>
              </a:ext>
            </a:extLst>
          </p:cNvPr>
          <p:cNvSpPr>
            <a:spLocks/>
          </p:cNvSpPr>
          <p:nvPr/>
        </p:nvSpPr>
        <p:spPr>
          <a:xfrm>
            <a:off x="1484886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6DD3B064-7EE8-3009-5995-025B5BBB9475}"/>
              </a:ext>
            </a:extLst>
          </p:cNvPr>
          <p:cNvSpPr>
            <a:spLocks/>
          </p:cNvSpPr>
          <p:nvPr/>
        </p:nvSpPr>
        <p:spPr>
          <a:xfrm>
            <a:off x="14137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44FB89-1143-D94A-F316-A70C18E12148}"/>
              </a:ext>
            </a:extLst>
          </p:cNvPr>
          <p:cNvSpPr>
            <a:spLocks/>
          </p:cNvSpPr>
          <p:nvPr/>
        </p:nvSpPr>
        <p:spPr>
          <a:xfrm>
            <a:off x="1436226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0F696036-74EB-3694-6433-21FD54378A17}"/>
              </a:ext>
            </a:extLst>
          </p:cNvPr>
          <p:cNvSpPr>
            <a:spLocks/>
          </p:cNvSpPr>
          <p:nvPr/>
        </p:nvSpPr>
        <p:spPr>
          <a:xfrm>
            <a:off x="14585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F1B8B33-4992-E2A4-616C-AF24B3BAADD5}"/>
              </a:ext>
            </a:extLst>
          </p:cNvPr>
          <p:cNvSpPr>
            <a:spLocks/>
          </p:cNvSpPr>
          <p:nvPr/>
        </p:nvSpPr>
        <p:spPr>
          <a:xfrm>
            <a:off x="1507437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B8212AD0-13D3-406D-9808-11A7D3025E66}"/>
              </a:ext>
            </a:extLst>
          </p:cNvPr>
          <p:cNvSpPr>
            <a:spLocks/>
          </p:cNvSpPr>
          <p:nvPr/>
        </p:nvSpPr>
        <p:spPr>
          <a:xfrm>
            <a:off x="13941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6F1B8BB3-4D5C-72B3-01FE-1FCE320251FD}"/>
              </a:ext>
            </a:extLst>
          </p:cNvPr>
          <p:cNvSpPr>
            <a:spLocks/>
          </p:cNvSpPr>
          <p:nvPr/>
        </p:nvSpPr>
        <p:spPr>
          <a:xfrm>
            <a:off x="1467166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140924D4-40DF-1377-9246-25136DD46FE6}"/>
              </a:ext>
            </a:extLst>
          </p:cNvPr>
          <p:cNvSpPr>
            <a:spLocks/>
          </p:cNvSpPr>
          <p:nvPr/>
        </p:nvSpPr>
        <p:spPr>
          <a:xfrm>
            <a:off x="1441236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B402CED0-045C-EC67-873F-ADCEA096F9ED}"/>
              </a:ext>
            </a:extLst>
          </p:cNvPr>
          <p:cNvSpPr>
            <a:spLocks/>
          </p:cNvSpPr>
          <p:nvPr/>
        </p:nvSpPr>
        <p:spPr>
          <a:xfrm>
            <a:off x="1443439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9FAF3923-FA5A-11D6-32A5-F0B7DC50F123}"/>
              </a:ext>
            </a:extLst>
          </p:cNvPr>
          <p:cNvSpPr>
            <a:spLocks/>
          </p:cNvSpPr>
          <p:nvPr/>
        </p:nvSpPr>
        <p:spPr>
          <a:xfrm>
            <a:off x="1394823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26BBAEE-8435-BBCF-6EC2-DEDBBDA3C720}"/>
              </a:ext>
            </a:extLst>
          </p:cNvPr>
          <p:cNvSpPr>
            <a:spLocks/>
          </p:cNvSpPr>
          <p:nvPr/>
        </p:nvSpPr>
        <p:spPr>
          <a:xfrm>
            <a:off x="1501463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DC73DB10-48F0-97BE-E6B9-27A2D543055D}"/>
              </a:ext>
            </a:extLst>
          </p:cNvPr>
          <p:cNvSpPr>
            <a:spLocks/>
          </p:cNvSpPr>
          <p:nvPr/>
        </p:nvSpPr>
        <p:spPr>
          <a:xfrm>
            <a:off x="1421651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5B72DF7A-59B6-6761-0B03-0C3D995DAE79}"/>
              </a:ext>
            </a:extLst>
          </p:cNvPr>
          <p:cNvSpPr>
            <a:spLocks/>
          </p:cNvSpPr>
          <p:nvPr/>
        </p:nvSpPr>
        <p:spPr>
          <a:xfrm>
            <a:off x="1508391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06733406-6081-33A3-BE3B-44C74CD1F28A}"/>
              </a:ext>
            </a:extLst>
          </p:cNvPr>
          <p:cNvSpPr>
            <a:spLocks/>
          </p:cNvSpPr>
          <p:nvPr/>
        </p:nvSpPr>
        <p:spPr>
          <a:xfrm>
            <a:off x="1436705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74750619-6D9C-495D-BA6C-8458E7660557}"/>
              </a:ext>
            </a:extLst>
          </p:cNvPr>
          <p:cNvSpPr>
            <a:spLocks/>
          </p:cNvSpPr>
          <p:nvPr/>
        </p:nvSpPr>
        <p:spPr>
          <a:xfrm>
            <a:off x="14364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5C8570D6-11EE-7A75-F356-B543441CBF5B}"/>
              </a:ext>
            </a:extLst>
          </p:cNvPr>
          <p:cNvSpPr>
            <a:spLocks/>
          </p:cNvSpPr>
          <p:nvPr/>
        </p:nvSpPr>
        <p:spPr>
          <a:xfrm>
            <a:off x="1467744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65EB924D-A12A-4380-D1D4-F0E59F46EC97}"/>
              </a:ext>
            </a:extLst>
          </p:cNvPr>
          <p:cNvSpPr>
            <a:spLocks/>
          </p:cNvSpPr>
          <p:nvPr/>
        </p:nvSpPr>
        <p:spPr>
          <a:xfrm>
            <a:off x="1502930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CB7FBDB0-DB4A-BF0E-EC44-942E1DAE16A6}"/>
              </a:ext>
            </a:extLst>
          </p:cNvPr>
          <p:cNvSpPr>
            <a:spLocks/>
          </p:cNvSpPr>
          <p:nvPr/>
        </p:nvSpPr>
        <p:spPr>
          <a:xfrm>
            <a:off x="1407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77D7610-EC37-DD8A-F00F-39312A74D066}"/>
              </a:ext>
            </a:extLst>
          </p:cNvPr>
          <p:cNvSpPr>
            <a:spLocks/>
          </p:cNvSpPr>
          <p:nvPr/>
        </p:nvSpPr>
        <p:spPr>
          <a:xfrm>
            <a:off x="1464237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5866EA8A-71F9-F18A-623A-6846F8D21DB8}"/>
              </a:ext>
            </a:extLst>
          </p:cNvPr>
          <p:cNvSpPr>
            <a:spLocks/>
          </p:cNvSpPr>
          <p:nvPr/>
        </p:nvSpPr>
        <p:spPr>
          <a:xfrm>
            <a:off x="1430335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37F70F07-4858-CA0E-009B-35932D9CDED3}"/>
              </a:ext>
            </a:extLst>
          </p:cNvPr>
          <p:cNvSpPr>
            <a:spLocks/>
          </p:cNvSpPr>
          <p:nvPr/>
        </p:nvSpPr>
        <p:spPr>
          <a:xfrm>
            <a:off x="14632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822DAE86-F885-CD66-78CC-EAA57A1A947C}"/>
              </a:ext>
            </a:extLst>
          </p:cNvPr>
          <p:cNvSpPr>
            <a:spLocks/>
          </p:cNvSpPr>
          <p:nvPr/>
        </p:nvSpPr>
        <p:spPr>
          <a:xfrm>
            <a:off x="1501020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E5A85407-021B-2C5E-D0EE-BEE30174E9AA}"/>
              </a:ext>
            </a:extLst>
          </p:cNvPr>
          <p:cNvSpPr>
            <a:spLocks/>
          </p:cNvSpPr>
          <p:nvPr/>
        </p:nvSpPr>
        <p:spPr>
          <a:xfrm>
            <a:off x="1399912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D83FC786-83E2-F0B9-D99C-FAAECD1164B8}"/>
              </a:ext>
            </a:extLst>
          </p:cNvPr>
          <p:cNvSpPr>
            <a:spLocks/>
          </p:cNvSpPr>
          <p:nvPr/>
        </p:nvSpPr>
        <p:spPr>
          <a:xfrm>
            <a:off x="1438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3E0A51A9-2459-63F2-E4A4-7F40BAEDE8D2}"/>
              </a:ext>
            </a:extLst>
          </p:cNvPr>
          <p:cNvSpPr>
            <a:spLocks/>
          </p:cNvSpPr>
          <p:nvPr/>
        </p:nvSpPr>
        <p:spPr>
          <a:xfrm>
            <a:off x="13854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33EBAA3-CE7C-F2DD-5078-A8B9B009B34B}"/>
              </a:ext>
            </a:extLst>
          </p:cNvPr>
          <p:cNvSpPr>
            <a:spLocks/>
          </p:cNvSpPr>
          <p:nvPr/>
        </p:nvSpPr>
        <p:spPr>
          <a:xfrm>
            <a:off x="1458814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DB86BB0-18C9-C2FE-756D-040848B433CD}"/>
              </a:ext>
            </a:extLst>
          </p:cNvPr>
          <p:cNvSpPr>
            <a:spLocks/>
          </p:cNvSpPr>
          <p:nvPr/>
        </p:nvSpPr>
        <p:spPr>
          <a:xfrm>
            <a:off x="14207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FB2945BD-FEBE-AE63-E0C3-EAEE6B1DE05F}"/>
              </a:ext>
            </a:extLst>
          </p:cNvPr>
          <p:cNvSpPr>
            <a:spLocks/>
          </p:cNvSpPr>
          <p:nvPr/>
        </p:nvSpPr>
        <p:spPr>
          <a:xfrm>
            <a:off x="1432903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50BFF260-5367-4780-681C-F6F821AFB3B0}"/>
              </a:ext>
            </a:extLst>
          </p:cNvPr>
          <p:cNvSpPr>
            <a:spLocks/>
          </p:cNvSpPr>
          <p:nvPr/>
        </p:nvSpPr>
        <p:spPr>
          <a:xfrm>
            <a:off x="14207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A9B2B9D0-9B96-495F-19E8-7459749B1DD4}"/>
              </a:ext>
            </a:extLst>
          </p:cNvPr>
          <p:cNvSpPr>
            <a:spLocks/>
          </p:cNvSpPr>
          <p:nvPr/>
        </p:nvSpPr>
        <p:spPr>
          <a:xfrm>
            <a:off x="1414569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403DABF3-C7DE-F6E5-0257-848BFD31AA16}"/>
              </a:ext>
            </a:extLst>
          </p:cNvPr>
          <p:cNvSpPr>
            <a:spLocks/>
          </p:cNvSpPr>
          <p:nvPr/>
        </p:nvSpPr>
        <p:spPr>
          <a:xfrm>
            <a:off x="1481365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5A265EE5-6662-5785-95CE-1477526B73E7}"/>
              </a:ext>
            </a:extLst>
          </p:cNvPr>
          <p:cNvSpPr>
            <a:spLocks/>
          </p:cNvSpPr>
          <p:nvPr/>
        </p:nvSpPr>
        <p:spPr>
          <a:xfrm>
            <a:off x="1428849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FD4D70E4-D061-AE2E-50B5-703321F43785}"/>
              </a:ext>
            </a:extLst>
          </p:cNvPr>
          <p:cNvSpPr>
            <a:spLocks/>
          </p:cNvSpPr>
          <p:nvPr/>
        </p:nvSpPr>
        <p:spPr>
          <a:xfrm>
            <a:off x="1496140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86279B2B-9640-5EA8-701B-86F478A0A37E}"/>
              </a:ext>
            </a:extLst>
          </p:cNvPr>
          <p:cNvSpPr>
            <a:spLocks/>
          </p:cNvSpPr>
          <p:nvPr/>
        </p:nvSpPr>
        <p:spPr>
          <a:xfrm>
            <a:off x="1416856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F1688FF7-2A8B-4E93-AAC1-FDC985739494}"/>
              </a:ext>
            </a:extLst>
          </p:cNvPr>
          <p:cNvSpPr>
            <a:spLocks/>
          </p:cNvSpPr>
          <p:nvPr/>
        </p:nvSpPr>
        <p:spPr>
          <a:xfrm>
            <a:off x="1388404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CD8B3F44-6481-6B5C-B81D-EA6DAD5A780B}"/>
              </a:ext>
            </a:extLst>
          </p:cNvPr>
          <p:cNvSpPr>
            <a:spLocks/>
          </p:cNvSpPr>
          <p:nvPr/>
        </p:nvSpPr>
        <p:spPr>
          <a:xfrm>
            <a:off x="1380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1FE5C6FB-6A81-358D-811F-62CE7FC0BE5B}"/>
              </a:ext>
            </a:extLst>
          </p:cNvPr>
          <p:cNvSpPr>
            <a:spLocks/>
          </p:cNvSpPr>
          <p:nvPr/>
        </p:nvSpPr>
        <p:spPr>
          <a:xfrm>
            <a:off x="1473841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1EDD8ACB-0135-1B57-36EE-75E54AC73058}"/>
              </a:ext>
            </a:extLst>
          </p:cNvPr>
          <p:cNvSpPr>
            <a:spLocks/>
          </p:cNvSpPr>
          <p:nvPr/>
        </p:nvSpPr>
        <p:spPr>
          <a:xfrm>
            <a:off x="1484917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12835A1A-76A8-6BC1-0005-B824C4E22DF9}"/>
              </a:ext>
            </a:extLst>
          </p:cNvPr>
          <p:cNvSpPr>
            <a:spLocks/>
          </p:cNvSpPr>
          <p:nvPr/>
        </p:nvSpPr>
        <p:spPr>
          <a:xfrm>
            <a:off x="1496644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14437624-BF0A-7483-3308-07190FCDF81B}"/>
              </a:ext>
            </a:extLst>
          </p:cNvPr>
          <p:cNvSpPr>
            <a:spLocks/>
          </p:cNvSpPr>
          <p:nvPr/>
        </p:nvSpPr>
        <p:spPr>
          <a:xfrm>
            <a:off x="14513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6A807266-5EAD-3BEA-736B-8B2BD1201A8D}"/>
              </a:ext>
            </a:extLst>
          </p:cNvPr>
          <p:cNvSpPr>
            <a:spLocks/>
          </p:cNvSpPr>
          <p:nvPr/>
        </p:nvSpPr>
        <p:spPr>
          <a:xfrm>
            <a:off x="1447908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06721B5A-3BD1-8328-B785-302AB3CD48DC}"/>
              </a:ext>
            </a:extLst>
          </p:cNvPr>
          <p:cNvSpPr>
            <a:spLocks/>
          </p:cNvSpPr>
          <p:nvPr/>
        </p:nvSpPr>
        <p:spPr>
          <a:xfrm>
            <a:off x="1652791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1F33E231-2836-3950-DA35-EBAA8ED41C1A}"/>
              </a:ext>
            </a:extLst>
          </p:cNvPr>
          <p:cNvSpPr>
            <a:spLocks/>
          </p:cNvSpPr>
          <p:nvPr/>
        </p:nvSpPr>
        <p:spPr>
          <a:xfrm>
            <a:off x="1739884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03BE9FDC-63A1-E69D-C61E-5CDF428ACC98}"/>
              </a:ext>
            </a:extLst>
          </p:cNvPr>
          <p:cNvSpPr>
            <a:spLocks/>
          </p:cNvSpPr>
          <p:nvPr/>
        </p:nvSpPr>
        <p:spPr>
          <a:xfrm>
            <a:off x="1736002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ACCB5A11-7207-1538-D8A2-2B36C364BD8A}"/>
              </a:ext>
            </a:extLst>
          </p:cNvPr>
          <p:cNvSpPr>
            <a:spLocks/>
          </p:cNvSpPr>
          <p:nvPr/>
        </p:nvSpPr>
        <p:spPr>
          <a:xfrm>
            <a:off x="1686888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A1DCF43-09E6-4E38-7691-54EAEE1E3BE6}"/>
              </a:ext>
            </a:extLst>
          </p:cNvPr>
          <p:cNvSpPr>
            <a:spLocks/>
          </p:cNvSpPr>
          <p:nvPr/>
        </p:nvSpPr>
        <p:spPr>
          <a:xfrm>
            <a:off x="1711384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4704EDE4-D5CA-0D9C-7145-E581035A75C9}"/>
              </a:ext>
            </a:extLst>
          </p:cNvPr>
          <p:cNvSpPr>
            <a:spLocks/>
          </p:cNvSpPr>
          <p:nvPr/>
        </p:nvSpPr>
        <p:spPr>
          <a:xfrm>
            <a:off x="1606128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F949221B-BCED-0314-3115-F20875E620BE}"/>
              </a:ext>
            </a:extLst>
          </p:cNvPr>
          <p:cNvSpPr>
            <a:spLocks/>
          </p:cNvSpPr>
          <p:nvPr/>
        </p:nvSpPr>
        <p:spPr>
          <a:xfrm>
            <a:off x="1642005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37746B5B-ED78-68D5-F37D-821DBC0DEB1C}"/>
              </a:ext>
            </a:extLst>
          </p:cNvPr>
          <p:cNvSpPr>
            <a:spLocks/>
          </p:cNvSpPr>
          <p:nvPr/>
        </p:nvSpPr>
        <p:spPr>
          <a:xfrm>
            <a:off x="1631141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1BD79E37-288C-77E8-F6A8-E2CF3E8CDE3A}"/>
              </a:ext>
            </a:extLst>
          </p:cNvPr>
          <p:cNvSpPr>
            <a:spLocks/>
          </p:cNvSpPr>
          <p:nvPr/>
        </p:nvSpPr>
        <p:spPr>
          <a:xfrm>
            <a:off x="1647662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B9A05FE9-BCDE-5491-88B0-F0CD17452E84}"/>
              </a:ext>
            </a:extLst>
          </p:cNvPr>
          <p:cNvSpPr>
            <a:spLocks/>
          </p:cNvSpPr>
          <p:nvPr/>
        </p:nvSpPr>
        <p:spPr>
          <a:xfrm>
            <a:off x="1607488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C1D038E7-E4E8-4192-5394-716F0B005FEB}"/>
              </a:ext>
            </a:extLst>
          </p:cNvPr>
          <p:cNvSpPr>
            <a:spLocks/>
          </p:cNvSpPr>
          <p:nvPr/>
        </p:nvSpPr>
        <p:spPr>
          <a:xfrm>
            <a:off x="1722237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A61050AA-F9BB-3E04-1280-C255BB3CDC0A}"/>
              </a:ext>
            </a:extLst>
          </p:cNvPr>
          <p:cNvSpPr>
            <a:spLocks/>
          </p:cNvSpPr>
          <p:nvPr/>
        </p:nvSpPr>
        <p:spPr>
          <a:xfrm>
            <a:off x="1661706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9767E4E6-FB6E-6237-5409-D63571089F0D}"/>
              </a:ext>
            </a:extLst>
          </p:cNvPr>
          <p:cNvSpPr>
            <a:spLocks/>
          </p:cNvSpPr>
          <p:nvPr/>
        </p:nvSpPr>
        <p:spPr>
          <a:xfrm>
            <a:off x="1694403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53A1E98B-D866-B1A0-17C3-006DB6652312}"/>
              </a:ext>
            </a:extLst>
          </p:cNvPr>
          <p:cNvSpPr>
            <a:spLocks/>
          </p:cNvSpPr>
          <p:nvPr/>
        </p:nvSpPr>
        <p:spPr>
          <a:xfrm>
            <a:off x="1627102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4035607B-7C01-3814-7E07-25420BC6A32B}"/>
              </a:ext>
            </a:extLst>
          </p:cNvPr>
          <p:cNvSpPr>
            <a:spLocks/>
          </p:cNvSpPr>
          <p:nvPr/>
        </p:nvSpPr>
        <p:spPr>
          <a:xfrm>
            <a:off x="1665051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B5AC473-E785-BE31-E78C-64FA1F74011F}"/>
              </a:ext>
            </a:extLst>
          </p:cNvPr>
          <p:cNvSpPr>
            <a:spLocks/>
          </p:cNvSpPr>
          <p:nvPr/>
        </p:nvSpPr>
        <p:spPr>
          <a:xfrm>
            <a:off x="1644483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54F4D991-FCD2-F6B4-D183-60B70CBBA867}"/>
              </a:ext>
            </a:extLst>
          </p:cNvPr>
          <p:cNvSpPr>
            <a:spLocks/>
          </p:cNvSpPr>
          <p:nvPr/>
        </p:nvSpPr>
        <p:spPr>
          <a:xfrm>
            <a:off x="1620391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FB580CB5-1753-E3CC-9F05-DA553A55DBA5}"/>
              </a:ext>
            </a:extLst>
          </p:cNvPr>
          <p:cNvSpPr>
            <a:spLocks/>
          </p:cNvSpPr>
          <p:nvPr/>
        </p:nvSpPr>
        <p:spPr>
          <a:xfrm>
            <a:off x="1616386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1AD8AEA0-DEF3-621E-40F2-E980EDA5E962}"/>
              </a:ext>
            </a:extLst>
          </p:cNvPr>
          <p:cNvSpPr>
            <a:spLocks/>
          </p:cNvSpPr>
          <p:nvPr/>
        </p:nvSpPr>
        <p:spPr>
          <a:xfrm>
            <a:off x="1722006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2034DA0A-A869-51AC-1FA2-B525889FB739}"/>
              </a:ext>
            </a:extLst>
          </p:cNvPr>
          <p:cNvSpPr>
            <a:spLocks/>
          </p:cNvSpPr>
          <p:nvPr/>
        </p:nvSpPr>
        <p:spPr>
          <a:xfrm>
            <a:off x="1675958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B65CD7E2-91A4-0986-9886-24649E3147B0}"/>
              </a:ext>
            </a:extLst>
          </p:cNvPr>
          <p:cNvSpPr>
            <a:spLocks/>
          </p:cNvSpPr>
          <p:nvPr/>
        </p:nvSpPr>
        <p:spPr>
          <a:xfrm>
            <a:off x="1649032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40E442F8-F6D6-F871-5A6E-70FC647063E9}"/>
              </a:ext>
            </a:extLst>
          </p:cNvPr>
          <p:cNvSpPr>
            <a:spLocks/>
          </p:cNvSpPr>
          <p:nvPr/>
        </p:nvSpPr>
        <p:spPr>
          <a:xfrm>
            <a:off x="1721615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FE925A96-B861-2518-E6F6-D35DB2865B17}"/>
              </a:ext>
            </a:extLst>
          </p:cNvPr>
          <p:cNvSpPr>
            <a:spLocks/>
          </p:cNvSpPr>
          <p:nvPr/>
        </p:nvSpPr>
        <p:spPr>
          <a:xfrm>
            <a:off x="1624913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D232E4DA-78CE-2195-9DD6-5C0352045341}"/>
              </a:ext>
            </a:extLst>
          </p:cNvPr>
          <p:cNvSpPr>
            <a:spLocks/>
          </p:cNvSpPr>
          <p:nvPr/>
        </p:nvSpPr>
        <p:spPr>
          <a:xfrm>
            <a:off x="1612430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B5132A79-BE21-6385-1AC1-287A08F7C6A9}"/>
              </a:ext>
            </a:extLst>
          </p:cNvPr>
          <p:cNvSpPr>
            <a:spLocks/>
          </p:cNvSpPr>
          <p:nvPr/>
        </p:nvSpPr>
        <p:spPr>
          <a:xfrm>
            <a:off x="1651259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EEF1D5EF-BC40-645B-E5C5-D703624A56C9}"/>
              </a:ext>
            </a:extLst>
          </p:cNvPr>
          <p:cNvSpPr>
            <a:spLocks/>
          </p:cNvSpPr>
          <p:nvPr/>
        </p:nvSpPr>
        <p:spPr>
          <a:xfrm>
            <a:off x="162010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C7DAD7F9-DA8E-84FE-F951-05F6F8614C84}"/>
              </a:ext>
            </a:extLst>
          </p:cNvPr>
          <p:cNvSpPr>
            <a:spLocks/>
          </p:cNvSpPr>
          <p:nvPr/>
        </p:nvSpPr>
        <p:spPr>
          <a:xfrm>
            <a:off x="1695626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8632D793-1DA0-E3A7-D5DD-1B2007E8FAAC}"/>
              </a:ext>
            </a:extLst>
          </p:cNvPr>
          <p:cNvSpPr>
            <a:spLocks/>
          </p:cNvSpPr>
          <p:nvPr/>
        </p:nvSpPr>
        <p:spPr>
          <a:xfrm>
            <a:off x="1611895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8D33496B-B7DE-1978-5CBF-5DEF98F8396F}"/>
              </a:ext>
            </a:extLst>
          </p:cNvPr>
          <p:cNvSpPr>
            <a:spLocks/>
          </p:cNvSpPr>
          <p:nvPr/>
        </p:nvSpPr>
        <p:spPr>
          <a:xfrm>
            <a:off x="1657852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46B7A4C7-4ADE-BE88-29EA-7EB2A5437BB8}"/>
              </a:ext>
            </a:extLst>
          </p:cNvPr>
          <p:cNvSpPr>
            <a:spLocks/>
          </p:cNvSpPr>
          <p:nvPr/>
        </p:nvSpPr>
        <p:spPr>
          <a:xfrm>
            <a:off x="1664199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013AB65B-B90F-A2D2-E4ED-8543DD08BA3B}"/>
              </a:ext>
            </a:extLst>
          </p:cNvPr>
          <p:cNvSpPr>
            <a:spLocks/>
          </p:cNvSpPr>
          <p:nvPr/>
        </p:nvSpPr>
        <p:spPr>
          <a:xfrm>
            <a:off x="171585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5D57B541-932F-69A2-6EAC-45C0080F4B43}"/>
              </a:ext>
            </a:extLst>
          </p:cNvPr>
          <p:cNvSpPr>
            <a:spLocks/>
          </p:cNvSpPr>
          <p:nvPr/>
        </p:nvSpPr>
        <p:spPr>
          <a:xfrm>
            <a:off x="1683310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BFDEC697-4541-D4F6-38E1-AEA76507B23F}"/>
              </a:ext>
            </a:extLst>
          </p:cNvPr>
          <p:cNvSpPr>
            <a:spLocks/>
          </p:cNvSpPr>
          <p:nvPr/>
        </p:nvSpPr>
        <p:spPr>
          <a:xfrm>
            <a:off x="164196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4E1D67BE-A588-EA5F-8382-3DAAB1C28405}"/>
              </a:ext>
            </a:extLst>
          </p:cNvPr>
          <p:cNvSpPr>
            <a:spLocks/>
          </p:cNvSpPr>
          <p:nvPr/>
        </p:nvSpPr>
        <p:spPr>
          <a:xfrm>
            <a:off x="1606566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B1D724A5-D6E2-E58F-44EA-EB3029E9C331}"/>
              </a:ext>
            </a:extLst>
          </p:cNvPr>
          <p:cNvSpPr>
            <a:spLocks/>
          </p:cNvSpPr>
          <p:nvPr/>
        </p:nvSpPr>
        <p:spPr>
          <a:xfrm>
            <a:off x="1602023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0CAA26A-D3ED-1B4C-5208-11AD445ADED0}"/>
              </a:ext>
            </a:extLst>
          </p:cNvPr>
          <p:cNvSpPr>
            <a:spLocks/>
          </p:cNvSpPr>
          <p:nvPr/>
        </p:nvSpPr>
        <p:spPr>
          <a:xfrm>
            <a:off x="162231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8995BD80-6D05-EC9E-D27C-5E2DB505121B}"/>
              </a:ext>
            </a:extLst>
          </p:cNvPr>
          <p:cNvSpPr>
            <a:spLocks/>
          </p:cNvSpPr>
          <p:nvPr/>
        </p:nvSpPr>
        <p:spPr>
          <a:xfrm>
            <a:off x="1637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5BD9A0C5-F483-32F2-33B7-0EF8226B4EDD}"/>
              </a:ext>
            </a:extLst>
          </p:cNvPr>
          <p:cNvSpPr>
            <a:spLocks/>
          </p:cNvSpPr>
          <p:nvPr/>
        </p:nvSpPr>
        <p:spPr>
          <a:xfrm>
            <a:off x="1723605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5316D65A-286D-477F-F8B7-078EC41A3DFD}"/>
              </a:ext>
            </a:extLst>
          </p:cNvPr>
          <p:cNvSpPr>
            <a:spLocks/>
          </p:cNvSpPr>
          <p:nvPr/>
        </p:nvSpPr>
        <p:spPr>
          <a:xfrm>
            <a:off x="1623392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8B8392E2-3CE0-B1B0-7F3C-4E88D4C3CAE3}"/>
              </a:ext>
            </a:extLst>
          </p:cNvPr>
          <p:cNvSpPr>
            <a:spLocks/>
          </p:cNvSpPr>
          <p:nvPr/>
        </p:nvSpPr>
        <p:spPr>
          <a:xfrm>
            <a:off x="1690350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0ED684C7-5AE9-ADD1-C95F-80143E6C13E6}"/>
              </a:ext>
            </a:extLst>
          </p:cNvPr>
          <p:cNvSpPr>
            <a:spLocks/>
          </p:cNvSpPr>
          <p:nvPr/>
        </p:nvSpPr>
        <p:spPr>
          <a:xfrm>
            <a:off x="169995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DB9685C0-D8CD-DB31-6E4D-3C34A7B5ED30}"/>
              </a:ext>
            </a:extLst>
          </p:cNvPr>
          <p:cNvSpPr>
            <a:spLocks/>
          </p:cNvSpPr>
          <p:nvPr/>
        </p:nvSpPr>
        <p:spPr>
          <a:xfrm>
            <a:off x="1677094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41168EDF-0161-D19D-F7B8-CB3DE95E48A2}"/>
              </a:ext>
            </a:extLst>
          </p:cNvPr>
          <p:cNvSpPr>
            <a:spLocks/>
          </p:cNvSpPr>
          <p:nvPr/>
        </p:nvSpPr>
        <p:spPr>
          <a:xfrm>
            <a:off x="1652913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E612D4F5-272B-566F-6C5B-A8AD3704EF5D}"/>
              </a:ext>
            </a:extLst>
          </p:cNvPr>
          <p:cNvSpPr>
            <a:spLocks/>
          </p:cNvSpPr>
          <p:nvPr/>
        </p:nvSpPr>
        <p:spPr>
          <a:xfrm>
            <a:off x="1698768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7ACAFC6E-D220-C0E3-D64E-0A5983AB3298}"/>
              </a:ext>
            </a:extLst>
          </p:cNvPr>
          <p:cNvSpPr>
            <a:spLocks/>
          </p:cNvSpPr>
          <p:nvPr/>
        </p:nvSpPr>
        <p:spPr>
          <a:xfrm>
            <a:off x="1629132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84379600-880B-33F5-2548-CE9E4CADBD84}"/>
              </a:ext>
            </a:extLst>
          </p:cNvPr>
          <p:cNvSpPr>
            <a:spLocks/>
          </p:cNvSpPr>
          <p:nvPr/>
        </p:nvSpPr>
        <p:spPr>
          <a:xfrm>
            <a:off x="1604429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D0BA1370-14F1-F1D0-EB29-8323F561382F}"/>
              </a:ext>
            </a:extLst>
          </p:cNvPr>
          <p:cNvSpPr>
            <a:spLocks/>
          </p:cNvSpPr>
          <p:nvPr/>
        </p:nvSpPr>
        <p:spPr>
          <a:xfrm>
            <a:off x="1736723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9E98BB7-9D11-3B0B-2091-DD4C8D02DAB9}"/>
              </a:ext>
            </a:extLst>
          </p:cNvPr>
          <p:cNvSpPr>
            <a:spLocks/>
          </p:cNvSpPr>
          <p:nvPr/>
        </p:nvSpPr>
        <p:spPr>
          <a:xfrm>
            <a:off x="1698302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4D1ACB2F-BCD7-BD28-869F-BE834DD3D5B9}"/>
              </a:ext>
            </a:extLst>
          </p:cNvPr>
          <p:cNvSpPr>
            <a:spLocks/>
          </p:cNvSpPr>
          <p:nvPr/>
        </p:nvSpPr>
        <p:spPr>
          <a:xfrm>
            <a:off x="1641251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DC9736B-D8C1-9068-0C62-7D6892DC6C0C}"/>
              </a:ext>
            </a:extLst>
          </p:cNvPr>
          <p:cNvSpPr>
            <a:spLocks/>
          </p:cNvSpPr>
          <p:nvPr/>
        </p:nvSpPr>
        <p:spPr>
          <a:xfrm>
            <a:off x="1621412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B59AA5BE-3FFA-63D4-ACDC-E227370834D0}"/>
              </a:ext>
            </a:extLst>
          </p:cNvPr>
          <p:cNvSpPr>
            <a:spLocks/>
          </p:cNvSpPr>
          <p:nvPr/>
        </p:nvSpPr>
        <p:spPr>
          <a:xfrm>
            <a:off x="1724775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AB3FE532-8C3D-6DDB-0FF8-05FD7862CB7C}"/>
              </a:ext>
            </a:extLst>
          </p:cNvPr>
          <p:cNvSpPr>
            <a:spLocks/>
          </p:cNvSpPr>
          <p:nvPr/>
        </p:nvSpPr>
        <p:spPr>
          <a:xfrm>
            <a:off x="162775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315B5F7B-6499-F195-F72A-F40ECFD65D65}"/>
              </a:ext>
            </a:extLst>
          </p:cNvPr>
          <p:cNvSpPr>
            <a:spLocks/>
          </p:cNvSpPr>
          <p:nvPr/>
        </p:nvSpPr>
        <p:spPr>
          <a:xfrm>
            <a:off x="1693657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7DC54680-0FF5-4E02-7CE1-C0B9A9DD5F2E}"/>
              </a:ext>
            </a:extLst>
          </p:cNvPr>
          <p:cNvSpPr>
            <a:spLocks/>
          </p:cNvSpPr>
          <p:nvPr/>
        </p:nvSpPr>
        <p:spPr>
          <a:xfrm>
            <a:off x="1621464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37999771-DEFB-E625-7FD1-B90E05F6EE0F}"/>
              </a:ext>
            </a:extLst>
          </p:cNvPr>
          <p:cNvSpPr>
            <a:spLocks/>
          </p:cNvSpPr>
          <p:nvPr/>
        </p:nvSpPr>
        <p:spPr>
          <a:xfrm>
            <a:off x="1676619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933AC5C-C5CD-5658-BE85-AD2DFA7C483F}"/>
              </a:ext>
            </a:extLst>
          </p:cNvPr>
          <p:cNvSpPr>
            <a:spLocks/>
          </p:cNvSpPr>
          <p:nvPr/>
        </p:nvSpPr>
        <p:spPr>
          <a:xfrm>
            <a:off x="1732180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484E358A-C2BD-9B91-E50D-379B790F38C1}"/>
              </a:ext>
            </a:extLst>
          </p:cNvPr>
          <p:cNvSpPr>
            <a:spLocks/>
          </p:cNvSpPr>
          <p:nvPr/>
        </p:nvSpPr>
        <p:spPr>
          <a:xfrm>
            <a:off x="1650821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01EFBE36-ABE6-79B6-9476-0225A72E260A}"/>
              </a:ext>
            </a:extLst>
          </p:cNvPr>
          <p:cNvSpPr>
            <a:spLocks/>
          </p:cNvSpPr>
          <p:nvPr/>
        </p:nvSpPr>
        <p:spPr>
          <a:xfrm>
            <a:off x="1623221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ABA5FBDB-DDCD-E1EA-F8C9-83497486032E}"/>
              </a:ext>
            </a:extLst>
          </p:cNvPr>
          <p:cNvSpPr>
            <a:spLocks/>
          </p:cNvSpPr>
          <p:nvPr/>
        </p:nvSpPr>
        <p:spPr>
          <a:xfrm>
            <a:off x="1677259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9A96DB31-88A3-9C61-258E-62E672636534}"/>
              </a:ext>
            </a:extLst>
          </p:cNvPr>
          <p:cNvSpPr>
            <a:spLocks/>
          </p:cNvSpPr>
          <p:nvPr/>
        </p:nvSpPr>
        <p:spPr>
          <a:xfrm>
            <a:off x="1651300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87F7FD3D-229B-2ACF-EEB6-8C1C7FEAF6FA}"/>
              </a:ext>
            </a:extLst>
          </p:cNvPr>
          <p:cNvSpPr>
            <a:spLocks/>
          </p:cNvSpPr>
          <p:nvPr/>
        </p:nvSpPr>
        <p:spPr>
          <a:xfrm>
            <a:off x="1655159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47B6608F-2F2C-3F5F-8765-6A350531EB3B}"/>
              </a:ext>
            </a:extLst>
          </p:cNvPr>
          <p:cNvSpPr>
            <a:spLocks/>
          </p:cNvSpPr>
          <p:nvPr/>
        </p:nvSpPr>
        <p:spPr>
          <a:xfrm>
            <a:off x="1649798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104E8C16-8710-CB54-64DA-E982E9A316BF}"/>
              </a:ext>
            </a:extLst>
          </p:cNvPr>
          <p:cNvSpPr>
            <a:spLocks/>
          </p:cNvSpPr>
          <p:nvPr/>
        </p:nvSpPr>
        <p:spPr>
          <a:xfrm>
            <a:off x="1724114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D9AF9683-5BE6-FA52-22A3-C2C5C386E652}"/>
              </a:ext>
            </a:extLst>
          </p:cNvPr>
          <p:cNvSpPr>
            <a:spLocks/>
          </p:cNvSpPr>
          <p:nvPr/>
        </p:nvSpPr>
        <p:spPr>
          <a:xfrm>
            <a:off x="1639961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84441470-BE41-9A13-EBC0-CECCA1E3A898}"/>
              </a:ext>
            </a:extLst>
          </p:cNvPr>
          <p:cNvSpPr>
            <a:spLocks/>
          </p:cNvSpPr>
          <p:nvPr/>
        </p:nvSpPr>
        <p:spPr>
          <a:xfrm>
            <a:off x="1637748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100ED2C8-02C8-7E41-1371-09E1E913F3D0}"/>
              </a:ext>
            </a:extLst>
          </p:cNvPr>
          <p:cNvSpPr>
            <a:spLocks/>
          </p:cNvSpPr>
          <p:nvPr/>
        </p:nvSpPr>
        <p:spPr>
          <a:xfrm>
            <a:off x="1681046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B53E8346-512E-7174-555D-C8951B9FC9F4}"/>
              </a:ext>
            </a:extLst>
          </p:cNvPr>
          <p:cNvSpPr>
            <a:spLocks/>
          </p:cNvSpPr>
          <p:nvPr/>
        </p:nvSpPr>
        <p:spPr>
          <a:xfrm>
            <a:off x="1627196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53AD55A9-90AB-31A5-408B-F1BC7E0ABED4}"/>
              </a:ext>
            </a:extLst>
          </p:cNvPr>
          <p:cNvSpPr>
            <a:spLocks/>
          </p:cNvSpPr>
          <p:nvPr/>
        </p:nvSpPr>
        <p:spPr>
          <a:xfrm>
            <a:off x="16597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E116AEDF-EF5F-E7D0-0481-E9A03B03CCD1}"/>
              </a:ext>
            </a:extLst>
          </p:cNvPr>
          <p:cNvSpPr>
            <a:spLocks/>
          </p:cNvSpPr>
          <p:nvPr/>
        </p:nvSpPr>
        <p:spPr>
          <a:xfrm>
            <a:off x="1637813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478DA5F4-C473-249A-CB37-BC74E9374E4A}"/>
              </a:ext>
            </a:extLst>
          </p:cNvPr>
          <p:cNvSpPr>
            <a:spLocks/>
          </p:cNvSpPr>
          <p:nvPr/>
        </p:nvSpPr>
        <p:spPr>
          <a:xfrm>
            <a:off x="1690123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8AEB3672-9635-3204-3AC5-DF70FEC95826}"/>
              </a:ext>
            </a:extLst>
          </p:cNvPr>
          <p:cNvSpPr>
            <a:spLocks/>
          </p:cNvSpPr>
          <p:nvPr/>
        </p:nvSpPr>
        <p:spPr>
          <a:xfrm>
            <a:off x="1612296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4918123-26B2-DDD4-2C82-D6032E736D8D}"/>
              </a:ext>
            </a:extLst>
          </p:cNvPr>
          <p:cNvSpPr>
            <a:spLocks/>
          </p:cNvSpPr>
          <p:nvPr/>
        </p:nvSpPr>
        <p:spPr>
          <a:xfrm>
            <a:off x="1646018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DA2B1B17-93CA-03F1-C17B-83450CF6F5C5}"/>
              </a:ext>
            </a:extLst>
          </p:cNvPr>
          <p:cNvSpPr>
            <a:spLocks/>
          </p:cNvSpPr>
          <p:nvPr/>
        </p:nvSpPr>
        <p:spPr>
          <a:xfrm>
            <a:off x="1700565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B63DD4BC-5E19-2F6A-1574-7D647E34CB88}"/>
              </a:ext>
            </a:extLst>
          </p:cNvPr>
          <p:cNvSpPr>
            <a:spLocks/>
          </p:cNvSpPr>
          <p:nvPr/>
        </p:nvSpPr>
        <p:spPr>
          <a:xfrm>
            <a:off x="1613207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04C8138-D512-29E7-6C07-E0571FF76AB9}"/>
              </a:ext>
            </a:extLst>
          </p:cNvPr>
          <p:cNvSpPr>
            <a:spLocks/>
          </p:cNvSpPr>
          <p:nvPr/>
        </p:nvSpPr>
        <p:spPr>
          <a:xfrm>
            <a:off x="1693726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E25868B2-CDC9-28BB-F16B-B33F6B38E3FF}"/>
              </a:ext>
            </a:extLst>
          </p:cNvPr>
          <p:cNvSpPr>
            <a:spLocks/>
          </p:cNvSpPr>
          <p:nvPr/>
        </p:nvSpPr>
        <p:spPr>
          <a:xfrm>
            <a:off x="1622161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371F8E34-C7C7-88DD-F7E9-7AF9CCF92EE6}"/>
              </a:ext>
            </a:extLst>
          </p:cNvPr>
          <p:cNvSpPr>
            <a:spLocks/>
          </p:cNvSpPr>
          <p:nvPr/>
        </p:nvSpPr>
        <p:spPr>
          <a:xfrm>
            <a:off x="171804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06DBA177-DF04-3E93-671E-D65E5CFA3E96}"/>
              </a:ext>
            </a:extLst>
          </p:cNvPr>
          <p:cNvSpPr>
            <a:spLocks/>
          </p:cNvSpPr>
          <p:nvPr/>
        </p:nvSpPr>
        <p:spPr>
          <a:xfrm>
            <a:off x="1665978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0947B748-9604-1364-351D-7DD3CD110363}"/>
              </a:ext>
            </a:extLst>
          </p:cNvPr>
          <p:cNvSpPr>
            <a:spLocks/>
          </p:cNvSpPr>
          <p:nvPr/>
        </p:nvSpPr>
        <p:spPr>
          <a:xfrm>
            <a:off x="1663310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F44FB7F-4FCB-FB83-A4A5-742ADFF2AA88}"/>
              </a:ext>
            </a:extLst>
          </p:cNvPr>
          <p:cNvSpPr>
            <a:spLocks/>
          </p:cNvSpPr>
          <p:nvPr/>
        </p:nvSpPr>
        <p:spPr>
          <a:xfrm>
            <a:off x="1656781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3380676-1DE1-E0A4-9B7C-E7731F5D7BC2}"/>
              </a:ext>
            </a:extLst>
          </p:cNvPr>
          <p:cNvSpPr>
            <a:spLocks/>
          </p:cNvSpPr>
          <p:nvPr/>
        </p:nvSpPr>
        <p:spPr>
          <a:xfrm>
            <a:off x="1736100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F61C8916-1C08-580E-2945-9841CD4B70A7}"/>
              </a:ext>
            </a:extLst>
          </p:cNvPr>
          <p:cNvSpPr>
            <a:spLocks/>
          </p:cNvSpPr>
          <p:nvPr/>
        </p:nvSpPr>
        <p:spPr>
          <a:xfrm>
            <a:off x="163980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88B85F43-030A-E9F8-CED5-AEDF3B495239}"/>
              </a:ext>
            </a:extLst>
          </p:cNvPr>
          <p:cNvSpPr>
            <a:spLocks/>
          </p:cNvSpPr>
          <p:nvPr/>
        </p:nvSpPr>
        <p:spPr>
          <a:xfrm>
            <a:off x="1719172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C97AB1FF-D0E4-6437-1ABA-CD05146CD8DB}"/>
              </a:ext>
            </a:extLst>
          </p:cNvPr>
          <p:cNvSpPr>
            <a:spLocks/>
          </p:cNvSpPr>
          <p:nvPr/>
        </p:nvSpPr>
        <p:spPr>
          <a:xfrm>
            <a:off x="1649166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00BC5EC9-E219-3C16-58DB-307A862C5B36}"/>
              </a:ext>
            </a:extLst>
          </p:cNvPr>
          <p:cNvSpPr>
            <a:spLocks/>
          </p:cNvSpPr>
          <p:nvPr/>
        </p:nvSpPr>
        <p:spPr>
          <a:xfrm>
            <a:off x="1635829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AB4CAF68-1D0B-06C9-C89E-0E623F5E7634}"/>
              </a:ext>
            </a:extLst>
          </p:cNvPr>
          <p:cNvSpPr>
            <a:spLocks/>
          </p:cNvSpPr>
          <p:nvPr/>
        </p:nvSpPr>
        <p:spPr>
          <a:xfrm>
            <a:off x="1739663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198846B-3256-3444-3707-E5B0CFBF8C9A}"/>
              </a:ext>
            </a:extLst>
          </p:cNvPr>
          <p:cNvSpPr>
            <a:spLocks/>
          </p:cNvSpPr>
          <p:nvPr/>
        </p:nvSpPr>
        <p:spPr>
          <a:xfrm>
            <a:off x="1664416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93B3E24A-DDC6-F9A9-8582-C47D9C62F4DB}"/>
              </a:ext>
            </a:extLst>
          </p:cNvPr>
          <p:cNvSpPr>
            <a:spLocks/>
          </p:cNvSpPr>
          <p:nvPr/>
        </p:nvSpPr>
        <p:spPr>
          <a:xfrm>
            <a:off x="1667114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F27F16C9-A5EB-DF88-9F86-0A58F24DC106}"/>
              </a:ext>
            </a:extLst>
          </p:cNvPr>
          <p:cNvSpPr>
            <a:spLocks/>
          </p:cNvSpPr>
          <p:nvPr/>
        </p:nvSpPr>
        <p:spPr>
          <a:xfrm>
            <a:off x="1654453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9FF45D24-D49F-1553-4474-A426B8F5B55D}"/>
              </a:ext>
            </a:extLst>
          </p:cNvPr>
          <p:cNvSpPr>
            <a:spLocks/>
          </p:cNvSpPr>
          <p:nvPr/>
        </p:nvSpPr>
        <p:spPr>
          <a:xfrm>
            <a:off x="1702294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F3A972CD-42F5-E90F-6108-B3AD56EC51B2}"/>
              </a:ext>
            </a:extLst>
          </p:cNvPr>
          <p:cNvSpPr>
            <a:spLocks/>
          </p:cNvSpPr>
          <p:nvPr/>
        </p:nvSpPr>
        <p:spPr>
          <a:xfrm>
            <a:off x="1681306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1820DA85-F7ED-64FB-075C-15BEB6802742}"/>
              </a:ext>
            </a:extLst>
          </p:cNvPr>
          <p:cNvSpPr>
            <a:spLocks/>
          </p:cNvSpPr>
          <p:nvPr/>
        </p:nvSpPr>
        <p:spPr>
          <a:xfrm>
            <a:off x="1720638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6092E7E7-3B9A-3ECE-835C-6098D919E91E}"/>
              </a:ext>
            </a:extLst>
          </p:cNvPr>
          <p:cNvSpPr>
            <a:spLocks/>
          </p:cNvSpPr>
          <p:nvPr/>
        </p:nvSpPr>
        <p:spPr>
          <a:xfrm>
            <a:off x="1676434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6D2D1D01-CA24-B729-6B42-1417A6432C8E}"/>
              </a:ext>
            </a:extLst>
          </p:cNvPr>
          <p:cNvSpPr>
            <a:spLocks/>
          </p:cNvSpPr>
          <p:nvPr/>
        </p:nvSpPr>
        <p:spPr>
          <a:xfrm>
            <a:off x="1653275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178F0D7A-CD41-F8A6-0EEB-19A21D27E018}"/>
              </a:ext>
            </a:extLst>
          </p:cNvPr>
          <p:cNvSpPr>
            <a:spLocks/>
          </p:cNvSpPr>
          <p:nvPr/>
        </p:nvSpPr>
        <p:spPr>
          <a:xfrm>
            <a:off x="164282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F9F144C9-AFD1-1E1F-A40F-8FA2B6F9C3E9}"/>
              </a:ext>
            </a:extLst>
          </p:cNvPr>
          <p:cNvSpPr>
            <a:spLocks/>
          </p:cNvSpPr>
          <p:nvPr/>
        </p:nvSpPr>
        <p:spPr>
          <a:xfrm>
            <a:off x="1654564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5A550EF5-292E-E749-CD92-735DBF803B90}"/>
              </a:ext>
            </a:extLst>
          </p:cNvPr>
          <p:cNvSpPr>
            <a:spLocks/>
          </p:cNvSpPr>
          <p:nvPr/>
        </p:nvSpPr>
        <p:spPr>
          <a:xfrm>
            <a:off x="1670302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38B1D671-BF3E-0431-1080-160BBEE66046}"/>
              </a:ext>
            </a:extLst>
          </p:cNvPr>
          <p:cNvSpPr>
            <a:spLocks/>
          </p:cNvSpPr>
          <p:nvPr/>
        </p:nvSpPr>
        <p:spPr>
          <a:xfrm>
            <a:off x="1675024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F059C3A5-E220-2395-14C0-502D9771F458}"/>
              </a:ext>
            </a:extLst>
          </p:cNvPr>
          <p:cNvSpPr>
            <a:spLocks/>
          </p:cNvSpPr>
          <p:nvPr/>
        </p:nvSpPr>
        <p:spPr>
          <a:xfrm>
            <a:off x="17225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5E3D8CC-F9AC-7225-0844-E1464BDEF0B4}"/>
              </a:ext>
            </a:extLst>
          </p:cNvPr>
          <p:cNvSpPr>
            <a:spLocks/>
          </p:cNvSpPr>
          <p:nvPr/>
        </p:nvSpPr>
        <p:spPr>
          <a:xfrm>
            <a:off x="1731705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F68D0BA0-A232-36AC-A109-FF16977EBAFB}"/>
              </a:ext>
            </a:extLst>
          </p:cNvPr>
          <p:cNvSpPr>
            <a:spLocks/>
          </p:cNvSpPr>
          <p:nvPr/>
        </p:nvSpPr>
        <p:spPr>
          <a:xfrm>
            <a:off x="1639133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9080A0-1013-A533-17FA-434E2EBC7A51}"/>
              </a:ext>
            </a:extLst>
          </p:cNvPr>
          <p:cNvSpPr>
            <a:spLocks/>
          </p:cNvSpPr>
          <p:nvPr/>
        </p:nvSpPr>
        <p:spPr>
          <a:xfrm>
            <a:off x="1622140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A939FECA-4A27-64D7-DB6B-E6E78E643378}"/>
              </a:ext>
            </a:extLst>
          </p:cNvPr>
          <p:cNvSpPr>
            <a:spLocks/>
          </p:cNvSpPr>
          <p:nvPr/>
        </p:nvSpPr>
        <p:spPr>
          <a:xfrm>
            <a:off x="17211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5C98A4A-5152-13BC-6D80-02F1162A61D6}"/>
              </a:ext>
            </a:extLst>
          </p:cNvPr>
          <p:cNvSpPr>
            <a:spLocks/>
          </p:cNvSpPr>
          <p:nvPr/>
        </p:nvSpPr>
        <p:spPr>
          <a:xfrm>
            <a:off x="16037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03F7680C-FA5E-2485-FCA4-30AFB341736A}"/>
              </a:ext>
            </a:extLst>
          </p:cNvPr>
          <p:cNvSpPr>
            <a:spLocks/>
          </p:cNvSpPr>
          <p:nvPr/>
        </p:nvSpPr>
        <p:spPr>
          <a:xfrm>
            <a:off x="1683632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80E1BF82-D447-675A-0365-D6F0128874D9}"/>
              </a:ext>
            </a:extLst>
          </p:cNvPr>
          <p:cNvSpPr>
            <a:spLocks/>
          </p:cNvSpPr>
          <p:nvPr/>
        </p:nvSpPr>
        <p:spPr>
          <a:xfrm>
            <a:off x="1693713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738C6F7F-9DE9-D444-B54D-739099281B92}"/>
              </a:ext>
            </a:extLst>
          </p:cNvPr>
          <p:cNvSpPr>
            <a:spLocks/>
          </p:cNvSpPr>
          <p:nvPr/>
        </p:nvSpPr>
        <p:spPr>
          <a:xfrm>
            <a:off x="1706967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0FF0F06B-AFBB-62AA-8A2B-BCA9A5EB82B5}"/>
              </a:ext>
            </a:extLst>
          </p:cNvPr>
          <p:cNvSpPr>
            <a:spLocks/>
          </p:cNvSpPr>
          <p:nvPr/>
        </p:nvSpPr>
        <p:spPr>
          <a:xfrm>
            <a:off x="1711282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CEFF930-1A9E-D7A8-B416-F887D797A210}"/>
              </a:ext>
            </a:extLst>
          </p:cNvPr>
          <p:cNvSpPr>
            <a:spLocks/>
          </p:cNvSpPr>
          <p:nvPr/>
        </p:nvSpPr>
        <p:spPr>
          <a:xfrm>
            <a:off x="1689956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9C0752EB-7FF2-7431-86AA-C9BD8F2BDE0F}"/>
              </a:ext>
            </a:extLst>
          </p:cNvPr>
          <p:cNvSpPr>
            <a:spLocks/>
          </p:cNvSpPr>
          <p:nvPr/>
        </p:nvSpPr>
        <p:spPr>
          <a:xfrm>
            <a:off x="1620856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EBC74151-3C3E-BDDF-5651-23B1A1262230}"/>
              </a:ext>
            </a:extLst>
          </p:cNvPr>
          <p:cNvSpPr>
            <a:spLocks/>
          </p:cNvSpPr>
          <p:nvPr/>
        </p:nvSpPr>
        <p:spPr>
          <a:xfrm>
            <a:off x="1646269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7DEE69B4-1715-A297-E277-A136CA432C3D}"/>
              </a:ext>
            </a:extLst>
          </p:cNvPr>
          <p:cNvSpPr>
            <a:spLocks/>
          </p:cNvSpPr>
          <p:nvPr/>
        </p:nvSpPr>
        <p:spPr>
          <a:xfrm>
            <a:off x="1600879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2A5462F3-329C-0307-D393-59B09DFEC692}"/>
              </a:ext>
            </a:extLst>
          </p:cNvPr>
          <p:cNvSpPr>
            <a:spLocks/>
          </p:cNvSpPr>
          <p:nvPr/>
        </p:nvSpPr>
        <p:spPr>
          <a:xfrm>
            <a:off x="1738393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8A10A954-8FF8-A937-D1F4-4D5752CACEFD}"/>
              </a:ext>
            </a:extLst>
          </p:cNvPr>
          <p:cNvSpPr>
            <a:spLocks/>
          </p:cNvSpPr>
          <p:nvPr/>
        </p:nvSpPr>
        <p:spPr>
          <a:xfrm>
            <a:off x="1647518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5724E882-9B17-E30F-1079-8CD502711AB9}"/>
              </a:ext>
            </a:extLst>
          </p:cNvPr>
          <p:cNvSpPr>
            <a:spLocks/>
          </p:cNvSpPr>
          <p:nvPr/>
        </p:nvSpPr>
        <p:spPr>
          <a:xfrm>
            <a:off x="1693817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FC76EB5F-3FB2-7F78-D0BC-A9DCC417B313}"/>
              </a:ext>
            </a:extLst>
          </p:cNvPr>
          <p:cNvSpPr>
            <a:spLocks/>
          </p:cNvSpPr>
          <p:nvPr/>
        </p:nvSpPr>
        <p:spPr>
          <a:xfrm>
            <a:off x="1613541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95FE5D1-E515-D847-1E1B-010AEE5C06EF}"/>
              </a:ext>
            </a:extLst>
          </p:cNvPr>
          <p:cNvSpPr>
            <a:spLocks/>
          </p:cNvSpPr>
          <p:nvPr/>
        </p:nvSpPr>
        <p:spPr>
          <a:xfrm>
            <a:off x="1624256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D7589956-C14D-1454-EF4A-7501CCB2326B}"/>
              </a:ext>
            </a:extLst>
          </p:cNvPr>
          <p:cNvSpPr>
            <a:spLocks/>
          </p:cNvSpPr>
          <p:nvPr/>
        </p:nvSpPr>
        <p:spPr>
          <a:xfrm>
            <a:off x="1727743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BE8D2732-6132-BAE6-9A14-95C334B38225}"/>
              </a:ext>
            </a:extLst>
          </p:cNvPr>
          <p:cNvSpPr>
            <a:spLocks/>
          </p:cNvSpPr>
          <p:nvPr/>
        </p:nvSpPr>
        <p:spPr>
          <a:xfrm>
            <a:off x="166199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90233958-8D66-94EF-8F22-B7C590C6FCC1}"/>
              </a:ext>
            </a:extLst>
          </p:cNvPr>
          <p:cNvSpPr>
            <a:spLocks/>
          </p:cNvSpPr>
          <p:nvPr/>
        </p:nvSpPr>
        <p:spPr>
          <a:xfrm>
            <a:off x="1607966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FE43647-F748-9D12-7531-E20B1DB7EB7A}"/>
              </a:ext>
            </a:extLst>
          </p:cNvPr>
          <p:cNvSpPr>
            <a:spLocks/>
          </p:cNvSpPr>
          <p:nvPr/>
        </p:nvSpPr>
        <p:spPr>
          <a:xfrm>
            <a:off x="164800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0229EA1F-5EAE-6926-0268-493640C42708}"/>
              </a:ext>
            </a:extLst>
          </p:cNvPr>
          <p:cNvSpPr>
            <a:spLocks/>
          </p:cNvSpPr>
          <p:nvPr/>
        </p:nvSpPr>
        <p:spPr>
          <a:xfrm>
            <a:off x="1619093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ADAAA4D2-18C5-80F8-C820-1DDFAAE0FE71}"/>
              </a:ext>
            </a:extLst>
          </p:cNvPr>
          <p:cNvSpPr>
            <a:spLocks/>
          </p:cNvSpPr>
          <p:nvPr/>
        </p:nvSpPr>
        <p:spPr>
          <a:xfrm>
            <a:off x="1643873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78C09DC-D501-AA77-6B14-8D24A933CA68}"/>
              </a:ext>
            </a:extLst>
          </p:cNvPr>
          <p:cNvSpPr>
            <a:spLocks/>
          </p:cNvSpPr>
          <p:nvPr/>
        </p:nvSpPr>
        <p:spPr>
          <a:xfrm>
            <a:off x="1674988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A27069EC-A8EB-51E4-27CF-6A857DF6B703}"/>
              </a:ext>
            </a:extLst>
          </p:cNvPr>
          <p:cNvSpPr>
            <a:spLocks/>
          </p:cNvSpPr>
          <p:nvPr/>
        </p:nvSpPr>
        <p:spPr>
          <a:xfrm>
            <a:off x="1634737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AC561BEF-C298-3B67-E9BC-AC6BBFC49A68}"/>
              </a:ext>
            </a:extLst>
          </p:cNvPr>
          <p:cNvSpPr>
            <a:spLocks/>
          </p:cNvSpPr>
          <p:nvPr/>
        </p:nvSpPr>
        <p:spPr>
          <a:xfrm>
            <a:off x="1698812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03494FF1-6A75-26D8-21CA-80FA3EDB848C}"/>
              </a:ext>
            </a:extLst>
          </p:cNvPr>
          <p:cNvSpPr>
            <a:spLocks/>
          </p:cNvSpPr>
          <p:nvPr/>
        </p:nvSpPr>
        <p:spPr>
          <a:xfrm>
            <a:off x="1684129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CEA75010-41FB-10F9-69DC-33CB4DCB6C25}"/>
              </a:ext>
            </a:extLst>
          </p:cNvPr>
          <p:cNvSpPr>
            <a:spLocks/>
          </p:cNvSpPr>
          <p:nvPr/>
        </p:nvSpPr>
        <p:spPr>
          <a:xfrm>
            <a:off x="16663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78EDA05D-F500-7819-2484-EB9E4751BB53}"/>
              </a:ext>
            </a:extLst>
          </p:cNvPr>
          <p:cNvSpPr>
            <a:spLocks/>
          </p:cNvSpPr>
          <p:nvPr/>
        </p:nvSpPr>
        <p:spPr>
          <a:xfrm>
            <a:off x="1700905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7AA6D195-EA32-8FAE-A908-73CDAD753FF7}"/>
              </a:ext>
            </a:extLst>
          </p:cNvPr>
          <p:cNvSpPr>
            <a:spLocks/>
          </p:cNvSpPr>
          <p:nvPr/>
        </p:nvSpPr>
        <p:spPr>
          <a:xfrm>
            <a:off x="1689295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833F02ED-FED3-D88C-4728-F5259A6E6A6C}"/>
              </a:ext>
            </a:extLst>
          </p:cNvPr>
          <p:cNvSpPr>
            <a:spLocks/>
          </p:cNvSpPr>
          <p:nvPr/>
        </p:nvSpPr>
        <p:spPr>
          <a:xfrm>
            <a:off x="1630654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C00E0C70-CC74-F1B4-1019-1F0CEF2D752A}"/>
              </a:ext>
            </a:extLst>
          </p:cNvPr>
          <p:cNvSpPr>
            <a:spLocks/>
          </p:cNvSpPr>
          <p:nvPr/>
        </p:nvSpPr>
        <p:spPr>
          <a:xfrm>
            <a:off x="1693296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8A07D80-EA06-8A77-C292-A60615AFA8A7}"/>
              </a:ext>
            </a:extLst>
          </p:cNvPr>
          <p:cNvSpPr>
            <a:spLocks/>
          </p:cNvSpPr>
          <p:nvPr/>
        </p:nvSpPr>
        <p:spPr>
          <a:xfrm>
            <a:off x="1645960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8B9C0329-F550-19F0-55B5-96B05295B78D}"/>
              </a:ext>
            </a:extLst>
          </p:cNvPr>
          <p:cNvSpPr>
            <a:spLocks/>
          </p:cNvSpPr>
          <p:nvPr/>
        </p:nvSpPr>
        <p:spPr>
          <a:xfrm>
            <a:off x="1701306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B80F6FF2-1188-22F6-C239-AAB0154628F8}"/>
              </a:ext>
            </a:extLst>
          </p:cNvPr>
          <p:cNvSpPr>
            <a:spLocks/>
          </p:cNvSpPr>
          <p:nvPr/>
        </p:nvSpPr>
        <p:spPr>
          <a:xfrm>
            <a:off x="1680892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066DFC1E-FB0E-6867-4094-0B5D69767E83}"/>
              </a:ext>
            </a:extLst>
          </p:cNvPr>
          <p:cNvSpPr>
            <a:spLocks/>
          </p:cNvSpPr>
          <p:nvPr/>
        </p:nvSpPr>
        <p:spPr>
          <a:xfrm>
            <a:off x="1610495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1A752B07-604C-6423-EF19-0B35DB62845B}"/>
              </a:ext>
            </a:extLst>
          </p:cNvPr>
          <p:cNvSpPr>
            <a:spLocks/>
          </p:cNvSpPr>
          <p:nvPr/>
        </p:nvSpPr>
        <p:spPr>
          <a:xfrm>
            <a:off x="1700704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1FAF83BF-EB45-AEE6-41BB-B9F4FB4B1ABF}"/>
              </a:ext>
            </a:extLst>
          </p:cNvPr>
          <p:cNvSpPr>
            <a:spLocks/>
          </p:cNvSpPr>
          <p:nvPr/>
        </p:nvSpPr>
        <p:spPr>
          <a:xfrm>
            <a:off x="1711653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A083675-964D-EA98-C6AD-5359D741F965}"/>
              </a:ext>
            </a:extLst>
          </p:cNvPr>
          <p:cNvSpPr>
            <a:spLocks/>
          </p:cNvSpPr>
          <p:nvPr/>
        </p:nvSpPr>
        <p:spPr>
          <a:xfrm>
            <a:off x="16954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A3C1A614-5A2C-C9A4-0140-23307BDD6F54}"/>
              </a:ext>
            </a:extLst>
          </p:cNvPr>
          <p:cNvSpPr>
            <a:spLocks/>
          </p:cNvSpPr>
          <p:nvPr/>
        </p:nvSpPr>
        <p:spPr>
          <a:xfrm>
            <a:off x="1668554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94399793-92A9-26D9-D833-5232568AABD0}"/>
              </a:ext>
            </a:extLst>
          </p:cNvPr>
          <p:cNvSpPr>
            <a:spLocks/>
          </p:cNvSpPr>
          <p:nvPr/>
        </p:nvSpPr>
        <p:spPr>
          <a:xfrm>
            <a:off x="1636792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5E5B40A6-B934-3D87-994F-EC62691BD7F6}"/>
              </a:ext>
            </a:extLst>
          </p:cNvPr>
          <p:cNvSpPr>
            <a:spLocks/>
          </p:cNvSpPr>
          <p:nvPr/>
        </p:nvSpPr>
        <p:spPr>
          <a:xfrm>
            <a:off x="160863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E8FEA931-8C2A-FFFE-52E0-C5C973BEFEE5}"/>
              </a:ext>
            </a:extLst>
          </p:cNvPr>
          <p:cNvSpPr>
            <a:spLocks/>
          </p:cNvSpPr>
          <p:nvPr/>
        </p:nvSpPr>
        <p:spPr>
          <a:xfrm>
            <a:off x="1706129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02B870BB-8C3C-F21B-43B0-0BA6EE225362}"/>
              </a:ext>
            </a:extLst>
          </p:cNvPr>
          <p:cNvSpPr>
            <a:spLocks/>
          </p:cNvSpPr>
          <p:nvPr/>
        </p:nvSpPr>
        <p:spPr>
          <a:xfrm>
            <a:off x="172131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A3D045CE-4DD5-3892-BF73-7432FD55CDA9}"/>
              </a:ext>
            </a:extLst>
          </p:cNvPr>
          <p:cNvSpPr>
            <a:spLocks/>
          </p:cNvSpPr>
          <p:nvPr/>
        </p:nvSpPr>
        <p:spPr>
          <a:xfrm>
            <a:off x="1703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EC522661-EE9B-0F2F-DC76-BF16F8214472}"/>
              </a:ext>
            </a:extLst>
          </p:cNvPr>
          <p:cNvSpPr>
            <a:spLocks/>
          </p:cNvSpPr>
          <p:nvPr/>
        </p:nvSpPr>
        <p:spPr>
          <a:xfrm>
            <a:off x="1637260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1DC42789-A8E9-9F47-7845-3BC604CDCD45}"/>
              </a:ext>
            </a:extLst>
          </p:cNvPr>
          <p:cNvSpPr>
            <a:spLocks/>
          </p:cNvSpPr>
          <p:nvPr/>
        </p:nvSpPr>
        <p:spPr>
          <a:xfrm>
            <a:off x="1684551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B6BE3B99-0039-8D61-7C21-BA584525E7C9}"/>
              </a:ext>
            </a:extLst>
          </p:cNvPr>
          <p:cNvSpPr>
            <a:spLocks/>
          </p:cNvSpPr>
          <p:nvPr/>
        </p:nvSpPr>
        <p:spPr>
          <a:xfrm>
            <a:off x="1617902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F53DAA00-3CBD-E17C-DCF4-C2886F8BDAD1}"/>
              </a:ext>
            </a:extLst>
          </p:cNvPr>
          <p:cNvSpPr>
            <a:spLocks/>
          </p:cNvSpPr>
          <p:nvPr/>
        </p:nvSpPr>
        <p:spPr>
          <a:xfrm>
            <a:off x="1686181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6169258B-3512-0748-239D-402570F087F2}"/>
              </a:ext>
            </a:extLst>
          </p:cNvPr>
          <p:cNvSpPr>
            <a:spLocks/>
          </p:cNvSpPr>
          <p:nvPr/>
        </p:nvSpPr>
        <p:spPr>
          <a:xfrm>
            <a:off x="1690927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F3C0C5C5-7171-A400-F59D-6F3C1B2F4CEE}"/>
              </a:ext>
            </a:extLst>
          </p:cNvPr>
          <p:cNvSpPr>
            <a:spLocks/>
          </p:cNvSpPr>
          <p:nvPr/>
        </p:nvSpPr>
        <p:spPr>
          <a:xfrm>
            <a:off x="1660701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5A2EA51B-2DD0-69CC-E3EC-C882F1AE8267}"/>
              </a:ext>
            </a:extLst>
          </p:cNvPr>
          <p:cNvSpPr>
            <a:spLocks/>
          </p:cNvSpPr>
          <p:nvPr/>
        </p:nvSpPr>
        <p:spPr>
          <a:xfrm>
            <a:off x="1691027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C342A885-9EAD-EEEB-4E13-9B92890132D0}"/>
              </a:ext>
            </a:extLst>
          </p:cNvPr>
          <p:cNvSpPr>
            <a:spLocks/>
          </p:cNvSpPr>
          <p:nvPr/>
        </p:nvSpPr>
        <p:spPr>
          <a:xfrm>
            <a:off x="1709401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B590398D-17C7-CE02-CE6D-2BC621A46162}"/>
              </a:ext>
            </a:extLst>
          </p:cNvPr>
          <p:cNvSpPr>
            <a:spLocks/>
          </p:cNvSpPr>
          <p:nvPr/>
        </p:nvSpPr>
        <p:spPr>
          <a:xfrm>
            <a:off x="1720600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118A1A6F-F248-1D29-3793-FF57EEC3484D}"/>
              </a:ext>
            </a:extLst>
          </p:cNvPr>
          <p:cNvSpPr>
            <a:spLocks/>
          </p:cNvSpPr>
          <p:nvPr/>
        </p:nvSpPr>
        <p:spPr>
          <a:xfrm>
            <a:off x="1738315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B67464F2-71D2-E62E-60C3-E83B4E75BA40}"/>
              </a:ext>
            </a:extLst>
          </p:cNvPr>
          <p:cNvSpPr>
            <a:spLocks/>
          </p:cNvSpPr>
          <p:nvPr/>
        </p:nvSpPr>
        <p:spPr>
          <a:xfrm>
            <a:off x="1609180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25A6624E-EA7A-E097-AA1B-1CE321796016}"/>
              </a:ext>
            </a:extLst>
          </p:cNvPr>
          <p:cNvSpPr>
            <a:spLocks/>
          </p:cNvSpPr>
          <p:nvPr/>
        </p:nvSpPr>
        <p:spPr>
          <a:xfrm>
            <a:off x="1684690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3AE9A568-1D63-F584-B1EB-50E77CD52D7F}"/>
              </a:ext>
            </a:extLst>
          </p:cNvPr>
          <p:cNvSpPr>
            <a:spLocks/>
          </p:cNvSpPr>
          <p:nvPr/>
        </p:nvSpPr>
        <p:spPr>
          <a:xfrm>
            <a:off x="1648781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A207330F-97E9-BA87-ED21-32EE127347F1}"/>
              </a:ext>
            </a:extLst>
          </p:cNvPr>
          <p:cNvSpPr>
            <a:spLocks/>
          </p:cNvSpPr>
          <p:nvPr/>
        </p:nvSpPr>
        <p:spPr>
          <a:xfrm>
            <a:off x="1684678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1F4572A6-1B4A-E56E-759E-4A8C999A2C18}"/>
              </a:ext>
            </a:extLst>
          </p:cNvPr>
          <p:cNvSpPr>
            <a:spLocks/>
          </p:cNvSpPr>
          <p:nvPr/>
        </p:nvSpPr>
        <p:spPr>
          <a:xfrm>
            <a:off x="1717221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B4B311B7-491C-9949-0ACB-824899F8202B}"/>
              </a:ext>
            </a:extLst>
          </p:cNvPr>
          <p:cNvSpPr>
            <a:spLocks/>
          </p:cNvSpPr>
          <p:nvPr/>
        </p:nvSpPr>
        <p:spPr>
          <a:xfrm>
            <a:off x="1719582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BF89DFF8-8597-5F22-C9EC-A4EDDF14C1B0}"/>
              </a:ext>
            </a:extLst>
          </p:cNvPr>
          <p:cNvSpPr>
            <a:spLocks/>
          </p:cNvSpPr>
          <p:nvPr/>
        </p:nvSpPr>
        <p:spPr>
          <a:xfrm>
            <a:off x="1616307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5D1EAD71-3547-0E72-2219-F3552FA12F3B}"/>
              </a:ext>
            </a:extLst>
          </p:cNvPr>
          <p:cNvSpPr>
            <a:spLocks/>
          </p:cNvSpPr>
          <p:nvPr/>
        </p:nvSpPr>
        <p:spPr>
          <a:xfrm>
            <a:off x="1622209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0EC4900-2E9A-829B-B4A6-A1CF1A9D0CD1}"/>
              </a:ext>
            </a:extLst>
          </p:cNvPr>
          <p:cNvSpPr>
            <a:spLocks/>
          </p:cNvSpPr>
          <p:nvPr/>
        </p:nvSpPr>
        <p:spPr>
          <a:xfrm>
            <a:off x="1622187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099182E4-1D25-B15A-178C-693E6959C2C5}"/>
              </a:ext>
            </a:extLst>
          </p:cNvPr>
          <p:cNvSpPr>
            <a:spLocks/>
          </p:cNvSpPr>
          <p:nvPr/>
        </p:nvSpPr>
        <p:spPr>
          <a:xfrm>
            <a:off x="1696312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91CB3B18-1280-F376-D80F-4C35B6E9FBF5}"/>
              </a:ext>
            </a:extLst>
          </p:cNvPr>
          <p:cNvSpPr>
            <a:spLocks/>
          </p:cNvSpPr>
          <p:nvPr/>
        </p:nvSpPr>
        <p:spPr>
          <a:xfrm>
            <a:off x="1614971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7CFF7771-D93C-24F3-1295-DBCC43590A4F}"/>
              </a:ext>
            </a:extLst>
          </p:cNvPr>
          <p:cNvSpPr>
            <a:spLocks/>
          </p:cNvSpPr>
          <p:nvPr/>
        </p:nvSpPr>
        <p:spPr>
          <a:xfrm>
            <a:off x="1697905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4E401DDB-407B-B211-5013-D8A16855CAD1}"/>
              </a:ext>
            </a:extLst>
          </p:cNvPr>
          <p:cNvSpPr>
            <a:spLocks/>
          </p:cNvSpPr>
          <p:nvPr/>
        </p:nvSpPr>
        <p:spPr>
          <a:xfrm>
            <a:off x="1663679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3F7FFF98-DF6A-2C71-E8C3-E1D8D523B636}"/>
              </a:ext>
            </a:extLst>
          </p:cNvPr>
          <p:cNvSpPr>
            <a:spLocks/>
          </p:cNvSpPr>
          <p:nvPr/>
        </p:nvSpPr>
        <p:spPr>
          <a:xfrm>
            <a:off x="1651694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DFC85E7C-7DB2-3B5B-936D-EAFD525910C8}"/>
              </a:ext>
            </a:extLst>
          </p:cNvPr>
          <p:cNvSpPr>
            <a:spLocks/>
          </p:cNvSpPr>
          <p:nvPr/>
        </p:nvSpPr>
        <p:spPr>
          <a:xfrm>
            <a:off x="1620846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7194432B-375E-5623-334D-1D580F4EFE5D}"/>
              </a:ext>
            </a:extLst>
          </p:cNvPr>
          <p:cNvSpPr>
            <a:spLocks/>
          </p:cNvSpPr>
          <p:nvPr/>
        </p:nvSpPr>
        <p:spPr>
          <a:xfrm>
            <a:off x="1664560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2075C7E6-81E9-0B45-9977-2BE076E03E60}"/>
              </a:ext>
            </a:extLst>
          </p:cNvPr>
          <p:cNvSpPr>
            <a:spLocks/>
          </p:cNvSpPr>
          <p:nvPr/>
        </p:nvSpPr>
        <p:spPr>
          <a:xfrm>
            <a:off x="1640544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FC1EC1A4-1DD2-072C-FBE7-E8F192F7D23A}"/>
              </a:ext>
            </a:extLst>
          </p:cNvPr>
          <p:cNvSpPr>
            <a:spLocks/>
          </p:cNvSpPr>
          <p:nvPr/>
        </p:nvSpPr>
        <p:spPr>
          <a:xfrm>
            <a:off x="1728619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397CBA76-BA71-5E46-56DA-E97012050D61}"/>
              </a:ext>
            </a:extLst>
          </p:cNvPr>
          <p:cNvSpPr>
            <a:spLocks/>
          </p:cNvSpPr>
          <p:nvPr/>
        </p:nvSpPr>
        <p:spPr>
          <a:xfrm>
            <a:off x="1711461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A8503CCE-9726-1AA3-812D-BCDA5F1D6559}"/>
              </a:ext>
            </a:extLst>
          </p:cNvPr>
          <p:cNvSpPr>
            <a:spLocks/>
          </p:cNvSpPr>
          <p:nvPr/>
        </p:nvSpPr>
        <p:spPr>
          <a:xfrm>
            <a:off x="1683251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86F44B11-61F7-A43A-2409-1C706D6AE6BA}"/>
              </a:ext>
            </a:extLst>
          </p:cNvPr>
          <p:cNvSpPr>
            <a:spLocks/>
          </p:cNvSpPr>
          <p:nvPr/>
        </p:nvSpPr>
        <p:spPr>
          <a:xfrm>
            <a:off x="1620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D26E3416-4462-3D16-83EE-B59A1A5ACB67}"/>
              </a:ext>
            </a:extLst>
          </p:cNvPr>
          <p:cNvSpPr>
            <a:spLocks/>
          </p:cNvSpPr>
          <p:nvPr/>
        </p:nvSpPr>
        <p:spPr>
          <a:xfrm>
            <a:off x="1646142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D289A0CE-5149-2ADF-7FA7-1FE61248CADE}"/>
              </a:ext>
            </a:extLst>
          </p:cNvPr>
          <p:cNvSpPr>
            <a:spLocks/>
          </p:cNvSpPr>
          <p:nvPr/>
        </p:nvSpPr>
        <p:spPr>
          <a:xfrm>
            <a:off x="16380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264D739C-6310-D28B-2485-9D71FFEE9E7A}"/>
              </a:ext>
            </a:extLst>
          </p:cNvPr>
          <p:cNvSpPr>
            <a:spLocks/>
          </p:cNvSpPr>
          <p:nvPr/>
        </p:nvSpPr>
        <p:spPr>
          <a:xfrm>
            <a:off x="16952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91F15C01-C86E-55B7-09FA-E1D9773BD076}"/>
              </a:ext>
            </a:extLst>
          </p:cNvPr>
          <p:cNvSpPr>
            <a:spLocks/>
          </p:cNvSpPr>
          <p:nvPr/>
        </p:nvSpPr>
        <p:spPr>
          <a:xfrm>
            <a:off x="1917398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91E1A3DE-DD7F-D0A8-AE81-01061BEF90E3}"/>
              </a:ext>
            </a:extLst>
          </p:cNvPr>
          <p:cNvSpPr>
            <a:spLocks/>
          </p:cNvSpPr>
          <p:nvPr/>
        </p:nvSpPr>
        <p:spPr>
          <a:xfrm>
            <a:off x="1841084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6307B025-462A-4ED2-83D8-BEBF6A413A72}"/>
              </a:ext>
            </a:extLst>
          </p:cNvPr>
          <p:cNvSpPr>
            <a:spLocks/>
          </p:cNvSpPr>
          <p:nvPr/>
        </p:nvSpPr>
        <p:spPr>
          <a:xfrm>
            <a:off x="1948005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5ACF6A61-136F-B465-8492-BF3FEE4F4AF4}"/>
              </a:ext>
            </a:extLst>
          </p:cNvPr>
          <p:cNvSpPr>
            <a:spLocks/>
          </p:cNvSpPr>
          <p:nvPr/>
        </p:nvSpPr>
        <p:spPr>
          <a:xfrm>
            <a:off x="1842208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AEB505F8-734B-EDFE-1650-BD9FF419CDB4}"/>
              </a:ext>
            </a:extLst>
          </p:cNvPr>
          <p:cNvSpPr>
            <a:spLocks/>
          </p:cNvSpPr>
          <p:nvPr/>
        </p:nvSpPr>
        <p:spPr>
          <a:xfrm>
            <a:off x="1908462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EC517F44-9432-4FDC-A278-0BC39BEF2493}"/>
              </a:ext>
            </a:extLst>
          </p:cNvPr>
          <p:cNvSpPr>
            <a:spLocks/>
          </p:cNvSpPr>
          <p:nvPr/>
        </p:nvSpPr>
        <p:spPr>
          <a:xfrm>
            <a:off x="1909924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9EF72383-49F5-C624-1A31-B88F4F48BE7E}"/>
              </a:ext>
            </a:extLst>
          </p:cNvPr>
          <p:cNvSpPr>
            <a:spLocks/>
          </p:cNvSpPr>
          <p:nvPr/>
        </p:nvSpPr>
        <p:spPr>
          <a:xfrm>
            <a:off x="1964416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9151625-EA3E-FA48-49D5-AEA69B64F8A2}"/>
              </a:ext>
            </a:extLst>
          </p:cNvPr>
          <p:cNvSpPr>
            <a:spLocks/>
          </p:cNvSpPr>
          <p:nvPr/>
        </p:nvSpPr>
        <p:spPr>
          <a:xfrm>
            <a:off x="1905517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7F4FC3C1-36BF-B7EF-E554-25B7A505E19A}"/>
              </a:ext>
            </a:extLst>
          </p:cNvPr>
          <p:cNvSpPr>
            <a:spLocks/>
          </p:cNvSpPr>
          <p:nvPr/>
        </p:nvSpPr>
        <p:spPr>
          <a:xfrm>
            <a:off x="1904641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11185DE1-7C64-F6EE-A31E-FE4B933DF46F}"/>
              </a:ext>
            </a:extLst>
          </p:cNvPr>
          <p:cNvSpPr>
            <a:spLocks/>
          </p:cNvSpPr>
          <p:nvPr/>
        </p:nvSpPr>
        <p:spPr>
          <a:xfrm>
            <a:off x="1904592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2CE1F0B3-2C76-19D3-1A3B-178B27EB737F}"/>
              </a:ext>
            </a:extLst>
          </p:cNvPr>
          <p:cNvSpPr>
            <a:spLocks/>
          </p:cNvSpPr>
          <p:nvPr/>
        </p:nvSpPr>
        <p:spPr>
          <a:xfrm>
            <a:off x="1873012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8A766421-05BB-1A74-C7CF-49F9CC34250D}"/>
              </a:ext>
            </a:extLst>
          </p:cNvPr>
          <p:cNvSpPr>
            <a:spLocks/>
          </p:cNvSpPr>
          <p:nvPr/>
        </p:nvSpPr>
        <p:spPr>
          <a:xfrm>
            <a:off x="1833013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7928EDFA-2453-FA7F-0D9A-0C110D302DF8}"/>
              </a:ext>
            </a:extLst>
          </p:cNvPr>
          <p:cNvSpPr>
            <a:spLocks/>
          </p:cNvSpPr>
          <p:nvPr/>
        </p:nvSpPr>
        <p:spPr>
          <a:xfrm>
            <a:off x="1945448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67D00DE9-CBBC-9D78-D38E-21B1C03BC903}"/>
              </a:ext>
            </a:extLst>
          </p:cNvPr>
          <p:cNvSpPr>
            <a:spLocks/>
          </p:cNvSpPr>
          <p:nvPr/>
        </p:nvSpPr>
        <p:spPr>
          <a:xfrm>
            <a:off x="1825302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3A762761-DF43-4C44-AEA8-B6AAFA12DE13}"/>
              </a:ext>
            </a:extLst>
          </p:cNvPr>
          <p:cNvSpPr>
            <a:spLocks/>
          </p:cNvSpPr>
          <p:nvPr/>
        </p:nvSpPr>
        <p:spPr>
          <a:xfrm>
            <a:off x="1963438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71ED7873-D9EA-93F8-BA6F-24579C798BDA}"/>
              </a:ext>
            </a:extLst>
          </p:cNvPr>
          <p:cNvSpPr>
            <a:spLocks/>
          </p:cNvSpPr>
          <p:nvPr/>
        </p:nvSpPr>
        <p:spPr>
          <a:xfrm>
            <a:off x="1948923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BE12A727-67E2-1E87-6889-67CB249A8502}"/>
              </a:ext>
            </a:extLst>
          </p:cNvPr>
          <p:cNvSpPr>
            <a:spLocks/>
          </p:cNvSpPr>
          <p:nvPr/>
        </p:nvSpPr>
        <p:spPr>
          <a:xfrm>
            <a:off x="1875684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63CE68D3-C568-B89C-BA9E-245EFD20CE2F}"/>
              </a:ext>
            </a:extLst>
          </p:cNvPr>
          <p:cNvSpPr>
            <a:spLocks/>
          </p:cNvSpPr>
          <p:nvPr/>
        </p:nvSpPr>
        <p:spPr>
          <a:xfrm>
            <a:off x="1929470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DC8C690E-17CB-D367-99E1-B49D8499390B}"/>
              </a:ext>
            </a:extLst>
          </p:cNvPr>
          <p:cNvSpPr>
            <a:spLocks/>
          </p:cNvSpPr>
          <p:nvPr/>
        </p:nvSpPr>
        <p:spPr>
          <a:xfrm>
            <a:off x="1862856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463B15D7-22BB-D69E-C022-BC6828204CD8}"/>
              </a:ext>
            </a:extLst>
          </p:cNvPr>
          <p:cNvSpPr>
            <a:spLocks/>
          </p:cNvSpPr>
          <p:nvPr/>
        </p:nvSpPr>
        <p:spPr>
          <a:xfrm>
            <a:off x="1830453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B8541F75-7329-26C3-9698-A2D96C23944B}"/>
              </a:ext>
            </a:extLst>
          </p:cNvPr>
          <p:cNvSpPr>
            <a:spLocks/>
          </p:cNvSpPr>
          <p:nvPr/>
        </p:nvSpPr>
        <p:spPr>
          <a:xfrm>
            <a:off x="1943268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3E94CBC-A6BC-4327-16EA-F48C9401D84E}"/>
              </a:ext>
            </a:extLst>
          </p:cNvPr>
          <p:cNvSpPr>
            <a:spLocks/>
          </p:cNvSpPr>
          <p:nvPr/>
        </p:nvSpPr>
        <p:spPr>
          <a:xfrm>
            <a:off x="1840711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D0CC1EBA-AF7C-6FD4-F7D4-562456385AB5}"/>
              </a:ext>
            </a:extLst>
          </p:cNvPr>
          <p:cNvSpPr>
            <a:spLocks/>
          </p:cNvSpPr>
          <p:nvPr/>
        </p:nvSpPr>
        <p:spPr>
          <a:xfrm>
            <a:off x="1852421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8404EA05-878C-8286-6CE2-EE7BE295A967}"/>
              </a:ext>
            </a:extLst>
          </p:cNvPr>
          <p:cNvSpPr>
            <a:spLocks/>
          </p:cNvSpPr>
          <p:nvPr/>
        </p:nvSpPr>
        <p:spPr>
          <a:xfrm>
            <a:off x="1855190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2A88C2CB-F635-AC21-6E7C-865269D3303F}"/>
              </a:ext>
            </a:extLst>
          </p:cNvPr>
          <p:cNvSpPr>
            <a:spLocks/>
          </p:cNvSpPr>
          <p:nvPr/>
        </p:nvSpPr>
        <p:spPr>
          <a:xfrm>
            <a:off x="1929325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8871BD8F-A1AB-A359-1384-CA74F8EB2ADE}"/>
              </a:ext>
            </a:extLst>
          </p:cNvPr>
          <p:cNvSpPr>
            <a:spLocks/>
          </p:cNvSpPr>
          <p:nvPr/>
        </p:nvSpPr>
        <p:spPr>
          <a:xfrm>
            <a:off x="189222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2E191C9F-07E8-7253-D441-456AA17831AF}"/>
              </a:ext>
            </a:extLst>
          </p:cNvPr>
          <p:cNvSpPr>
            <a:spLocks/>
          </p:cNvSpPr>
          <p:nvPr/>
        </p:nvSpPr>
        <p:spPr>
          <a:xfrm>
            <a:off x="1825024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5F8A8DB7-FE3F-AF36-E545-33FFD49BA5FD}"/>
              </a:ext>
            </a:extLst>
          </p:cNvPr>
          <p:cNvSpPr>
            <a:spLocks/>
          </p:cNvSpPr>
          <p:nvPr/>
        </p:nvSpPr>
        <p:spPr>
          <a:xfrm>
            <a:off x="1843585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E67E6FE-0A9B-52CD-806F-5B730E177B79}"/>
              </a:ext>
            </a:extLst>
          </p:cNvPr>
          <p:cNvSpPr>
            <a:spLocks/>
          </p:cNvSpPr>
          <p:nvPr/>
        </p:nvSpPr>
        <p:spPr>
          <a:xfrm>
            <a:off x="1893320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D5EBEC95-37F6-2FA0-B7DE-28242301401F}"/>
              </a:ext>
            </a:extLst>
          </p:cNvPr>
          <p:cNvSpPr>
            <a:spLocks/>
          </p:cNvSpPr>
          <p:nvPr/>
        </p:nvSpPr>
        <p:spPr>
          <a:xfrm>
            <a:off x="1943596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97CA4F3C-9C6E-271C-81AA-A73895E43E70}"/>
              </a:ext>
            </a:extLst>
          </p:cNvPr>
          <p:cNvSpPr>
            <a:spLocks/>
          </p:cNvSpPr>
          <p:nvPr/>
        </p:nvSpPr>
        <p:spPr>
          <a:xfrm>
            <a:off x="1879390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357846BF-018D-3A1D-5D27-D76F1851CE59}"/>
              </a:ext>
            </a:extLst>
          </p:cNvPr>
          <p:cNvSpPr>
            <a:spLocks/>
          </p:cNvSpPr>
          <p:nvPr/>
        </p:nvSpPr>
        <p:spPr>
          <a:xfrm>
            <a:off x="1880927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86A899C4-534E-ADB8-A799-6095C153D6A1}"/>
              </a:ext>
            </a:extLst>
          </p:cNvPr>
          <p:cNvSpPr>
            <a:spLocks/>
          </p:cNvSpPr>
          <p:nvPr/>
        </p:nvSpPr>
        <p:spPr>
          <a:xfrm>
            <a:off x="1838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FF9C0159-0185-D7AB-E662-639A0D1D6F34}"/>
              </a:ext>
            </a:extLst>
          </p:cNvPr>
          <p:cNvSpPr>
            <a:spLocks/>
          </p:cNvSpPr>
          <p:nvPr/>
        </p:nvSpPr>
        <p:spPr>
          <a:xfrm>
            <a:off x="1924907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83B27D4A-798D-EFBE-03BD-478C8944A144}"/>
              </a:ext>
            </a:extLst>
          </p:cNvPr>
          <p:cNvSpPr>
            <a:spLocks/>
          </p:cNvSpPr>
          <p:nvPr/>
        </p:nvSpPr>
        <p:spPr>
          <a:xfrm>
            <a:off x="1896760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CFABE51E-E2D8-D27F-B100-92D1185E80DC}"/>
              </a:ext>
            </a:extLst>
          </p:cNvPr>
          <p:cNvSpPr>
            <a:spLocks/>
          </p:cNvSpPr>
          <p:nvPr/>
        </p:nvSpPr>
        <p:spPr>
          <a:xfrm>
            <a:off x="18486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7877B427-8C69-A407-26A2-D9E41DA9FF08}"/>
              </a:ext>
            </a:extLst>
          </p:cNvPr>
          <p:cNvSpPr>
            <a:spLocks/>
          </p:cNvSpPr>
          <p:nvPr/>
        </p:nvSpPr>
        <p:spPr>
          <a:xfrm>
            <a:off x="1956795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1C02D630-5788-E31B-82E0-ED461A53D9FF}"/>
              </a:ext>
            </a:extLst>
          </p:cNvPr>
          <p:cNvSpPr>
            <a:spLocks/>
          </p:cNvSpPr>
          <p:nvPr/>
        </p:nvSpPr>
        <p:spPr>
          <a:xfrm>
            <a:off x="1899000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5A7C3FDA-2E12-398A-16A7-E2A9412A01D8}"/>
              </a:ext>
            </a:extLst>
          </p:cNvPr>
          <p:cNvSpPr>
            <a:spLocks/>
          </p:cNvSpPr>
          <p:nvPr/>
        </p:nvSpPr>
        <p:spPr>
          <a:xfrm>
            <a:off x="1857180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D6A497C5-2943-2900-AE96-E8C99CD781E7}"/>
              </a:ext>
            </a:extLst>
          </p:cNvPr>
          <p:cNvSpPr>
            <a:spLocks/>
          </p:cNvSpPr>
          <p:nvPr/>
        </p:nvSpPr>
        <p:spPr>
          <a:xfrm>
            <a:off x="1956288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CF466285-2C94-A1C8-067D-C1A8CA019245}"/>
              </a:ext>
            </a:extLst>
          </p:cNvPr>
          <p:cNvSpPr>
            <a:spLocks/>
          </p:cNvSpPr>
          <p:nvPr/>
        </p:nvSpPr>
        <p:spPr>
          <a:xfrm>
            <a:off x="1838753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DAE0A5DC-15D3-1643-7F32-812FBA791AA5}"/>
              </a:ext>
            </a:extLst>
          </p:cNvPr>
          <p:cNvSpPr>
            <a:spLocks/>
          </p:cNvSpPr>
          <p:nvPr/>
        </p:nvSpPr>
        <p:spPr>
          <a:xfrm>
            <a:off x="1824745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AE604426-DA12-7F4B-3C8D-C45F23B9BB5A}"/>
              </a:ext>
            </a:extLst>
          </p:cNvPr>
          <p:cNvSpPr>
            <a:spLocks/>
          </p:cNvSpPr>
          <p:nvPr/>
        </p:nvSpPr>
        <p:spPr>
          <a:xfrm>
            <a:off x="1929833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254B4FC4-401C-1905-93B9-FAD79D84B44C}"/>
              </a:ext>
            </a:extLst>
          </p:cNvPr>
          <p:cNvSpPr>
            <a:spLocks/>
          </p:cNvSpPr>
          <p:nvPr/>
        </p:nvSpPr>
        <p:spPr>
          <a:xfrm>
            <a:off x="1952732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F5E07A18-1750-E163-A9A3-85EFEFB813B7}"/>
              </a:ext>
            </a:extLst>
          </p:cNvPr>
          <p:cNvSpPr>
            <a:spLocks/>
          </p:cNvSpPr>
          <p:nvPr/>
        </p:nvSpPr>
        <p:spPr>
          <a:xfrm>
            <a:off x="1921550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B8A1E4F9-91A8-2656-A298-01CBE5E49DC0}"/>
              </a:ext>
            </a:extLst>
          </p:cNvPr>
          <p:cNvSpPr>
            <a:spLocks/>
          </p:cNvSpPr>
          <p:nvPr/>
        </p:nvSpPr>
        <p:spPr>
          <a:xfrm>
            <a:off x="1948040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09F15116-A72A-B588-9306-98DBBE517C03}"/>
              </a:ext>
            </a:extLst>
          </p:cNvPr>
          <p:cNvSpPr>
            <a:spLocks/>
          </p:cNvSpPr>
          <p:nvPr/>
        </p:nvSpPr>
        <p:spPr>
          <a:xfrm>
            <a:off x="1833477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8DCA1A5-08CE-5BD4-5E4C-5589687BD48C}"/>
              </a:ext>
            </a:extLst>
          </p:cNvPr>
          <p:cNvSpPr>
            <a:spLocks/>
          </p:cNvSpPr>
          <p:nvPr/>
        </p:nvSpPr>
        <p:spPr>
          <a:xfrm>
            <a:off x="1935339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0A1BFEB9-5A8E-4DC5-CA09-806811BBF168}"/>
              </a:ext>
            </a:extLst>
          </p:cNvPr>
          <p:cNvSpPr>
            <a:spLocks/>
          </p:cNvSpPr>
          <p:nvPr/>
        </p:nvSpPr>
        <p:spPr>
          <a:xfrm>
            <a:off x="1836456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46A32A6D-5F58-795A-643D-419B6E9EC7AB}"/>
              </a:ext>
            </a:extLst>
          </p:cNvPr>
          <p:cNvSpPr>
            <a:spLocks/>
          </p:cNvSpPr>
          <p:nvPr/>
        </p:nvSpPr>
        <p:spPr>
          <a:xfrm>
            <a:off x="1829990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3F696FF3-BC5D-8C34-9B79-EE2A3D747293}"/>
              </a:ext>
            </a:extLst>
          </p:cNvPr>
          <p:cNvSpPr>
            <a:spLocks/>
          </p:cNvSpPr>
          <p:nvPr/>
        </p:nvSpPr>
        <p:spPr>
          <a:xfrm>
            <a:off x="1887073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C803FFC8-BE4C-913E-04FA-FC6640771D80}"/>
              </a:ext>
            </a:extLst>
          </p:cNvPr>
          <p:cNvSpPr>
            <a:spLocks/>
          </p:cNvSpPr>
          <p:nvPr/>
        </p:nvSpPr>
        <p:spPr>
          <a:xfrm>
            <a:off x="1958737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DD1953-08E7-A755-F492-3C7E88B01130}"/>
              </a:ext>
            </a:extLst>
          </p:cNvPr>
          <p:cNvSpPr>
            <a:spLocks/>
          </p:cNvSpPr>
          <p:nvPr/>
        </p:nvSpPr>
        <p:spPr>
          <a:xfrm>
            <a:off x="1856300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06E8C8A1-493F-AC5C-0B58-FFD9650415A8}"/>
              </a:ext>
            </a:extLst>
          </p:cNvPr>
          <p:cNvSpPr>
            <a:spLocks/>
          </p:cNvSpPr>
          <p:nvPr/>
        </p:nvSpPr>
        <p:spPr>
          <a:xfrm>
            <a:off x="1873862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59D979AD-69A4-4B70-2341-F146FDFCB085}"/>
              </a:ext>
            </a:extLst>
          </p:cNvPr>
          <p:cNvSpPr>
            <a:spLocks/>
          </p:cNvSpPr>
          <p:nvPr/>
        </p:nvSpPr>
        <p:spPr>
          <a:xfrm>
            <a:off x="1941912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8D06C6E4-B353-B013-9B21-F45EDD8867C6}"/>
              </a:ext>
            </a:extLst>
          </p:cNvPr>
          <p:cNvSpPr>
            <a:spLocks/>
          </p:cNvSpPr>
          <p:nvPr/>
        </p:nvSpPr>
        <p:spPr>
          <a:xfrm>
            <a:off x="1834437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FA281DF2-36D4-0B24-B5B2-73A4365569DB}"/>
              </a:ext>
            </a:extLst>
          </p:cNvPr>
          <p:cNvSpPr>
            <a:spLocks/>
          </p:cNvSpPr>
          <p:nvPr/>
        </p:nvSpPr>
        <p:spPr>
          <a:xfrm>
            <a:off x="1908441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03942B43-7421-91D6-A980-7BB229DF23E9}"/>
              </a:ext>
            </a:extLst>
          </p:cNvPr>
          <p:cNvSpPr>
            <a:spLocks/>
          </p:cNvSpPr>
          <p:nvPr/>
        </p:nvSpPr>
        <p:spPr>
          <a:xfrm>
            <a:off x="1911301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1023A7E8-C37B-6112-1A88-3D47CAFB00BA}"/>
              </a:ext>
            </a:extLst>
          </p:cNvPr>
          <p:cNvSpPr>
            <a:spLocks/>
          </p:cNvSpPr>
          <p:nvPr/>
        </p:nvSpPr>
        <p:spPr>
          <a:xfrm>
            <a:off x="1909810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D4EAF2C-2AEF-F3EC-FCC0-5C5B655F86A8}"/>
              </a:ext>
            </a:extLst>
          </p:cNvPr>
          <p:cNvSpPr>
            <a:spLocks/>
          </p:cNvSpPr>
          <p:nvPr/>
        </p:nvSpPr>
        <p:spPr>
          <a:xfrm>
            <a:off x="1920809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EFC66F57-CCA8-6F7E-74E3-8555396D2141}"/>
              </a:ext>
            </a:extLst>
          </p:cNvPr>
          <p:cNvSpPr>
            <a:spLocks/>
          </p:cNvSpPr>
          <p:nvPr/>
        </p:nvSpPr>
        <p:spPr>
          <a:xfrm>
            <a:off x="1920994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2481ED3B-5A6E-465F-3DE9-2D6F9301380A}"/>
              </a:ext>
            </a:extLst>
          </p:cNvPr>
          <p:cNvSpPr>
            <a:spLocks/>
          </p:cNvSpPr>
          <p:nvPr/>
        </p:nvSpPr>
        <p:spPr>
          <a:xfrm>
            <a:off x="1855091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0D8B887F-E47F-44D8-30D0-945E805789F1}"/>
              </a:ext>
            </a:extLst>
          </p:cNvPr>
          <p:cNvSpPr>
            <a:spLocks/>
          </p:cNvSpPr>
          <p:nvPr/>
        </p:nvSpPr>
        <p:spPr>
          <a:xfrm>
            <a:off x="1955930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966DBF33-D2C5-69BA-3AEF-9A75AD5956AC}"/>
              </a:ext>
            </a:extLst>
          </p:cNvPr>
          <p:cNvSpPr>
            <a:spLocks/>
          </p:cNvSpPr>
          <p:nvPr/>
        </p:nvSpPr>
        <p:spPr>
          <a:xfrm>
            <a:off x="1929269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CAD58636-2D33-5E42-14EB-81A4F465B9C0}"/>
              </a:ext>
            </a:extLst>
          </p:cNvPr>
          <p:cNvSpPr>
            <a:spLocks/>
          </p:cNvSpPr>
          <p:nvPr/>
        </p:nvSpPr>
        <p:spPr>
          <a:xfrm>
            <a:off x="1867758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70CBEF86-21D5-4B32-70BE-BECC70B726BE}"/>
              </a:ext>
            </a:extLst>
          </p:cNvPr>
          <p:cNvSpPr>
            <a:spLocks/>
          </p:cNvSpPr>
          <p:nvPr/>
        </p:nvSpPr>
        <p:spPr>
          <a:xfrm>
            <a:off x="1883473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90AB7FD8-B671-E0FB-527C-497A38AAE0FE}"/>
              </a:ext>
            </a:extLst>
          </p:cNvPr>
          <p:cNvSpPr>
            <a:spLocks/>
          </p:cNvSpPr>
          <p:nvPr/>
        </p:nvSpPr>
        <p:spPr>
          <a:xfrm>
            <a:off x="1836633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1348030D-B692-6F42-FC3B-82F0009E9AB5}"/>
              </a:ext>
            </a:extLst>
          </p:cNvPr>
          <p:cNvSpPr>
            <a:spLocks/>
          </p:cNvSpPr>
          <p:nvPr/>
        </p:nvSpPr>
        <p:spPr>
          <a:xfrm>
            <a:off x="1871745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34C58912-49E7-67BF-B6B0-AC0817E89B3E}"/>
              </a:ext>
            </a:extLst>
          </p:cNvPr>
          <p:cNvSpPr>
            <a:spLocks/>
          </p:cNvSpPr>
          <p:nvPr/>
        </p:nvSpPr>
        <p:spPr>
          <a:xfrm>
            <a:off x="1832453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83392DF6-564B-678B-BB7A-5277094405FB}"/>
              </a:ext>
            </a:extLst>
          </p:cNvPr>
          <p:cNvSpPr>
            <a:spLocks/>
          </p:cNvSpPr>
          <p:nvPr/>
        </p:nvSpPr>
        <p:spPr>
          <a:xfrm>
            <a:off x="1937232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622F562C-4B0B-0EEB-B174-3463D39B35A2}"/>
              </a:ext>
            </a:extLst>
          </p:cNvPr>
          <p:cNvSpPr>
            <a:spLocks/>
          </p:cNvSpPr>
          <p:nvPr/>
        </p:nvSpPr>
        <p:spPr>
          <a:xfrm>
            <a:off x="1910187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765CB4F3-A6E9-382B-6D59-5D45F11D4D7D}"/>
              </a:ext>
            </a:extLst>
          </p:cNvPr>
          <p:cNvSpPr>
            <a:spLocks/>
          </p:cNvSpPr>
          <p:nvPr/>
        </p:nvSpPr>
        <p:spPr>
          <a:xfrm>
            <a:off x="1938392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AB9FCAD8-F136-8AA2-4A05-0A0B45CCA1D2}"/>
              </a:ext>
            </a:extLst>
          </p:cNvPr>
          <p:cNvSpPr>
            <a:spLocks/>
          </p:cNvSpPr>
          <p:nvPr/>
        </p:nvSpPr>
        <p:spPr>
          <a:xfrm>
            <a:off x="1900008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00476FC1-829A-3003-2EB4-294FCAF6D7A0}"/>
              </a:ext>
            </a:extLst>
          </p:cNvPr>
          <p:cNvSpPr>
            <a:spLocks/>
          </p:cNvSpPr>
          <p:nvPr/>
        </p:nvSpPr>
        <p:spPr>
          <a:xfrm>
            <a:off x="1834794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7400C61B-0287-4B06-DF01-BF06B66CF5B9}"/>
              </a:ext>
            </a:extLst>
          </p:cNvPr>
          <p:cNvSpPr>
            <a:spLocks/>
          </p:cNvSpPr>
          <p:nvPr/>
        </p:nvSpPr>
        <p:spPr>
          <a:xfrm>
            <a:off x="1942103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6735DECB-4311-B672-0ED3-31D4BFD2052A}"/>
              </a:ext>
            </a:extLst>
          </p:cNvPr>
          <p:cNvSpPr>
            <a:spLocks/>
          </p:cNvSpPr>
          <p:nvPr/>
        </p:nvSpPr>
        <p:spPr>
          <a:xfrm>
            <a:off x="1843456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334549A1-0B3E-BCE1-1E2B-418EFE30389A}"/>
              </a:ext>
            </a:extLst>
          </p:cNvPr>
          <p:cNvSpPr>
            <a:spLocks/>
          </p:cNvSpPr>
          <p:nvPr/>
        </p:nvSpPr>
        <p:spPr>
          <a:xfrm>
            <a:off x="1906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0F90773F-F8B6-EF18-87F3-C8D3506F49AB}"/>
              </a:ext>
            </a:extLst>
          </p:cNvPr>
          <p:cNvSpPr>
            <a:spLocks/>
          </p:cNvSpPr>
          <p:nvPr/>
        </p:nvSpPr>
        <p:spPr>
          <a:xfrm>
            <a:off x="1881097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75FDE135-9145-5DB3-A93E-8B48C5EAAFB5}"/>
              </a:ext>
            </a:extLst>
          </p:cNvPr>
          <p:cNvSpPr>
            <a:spLocks/>
          </p:cNvSpPr>
          <p:nvPr/>
        </p:nvSpPr>
        <p:spPr>
          <a:xfrm>
            <a:off x="1850385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2201F5C8-1499-B580-096A-1EC74ED3E9CE}"/>
              </a:ext>
            </a:extLst>
          </p:cNvPr>
          <p:cNvSpPr>
            <a:spLocks/>
          </p:cNvSpPr>
          <p:nvPr/>
        </p:nvSpPr>
        <p:spPr>
          <a:xfrm>
            <a:off x="1937744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F168DAF6-FE1B-09BC-3694-341EEF5A0420}"/>
              </a:ext>
            </a:extLst>
          </p:cNvPr>
          <p:cNvSpPr>
            <a:spLocks/>
          </p:cNvSpPr>
          <p:nvPr/>
        </p:nvSpPr>
        <p:spPr>
          <a:xfrm>
            <a:off x="1857893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465A7100-3990-E812-AE68-4DD2BE3D23DA}"/>
              </a:ext>
            </a:extLst>
          </p:cNvPr>
          <p:cNvSpPr>
            <a:spLocks/>
          </p:cNvSpPr>
          <p:nvPr/>
        </p:nvSpPr>
        <p:spPr>
          <a:xfrm>
            <a:off x="1938515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2B49B508-5A09-694B-702D-D38CFF5D24EC}"/>
              </a:ext>
            </a:extLst>
          </p:cNvPr>
          <p:cNvSpPr>
            <a:spLocks/>
          </p:cNvSpPr>
          <p:nvPr/>
        </p:nvSpPr>
        <p:spPr>
          <a:xfrm>
            <a:off x="1880491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E331B10E-10E9-9F80-ABD6-4568F43D04BA}"/>
              </a:ext>
            </a:extLst>
          </p:cNvPr>
          <p:cNvSpPr>
            <a:spLocks/>
          </p:cNvSpPr>
          <p:nvPr/>
        </p:nvSpPr>
        <p:spPr>
          <a:xfrm>
            <a:off x="1932865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01044D7-5D9E-D392-6B38-53ACD1B902CB}"/>
              </a:ext>
            </a:extLst>
          </p:cNvPr>
          <p:cNvSpPr>
            <a:spLocks/>
          </p:cNvSpPr>
          <p:nvPr/>
        </p:nvSpPr>
        <p:spPr>
          <a:xfrm>
            <a:off x="1843675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8E0361F5-0E92-85F5-B80A-B12A02DC92F9}"/>
              </a:ext>
            </a:extLst>
          </p:cNvPr>
          <p:cNvSpPr>
            <a:spLocks/>
          </p:cNvSpPr>
          <p:nvPr/>
        </p:nvSpPr>
        <p:spPr>
          <a:xfrm>
            <a:off x="1918063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24818331-F3B0-06C5-DEC3-B65A8D984DC8}"/>
              </a:ext>
            </a:extLst>
          </p:cNvPr>
          <p:cNvSpPr>
            <a:spLocks/>
          </p:cNvSpPr>
          <p:nvPr/>
        </p:nvSpPr>
        <p:spPr>
          <a:xfrm>
            <a:off x="1846051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125900EF-65BF-B9E0-F4D9-29817E1F8A73}"/>
              </a:ext>
            </a:extLst>
          </p:cNvPr>
          <p:cNvSpPr>
            <a:spLocks/>
          </p:cNvSpPr>
          <p:nvPr/>
        </p:nvSpPr>
        <p:spPr>
          <a:xfrm>
            <a:off x="1836428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7039D5D2-3C25-6EC3-098D-70826B8E8C7D}"/>
              </a:ext>
            </a:extLst>
          </p:cNvPr>
          <p:cNvSpPr>
            <a:spLocks/>
          </p:cNvSpPr>
          <p:nvPr/>
        </p:nvSpPr>
        <p:spPr>
          <a:xfrm>
            <a:off x="185688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4B7A61DF-566F-4C28-1B7E-3337C414CDDE}"/>
              </a:ext>
            </a:extLst>
          </p:cNvPr>
          <p:cNvSpPr>
            <a:spLocks/>
          </p:cNvSpPr>
          <p:nvPr/>
        </p:nvSpPr>
        <p:spPr>
          <a:xfrm>
            <a:off x="1868376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A0C347D6-790E-6EA4-F9B6-4CB478B623BC}"/>
              </a:ext>
            </a:extLst>
          </p:cNvPr>
          <p:cNvSpPr>
            <a:spLocks/>
          </p:cNvSpPr>
          <p:nvPr/>
        </p:nvSpPr>
        <p:spPr>
          <a:xfrm>
            <a:off x="1922564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6C55AE95-5519-ED74-D5DD-1CCAFED2C58B}"/>
              </a:ext>
            </a:extLst>
          </p:cNvPr>
          <p:cNvSpPr>
            <a:spLocks/>
          </p:cNvSpPr>
          <p:nvPr/>
        </p:nvSpPr>
        <p:spPr>
          <a:xfrm>
            <a:off x="1881835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AD42C051-DE8E-43CA-04DF-D56335E931C6}"/>
              </a:ext>
            </a:extLst>
          </p:cNvPr>
          <p:cNvSpPr>
            <a:spLocks/>
          </p:cNvSpPr>
          <p:nvPr/>
        </p:nvSpPr>
        <p:spPr>
          <a:xfrm>
            <a:off x="1947349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3C181323-D7FD-96FC-6161-B1DDBFEEB226}"/>
              </a:ext>
            </a:extLst>
          </p:cNvPr>
          <p:cNvSpPr>
            <a:spLocks/>
          </p:cNvSpPr>
          <p:nvPr/>
        </p:nvSpPr>
        <p:spPr>
          <a:xfrm>
            <a:off x="1889783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9D41F887-98D4-07CC-1DE0-934A3B2D2106}"/>
              </a:ext>
            </a:extLst>
          </p:cNvPr>
          <p:cNvSpPr>
            <a:spLocks/>
          </p:cNvSpPr>
          <p:nvPr/>
        </p:nvSpPr>
        <p:spPr>
          <a:xfrm>
            <a:off x="1928969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D7BB7608-6453-6DC2-2E09-E1E14213D48C}"/>
              </a:ext>
            </a:extLst>
          </p:cNvPr>
          <p:cNvSpPr>
            <a:spLocks/>
          </p:cNvSpPr>
          <p:nvPr/>
        </p:nvSpPr>
        <p:spPr>
          <a:xfrm>
            <a:off x="18776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45C4407A-45E7-1120-AA47-2F5F5D65B868}"/>
              </a:ext>
            </a:extLst>
          </p:cNvPr>
          <p:cNvSpPr>
            <a:spLocks/>
          </p:cNvSpPr>
          <p:nvPr/>
        </p:nvSpPr>
        <p:spPr>
          <a:xfrm>
            <a:off x="1951840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D78C39F5-8130-F951-7152-47070D35F13C}"/>
              </a:ext>
            </a:extLst>
          </p:cNvPr>
          <p:cNvSpPr>
            <a:spLocks/>
          </p:cNvSpPr>
          <p:nvPr/>
        </p:nvSpPr>
        <p:spPr>
          <a:xfrm>
            <a:off x="1872137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CEBCBAEC-F590-80D0-91F7-3ED678C3772C}"/>
              </a:ext>
            </a:extLst>
          </p:cNvPr>
          <p:cNvSpPr>
            <a:spLocks/>
          </p:cNvSpPr>
          <p:nvPr/>
        </p:nvSpPr>
        <p:spPr>
          <a:xfrm>
            <a:off x="1825266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3A1DA5F3-440D-E21E-802A-04EFDDCF3489}"/>
              </a:ext>
            </a:extLst>
          </p:cNvPr>
          <p:cNvSpPr>
            <a:spLocks/>
          </p:cNvSpPr>
          <p:nvPr/>
        </p:nvSpPr>
        <p:spPr>
          <a:xfrm>
            <a:off x="1864765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F971AC6-CAA0-FA3A-CADD-97EFF9E852EB}"/>
              </a:ext>
            </a:extLst>
          </p:cNvPr>
          <p:cNvSpPr>
            <a:spLocks/>
          </p:cNvSpPr>
          <p:nvPr/>
        </p:nvSpPr>
        <p:spPr>
          <a:xfrm>
            <a:off x="1877972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FD9920D6-2162-CA17-5B37-DB1720656544}"/>
              </a:ext>
            </a:extLst>
          </p:cNvPr>
          <p:cNvSpPr>
            <a:spLocks/>
          </p:cNvSpPr>
          <p:nvPr/>
        </p:nvSpPr>
        <p:spPr>
          <a:xfrm>
            <a:off x="1913783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AFB833AD-0381-7CE9-C3E1-F37184F6C928}"/>
              </a:ext>
            </a:extLst>
          </p:cNvPr>
          <p:cNvSpPr>
            <a:spLocks/>
          </p:cNvSpPr>
          <p:nvPr/>
        </p:nvSpPr>
        <p:spPr>
          <a:xfrm>
            <a:off x="196199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69DD6CE8-4BE5-DC30-43B8-FBCA57F84DFC}"/>
              </a:ext>
            </a:extLst>
          </p:cNvPr>
          <p:cNvSpPr>
            <a:spLocks/>
          </p:cNvSpPr>
          <p:nvPr/>
        </p:nvSpPr>
        <p:spPr>
          <a:xfrm>
            <a:off x="1838772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927303CD-5DF2-1E5B-32B8-EA9B62ED5268}"/>
              </a:ext>
            </a:extLst>
          </p:cNvPr>
          <p:cNvSpPr>
            <a:spLocks/>
          </p:cNvSpPr>
          <p:nvPr/>
        </p:nvSpPr>
        <p:spPr>
          <a:xfrm>
            <a:off x="1839464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8441ED56-9563-6344-ED71-EB9C410FF5BD}"/>
              </a:ext>
            </a:extLst>
          </p:cNvPr>
          <p:cNvSpPr>
            <a:spLocks/>
          </p:cNvSpPr>
          <p:nvPr/>
        </p:nvSpPr>
        <p:spPr>
          <a:xfrm>
            <a:off x="1953539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99C992C1-898F-3240-5D39-AA5CC2C2085F}"/>
              </a:ext>
            </a:extLst>
          </p:cNvPr>
          <p:cNvSpPr>
            <a:spLocks/>
          </p:cNvSpPr>
          <p:nvPr/>
        </p:nvSpPr>
        <p:spPr>
          <a:xfrm>
            <a:off x="1839943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6FBA22B3-03AB-ADC2-476D-4E03D24F05F8}"/>
              </a:ext>
            </a:extLst>
          </p:cNvPr>
          <p:cNvSpPr>
            <a:spLocks/>
          </p:cNvSpPr>
          <p:nvPr/>
        </p:nvSpPr>
        <p:spPr>
          <a:xfrm>
            <a:off x="1937983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9529BD44-A01B-758B-CED6-F7A1061BEDE6}"/>
              </a:ext>
            </a:extLst>
          </p:cNvPr>
          <p:cNvSpPr>
            <a:spLocks/>
          </p:cNvSpPr>
          <p:nvPr/>
        </p:nvSpPr>
        <p:spPr>
          <a:xfrm>
            <a:off x="1834562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6A0D6790-4954-DFE3-0B4D-B36E6C8E725E}"/>
              </a:ext>
            </a:extLst>
          </p:cNvPr>
          <p:cNvSpPr>
            <a:spLocks/>
          </p:cNvSpPr>
          <p:nvPr/>
        </p:nvSpPr>
        <p:spPr>
          <a:xfrm>
            <a:off x="1929981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51A51683-3F11-B9ED-5C06-D57DB5423271}"/>
              </a:ext>
            </a:extLst>
          </p:cNvPr>
          <p:cNvSpPr>
            <a:spLocks/>
          </p:cNvSpPr>
          <p:nvPr/>
        </p:nvSpPr>
        <p:spPr>
          <a:xfrm>
            <a:off x="1856701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250DADB7-813C-FB83-3B3C-272116AFFA73}"/>
              </a:ext>
            </a:extLst>
          </p:cNvPr>
          <p:cNvSpPr>
            <a:spLocks/>
          </p:cNvSpPr>
          <p:nvPr/>
        </p:nvSpPr>
        <p:spPr>
          <a:xfrm>
            <a:off x="1928695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D85AB6B5-8E0C-C751-D975-4C1753FFC7C3}"/>
              </a:ext>
            </a:extLst>
          </p:cNvPr>
          <p:cNvSpPr>
            <a:spLocks/>
          </p:cNvSpPr>
          <p:nvPr/>
        </p:nvSpPr>
        <p:spPr>
          <a:xfrm>
            <a:off x="1862426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3104A048-155A-05E2-80E7-0FBD7C94F03E}"/>
              </a:ext>
            </a:extLst>
          </p:cNvPr>
          <p:cNvSpPr>
            <a:spLocks/>
          </p:cNvSpPr>
          <p:nvPr/>
        </p:nvSpPr>
        <p:spPr>
          <a:xfrm>
            <a:off x="1876620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EDC530A4-070A-79EB-A5FC-4602269F157F}"/>
              </a:ext>
            </a:extLst>
          </p:cNvPr>
          <p:cNvSpPr>
            <a:spLocks/>
          </p:cNvSpPr>
          <p:nvPr/>
        </p:nvSpPr>
        <p:spPr>
          <a:xfrm>
            <a:off x="1964584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86A85CD8-02F6-EE82-2A3B-171B4AAC0C62}"/>
              </a:ext>
            </a:extLst>
          </p:cNvPr>
          <p:cNvSpPr>
            <a:spLocks/>
          </p:cNvSpPr>
          <p:nvPr/>
        </p:nvSpPr>
        <p:spPr>
          <a:xfrm>
            <a:off x="1888647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7D82C51C-08EE-638B-F75D-E7EE1CECB7B9}"/>
              </a:ext>
            </a:extLst>
          </p:cNvPr>
          <p:cNvSpPr>
            <a:spLocks/>
          </p:cNvSpPr>
          <p:nvPr/>
        </p:nvSpPr>
        <p:spPr>
          <a:xfrm>
            <a:off x="1928142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5EAF10E4-705A-D6C8-B4DC-72860F89129C}"/>
              </a:ext>
            </a:extLst>
          </p:cNvPr>
          <p:cNvSpPr>
            <a:spLocks/>
          </p:cNvSpPr>
          <p:nvPr/>
        </p:nvSpPr>
        <p:spPr>
          <a:xfrm>
            <a:off x="1901569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51077F53-BBE1-0927-8EF0-C5D4AD1A8548}"/>
              </a:ext>
            </a:extLst>
          </p:cNvPr>
          <p:cNvSpPr>
            <a:spLocks/>
          </p:cNvSpPr>
          <p:nvPr/>
        </p:nvSpPr>
        <p:spPr>
          <a:xfrm>
            <a:off x="184670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20342EE3-F034-7420-81F5-EE7BE5C384F0}"/>
              </a:ext>
            </a:extLst>
          </p:cNvPr>
          <p:cNvSpPr>
            <a:spLocks/>
          </p:cNvSpPr>
          <p:nvPr/>
        </p:nvSpPr>
        <p:spPr>
          <a:xfrm>
            <a:off x="1918916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01F306D0-8BC0-AE97-D69F-A4AD5154624D}"/>
              </a:ext>
            </a:extLst>
          </p:cNvPr>
          <p:cNvSpPr>
            <a:spLocks/>
          </p:cNvSpPr>
          <p:nvPr/>
        </p:nvSpPr>
        <p:spPr>
          <a:xfrm>
            <a:off x="194286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DBB388E1-5F8F-E5BC-DAE6-30347326C435}"/>
              </a:ext>
            </a:extLst>
          </p:cNvPr>
          <p:cNvSpPr>
            <a:spLocks/>
          </p:cNvSpPr>
          <p:nvPr/>
        </p:nvSpPr>
        <p:spPr>
          <a:xfrm>
            <a:off x="1926882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371CE680-1A67-D385-7399-AB24D1110CDB}"/>
              </a:ext>
            </a:extLst>
          </p:cNvPr>
          <p:cNvSpPr>
            <a:spLocks/>
          </p:cNvSpPr>
          <p:nvPr/>
        </p:nvSpPr>
        <p:spPr>
          <a:xfrm>
            <a:off x="1916730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9BD5C273-2F78-E5D1-E409-7418B39B6B76}"/>
              </a:ext>
            </a:extLst>
          </p:cNvPr>
          <p:cNvSpPr>
            <a:spLocks/>
          </p:cNvSpPr>
          <p:nvPr/>
        </p:nvSpPr>
        <p:spPr>
          <a:xfrm>
            <a:off x="1939006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4975ABC7-CA0E-F10D-30E0-FFBE1DF27CC0}"/>
              </a:ext>
            </a:extLst>
          </p:cNvPr>
          <p:cNvSpPr>
            <a:spLocks/>
          </p:cNvSpPr>
          <p:nvPr/>
        </p:nvSpPr>
        <p:spPr>
          <a:xfrm>
            <a:off x="1916302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12AA3889-1D63-78B2-9915-E5184D8B01B0}"/>
              </a:ext>
            </a:extLst>
          </p:cNvPr>
          <p:cNvSpPr>
            <a:spLocks/>
          </p:cNvSpPr>
          <p:nvPr/>
        </p:nvSpPr>
        <p:spPr>
          <a:xfrm>
            <a:off x="1826026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3EF6C938-C8F2-C53B-E098-EB5272A0EC91}"/>
              </a:ext>
            </a:extLst>
          </p:cNvPr>
          <p:cNvSpPr>
            <a:spLocks/>
          </p:cNvSpPr>
          <p:nvPr/>
        </p:nvSpPr>
        <p:spPr>
          <a:xfrm>
            <a:off x="1953314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14FF1F5E-B6F0-907E-44EA-8CB6D89B5C06}"/>
              </a:ext>
            </a:extLst>
          </p:cNvPr>
          <p:cNvSpPr>
            <a:spLocks/>
          </p:cNvSpPr>
          <p:nvPr/>
        </p:nvSpPr>
        <p:spPr>
          <a:xfrm>
            <a:off x="186956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B64B3060-CB82-64AD-6666-FBE8A637453E}"/>
              </a:ext>
            </a:extLst>
          </p:cNvPr>
          <p:cNvSpPr>
            <a:spLocks/>
          </p:cNvSpPr>
          <p:nvPr/>
        </p:nvSpPr>
        <p:spPr>
          <a:xfrm>
            <a:off x="1912659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DB7A92B3-6580-F165-D086-8CF7571399CB}"/>
              </a:ext>
            </a:extLst>
          </p:cNvPr>
          <p:cNvSpPr>
            <a:spLocks/>
          </p:cNvSpPr>
          <p:nvPr/>
        </p:nvSpPr>
        <p:spPr>
          <a:xfrm>
            <a:off x="1891241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0686ABE-2902-DB8B-9B3E-3CF17B55798E}"/>
              </a:ext>
            </a:extLst>
          </p:cNvPr>
          <p:cNvSpPr>
            <a:spLocks/>
          </p:cNvSpPr>
          <p:nvPr/>
        </p:nvSpPr>
        <p:spPr>
          <a:xfrm>
            <a:off x="1885246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D750C3D5-3651-FC3F-81CF-C5303B0602AB}"/>
              </a:ext>
            </a:extLst>
          </p:cNvPr>
          <p:cNvSpPr>
            <a:spLocks/>
          </p:cNvSpPr>
          <p:nvPr/>
        </p:nvSpPr>
        <p:spPr>
          <a:xfrm>
            <a:off x="1932282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BC56063A-7D1F-E9F4-0DC4-AC03198D4C87}"/>
              </a:ext>
            </a:extLst>
          </p:cNvPr>
          <p:cNvSpPr>
            <a:spLocks/>
          </p:cNvSpPr>
          <p:nvPr/>
        </p:nvSpPr>
        <p:spPr>
          <a:xfrm>
            <a:off x="1898142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BB99ED17-D419-BA54-357D-B5642A33208E}"/>
              </a:ext>
            </a:extLst>
          </p:cNvPr>
          <p:cNvSpPr>
            <a:spLocks/>
          </p:cNvSpPr>
          <p:nvPr/>
        </p:nvSpPr>
        <p:spPr>
          <a:xfrm>
            <a:off x="1840144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3D0E3A3E-C32A-B928-CB2F-82083D0A19BD}"/>
              </a:ext>
            </a:extLst>
          </p:cNvPr>
          <p:cNvSpPr>
            <a:spLocks/>
          </p:cNvSpPr>
          <p:nvPr/>
        </p:nvSpPr>
        <p:spPr>
          <a:xfrm>
            <a:off x="1935571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27038E8F-EF5D-B095-D96C-BBD57E965922}"/>
              </a:ext>
            </a:extLst>
          </p:cNvPr>
          <p:cNvSpPr>
            <a:spLocks/>
          </p:cNvSpPr>
          <p:nvPr/>
        </p:nvSpPr>
        <p:spPr>
          <a:xfrm>
            <a:off x="1873207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4230A5FE-28DE-6CA3-586C-C2AAF7BB1C77}"/>
              </a:ext>
            </a:extLst>
          </p:cNvPr>
          <p:cNvSpPr>
            <a:spLocks/>
          </p:cNvSpPr>
          <p:nvPr/>
        </p:nvSpPr>
        <p:spPr>
          <a:xfrm>
            <a:off x="1850307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EEF39D5E-E763-DBBC-C021-0075317876A4}"/>
              </a:ext>
            </a:extLst>
          </p:cNvPr>
          <p:cNvSpPr>
            <a:spLocks/>
          </p:cNvSpPr>
          <p:nvPr/>
        </p:nvSpPr>
        <p:spPr>
          <a:xfrm>
            <a:off x="1842023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BD6F2D74-0A49-0C27-2CF2-168040662D70}"/>
              </a:ext>
            </a:extLst>
          </p:cNvPr>
          <p:cNvSpPr>
            <a:spLocks/>
          </p:cNvSpPr>
          <p:nvPr/>
        </p:nvSpPr>
        <p:spPr>
          <a:xfrm>
            <a:off x="184883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FC620893-8F59-8172-A191-8EFDB42B1394}"/>
              </a:ext>
            </a:extLst>
          </p:cNvPr>
          <p:cNvSpPr>
            <a:spLocks/>
          </p:cNvSpPr>
          <p:nvPr/>
        </p:nvSpPr>
        <p:spPr>
          <a:xfrm>
            <a:off x="1958487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956B06DF-8E2F-563E-2D54-5D5985F6D42B}"/>
              </a:ext>
            </a:extLst>
          </p:cNvPr>
          <p:cNvSpPr>
            <a:spLocks/>
          </p:cNvSpPr>
          <p:nvPr/>
        </p:nvSpPr>
        <p:spPr>
          <a:xfrm>
            <a:off x="1901850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AF0FAB68-B1BC-CA2B-432E-9D489B9D4F2B}"/>
              </a:ext>
            </a:extLst>
          </p:cNvPr>
          <p:cNvSpPr>
            <a:spLocks/>
          </p:cNvSpPr>
          <p:nvPr/>
        </p:nvSpPr>
        <p:spPr>
          <a:xfrm>
            <a:off x="1844042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BB3C320-ED4F-F848-9082-3712D258DAEE}"/>
              </a:ext>
            </a:extLst>
          </p:cNvPr>
          <p:cNvSpPr>
            <a:spLocks/>
          </p:cNvSpPr>
          <p:nvPr/>
        </p:nvSpPr>
        <p:spPr>
          <a:xfrm>
            <a:off x="1924839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647B80AA-895B-7A1E-899B-0279B573FE7D}"/>
              </a:ext>
            </a:extLst>
          </p:cNvPr>
          <p:cNvSpPr>
            <a:spLocks/>
          </p:cNvSpPr>
          <p:nvPr/>
        </p:nvSpPr>
        <p:spPr>
          <a:xfrm>
            <a:off x="192756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EEC4C487-ABDE-BD48-922C-84DAF9BDCB04}"/>
              </a:ext>
            </a:extLst>
          </p:cNvPr>
          <p:cNvSpPr>
            <a:spLocks/>
          </p:cNvSpPr>
          <p:nvPr/>
        </p:nvSpPr>
        <p:spPr>
          <a:xfrm>
            <a:off x="1963386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BCDE38A1-7DEA-AA0D-85E0-287791655867}"/>
              </a:ext>
            </a:extLst>
          </p:cNvPr>
          <p:cNvSpPr>
            <a:spLocks/>
          </p:cNvSpPr>
          <p:nvPr/>
        </p:nvSpPr>
        <p:spPr>
          <a:xfrm>
            <a:off x="1830762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56D2698B-35A3-C120-D7E5-468604F00D11}"/>
              </a:ext>
            </a:extLst>
          </p:cNvPr>
          <p:cNvSpPr>
            <a:spLocks/>
          </p:cNvSpPr>
          <p:nvPr/>
        </p:nvSpPr>
        <p:spPr>
          <a:xfrm>
            <a:off x="1876600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731E74EC-1632-D003-90AE-9335767D2132}"/>
              </a:ext>
            </a:extLst>
          </p:cNvPr>
          <p:cNvSpPr>
            <a:spLocks/>
          </p:cNvSpPr>
          <p:nvPr/>
        </p:nvSpPr>
        <p:spPr>
          <a:xfrm>
            <a:off x="1881522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E883CAA2-28B9-261F-B6EA-51E17E8F8CDD}"/>
              </a:ext>
            </a:extLst>
          </p:cNvPr>
          <p:cNvSpPr>
            <a:spLocks/>
          </p:cNvSpPr>
          <p:nvPr/>
        </p:nvSpPr>
        <p:spPr>
          <a:xfrm>
            <a:off x="1903377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50973DBF-383E-CBBA-5F5D-E1B490D1FD68}"/>
              </a:ext>
            </a:extLst>
          </p:cNvPr>
          <p:cNvSpPr>
            <a:spLocks/>
          </p:cNvSpPr>
          <p:nvPr/>
        </p:nvSpPr>
        <p:spPr>
          <a:xfrm>
            <a:off x="1895368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64C51598-93CD-5089-D859-A28C84D6526C}"/>
              </a:ext>
            </a:extLst>
          </p:cNvPr>
          <p:cNvSpPr>
            <a:spLocks/>
          </p:cNvSpPr>
          <p:nvPr/>
        </p:nvSpPr>
        <p:spPr>
          <a:xfrm>
            <a:off x="1861102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6291CF6A-CC8E-7CB1-1AE1-953859958BCD}"/>
              </a:ext>
            </a:extLst>
          </p:cNvPr>
          <p:cNvSpPr>
            <a:spLocks/>
          </p:cNvSpPr>
          <p:nvPr/>
        </p:nvSpPr>
        <p:spPr>
          <a:xfrm>
            <a:off x="1935262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9B999E9E-3649-D397-4C1D-23E0D2296C94}"/>
              </a:ext>
            </a:extLst>
          </p:cNvPr>
          <p:cNvSpPr>
            <a:spLocks/>
          </p:cNvSpPr>
          <p:nvPr/>
        </p:nvSpPr>
        <p:spPr>
          <a:xfrm>
            <a:off x="1831776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78E4CBA4-30BF-293F-F3A9-2AD9D0EFD77F}"/>
              </a:ext>
            </a:extLst>
          </p:cNvPr>
          <p:cNvSpPr>
            <a:spLocks/>
          </p:cNvSpPr>
          <p:nvPr/>
        </p:nvSpPr>
        <p:spPr>
          <a:xfrm>
            <a:off x="1917117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4A42B1E3-B946-11F2-7107-CCC773E95A78}"/>
              </a:ext>
            </a:extLst>
          </p:cNvPr>
          <p:cNvSpPr>
            <a:spLocks/>
          </p:cNvSpPr>
          <p:nvPr/>
        </p:nvSpPr>
        <p:spPr>
          <a:xfrm>
            <a:off x="1898469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04933E97-7027-6980-7033-24AAD79B2B8B}"/>
              </a:ext>
            </a:extLst>
          </p:cNvPr>
          <p:cNvSpPr>
            <a:spLocks/>
          </p:cNvSpPr>
          <p:nvPr/>
        </p:nvSpPr>
        <p:spPr>
          <a:xfrm>
            <a:off x="1897201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AC33CDCE-7400-D55E-9FBC-82445F3150C5}"/>
              </a:ext>
            </a:extLst>
          </p:cNvPr>
          <p:cNvSpPr>
            <a:spLocks/>
          </p:cNvSpPr>
          <p:nvPr/>
        </p:nvSpPr>
        <p:spPr>
          <a:xfrm>
            <a:off x="1874365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312DC1E6-965D-7F28-BEFD-071A029747E7}"/>
              </a:ext>
            </a:extLst>
          </p:cNvPr>
          <p:cNvSpPr>
            <a:spLocks/>
          </p:cNvSpPr>
          <p:nvPr/>
        </p:nvSpPr>
        <p:spPr>
          <a:xfrm>
            <a:off x="1931228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E93BB43F-27BA-1454-8A04-7C4A23A12601}"/>
              </a:ext>
            </a:extLst>
          </p:cNvPr>
          <p:cNvSpPr>
            <a:spLocks/>
          </p:cNvSpPr>
          <p:nvPr/>
        </p:nvSpPr>
        <p:spPr>
          <a:xfrm>
            <a:off x="1870967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51D77D63-0565-F31B-C67B-DF9522E2CD30}"/>
              </a:ext>
            </a:extLst>
          </p:cNvPr>
          <p:cNvSpPr>
            <a:spLocks/>
          </p:cNvSpPr>
          <p:nvPr/>
        </p:nvSpPr>
        <p:spPr>
          <a:xfrm>
            <a:off x="1871578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A8769693-902B-5ACD-BC58-7C3DBC44EB7E}"/>
              </a:ext>
            </a:extLst>
          </p:cNvPr>
          <p:cNvSpPr>
            <a:spLocks/>
          </p:cNvSpPr>
          <p:nvPr/>
        </p:nvSpPr>
        <p:spPr>
          <a:xfrm>
            <a:off x="1901258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1C9D186C-14C8-678D-B269-0DB77B4D561D}"/>
              </a:ext>
            </a:extLst>
          </p:cNvPr>
          <p:cNvSpPr>
            <a:spLocks/>
          </p:cNvSpPr>
          <p:nvPr/>
        </p:nvSpPr>
        <p:spPr>
          <a:xfrm>
            <a:off x="1913089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E1DC198C-C129-473E-19E3-C4906902CCD7}"/>
              </a:ext>
            </a:extLst>
          </p:cNvPr>
          <p:cNvSpPr>
            <a:spLocks/>
          </p:cNvSpPr>
          <p:nvPr/>
        </p:nvSpPr>
        <p:spPr>
          <a:xfrm>
            <a:off x="1923927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C04BA1A-56CE-F5FA-F683-39C98BF5C4D0}"/>
              </a:ext>
            </a:extLst>
          </p:cNvPr>
          <p:cNvSpPr>
            <a:spLocks/>
          </p:cNvSpPr>
          <p:nvPr/>
        </p:nvSpPr>
        <p:spPr>
          <a:xfrm>
            <a:off x="1901978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CA89BEC-B2FA-6783-884C-ECE6F5A9FD45}"/>
              </a:ext>
            </a:extLst>
          </p:cNvPr>
          <p:cNvSpPr>
            <a:spLocks/>
          </p:cNvSpPr>
          <p:nvPr/>
        </p:nvSpPr>
        <p:spPr>
          <a:xfrm>
            <a:off x="1846393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3F1A579B-991E-8162-C66E-29B513665E52}"/>
              </a:ext>
            </a:extLst>
          </p:cNvPr>
          <p:cNvSpPr>
            <a:spLocks/>
          </p:cNvSpPr>
          <p:nvPr/>
        </p:nvSpPr>
        <p:spPr>
          <a:xfrm>
            <a:off x="1875784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BAEBA1C9-8E10-1D5B-B7EA-42B1CB2BDC8E}"/>
              </a:ext>
            </a:extLst>
          </p:cNvPr>
          <p:cNvSpPr>
            <a:spLocks/>
          </p:cNvSpPr>
          <p:nvPr/>
        </p:nvSpPr>
        <p:spPr>
          <a:xfrm>
            <a:off x="1958959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69BC7628-0D66-65CE-2A6F-100131E34872}"/>
              </a:ext>
            </a:extLst>
          </p:cNvPr>
          <p:cNvSpPr>
            <a:spLocks/>
          </p:cNvSpPr>
          <p:nvPr/>
        </p:nvSpPr>
        <p:spPr>
          <a:xfrm>
            <a:off x="1870301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C080C8CB-7406-9AFD-714D-3987FB9E487F}"/>
              </a:ext>
            </a:extLst>
          </p:cNvPr>
          <p:cNvSpPr>
            <a:spLocks/>
          </p:cNvSpPr>
          <p:nvPr/>
        </p:nvSpPr>
        <p:spPr>
          <a:xfrm>
            <a:off x="1835374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1C3DC920-8F1E-A8EA-062D-9DC0F0F0C29F}"/>
              </a:ext>
            </a:extLst>
          </p:cNvPr>
          <p:cNvSpPr>
            <a:spLocks/>
          </p:cNvSpPr>
          <p:nvPr/>
        </p:nvSpPr>
        <p:spPr>
          <a:xfrm>
            <a:off x="1956243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054A137-56AD-119B-F0FD-4B59D0A4382C}"/>
              </a:ext>
            </a:extLst>
          </p:cNvPr>
          <p:cNvSpPr>
            <a:spLocks/>
          </p:cNvSpPr>
          <p:nvPr/>
        </p:nvSpPr>
        <p:spPr>
          <a:xfrm>
            <a:off x="1898257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05C3827-D918-A077-1104-E542CEC801E0}"/>
              </a:ext>
            </a:extLst>
          </p:cNvPr>
          <p:cNvSpPr>
            <a:spLocks/>
          </p:cNvSpPr>
          <p:nvPr/>
        </p:nvSpPr>
        <p:spPr>
          <a:xfrm>
            <a:off x="1956159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C3C94CCF-62C6-D747-F96A-41A50D8B9A20}"/>
              </a:ext>
            </a:extLst>
          </p:cNvPr>
          <p:cNvSpPr>
            <a:spLocks/>
          </p:cNvSpPr>
          <p:nvPr/>
        </p:nvSpPr>
        <p:spPr>
          <a:xfrm>
            <a:off x="1837774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28FDED39-9AFD-DC27-8B5F-5933DB143644}"/>
              </a:ext>
            </a:extLst>
          </p:cNvPr>
          <p:cNvSpPr>
            <a:spLocks/>
          </p:cNvSpPr>
          <p:nvPr/>
        </p:nvSpPr>
        <p:spPr>
          <a:xfrm>
            <a:off x="1914288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42DB8BC0-98F1-4A2F-CAF8-4B513A72CD04}"/>
              </a:ext>
            </a:extLst>
          </p:cNvPr>
          <p:cNvSpPr>
            <a:spLocks/>
          </p:cNvSpPr>
          <p:nvPr/>
        </p:nvSpPr>
        <p:spPr>
          <a:xfrm>
            <a:off x="1845743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27F33B5D-876F-9A4F-0014-9261995E65FA}"/>
              </a:ext>
            </a:extLst>
          </p:cNvPr>
          <p:cNvSpPr>
            <a:spLocks/>
          </p:cNvSpPr>
          <p:nvPr/>
        </p:nvSpPr>
        <p:spPr>
          <a:xfrm>
            <a:off x="1929052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9364A5F2-C127-FFCE-B260-E651897804E6}"/>
              </a:ext>
            </a:extLst>
          </p:cNvPr>
          <p:cNvSpPr>
            <a:spLocks/>
          </p:cNvSpPr>
          <p:nvPr/>
        </p:nvSpPr>
        <p:spPr>
          <a:xfrm>
            <a:off x="1922118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E2E4760C-6FB8-8356-61BB-5E4155B30436}"/>
              </a:ext>
            </a:extLst>
          </p:cNvPr>
          <p:cNvSpPr>
            <a:spLocks/>
          </p:cNvSpPr>
          <p:nvPr/>
        </p:nvSpPr>
        <p:spPr>
          <a:xfrm>
            <a:off x="183947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E92B8A85-AE1B-AB5A-BF2A-42DCEB88A4A5}"/>
              </a:ext>
            </a:extLst>
          </p:cNvPr>
          <p:cNvSpPr>
            <a:spLocks/>
          </p:cNvSpPr>
          <p:nvPr/>
        </p:nvSpPr>
        <p:spPr>
          <a:xfrm>
            <a:off x="193217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53F4E2ED-BC57-F12C-195A-D276C1A08EEE}"/>
              </a:ext>
            </a:extLst>
          </p:cNvPr>
          <p:cNvSpPr>
            <a:spLocks/>
          </p:cNvSpPr>
          <p:nvPr/>
        </p:nvSpPr>
        <p:spPr>
          <a:xfrm>
            <a:off x="2333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20220869-24F9-F5F0-81EC-BB8F5BB742E1}"/>
              </a:ext>
            </a:extLst>
          </p:cNvPr>
          <p:cNvSpPr>
            <a:spLocks/>
          </p:cNvSpPr>
          <p:nvPr/>
        </p:nvSpPr>
        <p:spPr>
          <a:xfrm>
            <a:off x="23157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C0C39385-B27A-1429-687F-C63892039D4E}"/>
              </a:ext>
            </a:extLst>
          </p:cNvPr>
          <p:cNvSpPr>
            <a:spLocks/>
          </p:cNvSpPr>
          <p:nvPr/>
        </p:nvSpPr>
        <p:spPr>
          <a:xfrm>
            <a:off x="23326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1A040040-3535-B024-50A4-95A02F907CB3}"/>
              </a:ext>
            </a:extLst>
          </p:cNvPr>
          <p:cNvSpPr>
            <a:spLocks/>
          </p:cNvSpPr>
          <p:nvPr/>
        </p:nvSpPr>
        <p:spPr>
          <a:xfrm>
            <a:off x="23352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EDE8FBD-21AD-B4F6-42A1-4A223695E79F}"/>
              </a:ext>
            </a:extLst>
          </p:cNvPr>
          <p:cNvSpPr>
            <a:spLocks/>
          </p:cNvSpPr>
          <p:nvPr/>
        </p:nvSpPr>
        <p:spPr>
          <a:xfrm>
            <a:off x="2430742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004B1EEC-5527-BFC3-D29E-9E4F443CF9FB}"/>
              </a:ext>
            </a:extLst>
          </p:cNvPr>
          <p:cNvSpPr>
            <a:spLocks/>
          </p:cNvSpPr>
          <p:nvPr/>
        </p:nvSpPr>
        <p:spPr>
          <a:xfrm>
            <a:off x="2422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6D5C8EF4-5F5D-2BE8-1A24-C28A59763667}"/>
              </a:ext>
            </a:extLst>
          </p:cNvPr>
          <p:cNvSpPr>
            <a:spLocks/>
          </p:cNvSpPr>
          <p:nvPr/>
        </p:nvSpPr>
        <p:spPr>
          <a:xfrm>
            <a:off x="23190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52E59-816E-191C-E34C-D075F35346B7}"/>
              </a:ext>
            </a:extLst>
          </p:cNvPr>
          <p:cNvSpPr>
            <a:spLocks/>
          </p:cNvSpPr>
          <p:nvPr/>
        </p:nvSpPr>
        <p:spPr>
          <a:xfrm>
            <a:off x="240571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67785F11-DA91-0CD1-26CC-F36D3F729F71}"/>
              </a:ext>
            </a:extLst>
          </p:cNvPr>
          <p:cNvSpPr>
            <a:spLocks/>
          </p:cNvSpPr>
          <p:nvPr/>
        </p:nvSpPr>
        <p:spPr>
          <a:xfrm>
            <a:off x="233798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95113E71-AA8D-7DDB-6B03-D32AAFFCA8D3}"/>
              </a:ext>
            </a:extLst>
          </p:cNvPr>
          <p:cNvSpPr>
            <a:spLocks/>
          </p:cNvSpPr>
          <p:nvPr/>
        </p:nvSpPr>
        <p:spPr>
          <a:xfrm>
            <a:off x="236653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1A629184-10D6-462D-4F72-4E19FFC8E306}"/>
              </a:ext>
            </a:extLst>
          </p:cNvPr>
          <p:cNvSpPr>
            <a:spLocks/>
          </p:cNvSpPr>
          <p:nvPr/>
        </p:nvSpPr>
        <p:spPr>
          <a:xfrm>
            <a:off x="2436070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D9B73F48-6D40-8931-ED3F-53C65094C292}"/>
              </a:ext>
            </a:extLst>
          </p:cNvPr>
          <p:cNvSpPr>
            <a:spLocks/>
          </p:cNvSpPr>
          <p:nvPr/>
        </p:nvSpPr>
        <p:spPr>
          <a:xfrm>
            <a:off x="2445467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6670882B-C7A3-F17E-4371-29CA9EBDBD6B}"/>
              </a:ext>
            </a:extLst>
          </p:cNvPr>
          <p:cNvSpPr>
            <a:spLocks/>
          </p:cNvSpPr>
          <p:nvPr/>
        </p:nvSpPr>
        <p:spPr>
          <a:xfrm>
            <a:off x="2363604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B980E1F6-DDFE-61E9-7BF3-05A6F3D7BAB9}"/>
              </a:ext>
            </a:extLst>
          </p:cNvPr>
          <p:cNvSpPr>
            <a:spLocks/>
          </p:cNvSpPr>
          <p:nvPr/>
        </p:nvSpPr>
        <p:spPr>
          <a:xfrm>
            <a:off x="2417167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2DBC4A1C-3E29-F247-C253-904D87A12007}"/>
              </a:ext>
            </a:extLst>
          </p:cNvPr>
          <p:cNvSpPr>
            <a:spLocks/>
          </p:cNvSpPr>
          <p:nvPr/>
        </p:nvSpPr>
        <p:spPr>
          <a:xfrm>
            <a:off x="2387742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37E661A3-C691-5BF1-DD6E-71BE9EC1EB80}"/>
              </a:ext>
            </a:extLst>
          </p:cNvPr>
          <p:cNvSpPr>
            <a:spLocks/>
          </p:cNvSpPr>
          <p:nvPr/>
        </p:nvSpPr>
        <p:spPr>
          <a:xfrm>
            <a:off x="241027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517DE5D5-8E11-4C12-C180-8D3C3BD8F81D}"/>
              </a:ext>
            </a:extLst>
          </p:cNvPr>
          <p:cNvSpPr>
            <a:spLocks/>
          </p:cNvSpPr>
          <p:nvPr/>
        </p:nvSpPr>
        <p:spPr>
          <a:xfrm>
            <a:off x="232688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4096654F-2AD2-3607-9E1A-1D2590A04FA3}"/>
              </a:ext>
            </a:extLst>
          </p:cNvPr>
          <p:cNvSpPr>
            <a:spLocks/>
          </p:cNvSpPr>
          <p:nvPr/>
        </p:nvSpPr>
        <p:spPr>
          <a:xfrm>
            <a:off x="2443383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6D515DEC-20A4-D335-CF6E-3ED37B7A91FC}"/>
              </a:ext>
            </a:extLst>
          </p:cNvPr>
          <p:cNvSpPr>
            <a:spLocks/>
          </p:cNvSpPr>
          <p:nvPr/>
        </p:nvSpPr>
        <p:spPr>
          <a:xfrm>
            <a:off x="2381220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039F9F57-4295-F2C2-A06E-9EAAC67137EB}"/>
              </a:ext>
            </a:extLst>
          </p:cNvPr>
          <p:cNvSpPr>
            <a:spLocks/>
          </p:cNvSpPr>
          <p:nvPr/>
        </p:nvSpPr>
        <p:spPr>
          <a:xfrm>
            <a:off x="2390812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07F0CBD2-9C3F-F9ED-3F23-101FF5A188C3}"/>
              </a:ext>
            </a:extLst>
          </p:cNvPr>
          <p:cNvSpPr>
            <a:spLocks/>
          </p:cNvSpPr>
          <p:nvPr/>
        </p:nvSpPr>
        <p:spPr>
          <a:xfrm>
            <a:off x="2429693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F077824F-CC70-70EB-4C1E-AA5FF35B0765}"/>
              </a:ext>
            </a:extLst>
          </p:cNvPr>
          <p:cNvSpPr>
            <a:spLocks/>
          </p:cNvSpPr>
          <p:nvPr/>
        </p:nvSpPr>
        <p:spPr>
          <a:xfrm>
            <a:off x="23455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B53548D9-7A05-E197-50E7-0CE4BEF616D2}"/>
              </a:ext>
            </a:extLst>
          </p:cNvPr>
          <p:cNvSpPr>
            <a:spLocks/>
          </p:cNvSpPr>
          <p:nvPr/>
        </p:nvSpPr>
        <p:spPr>
          <a:xfrm>
            <a:off x="2358434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72881516-AB4B-8CD3-715C-95B5DFE7355F}"/>
              </a:ext>
            </a:extLst>
          </p:cNvPr>
          <p:cNvSpPr>
            <a:spLocks/>
          </p:cNvSpPr>
          <p:nvPr/>
        </p:nvSpPr>
        <p:spPr>
          <a:xfrm>
            <a:off x="2403830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8FE5413C-9F4E-F920-5961-D22CA097964C}"/>
              </a:ext>
            </a:extLst>
          </p:cNvPr>
          <p:cNvSpPr>
            <a:spLocks/>
          </p:cNvSpPr>
          <p:nvPr/>
        </p:nvSpPr>
        <p:spPr>
          <a:xfrm>
            <a:off x="23137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8A9D4245-3253-DDAC-2AB4-3ABE1E266A0F}"/>
              </a:ext>
            </a:extLst>
          </p:cNvPr>
          <p:cNvSpPr>
            <a:spLocks/>
          </p:cNvSpPr>
          <p:nvPr/>
        </p:nvSpPr>
        <p:spPr>
          <a:xfrm>
            <a:off x="2313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DB38F40E-D13A-0D1E-5591-7C0BE1EF3033}"/>
              </a:ext>
            </a:extLst>
          </p:cNvPr>
          <p:cNvSpPr>
            <a:spLocks/>
          </p:cNvSpPr>
          <p:nvPr/>
        </p:nvSpPr>
        <p:spPr>
          <a:xfrm>
            <a:off x="2340718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246A0786-B424-F22A-BC1D-0D0F304D4BF7}"/>
              </a:ext>
            </a:extLst>
          </p:cNvPr>
          <p:cNvSpPr>
            <a:spLocks/>
          </p:cNvSpPr>
          <p:nvPr/>
        </p:nvSpPr>
        <p:spPr>
          <a:xfrm>
            <a:off x="241655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724A1C23-8D51-D63E-1305-0530A3C29E4D}"/>
              </a:ext>
            </a:extLst>
          </p:cNvPr>
          <p:cNvSpPr>
            <a:spLocks/>
          </p:cNvSpPr>
          <p:nvPr/>
        </p:nvSpPr>
        <p:spPr>
          <a:xfrm>
            <a:off x="2332574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64133D40-624B-EF87-38C3-54BCB624B0C3}"/>
              </a:ext>
            </a:extLst>
          </p:cNvPr>
          <p:cNvSpPr>
            <a:spLocks/>
          </p:cNvSpPr>
          <p:nvPr/>
        </p:nvSpPr>
        <p:spPr>
          <a:xfrm>
            <a:off x="233934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8447294E-DD08-8AB5-8A40-6B9021B5409E}"/>
              </a:ext>
            </a:extLst>
          </p:cNvPr>
          <p:cNvSpPr>
            <a:spLocks/>
          </p:cNvSpPr>
          <p:nvPr/>
        </p:nvSpPr>
        <p:spPr>
          <a:xfrm>
            <a:off x="23269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582D33D4-B0FD-3E5E-08C9-57084C24643D}"/>
              </a:ext>
            </a:extLst>
          </p:cNvPr>
          <p:cNvSpPr>
            <a:spLocks/>
          </p:cNvSpPr>
          <p:nvPr/>
        </p:nvSpPr>
        <p:spPr>
          <a:xfrm>
            <a:off x="2424745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BE4C7EF2-265A-C56C-EBF8-AC9A2C9F45EF}"/>
              </a:ext>
            </a:extLst>
          </p:cNvPr>
          <p:cNvSpPr>
            <a:spLocks/>
          </p:cNvSpPr>
          <p:nvPr/>
        </p:nvSpPr>
        <p:spPr>
          <a:xfrm>
            <a:off x="24359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4D81A1D7-5607-16ED-FD30-16478E39E181}"/>
              </a:ext>
            </a:extLst>
          </p:cNvPr>
          <p:cNvSpPr>
            <a:spLocks/>
          </p:cNvSpPr>
          <p:nvPr/>
        </p:nvSpPr>
        <p:spPr>
          <a:xfrm>
            <a:off x="24410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E6F1BB61-1D79-600B-D006-CDEB4D924DB8}"/>
              </a:ext>
            </a:extLst>
          </p:cNvPr>
          <p:cNvSpPr>
            <a:spLocks/>
          </p:cNvSpPr>
          <p:nvPr/>
        </p:nvSpPr>
        <p:spPr>
          <a:xfrm>
            <a:off x="23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1FDED5D0-D122-06C9-9588-E7DEE41C52DC}"/>
              </a:ext>
            </a:extLst>
          </p:cNvPr>
          <p:cNvSpPr>
            <a:spLocks/>
          </p:cNvSpPr>
          <p:nvPr/>
        </p:nvSpPr>
        <p:spPr>
          <a:xfrm>
            <a:off x="233014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7826CAF8-C338-42AA-811D-A2DF3A731224}"/>
              </a:ext>
            </a:extLst>
          </p:cNvPr>
          <p:cNvSpPr>
            <a:spLocks/>
          </p:cNvSpPr>
          <p:nvPr/>
        </p:nvSpPr>
        <p:spPr>
          <a:xfrm>
            <a:off x="232475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6DC555F2-E732-BE32-55F5-985F06ABCF34}"/>
              </a:ext>
            </a:extLst>
          </p:cNvPr>
          <p:cNvSpPr>
            <a:spLocks/>
          </p:cNvSpPr>
          <p:nvPr/>
        </p:nvSpPr>
        <p:spPr>
          <a:xfrm>
            <a:off x="237946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5B28C51-42AE-EB65-93DD-5C9523C0E1EE}"/>
              </a:ext>
            </a:extLst>
          </p:cNvPr>
          <p:cNvSpPr>
            <a:spLocks/>
          </p:cNvSpPr>
          <p:nvPr/>
        </p:nvSpPr>
        <p:spPr>
          <a:xfrm>
            <a:off x="23803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27DEAFBA-E063-2F5B-0CC3-961C83B3484E}"/>
              </a:ext>
            </a:extLst>
          </p:cNvPr>
          <p:cNvSpPr>
            <a:spLocks/>
          </p:cNvSpPr>
          <p:nvPr/>
        </p:nvSpPr>
        <p:spPr>
          <a:xfrm>
            <a:off x="2330304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9ED3B71F-A75A-2C53-CED3-C5BCA054F098}"/>
              </a:ext>
            </a:extLst>
          </p:cNvPr>
          <p:cNvSpPr>
            <a:spLocks/>
          </p:cNvSpPr>
          <p:nvPr/>
        </p:nvSpPr>
        <p:spPr>
          <a:xfrm>
            <a:off x="2405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669827CD-6B32-C561-FE4B-5EE316905E56}"/>
              </a:ext>
            </a:extLst>
          </p:cNvPr>
          <p:cNvSpPr>
            <a:spLocks/>
          </p:cNvSpPr>
          <p:nvPr/>
        </p:nvSpPr>
        <p:spPr>
          <a:xfrm>
            <a:off x="241553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4E241EA2-A18D-508D-1418-48B203042C11}"/>
              </a:ext>
            </a:extLst>
          </p:cNvPr>
          <p:cNvSpPr>
            <a:spLocks/>
          </p:cNvSpPr>
          <p:nvPr/>
        </p:nvSpPr>
        <p:spPr>
          <a:xfrm>
            <a:off x="241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5BC6DFE-D598-600F-EE8D-8B24EA6677D4}"/>
              </a:ext>
            </a:extLst>
          </p:cNvPr>
          <p:cNvSpPr>
            <a:spLocks/>
          </p:cNvSpPr>
          <p:nvPr/>
        </p:nvSpPr>
        <p:spPr>
          <a:xfrm>
            <a:off x="2407402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27B179FE-4745-79F0-21D5-4D423C8B8DD6}"/>
              </a:ext>
            </a:extLst>
          </p:cNvPr>
          <p:cNvSpPr>
            <a:spLocks/>
          </p:cNvSpPr>
          <p:nvPr/>
        </p:nvSpPr>
        <p:spPr>
          <a:xfrm>
            <a:off x="24249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471EE633-C275-968D-D84C-525B6DEB0986}"/>
              </a:ext>
            </a:extLst>
          </p:cNvPr>
          <p:cNvSpPr>
            <a:spLocks/>
          </p:cNvSpPr>
          <p:nvPr/>
        </p:nvSpPr>
        <p:spPr>
          <a:xfrm>
            <a:off x="23553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E740E7ED-116F-295D-6814-D57E7FEAC362}"/>
              </a:ext>
            </a:extLst>
          </p:cNvPr>
          <p:cNvSpPr>
            <a:spLocks/>
          </p:cNvSpPr>
          <p:nvPr/>
        </p:nvSpPr>
        <p:spPr>
          <a:xfrm>
            <a:off x="2360641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60889000-57AC-6E34-06BF-38D4DF61616F}"/>
              </a:ext>
            </a:extLst>
          </p:cNvPr>
          <p:cNvSpPr>
            <a:spLocks/>
          </p:cNvSpPr>
          <p:nvPr/>
        </p:nvSpPr>
        <p:spPr>
          <a:xfrm>
            <a:off x="24068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C2975F66-BEB5-1789-F01B-AAEABA83DB53}"/>
              </a:ext>
            </a:extLst>
          </p:cNvPr>
          <p:cNvSpPr>
            <a:spLocks/>
          </p:cNvSpPr>
          <p:nvPr/>
        </p:nvSpPr>
        <p:spPr>
          <a:xfrm>
            <a:off x="2311900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008FC582-F4A2-BF67-CB71-CADC8B8B2EC0}"/>
              </a:ext>
            </a:extLst>
          </p:cNvPr>
          <p:cNvSpPr>
            <a:spLocks/>
          </p:cNvSpPr>
          <p:nvPr/>
        </p:nvSpPr>
        <p:spPr>
          <a:xfrm>
            <a:off x="2360423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F7150B1E-6A15-045E-A57E-4BFFB75C06D1}"/>
              </a:ext>
            </a:extLst>
          </p:cNvPr>
          <p:cNvSpPr>
            <a:spLocks/>
          </p:cNvSpPr>
          <p:nvPr/>
        </p:nvSpPr>
        <p:spPr>
          <a:xfrm>
            <a:off x="2364725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E7466E7F-1A8E-3998-843B-D10B70F55140}"/>
              </a:ext>
            </a:extLst>
          </p:cNvPr>
          <p:cNvSpPr>
            <a:spLocks/>
          </p:cNvSpPr>
          <p:nvPr/>
        </p:nvSpPr>
        <p:spPr>
          <a:xfrm>
            <a:off x="236609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D0556C9-F1C6-79A6-A7BB-EF58865559C5}"/>
              </a:ext>
            </a:extLst>
          </p:cNvPr>
          <p:cNvSpPr>
            <a:spLocks/>
          </p:cNvSpPr>
          <p:nvPr/>
        </p:nvSpPr>
        <p:spPr>
          <a:xfrm>
            <a:off x="2361045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76AEEAFF-CD57-9E63-382A-1710D6CD568E}"/>
              </a:ext>
            </a:extLst>
          </p:cNvPr>
          <p:cNvSpPr>
            <a:spLocks/>
          </p:cNvSpPr>
          <p:nvPr/>
        </p:nvSpPr>
        <p:spPr>
          <a:xfrm>
            <a:off x="2420511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A825D892-B44E-D498-BB9B-3BBC4CA95448}"/>
              </a:ext>
            </a:extLst>
          </p:cNvPr>
          <p:cNvSpPr>
            <a:spLocks/>
          </p:cNvSpPr>
          <p:nvPr/>
        </p:nvSpPr>
        <p:spPr>
          <a:xfrm>
            <a:off x="2355489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1C30767B-3A75-3E2C-D4DE-E1E1CC7DD16D}"/>
              </a:ext>
            </a:extLst>
          </p:cNvPr>
          <p:cNvSpPr>
            <a:spLocks/>
          </p:cNvSpPr>
          <p:nvPr/>
        </p:nvSpPr>
        <p:spPr>
          <a:xfrm>
            <a:off x="2422766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91CDD500-EC5E-9EA0-286A-F58341B367C5}"/>
              </a:ext>
            </a:extLst>
          </p:cNvPr>
          <p:cNvSpPr>
            <a:spLocks/>
          </p:cNvSpPr>
          <p:nvPr/>
        </p:nvSpPr>
        <p:spPr>
          <a:xfrm>
            <a:off x="2394291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C6BA787F-3632-90E8-D1CE-78F5D151E2AF}"/>
              </a:ext>
            </a:extLst>
          </p:cNvPr>
          <p:cNvSpPr>
            <a:spLocks/>
          </p:cNvSpPr>
          <p:nvPr/>
        </p:nvSpPr>
        <p:spPr>
          <a:xfrm>
            <a:off x="2410193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DAE22849-79FB-8434-E8C1-EAC09B5206D2}"/>
              </a:ext>
            </a:extLst>
          </p:cNvPr>
          <p:cNvSpPr>
            <a:spLocks/>
          </p:cNvSpPr>
          <p:nvPr/>
        </p:nvSpPr>
        <p:spPr>
          <a:xfrm>
            <a:off x="2392337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F9A27B4A-84CB-A653-905C-47E0170257C8}"/>
              </a:ext>
            </a:extLst>
          </p:cNvPr>
          <p:cNvSpPr>
            <a:spLocks/>
          </p:cNvSpPr>
          <p:nvPr/>
        </p:nvSpPr>
        <p:spPr>
          <a:xfrm>
            <a:off x="2334609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1B84E3C3-D472-F2E7-5A42-BA17FFF2CFF9}"/>
              </a:ext>
            </a:extLst>
          </p:cNvPr>
          <p:cNvSpPr>
            <a:spLocks/>
          </p:cNvSpPr>
          <p:nvPr/>
        </p:nvSpPr>
        <p:spPr>
          <a:xfrm>
            <a:off x="2396072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31F10416-53F5-F92A-E731-D9657C1FE4C9}"/>
              </a:ext>
            </a:extLst>
          </p:cNvPr>
          <p:cNvSpPr>
            <a:spLocks/>
          </p:cNvSpPr>
          <p:nvPr/>
        </p:nvSpPr>
        <p:spPr>
          <a:xfrm>
            <a:off x="23516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05626898-8381-F80A-E9E7-4E2E1C6B9E04}"/>
              </a:ext>
            </a:extLst>
          </p:cNvPr>
          <p:cNvSpPr>
            <a:spLocks/>
          </p:cNvSpPr>
          <p:nvPr/>
        </p:nvSpPr>
        <p:spPr>
          <a:xfrm>
            <a:off x="2388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3591F68-A344-F1F4-D8AE-948D12FEFFD2}"/>
              </a:ext>
            </a:extLst>
          </p:cNvPr>
          <p:cNvSpPr>
            <a:spLocks/>
          </p:cNvSpPr>
          <p:nvPr/>
        </p:nvSpPr>
        <p:spPr>
          <a:xfrm>
            <a:off x="2354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3B9C558A-ABBD-AA13-0C1C-B2C92437CA8C}"/>
              </a:ext>
            </a:extLst>
          </p:cNvPr>
          <p:cNvSpPr>
            <a:spLocks/>
          </p:cNvSpPr>
          <p:nvPr/>
        </p:nvSpPr>
        <p:spPr>
          <a:xfrm>
            <a:off x="244248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B4C7E54-F52A-92D9-92DF-FF0767167767}"/>
              </a:ext>
            </a:extLst>
          </p:cNvPr>
          <p:cNvSpPr>
            <a:spLocks/>
          </p:cNvSpPr>
          <p:nvPr/>
        </p:nvSpPr>
        <p:spPr>
          <a:xfrm>
            <a:off x="2395292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9205B6A-6161-0C6E-4D6A-E14128E33FD6}"/>
              </a:ext>
            </a:extLst>
          </p:cNvPr>
          <p:cNvSpPr>
            <a:spLocks/>
          </p:cNvSpPr>
          <p:nvPr/>
        </p:nvSpPr>
        <p:spPr>
          <a:xfrm>
            <a:off x="23677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0513424D-44D2-70CD-10E9-A211F6805DEA}"/>
              </a:ext>
            </a:extLst>
          </p:cNvPr>
          <p:cNvSpPr>
            <a:spLocks/>
          </p:cNvSpPr>
          <p:nvPr/>
        </p:nvSpPr>
        <p:spPr>
          <a:xfrm>
            <a:off x="2357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48107BAF-C3F7-0D02-E71B-9092C27025CE}"/>
              </a:ext>
            </a:extLst>
          </p:cNvPr>
          <p:cNvSpPr>
            <a:spLocks/>
          </p:cNvSpPr>
          <p:nvPr/>
        </p:nvSpPr>
        <p:spPr>
          <a:xfrm>
            <a:off x="2358016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243126D6-E978-FA2A-F763-196B75EA51AB}"/>
              </a:ext>
            </a:extLst>
          </p:cNvPr>
          <p:cNvSpPr>
            <a:spLocks/>
          </p:cNvSpPr>
          <p:nvPr/>
        </p:nvSpPr>
        <p:spPr>
          <a:xfrm>
            <a:off x="2428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83A821F3-804F-7536-C003-A8A31C99298B}"/>
              </a:ext>
            </a:extLst>
          </p:cNvPr>
          <p:cNvSpPr>
            <a:spLocks/>
          </p:cNvSpPr>
          <p:nvPr/>
        </p:nvSpPr>
        <p:spPr>
          <a:xfrm>
            <a:off x="23806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C8E04E8B-CBE0-495D-EA22-8C7A7A503801}"/>
              </a:ext>
            </a:extLst>
          </p:cNvPr>
          <p:cNvSpPr>
            <a:spLocks/>
          </p:cNvSpPr>
          <p:nvPr/>
        </p:nvSpPr>
        <p:spPr>
          <a:xfrm>
            <a:off x="2374965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B71942E-82AD-72C9-AE16-38FD08DEB675}"/>
              </a:ext>
            </a:extLst>
          </p:cNvPr>
          <p:cNvSpPr>
            <a:spLocks/>
          </p:cNvSpPr>
          <p:nvPr/>
        </p:nvSpPr>
        <p:spPr>
          <a:xfrm>
            <a:off x="23120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9C22DE84-8F49-0311-1E0B-016C1D4AEFED}"/>
              </a:ext>
            </a:extLst>
          </p:cNvPr>
          <p:cNvSpPr>
            <a:spLocks/>
          </p:cNvSpPr>
          <p:nvPr/>
        </p:nvSpPr>
        <p:spPr>
          <a:xfrm>
            <a:off x="2432258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1A279152-D62C-901A-8469-55506521D75A}"/>
              </a:ext>
            </a:extLst>
          </p:cNvPr>
          <p:cNvSpPr>
            <a:spLocks/>
          </p:cNvSpPr>
          <p:nvPr/>
        </p:nvSpPr>
        <p:spPr>
          <a:xfrm>
            <a:off x="2339199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68A21BE0-A7E3-AC29-520D-E8377E42FDF9}"/>
              </a:ext>
            </a:extLst>
          </p:cNvPr>
          <p:cNvSpPr>
            <a:spLocks/>
          </p:cNvSpPr>
          <p:nvPr/>
        </p:nvSpPr>
        <p:spPr>
          <a:xfrm>
            <a:off x="2342305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DF14B65-7155-D650-520D-264FB9EB59B3}"/>
              </a:ext>
            </a:extLst>
          </p:cNvPr>
          <p:cNvSpPr>
            <a:spLocks/>
          </p:cNvSpPr>
          <p:nvPr/>
        </p:nvSpPr>
        <p:spPr>
          <a:xfrm>
            <a:off x="2422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48B8CC69-92CB-6FDC-7D9A-2725AE5E4B27}"/>
              </a:ext>
            </a:extLst>
          </p:cNvPr>
          <p:cNvSpPr>
            <a:spLocks/>
          </p:cNvSpPr>
          <p:nvPr/>
        </p:nvSpPr>
        <p:spPr>
          <a:xfrm>
            <a:off x="23591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9998431F-38BD-80EF-4A53-69597069C655}"/>
              </a:ext>
            </a:extLst>
          </p:cNvPr>
          <p:cNvSpPr>
            <a:spLocks/>
          </p:cNvSpPr>
          <p:nvPr/>
        </p:nvSpPr>
        <p:spPr>
          <a:xfrm>
            <a:off x="24345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CC0435EF-B308-8A8E-DB23-3E10B8598003}"/>
              </a:ext>
            </a:extLst>
          </p:cNvPr>
          <p:cNvSpPr>
            <a:spLocks/>
          </p:cNvSpPr>
          <p:nvPr/>
        </p:nvSpPr>
        <p:spPr>
          <a:xfrm>
            <a:off x="242860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DB0A7221-CDE1-5101-31D2-27F4D4AF4319}"/>
              </a:ext>
            </a:extLst>
          </p:cNvPr>
          <p:cNvSpPr>
            <a:spLocks/>
          </p:cNvSpPr>
          <p:nvPr/>
        </p:nvSpPr>
        <p:spPr>
          <a:xfrm>
            <a:off x="234521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118C0E13-2ECD-680F-93A7-0F689566A4AD}"/>
              </a:ext>
            </a:extLst>
          </p:cNvPr>
          <p:cNvSpPr>
            <a:spLocks/>
          </p:cNvSpPr>
          <p:nvPr/>
        </p:nvSpPr>
        <p:spPr>
          <a:xfrm>
            <a:off x="233843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407314E4-B3C9-AB3B-BD64-D503E12C700C}"/>
              </a:ext>
            </a:extLst>
          </p:cNvPr>
          <p:cNvSpPr>
            <a:spLocks/>
          </p:cNvSpPr>
          <p:nvPr/>
        </p:nvSpPr>
        <p:spPr>
          <a:xfrm>
            <a:off x="2400431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B407714A-D5E0-30E7-6EAB-B0C9690F39D2}"/>
              </a:ext>
            </a:extLst>
          </p:cNvPr>
          <p:cNvSpPr>
            <a:spLocks/>
          </p:cNvSpPr>
          <p:nvPr/>
        </p:nvSpPr>
        <p:spPr>
          <a:xfrm>
            <a:off x="2362581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E329DAF2-9DC2-4531-0732-CA5B6C8209D3}"/>
              </a:ext>
            </a:extLst>
          </p:cNvPr>
          <p:cNvSpPr>
            <a:spLocks/>
          </p:cNvSpPr>
          <p:nvPr/>
        </p:nvSpPr>
        <p:spPr>
          <a:xfrm>
            <a:off x="239768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EBC14245-FADD-E4E2-45A1-F7B43651A57F}"/>
              </a:ext>
            </a:extLst>
          </p:cNvPr>
          <p:cNvSpPr>
            <a:spLocks/>
          </p:cNvSpPr>
          <p:nvPr/>
        </p:nvSpPr>
        <p:spPr>
          <a:xfrm>
            <a:off x="2431493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C0623645-264B-7B7A-CA78-7B004C1B4367}"/>
              </a:ext>
            </a:extLst>
          </p:cNvPr>
          <p:cNvSpPr>
            <a:spLocks/>
          </p:cNvSpPr>
          <p:nvPr/>
        </p:nvSpPr>
        <p:spPr>
          <a:xfrm>
            <a:off x="2315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8B14A1B-D660-868A-549D-AF5EA8230F2D}"/>
              </a:ext>
            </a:extLst>
          </p:cNvPr>
          <p:cNvSpPr>
            <a:spLocks/>
          </p:cNvSpPr>
          <p:nvPr/>
        </p:nvSpPr>
        <p:spPr>
          <a:xfrm>
            <a:off x="23182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7BA5976E-5E74-DF59-3861-8D8C80D6DD5E}"/>
              </a:ext>
            </a:extLst>
          </p:cNvPr>
          <p:cNvSpPr>
            <a:spLocks/>
          </p:cNvSpPr>
          <p:nvPr/>
        </p:nvSpPr>
        <p:spPr>
          <a:xfrm>
            <a:off x="2345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D20E1271-6277-6B9B-DEE3-30146C8E092F}"/>
              </a:ext>
            </a:extLst>
          </p:cNvPr>
          <p:cNvSpPr>
            <a:spLocks/>
          </p:cNvSpPr>
          <p:nvPr/>
        </p:nvSpPr>
        <p:spPr>
          <a:xfrm>
            <a:off x="2423556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58F99ED2-47CA-CFBA-A009-23BA9F053E2C}"/>
              </a:ext>
            </a:extLst>
          </p:cNvPr>
          <p:cNvSpPr>
            <a:spLocks/>
          </p:cNvSpPr>
          <p:nvPr/>
        </p:nvSpPr>
        <p:spPr>
          <a:xfrm>
            <a:off x="2449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EDDB7E8A-3237-9AE9-B662-CBD7B1C2547D}"/>
              </a:ext>
            </a:extLst>
          </p:cNvPr>
          <p:cNvSpPr>
            <a:spLocks/>
          </p:cNvSpPr>
          <p:nvPr/>
        </p:nvSpPr>
        <p:spPr>
          <a:xfrm>
            <a:off x="24187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63A6BB4-F60E-6581-5DB0-9EFAA99B4D84}"/>
              </a:ext>
            </a:extLst>
          </p:cNvPr>
          <p:cNvSpPr>
            <a:spLocks/>
          </p:cNvSpPr>
          <p:nvPr/>
        </p:nvSpPr>
        <p:spPr>
          <a:xfrm>
            <a:off x="2349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1D963BD9-4154-5C26-401E-4ED625BF0544}"/>
              </a:ext>
            </a:extLst>
          </p:cNvPr>
          <p:cNvSpPr>
            <a:spLocks/>
          </p:cNvSpPr>
          <p:nvPr/>
        </p:nvSpPr>
        <p:spPr>
          <a:xfrm>
            <a:off x="2350164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BF1135C7-3D11-0B9B-6DB3-FB3A5B4885ED}"/>
              </a:ext>
            </a:extLst>
          </p:cNvPr>
          <p:cNvSpPr>
            <a:spLocks/>
          </p:cNvSpPr>
          <p:nvPr/>
        </p:nvSpPr>
        <p:spPr>
          <a:xfrm>
            <a:off x="23618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647203DF-B1D3-58C5-C6AB-48315E0B71BA}"/>
              </a:ext>
            </a:extLst>
          </p:cNvPr>
          <p:cNvSpPr>
            <a:spLocks/>
          </p:cNvSpPr>
          <p:nvPr/>
        </p:nvSpPr>
        <p:spPr>
          <a:xfrm>
            <a:off x="2351479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3AFB3237-0801-7EE2-612F-DEE0862B303E}"/>
              </a:ext>
            </a:extLst>
          </p:cNvPr>
          <p:cNvSpPr>
            <a:spLocks/>
          </p:cNvSpPr>
          <p:nvPr/>
        </p:nvSpPr>
        <p:spPr>
          <a:xfrm>
            <a:off x="239254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26315DBF-37B7-D9EB-CCFF-0D50C2D3095B}"/>
              </a:ext>
            </a:extLst>
          </p:cNvPr>
          <p:cNvSpPr>
            <a:spLocks/>
          </p:cNvSpPr>
          <p:nvPr/>
        </p:nvSpPr>
        <p:spPr>
          <a:xfrm>
            <a:off x="2386160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C9959CA4-DAAB-5614-F2A2-E39086542545}"/>
              </a:ext>
            </a:extLst>
          </p:cNvPr>
          <p:cNvSpPr>
            <a:spLocks/>
          </p:cNvSpPr>
          <p:nvPr/>
        </p:nvSpPr>
        <p:spPr>
          <a:xfrm>
            <a:off x="2354439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F8EFDCF9-8664-0D16-B561-16B51F552A73}"/>
              </a:ext>
            </a:extLst>
          </p:cNvPr>
          <p:cNvSpPr>
            <a:spLocks/>
          </p:cNvSpPr>
          <p:nvPr/>
        </p:nvSpPr>
        <p:spPr>
          <a:xfrm>
            <a:off x="2417870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179C516F-6515-C028-5793-A55099A36FC1}"/>
              </a:ext>
            </a:extLst>
          </p:cNvPr>
          <p:cNvSpPr>
            <a:spLocks/>
          </p:cNvSpPr>
          <p:nvPr/>
        </p:nvSpPr>
        <p:spPr>
          <a:xfrm>
            <a:off x="2450878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E30B7424-3EEF-6A4F-0CB9-AB59082C445B}"/>
              </a:ext>
            </a:extLst>
          </p:cNvPr>
          <p:cNvSpPr>
            <a:spLocks/>
          </p:cNvSpPr>
          <p:nvPr/>
        </p:nvSpPr>
        <p:spPr>
          <a:xfrm>
            <a:off x="23917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BCAF3C35-0D90-EF87-8D42-C41666EE81EC}"/>
              </a:ext>
            </a:extLst>
          </p:cNvPr>
          <p:cNvSpPr>
            <a:spLocks/>
          </p:cNvSpPr>
          <p:nvPr/>
        </p:nvSpPr>
        <p:spPr>
          <a:xfrm>
            <a:off x="23499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63B78D-48BC-B35D-04DF-6DD66935329D}"/>
              </a:ext>
            </a:extLst>
          </p:cNvPr>
          <p:cNvSpPr>
            <a:spLocks/>
          </p:cNvSpPr>
          <p:nvPr/>
        </p:nvSpPr>
        <p:spPr>
          <a:xfrm>
            <a:off x="238818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3D93B7CB-6E02-F794-BE6A-76DCE351183A}"/>
              </a:ext>
            </a:extLst>
          </p:cNvPr>
          <p:cNvSpPr>
            <a:spLocks/>
          </p:cNvSpPr>
          <p:nvPr/>
        </p:nvSpPr>
        <p:spPr>
          <a:xfrm>
            <a:off x="2352851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05832CE8-4F0D-F306-1D16-0E516CD74333}"/>
              </a:ext>
            </a:extLst>
          </p:cNvPr>
          <p:cNvSpPr>
            <a:spLocks/>
          </p:cNvSpPr>
          <p:nvPr/>
        </p:nvSpPr>
        <p:spPr>
          <a:xfrm>
            <a:off x="240671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C00ED095-BDEF-67B9-91A2-52CB1A02895D}"/>
              </a:ext>
            </a:extLst>
          </p:cNvPr>
          <p:cNvSpPr>
            <a:spLocks/>
          </p:cNvSpPr>
          <p:nvPr/>
        </p:nvSpPr>
        <p:spPr>
          <a:xfrm>
            <a:off x="2361820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785DC264-84C0-8AFF-79AE-1AD184B440CB}"/>
              </a:ext>
            </a:extLst>
          </p:cNvPr>
          <p:cNvSpPr>
            <a:spLocks/>
          </p:cNvSpPr>
          <p:nvPr/>
        </p:nvSpPr>
        <p:spPr>
          <a:xfrm>
            <a:off x="2394336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C98D5DB7-4ED1-A518-2C1B-09BDEC226743}"/>
              </a:ext>
            </a:extLst>
          </p:cNvPr>
          <p:cNvSpPr>
            <a:spLocks/>
          </p:cNvSpPr>
          <p:nvPr/>
        </p:nvSpPr>
        <p:spPr>
          <a:xfrm>
            <a:off x="23339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2538698E-9C36-A86D-30EE-BC89F9C5EB20}"/>
              </a:ext>
            </a:extLst>
          </p:cNvPr>
          <p:cNvSpPr>
            <a:spLocks/>
          </p:cNvSpPr>
          <p:nvPr/>
        </p:nvSpPr>
        <p:spPr>
          <a:xfrm>
            <a:off x="24056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32F367E-59D6-CB1B-1994-85ADEB20CE0C}"/>
              </a:ext>
            </a:extLst>
          </p:cNvPr>
          <p:cNvSpPr>
            <a:spLocks/>
          </p:cNvSpPr>
          <p:nvPr/>
        </p:nvSpPr>
        <p:spPr>
          <a:xfrm>
            <a:off x="2451330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6F7C4F1A-B786-804E-38BB-BCF70D067CF1}"/>
              </a:ext>
            </a:extLst>
          </p:cNvPr>
          <p:cNvSpPr>
            <a:spLocks/>
          </p:cNvSpPr>
          <p:nvPr/>
        </p:nvSpPr>
        <p:spPr>
          <a:xfrm>
            <a:off x="237849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8F7F60C0-7C3A-FF58-EF55-E5E5145F451A}"/>
              </a:ext>
            </a:extLst>
          </p:cNvPr>
          <p:cNvSpPr>
            <a:spLocks/>
          </p:cNvSpPr>
          <p:nvPr/>
        </p:nvSpPr>
        <p:spPr>
          <a:xfrm>
            <a:off x="2394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9C6DE3A-B112-8DB3-A998-D6A99F6BFDBE}"/>
              </a:ext>
            </a:extLst>
          </p:cNvPr>
          <p:cNvSpPr>
            <a:spLocks/>
          </p:cNvSpPr>
          <p:nvPr/>
        </p:nvSpPr>
        <p:spPr>
          <a:xfrm>
            <a:off x="235305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7629CD8F-0E4F-E28D-8BB1-8BAB09B33E04}"/>
              </a:ext>
            </a:extLst>
          </p:cNvPr>
          <p:cNvSpPr>
            <a:spLocks/>
          </p:cNvSpPr>
          <p:nvPr/>
        </p:nvSpPr>
        <p:spPr>
          <a:xfrm>
            <a:off x="23232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47046218-F31B-65F7-C94C-42D25C997B8D}"/>
              </a:ext>
            </a:extLst>
          </p:cNvPr>
          <p:cNvSpPr>
            <a:spLocks/>
          </p:cNvSpPr>
          <p:nvPr/>
        </p:nvSpPr>
        <p:spPr>
          <a:xfrm>
            <a:off x="2334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70FF8BBE-257B-56A0-EEBA-061DD935FC43}"/>
              </a:ext>
            </a:extLst>
          </p:cNvPr>
          <p:cNvSpPr>
            <a:spLocks/>
          </p:cNvSpPr>
          <p:nvPr/>
        </p:nvSpPr>
        <p:spPr>
          <a:xfrm>
            <a:off x="2372800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5EE42538-7EE7-2930-E844-41C79612D867}"/>
              </a:ext>
            </a:extLst>
          </p:cNvPr>
          <p:cNvSpPr>
            <a:spLocks/>
          </p:cNvSpPr>
          <p:nvPr/>
        </p:nvSpPr>
        <p:spPr>
          <a:xfrm>
            <a:off x="241346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3CB80100-C02B-2BE4-709F-121B3F60B8F0}"/>
              </a:ext>
            </a:extLst>
          </p:cNvPr>
          <p:cNvSpPr>
            <a:spLocks/>
          </p:cNvSpPr>
          <p:nvPr/>
        </p:nvSpPr>
        <p:spPr>
          <a:xfrm>
            <a:off x="2417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50869F83-1881-4F84-DD5F-2604A5AF5576}"/>
              </a:ext>
            </a:extLst>
          </p:cNvPr>
          <p:cNvSpPr>
            <a:spLocks/>
          </p:cNvSpPr>
          <p:nvPr/>
        </p:nvSpPr>
        <p:spPr>
          <a:xfrm>
            <a:off x="24263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01C26325-B86A-8F3F-9A0D-52FF8EE922C9}"/>
              </a:ext>
            </a:extLst>
          </p:cNvPr>
          <p:cNvSpPr>
            <a:spLocks/>
          </p:cNvSpPr>
          <p:nvPr/>
        </p:nvSpPr>
        <p:spPr>
          <a:xfrm>
            <a:off x="2415339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4AF66B35-497A-5404-2DFD-66892F8022FB}"/>
              </a:ext>
            </a:extLst>
          </p:cNvPr>
          <p:cNvSpPr>
            <a:spLocks/>
          </p:cNvSpPr>
          <p:nvPr/>
        </p:nvSpPr>
        <p:spPr>
          <a:xfrm>
            <a:off x="23376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1A54445D-E7C7-B891-D464-39E64A0F65B3}"/>
              </a:ext>
            </a:extLst>
          </p:cNvPr>
          <p:cNvSpPr>
            <a:spLocks/>
          </p:cNvSpPr>
          <p:nvPr/>
        </p:nvSpPr>
        <p:spPr>
          <a:xfrm>
            <a:off x="2444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9B8B9AA2-9E12-552F-B742-B030BD58051D}"/>
              </a:ext>
            </a:extLst>
          </p:cNvPr>
          <p:cNvSpPr>
            <a:spLocks/>
          </p:cNvSpPr>
          <p:nvPr/>
        </p:nvSpPr>
        <p:spPr>
          <a:xfrm>
            <a:off x="2415261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7D23397-4D8E-D82F-9081-51E550C6C9D0}"/>
              </a:ext>
            </a:extLst>
          </p:cNvPr>
          <p:cNvSpPr>
            <a:spLocks/>
          </p:cNvSpPr>
          <p:nvPr/>
        </p:nvSpPr>
        <p:spPr>
          <a:xfrm>
            <a:off x="23701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7C262CB6-5D34-A78C-B86F-491A3971DF58}"/>
              </a:ext>
            </a:extLst>
          </p:cNvPr>
          <p:cNvSpPr>
            <a:spLocks/>
          </p:cNvSpPr>
          <p:nvPr/>
        </p:nvSpPr>
        <p:spPr>
          <a:xfrm>
            <a:off x="23651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B62FB084-0822-B6F7-8295-4CE3987E7666}"/>
              </a:ext>
            </a:extLst>
          </p:cNvPr>
          <p:cNvSpPr>
            <a:spLocks/>
          </p:cNvSpPr>
          <p:nvPr/>
        </p:nvSpPr>
        <p:spPr>
          <a:xfrm>
            <a:off x="24219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8EACE4DB-2601-99CF-2686-565BF26AEB95}"/>
              </a:ext>
            </a:extLst>
          </p:cNvPr>
          <p:cNvSpPr>
            <a:spLocks/>
          </p:cNvSpPr>
          <p:nvPr/>
        </p:nvSpPr>
        <p:spPr>
          <a:xfrm>
            <a:off x="23164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66EED958-D074-260D-A516-13CCDB07C952}"/>
              </a:ext>
            </a:extLst>
          </p:cNvPr>
          <p:cNvSpPr>
            <a:spLocks/>
          </p:cNvSpPr>
          <p:nvPr/>
        </p:nvSpPr>
        <p:spPr>
          <a:xfrm>
            <a:off x="2418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89740B7C-CEA5-6120-1030-AA389827F902}"/>
              </a:ext>
            </a:extLst>
          </p:cNvPr>
          <p:cNvSpPr>
            <a:spLocks/>
          </p:cNvSpPr>
          <p:nvPr/>
        </p:nvSpPr>
        <p:spPr>
          <a:xfrm>
            <a:off x="2387659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694EC3CE-845E-1928-A4C5-30915B1A5C5D}"/>
              </a:ext>
            </a:extLst>
          </p:cNvPr>
          <p:cNvSpPr>
            <a:spLocks/>
          </p:cNvSpPr>
          <p:nvPr/>
        </p:nvSpPr>
        <p:spPr>
          <a:xfrm>
            <a:off x="2404294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BCCF1594-0BFB-BD59-47D1-744BC20C30C7}"/>
              </a:ext>
            </a:extLst>
          </p:cNvPr>
          <p:cNvSpPr>
            <a:spLocks/>
          </p:cNvSpPr>
          <p:nvPr/>
        </p:nvSpPr>
        <p:spPr>
          <a:xfrm>
            <a:off x="2408994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62B890DB-7439-7D90-A2FF-B2614E9A0FD3}"/>
              </a:ext>
            </a:extLst>
          </p:cNvPr>
          <p:cNvSpPr>
            <a:spLocks/>
          </p:cNvSpPr>
          <p:nvPr/>
        </p:nvSpPr>
        <p:spPr>
          <a:xfrm>
            <a:off x="24059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8A7CDF21-75BD-9416-AE63-FF2559283CB3}"/>
              </a:ext>
            </a:extLst>
          </p:cNvPr>
          <p:cNvSpPr>
            <a:spLocks/>
          </p:cNvSpPr>
          <p:nvPr/>
        </p:nvSpPr>
        <p:spPr>
          <a:xfrm>
            <a:off x="245009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DB34FA-23F4-C37D-C912-D828101E1F41}"/>
              </a:ext>
            </a:extLst>
          </p:cNvPr>
          <p:cNvSpPr>
            <a:spLocks/>
          </p:cNvSpPr>
          <p:nvPr/>
        </p:nvSpPr>
        <p:spPr>
          <a:xfrm>
            <a:off x="2331639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3CE867C-CCE5-CC2D-2EF6-7F3089D3951F}"/>
              </a:ext>
            </a:extLst>
          </p:cNvPr>
          <p:cNvSpPr>
            <a:spLocks/>
          </p:cNvSpPr>
          <p:nvPr/>
        </p:nvSpPr>
        <p:spPr>
          <a:xfrm>
            <a:off x="242709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8A589386-B131-D8C3-49CF-2A29E2A40301}"/>
              </a:ext>
            </a:extLst>
          </p:cNvPr>
          <p:cNvSpPr>
            <a:spLocks/>
          </p:cNvSpPr>
          <p:nvPr/>
        </p:nvSpPr>
        <p:spPr>
          <a:xfrm>
            <a:off x="2334419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FA64C966-6072-68C8-4FE3-559A1D88BA53}"/>
              </a:ext>
            </a:extLst>
          </p:cNvPr>
          <p:cNvSpPr>
            <a:spLocks/>
          </p:cNvSpPr>
          <p:nvPr/>
        </p:nvSpPr>
        <p:spPr>
          <a:xfrm>
            <a:off x="236944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1D0247C7-5188-FFA7-0D39-78A11510FD93}"/>
              </a:ext>
            </a:extLst>
          </p:cNvPr>
          <p:cNvSpPr>
            <a:spLocks/>
          </p:cNvSpPr>
          <p:nvPr/>
        </p:nvSpPr>
        <p:spPr>
          <a:xfrm>
            <a:off x="23193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50A0F0DA-2104-C4EE-CE08-61233B5B883F}"/>
              </a:ext>
            </a:extLst>
          </p:cNvPr>
          <p:cNvSpPr>
            <a:spLocks/>
          </p:cNvSpPr>
          <p:nvPr/>
        </p:nvSpPr>
        <p:spPr>
          <a:xfrm>
            <a:off x="23781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CB9E2394-82DC-2487-E198-12F4ED9FF6D5}"/>
              </a:ext>
            </a:extLst>
          </p:cNvPr>
          <p:cNvSpPr>
            <a:spLocks/>
          </p:cNvSpPr>
          <p:nvPr/>
        </p:nvSpPr>
        <p:spPr>
          <a:xfrm>
            <a:off x="238708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92DAABF1-97BD-C9AB-7562-C677A16437E8}"/>
              </a:ext>
            </a:extLst>
          </p:cNvPr>
          <p:cNvSpPr>
            <a:spLocks/>
          </p:cNvSpPr>
          <p:nvPr/>
        </p:nvSpPr>
        <p:spPr>
          <a:xfrm>
            <a:off x="23650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18C7C1F2-216A-9C94-E96A-92CBAE92FEFE}"/>
              </a:ext>
            </a:extLst>
          </p:cNvPr>
          <p:cNvSpPr>
            <a:spLocks/>
          </p:cNvSpPr>
          <p:nvPr/>
        </p:nvSpPr>
        <p:spPr>
          <a:xfrm>
            <a:off x="2319012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9FE39358-55BD-43DB-F6B1-325406C3142E}"/>
              </a:ext>
            </a:extLst>
          </p:cNvPr>
          <p:cNvSpPr>
            <a:spLocks/>
          </p:cNvSpPr>
          <p:nvPr/>
        </p:nvSpPr>
        <p:spPr>
          <a:xfrm>
            <a:off x="23481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C702C82C-149B-E4E4-CB2D-8173A56F2CC7}"/>
              </a:ext>
            </a:extLst>
          </p:cNvPr>
          <p:cNvSpPr>
            <a:spLocks/>
          </p:cNvSpPr>
          <p:nvPr/>
        </p:nvSpPr>
        <p:spPr>
          <a:xfrm>
            <a:off x="2418867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2A67FF50-E7CF-EF87-7C62-E556C7BA8D4C}"/>
              </a:ext>
            </a:extLst>
          </p:cNvPr>
          <p:cNvSpPr>
            <a:spLocks/>
          </p:cNvSpPr>
          <p:nvPr/>
        </p:nvSpPr>
        <p:spPr>
          <a:xfrm>
            <a:off x="2316107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FE678DDD-E912-C271-730B-E3180CBBB9C8}"/>
              </a:ext>
            </a:extLst>
          </p:cNvPr>
          <p:cNvSpPr>
            <a:spLocks/>
          </p:cNvSpPr>
          <p:nvPr/>
        </p:nvSpPr>
        <p:spPr>
          <a:xfrm>
            <a:off x="2419722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F433D538-19AC-87F0-DBFC-657E6B060518}"/>
              </a:ext>
            </a:extLst>
          </p:cNvPr>
          <p:cNvSpPr>
            <a:spLocks/>
          </p:cNvSpPr>
          <p:nvPr/>
        </p:nvSpPr>
        <p:spPr>
          <a:xfrm>
            <a:off x="2404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5C23B37-AF13-C186-E0F5-7196AF82CE91}"/>
              </a:ext>
            </a:extLst>
          </p:cNvPr>
          <p:cNvSpPr>
            <a:spLocks/>
          </p:cNvSpPr>
          <p:nvPr/>
        </p:nvSpPr>
        <p:spPr>
          <a:xfrm>
            <a:off x="23276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334B5527-3A2F-D35D-997C-D35631D55408}"/>
              </a:ext>
            </a:extLst>
          </p:cNvPr>
          <p:cNvSpPr>
            <a:spLocks/>
          </p:cNvSpPr>
          <p:nvPr/>
        </p:nvSpPr>
        <p:spPr>
          <a:xfrm>
            <a:off x="2337104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E140BD44-730E-D5AA-C713-8B0E074BDE8E}"/>
              </a:ext>
            </a:extLst>
          </p:cNvPr>
          <p:cNvSpPr>
            <a:spLocks/>
          </p:cNvSpPr>
          <p:nvPr/>
        </p:nvSpPr>
        <p:spPr>
          <a:xfrm>
            <a:off x="243370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F40B7F49-C3C1-C170-13C9-64DF042A5DD8}"/>
              </a:ext>
            </a:extLst>
          </p:cNvPr>
          <p:cNvSpPr>
            <a:spLocks/>
          </p:cNvSpPr>
          <p:nvPr/>
        </p:nvSpPr>
        <p:spPr>
          <a:xfrm>
            <a:off x="2400644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90997FA-0988-356F-6242-DD299D63DAC2}"/>
              </a:ext>
            </a:extLst>
          </p:cNvPr>
          <p:cNvSpPr>
            <a:spLocks/>
          </p:cNvSpPr>
          <p:nvPr/>
        </p:nvSpPr>
        <p:spPr>
          <a:xfrm>
            <a:off x="23338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F367840B-1D88-B663-36BA-1D2A596976A4}"/>
              </a:ext>
            </a:extLst>
          </p:cNvPr>
          <p:cNvSpPr>
            <a:spLocks/>
          </p:cNvSpPr>
          <p:nvPr/>
        </p:nvSpPr>
        <p:spPr>
          <a:xfrm>
            <a:off x="2370277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B8A32B1F-98F6-B56D-F36D-7F8BE722470A}"/>
              </a:ext>
            </a:extLst>
          </p:cNvPr>
          <p:cNvSpPr>
            <a:spLocks/>
          </p:cNvSpPr>
          <p:nvPr/>
        </p:nvSpPr>
        <p:spPr>
          <a:xfrm>
            <a:off x="2400201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25688AAC-1DB1-15FF-8F7E-F8434FB13BD3}"/>
              </a:ext>
            </a:extLst>
          </p:cNvPr>
          <p:cNvSpPr>
            <a:spLocks/>
          </p:cNvSpPr>
          <p:nvPr/>
        </p:nvSpPr>
        <p:spPr>
          <a:xfrm>
            <a:off x="23646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375ECA3A-1C30-8E01-6547-E88C4CD24A3F}"/>
              </a:ext>
            </a:extLst>
          </p:cNvPr>
          <p:cNvSpPr>
            <a:spLocks/>
          </p:cNvSpPr>
          <p:nvPr/>
        </p:nvSpPr>
        <p:spPr>
          <a:xfrm>
            <a:off x="2393288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2DF49B1E-6891-2852-91B1-E2AB3AE11927}"/>
              </a:ext>
            </a:extLst>
          </p:cNvPr>
          <p:cNvSpPr>
            <a:spLocks/>
          </p:cNvSpPr>
          <p:nvPr/>
        </p:nvSpPr>
        <p:spPr>
          <a:xfrm>
            <a:off x="234889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22A96D80-C8E7-130A-5B7E-4096B0C4CC69}"/>
              </a:ext>
            </a:extLst>
          </p:cNvPr>
          <p:cNvSpPr>
            <a:spLocks/>
          </p:cNvSpPr>
          <p:nvPr/>
        </p:nvSpPr>
        <p:spPr>
          <a:xfrm>
            <a:off x="237758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3F5FE567-499E-5271-20AD-01F511E23B0B}"/>
              </a:ext>
            </a:extLst>
          </p:cNvPr>
          <p:cNvSpPr>
            <a:spLocks/>
          </p:cNvSpPr>
          <p:nvPr/>
        </p:nvSpPr>
        <p:spPr>
          <a:xfrm>
            <a:off x="2438866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227295CF-EDB6-CDFC-F081-C9715F3198D5}"/>
              </a:ext>
            </a:extLst>
          </p:cNvPr>
          <p:cNvSpPr>
            <a:spLocks/>
          </p:cNvSpPr>
          <p:nvPr/>
        </p:nvSpPr>
        <p:spPr>
          <a:xfrm>
            <a:off x="235044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37A1118F-0391-B5DC-BFA9-D05162C40759}"/>
              </a:ext>
            </a:extLst>
          </p:cNvPr>
          <p:cNvSpPr>
            <a:spLocks/>
          </p:cNvSpPr>
          <p:nvPr/>
        </p:nvSpPr>
        <p:spPr>
          <a:xfrm>
            <a:off x="2384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51B6C5DB-2C6A-0B0F-A0B3-E3C11DFC09C6}"/>
              </a:ext>
            </a:extLst>
          </p:cNvPr>
          <p:cNvSpPr>
            <a:spLocks/>
          </p:cNvSpPr>
          <p:nvPr/>
        </p:nvSpPr>
        <p:spPr>
          <a:xfrm>
            <a:off x="2429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576DFA0B-46CB-4AFD-12C0-A1DFFE1827D7}"/>
              </a:ext>
            </a:extLst>
          </p:cNvPr>
          <p:cNvSpPr>
            <a:spLocks/>
          </p:cNvSpPr>
          <p:nvPr/>
        </p:nvSpPr>
        <p:spPr>
          <a:xfrm>
            <a:off x="2354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FF946EFB-A06F-C642-F5E1-5D2E01509204}"/>
              </a:ext>
            </a:extLst>
          </p:cNvPr>
          <p:cNvSpPr>
            <a:spLocks/>
          </p:cNvSpPr>
          <p:nvPr/>
        </p:nvSpPr>
        <p:spPr>
          <a:xfrm>
            <a:off x="2354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51348E71-D91A-9C0D-2FDE-C1EFA17CA7BF}"/>
              </a:ext>
            </a:extLst>
          </p:cNvPr>
          <p:cNvSpPr>
            <a:spLocks/>
          </p:cNvSpPr>
          <p:nvPr/>
        </p:nvSpPr>
        <p:spPr>
          <a:xfrm>
            <a:off x="2355621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47D4DFA1-8E4E-54F2-5906-4B9BDFB38662}"/>
              </a:ext>
            </a:extLst>
          </p:cNvPr>
          <p:cNvSpPr>
            <a:spLocks/>
          </p:cNvSpPr>
          <p:nvPr/>
        </p:nvSpPr>
        <p:spPr>
          <a:xfrm>
            <a:off x="24247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D482B047-4B7D-9902-D794-8CA969F20793}"/>
              </a:ext>
            </a:extLst>
          </p:cNvPr>
          <p:cNvSpPr>
            <a:spLocks/>
          </p:cNvSpPr>
          <p:nvPr/>
        </p:nvSpPr>
        <p:spPr>
          <a:xfrm>
            <a:off x="241230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A4B43CCB-74C3-A4FD-3EE3-A537A1DC745C}"/>
              </a:ext>
            </a:extLst>
          </p:cNvPr>
          <p:cNvSpPr>
            <a:spLocks/>
          </p:cNvSpPr>
          <p:nvPr/>
        </p:nvSpPr>
        <p:spPr>
          <a:xfrm>
            <a:off x="2418592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F553AEC-64F6-CEDA-9066-2E75D060C218}"/>
              </a:ext>
            </a:extLst>
          </p:cNvPr>
          <p:cNvSpPr>
            <a:spLocks/>
          </p:cNvSpPr>
          <p:nvPr/>
        </p:nvSpPr>
        <p:spPr>
          <a:xfrm>
            <a:off x="2375603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1C644DC4-0BF7-4744-6202-C7720A1F1A6E}"/>
              </a:ext>
            </a:extLst>
          </p:cNvPr>
          <p:cNvSpPr>
            <a:spLocks/>
          </p:cNvSpPr>
          <p:nvPr/>
        </p:nvSpPr>
        <p:spPr>
          <a:xfrm>
            <a:off x="231896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E644A6-AAF5-2786-D3EE-DD9C5052C960}"/>
              </a:ext>
            </a:extLst>
          </p:cNvPr>
          <p:cNvSpPr>
            <a:spLocks/>
          </p:cNvSpPr>
          <p:nvPr/>
        </p:nvSpPr>
        <p:spPr>
          <a:xfrm>
            <a:off x="2317379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405FA1AF-B8E2-052E-66FB-0627B572C287}"/>
              </a:ext>
            </a:extLst>
          </p:cNvPr>
          <p:cNvSpPr>
            <a:spLocks/>
          </p:cNvSpPr>
          <p:nvPr/>
        </p:nvSpPr>
        <p:spPr>
          <a:xfrm>
            <a:off x="2387491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DAB49948-17B5-93AD-8D8A-ED810A7D67AE}"/>
              </a:ext>
            </a:extLst>
          </p:cNvPr>
          <p:cNvSpPr>
            <a:spLocks/>
          </p:cNvSpPr>
          <p:nvPr/>
        </p:nvSpPr>
        <p:spPr>
          <a:xfrm>
            <a:off x="2392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60D128E0-B2F1-EF2F-937D-48C960E85A5B}"/>
              </a:ext>
            </a:extLst>
          </p:cNvPr>
          <p:cNvSpPr>
            <a:spLocks/>
          </p:cNvSpPr>
          <p:nvPr/>
        </p:nvSpPr>
        <p:spPr>
          <a:xfrm>
            <a:off x="243714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1748D008-FF6D-1767-8C47-0E2FC17FF861}"/>
              </a:ext>
            </a:extLst>
          </p:cNvPr>
          <p:cNvSpPr>
            <a:spLocks/>
          </p:cNvSpPr>
          <p:nvPr/>
        </p:nvSpPr>
        <p:spPr>
          <a:xfrm>
            <a:off x="2339891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069EBC3E-93A4-73F1-7C11-55EB452BFB98}"/>
              </a:ext>
            </a:extLst>
          </p:cNvPr>
          <p:cNvSpPr>
            <a:spLocks/>
          </p:cNvSpPr>
          <p:nvPr/>
        </p:nvSpPr>
        <p:spPr>
          <a:xfrm>
            <a:off x="2420087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6C6D9F4F-EA1E-4491-78BD-A422BBD455A8}"/>
              </a:ext>
            </a:extLst>
          </p:cNvPr>
          <p:cNvSpPr>
            <a:spLocks/>
          </p:cNvSpPr>
          <p:nvPr/>
        </p:nvSpPr>
        <p:spPr>
          <a:xfrm>
            <a:off x="233813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74F4C9E2-26CC-2696-4B8E-2E63D48585B3}"/>
              </a:ext>
            </a:extLst>
          </p:cNvPr>
          <p:cNvSpPr>
            <a:spLocks/>
          </p:cNvSpPr>
          <p:nvPr/>
        </p:nvSpPr>
        <p:spPr>
          <a:xfrm>
            <a:off x="2346764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5FDFA0F7-7C12-DBD6-D95B-328718D0B13F}"/>
              </a:ext>
            </a:extLst>
          </p:cNvPr>
          <p:cNvSpPr>
            <a:spLocks/>
          </p:cNvSpPr>
          <p:nvPr/>
        </p:nvSpPr>
        <p:spPr>
          <a:xfrm>
            <a:off x="26148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61A5A4A1-76F9-2991-85BA-967FECBDCBA7}"/>
              </a:ext>
            </a:extLst>
          </p:cNvPr>
          <p:cNvSpPr>
            <a:spLocks/>
          </p:cNvSpPr>
          <p:nvPr/>
        </p:nvSpPr>
        <p:spPr>
          <a:xfrm>
            <a:off x="2663685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A947C4E3-8C58-0943-F63D-29B9497EAE2B}"/>
              </a:ext>
            </a:extLst>
          </p:cNvPr>
          <p:cNvSpPr>
            <a:spLocks/>
          </p:cNvSpPr>
          <p:nvPr/>
        </p:nvSpPr>
        <p:spPr>
          <a:xfrm>
            <a:off x="26572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D3868923-2EDF-F819-671F-31BB8438C939}"/>
              </a:ext>
            </a:extLst>
          </p:cNvPr>
          <p:cNvSpPr>
            <a:spLocks/>
          </p:cNvSpPr>
          <p:nvPr/>
        </p:nvSpPr>
        <p:spPr>
          <a:xfrm>
            <a:off x="2591165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1F7B4FF7-84C2-9F97-3364-684B0AD16C5C}"/>
              </a:ext>
            </a:extLst>
          </p:cNvPr>
          <p:cNvSpPr>
            <a:spLocks/>
          </p:cNvSpPr>
          <p:nvPr/>
        </p:nvSpPr>
        <p:spPr>
          <a:xfrm>
            <a:off x="2571081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EAB85947-2B27-A808-2CD2-D8F6B646166C}"/>
              </a:ext>
            </a:extLst>
          </p:cNvPr>
          <p:cNvSpPr>
            <a:spLocks/>
          </p:cNvSpPr>
          <p:nvPr/>
        </p:nvSpPr>
        <p:spPr>
          <a:xfrm>
            <a:off x="257989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9F42B682-06D9-9D86-C138-C3F901E95202}"/>
              </a:ext>
            </a:extLst>
          </p:cNvPr>
          <p:cNvSpPr>
            <a:spLocks/>
          </p:cNvSpPr>
          <p:nvPr/>
        </p:nvSpPr>
        <p:spPr>
          <a:xfrm>
            <a:off x="26079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9B02F7B0-7A49-342B-3DB8-9804AE4453D2}"/>
              </a:ext>
            </a:extLst>
          </p:cNvPr>
          <p:cNvSpPr>
            <a:spLocks/>
          </p:cNvSpPr>
          <p:nvPr/>
        </p:nvSpPr>
        <p:spPr>
          <a:xfrm>
            <a:off x="26383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145A4B1D-6B7A-79F5-636E-418EB264EAEC}"/>
              </a:ext>
            </a:extLst>
          </p:cNvPr>
          <p:cNvSpPr>
            <a:spLocks/>
          </p:cNvSpPr>
          <p:nvPr/>
        </p:nvSpPr>
        <p:spPr>
          <a:xfrm>
            <a:off x="2543050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D581EFDE-F2FC-9B9C-F6A5-1E47C5AF4E5C}"/>
              </a:ext>
            </a:extLst>
          </p:cNvPr>
          <p:cNvSpPr>
            <a:spLocks/>
          </p:cNvSpPr>
          <p:nvPr/>
        </p:nvSpPr>
        <p:spPr>
          <a:xfrm>
            <a:off x="263755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D9FC5B96-2790-C136-3F22-092F180E047E}"/>
              </a:ext>
            </a:extLst>
          </p:cNvPr>
          <p:cNvSpPr>
            <a:spLocks/>
          </p:cNvSpPr>
          <p:nvPr/>
        </p:nvSpPr>
        <p:spPr>
          <a:xfrm>
            <a:off x="2541671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484236AE-E737-8B19-E6C3-FA4C47831376}"/>
              </a:ext>
            </a:extLst>
          </p:cNvPr>
          <p:cNvSpPr>
            <a:spLocks/>
          </p:cNvSpPr>
          <p:nvPr/>
        </p:nvSpPr>
        <p:spPr>
          <a:xfrm>
            <a:off x="2632488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C26A93CC-4142-F88A-49B1-25A748594005}"/>
              </a:ext>
            </a:extLst>
          </p:cNvPr>
          <p:cNvSpPr>
            <a:spLocks/>
          </p:cNvSpPr>
          <p:nvPr/>
        </p:nvSpPr>
        <p:spPr>
          <a:xfrm>
            <a:off x="2664474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0127D17E-B43B-151A-2489-D62B94F4E208}"/>
              </a:ext>
            </a:extLst>
          </p:cNvPr>
          <p:cNvSpPr>
            <a:spLocks/>
          </p:cNvSpPr>
          <p:nvPr/>
        </p:nvSpPr>
        <p:spPr>
          <a:xfrm>
            <a:off x="257611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4616455C-361C-6ED0-744B-278838FD428F}"/>
              </a:ext>
            </a:extLst>
          </p:cNvPr>
          <p:cNvSpPr>
            <a:spLocks/>
          </p:cNvSpPr>
          <p:nvPr/>
        </p:nvSpPr>
        <p:spPr>
          <a:xfrm>
            <a:off x="2562871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181640BB-1649-0CE2-2CE5-665BEE744562}"/>
              </a:ext>
            </a:extLst>
          </p:cNvPr>
          <p:cNvSpPr>
            <a:spLocks/>
          </p:cNvSpPr>
          <p:nvPr/>
        </p:nvSpPr>
        <p:spPr>
          <a:xfrm>
            <a:off x="254647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3E906082-3C5D-0E0B-2F17-4AF80E8C417D}"/>
              </a:ext>
            </a:extLst>
          </p:cNvPr>
          <p:cNvSpPr>
            <a:spLocks/>
          </p:cNvSpPr>
          <p:nvPr/>
        </p:nvSpPr>
        <p:spPr>
          <a:xfrm>
            <a:off x="257579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914F5619-8D64-8336-5FF3-C42F6A104BFE}"/>
              </a:ext>
            </a:extLst>
          </p:cNvPr>
          <p:cNvSpPr>
            <a:spLocks/>
          </p:cNvSpPr>
          <p:nvPr/>
        </p:nvSpPr>
        <p:spPr>
          <a:xfrm>
            <a:off x="26705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7FAEC63F-6B0A-F25B-D0EE-AF99DE5D113C}"/>
              </a:ext>
            </a:extLst>
          </p:cNvPr>
          <p:cNvSpPr>
            <a:spLocks/>
          </p:cNvSpPr>
          <p:nvPr/>
        </p:nvSpPr>
        <p:spPr>
          <a:xfrm>
            <a:off x="2577306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BF5248FC-3E41-5B29-676A-2F4F154160A2}"/>
              </a:ext>
            </a:extLst>
          </p:cNvPr>
          <p:cNvSpPr>
            <a:spLocks/>
          </p:cNvSpPr>
          <p:nvPr/>
        </p:nvSpPr>
        <p:spPr>
          <a:xfrm>
            <a:off x="255274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AC2BAA9F-D3E7-EED8-3A6E-EF1F9F419F6C}"/>
              </a:ext>
            </a:extLst>
          </p:cNvPr>
          <p:cNvSpPr>
            <a:spLocks/>
          </p:cNvSpPr>
          <p:nvPr/>
        </p:nvSpPr>
        <p:spPr>
          <a:xfrm>
            <a:off x="2582548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A00D5AC1-55B3-ACFD-D080-5836BBB6FADB}"/>
              </a:ext>
            </a:extLst>
          </p:cNvPr>
          <p:cNvSpPr>
            <a:spLocks/>
          </p:cNvSpPr>
          <p:nvPr/>
        </p:nvSpPr>
        <p:spPr>
          <a:xfrm>
            <a:off x="258769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F8635D38-C5F5-20B4-F927-9E94FC23D3B1}"/>
              </a:ext>
            </a:extLst>
          </p:cNvPr>
          <p:cNvSpPr>
            <a:spLocks/>
          </p:cNvSpPr>
          <p:nvPr/>
        </p:nvSpPr>
        <p:spPr>
          <a:xfrm>
            <a:off x="2653174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09FCA9D5-667A-C8DA-8AB9-EEC493539722}"/>
              </a:ext>
            </a:extLst>
          </p:cNvPr>
          <p:cNvSpPr>
            <a:spLocks/>
          </p:cNvSpPr>
          <p:nvPr/>
        </p:nvSpPr>
        <p:spPr>
          <a:xfrm>
            <a:off x="264373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FC4BFD59-0762-8EF0-1506-7498D9FFF9EF}"/>
              </a:ext>
            </a:extLst>
          </p:cNvPr>
          <p:cNvSpPr>
            <a:spLocks/>
          </p:cNvSpPr>
          <p:nvPr/>
        </p:nvSpPr>
        <p:spPr>
          <a:xfrm>
            <a:off x="253987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7E8A662E-39C7-E4E8-546F-10F76F2DBD8F}"/>
              </a:ext>
            </a:extLst>
          </p:cNvPr>
          <p:cNvSpPr>
            <a:spLocks/>
          </p:cNvSpPr>
          <p:nvPr/>
        </p:nvSpPr>
        <p:spPr>
          <a:xfrm>
            <a:off x="26627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F4B41085-224B-B37E-A118-592E00235870}"/>
              </a:ext>
            </a:extLst>
          </p:cNvPr>
          <p:cNvSpPr>
            <a:spLocks/>
          </p:cNvSpPr>
          <p:nvPr/>
        </p:nvSpPr>
        <p:spPr>
          <a:xfrm>
            <a:off x="2580992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A7644AB0-C865-9040-38D9-A42A498DF101}"/>
              </a:ext>
            </a:extLst>
          </p:cNvPr>
          <p:cNvSpPr>
            <a:spLocks/>
          </p:cNvSpPr>
          <p:nvPr/>
        </p:nvSpPr>
        <p:spPr>
          <a:xfrm>
            <a:off x="2574278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C3A16EFD-7A9B-C466-B5E3-C033BD44D51F}"/>
              </a:ext>
            </a:extLst>
          </p:cNvPr>
          <p:cNvSpPr>
            <a:spLocks/>
          </p:cNvSpPr>
          <p:nvPr/>
        </p:nvSpPr>
        <p:spPr>
          <a:xfrm>
            <a:off x="2609895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76D53CCF-43CF-D2A3-69D8-16B2C16EDCEB}"/>
              </a:ext>
            </a:extLst>
          </p:cNvPr>
          <p:cNvSpPr>
            <a:spLocks/>
          </p:cNvSpPr>
          <p:nvPr/>
        </p:nvSpPr>
        <p:spPr>
          <a:xfrm>
            <a:off x="265758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72023D95-4312-544A-9494-6651BC7370CE}"/>
              </a:ext>
            </a:extLst>
          </p:cNvPr>
          <p:cNvSpPr>
            <a:spLocks/>
          </p:cNvSpPr>
          <p:nvPr/>
        </p:nvSpPr>
        <p:spPr>
          <a:xfrm>
            <a:off x="265397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0644C9FB-ADF3-A190-E883-9597EAAC5B33}"/>
              </a:ext>
            </a:extLst>
          </p:cNvPr>
          <p:cNvSpPr>
            <a:spLocks/>
          </p:cNvSpPr>
          <p:nvPr/>
        </p:nvSpPr>
        <p:spPr>
          <a:xfrm>
            <a:off x="2601815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50BAA1B6-A53B-DB1A-50C7-EC9477A0881B}"/>
              </a:ext>
            </a:extLst>
          </p:cNvPr>
          <p:cNvSpPr>
            <a:spLocks/>
          </p:cNvSpPr>
          <p:nvPr/>
        </p:nvSpPr>
        <p:spPr>
          <a:xfrm>
            <a:off x="264012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48A10E71-5FA9-6190-F9E8-B2F1E0D69AAC}"/>
              </a:ext>
            </a:extLst>
          </p:cNvPr>
          <p:cNvSpPr>
            <a:spLocks/>
          </p:cNvSpPr>
          <p:nvPr/>
        </p:nvSpPr>
        <p:spPr>
          <a:xfrm>
            <a:off x="26588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00A72F86-04C4-F7FD-7387-7E70A08AC701}"/>
              </a:ext>
            </a:extLst>
          </p:cNvPr>
          <p:cNvSpPr>
            <a:spLocks/>
          </p:cNvSpPr>
          <p:nvPr/>
        </p:nvSpPr>
        <p:spPr>
          <a:xfrm>
            <a:off x="261077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127E1F7A-D8B9-3AF2-2817-395ACB44ADB3}"/>
              </a:ext>
            </a:extLst>
          </p:cNvPr>
          <p:cNvSpPr>
            <a:spLocks/>
          </p:cNvSpPr>
          <p:nvPr/>
        </p:nvSpPr>
        <p:spPr>
          <a:xfrm>
            <a:off x="2631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BD321B12-1080-DB66-535A-B60A5DCDA196}"/>
              </a:ext>
            </a:extLst>
          </p:cNvPr>
          <p:cNvSpPr>
            <a:spLocks/>
          </p:cNvSpPr>
          <p:nvPr/>
        </p:nvSpPr>
        <p:spPr>
          <a:xfrm>
            <a:off x="261262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703E8EF3-40CC-7DD9-611C-5FD9798A5B8E}"/>
              </a:ext>
            </a:extLst>
          </p:cNvPr>
          <p:cNvSpPr>
            <a:spLocks/>
          </p:cNvSpPr>
          <p:nvPr/>
        </p:nvSpPr>
        <p:spPr>
          <a:xfrm>
            <a:off x="26318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1EF23C6B-B245-19E0-B87D-43A6A55E61C7}"/>
              </a:ext>
            </a:extLst>
          </p:cNvPr>
          <p:cNvSpPr>
            <a:spLocks/>
          </p:cNvSpPr>
          <p:nvPr/>
        </p:nvSpPr>
        <p:spPr>
          <a:xfrm>
            <a:off x="25747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F0B747F5-AEEC-F757-FF70-A621A7B00EE0}"/>
              </a:ext>
            </a:extLst>
          </p:cNvPr>
          <p:cNvSpPr>
            <a:spLocks/>
          </p:cNvSpPr>
          <p:nvPr/>
        </p:nvSpPr>
        <p:spPr>
          <a:xfrm>
            <a:off x="2650265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966B3749-B6C6-C28C-61F6-43DE92C83848}"/>
              </a:ext>
            </a:extLst>
          </p:cNvPr>
          <p:cNvSpPr>
            <a:spLocks/>
          </p:cNvSpPr>
          <p:nvPr/>
        </p:nvSpPr>
        <p:spPr>
          <a:xfrm>
            <a:off x="2601330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C60550E0-B132-60DA-8A51-1A3D32D67DC1}"/>
              </a:ext>
            </a:extLst>
          </p:cNvPr>
          <p:cNvSpPr>
            <a:spLocks/>
          </p:cNvSpPr>
          <p:nvPr/>
        </p:nvSpPr>
        <p:spPr>
          <a:xfrm>
            <a:off x="265761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2B785B99-BC96-B586-F5AB-AC488E85662D}"/>
              </a:ext>
            </a:extLst>
          </p:cNvPr>
          <p:cNvSpPr>
            <a:spLocks/>
          </p:cNvSpPr>
          <p:nvPr/>
        </p:nvSpPr>
        <p:spPr>
          <a:xfrm>
            <a:off x="262782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0924125E-7305-687B-1ACB-60C07078F057}"/>
              </a:ext>
            </a:extLst>
          </p:cNvPr>
          <p:cNvSpPr>
            <a:spLocks/>
          </p:cNvSpPr>
          <p:nvPr/>
        </p:nvSpPr>
        <p:spPr>
          <a:xfrm>
            <a:off x="2559733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B40D880-F890-841E-1D88-F4CC09DD940B}"/>
              </a:ext>
            </a:extLst>
          </p:cNvPr>
          <p:cNvSpPr>
            <a:spLocks/>
          </p:cNvSpPr>
          <p:nvPr/>
        </p:nvSpPr>
        <p:spPr>
          <a:xfrm>
            <a:off x="26393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1C5AE596-9116-59C7-F46D-DE4F8C4D7BD9}"/>
              </a:ext>
            </a:extLst>
          </p:cNvPr>
          <p:cNvSpPr>
            <a:spLocks/>
          </p:cNvSpPr>
          <p:nvPr/>
        </p:nvSpPr>
        <p:spPr>
          <a:xfrm>
            <a:off x="263672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62B90A01-C866-2919-E603-E2A4DC11B1CB}"/>
              </a:ext>
            </a:extLst>
          </p:cNvPr>
          <p:cNvSpPr>
            <a:spLocks/>
          </p:cNvSpPr>
          <p:nvPr/>
        </p:nvSpPr>
        <p:spPr>
          <a:xfrm>
            <a:off x="2597198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A6F728EB-C109-25A9-EE23-107FF4789E48}"/>
              </a:ext>
            </a:extLst>
          </p:cNvPr>
          <p:cNvSpPr>
            <a:spLocks/>
          </p:cNvSpPr>
          <p:nvPr/>
        </p:nvSpPr>
        <p:spPr>
          <a:xfrm>
            <a:off x="265163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C7AE4460-027D-4789-0E03-AD57DD93BBFC}"/>
              </a:ext>
            </a:extLst>
          </p:cNvPr>
          <p:cNvSpPr>
            <a:spLocks/>
          </p:cNvSpPr>
          <p:nvPr/>
        </p:nvSpPr>
        <p:spPr>
          <a:xfrm>
            <a:off x="26287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FD7F490-0F25-78CC-8958-6BF423E1D177}"/>
              </a:ext>
            </a:extLst>
          </p:cNvPr>
          <p:cNvSpPr>
            <a:spLocks/>
          </p:cNvSpPr>
          <p:nvPr/>
        </p:nvSpPr>
        <p:spPr>
          <a:xfrm>
            <a:off x="2560111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1AB21C21-89AF-3F9A-B90C-4C99743EEBB5}"/>
              </a:ext>
            </a:extLst>
          </p:cNvPr>
          <p:cNvSpPr>
            <a:spLocks/>
          </p:cNvSpPr>
          <p:nvPr/>
        </p:nvSpPr>
        <p:spPr>
          <a:xfrm>
            <a:off x="2668896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65DB8536-A9A1-A212-0557-B1CE4610581E}"/>
              </a:ext>
            </a:extLst>
          </p:cNvPr>
          <p:cNvSpPr>
            <a:spLocks/>
          </p:cNvSpPr>
          <p:nvPr/>
        </p:nvSpPr>
        <p:spPr>
          <a:xfrm>
            <a:off x="2608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3D01EF91-6301-D7D3-DD62-6C91348950D0}"/>
              </a:ext>
            </a:extLst>
          </p:cNvPr>
          <p:cNvSpPr>
            <a:spLocks/>
          </p:cNvSpPr>
          <p:nvPr/>
        </p:nvSpPr>
        <p:spPr>
          <a:xfrm>
            <a:off x="2556898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738053F0-124F-8659-33DD-B36EAD17E065}"/>
              </a:ext>
            </a:extLst>
          </p:cNvPr>
          <p:cNvSpPr>
            <a:spLocks/>
          </p:cNvSpPr>
          <p:nvPr/>
        </p:nvSpPr>
        <p:spPr>
          <a:xfrm>
            <a:off x="2571177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E5A6AB85-EE3D-D843-027F-9663D2128768}"/>
              </a:ext>
            </a:extLst>
          </p:cNvPr>
          <p:cNvSpPr>
            <a:spLocks/>
          </p:cNvSpPr>
          <p:nvPr/>
        </p:nvSpPr>
        <p:spPr>
          <a:xfrm>
            <a:off x="2644954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39D8DDC5-2123-2B81-AEAC-73B60347347D}"/>
              </a:ext>
            </a:extLst>
          </p:cNvPr>
          <p:cNvSpPr>
            <a:spLocks/>
          </p:cNvSpPr>
          <p:nvPr/>
        </p:nvSpPr>
        <p:spPr>
          <a:xfrm>
            <a:off x="2676445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7DE33944-1C6A-36BF-E506-3D2069CBE3A1}"/>
              </a:ext>
            </a:extLst>
          </p:cNvPr>
          <p:cNvSpPr>
            <a:spLocks/>
          </p:cNvSpPr>
          <p:nvPr/>
        </p:nvSpPr>
        <p:spPr>
          <a:xfrm>
            <a:off x="2633951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8F4ABEA3-346B-E6C2-1026-FA2ECB0564E3}"/>
              </a:ext>
            </a:extLst>
          </p:cNvPr>
          <p:cNvSpPr>
            <a:spLocks/>
          </p:cNvSpPr>
          <p:nvPr/>
        </p:nvSpPr>
        <p:spPr>
          <a:xfrm>
            <a:off x="262993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987FFCD-977F-9760-372F-928C0DEF46D0}"/>
              </a:ext>
            </a:extLst>
          </p:cNvPr>
          <p:cNvSpPr>
            <a:spLocks/>
          </p:cNvSpPr>
          <p:nvPr/>
        </p:nvSpPr>
        <p:spPr>
          <a:xfrm>
            <a:off x="2604303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A0B4058-7E7F-4F92-618D-2FE02FDB6E5F}"/>
              </a:ext>
            </a:extLst>
          </p:cNvPr>
          <p:cNvSpPr>
            <a:spLocks/>
          </p:cNvSpPr>
          <p:nvPr/>
        </p:nvSpPr>
        <p:spPr>
          <a:xfrm>
            <a:off x="261592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BF83C178-E54F-7937-4D11-31C54C2B7C32}"/>
              </a:ext>
            </a:extLst>
          </p:cNvPr>
          <p:cNvSpPr>
            <a:spLocks/>
          </p:cNvSpPr>
          <p:nvPr/>
        </p:nvSpPr>
        <p:spPr>
          <a:xfrm>
            <a:off x="259278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769CCB2F-C4B9-DDB3-3DBC-C715AB833BD6}"/>
              </a:ext>
            </a:extLst>
          </p:cNvPr>
          <p:cNvSpPr>
            <a:spLocks/>
          </p:cNvSpPr>
          <p:nvPr/>
        </p:nvSpPr>
        <p:spPr>
          <a:xfrm>
            <a:off x="259198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18D76959-5268-F4CD-6E64-D3A24ECA3EDE}"/>
              </a:ext>
            </a:extLst>
          </p:cNvPr>
          <p:cNvSpPr>
            <a:spLocks/>
          </p:cNvSpPr>
          <p:nvPr/>
        </p:nvSpPr>
        <p:spPr>
          <a:xfrm>
            <a:off x="26632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1BF84F70-5A4B-D2F2-1413-30BC9712F371}"/>
              </a:ext>
            </a:extLst>
          </p:cNvPr>
          <p:cNvSpPr>
            <a:spLocks/>
          </p:cNvSpPr>
          <p:nvPr/>
        </p:nvSpPr>
        <p:spPr>
          <a:xfrm>
            <a:off x="2640336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6FEA1AB-3C5E-FCDE-404C-C57A775D2172}"/>
              </a:ext>
            </a:extLst>
          </p:cNvPr>
          <p:cNvSpPr>
            <a:spLocks/>
          </p:cNvSpPr>
          <p:nvPr/>
        </p:nvSpPr>
        <p:spPr>
          <a:xfrm>
            <a:off x="2604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4CD7FAE5-821B-7A2F-844B-06DF295527D8}"/>
              </a:ext>
            </a:extLst>
          </p:cNvPr>
          <p:cNvSpPr>
            <a:spLocks/>
          </p:cNvSpPr>
          <p:nvPr/>
        </p:nvSpPr>
        <p:spPr>
          <a:xfrm>
            <a:off x="2589439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70937EE4-7C26-C19C-0521-51B9FCF625DE}"/>
              </a:ext>
            </a:extLst>
          </p:cNvPr>
          <p:cNvSpPr>
            <a:spLocks/>
          </p:cNvSpPr>
          <p:nvPr/>
        </p:nvSpPr>
        <p:spPr>
          <a:xfrm>
            <a:off x="2591152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418F455-6018-CA25-B7CB-21DC2F9646A5}"/>
              </a:ext>
            </a:extLst>
          </p:cNvPr>
          <p:cNvSpPr>
            <a:spLocks/>
          </p:cNvSpPr>
          <p:nvPr/>
        </p:nvSpPr>
        <p:spPr>
          <a:xfrm>
            <a:off x="26721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93F27187-4FD1-0726-598D-456D411D180F}"/>
              </a:ext>
            </a:extLst>
          </p:cNvPr>
          <p:cNvSpPr>
            <a:spLocks/>
          </p:cNvSpPr>
          <p:nvPr/>
        </p:nvSpPr>
        <p:spPr>
          <a:xfrm>
            <a:off x="263086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706234AF-816C-7CE9-9836-8264C9A6E8EC}"/>
              </a:ext>
            </a:extLst>
          </p:cNvPr>
          <p:cNvSpPr>
            <a:spLocks/>
          </p:cNvSpPr>
          <p:nvPr/>
        </p:nvSpPr>
        <p:spPr>
          <a:xfrm>
            <a:off x="2575898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5B83E839-37C4-5DB8-6980-40B5D0457BFE}"/>
              </a:ext>
            </a:extLst>
          </p:cNvPr>
          <p:cNvSpPr>
            <a:spLocks/>
          </p:cNvSpPr>
          <p:nvPr/>
        </p:nvSpPr>
        <p:spPr>
          <a:xfrm>
            <a:off x="266966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8EC9645E-6351-D3BC-55B9-CA2F56F968B3}"/>
              </a:ext>
            </a:extLst>
          </p:cNvPr>
          <p:cNvSpPr>
            <a:spLocks/>
          </p:cNvSpPr>
          <p:nvPr/>
        </p:nvSpPr>
        <p:spPr>
          <a:xfrm>
            <a:off x="2620721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C227587F-7A74-5369-D240-3CCF8F01E332}"/>
              </a:ext>
            </a:extLst>
          </p:cNvPr>
          <p:cNvSpPr>
            <a:spLocks/>
          </p:cNvSpPr>
          <p:nvPr/>
        </p:nvSpPr>
        <p:spPr>
          <a:xfrm>
            <a:off x="2568678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7FF4978A-3B7C-779D-4A83-9660C129AF97}"/>
              </a:ext>
            </a:extLst>
          </p:cNvPr>
          <p:cNvSpPr>
            <a:spLocks/>
          </p:cNvSpPr>
          <p:nvPr/>
        </p:nvSpPr>
        <p:spPr>
          <a:xfrm>
            <a:off x="26313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9DCE9572-1659-9E1E-366F-4CAA00875CB9}"/>
              </a:ext>
            </a:extLst>
          </p:cNvPr>
          <p:cNvSpPr>
            <a:spLocks/>
          </p:cNvSpPr>
          <p:nvPr/>
        </p:nvSpPr>
        <p:spPr>
          <a:xfrm>
            <a:off x="2657126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ED3A1E41-DA7D-0E04-87AD-97E0DD7B196C}"/>
              </a:ext>
            </a:extLst>
          </p:cNvPr>
          <p:cNvSpPr>
            <a:spLocks/>
          </p:cNvSpPr>
          <p:nvPr/>
        </p:nvSpPr>
        <p:spPr>
          <a:xfrm>
            <a:off x="2577125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8ABFEDE1-C66C-D72E-406D-867F7D68DC09}"/>
              </a:ext>
            </a:extLst>
          </p:cNvPr>
          <p:cNvSpPr>
            <a:spLocks/>
          </p:cNvSpPr>
          <p:nvPr/>
        </p:nvSpPr>
        <p:spPr>
          <a:xfrm>
            <a:off x="257353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B234BA4-AD82-58D7-2636-EDC7A071DDF1}"/>
              </a:ext>
            </a:extLst>
          </p:cNvPr>
          <p:cNvSpPr>
            <a:spLocks/>
          </p:cNvSpPr>
          <p:nvPr/>
        </p:nvSpPr>
        <p:spPr>
          <a:xfrm>
            <a:off x="2629139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D4766343-6AA4-8A9D-52D5-A1747B0CEB1B}"/>
              </a:ext>
            </a:extLst>
          </p:cNvPr>
          <p:cNvSpPr>
            <a:spLocks/>
          </p:cNvSpPr>
          <p:nvPr/>
        </p:nvSpPr>
        <p:spPr>
          <a:xfrm>
            <a:off x="2663528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37ABA4DE-29DC-AFCC-D6BA-519CADDE722F}"/>
              </a:ext>
            </a:extLst>
          </p:cNvPr>
          <p:cNvSpPr>
            <a:spLocks/>
          </p:cNvSpPr>
          <p:nvPr/>
        </p:nvSpPr>
        <p:spPr>
          <a:xfrm>
            <a:off x="2545172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7EA29D83-843F-6BB4-5B57-166BC7B97E93}"/>
              </a:ext>
            </a:extLst>
          </p:cNvPr>
          <p:cNvSpPr>
            <a:spLocks/>
          </p:cNvSpPr>
          <p:nvPr/>
        </p:nvSpPr>
        <p:spPr>
          <a:xfrm>
            <a:off x="261742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0E31FFAC-E3BC-55B0-481B-357F30040D33}"/>
              </a:ext>
            </a:extLst>
          </p:cNvPr>
          <p:cNvSpPr>
            <a:spLocks/>
          </p:cNvSpPr>
          <p:nvPr/>
        </p:nvSpPr>
        <p:spPr>
          <a:xfrm>
            <a:off x="2590808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6A778F4F-1157-7953-965D-23516486D1D0}"/>
              </a:ext>
            </a:extLst>
          </p:cNvPr>
          <p:cNvSpPr>
            <a:spLocks/>
          </p:cNvSpPr>
          <p:nvPr/>
        </p:nvSpPr>
        <p:spPr>
          <a:xfrm>
            <a:off x="2567144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1FF21F77-6E3D-DE74-6681-A09EEFFF7D68}"/>
              </a:ext>
            </a:extLst>
          </p:cNvPr>
          <p:cNvSpPr>
            <a:spLocks/>
          </p:cNvSpPr>
          <p:nvPr/>
        </p:nvSpPr>
        <p:spPr>
          <a:xfrm>
            <a:off x="2618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E78696ED-7939-0326-A1D1-81A7D3DA6982}"/>
              </a:ext>
            </a:extLst>
          </p:cNvPr>
          <p:cNvSpPr>
            <a:spLocks/>
          </p:cNvSpPr>
          <p:nvPr/>
        </p:nvSpPr>
        <p:spPr>
          <a:xfrm>
            <a:off x="261070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FC2D025D-1FE5-5845-EA40-29AC9D7DC5B6}"/>
              </a:ext>
            </a:extLst>
          </p:cNvPr>
          <p:cNvSpPr>
            <a:spLocks/>
          </p:cNvSpPr>
          <p:nvPr/>
        </p:nvSpPr>
        <p:spPr>
          <a:xfrm>
            <a:off x="2564712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D9C853A1-DFCC-7879-F487-74AD3FAA8E29}"/>
              </a:ext>
            </a:extLst>
          </p:cNvPr>
          <p:cNvSpPr>
            <a:spLocks/>
          </p:cNvSpPr>
          <p:nvPr/>
        </p:nvSpPr>
        <p:spPr>
          <a:xfrm>
            <a:off x="259270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C615486F-247D-9B60-0E20-D7B698E426FB}"/>
              </a:ext>
            </a:extLst>
          </p:cNvPr>
          <p:cNvSpPr>
            <a:spLocks/>
          </p:cNvSpPr>
          <p:nvPr/>
        </p:nvSpPr>
        <p:spPr>
          <a:xfrm>
            <a:off x="253979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8CBBD5B2-E2BC-BDED-22A1-E019F0AE0C22}"/>
              </a:ext>
            </a:extLst>
          </p:cNvPr>
          <p:cNvSpPr>
            <a:spLocks/>
          </p:cNvSpPr>
          <p:nvPr/>
        </p:nvSpPr>
        <p:spPr>
          <a:xfrm>
            <a:off x="2586055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794B2779-321F-EE20-1618-4EE283D17358}"/>
              </a:ext>
            </a:extLst>
          </p:cNvPr>
          <p:cNvSpPr>
            <a:spLocks/>
          </p:cNvSpPr>
          <p:nvPr/>
        </p:nvSpPr>
        <p:spPr>
          <a:xfrm>
            <a:off x="2620295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E7B4579A-7E76-D473-4994-7303DD68E297}"/>
              </a:ext>
            </a:extLst>
          </p:cNvPr>
          <p:cNvSpPr>
            <a:spLocks/>
          </p:cNvSpPr>
          <p:nvPr/>
        </p:nvSpPr>
        <p:spPr>
          <a:xfrm>
            <a:off x="257150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BF214C72-B01F-84F0-9861-FF92B69CB465}"/>
              </a:ext>
            </a:extLst>
          </p:cNvPr>
          <p:cNvSpPr>
            <a:spLocks/>
          </p:cNvSpPr>
          <p:nvPr/>
        </p:nvSpPr>
        <p:spPr>
          <a:xfrm>
            <a:off x="2665977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0C81EE9-516A-1A37-8E3A-662391F28879}"/>
              </a:ext>
            </a:extLst>
          </p:cNvPr>
          <p:cNvSpPr>
            <a:spLocks/>
          </p:cNvSpPr>
          <p:nvPr/>
        </p:nvSpPr>
        <p:spPr>
          <a:xfrm>
            <a:off x="26401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54CDB24A-1BD7-8715-03C0-066F48EEEE21}"/>
              </a:ext>
            </a:extLst>
          </p:cNvPr>
          <p:cNvSpPr>
            <a:spLocks/>
          </p:cNvSpPr>
          <p:nvPr/>
        </p:nvSpPr>
        <p:spPr>
          <a:xfrm>
            <a:off x="2643094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F7001FAE-0778-43E0-B17B-7C667660EB31}"/>
              </a:ext>
            </a:extLst>
          </p:cNvPr>
          <p:cNvSpPr>
            <a:spLocks/>
          </p:cNvSpPr>
          <p:nvPr/>
        </p:nvSpPr>
        <p:spPr>
          <a:xfrm>
            <a:off x="254680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62AE0E9-1DF0-80A1-5407-C8A66791D268}"/>
              </a:ext>
            </a:extLst>
          </p:cNvPr>
          <p:cNvSpPr>
            <a:spLocks/>
          </p:cNvSpPr>
          <p:nvPr/>
        </p:nvSpPr>
        <p:spPr>
          <a:xfrm>
            <a:off x="2546825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A321F9A1-F76D-C96E-24EE-5651FE963483}"/>
              </a:ext>
            </a:extLst>
          </p:cNvPr>
          <p:cNvSpPr>
            <a:spLocks/>
          </p:cNvSpPr>
          <p:nvPr/>
        </p:nvSpPr>
        <p:spPr>
          <a:xfrm>
            <a:off x="266079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AFB6B09D-A96A-056B-C53D-B6796D9748DA}"/>
              </a:ext>
            </a:extLst>
          </p:cNvPr>
          <p:cNvSpPr>
            <a:spLocks/>
          </p:cNvSpPr>
          <p:nvPr/>
        </p:nvSpPr>
        <p:spPr>
          <a:xfrm>
            <a:off x="255094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F2BA3916-98EA-D907-D47D-9950BE0E1909}"/>
              </a:ext>
            </a:extLst>
          </p:cNvPr>
          <p:cNvSpPr>
            <a:spLocks/>
          </p:cNvSpPr>
          <p:nvPr/>
        </p:nvSpPr>
        <p:spPr>
          <a:xfrm>
            <a:off x="2593690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2F05BA90-50C4-7F87-56CF-71A9D439B86A}"/>
              </a:ext>
            </a:extLst>
          </p:cNvPr>
          <p:cNvSpPr>
            <a:spLocks/>
          </p:cNvSpPr>
          <p:nvPr/>
        </p:nvSpPr>
        <p:spPr>
          <a:xfrm>
            <a:off x="2572474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A9597B5-92FA-1400-5239-1D5E1C23E54A}"/>
              </a:ext>
            </a:extLst>
          </p:cNvPr>
          <p:cNvSpPr>
            <a:spLocks/>
          </p:cNvSpPr>
          <p:nvPr/>
        </p:nvSpPr>
        <p:spPr>
          <a:xfrm>
            <a:off x="258702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AA48B588-1F63-0C2C-0D3F-CA80C609E494}"/>
              </a:ext>
            </a:extLst>
          </p:cNvPr>
          <p:cNvSpPr>
            <a:spLocks/>
          </p:cNvSpPr>
          <p:nvPr/>
        </p:nvSpPr>
        <p:spPr>
          <a:xfrm>
            <a:off x="2644897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569FC7F1-498C-1003-BA3A-853953321023}"/>
              </a:ext>
            </a:extLst>
          </p:cNvPr>
          <p:cNvSpPr>
            <a:spLocks/>
          </p:cNvSpPr>
          <p:nvPr/>
        </p:nvSpPr>
        <p:spPr>
          <a:xfrm>
            <a:off x="259189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3D535BB-C9AB-FE6B-11DD-7CECACE2F009}"/>
              </a:ext>
            </a:extLst>
          </p:cNvPr>
          <p:cNvSpPr>
            <a:spLocks/>
          </p:cNvSpPr>
          <p:nvPr/>
        </p:nvSpPr>
        <p:spPr>
          <a:xfrm>
            <a:off x="258820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533033A2-09D7-AF81-A18E-2620885AEF6B}"/>
              </a:ext>
            </a:extLst>
          </p:cNvPr>
          <p:cNvSpPr>
            <a:spLocks/>
          </p:cNvSpPr>
          <p:nvPr/>
        </p:nvSpPr>
        <p:spPr>
          <a:xfrm>
            <a:off x="2558509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5636AE7C-D600-97FC-9E17-86BC715075F5}"/>
              </a:ext>
            </a:extLst>
          </p:cNvPr>
          <p:cNvSpPr>
            <a:spLocks/>
          </p:cNvSpPr>
          <p:nvPr/>
        </p:nvSpPr>
        <p:spPr>
          <a:xfrm>
            <a:off x="259782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8E83F089-25F3-C510-46BF-69B45DDDE1C6}"/>
              </a:ext>
            </a:extLst>
          </p:cNvPr>
          <p:cNvSpPr>
            <a:spLocks/>
          </p:cNvSpPr>
          <p:nvPr/>
        </p:nvSpPr>
        <p:spPr>
          <a:xfrm>
            <a:off x="26659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0599A2BF-11EF-5AFE-8163-8401970556B1}"/>
              </a:ext>
            </a:extLst>
          </p:cNvPr>
          <p:cNvSpPr>
            <a:spLocks/>
          </p:cNvSpPr>
          <p:nvPr/>
        </p:nvSpPr>
        <p:spPr>
          <a:xfrm>
            <a:off x="2676320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BE690AB5-958B-8A35-EAAD-0CBE1A5C64D8}"/>
              </a:ext>
            </a:extLst>
          </p:cNvPr>
          <p:cNvSpPr>
            <a:spLocks/>
          </p:cNvSpPr>
          <p:nvPr/>
        </p:nvSpPr>
        <p:spPr>
          <a:xfrm>
            <a:off x="2575790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E57300CE-651B-1766-F9DD-920BEA775B9B}"/>
              </a:ext>
            </a:extLst>
          </p:cNvPr>
          <p:cNvSpPr>
            <a:spLocks/>
          </p:cNvSpPr>
          <p:nvPr/>
        </p:nvSpPr>
        <p:spPr>
          <a:xfrm>
            <a:off x="26590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FB8F188C-B0BA-FCBE-9650-726CB1F4CEBF}"/>
              </a:ext>
            </a:extLst>
          </p:cNvPr>
          <p:cNvSpPr>
            <a:spLocks/>
          </p:cNvSpPr>
          <p:nvPr/>
        </p:nvSpPr>
        <p:spPr>
          <a:xfrm>
            <a:off x="263727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18697C4D-1BEA-8D3B-E763-DD760126E748}"/>
              </a:ext>
            </a:extLst>
          </p:cNvPr>
          <p:cNvSpPr>
            <a:spLocks/>
          </p:cNvSpPr>
          <p:nvPr/>
        </p:nvSpPr>
        <p:spPr>
          <a:xfrm>
            <a:off x="255304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A976EB98-EB68-995A-0631-D0A71A9F92EC}"/>
              </a:ext>
            </a:extLst>
          </p:cNvPr>
          <p:cNvSpPr>
            <a:spLocks/>
          </p:cNvSpPr>
          <p:nvPr/>
        </p:nvSpPr>
        <p:spPr>
          <a:xfrm>
            <a:off x="2548665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414179A3-34BD-6E55-5E5C-E684CBC71D68}"/>
              </a:ext>
            </a:extLst>
          </p:cNvPr>
          <p:cNvSpPr>
            <a:spLocks/>
          </p:cNvSpPr>
          <p:nvPr/>
        </p:nvSpPr>
        <p:spPr>
          <a:xfrm>
            <a:off x="256629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46D94DED-F1B2-6A91-6C49-3A8837688986}"/>
              </a:ext>
            </a:extLst>
          </p:cNvPr>
          <p:cNvSpPr>
            <a:spLocks/>
          </p:cNvSpPr>
          <p:nvPr/>
        </p:nvSpPr>
        <p:spPr>
          <a:xfrm>
            <a:off x="2603606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DBA44755-8E34-DDFE-39F3-B62FEB1F4352}"/>
              </a:ext>
            </a:extLst>
          </p:cNvPr>
          <p:cNvSpPr>
            <a:spLocks/>
          </p:cNvSpPr>
          <p:nvPr/>
        </p:nvSpPr>
        <p:spPr>
          <a:xfrm>
            <a:off x="266536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5B7082FC-C9FC-A091-3805-C051992AD734}"/>
              </a:ext>
            </a:extLst>
          </p:cNvPr>
          <p:cNvSpPr>
            <a:spLocks/>
          </p:cNvSpPr>
          <p:nvPr/>
        </p:nvSpPr>
        <p:spPr>
          <a:xfrm>
            <a:off x="2545377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2578F2DF-54A7-BEE7-0F0A-FE88330DC558}"/>
              </a:ext>
            </a:extLst>
          </p:cNvPr>
          <p:cNvSpPr>
            <a:spLocks/>
          </p:cNvSpPr>
          <p:nvPr/>
        </p:nvSpPr>
        <p:spPr>
          <a:xfrm>
            <a:off x="255737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F450695D-60EE-D342-D560-D6E0D6A02B93}"/>
              </a:ext>
            </a:extLst>
          </p:cNvPr>
          <p:cNvSpPr>
            <a:spLocks/>
          </p:cNvSpPr>
          <p:nvPr/>
        </p:nvSpPr>
        <p:spPr>
          <a:xfrm>
            <a:off x="25556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F7562799-2AC1-2320-A4C7-59FFCE711381}"/>
              </a:ext>
            </a:extLst>
          </p:cNvPr>
          <p:cNvSpPr>
            <a:spLocks/>
          </p:cNvSpPr>
          <p:nvPr/>
        </p:nvSpPr>
        <p:spPr>
          <a:xfrm>
            <a:off x="260603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8CCA42EE-35B0-323A-BFFD-EFC8B7FEFDBE}"/>
              </a:ext>
            </a:extLst>
          </p:cNvPr>
          <p:cNvSpPr>
            <a:spLocks/>
          </p:cNvSpPr>
          <p:nvPr/>
        </p:nvSpPr>
        <p:spPr>
          <a:xfrm>
            <a:off x="25492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28119FA4-7D08-736E-796F-460E60F66B1F}"/>
              </a:ext>
            </a:extLst>
          </p:cNvPr>
          <p:cNvSpPr>
            <a:spLocks/>
          </p:cNvSpPr>
          <p:nvPr/>
        </p:nvSpPr>
        <p:spPr>
          <a:xfrm>
            <a:off x="2609180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8A84C496-6CEC-E96D-10C4-49FBABC14FF7}"/>
              </a:ext>
            </a:extLst>
          </p:cNvPr>
          <p:cNvSpPr>
            <a:spLocks/>
          </p:cNvSpPr>
          <p:nvPr/>
        </p:nvSpPr>
        <p:spPr>
          <a:xfrm>
            <a:off x="2592008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DE27A009-73BF-8F43-1389-42B9BD2CD797}"/>
              </a:ext>
            </a:extLst>
          </p:cNvPr>
          <p:cNvSpPr>
            <a:spLocks/>
          </p:cNvSpPr>
          <p:nvPr/>
        </p:nvSpPr>
        <p:spPr>
          <a:xfrm>
            <a:off x="2609143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5ADA3A85-CD84-A60E-42F6-6F81F006D21E}"/>
              </a:ext>
            </a:extLst>
          </p:cNvPr>
          <p:cNvSpPr>
            <a:spLocks/>
          </p:cNvSpPr>
          <p:nvPr/>
        </p:nvSpPr>
        <p:spPr>
          <a:xfrm>
            <a:off x="262703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4696C1AB-AFD9-683A-E723-3524EFFE46CF}"/>
              </a:ext>
            </a:extLst>
          </p:cNvPr>
          <p:cNvSpPr>
            <a:spLocks/>
          </p:cNvSpPr>
          <p:nvPr/>
        </p:nvSpPr>
        <p:spPr>
          <a:xfrm>
            <a:off x="26486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60DE227-B230-3C96-7E70-BFD76BB00923}"/>
              </a:ext>
            </a:extLst>
          </p:cNvPr>
          <p:cNvSpPr>
            <a:spLocks/>
          </p:cNvSpPr>
          <p:nvPr/>
        </p:nvSpPr>
        <p:spPr>
          <a:xfrm>
            <a:off x="2625444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1AACC14-A24A-063A-AC22-3A46CD5B5CD7}"/>
              </a:ext>
            </a:extLst>
          </p:cNvPr>
          <p:cNvSpPr>
            <a:spLocks/>
          </p:cNvSpPr>
          <p:nvPr/>
        </p:nvSpPr>
        <p:spPr>
          <a:xfrm>
            <a:off x="25545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0807FC2A-5A81-3E6C-1606-E5D0EF77C880}"/>
              </a:ext>
            </a:extLst>
          </p:cNvPr>
          <p:cNvSpPr>
            <a:spLocks/>
          </p:cNvSpPr>
          <p:nvPr/>
        </p:nvSpPr>
        <p:spPr>
          <a:xfrm>
            <a:off x="266027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22FB28E5-FF90-EB37-6785-523561BF04C3}"/>
              </a:ext>
            </a:extLst>
          </p:cNvPr>
          <p:cNvSpPr>
            <a:spLocks/>
          </p:cNvSpPr>
          <p:nvPr/>
        </p:nvSpPr>
        <p:spPr>
          <a:xfrm>
            <a:off x="26758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A4D0FA4-5FFA-5BFB-0B65-D3F517F2C51C}"/>
              </a:ext>
            </a:extLst>
          </p:cNvPr>
          <p:cNvSpPr>
            <a:spLocks/>
          </p:cNvSpPr>
          <p:nvPr/>
        </p:nvSpPr>
        <p:spPr>
          <a:xfrm>
            <a:off x="2657197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D171957C-3056-5AD4-FD5A-8B9BB2D770FE}"/>
              </a:ext>
            </a:extLst>
          </p:cNvPr>
          <p:cNvSpPr>
            <a:spLocks/>
          </p:cNvSpPr>
          <p:nvPr/>
        </p:nvSpPr>
        <p:spPr>
          <a:xfrm>
            <a:off x="267442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8815B1A7-9D32-58A1-0308-811705C41907}"/>
              </a:ext>
            </a:extLst>
          </p:cNvPr>
          <p:cNvSpPr>
            <a:spLocks/>
          </p:cNvSpPr>
          <p:nvPr/>
        </p:nvSpPr>
        <p:spPr>
          <a:xfrm>
            <a:off x="26287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96008132-9C36-C444-2036-62EE8CFB2B9C}"/>
              </a:ext>
            </a:extLst>
          </p:cNvPr>
          <p:cNvSpPr>
            <a:spLocks/>
          </p:cNvSpPr>
          <p:nvPr/>
        </p:nvSpPr>
        <p:spPr>
          <a:xfrm>
            <a:off x="2574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EB761CC5-D297-7308-604E-0184706452C4}"/>
              </a:ext>
            </a:extLst>
          </p:cNvPr>
          <p:cNvSpPr>
            <a:spLocks/>
          </p:cNvSpPr>
          <p:nvPr/>
        </p:nvSpPr>
        <p:spPr>
          <a:xfrm>
            <a:off x="2591319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C6E8FC4-14C1-9C55-F89E-3EA7B0550D9F}"/>
              </a:ext>
            </a:extLst>
          </p:cNvPr>
          <p:cNvSpPr>
            <a:spLocks/>
          </p:cNvSpPr>
          <p:nvPr/>
        </p:nvSpPr>
        <p:spPr>
          <a:xfrm>
            <a:off x="25579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8AB90DFF-21DF-D87E-3B9A-47593DFA622A}"/>
              </a:ext>
            </a:extLst>
          </p:cNvPr>
          <p:cNvSpPr>
            <a:spLocks/>
          </p:cNvSpPr>
          <p:nvPr/>
        </p:nvSpPr>
        <p:spPr>
          <a:xfrm>
            <a:off x="2560075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FC4647C6-5BC3-87BC-1CBD-23AB7FDB297A}"/>
              </a:ext>
            </a:extLst>
          </p:cNvPr>
          <p:cNvSpPr>
            <a:spLocks/>
          </p:cNvSpPr>
          <p:nvPr/>
        </p:nvSpPr>
        <p:spPr>
          <a:xfrm>
            <a:off x="262531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EB1A9FC6-F1E7-3DAF-4873-16D9621F20B2}"/>
              </a:ext>
            </a:extLst>
          </p:cNvPr>
          <p:cNvSpPr>
            <a:spLocks/>
          </p:cNvSpPr>
          <p:nvPr/>
        </p:nvSpPr>
        <p:spPr>
          <a:xfrm>
            <a:off x="254258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975666CA-0D81-7D28-F9A3-16E96C4203AC}"/>
              </a:ext>
            </a:extLst>
          </p:cNvPr>
          <p:cNvSpPr>
            <a:spLocks/>
          </p:cNvSpPr>
          <p:nvPr/>
        </p:nvSpPr>
        <p:spPr>
          <a:xfrm>
            <a:off x="2627795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AF6A1166-D725-2473-F2F9-52D00E9F7DB3}"/>
              </a:ext>
            </a:extLst>
          </p:cNvPr>
          <p:cNvSpPr>
            <a:spLocks/>
          </p:cNvSpPr>
          <p:nvPr/>
        </p:nvSpPr>
        <p:spPr>
          <a:xfrm>
            <a:off x="265715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EC066980-2F35-CA34-92D5-2977E66EC1D6}"/>
              </a:ext>
            </a:extLst>
          </p:cNvPr>
          <p:cNvSpPr>
            <a:spLocks/>
          </p:cNvSpPr>
          <p:nvPr/>
        </p:nvSpPr>
        <p:spPr>
          <a:xfrm>
            <a:off x="264665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467CE52-4E76-6B91-5272-9C58ECEEDE1B}"/>
              </a:ext>
            </a:extLst>
          </p:cNvPr>
          <p:cNvSpPr>
            <a:spLocks/>
          </p:cNvSpPr>
          <p:nvPr/>
        </p:nvSpPr>
        <p:spPr>
          <a:xfrm>
            <a:off x="2599089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F0B815A-630B-79B6-2130-59BDA341DA5F}"/>
              </a:ext>
            </a:extLst>
          </p:cNvPr>
          <p:cNvSpPr>
            <a:spLocks/>
          </p:cNvSpPr>
          <p:nvPr/>
        </p:nvSpPr>
        <p:spPr>
          <a:xfrm>
            <a:off x="258871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B1B17BF7-3519-D97A-3BCF-028CA8AD40D5}"/>
              </a:ext>
            </a:extLst>
          </p:cNvPr>
          <p:cNvSpPr>
            <a:spLocks/>
          </p:cNvSpPr>
          <p:nvPr/>
        </p:nvSpPr>
        <p:spPr>
          <a:xfrm>
            <a:off x="2669394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F0BBA606-93CE-EB02-4E08-505899622851}"/>
              </a:ext>
            </a:extLst>
          </p:cNvPr>
          <p:cNvSpPr>
            <a:spLocks/>
          </p:cNvSpPr>
          <p:nvPr/>
        </p:nvSpPr>
        <p:spPr>
          <a:xfrm>
            <a:off x="2620998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3DFCD048-ACBA-B529-5C66-3139A82B196C}"/>
              </a:ext>
            </a:extLst>
          </p:cNvPr>
          <p:cNvSpPr>
            <a:spLocks/>
          </p:cNvSpPr>
          <p:nvPr/>
        </p:nvSpPr>
        <p:spPr>
          <a:xfrm>
            <a:off x="2636867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2E3AE2A9-A9FB-9D7B-9538-873E9229FFBD}"/>
              </a:ext>
            </a:extLst>
          </p:cNvPr>
          <p:cNvSpPr>
            <a:spLocks/>
          </p:cNvSpPr>
          <p:nvPr/>
        </p:nvSpPr>
        <p:spPr>
          <a:xfrm>
            <a:off x="2598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BD7FFD79-878D-C1D9-6894-00BF3074399A}"/>
              </a:ext>
            </a:extLst>
          </p:cNvPr>
          <p:cNvSpPr>
            <a:spLocks/>
          </p:cNvSpPr>
          <p:nvPr/>
        </p:nvSpPr>
        <p:spPr>
          <a:xfrm>
            <a:off x="26387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4571E2D8-A518-895C-964C-D9DFC4CC2295}"/>
              </a:ext>
            </a:extLst>
          </p:cNvPr>
          <p:cNvSpPr>
            <a:spLocks/>
          </p:cNvSpPr>
          <p:nvPr/>
        </p:nvSpPr>
        <p:spPr>
          <a:xfrm>
            <a:off x="263476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917A5519-7CA9-4B0F-0110-EF2074B78396}"/>
              </a:ext>
            </a:extLst>
          </p:cNvPr>
          <p:cNvSpPr>
            <a:spLocks/>
          </p:cNvSpPr>
          <p:nvPr/>
        </p:nvSpPr>
        <p:spPr>
          <a:xfrm>
            <a:off x="261108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4485B5B2-D3D7-F770-87DC-B6B5166CF873}"/>
              </a:ext>
            </a:extLst>
          </p:cNvPr>
          <p:cNvSpPr>
            <a:spLocks/>
          </p:cNvSpPr>
          <p:nvPr/>
        </p:nvSpPr>
        <p:spPr>
          <a:xfrm>
            <a:off x="26698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BE64EE34-C934-E671-BE91-D3E343901494}"/>
              </a:ext>
            </a:extLst>
          </p:cNvPr>
          <p:cNvSpPr>
            <a:spLocks/>
          </p:cNvSpPr>
          <p:nvPr/>
        </p:nvSpPr>
        <p:spPr>
          <a:xfrm>
            <a:off x="259990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11365075-3928-E20C-E4C5-A8A1B12D1187}"/>
              </a:ext>
            </a:extLst>
          </p:cNvPr>
          <p:cNvSpPr>
            <a:spLocks/>
          </p:cNvSpPr>
          <p:nvPr/>
        </p:nvSpPr>
        <p:spPr>
          <a:xfrm>
            <a:off x="2600467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823D1A74-D23F-1838-B11A-F9026336F613}"/>
              </a:ext>
            </a:extLst>
          </p:cNvPr>
          <p:cNvSpPr>
            <a:spLocks/>
          </p:cNvSpPr>
          <p:nvPr/>
        </p:nvSpPr>
        <p:spPr>
          <a:xfrm>
            <a:off x="2638964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EB74DF95-43D1-FD3C-593E-F398C1EE3CD6}"/>
              </a:ext>
            </a:extLst>
          </p:cNvPr>
          <p:cNvSpPr>
            <a:spLocks/>
          </p:cNvSpPr>
          <p:nvPr/>
        </p:nvSpPr>
        <p:spPr>
          <a:xfrm>
            <a:off x="2595352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2D0C4805-49FB-7A23-7118-BF698C872876}"/>
              </a:ext>
            </a:extLst>
          </p:cNvPr>
          <p:cNvSpPr>
            <a:spLocks/>
          </p:cNvSpPr>
          <p:nvPr/>
        </p:nvSpPr>
        <p:spPr>
          <a:xfrm>
            <a:off x="2643892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1C682EDA-3FA9-90C0-0501-0FB97966271C}"/>
              </a:ext>
            </a:extLst>
          </p:cNvPr>
          <p:cNvSpPr>
            <a:spLocks/>
          </p:cNvSpPr>
          <p:nvPr/>
        </p:nvSpPr>
        <p:spPr>
          <a:xfrm>
            <a:off x="262450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AAADC925-6D52-1799-196A-29866176DD2C}"/>
              </a:ext>
            </a:extLst>
          </p:cNvPr>
          <p:cNvSpPr>
            <a:spLocks/>
          </p:cNvSpPr>
          <p:nvPr/>
        </p:nvSpPr>
        <p:spPr>
          <a:xfrm>
            <a:off x="2553059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1CE956D0-684B-9D3E-AC39-FD5628766502}"/>
              </a:ext>
            </a:extLst>
          </p:cNvPr>
          <p:cNvSpPr>
            <a:spLocks/>
          </p:cNvSpPr>
          <p:nvPr/>
        </p:nvSpPr>
        <p:spPr>
          <a:xfrm>
            <a:off x="2560716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1FF72781-93A1-6CB8-770C-61E29FCA832A}"/>
              </a:ext>
            </a:extLst>
          </p:cNvPr>
          <p:cNvSpPr>
            <a:spLocks/>
          </p:cNvSpPr>
          <p:nvPr/>
        </p:nvSpPr>
        <p:spPr>
          <a:xfrm>
            <a:off x="263407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983D01C9-64F5-0301-263A-0B5831AA301D}"/>
              </a:ext>
            </a:extLst>
          </p:cNvPr>
          <p:cNvSpPr>
            <a:spLocks/>
          </p:cNvSpPr>
          <p:nvPr/>
        </p:nvSpPr>
        <p:spPr>
          <a:xfrm>
            <a:off x="2559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97DEA5D8-CC2B-0640-E6BB-EC5CE3EC9DA9}"/>
              </a:ext>
            </a:extLst>
          </p:cNvPr>
          <p:cNvSpPr>
            <a:spLocks/>
          </p:cNvSpPr>
          <p:nvPr/>
        </p:nvSpPr>
        <p:spPr>
          <a:xfrm>
            <a:off x="254741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01F11F76-1E7B-4829-A9C0-C23D2780BFDA}"/>
              </a:ext>
            </a:extLst>
          </p:cNvPr>
          <p:cNvSpPr>
            <a:spLocks/>
          </p:cNvSpPr>
          <p:nvPr/>
        </p:nvSpPr>
        <p:spPr>
          <a:xfrm>
            <a:off x="255908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60761ED3-C80D-E011-AAF7-F838F728BF52}"/>
              </a:ext>
            </a:extLst>
          </p:cNvPr>
          <p:cNvSpPr>
            <a:spLocks/>
          </p:cNvSpPr>
          <p:nvPr/>
        </p:nvSpPr>
        <p:spPr>
          <a:xfrm>
            <a:off x="258294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B067690C-CDAF-0128-34A2-45ACDF327004}"/>
              </a:ext>
            </a:extLst>
          </p:cNvPr>
          <p:cNvSpPr>
            <a:spLocks/>
          </p:cNvSpPr>
          <p:nvPr/>
        </p:nvSpPr>
        <p:spPr>
          <a:xfrm>
            <a:off x="2596036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9AB04E67-EA07-E3A7-8E7B-C9B266704094}"/>
              </a:ext>
            </a:extLst>
          </p:cNvPr>
          <p:cNvSpPr>
            <a:spLocks/>
          </p:cNvSpPr>
          <p:nvPr/>
        </p:nvSpPr>
        <p:spPr>
          <a:xfrm>
            <a:off x="2557213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2AE49F52-32FD-7E0A-60E7-000702CBDA86}"/>
              </a:ext>
            </a:extLst>
          </p:cNvPr>
          <p:cNvSpPr>
            <a:spLocks/>
          </p:cNvSpPr>
          <p:nvPr/>
        </p:nvSpPr>
        <p:spPr>
          <a:xfrm>
            <a:off x="256592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33BD206C-B42D-9942-4F0F-44701165C216}"/>
              </a:ext>
            </a:extLst>
          </p:cNvPr>
          <p:cNvSpPr>
            <a:spLocks/>
          </p:cNvSpPr>
          <p:nvPr/>
        </p:nvSpPr>
        <p:spPr>
          <a:xfrm>
            <a:off x="2674825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6676A06-0045-71C4-3704-49F030ADD29B}"/>
              </a:ext>
            </a:extLst>
          </p:cNvPr>
          <p:cNvSpPr>
            <a:spLocks/>
          </p:cNvSpPr>
          <p:nvPr/>
        </p:nvSpPr>
        <p:spPr>
          <a:xfrm>
            <a:off x="2612087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AEF521A8-F607-08EA-3710-F52451AD6FD1}"/>
              </a:ext>
            </a:extLst>
          </p:cNvPr>
          <p:cNvSpPr>
            <a:spLocks/>
          </p:cNvSpPr>
          <p:nvPr/>
        </p:nvSpPr>
        <p:spPr>
          <a:xfrm>
            <a:off x="26492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F49E6931-CFB9-0BEB-D930-246C9EF87BCE}"/>
              </a:ext>
            </a:extLst>
          </p:cNvPr>
          <p:cNvSpPr>
            <a:spLocks/>
          </p:cNvSpPr>
          <p:nvPr/>
        </p:nvSpPr>
        <p:spPr>
          <a:xfrm>
            <a:off x="2569809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591B0316-10BD-A76E-B272-F55E602D4E7E}"/>
              </a:ext>
            </a:extLst>
          </p:cNvPr>
          <p:cNvSpPr>
            <a:spLocks/>
          </p:cNvSpPr>
          <p:nvPr/>
        </p:nvSpPr>
        <p:spPr>
          <a:xfrm>
            <a:off x="2538837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EFF934E7-D277-19B1-B7A5-A2118DECACEA}"/>
              </a:ext>
            </a:extLst>
          </p:cNvPr>
          <p:cNvSpPr>
            <a:spLocks/>
          </p:cNvSpPr>
          <p:nvPr/>
        </p:nvSpPr>
        <p:spPr>
          <a:xfrm>
            <a:off x="257537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806DCC3C-2D54-0B4C-266B-F9378FA7C9A1}"/>
              </a:ext>
            </a:extLst>
          </p:cNvPr>
          <p:cNvSpPr>
            <a:spLocks/>
          </p:cNvSpPr>
          <p:nvPr/>
        </p:nvSpPr>
        <p:spPr>
          <a:xfrm>
            <a:off x="265128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C6086F1-FA6F-9453-1FBB-A03445A18B6C}"/>
              </a:ext>
            </a:extLst>
          </p:cNvPr>
          <p:cNvSpPr>
            <a:spLocks/>
          </p:cNvSpPr>
          <p:nvPr/>
        </p:nvSpPr>
        <p:spPr>
          <a:xfrm>
            <a:off x="263045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DCB1F2B1-9B14-FD4A-BCFB-7E5650169223}"/>
              </a:ext>
            </a:extLst>
          </p:cNvPr>
          <p:cNvSpPr>
            <a:spLocks/>
          </p:cNvSpPr>
          <p:nvPr/>
        </p:nvSpPr>
        <p:spPr>
          <a:xfrm>
            <a:off x="2649404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16C308EA-1B68-F72F-BB88-8B7E69808097}"/>
              </a:ext>
            </a:extLst>
          </p:cNvPr>
          <p:cNvSpPr>
            <a:spLocks/>
          </p:cNvSpPr>
          <p:nvPr/>
        </p:nvSpPr>
        <p:spPr>
          <a:xfrm>
            <a:off x="256130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D9D4D0A1-62FF-2E42-9811-0ADFC04DF9FE}"/>
              </a:ext>
            </a:extLst>
          </p:cNvPr>
          <p:cNvSpPr>
            <a:spLocks/>
          </p:cNvSpPr>
          <p:nvPr/>
        </p:nvSpPr>
        <p:spPr>
          <a:xfrm>
            <a:off x="2553471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BB12D887-D7E0-9904-D142-5902069AD983}"/>
              </a:ext>
            </a:extLst>
          </p:cNvPr>
          <p:cNvSpPr>
            <a:spLocks/>
          </p:cNvSpPr>
          <p:nvPr/>
        </p:nvSpPr>
        <p:spPr>
          <a:xfrm>
            <a:off x="2813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32D29C8-D2CD-9410-F1FF-B9EBEBC9C69A}"/>
              </a:ext>
            </a:extLst>
          </p:cNvPr>
          <p:cNvSpPr>
            <a:spLocks/>
          </p:cNvSpPr>
          <p:nvPr/>
        </p:nvSpPr>
        <p:spPr>
          <a:xfrm>
            <a:off x="28741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91E3E20-11BC-F92E-FB4C-1A520BC2DA0E}"/>
              </a:ext>
            </a:extLst>
          </p:cNvPr>
          <p:cNvSpPr>
            <a:spLocks/>
          </p:cNvSpPr>
          <p:nvPr/>
        </p:nvSpPr>
        <p:spPr>
          <a:xfrm>
            <a:off x="28961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5B63374E-A5E8-0404-2366-8D8A49118F41}"/>
              </a:ext>
            </a:extLst>
          </p:cNvPr>
          <p:cNvSpPr>
            <a:spLocks/>
          </p:cNvSpPr>
          <p:nvPr/>
        </p:nvSpPr>
        <p:spPr>
          <a:xfrm>
            <a:off x="2823220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30D1DB52-4527-34C0-4BC6-ACE30EBEA5DF}"/>
              </a:ext>
            </a:extLst>
          </p:cNvPr>
          <p:cNvSpPr>
            <a:spLocks/>
          </p:cNvSpPr>
          <p:nvPr/>
        </p:nvSpPr>
        <p:spPr>
          <a:xfrm>
            <a:off x="2896167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827409FA-652F-1A16-FA74-883A8AC86CB7}"/>
              </a:ext>
            </a:extLst>
          </p:cNvPr>
          <p:cNvSpPr>
            <a:spLocks/>
          </p:cNvSpPr>
          <p:nvPr/>
        </p:nvSpPr>
        <p:spPr>
          <a:xfrm>
            <a:off x="28933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7D7C5A6-C3BA-BE51-ADCF-A3304091FF08}"/>
              </a:ext>
            </a:extLst>
          </p:cNvPr>
          <p:cNvSpPr>
            <a:spLocks/>
          </p:cNvSpPr>
          <p:nvPr/>
        </p:nvSpPr>
        <p:spPr>
          <a:xfrm>
            <a:off x="280340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B791F474-3B54-A260-9FDD-BF613A4C9E43}"/>
              </a:ext>
            </a:extLst>
          </p:cNvPr>
          <p:cNvSpPr>
            <a:spLocks/>
          </p:cNvSpPr>
          <p:nvPr/>
        </p:nvSpPr>
        <p:spPr>
          <a:xfrm>
            <a:off x="28404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C546636A-5950-3D18-BB90-CEAA94E7C6E0}"/>
              </a:ext>
            </a:extLst>
          </p:cNvPr>
          <p:cNvSpPr>
            <a:spLocks/>
          </p:cNvSpPr>
          <p:nvPr/>
        </p:nvSpPr>
        <p:spPr>
          <a:xfrm>
            <a:off x="2861081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31F0134C-FDAE-0338-150B-EA85AEF6AC92}"/>
              </a:ext>
            </a:extLst>
          </p:cNvPr>
          <p:cNvSpPr>
            <a:spLocks/>
          </p:cNvSpPr>
          <p:nvPr/>
        </p:nvSpPr>
        <p:spPr>
          <a:xfrm>
            <a:off x="28569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F7945F31-16D4-B99C-B633-CEAD625D3509}"/>
              </a:ext>
            </a:extLst>
          </p:cNvPr>
          <p:cNvSpPr>
            <a:spLocks/>
          </p:cNvSpPr>
          <p:nvPr/>
        </p:nvSpPr>
        <p:spPr>
          <a:xfrm>
            <a:off x="2766452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030CEB49-ED28-CCA5-94CC-A7EE388B47BB}"/>
              </a:ext>
            </a:extLst>
          </p:cNvPr>
          <p:cNvSpPr>
            <a:spLocks/>
          </p:cNvSpPr>
          <p:nvPr/>
        </p:nvSpPr>
        <p:spPr>
          <a:xfrm>
            <a:off x="28759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01135FE1-F25A-BBE7-700C-04A1B903FFB6}"/>
              </a:ext>
            </a:extLst>
          </p:cNvPr>
          <p:cNvSpPr>
            <a:spLocks/>
          </p:cNvSpPr>
          <p:nvPr/>
        </p:nvSpPr>
        <p:spPr>
          <a:xfrm>
            <a:off x="284003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12E186C8-9184-FA68-41DB-3B3D6CBE2828}"/>
              </a:ext>
            </a:extLst>
          </p:cNvPr>
          <p:cNvSpPr>
            <a:spLocks/>
          </p:cNvSpPr>
          <p:nvPr/>
        </p:nvSpPr>
        <p:spPr>
          <a:xfrm>
            <a:off x="2868134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5EDF3906-263B-65F9-A476-726EDC62ACB2}"/>
              </a:ext>
            </a:extLst>
          </p:cNvPr>
          <p:cNvSpPr>
            <a:spLocks/>
          </p:cNvSpPr>
          <p:nvPr/>
        </p:nvSpPr>
        <p:spPr>
          <a:xfrm>
            <a:off x="28896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570501A1-69BE-A0C3-D0A1-721B86495E4F}"/>
              </a:ext>
            </a:extLst>
          </p:cNvPr>
          <p:cNvSpPr>
            <a:spLocks/>
          </p:cNvSpPr>
          <p:nvPr/>
        </p:nvSpPr>
        <p:spPr>
          <a:xfrm>
            <a:off x="283526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7C617E5A-FCD9-7CD0-A181-DFC98D2812CC}"/>
              </a:ext>
            </a:extLst>
          </p:cNvPr>
          <p:cNvSpPr>
            <a:spLocks/>
          </p:cNvSpPr>
          <p:nvPr/>
        </p:nvSpPr>
        <p:spPr>
          <a:xfrm>
            <a:off x="282088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5468A98-2F2D-B08E-C4E3-651BB13B6E52}"/>
              </a:ext>
            </a:extLst>
          </p:cNvPr>
          <p:cNvSpPr>
            <a:spLocks/>
          </p:cNvSpPr>
          <p:nvPr/>
        </p:nvSpPr>
        <p:spPr>
          <a:xfrm>
            <a:off x="277565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32230357-BBC9-F9F6-6889-22B513BBF653}"/>
              </a:ext>
            </a:extLst>
          </p:cNvPr>
          <p:cNvSpPr>
            <a:spLocks/>
          </p:cNvSpPr>
          <p:nvPr/>
        </p:nvSpPr>
        <p:spPr>
          <a:xfrm>
            <a:off x="2836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1E47A2EB-C912-88AA-E123-7D99FEC5F638}"/>
              </a:ext>
            </a:extLst>
          </p:cNvPr>
          <p:cNvSpPr>
            <a:spLocks/>
          </p:cNvSpPr>
          <p:nvPr/>
        </p:nvSpPr>
        <p:spPr>
          <a:xfrm>
            <a:off x="284711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8F784C60-F527-B2BD-3E68-EC10EAF5B24C}"/>
              </a:ext>
            </a:extLst>
          </p:cNvPr>
          <p:cNvSpPr>
            <a:spLocks/>
          </p:cNvSpPr>
          <p:nvPr/>
        </p:nvSpPr>
        <p:spPr>
          <a:xfrm>
            <a:off x="2810592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511DCF58-8C2D-FC0B-5CB0-0F53AE646BFB}"/>
              </a:ext>
            </a:extLst>
          </p:cNvPr>
          <p:cNvSpPr>
            <a:spLocks/>
          </p:cNvSpPr>
          <p:nvPr/>
        </p:nvSpPr>
        <p:spPr>
          <a:xfrm>
            <a:off x="28223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F0D5E1E3-0481-58FD-FF5C-62730FDC88FF}"/>
              </a:ext>
            </a:extLst>
          </p:cNvPr>
          <p:cNvSpPr>
            <a:spLocks/>
          </p:cNvSpPr>
          <p:nvPr/>
        </p:nvSpPr>
        <p:spPr>
          <a:xfrm>
            <a:off x="2889958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55E7BEDB-A4B0-7CDD-C0B2-1BBE7B00FB7C}"/>
              </a:ext>
            </a:extLst>
          </p:cNvPr>
          <p:cNvSpPr>
            <a:spLocks/>
          </p:cNvSpPr>
          <p:nvPr/>
        </p:nvSpPr>
        <p:spPr>
          <a:xfrm>
            <a:off x="2790951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D08D868B-6F41-1041-621A-30D925CBC31D}"/>
              </a:ext>
            </a:extLst>
          </p:cNvPr>
          <p:cNvSpPr>
            <a:spLocks/>
          </p:cNvSpPr>
          <p:nvPr/>
        </p:nvSpPr>
        <p:spPr>
          <a:xfrm>
            <a:off x="2770587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40536977-8B65-715C-05D6-8E056B3D1FB1}"/>
              </a:ext>
            </a:extLst>
          </p:cNvPr>
          <p:cNvSpPr>
            <a:spLocks/>
          </p:cNvSpPr>
          <p:nvPr/>
        </p:nvSpPr>
        <p:spPr>
          <a:xfrm>
            <a:off x="281953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5899AA08-B142-D191-54F5-1954F43B9A84}"/>
              </a:ext>
            </a:extLst>
          </p:cNvPr>
          <p:cNvSpPr>
            <a:spLocks/>
          </p:cNvSpPr>
          <p:nvPr/>
        </p:nvSpPr>
        <p:spPr>
          <a:xfrm>
            <a:off x="281480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4DDF685E-3FD6-99B5-B1C1-2BF585FEDB41}"/>
              </a:ext>
            </a:extLst>
          </p:cNvPr>
          <p:cNvSpPr>
            <a:spLocks/>
          </p:cNvSpPr>
          <p:nvPr/>
        </p:nvSpPr>
        <p:spPr>
          <a:xfrm>
            <a:off x="2849242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B08BEF2A-483A-CC28-E1B7-A84563CEE9FB}"/>
              </a:ext>
            </a:extLst>
          </p:cNvPr>
          <p:cNvSpPr>
            <a:spLocks/>
          </p:cNvSpPr>
          <p:nvPr/>
        </p:nvSpPr>
        <p:spPr>
          <a:xfrm>
            <a:off x="2884353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9A179B54-8034-C6E7-E0C9-F78DF8D5DC76}"/>
              </a:ext>
            </a:extLst>
          </p:cNvPr>
          <p:cNvSpPr>
            <a:spLocks/>
          </p:cNvSpPr>
          <p:nvPr/>
        </p:nvSpPr>
        <p:spPr>
          <a:xfrm>
            <a:off x="28117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1FA82E69-29C6-794F-77F0-79EF10CEC8FD}"/>
              </a:ext>
            </a:extLst>
          </p:cNvPr>
          <p:cNvSpPr>
            <a:spLocks/>
          </p:cNvSpPr>
          <p:nvPr/>
        </p:nvSpPr>
        <p:spPr>
          <a:xfrm>
            <a:off x="27770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78821023-851C-D861-E5C1-BDEFF845477C}"/>
              </a:ext>
            </a:extLst>
          </p:cNvPr>
          <p:cNvSpPr>
            <a:spLocks/>
          </p:cNvSpPr>
          <p:nvPr/>
        </p:nvSpPr>
        <p:spPr>
          <a:xfrm>
            <a:off x="2864908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6F37A40-6900-73C6-CF73-3FD4FB0B3514}"/>
              </a:ext>
            </a:extLst>
          </p:cNvPr>
          <p:cNvSpPr>
            <a:spLocks/>
          </p:cNvSpPr>
          <p:nvPr/>
        </p:nvSpPr>
        <p:spPr>
          <a:xfrm>
            <a:off x="284270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FF1953-005E-4720-E8A9-6A58F1CBE6F5}"/>
              </a:ext>
            </a:extLst>
          </p:cNvPr>
          <p:cNvSpPr>
            <a:spLocks/>
          </p:cNvSpPr>
          <p:nvPr/>
        </p:nvSpPr>
        <p:spPr>
          <a:xfrm>
            <a:off x="2858015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1FF0D066-F6DA-0FA1-7D31-DA9CD91F205C}"/>
              </a:ext>
            </a:extLst>
          </p:cNvPr>
          <p:cNvSpPr>
            <a:spLocks/>
          </p:cNvSpPr>
          <p:nvPr/>
        </p:nvSpPr>
        <p:spPr>
          <a:xfrm>
            <a:off x="288234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7778B375-6F90-7957-A93C-D1BEA01726AF}"/>
              </a:ext>
            </a:extLst>
          </p:cNvPr>
          <p:cNvSpPr>
            <a:spLocks/>
          </p:cNvSpPr>
          <p:nvPr/>
        </p:nvSpPr>
        <p:spPr>
          <a:xfrm>
            <a:off x="28697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3BB35F74-B45E-15A3-94BC-D9E5CAA78BAA}"/>
              </a:ext>
            </a:extLst>
          </p:cNvPr>
          <p:cNvSpPr>
            <a:spLocks/>
          </p:cNvSpPr>
          <p:nvPr/>
        </p:nvSpPr>
        <p:spPr>
          <a:xfrm>
            <a:off x="28721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9325B2D7-F412-D973-A95E-B8435DC2F57C}"/>
              </a:ext>
            </a:extLst>
          </p:cNvPr>
          <p:cNvSpPr>
            <a:spLocks/>
          </p:cNvSpPr>
          <p:nvPr/>
        </p:nvSpPr>
        <p:spPr>
          <a:xfrm>
            <a:off x="28756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D403274B-BD76-94DD-6B78-C2F5EEAC34D5}"/>
              </a:ext>
            </a:extLst>
          </p:cNvPr>
          <p:cNvSpPr>
            <a:spLocks/>
          </p:cNvSpPr>
          <p:nvPr/>
        </p:nvSpPr>
        <p:spPr>
          <a:xfrm>
            <a:off x="28794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3D1283D9-706E-3650-3D42-FFB44365D1BF}"/>
              </a:ext>
            </a:extLst>
          </p:cNvPr>
          <p:cNvSpPr>
            <a:spLocks/>
          </p:cNvSpPr>
          <p:nvPr/>
        </p:nvSpPr>
        <p:spPr>
          <a:xfrm>
            <a:off x="2819013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2530FDEA-A568-226D-8566-D5DD233BE29E}"/>
              </a:ext>
            </a:extLst>
          </p:cNvPr>
          <p:cNvSpPr>
            <a:spLocks/>
          </p:cNvSpPr>
          <p:nvPr/>
        </p:nvSpPr>
        <p:spPr>
          <a:xfrm>
            <a:off x="2852142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BC394501-441F-BE2B-9FE2-6064A61B4DC9}"/>
              </a:ext>
            </a:extLst>
          </p:cNvPr>
          <p:cNvSpPr>
            <a:spLocks/>
          </p:cNvSpPr>
          <p:nvPr/>
        </p:nvSpPr>
        <p:spPr>
          <a:xfrm>
            <a:off x="28164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CF8972B0-C729-14F6-27ED-B7E286C1D6C2}"/>
              </a:ext>
            </a:extLst>
          </p:cNvPr>
          <p:cNvSpPr>
            <a:spLocks/>
          </p:cNvSpPr>
          <p:nvPr/>
        </p:nvSpPr>
        <p:spPr>
          <a:xfrm>
            <a:off x="28368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8CE8C6-E413-5ED4-2109-93AE4BD8EE34}"/>
              </a:ext>
            </a:extLst>
          </p:cNvPr>
          <p:cNvSpPr>
            <a:spLocks/>
          </p:cNvSpPr>
          <p:nvPr/>
        </p:nvSpPr>
        <p:spPr>
          <a:xfrm>
            <a:off x="2801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7D5F6EC0-B773-39ED-7098-750289D7D6F0}"/>
              </a:ext>
            </a:extLst>
          </p:cNvPr>
          <p:cNvSpPr>
            <a:spLocks/>
          </p:cNvSpPr>
          <p:nvPr/>
        </p:nvSpPr>
        <p:spPr>
          <a:xfrm>
            <a:off x="28565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072D6FE8-85FF-BBF7-A9DE-99A8206B7593}"/>
              </a:ext>
            </a:extLst>
          </p:cNvPr>
          <p:cNvSpPr>
            <a:spLocks/>
          </p:cNvSpPr>
          <p:nvPr/>
        </p:nvSpPr>
        <p:spPr>
          <a:xfrm>
            <a:off x="282119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D4856658-ECAE-A932-F65E-0D784D800F24}"/>
              </a:ext>
            </a:extLst>
          </p:cNvPr>
          <p:cNvSpPr>
            <a:spLocks/>
          </p:cNvSpPr>
          <p:nvPr/>
        </p:nvSpPr>
        <p:spPr>
          <a:xfrm>
            <a:off x="2838805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C212FEB8-D9B3-919D-0FE3-CD65E8153402}"/>
              </a:ext>
            </a:extLst>
          </p:cNvPr>
          <p:cNvSpPr>
            <a:spLocks/>
          </p:cNvSpPr>
          <p:nvPr/>
        </p:nvSpPr>
        <p:spPr>
          <a:xfrm>
            <a:off x="2827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FBF8E11A-E7DC-48A7-5404-48D49398CBB4}"/>
              </a:ext>
            </a:extLst>
          </p:cNvPr>
          <p:cNvSpPr>
            <a:spLocks/>
          </p:cNvSpPr>
          <p:nvPr/>
        </p:nvSpPr>
        <p:spPr>
          <a:xfrm>
            <a:off x="28822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B4C25439-D81B-BF9D-77C0-97B4E650A1A5}"/>
              </a:ext>
            </a:extLst>
          </p:cNvPr>
          <p:cNvSpPr>
            <a:spLocks/>
          </p:cNvSpPr>
          <p:nvPr/>
        </p:nvSpPr>
        <p:spPr>
          <a:xfrm>
            <a:off x="2826165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2A207493-AACD-8F39-FA43-F1C816179AEC}"/>
              </a:ext>
            </a:extLst>
          </p:cNvPr>
          <p:cNvSpPr>
            <a:spLocks/>
          </p:cNvSpPr>
          <p:nvPr/>
        </p:nvSpPr>
        <p:spPr>
          <a:xfrm>
            <a:off x="287256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6DD6BF0E-7965-8897-CB71-C9361E667734}"/>
              </a:ext>
            </a:extLst>
          </p:cNvPr>
          <p:cNvSpPr>
            <a:spLocks/>
          </p:cNvSpPr>
          <p:nvPr/>
        </p:nvSpPr>
        <p:spPr>
          <a:xfrm>
            <a:off x="28509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DB66811B-1B40-A15A-4708-27C110E15BCC}"/>
              </a:ext>
            </a:extLst>
          </p:cNvPr>
          <p:cNvSpPr>
            <a:spLocks/>
          </p:cNvSpPr>
          <p:nvPr/>
        </p:nvSpPr>
        <p:spPr>
          <a:xfrm>
            <a:off x="2854489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62E2A238-9919-647F-642D-10B90E41B64B}"/>
              </a:ext>
            </a:extLst>
          </p:cNvPr>
          <p:cNvSpPr>
            <a:spLocks/>
          </p:cNvSpPr>
          <p:nvPr/>
        </p:nvSpPr>
        <p:spPr>
          <a:xfrm>
            <a:off x="2803291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48174642-5A6A-BE8B-5E19-6BE144F00F17}"/>
              </a:ext>
            </a:extLst>
          </p:cNvPr>
          <p:cNvSpPr>
            <a:spLocks/>
          </p:cNvSpPr>
          <p:nvPr/>
        </p:nvSpPr>
        <p:spPr>
          <a:xfrm>
            <a:off x="2806291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0D8D734E-63B0-ADB6-41ED-F90787956B99}"/>
              </a:ext>
            </a:extLst>
          </p:cNvPr>
          <p:cNvSpPr>
            <a:spLocks/>
          </p:cNvSpPr>
          <p:nvPr/>
        </p:nvSpPr>
        <p:spPr>
          <a:xfrm>
            <a:off x="2882908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7F00E3E1-0E29-A4F9-C08A-4A35922971C3}"/>
              </a:ext>
            </a:extLst>
          </p:cNvPr>
          <p:cNvSpPr>
            <a:spLocks/>
          </p:cNvSpPr>
          <p:nvPr/>
        </p:nvSpPr>
        <p:spPr>
          <a:xfrm>
            <a:off x="2773216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2E226079-0E8A-309A-B2F8-38ECC7DE137C}"/>
              </a:ext>
            </a:extLst>
          </p:cNvPr>
          <p:cNvSpPr>
            <a:spLocks/>
          </p:cNvSpPr>
          <p:nvPr/>
        </p:nvSpPr>
        <p:spPr>
          <a:xfrm>
            <a:off x="28540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DD8AEF6A-C175-8EFE-D6FC-B2C6DA115727}"/>
              </a:ext>
            </a:extLst>
          </p:cNvPr>
          <p:cNvSpPr>
            <a:spLocks/>
          </p:cNvSpPr>
          <p:nvPr/>
        </p:nvSpPr>
        <p:spPr>
          <a:xfrm>
            <a:off x="2812798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1ACBDB79-34C9-467B-CBD4-192FAEE7F4A5}"/>
              </a:ext>
            </a:extLst>
          </p:cNvPr>
          <p:cNvSpPr>
            <a:spLocks/>
          </p:cNvSpPr>
          <p:nvPr/>
        </p:nvSpPr>
        <p:spPr>
          <a:xfrm>
            <a:off x="27824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92CBD253-F31E-EEAF-E469-E443D68D3374}"/>
              </a:ext>
            </a:extLst>
          </p:cNvPr>
          <p:cNvSpPr>
            <a:spLocks/>
          </p:cNvSpPr>
          <p:nvPr/>
        </p:nvSpPr>
        <p:spPr>
          <a:xfrm>
            <a:off x="2814772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56D314C3-97AF-FC4B-63B3-4CA56CD027EA}"/>
              </a:ext>
            </a:extLst>
          </p:cNvPr>
          <p:cNvSpPr>
            <a:spLocks/>
          </p:cNvSpPr>
          <p:nvPr/>
        </p:nvSpPr>
        <p:spPr>
          <a:xfrm>
            <a:off x="28031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06CB1B64-6DE4-0DD5-67A0-4548335D1FB0}"/>
              </a:ext>
            </a:extLst>
          </p:cNvPr>
          <p:cNvSpPr>
            <a:spLocks/>
          </p:cNvSpPr>
          <p:nvPr/>
        </p:nvSpPr>
        <p:spPr>
          <a:xfrm>
            <a:off x="28446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88C92919-A674-419B-11F7-393BB23E764D}"/>
              </a:ext>
            </a:extLst>
          </p:cNvPr>
          <p:cNvSpPr>
            <a:spLocks/>
          </p:cNvSpPr>
          <p:nvPr/>
        </p:nvSpPr>
        <p:spPr>
          <a:xfrm>
            <a:off x="27825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8ACEDFFE-259E-3B46-4A4E-F8C0C60DC97F}"/>
              </a:ext>
            </a:extLst>
          </p:cNvPr>
          <p:cNvSpPr>
            <a:spLocks/>
          </p:cNvSpPr>
          <p:nvPr/>
        </p:nvSpPr>
        <p:spPr>
          <a:xfrm>
            <a:off x="27764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380B525E-FE82-9A23-F445-0D5728B4BE32}"/>
              </a:ext>
            </a:extLst>
          </p:cNvPr>
          <p:cNvSpPr>
            <a:spLocks/>
          </p:cNvSpPr>
          <p:nvPr/>
        </p:nvSpPr>
        <p:spPr>
          <a:xfrm>
            <a:off x="2772844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B01C4AC3-4185-A99B-0A85-093B26643D42}"/>
              </a:ext>
            </a:extLst>
          </p:cNvPr>
          <p:cNvSpPr>
            <a:spLocks/>
          </p:cNvSpPr>
          <p:nvPr/>
        </p:nvSpPr>
        <p:spPr>
          <a:xfrm>
            <a:off x="2832092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45C25C77-42A0-8168-A137-C89004D827F5}"/>
              </a:ext>
            </a:extLst>
          </p:cNvPr>
          <p:cNvSpPr>
            <a:spLocks/>
          </p:cNvSpPr>
          <p:nvPr/>
        </p:nvSpPr>
        <p:spPr>
          <a:xfrm>
            <a:off x="282604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462C60B7-ADEF-9AEF-19F5-983FDA5C9091}"/>
              </a:ext>
            </a:extLst>
          </p:cNvPr>
          <p:cNvSpPr>
            <a:spLocks/>
          </p:cNvSpPr>
          <p:nvPr/>
        </p:nvSpPr>
        <p:spPr>
          <a:xfrm>
            <a:off x="28747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5887E673-E657-061A-4834-DDC2C7C34C5D}"/>
              </a:ext>
            </a:extLst>
          </p:cNvPr>
          <p:cNvSpPr>
            <a:spLocks/>
          </p:cNvSpPr>
          <p:nvPr/>
        </p:nvSpPr>
        <p:spPr>
          <a:xfrm>
            <a:off x="2831404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56B8831B-33F5-A364-9555-D10DCCEE6B06}"/>
              </a:ext>
            </a:extLst>
          </p:cNvPr>
          <p:cNvSpPr>
            <a:spLocks/>
          </p:cNvSpPr>
          <p:nvPr/>
        </p:nvSpPr>
        <p:spPr>
          <a:xfrm>
            <a:off x="279746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0A78EF1E-1B03-2986-CF2B-C0E2A10C1CB6}"/>
              </a:ext>
            </a:extLst>
          </p:cNvPr>
          <p:cNvSpPr>
            <a:spLocks/>
          </p:cNvSpPr>
          <p:nvPr/>
        </p:nvSpPr>
        <p:spPr>
          <a:xfrm>
            <a:off x="2872342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8AE2312B-5F7A-ABFD-EA67-39664F1D466A}"/>
              </a:ext>
            </a:extLst>
          </p:cNvPr>
          <p:cNvSpPr>
            <a:spLocks/>
          </p:cNvSpPr>
          <p:nvPr/>
        </p:nvSpPr>
        <p:spPr>
          <a:xfrm>
            <a:off x="278152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3BCA91EA-E466-A4E4-9F56-135B27283BD6}"/>
              </a:ext>
            </a:extLst>
          </p:cNvPr>
          <p:cNvSpPr>
            <a:spLocks/>
          </p:cNvSpPr>
          <p:nvPr/>
        </p:nvSpPr>
        <p:spPr>
          <a:xfrm>
            <a:off x="289181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5805695A-72A9-F99B-BC8E-F5D6DB56F278}"/>
              </a:ext>
            </a:extLst>
          </p:cNvPr>
          <p:cNvSpPr>
            <a:spLocks/>
          </p:cNvSpPr>
          <p:nvPr/>
        </p:nvSpPr>
        <p:spPr>
          <a:xfrm>
            <a:off x="2901714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9CB67537-8785-BAC2-136E-0F38B052A4F4}"/>
              </a:ext>
            </a:extLst>
          </p:cNvPr>
          <p:cNvSpPr>
            <a:spLocks/>
          </p:cNvSpPr>
          <p:nvPr/>
        </p:nvSpPr>
        <p:spPr>
          <a:xfrm>
            <a:off x="2852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1CB6F57F-502D-4C80-5141-407E9DF7CDC0}"/>
              </a:ext>
            </a:extLst>
          </p:cNvPr>
          <p:cNvSpPr>
            <a:spLocks/>
          </p:cNvSpPr>
          <p:nvPr/>
        </p:nvSpPr>
        <p:spPr>
          <a:xfrm>
            <a:off x="2763070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999AA2DB-9916-8645-DC20-96539C2CB36B}"/>
              </a:ext>
            </a:extLst>
          </p:cNvPr>
          <p:cNvSpPr>
            <a:spLocks/>
          </p:cNvSpPr>
          <p:nvPr/>
        </p:nvSpPr>
        <p:spPr>
          <a:xfrm>
            <a:off x="27982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B95C6728-FB7F-92AC-1078-6114A3421580}"/>
              </a:ext>
            </a:extLst>
          </p:cNvPr>
          <p:cNvSpPr>
            <a:spLocks/>
          </p:cNvSpPr>
          <p:nvPr/>
        </p:nvSpPr>
        <p:spPr>
          <a:xfrm>
            <a:off x="289039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1F622D0D-325D-F188-76B4-A285D2D8FF4B}"/>
              </a:ext>
            </a:extLst>
          </p:cNvPr>
          <p:cNvSpPr>
            <a:spLocks/>
          </p:cNvSpPr>
          <p:nvPr/>
        </p:nvSpPr>
        <p:spPr>
          <a:xfrm>
            <a:off x="2775684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CC643E6-416C-D585-1174-AE2CC5640D04}"/>
              </a:ext>
            </a:extLst>
          </p:cNvPr>
          <p:cNvSpPr>
            <a:spLocks/>
          </p:cNvSpPr>
          <p:nvPr/>
        </p:nvSpPr>
        <p:spPr>
          <a:xfrm>
            <a:off x="282280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F5C3189A-291F-EA42-BCAB-9B29EE70F85B}"/>
              </a:ext>
            </a:extLst>
          </p:cNvPr>
          <p:cNvSpPr>
            <a:spLocks/>
          </p:cNvSpPr>
          <p:nvPr/>
        </p:nvSpPr>
        <p:spPr>
          <a:xfrm>
            <a:off x="28385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438E41-291A-64D4-698B-23A351FC1667}"/>
              </a:ext>
            </a:extLst>
          </p:cNvPr>
          <p:cNvSpPr>
            <a:spLocks/>
          </p:cNvSpPr>
          <p:nvPr/>
        </p:nvSpPr>
        <p:spPr>
          <a:xfrm>
            <a:off x="2899598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49DDAE28-74FF-06DD-29EF-F935D170605D}"/>
              </a:ext>
            </a:extLst>
          </p:cNvPr>
          <p:cNvSpPr>
            <a:spLocks/>
          </p:cNvSpPr>
          <p:nvPr/>
        </p:nvSpPr>
        <p:spPr>
          <a:xfrm>
            <a:off x="28472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F66F7CD0-C6E7-9E38-2AC2-261F1D77BF69}"/>
              </a:ext>
            </a:extLst>
          </p:cNvPr>
          <p:cNvSpPr>
            <a:spLocks/>
          </p:cNvSpPr>
          <p:nvPr/>
        </p:nvSpPr>
        <p:spPr>
          <a:xfrm>
            <a:off x="28136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6D36A97C-A110-9499-E964-EFE1211303F9}"/>
              </a:ext>
            </a:extLst>
          </p:cNvPr>
          <p:cNvSpPr>
            <a:spLocks/>
          </p:cNvSpPr>
          <p:nvPr/>
        </p:nvSpPr>
        <p:spPr>
          <a:xfrm>
            <a:off x="2865990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244AEE98-6C66-DAD1-2172-B56720AAB88D}"/>
              </a:ext>
            </a:extLst>
          </p:cNvPr>
          <p:cNvSpPr>
            <a:spLocks/>
          </p:cNvSpPr>
          <p:nvPr/>
        </p:nvSpPr>
        <p:spPr>
          <a:xfrm>
            <a:off x="276491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A9EBD11-569C-6436-C7B6-534C53955EE2}"/>
              </a:ext>
            </a:extLst>
          </p:cNvPr>
          <p:cNvSpPr>
            <a:spLocks/>
          </p:cNvSpPr>
          <p:nvPr/>
        </p:nvSpPr>
        <p:spPr>
          <a:xfrm>
            <a:off x="2770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32ACC19A-FDF3-87CD-779E-77F51C130B35}"/>
              </a:ext>
            </a:extLst>
          </p:cNvPr>
          <p:cNvSpPr>
            <a:spLocks/>
          </p:cNvSpPr>
          <p:nvPr/>
        </p:nvSpPr>
        <p:spPr>
          <a:xfrm>
            <a:off x="28369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5323FFEA-854E-894F-3DED-0D1365E88CDB}"/>
              </a:ext>
            </a:extLst>
          </p:cNvPr>
          <p:cNvSpPr>
            <a:spLocks/>
          </p:cNvSpPr>
          <p:nvPr/>
        </p:nvSpPr>
        <p:spPr>
          <a:xfrm>
            <a:off x="28877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0C651F9C-83E6-7AA5-76DE-AF3998FE6CB4}"/>
              </a:ext>
            </a:extLst>
          </p:cNvPr>
          <p:cNvSpPr>
            <a:spLocks/>
          </p:cNvSpPr>
          <p:nvPr/>
        </p:nvSpPr>
        <p:spPr>
          <a:xfrm>
            <a:off x="2813364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759FC71-4EE2-C48E-8760-DDF2DD97BBD3}"/>
              </a:ext>
            </a:extLst>
          </p:cNvPr>
          <p:cNvSpPr>
            <a:spLocks/>
          </p:cNvSpPr>
          <p:nvPr/>
        </p:nvSpPr>
        <p:spPr>
          <a:xfrm>
            <a:off x="2852469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CA8B9944-BB89-1336-D58B-17ED25ED86E5}"/>
              </a:ext>
            </a:extLst>
          </p:cNvPr>
          <p:cNvSpPr>
            <a:spLocks/>
          </p:cNvSpPr>
          <p:nvPr/>
        </p:nvSpPr>
        <p:spPr>
          <a:xfrm>
            <a:off x="28631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DC589BDD-216D-FC6F-13D8-BF5C73B705B5}"/>
              </a:ext>
            </a:extLst>
          </p:cNvPr>
          <p:cNvSpPr>
            <a:spLocks/>
          </p:cNvSpPr>
          <p:nvPr/>
        </p:nvSpPr>
        <p:spPr>
          <a:xfrm>
            <a:off x="28009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B1C7BA40-FC5E-D34E-FEC2-18ABACD38C11}"/>
              </a:ext>
            </a:extLst>
          </p:cNvPr>
          <p:cNvSpPr>
            <a:spLocks/>
          </p:cNvSpPr>
          <p:nvPr/>
        </p:nvSpPr>
        <p:spPr>
          <a:xfrm>
            <a:off x="278806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EB63D7B3-7BBB-7EBF-F10E-31191B560631}"/>
              </a:ext>
            </a:extLst>
          </p:cNvPr>
          <p:cNvSpPr>
            <a:spLocks/>
          </p:cNvSpPr>
          <p:nvPr/>
        </p:nvSpPr>
        <p:spPr>
          <a:xfrm>
            <a:off x="2781046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C3C5DA3B-1A8A-A8A1-2D0E-3C9C3D8CF18A}"/>
              </a:ext>
            </a:extLst>
          </p:cNvPr>
          <p:cNvSpPr>
            <a:spLocks/>
          </p:cNvSpPr>
          <p:nvPr/>
        </p:nvSpPr>
        <p:spPr>
          <a:xfrm>
            <a:off x="2805302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5BF3F87F-3DD5-FAB6-A3DB-7E16CFAD95A6}"/>
              </a:ext>
            </a:extLst>
          </p:cNvPr>
          <p:cNvSpPr>
            <a:spLocks/>
          </p:cNvSpPr>
          <p:nvPr/>
        </p:nvSpPr>
        <p:spPr>
          <a:xfrm>
            <a:off x="2814421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1131972C-9D68-18A9-A8ED-ECF76F948342}"/>
              </a:ext>
            </a:extLst>
          </p:cNvPr>
          <p:cNvSpPr>
            <a:spLocks/>
          </p:cNvSpPr>
          <p:nvPr/>
        </p:nvSpPr>
        <p:spPr>
          <a:xfrm>
            <a:off x="2819989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F2963C42-8CB9-E3BF-8FE8-F49FDF301125}"/>
              </a:ext>
            </a:extLst>
          </p:cNvPr>
          <p:cNvSpPr>
            <a:spLocks/>
          </p:cNvSpPr>
          <p:nvPr/>
        </p:nvSpPr>
        <p:spPr>
          <a:xfrm>
            <a:off x="2893828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92F10CDE-10AC-CB40-21FE-D58BE28D563A}"/>
              </a:ext>
            </a:extLst>
          </p:cNvPr>
          <p:cNvSpPr>
            <a:spLocks/>
          </p:cNvSpPr>
          <p:nvPr/>
        </p:nvSpPr>
        <p:spPr>
          <a:xfrm>
            <a:off x="287850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4FF955E8-80B3-C0D6-6D7B-5BBE063F25D5}"/>
              </a:ext>
            </a:extLst>
          </p:cNvPr>
          <p:cNvSpPr>
            <a:spLocks/>
          </p:cNvSpPr>
          <p:nvPr/>
        </p:nvSpPr>
        <p:spPr>
          <a:xfrm>
            <a:off x="28776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E559B24C-8F26-FEF0-3FF4-A7B202606C17}"/>
              </a:ext>
            </a:extLst>
          </p:cNvPr>
          <p:cNvSpPr>
            <a:spLocks/>
          </p:cNvSpPr>
          <p:nvPr/>
        </p:nvSpPr>
        <p:spPr>
          <a:xfrm>
            <a:off x="277055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6AFF2476-AD61-F6AB-F615-DC99353D024C}"/>
              </a:ext>
            </a:extLst>
          </p:cNvPr>
          <p:cNvSpPr>
            <a:spLocks/>
          </p:cNvSpPr>
          <p:nvPr/>
        </p:nvSpPr>
        <p:spPr>
          <a:xfrm>
            <a:off x="276233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21400619-B874-D247-0A02-EB090F913894}"/>
              </a:ext>
            </a:extLst>
          </p:cNvPr>
          <p:cNvSpPr>
            <a:spLocks/>
          </p:cNvSpPr>
          <p:nvPr/>
        </p:nvSpPr>
        <p:spPr>
          <a:xfrm>
            <a:off x="2867276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19DEDBE0-EA7B-D1E3-C9A8-F6D92FD80BB1}"/>
              </a:ext>
            </a:extLst>
          </p:cNvPr>
          <p:cNvSpPr>
            <a:spLocks/>
          </p:cNvSpPr>
          <p:nvPr/>
        </p:nvSpPr>
        <p:spPr>
          <a:xfrm>
            <a:off x="2875988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56F8AEC-8B1B-76C0-7698-6330CA2055A0}"/>
              </a:ext>
            </a:extLst>
          </p:cNvPr>
          <p:cNvSpPr>
            <a:spLocks/>
          </p:cNvSpPr>
          <p:nvPr/>
        </p:nvSpPr>
        <p:spPr>
          <a:xfrm>
            <a:off x="281112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2C91C330-ED0B-CC21-D3F0-771AD6B0C608}"/>
              </a:ext>
            </a:extLst>
          </p:cNvPr>
          <p:cNvSpPr>
            <a:spLocks/>
          </p:cNvSpPr>
          <p:nvPr/>
        </p:nvSpPr>
        <p:spPr>
          <a:xfrm>
            <a:off x="2900330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4ADECE4D-6BF8-5E17-2EC9-76D937F6F6CA}"/>
              </a:ext>
            </a:extLst>
          </p:cNvPr>
          <p:cNvSpPr>
            <a:spLocks/>
          </p:cNvSpPr>
          <p:nvPr/>
        </p:nvSpPr>
        <p:spPr>
          <a:xfrm>
            <a:off x="2795170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0709BD58-00A1-5629-77CB-07179860F064}"/>
              </a:ext>
            </a:extLst>
          </p:cNvPr>
          <p:cNvSpPr>
            <a:spLocks/>
          </p:cNvSpPr>
          <p:nvPr/>
        </p:nvSpPr>
        <p:spPr>
          <a:xfrm>
            <a:off x="28908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3DAD2476-A84E-B015-0FA0-49B733DA1E6C}"/>
              </a:ext>
            </a:extLst>
          </p:cNvPr>
          <p:cNvSpPr>
            <a:spLocks/>
          </p:cNvSpPr>
          <p:nvPr/>
        </p:nvSpPr>
        <p:spPr>
          <a:xfrm>
            <a:off x="28408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D4442D65-E778-EC84-3720-DEF05E402BB4}"/>
              </a:ext>
            </a:extLst>
          </p:cNvPr>
          <p:cNvSpPr>
            <a:spLocks/>
          </p:cNvSpPr>
          <p:nvPr/>
        </p:nvSpPr>
        <p:spPr>
          <a:xfrm>
            <a:off x="28398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143643FD-A5FA-1196-0C18-47899F2DA645}"/>
              </a:ext>
            </a:extLst>
          </p:cNvPr>
          <p:cNvSpPr>
            <a:spLocks/>
          </p:cNvSpPr>
          <p:nvPr/>
        </p:nvSpPr>
        <p:spPr>
          <a:xfrm>
            <a:off x="2793340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DBC127C9-21E7-F579-398F-B47407E95EE1}"/>
              </a:ext>
            </a:extLst>
          </p:cNvPr>
          <p:cNvSpPr>
            <a:spLocks/>
          </p:cNvSpPr>
          <p:nvPr/>
        </p:nvSpPr>
        <p:spPr>
          <a:xfrm>
            <a:off x="284985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A6D62C2-AF84-7C85-0291-2C91678C6696}"/>
              </a:ext>
            </a:extLst>
          </p:cNvPr>
          <p:cNvSpPr>
            <a:spLocks/>
          </p:cNvSpPr>
          <p:nvPr/>
        </p:nvSpPr>
        <p:spPr>
          <a:xfrm>
            <a:off x="287290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167DAB0C-C9A3-606D-CA29-124E4ABB0A7F}"/>
              </a:ext>
            </a:extLst>
          </p:cNvPr>
          <p:cNvSpPr>
            <a:spLocks/>
          </p:cNvSpPr>
          <p:nvPr/>
        </p:nvSpPr>
        <p:spPr>
          <a:xfrm>
            <a:off x="29016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25CB3340-80EB-30FB-E5A0-33057B18908A}"/>
              </a:ext>
            </a:extLst>
          </p:cNvPr>
          <p:cNvSpPr>
            <a:spLocks/>
          </p:cNvSpPr>
          <p:nvPr/>
        </p:nvSpPr>
        <p:spPr>
          <a:xfrm>
            <a:off x="2884924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A02F7313-D9CE-509F-4030-1E718EAB748A}"/>
              </a:ext>
            </a:extLst>
          </p:cNvPr>
          <p:cNvSpPr>
            <a:spLocks/>
          </p:cNvSpPr>
          <p:nvPr/>
        </p:nvSpPr>
        <p:spPr>
          <a:xfrm>
            <a:off x="277702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D48C3B45-622F-A59F-1EB4-6371DA4F8168}"/>
              </a:ext>
            </a:extLst>
          </p:cNvPr>
          <p:cNvSpPr>
            <a:spLocks/>
          </p:cNvSpPr>
          <p:nvPr/>
        </p:nvSpPr>
        <p:spPr>
          <a:xfrm>
            <a:off x="28823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98AF6FCA-363B-A42B-0F9B-61E59BB15D82}"/>
              </a:ext>
            </a:extLst>
          </p:cNvPr>
          <p:cNvSpPr>
            <a:spLocks/>
          </p:cNvSpPr>
          <p:nvPr/>
        </p:nvSpPr>
        <p:spPr>
          <a:xfrm>
            <a:off x="28839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B75CC45E-9D7E-C383-6C8E-EF2192B93DA5}"/>
              </a:ext>
            </a:extLst>
          </p:cNvPr>
          <p:cNvSpPr>
            <a:spLocks/>
          </p:cNvSpPr>
          <p:nvPr/>
        </p:nvSpPr>
        <p:spPr>
          <a:xfrm>
            <a:off x="28310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156BC7C6-528B-8D81-99BB-BF9DD9AE0D2F}"/>
              </a:ext>
            </a:extLst>
          </p:cNvPr>
          <p:cNvSpPr>
            <a:spLocks/>
          </p:cNvSpPr>
          <p:nvPr/>
        </p:nvSpPr>
        <p:spPr>
          <a:xfrm>
            <a:off x="2840087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F2F1DCFF-710A-69D4-675B-CC5BE0B64EE6}"/>
              </a:ext>
            </a:extLst>
          </p:cNvPr>
          <p:cNvSpPr>
            <a:spLocks/>
          </p:cNvSpPr>
          <p:nvPr/>
        </p:nvSpPr>
        <p:spPr>
          <a:xfrm>
            <a:off x="28268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183A4930-50E3-9F02-4BED-5FA0105BCBD1}"/>
              </a:ext>
            </a:extLst>
          </p:cNvPr>
          <p:cNvSpPr>
            <a:spLocks/>
          </p:cNvSpPr>
          <p:nvPr/>
        </p:nvSpPr>
        <p:spPr>
          <a:xfrm>
            <a:off x="2782860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C0B2AE29-2EAF-E354-A31A-6116D00DCD22}"/>
              </a:ext>
            </a:extLst>
          </p:cNvPr>
          <p:cNvSpPr>
            <a:spLocks/>
          </p:cNvSpPr>
          <p:nvPr/>
        </p:nvSpPr>
        <p:spPr>
          <a:xfrm>
            <a:off x="28951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84D88336-BC7E-A207-2EAC-423FBFBDA423}"/>
              </a:ext>
            </a:extLst>
          </p:cNvPr>
          <p:cNvSpPr>
            <a:spLocks/>
          </p:cNvSpPr>
          <p:nvPr/>
        </p:nvSpPr>
        <p:spPr>
          <a:xfrm>
            <a:off x="279089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50B236C1-26E8-87D3-72AE-2DB146A741B8}"/>
              </a:ext>
            </a:extLst>
          </p:cNvPr>
          <p:cNvSpPr>
            <a:spLocks/>
          </p:cNvSpPr>
          <p:nvPr/>
        </p:nvSpPr>
        <p:spPr>
          <a:xfrm>
            <a:off x="28284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DDD548EA-BF9A-5E13-BD23-C223FAEEDC4F}"/>
              </a:ext>
            </a:extLst>
          </p:cNvPr>
          <p:cNvSpPr>
            <a:spLocks/>
          </p:cNvSpPr>
          <p:nvPr/>
        </p:nvSpPr>
        <p:spPr>
          <a:xfrm>
            <a:off x="287619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54C1CA39-7111-F1E1-A7B4-B66F1E288DCC}"/>
              </a:ext>
            </a:extLst>
          </p:cNvPr>
          <p:cNvSpPr>
            <a:spLocks/>
          </p:cNvSpPr>
          <p:nvPr/>
        </p:nvSpPr>
        <p:spPr>
          <a:xfrm>
            <a:off x="280996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693752C1-CBCB-C188-98E8-8DC78645E9BF}"/>
              </a:ext>
            </a:extLst>
          </p:cNvPr>
          <p:cNvSpPr>
            <a:spLocks/>
          </p:cNvSpPr>
          <p:nvPr/>
        </p:nvSpPr>
        <p:spPr>
          <a:xfrm>
            <a:off x="28985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6357A9B8-CCD4-8EEF-BBC0-A263A827F6A5}"/>
              </a:ext>
            </a:extLst>
          </p:cNvPr>
          <p:cNvSpPr>
            <a:spLocks/>
          </p:cNvSpPr>
          <p:nvPr/>
        </p:nvSpPr>
        <p:spPr>
          <a:xfrm>
            <a:off x="2806155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D6977965-16A4-57C9-566C-7C1EC1702176}"/>
              </a:ext>
            </a:extLst>
          </p:cNvPr>
          <p:cNvSpPr>
            <a:spLocks/>
          </p:cNvSpPr>
          <p:nvPr/>
        </p:nvSpPr>
        <p:spPr>
          <a:xfrm>
            <a:off x="279088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C8D7AB7E-DE22-9AEE-739B-3AE7B3E02075}"/>
              </a:ext>
            </a:extLst>
          </p:cNvPr>
          <p:cNvSpPr>
            <a:spLocks/>
          </p:cNvSpPr>
          <p:nvPr/>
        </p:nvSpPr>
        <p:spPr>
          <a:xfrm>
            <a:off x="282944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55789B9-F6BE-5DCC-340C-2EBF829B6C6E}"/>
              </a:ext>
            </a:extLst>
          </p:cNvPr>
          <p:cNvSpPr>
            <a:spLocks/>
          </p:cNvSpPr>
          <p:nvPr/>
        </p:nvSpPr>
        <p:spPr>
          <a:xfrm>
            <a:off x="278190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E5AE37C9-4A03-DEC6-484F-B00D97920DD1}"/>
              </a:ext>
            </a:extLst>
          </p:cNvPr>
          <p:cNvSpPr>
            <a:spLocks/>
          </p:cNvSpPr>
          <p:nvPr/>
        </p:nvSpPr>
        <p:spPr>
          <a:xfrm>
            <a:off x="2835006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028DB911-2842-A3D8-DB29-B6BC6A2F1B1E}"/>
              </a:ext>
            </a:extLst>
          </p:cNvPr>
          <p:cNvSpPr>
            <a:spLocks/>
          </p:cNvSpPr>
          <p:nvPr/>
        </p:nvSpPr>
        <p:spPr>
          <a:xfrm>
            <a:off x="278047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F6F6C2E5-050E-EDD0-E49F-E1550908D448}"/>
              </a:ext>
            </a:extLst>
          </p:cNvPr>
          <p:cNvSpPr>
            <a:spLocks/>
          </p:cNvSpPr>
          <p:nvPr/>
        </p:nvSpPr>
        <p:spPr>
          <a:xfrm>
            <a:off x="27973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5C68C5E5-0A61-85FB-25B1-732D1B831ADF}"/>
              </a:ext>
            </a:extLst>
          </p:cNvPr>
          <p:cNvSpPr>
            <a:spLocks/>
          </p:cNvSpPr>
          <p:nvPr/>
        </p:nvSpPr>
        <p:spPr>
          <a:xfrm>
            <a:off x="277323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A557BBE1-204C-6B87-5897-BDA038A09259}"/>
              </a:ext>
            </a:extLst>
          </p:cNvPr>
          <p:cNvSpPr>
            <a:spLocks/>
          </p:cNvSpPr>
          <p:nvPr/>
        </p:nvSpPr>
        <p:spPr>
          <a:xfrm>
            <a:off x="2897640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1B34577B-B063-9FEE-9E56-0CDD9D86FDA0}"/>
              </a:ext>
            </a:extLst>
          </p:cNvPr>
          <p:cNvSpPr>
            <a:spLocks/>
          </p:cNvSpPr>
          <p:nvPr/>
        </p:nvSpPr>
        <p:spPr>
          <a:xfrm>
            <a:off x="2811840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23CA68A7-B0C2-D8C1-DE20-0B54943C8A98}"/>
              </a:ext>
            </a:extLst>
          </p:cNvPr>
          <p:cNvSpPr>
            <a:spLocks/>
          </p:cNvSpPr>
          <p:nvPr/>
        </p:nvSpPr>
        <p:spPr>
          <a:xfrm>
            <a:off x="2770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51E8DA92-DC42-D009-EE60-33A2BC2A3A79}"/>
              </a:ext>
            </a:extLst>
          </p:cNvPr>
          <p:cNvSpPr>
            <a:spLocks/>
          </p:cNvSpPr>
          <p:nvPr/>
        </p:nvSpPr>
        <p:spPr>
          <a:xfrm>
            <a:off x="28283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657B073D-5888-4D0D-DF40-103208AB49C2}"/>
              </a:ext>
            </a:extLst>
          </p:cNvPr>
          <p:cNvSpPr>
            <a:spLocks/>
          </p:cNvSpPr>
          <p:nvPr/>
        </p:nvSpPr>
        <p:spPr>
          <a:xfrm>
            <a:off x="2808314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2BFEF25D-FA52-00A5-D562-A552D3F961BD}"/>
              </a:ext>
            </a:extLst>
          </p:cNvPr>
          <p:cNvSpPr>
            <a:spLocks/>
          </p:cNvSpPr>
          <p:nvPr/>
        </p:nvSpPr>
        <p:spPr>
          <a:xfrm>
            <a:off x="28019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2CA48F53-693E-3995-1AE3-2D94A73CA3A9}"/>
              </a:ext>
            </a:extLst>
          </p:cNvPr>
          <p:cNvSpPr>
            <a:spLocks/>
          </p:cNvSpPr>
          <p:nvPr/>
        </p:nvSpPr>
        <p:spPr>
          <a:xfrm>
            <a:off x="2855749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2A9C26EA-49E5-FFB8-FD8C-DB2917A837C1}"/>
              </a:ext>
            </a:extLst>
          </p:cNvPr>
          <p:cNvSpPr>
            <a:spLocks/>
          </p:cNvSpPr>
          <p:nvPr/>
        </p:nvSpPr>
        <p:spPr>
          <a:xfrm>
            <a:off x="2791736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9E1C6094-362A-C97F-9CD0-503950403EE6}"/>
              </a:ext>
            </a:extLst>
          </p:cNvPr>
          <p:cNvSpPr>
            <a:spLocks/>
          </p:cNvSpPr>
          <p:nvPr/>
        </p:nvSpPr>
        <p:spPr>
          <a:xfrm>
            <a:off x="2853825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FED0F731-BF2D-025D-EB03-F84BA2A15BFF}"/>
              </a:ext>
            </a:extLst>
          </p:cNvPr>
          <p:cNvSpPr>
            <a:spLocks/>
          </p:cNvSpPr>
          <p:nvPr/>
        </p:nvSpPr>
        <p:spPr>
          <a:xfrm>
            <a:off x="277226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D019C4DE-BF6A-E31B-BC97-482990663AD2}"/>
              </a:ext>
            </a:extLst>
          </p:cNvPr>
          <p:cNvSpPr>
            <a:spLocks/>
          </p:cNvSpPr>
          <p:nvPr/>
        </p:nvSpPr>
        <p:spPr>
          <a:xfrm>
            <a:off x="2876151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685B1D88-F247-F531-091E-C254925F8B05}"/>
              </a:ext>
            </a:extLst>
          </p:cNvPr>
          <p:cNvSpPr>
            <a:spLocks/>
          </p:cNvSpPr>
          <p:nvPr/>
        </p:nvSpPr>
        <p:spPr>
          <a:xfrm>
            <a:off x="283878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75E0DEB3-08F8-B7B0-98E0-5F69FEEEF56C}"/>
              </a:ext>
            </a:extLst>
          </p:cNvPr>
          <p:cNvSpPr>
            <a:spLocks/>
          </p:cNvSpPr>
          <p:nvPr/>
        </p:nvSpPr>
        <p:spPr>
          <a:xfrm>
            <a:off x="2862572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BBD99F94-8A79-9CAC-64A5-FD4E66E3E760}"/>
              </a:ext>
            </a:extLst>
          </p:cNvPr>
          <p:cNvSpPr>
            <a:spLocks/>
          </p:cNvSpPr>
          <p:nvPr/>
        </p:nvSpPr>
        <p:spPr>
          <a:xfrm>
            <a:off x="28763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127DEB46-5E8D-EB1B-D336-0E05EDAD5116}"/>
              </a:ext>
            </a:extLst>
          </p:cNvPr>
          <p:cNvSpPr>
            <a:spLocks/>
          </p:cNvSpPr>
          <p:nvPr/>
        </p:nvSpPr>
        <p:spPr>
          <a:xfrm>
            <a:off x="2879308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729D0DCC-D296-F0C9-DD02-9C771471E1BD}"/>
              </a:ext>
            </a:extLst>
          </p:cNvPr>
          <p:cNvSpPr>
            <a:spLocks/>
          </p:cNvSpPr>
          <p:nvPr/>
        </p:nvSpPr>
        <p:spPr>
          <a:xfrm>
            <a:off x="2808509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8C841B73-C190-7B99-14FD-8902F1839F35}"/>
              </a:ext>
            </a:extLst>
          </p:cNvPr>
          <p:cNvSpPr>
            <a:spLocks/>
          </p:cNvSpPr>
          <p:nvPr/>
        </p:nvSpPr>
        <p:spPr>
          <a:xfrm>
            <a:off x="2778055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097F47A9-10E4-A732-C8E6-F4AC2C2760F1}"/>
              </a:ext>
            </a:extLst>
          </p:cNvPr>
          <p:cNvSpPr>
            <a:spLocks/>
          </p:cNvSpPr>
          <p:nvPr/>
        </p:nvSpPr>
        <p:spPr>
          <a:xfrm>
            <a:off x="2802188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C697AB5-105E-1B0E-C53B-17820CFFCE6B}"/>
              </a:ext>
            </a:extLst>
          </p:cNvPr>
          <p:cNvSpPr>
            <a:spLocks/>
          </p:cNvSpPr>
          <p:nvPr/>
        </p:nvSpPr>
        <p:spPr>
          <a:xfrm>
            <a:off x="284444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BD0CA327-7CE5-E162-3993-8C02E830F2C7}"/>
              </a:ext>
            </a:extLst>
          </p:cNvPr>
          <p:cNvSpPr>
            <a:spLocks/>
          </p:cNvSpPr>
          <p:nvPr/>
        </p:nvSpPr>
        <p:spPr>
          <a:xfrm>
            <a:off x="2851637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E4F33837-9AF3-184C-BB9B-29ABB0ADAB45}"/>
              </a:ext>
            </a:extLst>
          </p:cNvPr>
          <p:cNvSpPr>
            <a:spLocks/>
          </p:cNvSpPr>
          <p:nvPr/>
        </p:nvSpPr>
        <p:spPr>
          <a:xfrm>
            <a:off x="279227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608550E4-A866-53FF-3630-C8982547B3CE}"/>
              </a:ext>
            </a:extLst>
          </p:cNvPr>
          <p:cNvSpPr>
            <a:spLocks/>
          </p:cNvSpPr>
          <p:nvPr/>
        </p:nvSpPr>
        <p:spPr>
          <a:xfrm>
            <a:off x="2843076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0B6951F1-3C73-02B3-C7CF-97C4644F4DD2}"/>
              </a:ext>
            </a:extLst>
          </p:cNvPr>
          <p:cNvSpPr>
            <a:spLocks/>
          </p:cNvSpPr>
          <p:nvPr/>
        </p:nvSpPr>
        <p:spPr>
          <a:xfrm>
            <a:off x="2848447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D807CAD0-4A1F-7288-842D-5CBE076DA905}"/>
              </a:ext>
            </a:extLst>
          </p:cNvPr>
          <p:cNvSpPr>
            <a:spLocks/>
          </p:cNvSpPr>
          <p:nvPr/>
        </p:nvSpPr>
        <p:spPr>
          <a:xfrm>
            <a:off x="281545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89F41AC5-AD9F-0765-5131-97483EBE3D95}"/>
              </a:ext>
            </a:extLst>
          </p:cNvPr>
          <p:cNvSpPr>
            <a:spLocks/>
          </p:cNvSpPr>
          <p:nvPr/>
        </p:nvSpPr>
        <p:spPr>
          <a:xfrm>
            <a:off x="286578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D1099CE-8234-A9A7-FB26-3B133EA0E502}"/>
              </a:ext>
            </a:extLst>
          </p:cNvPr>
          <p:cNvSpPr>
            <a:spLocks/>
          </p:cNvSpPr>
          <p:nvPr/>
        </p:nvSpPr>
        <p:spPr>
          <a:xfrm>
            <a:off x="28426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5E947BFE-0F11-8DC6-EA84-2057F57C4198}"/>
              </a:ext>
            </a:extLst>
          </p:cNvPr>
          <p:cNvSpPr>
            <a:spLocks/>
          </p:cNvSpPr>
          <p:nvPr/>
        </p:nvSpPr>
        <p:spPr>
          <a:xfrm>
            <a:off x="278617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82F8A03C-D9B7-BB87-A273-78CFE230DE1D}"/>
              </a:ext>
            </a:extLst>
          </p:cNvPr>
          <p:cNvSpPr>
            <a:spLocks/>
          </p:cNvSpPr>
          <p:nvPr/>
        </p:nvSpPr>
        <p:spPr>
          <a:xfrm>
            <a:off x="2873913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1042ED2B-FD12-AA37-CC39-D8DC70016ECB}"/>
              </a:ext>
            </a:extLst>
          </p:cNvPr>
          <p:cNvSpPr>
            <a:spLocks/>
          </p:cNvSpPr>
          <p:nvPr/>
        </p:nvSpPr>
        <p:spPr>
          <a:xfrm>
            <a:off x="2864564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FAF79D7A-9312-D6C7-8311-3C23AF8D8DD9}"/>
              </a:ext>
            </a:extLst>
          </p:cNvPr>
          <p:cNvSpPr>
            <a:spLocks/>
          </p:cNvSpPr>
          <p:nvPr/>
        </p:nvSpPr>
        <p:spPr>
          <a:xfrm>
            <a:off x="29013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0CF2B11-FC45-BA6A-D112-81E13ABA5082}"/>
              </a:ext>
            </a:extLst>
          </p:cNvPr>
          <p:cNvSpPr>
            <a:spLocks/>
          </p:cNvSpPr>
          <p:nvPr/>
        </p:nvSpPr>
        <p:spPr>
          <a:xfrm>
            <a:off x="2841177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1D243E0F-6DA5-C9D9-2AEC-847DA9D8B7B1}"/>
              </a:ext>
            </a:extLst>
          </p:cNvPr>
          <p:cNvSpPr>
            <a:spLocks/>
          </p:cNvSpPr>
          <p:nvPr/>
        </p:nvSpPr>
        <p:spPr>
          <a:xfrm>
            <a:off x="2892136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1CAE82AC-3B20-EC3B-2ACB-7C306125EB7E}"/>
              </a:ext>
            </a:extLst>
          </p:cNvPr>
          <p:cNvSpPr>
            <a:spLocks/>
          </p:cNvSpPr>
          <p:nvPr/>
        </p:nvSpPr>
        <p:spPr>
          <a:xfrm>
            <a:off x="283299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6F1BAFCD-EAC6-A507-774C-934F2ED56D05}"/>
              </a:ext>
            </a:extLst>
          </p:cNvPr>
          <p:cNvSpPr>
            <a:spLocks/>
          </p:cNvSpPr>
          <p:nvPr/>
        </p:nvSpPr>
        <p:spPr>
          <a:xfrm>
            <a:off x="2850245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460E8DCD-F85B-2030-76AF-85BE2A615CCC}"/>
              </a:ext>
            </a:extLst>
          </p:cNvPr>
          <p:cNvSpPr>
            <a:spLocks/>
          </p:cNvSpPr>
          <p:nvPr/>
        </p:nvSpPr>
        <p:spPr>
          <a:xfrm>
            <a:off x="278568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469BE141-D8EE-E819-26F6-E9484AE1D113}"/>
              </a:ext>
            </a:extLst>
          </p:cNvPr>
          <p:cNvSpPr>
            <a:spLocks/>
          </p:cNvSpPr>
          <p:nvPr/>
        </p:nvSpPr>
        <p:spPr>
          <a:xfrm>
            <a:off x="288784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FA67E6DD-9E7D-0D63-DD25-F5E92D3A15F5}"/>
              </a:ext>
            </a:extLst>
          </p:cNvPr>
          <p:cNvSpPr>
            <a:spLocks/>
          </p:cNvSpPr>
          <p:nvPr/>
        </p:nvSpPr>
        <p:spPr>
          <a:xfrm>
            <a:off x="281974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88103FE6-CAD9-03E7-59BA-FA2BD6DA16DD}"/>
              </a:ext>
            </a:extLst>
          </p:cNvPr>
          <p:cNvSpPr>
            <a:spLocks/>
          </p:cNvSpPr>
          <p:nvPr/>
        </p:nvSpPr>
        <p:spPr>
          <a:xfrm>
            <a:off x="28718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2AB1DCEA-DC45-A779-CDC9-6C6F45A984D5}"/>
              </a:ext>
            </a:extLst>
          </p:cNvPr>
          <p:cNvSpPr>
            <a:spLocks/>
          </p:cNvSpPr>
          <p:nvPr/>
        </p:nvSpPr>
        <p:spPr>
          <a:xfrm>
            <a:off x="2764545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81D1D649-160C-FF5F-1775-7B3727ADFAED}"/>
              </a:ext>
            </a:extLst>
          </p:cNvPr>
          <p:cNvSpPr>
            <a:spLocks/>
          </p:cNvSpPr>
          <p:nvPr/>
        </p:nvSpPr>
        <p:spPr>
          <a:xfrm>
            <a:off x="283526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C84A8B8-B86A-E14D-DEE1-C3F928243DCA}"/>
              </a:ext>
            </a:extLst>
          </p:cNvPr>
          <p:cNvSpPr>
            <a:spLocks/>
          </p:cNvSpPr>
          <p:nvPr/>
        </p:nvSpPr>
        <p:spPr>
          <a:xfrm>
            <a:off x="2834344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1A805520-B8BC-3EDF-585B-AFF9CAF5F914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3B816E37-49E9-B817-33F7-02A9875A7CB5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1521069A-0BD2-1772-11B1-F5196CD41B92}"/>
              </a:ext>
            </a:extLst>
          </p:cNvPr>
          <p:cNvSpPr>
            <a:spLocks/>
          </p:cNvSpPr>
          <p:nvPr/>
        </p:nvSpPr>
        <p:spPr>
          <a:xfrm>
            <a:off x="740114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C9916A8F-F6AA-9795-1474-FC39CD8E8208}"/>
              </a:ext>
            </a:extLst>
          </p:cNvPr>
          <p:cNvSpPr>
            <a:spLocks/>
          </p:cNvSpPr>
          <p:nvPr/>
        </p:nvSpPr>
        <p:spPr>
          <a:xfrm>
            <a:off x="1218944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FED89B4-C462-C7A7-9A64-639BCE9F5902}"/>
              </a:ext>
            </a:extLst>
          </p:cNvPr>
          <p:cNvSpPr>
            <a:spLocks/>
          </p:cNvSpPr>
          <p:nvPr/>
        </p:nvSpPr>
        <p:spPr>
          <a:xfrm>
            <a:off x="1462614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0E6C38C-9DF9-910A-7599-F4B9B960A0CE}"/>
              </a:ext>
            </a:extLst>
          </p:cNvPr>
          <p:cNvSpPr>
            <a:spLocks/>
          </p:cNvSpPr>
          <p:nvPr/>
        </p:nvSpPr>
        <p:spPr>
          <a:xfrm>
            <a:off x="1420440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D04B67F1-9095-1655-1B77-9AD4C6F37262}"/>
              </a:ext>
            </a:extLst>
          </p:cNvPr>
          <p:cNvSpPr>
            <a:spLocks/>
          </p:cNvSpPr>
          <p:nvPr/>
        </p:nvSpPr>
        <p:spPr>
          <a:xfrm>
            <a:off x="1420440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44F4F28D-21AA-A667-F5E2-52799C3903D3}"/>
              </a:ext>
            </a:extLst>
          </p:cNvPr>
          <p:cNvSpPr>
            <a:spLocks/>
          </p:cNvSpPr>
          <p:nvPr/>
        </p:nvSpPr>
        <p:spPr>
          <a:xfrm>
            <a:off x="1687540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BAB6A26E-87D9-1255-6C4E-E32716BD9A99}"/>
              </a:ext>
            </a:extLst>
          </p:cNvPr>
          <p:cNvSpPr>
            <a:spLocks/>
          </p:cNvSpPr>
          <p:nvPr/>
        </p:nvSpPr>
        <p:spPr>
          <a:xfrm>
            <a:off x="1645366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51868942-6BBC-D57C-486E-CC6E6B05D160}"/>
              </a:ext>
            </a:extLst>
          </p:cNvPr>
          <p:cNvSpPr>
            <a:spLocks/>
          </p:cNvSpPr>
          <p:nvPr/>
        </p:nvSpPr>
        <p:spPr>
          <a:xfrm>
            <a:off x="1645366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742BE406-CFD5-4F5E-4F3F-3A6C96690D00}"/>
              </a:ext>
            </a:extLst>
          </p:cNvPr>
          <p:cNvSpPr>
            <a:spLocks/>
          </p:cNvSpPr>
          <p:nvPr/>
        </p:nvSpPr>
        <p:spPr>
          <a:xfrm>
            <a:off x="1912466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95FD6E9-A33C-C35F-0985-34CF51B3C6D9}"/>
              </a:ext>
            </a:extLst>
          </p:cNvPr>
          <p:cNvSpPr>
            <a:spLocks/>
          </p:cNvSpPr>
          <p:nvPr/>
        </p:nvSpPr>
        <p:spPr>
          <a:xfrm>
            <a:off x="1870292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6A86147A-D291-A2C0-C255-D57958973D30}"/>
              </a:ext>
            </a:extLst>
          </p:cNvPr>
          <p:cNvSpPr>
            <a:spLocks/>
          </p:cNvSpPr>
          <p:nvPr/>
        </p:nvSpPr>
        <p:spPr>
          <a:xfrm>
            <a:off x="1870292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DA35AB6C-D84F-8584-1D28-ED1B55C0E93C}"/>
              </a:ext>
            </a:extLst>
          </p:cNvPr>
          <p:cNvSpPr>
            <a:spLocks/>
          </p:cNvSpPr>
          <p:nvPr/>
        </p:nvSpPr>
        <p:spPr>
          <a:xfrm>
            <a:off x="2399806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175D5D32-53D6-179C-AFB4-28CE9FAF4361}"/>
              </a:ext>
            </a:extLst>
          </p:cNvPr>
          <p:cNvSpPr>
            <a:spLocks/>
          </p:cNvSpPr>
          <p:nvPr/>
        </p:nvSpPr>
        <p:spPr>
          <a:xfrm>
            <a:off x="2357632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1D2852F2-51FF-F5CF-2DCC-4437C423608A}"/>
              </a:ext>
            </a:extLst>
          </p:cNvPr>
          <p:cNvSpPr>
            <a:spLocks/>
          </p:cNvSpPr>
          <p:nvPr/>
        </p:nvSpPr>
        <p:spPr>
          <a:xfrm>
            <a:off x="2357632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8E2042D2-62BE-DC31-5423-01E818942927}"/>
              </a:ext>
            </a:extLst>
          </p:cNvPr>
          <p:cNvSpPr>
            <a:spLocks/>
          </p:cNvSpPr>
          <p:nvPr/>
        </p:nvSpPr>
        <p:spPr>
          <a:xfrm>
            <a:off x="2624732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3B93C2E1-4647-BFB1-315C-54B58C7ED710}"/>
              </a:ext>
            </a:extLst>
          </p:cNvPr>
          <p:cNvSpPr>
            <a:spLocks/>
          </p:cNvSpPr>
          <p:nvPr/>
        </p:nvSpPr>
        <p:spPr>
          <a:xfrm>
            <a:off x="2582558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C22474E-BA0A-B4AA-3A86-E80E9DAAF22C}"/>
              </a:ext>
            </a:extLst>
          </p:cNvPr>
          <p:cNvSpPr>
            <a:spLocks/>
          </p:cNvSpPr>
          <p:nvPr/>
        </p:nvSpPr>
        <p:spPr>
          <a:xfrm>
            <a:off x="2582558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299DBB7-CFCC-7AAB-C0CD-5A6D2014F8CB}"/>
              </a:ext>
            </a:extLst>
          </p:cNvPr>
          <p:cNvSpPr>
            <a:spLocks/>
          </p:cNvSpPr>
          <p:nvPr/>
        </p:nvSpPr>
        <p:spPr>
          <a:xfrm>
            <a:off x="2849658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3CD287C7-8DB6-511B-0D13-FE606B8C3927}"/>
              </a:ext>
            </a:extLst>
          </p:cNvPr>
          <p:cNvSpPr>
            <a:spLocks/>
          </p:cNvSpPr>
          <p:nvPr/>
        </p:nvSpPr>
        <p:spPr>
          <a:xfrm>
            <a:off x="2807484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169F83A6-5A56-1FEE-0E86-F08B2CC333D4}"/>
              </a:ext>
            </a:extLst>
          </p:cNvPr>
          <p:cNvSpPr>
            <a:spLocks/>
          </p:cNvSpPr>
          <p:nvPr/>
        </p:nvSpPr>
        <p:spPr>
          <a:xfrm>
            <a:off x="2807484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182EF81B-B73B-E6CF-C771-3E32BBEFAF66}"/>
              </a:ext>
            </a:extLst>
          </p:cNvPr>
          <p:cNvSpPr>
            <a:spLocks/>
          </p:cNvSpPr>
          <p:nvPr/>
        </p:nvSpPr>
        <p:spPr>
          <a:xfrm>
            <a:off x="1382952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B6126A8F-0C1A-A318-3DB7-C4864C3863E2}"/>
              </a:ext>
            </a:extLst>
          </p:cNvPr>
          <p:cNvSpPr>
            <a:spLocks/>
          </p:cNvSpPr>
          <p:nvPr/>
        </p:nvSpPr>
        <p:spPr>
          <a:xfrm>
            <a:off x="1607878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C98F4CCC-EBBA-744F-D98D-6E3EA7F51A15}"/>
              </a:ext>
            </a:extLst>
          </p:cNvPr>
          <p:cNvSpPr>
            <a:spLocks/>
          </p:cNvSpPr>
          <p:nvPr/>
        </p:nvSpPr>
        <p:spPr>
          <a:xfrm>
            <a:off x="1832804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F4C5663-49DB-E8A2-C591-2AE739AABF16}"/>
              </a:ext>
            </a:extLst>
          </p:cNvPr>
          <p:cNvSpPr>
            <a:spLocks/>
          </p:cNvSpPr>
          <p:nvPr/>
        </p:nvSpPr>
        <p:spPr>
          <a:xfrm>
            <a:off x="2320144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0688EC4-8D7A-EFF7-4771-3B650BC55E29}"/>
              </a:ext>
            </a:extLst>
          </p:cNvPr>
          <p:cNvSpPr>
            <a:spLocks/>
          </p:cNvSpPr>
          <p:nvPr/>
        </p:nvSpPr>
        <p:spPr>
          <a:xfrm>
            <a:off x="2545070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77BF4354-9945-1BDE-3DDD-1E1E36E4C604}"/>
              </a:ext>
            </a:extLst>
          </p:cNvPr>
          <p:cNvSpPr>
            <a:spLocks/>
          </p:cNvSpPr>
          <p:nvPr/>
        </p:nvSpPr>
        <p:spPr>
          <a:xfrm>
            <a:off x="2769996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E5633D61-317B-8A9D-74FD-E84A29C84186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5E4DEBF4-ED3C-9C69-E9C0-A90CAA7D789A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B3946E82-3C80-780F-FDD0-89FA498FB98D}"/>
              </a:ext>
            </a:extLst>
          </p:cNvPr>
          <p:cNvSpPr>
            <a:spLocks/>
          </p:cNvSpPr>
          <p:nvPr/>
        </p:nvSpPr>
        <p:spPr>
          <a:xfrm>
            <a:off x="3883122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2B33DAC0-0C82-6066-9FBE-F47F73934093}"/>
              </a:ext>
            </a:extLst>
          </p:cNvPr>
          <p:cNvSpPr>
            <a:spLocks/>
          </p:cNvSpPr>
          <p:nvPr/>
        </p:nvSpPr>
        <p:spPr>
          <a:xfrm>
            <a:off x="49011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9A766452-E365-246B-6D41-4CDFA44534E7}"/>
              </a:ext>
            </a:extLst>
          </p:cNvPr>
          <p:cNvSpPr>
            <a:spLocks/>
          </p:cNvSpPr>
          <p:nvPr/>
        </p:nvSpPr>
        <p:spPr>
          <a:xfrm>
            <a:off x="4820314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9A139D6F-033F-B17F-5638-93A9DEB65B60}"/>
              </a:ext>
            </a:extLst>
          </p:cNvPr>
          <p:cNvSpPr>
            <a:spLocks/>
          </p:cNvSpPr>
          <p:nvPr/>
        </p:nvSpPr>
        <p:spPr>
          <a:xfrm>
            <a:off x="58383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42B8D748-0A74-2703-206A-519429FE61CF}"/>
              </a:ext>
            </a:extLst>
          </p:cNvPr>
          <p:cNvSpPr>
            <a:spLocks/>
          </p:cNvSpPr>
          <p:nvPr/>
        </p:nvSpPr>
        <p:spPr>
          <a:xfrm>
            <a:off x="5757506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75A1709A-78BC-C050-AEB9-48EC87645B82}"/>
              </a:ext>
            </a:extLst>
          </p:cNvPr>
          <p:cNvSpPr>
            <a:spLocks/>
          </p:cNvSpPr>
          <p:nvPr/>
        </p:nvSpPr>
        <p:spPr>
          <a:xfrm>
            <a:off x="4532471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92613D6F-0E6E-0C48-9B0C-136521FEFBF2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654145A-81B1-5B8C-7DCB-8A0A2F1F6B99}"/>
              </a:ext>
            </a:extLst>
          </p:cNvPr>
          <p:cNvSpPr>
            <a:spLocks/>
          </p:cNvSpPr>
          <p:nvPr/>
        </p:nvSpPr>
        <p:spPr>
          <a:xfrm>
            <a:off x="3919612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E816760E-ADC6-5F29-0199-DC9ACCB9FC0E}"/>
              </a:ext>
            </a:extLst>
          </p:cNvPr>
          <p:cNvSpPr>
            <a:spLocks/>
          </p:cNvSpPr>
          <p:nvPr/>
        </p:nvSpPr>
        <p:spPr>
          <a:xfrm>
            <a:off x="369588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22BEDE2F-5A03-31A9-114D-6F714179AB99}"/>
              </a:ext>
            </a:extLst>
          </p:cNvPr>
          <p:cNvSpPr>
            <a:spLocks/>
          </p:cNvSpPr>
          <p:nvPr/>
        </p:nvSpPr>
        <p:spPr>
          <a:xfrm>
            <a:off x="3963948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8BE4AAAF-775C-0A67-81F3-88C908E1F3DF}"/>
              </a:ext>
            </a:extLst>
          </p:cNvPr>
          <p:cNvSpPr>
            <a:spLocks/>
          </p:cNvSpPr>
          <p:nvPr/>
        </p:nvSpPr>
        <p:spPr>
          <a:xfrm>
            <a:off x="3919612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94A3505B-7344-7C2C-A56C-032A1949E8D5}"/>
              </a:ext>
            </a:extLst>
          </p:cNvPr>
          <p:cNvSpPr>
            <a:spLocks/>
          </p:cNvSpPr>
          <p:nvPr/>
        </p:nvSpPr>
        <p:spPr>
          <a:xfrm>
            <a:off x="3695889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5D25BF5-D90E-5F36-F513-5A8785179A69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54F5246-43FC-ADD5-B9EB-ECF3EA7FAC78}"/>
              </a:ext>
            </a:extLst>
          </p:cNvPr>
          <p:cNvSpPr>
            <a:spLocks/>
          </p:cNvSpPr>
          <p:nvPr/>
        </p:nvSpPr>
        <p:spPr>
          <a:xfrm>
            <a:off x="3919612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223D8487-77F1-1BEC-7A53-A4900D8C0856}"/>
              </a:ext>
            </a:extLst>
          </p:cNvPr>
          <p:cNvSpPr>
            <a:spLocks/>
          </p:cNvSpPr>
          <p:nvPr/>
        </p:nvSpPr>
        <p:spPr>
          <a:xfrm>
            <a:off x="3695889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B583304A-E07B-83EE-344A-66C472C23E17}"/>
              </a:ext>
            </a:extLst>
          </p:cNvPr>
          <p:cNvSpPr>
            <a:spLocks/>
          </p:cNvSpPr>
          <p:nvPr/>
        </p:nvSpPr>
        <p:spPr>
          <a:xfrm rot="-5400000">
            <a:off x="2968359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2247E7E8-5B0C-34F6-7599-6F52A501BA3B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D9BD1CEA-0822-DC49-E0D5-030AF42CF6C5}"/>
              </a:ext>
            </a:extLst>
          </p:cNvPr>
          <p:cNvSpPr>
            <a:spLocks/>
          </p:cNvSpPr>
          <p:nvPr/>
        </p:nvSpPr>
        <p:spPr>
          <a:xfrm>
            <a:off x="3931977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BD9DA372-5B56-CE00-80FE-926011D1D32F}"/>
              </a:ext>
            </a:extLst>
          </p:cNvPr>
          <p:cNvSpPr>
            <a:spLocks/>
          </p:cNvSpPr>
          <p:nvPr/>
        </p:nvSpPr>
        <p:spPr>
          <a:xfrm>
            <a:off x="3931977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062331A4-2350-1FA6-5E96-8ED1EB5EA3E5}"/>
              </a:ext>
            </a:extLst>
          </p:cNvPr>
          <p:cNvSpPr>
            <a:spLocks/>
          </p:cNvSpPr>
          <p:nvPr/>
        </p:nvSpPr>
        <p:spPr>
          <a:xfrm>
            <a:off x="4204143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4350192D-9448-51B3-810F-777CF9810967}"/>
              </a:ext>
            </a:extLst>
          </p:cNvPr>
          <p:cNvSpPr>
            <a:spLocks/>
          </p:cNvSpPr>
          <p:nvPr/>
        </p:nvSpPr>
        <p:spPr>
          <a:xfrm>
            <a:off x="3931977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828726E1-0C9A-6569-5DCC-B27F661BC0B7}"/>
              </a:ext>
            </a:extLst>
          </p:cNvPr>
          <p:cNvSpPr>
            <a:spLocks/>
          </p:cNvSpPr>
          <p:nvPr/>
        </p:nvSpPr>
        <p:spPr>
          <a:xfrm>
            <a:off x="4922766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9553571A-6BC8-7E2E-E413-CDDDAB154ABD}"/>
              </a:ext>
            </a:extLst>
          </p:cNvPr>
          <p:cNvSpPr>
            <a:spLocks/>
          </p:cNvSpPr>
          <p:nvPr/>
        </p:nvSpPr>
        <p:spPr>
          <a:xfrm>
            <a:off x="3931977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E660EEEC-A1FA-B641-1029-ECD7ADA4AE0C}"/>
              </a:ext>
            </a:extLst>
          </p:cNvPr>
          <p:cNvSpPr>
            <a:spLocks/>
          </p:cNvSpPr>
          <p:nvPr/>
        </p:nvSpPr>
        <p:spPr>
          <a:xfrm>
            <a:off x="3931977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47490123-20F9-1175-EFD8-94174B566694}"/>
              </a:ext>
            </a:extLst>
          </p:cNvPr>
          <p:cNvSpPr>
            <a:spLocks/>
          </p:cNvSpPr>
          <p:nvPr/>
        </p:nvSpPr>
        <p:spPr>
          <a:xfrm>
            <a:off x="5180437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3C53669F-1186-14E5-2189-23A10925B56C}"/>
              </a:ext>
            </a:extLst>
          </p:cNvPr>
          <p:cNvSpPr>
            <a:spLocks/>
          </p:cNvSpPr>
          <p:nvPr/>
        </p:nvSpPr>
        <p:spPr>
          <a:xfrm>
            <a:off x="4030461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BD022B5F-91D2-E64A-D50E-C9DE778D7C8A}"/>
              </a:ext>
            </a:extLst>
          </p:cNvPr>
          <p:cNvSpPr>
            <a:spLocks/>
          </p:cNvSpPr>
          <p:nvPr/>
        </p:nvSpPr>
        <p:spPr>
          <a:xfrm>
            <a:off x="4466841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F2F90067-77B0-78D5-BAD3-297DAE06DD14}"/>
              </a:ext>
            </a:extLst>
          </p:cNvPr>
          <p:cNvSpPr>
            <a:spLocks/>
          </p:cNvSpPr>
          <p:nvPr/>
        </p:nvSpPr>
        <p:spPr>
          <a:xfrm>
            <a:off x="4728008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C07BC802-B646-772A-F7F9-3CC84AE1E7BF}"/>
              </a:ext>
            </a:extLst>
          </p:cNvPr>
          <p:cNvSpPr>
            <a:spLocks/>
          </p:cNvSpPr>
          <p:nvPr/>
        </p:nvSpPr>
        <p:spPr>
          <a:xfrm>
            <a:off x="4639983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77B4A0B4-F0E9-2698-732D-162A4C272EDD}"/>
              </a:ext>
            </a:extLst>
          </p:cNvPr>
          <p:cNvSpPr>
            <a:spLocks/>
          </p:cNvSpPr>
          <p:nvPr/>
        </p:nvSpPr>
        <p:spPr>
          <a:xfrm>
            <a:off x="4792705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AC0A0099-DE02-71BC-B2ED-ECF01969A5F2}"/>
              </a:ext>
            </a:extLst>
          </p:cNvPr>
          <p:cNvSpPr>
            <a:spLocks/>
          </p:cNvSpPr>
          <p:nvPr/>
        </p:nvSpPr>
        <p:spPr>
          <a:xfrm>
            <a:off x="3993353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69C6E17-6D9A-EAD6-5E69-7E85CAED7248}"/>
              </a:ext>
            </a:extLst>
          </p:cNvPr>
          <p:cNvSpPr>
            <a:spLocks/>
          </p:cNvSpPr>
          <p:nvPr/>
        </p:nvSpPr>
        <p:spPr>
          <a:xfrm>
            <a:off x="4274752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EC2CC9EA-1C93-98B9-7258-BE59FC52BA9B}"/>
              </a:ext>
            </a:extLst>
          </p:cNvPr>
          <p:cNvSpPr>
            <a:spLocks/>
          </p:cNvSpPr>
          <p:nvPr/>
        </p:nvSpPr>
        <p:spPr>
          <a:xfrm>
            <a:off x="4462157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82348F4-A9CB-4B04-259C-8892FEF45F3B}"/>
              </a:ext>
            </a:extLst>
          </p:cNvPr>
          <p:cNvSpPr>
            <a:spLocks/>
          </p:cNvSpPr>
          <p:nvPr/>
        </p:nvSpPr>
        <p:spPr>
          <a:xfrm>
            <a:off x="3931977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CC8D8990-0666-7870-BB5D-F412D0548017}"/>
              </a:ext>
            </a:extLst>
          </p:cNvPr>
          <p:cNvSpPr>
            <a:spLocks/>
          </p:cNvSpPr>
          <p:nvPr/>
        </p:nvSpPr>
        <p:spPr>
          <a:xfrm>
            <a:off x="4512557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FB2CBC57-453B-0533-CF03-84E1A52D100B}"/>
              </a:ext>
            </a:extLst>
          </p:cNvPr>
          <p:cNvSpPr>
            <a:spLocks/>
          </p:cNvSpPr>
          <p:nvPr/>
        </p:nvSpPr>
        <p:spPr>
          <a:xfrm>
            <a:off x="4784621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7B80387-FBCE-9DB4-2CC8-38DD6C14D0F1}"/>
              </a:ext>
            </a:extLst>
          </p:cNvPr>
          <p:cNvSpPr>
            <a:spLocks/>
          </p:cNvSpPr>
          <p:nvPr/>
        </p:nvSpPr>
        <p:spPr>
          <a:xfrm>
            <a:off x="4754613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8F6FAF79-815F-354E-201E-3EE226C3B4D3}"/>
              </a:ext>
            </a:extLst>
          </p:cNvPr>
          <p:cNvSpPr>
            <a:spLocks/>
          </p:cNvSpPr>
          <p:nvPr/>
        </p:nvSpPr>
        <p:spPr>
          <a:xfrm>
            <a:off x="4457055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00E1AB03-088D-F16A-134E-2120EE7176AB}"/>
              </a:ext>
            </a:extLst>
          </p:cNvPr>
          <p:cNvSpPr>
            <a:spLocks/>
          </p:cNvSpPr>
          <p:nvPr/>
        </p:nvSpPr>
        <p:spPr>
          <a:xfrm>
            <a:off x="3931977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F4676ECA-0DA2-8921-9CD4-46A1DD5A9ADC}"/>
              </a:ext>
            </a:extLst>
          </p:cNvPr>
          <p:cNvSpPr>
            <a:spLocks/>
          </p:cNvSpPr>
          <p:nvPr/>
        </p:nvSpPr>
        <p:spPr>
          <a:xfrm>
            <a:off x="4836591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8520D216-FCBD-2364-0CA4-5998A02173D0}"/>
              </a:ext>
            </a:extLst>
          </p:cNvPr>
          <p:cNvSpPr>
            <a:spLocks/>
          </p:cNvSpPr>
          <p:nvPr/>
        </p:nvSpPr>
        <p:spPr>
          <a:xfrm>
            <a:off x="5141017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AF08D4B-DD9E-1EBA-C717-6A234ADC8821}"/>
              </a:ext>
            </a:extLst>
          </p:cNvPr>
          <p:cNvSpPr>
            <a:spLocks/>
          </p:cNvSpPr>
          <p:nvPr/>
        </p:nvSpPr>
        <p:spPr>
          <a:xfrm>
            <a:off x="3931977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31E554D-45E5-B5B4-20D0-4E0A5AFE60A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D88E7130-2C11-0DB7-5329-65A9E6D20F1A}"/>
              </a:ext>
            </a:extLst>
          </p:cNvPr>
          <p:cNvSpPr>
            <a:spLocks/>
          </p:cNvSpPr>
          <p:nvPr/>
        </p:nvSpPr>
        <p:spPr>
          <a:xfrm>
            <a:off x="4459014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797C177B-E5E2-58E6-DA49-B8C1585C9D15}"/>
              </a:ext>
            </a:extLst>
          </p:cNvPr>
          <p:cNvSpPr>
            <a:spLocks/>
          </p:cNvSpPr>
          <p:nvPr/>
        </p:nvSpPr>
        <p:spPr>
          <a:xfrm>
            <a:off x="3931977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08F0F9B5-0633-9A68-A2FD-F9FD3BC3997E}"/>
              </a:ext>
            </a:extLst>
          </p:cNvPr>
          <p:cNvSpPr>
            <a:spLocks/>
          </p:cNvSpPr>
          <p:nvPr/>
        </p:nvSpPr>
        <p:spPr>
          <a:xfrm>
            <a:off x="5145379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7947194-F386-86EB-E805-DD8C7977CC0B}"/>
              </a:ext>
            </a:extLst>
          </p:cNvPr>
          <p:cNvSpPr>
            <a:spLocks/>
          </p:cNvSpPr>
          <p:nvPr/>
        </p:nvSpPr>
        <p:spPr>
          <a:xfrm>
            <a:off x="4984126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E046CF3C-1684-C72C-B1E5-E66AB87577B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CA6841FC-044E-8919-92BE-FEE38C294BB8}"/>
              </a:ext>
            </a:extLst>
          </p:cNvPr>
          <p:cNvSpPr>
            <a:spLocks/>
          </p:cNvSpPr>
          <p:nvPr/>
        </p:nvSpPr>
        <p:spPr>
          <a:xfrm>
            <a:off x="4697246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20CB19B2-47D3-C2D8-AE03-946CE119604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9C0E018E-FE55-854B-B4FD-9C6A9B4B96E3}"/>
              </a:ext>
            </a:extLst>
          </p:cNvPr>
          <p:cNvSpPr>
            <a:spLocks/>
          </p:cNvSpPr>
          <p:nvPr/>
        </p:nvSpPr>
        <p:spPr>
          <a:xfrm>
            <a:off x="4756395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43064264-E58B-920E-44BA-E9714464F76A}"/>
              </a:ext>
            </a:extLst>
          </p:cNvPr>
          <p:cNvSpPr>
            <a:spLocks/>
          </p:cNvSpPr>
          <p:nvPr/>
        </p:nvSpPr>
        <p:spPr>
          <a:xfrm>
            <a:off x="3931977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51DC24D4-0863-CF26-4151-50586560C8B1}"/>
              </a:ext>
            </a:extLst>
          </p:cNvPr>
          <p:cNvSpPr>
            <a:spLocks/>
          </p:cNvSpPr>
          <p:nvPr/>
        </p:nvSpPr>
        <p:spPr>
          <a:xfrm>
            <a:off x="4423670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D8B15294-36BD-E576-3561-38CEDA8086E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A31C2DBD-6E7A-7E19-292B-F00434452626}"/>
              </a:ext>
            </a:extLst>
          </p:cNvPr>
          <p:cNvSpPr>
            <a:spLocks/>
          </p:cNvSpPr>
          <p:nvPr/>
        </p:nvSpPr>
        <p:spPr>
          <a:xfrm>
            <a:off x="4759627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3C4A1BF3-E163-8842-5552-8194FBD00813}"/>
              </a:ext>
            </a:extLst>
          </p:cNvPr>
          <p:cNvSpPr>
            <a:spLocks/>
          </p:cNvSpPr>
          <p:nvPr/>
        </p:nvSpPr>
        <p:spPr>
          <a:xfrm>
            <a:off x="3931977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EDCC07B-15AA-CFEB-FC24-900AC40D51EC}"/>
              </a:ext>
            </a:extLst>
          </p:cNvPr>
          <p:cNvSpPr>
            <a:spLocks/>
          </p:cNvSpPr>
          <p:nvPr/>
        </p:nvSpPr>
        <p:spPr>
          <a:xfrm>
            <a:off x="5223454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17617C33-39C0-1C7E-3BA3-783B2B39BA97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0ABE901E-B256-8A2A-C4CB-5B3F9CFB1EEF}"/>
              </a:ext>
            </a:extLst>
          </p:cNvPr>
          <p:cNvSpPr>
            <a:spLocks/>
          </p:cNvSpPr>
          <p:nvPr/>
        </p:nvSpPr>
        <p:spPr>
          <a:xfrm>
            <a:off x="5089739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13B6FCBA-E1DD-6DCB-3B71-3BBBBE8E4F86}"/>
              </a:ext>
            </a:extLst>
          </p:cNvPr>
          <p:cNvSpPr>
            <a:spLocks/>
          </p:cNvSpPr>
          <p:nvPr/>
        </p:nvSpPr>
        <p:spPr>
          <a:xfrm>
            <a:off x="3931977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44B0B80A-354C-21AA-E797-29FD8F7CB0B1}"/>
              </a:ext>
            </a:extLst>
          </p:cNvPr>
          <p:cNvSpPr>
            <a:spLocks/>
          </p:cNvSpPr>
          <p:nvPr/>
        </p:nvSpPr>
        <p:spPr>
          <a:xfrm>
            <a:off x="4004660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0AC5E91C-0334-B86B-E3B1-3F65E1AB754C}"/>
              </a:ext>
            </a:extLst>
          </p:cNvPr>
          <p:cNvSpPr>
            <a:spLocks/>
          </p:cNvSpPr>
          <p:nvPr/>
        </p:nvSpPr>
        <p:spPr>
          <a:xfrm>
            <a:off x="3931977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12BECBE2-1FD2-1BB5-D2E8-85FA76BD9950}"/>
              </a:ext>
            </a:extLst>
          </p:cNvPr>
          <p:cNvSpPr>
            <a:spLocks/>
          </p:cNvSpPr>
          <p:nvPr/>
        </p:nvSpPr>
        <p:spPr>
          <a:xfrm>
            <a:off x="3931977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6088B70A-4A39-8E82-CBF2-136AF7F131DB}"/>
              </a:ext>
            </a:extLst>
          </p:cNvPr>
          <p:cNvSpPr>
            <a:spLocks/>
          </p:cNvSpPr>
          <p:nvPr/>
        </p:nvSpPr>
        <p:spPr>
          <a:xfrm>
            <a:off x="4385550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8654C4D-5093-C50F-64E5-CEFCEE46D26C}"/>
              </a:ext>
            </a:extLst>
          </p:cNvPr>
          <p:cNvSpPr>
            <a:spLocks/>
          </p:cNvSpPr>
          <p:nvPr/>
        </p:nvSpPr>
        <p:spPr>
          <a:xfrm>
            <a:off x="3931977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C3A11373-7E86-2799-33E4-66F79036468E}"/>
              </a:ext>
            </a:extLst>
          </p:cNvPr>
          <p:cNvSpPr>
            <a:spLocks/>
          </p:cNvSpPr>
          <p:nvPr/>
        </p:nvSpPr>
        <p:spPr>
          <a:xfrm>
            <a:off x="4665567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C940673-03D3-2EFA-8306-DC948970228E}"/>
              </a:ext>
            </a:extLst>
          </p:cNvPr>
          <p:cNvSpPr>
            <a:spLocks/>
          </p:cNvSpPr>
          <p:nvPr/>
        </p:nvSpPr>
        <p:spPr>
          <a:xfrm>
            <a:off x="4957047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33EF670D-AC40-A858-B33C-79567794D85B}"/>
              </a:ext>
            </a:extLst>
          </p:cNvPr>
          <p:cNvSpPr>
            <a:spLocks/>
          </p:cNvSpPr>
          <p:nvPr/>
        </p:nvSpPr>
        <p:spPr>
          <a:xfrm>
            <a:off x="4246050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63D20A2D-2C72-B8D4-3B5C-59AACBBAF9E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74CD087C-CA95-10A2-961F-EE9542A83046}"/>
              </a:ext>
            </a:extLst>
          </p:cNvPr>
          <p:cNvSpPr>
            <a:spLocks/>
          </p:cNvSpPr>
          <p:nvPr/>
        </p:nvSpPr>
        <p:spPr>
          <a:xfrm>
            <a:off x="4237558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18113E2F-5C18-1276-8ACA-0C79D14993C6}"/>
              </a:ext>
            </a:extLst>
          </p:cNvPr>
          <p:cNvSpPr>
            <a:spLocks/>
          </p:cNvSpPr>
          <p:nvPr/>
        </p:nvSpPr>
        <p:spPr>
          <a:xfrm>
            <a:off x="4913799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B620F2FF-793C-FE4F-7B81-ECBC8A9FBB59}"/>
              </a:ext>
            </a:extLst>
          </p:cNvPr>
          <p:cNvSpPr>
            <a:spLocks/>
          </p:cNvSpPr>
          <p:nvPr/>
        </p:nvSpPr>
        <p:spPr>
          <a:xfrm>
            <a:off x="4046735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9832FFD-A64C-7ED5-9CEF-61496051750F}"/>
              </a:ext>
            </a:extLst>
          </p:cNvPr>
          <p:cNvSpPr>
            <a:spLocks/>
          </p:cNvSpPr>
          <p:nvPr/>
        </p:nvSpPr>
        <p:spPr>
          <a:xfrm>
            <a:off x="4856951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58BA7F8B-5097-048F-3FA8-469C4803C13C}"/>
              </a:ext>
            </a:extLst>
          </p:cNvPr>
          <p:cNvSpPr>
            <a:spLocks/>
          </p:cNvSpPr>
          <p:nvPr/>
        </p:nvSpPr>
        <p:spPr>
          <a:xfrm>
            <a:off x="4558782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C3102ABC-F9F3-7352-5C6F-81F639B59A85}"/>
              </a:ext>
            </a:extLst>
          </p:cNvPr>
          <p:cNvSpPr>
            <a:spLocks/>
          </p:cNvSpPr>
          <p:nvPr/>
        </p:nvSpPr>
        <p:spPr>
          <a:xfrm>
            <a:off x="4863138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8F67E05E-7196-13F5-E418-74F2F74A3933}"/>
              </a:ext>
            </a:extLst>
          </p:cNvPr>
          <p:cNvSpPr>
            <a:spLocks/>
          </p:cNvSpPr>
          <p:nvPr/>
        </p:nvSpPr>
        <p:spPr>
          <a:xfrm>
            <a:off x="5146465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C7EE8B36-2518-4A70-5B13-85E9E8904C80}"/>
              </a:ext>
            </a:extLst>
          </p:cNvPr>
          <p:cNvSpPr>
            <a:spLocks/>
          </p:cNvSpPr>
          <p:nvPr/>
        </p:nvSpPr>
        <p:spPr>
          <a:xfrm>
            <a:off x="4849915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FE52B1C8-2B41-9DC5-A2FB-EA468BD439ED}"/>
              </a:ext>
            </a:extLst>
          </p:cNvPr>
          <p:cNvSpPr>
            <a:spLocks/>
          </p:cNvSpPr>
          <p:nvPr/>
        </p:nvSpPr>
        <p:spPr>
          <a:xfrm>
            <a:off x="4701079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3FB251A8-5CC5-A38D-346D-B807734366B1}"/>
              </a:ext>
            </a:extLst>
          </p:cNvPr>
          <p:cNvSpPr>
            <a:spLocks/>
          </p:cNvSpPr>
          <p:nvPr/>
        </p:nvSpPr>
        <p:spPr>
          <a:xfrm>
            <a:off x="3931977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5AB4078D-48A9-A4D7-D5F9-A95A01CF3D6D}"/>
              </a:ext>
            </a:extLst>
          </p:cNvPr>
          <p:cNvSpPr>
            <a:spLocks/>
          </p:cNvSpPr>
          <p:nvPr/>
        </p:nvSpPr>
        <p:spPr>
          <a:xfrm>
            <a:off x="3931977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4F567E4C-3470-D70B-F382-C70AD65347FE}"/>
              </a:ext>
            </a:extLst>
          </p:cNvPr>
          <p:cNvSpPr>
            <a:spLocks/>
          </p:cNvSpPr>
          <p:nvPr/>
        </p:nvSpPr>
        <p:spPr>
          <a:xfrm>
            <a:off x="3931977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BCD4B2EC-B67F-1C37-EABE-10BFB13E8C8C}"/>
              </a:ext>
            </a:extLst>
          </p:cNvPr>
          <p:cNvSpPr>
            <a:spLocks/>
          </p:cNvSpPr>
          <p:nvPr/>
        </p:nvSpPr>
        <p:spPr>
          <a:xfrm>
            <a:off x="4938140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076A9E0A-F3EA-B2E3-F905-A8CC063C77A7}"/>
              </a:ext>
            </a:extLst>
          </p:cNvPr>
          <p:cNvSpPr>
            <a:spLocks/>
          </p:cNvSpPr>
          <p:nvPr/>
        </p:nvSpPr>
        <p:spPr>
          <a:xfrm>
            <a:off x="4024566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8C2B8717-0A7B-5806-DA3F-7B04AAA13787}"/>
              </a:ext>
            </a:extLst>
          </p:cNvPr>
          <p:cNvSpPr>
            <a:spLocks/>
          </p:cNvSpPr>
          <p:nvPr/>
        </p:nvSpPr>
        <p:spPr>
          <a:xfrm>
            <a:off x="3931977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F87BA466-0FB1-8E6D-4A8F-98BA92ADC519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3D25109B-C2C8-EFAF-ECC5-4B1641E28E0B}"/>
              </a:ext>
            </a:extLst>
          </p:cNvPr>
          <p:cNvSpPr>
            <a:spLocks/>
          </p:cNvSpPr>
          <p:nvPr/>
        </p:nvSpPr>
        <p:spPr>
          <a:xfrm>
            <a:off x="5001871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32798F86-936C-C43F-3E00-2604C9F8A347}"/>
              </a:ext>
            </a:extLst>
          </p:cNvPr>
          <p:cNvSpPr>
            <a:spLocks/>
          </p:cNvSpPr>
          <p:nvPr/>
        </p:nvSpPr>
        <p:spPr>
          <a:xfrm>
            <a:off x="3931977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16665888-0B46-7C20-DEDB-3147577ABA3E}"/>
              </a:ext>
            </a:extLst>
          </p:cNvPr>
          <p:cNvSpPr>
            <a:spLocks/>
          </p:cNvSpPr>
          <p:nvPr/>
        </p:nvSpPr>
        <p:spPr>
          <a:xfrm>
            <a:off x="4872285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1E46B929-B712-0041-8A20-CE423D446F79}"/>
              </a:ext>
            </a:extLst>
          </p:cNvPr>
          <p:cNvSpPr>
            <a:spLocks/>
          </p:cNvSpPr>
          <p:nvPr/>
        </p:nvSpPr>
        <p:spPr>
          <a:xfrm>
            <a:off x="4683827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B4610539-7D2A-34B1-43F2-F34180096E59}"/>
              </a:ext>
            </a:extLst>
          </p:cNvPr>
          <p:cNvSpPr>
            <a:spLocks/>
          </p:cNvSpPr>
          <p:nvPr/>
        </p:nvSpPr>
        <p:spPr>
          <a:xfrm>
            <a:off x="4049816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D15BB085-AF32-3F04-0FDD-62F66C0B4597}"/>
              </a:ext>
            </a:extLst>
          </p:cNvPr>
          <p:cNvSpPr>
            <a:spLocks/>
          </p:cNvSpPr>
          <p:nvPr/>
        </p:nvSpPr>
        <p:spPr>
          <a:xfrm>
            <a:off x="4242398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D636A607-70A0-CD89-9662-C95E21346818}"/>
              </a:ext>
            </a:extLst>
          </p:cNvPr>
          <p:cNvSpPr>
            <a:spLocks/>
          </p:cNvSpPr>
          <p:nvPr/>
        </p:nvSpPr>
        <p:spPr>
          <a:xfrm>
            <a:off x="4426139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EB1D04BC-7419-A915-B9A8-C47DE41D0289}"/>
              </a:ext>
            </a:extLst>
          </p:cNvPr>
          <p:cNvSpPr>
            <a:spLocks/>
          </p:cNvSpPr>
          <p:nvPr/>
        </p:nvSpPr>
        <p:spPr>
          <a:xfrm>
            <a:off x="4197859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B9DF8CF5-3430-B65B-8339-82058F436AD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91717C89-6D6D-F4C3-A496-EB3D7F67B5DC}"/>
              </a:ext>
            </a:extLst>
          </p:cNvPr>
          <p:cNvSpPr>
            <a:spLocks/>
          </p:cNvSpPr>
          <p:nvPr/>
        </p:nvSpPr>
        <p:spPr>
          <a:xfrm>
            <a:off x="5172140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3400F41A-2879-C4CD-473F-C6A2343AECB4}"/>
              </a:ext>
            </a:extLst>
          </p:cNvPr>
          <p:cNvSpPr>
            <a:spLocks/>
          </p:cNvSpPr>
          <p:nvPr/>
        </p:nvSpPr>
        <p:spPr>
          <a:xfrm>
            <a:off x="3993634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5AF339D5-3F89-2FA8-27AF-86D78F4DA6BE}"/>
              </a:ext>
            </a:extLst>
          </p:cNvPr>
          <p:cNvSpPr>
            <a:spLocks/>
          </p:cNvSpPr>
          <p:nvPr/>
        </p:nvSpPr>
        <p:spPr>
          <a:xfrm>
            <a:off x="3933131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D3F4DE0E-803C-A66F-22CE-43A9705F5A81}"/>
              </a:ext>
            </a:extLst>
          </p:cNvPr>
          <p:cNvSpPr>
            <a:spLocks/>
          </p:cNvSpPr>
          <p:nvPr/>
        </p:nvSpPr>
        <p:spPr>
          <a:xfrm>
            <a:off x="5143255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2B2C391F-6049-DFBA-D679-0238D959B9C1}"/>
              </a:ext>
            </a:extLst>
          </p:cNvPr>
          <p:cNvSpPr>
            <a:spLocks/>
          </p:cNvSpPr>
          <p:nvPr/>
        </p:nvSpPr>
        <p:spPr>
          <a:xfrm>
            <a:off x="4808961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5352DD88-E112-ACB7-3ACC-DDF1FA32C69F}"/>
              </a:ext>
            </a:extLst>
          </p:cNvPr>
          <p:cNvSpPr>
            <a:spLocks/>
          </p:cNvSpPr>
          <p:nvPr/>
        </p:nvSpPr>
        <p:spPr>
          <a:xfrm>
            <a:off x="5070209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26DE3E35-F54F-EF7B-F8F4-71E66F6FD2C8}"/>
              </a:ext>
            </a:extLst>
          </p:cNvPr>
          <p:cNvSpPr>
            <a:spLocks/>
          </p:cNvSpPr>
          <p:nvPr/>
        </p:nvSpPr>
        <p:spPr>
          <a:xfrm>
            <a:off x="3961125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94C86D8C-3331-9F84-2AF2-7008F7486D41}"/>
              </a:ext>
            </a:extLst>
          </p:cNvPr>
          <p:cNvSpPr>
            <a:spLocks/>
          </p:cNvSpPr>
          <p:nvPr/>
        </p:nvSpPr>
        <p:spPr>
          <a:xfrm>
            <a:off x="5350615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4FFDB807-15AA-CBA9-0955-ABF0643097A1}"/>
              </a:ext>
            </a:extLst>
          </p:cNvPr>
          <p:cNvSpPr>
            <a:spLocks/>
          </p:cNvSpPr>
          <p:nvPr/>
        </p:nvSpPr>
        <p:spPr>
          <a:xfrm>
            <a:off x="4719135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05F7983C-7DDA-E98D-C8B8-022617C7783C}"/>
              </a:ext>
            </a:extLst>
          </p:cNvPr>
          <p:cNvSpPr>
            <a:spLocks/>
          </p:cNvSpPr>
          <p:nvPr/>
        </p:nvSpPr>
        <p:spPr>
          <a:xfrm>
            <a:off x="3931977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F5BE6DBE-B945-6420-78D3-BB0F286F417C}"/>
              </a:ext>
            </a:extLst>
          </p:cNvPr>
          <p:cNvSpPr>
            <a:spLocks/>
          </p:cNvSpPr>
          <p:nvPr/>
        </p:nvSpPr>
        <p:spPr>
          <a:xfrm>
            <a:off x="3931977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B3F67C6F-D7DD-4F27-D5F5-EFCB6AAE2B6C}"/>
              </a:ext>
            </a:extLst>
          </p:cNvPr>
          <p:cNvSpPr>
            <a:spLocks/>
          </p:cNvSpPr>
          <p:nvPr/>
        </p:nvSpPr>
        <p:spPr>
          <a:xfrm>
            <a:off x="3931977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88705EB5-10EE-93D1-93CB-F6410913BC40}"/>
              </a:ext>
            </a:extLst>
          </p:cNvPr>
          <p:cNvSpPr>
            <a:spLocks/>
          </p:cNvSpPr>
          <p:nvPr/>
        </p:nvSpPr>
        <p:spPr>
          <a:xfrm>
            <a:off x="5071012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73E4011A-B011-9A97-22B6-CBD571BC4232}"/>
              </a:ext>
            </a:extLst>
          </p:cNvPr>
          <p:cNvSpPr>
            <a:spLocks/>
          </p:cNvSpPr>
          <p:nvPr/>
        </p:nvSpPr>
        <p:spPr>
          <a:xfrm>
            <a:off x="3931977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FFAD8F2-5734-F511-BB2D-E9FA7902974A}"/>
              </a:ext>
            </a:extLst>
          </p:cNvPr>
          <p:cNvSpPr>
            <a:spLocks/>
          </p:cNvSpPr>
          <p:nvPr/>
        </p:nvSpPr>
        <p:spPr>
          <a:xfrm>
            <a:off x="4055071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9244869F-E594-8565-2B8D-E749422055EF}"/>
              </a:ext>
            </a:extLst>
          </p:cNvPr>
          <p:cNvSpPr>
            <a:spLocks/>
          </p:cNvSpPr>
          <p:nvPr/>
        </p:nvSpPr>
        <p:spPr>
          <a:xfrm>
            <a:off x="3931977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8891DA7-4396-291D-A361-8308C0FE7AB7}"/>
              </a:ext>
            </a:extLst>
          </p:cNvPr>
          <p:cNvSpPr>
            <a:spLocks/>
          </p:cNvSpPr>
          <p:nvPr/>
        </p:nvSpPr>
        <p:spPr>
          <a:xfrm>
            <a:off x="4412588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71963697-DCA1-CCDB-659F-F5F82600948B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AB14E5AD-F652-8A21-2B64-B2425470B576}"/>
              </a:ext>
            </a:extLst>
          </p:cNvPr>
          <p:cNvSpPr>
            <a:spLocks/>
          </p:cNvSpPr>
          <p:nvPr/>
        </p:nvSpPr>
        <p:spPr>
          <a:xfrm>
            <a:off x="4415128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9682CEFB-1E1B-4327-5C9B-DEA33BAEAC93}"/>
              </a:ext>
            </a:extLst>
          </p:cNvPr>
          <p:cNvSpPr>
            <a:spLocks/>
          </p:cNvSpPr>
          <p:nvPr/>
        </p:nvSpPr>
        <p:spPr>
          <a:xfrm>
            <a:off x="3931977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CFD836BE-08B3-671F-709A-0E65665A4CAD}"/>
              </a:ext>
            </a:extLst>
          </p:cNvPr>
          <p:cNvSpPr>
            <a:spLocks/>
          </p:cNvSpPr>
          <p:nvPr/>
        </p:nvSpPr>
        <p:spPr>
          <a:xfrm>
            <a:off x="4736752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2556DE8-2EBC-7FC9-E6BD-205D9BC3EC0F}"/>
              </a:ext>
            </a:extLst>
          </p:cNvPr>
          <p:cNvSpPr>
            <a:spLocks/>
          </p:cNvSpPr>
          <p:nvPr/>
        </p:nvSpPr>
        <p:spPr>
          <a:xfrm>
            <a:off x="4261083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4AA8CB38-9A88-FEB6-88B2-11DFBA5696D8}"/>
              </a:ext>
            </a:extLst>
          </p:cNvPr>
          <p:cNvSpPr>
            <a:spLocks/>
          </p:cNvSpPr>
          <p:nvPr/>
        </p:nvSpPr>
        <p:spPr>
          <a:xfrm>
            <a:off x="4906455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ACF1E4B4-D809-A1E5-B619-8474CD6FBF83}"/>
              </a:ext>
            </a:extLst>
          </p:cNvPr>
          <p:cNvSpPr>
            <a:spLocks/>
          </p:cNvSpPr>
          <p:nvPr/>
        </p:nvSpPr>
        <p:spPr>
          <a:xfrm>
            <a:off x="5367097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A5CF178D-C76D-21B6-F69E-95DD4E8D69BA}"/>
              </a:ext>
            </a:extLst>
          </p:cNvPr>
          <p:cNvSpPr>
            <a:spLocks/>
          </p:cNvSpPr>
          <p:nvPr/>
        </p:nvSpPr>
        <p:spPr>
          <a:xfrm>
            <a:off x="3947597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B8F2BDD4-46EB-7D0C-3429-45E6E67CFAF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D420A540-BF2B-61F2-BA1B-FA8D2589ED02}"/>
              </a:ext>
            </a:extLst>
          </p:cNvPr>
          <p:cNvSpPr>
            <a:spLocks/>
          </p:cNvSpPr>
          <p:nvPr/>
        </p:nvSpPr>
        <p:spPr>
          <a:xfrm>
            <a:off x="4532406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F56C5349-27ED-0B2F-85B5-21A11291981F}"/>
              </a:ext>
            </a:extLst>
          </p:cNvPr>
          <p:cNvSpPr>
            <a:spLocks/>
          </p:cNvSpPr>
          <p:nvPr/>
        </p:nvSpPr>
        <p:spPr>
          <a:xfrm>
            <a:off x="4206346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D0BD75E6-FF9E-EAE7-75FF-23BF22109572}"/>
              </a:ext>
            </a:extLst>
          </p:cNvPr>
          <p:cNvSpPr>
            <a:spLocks/>
          </p:cNvSpPr>
          <p:nvPr/>
        </p:nvSpPr>
        <p:spPr>
          <a:xfrm>
            <a:off x="4078215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A9C34B7-FC2E-A483-BEC7-1865E4A1B055}"/>
              </a:ext>
            </a:extLst>
          </p:cNvPr>
          <p:cNvSpPr>
            <a:spLocks/>
          </p:cNvSpPr>
          <p:nvPr/>
        </p:nvSpPr>
        <p:spPr>
          <a:xfrm>
            <a:off x="4803034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AA2D979E-2AE1-4623-E2CE-44CC77F54000}"/>
              </a:ext>
            </a:extLst>
          </p:cNvPr>
          <p:cNvSpPr>
            <a:spLocks/>
          </p:cNvSpPr>
          <p:nvPr/>
        </p:nvSpPr>
        <p:spPr>
          <a:xfrm>
            <a:off x="5132227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36C7B86B-B997-A2AB-C838-CE8C6B9D1CD6}"/>
              </a:ext>
            </a:extLst>
          </p:cNvPr>
          <p:cNvSpPr>
            <a:spLocks/>
          </p:cNvSpPr>
          <p:nvPr/>
        </p:nvSpPr>
        <p:spPr>
          <a:xfrm>
            <a:off x="3931977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D660C5F7-D007-5C93-2EC7-11B986416DDE}"/>
              </a:ext>
            </a:extLst>
          </p:cNvPr>
          <p:cNvSpPr>
            <a:spLocks/>
          </p:cNvSpPr>
          <p:nvPr/>
        </p:nvSpPr>
        <p:spPr>
          <a:xfrm>
            <a:off x="4659768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72038DF3-9B0A-878C-E9E2-3808B17EF964}"/>
              </a:ext>
            </a:extLst>
          </p:cNvPr>
          <p:cNvSpPr>
            <a:spLocks/>
          </p:cNvSpPr>
          <p:nvPr/>
        </p:nvSpPr>
        <p:spPr>
          <a:xfrm>
            <a:off x="4489589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ABBAD0D-15DD-CE99-2E50-CE8411EDA805}"/>
              </a:ext>
            </a:extLst>
          </p:cNvPr>
          <p:cNvSpPr>
            <a:spLocks/>
          </p:cNvSpPr>
          <p:nvPr/>
        </p:nvSpPr>
        <p:spPr>
          <a:xfrm>
            <a:off x="3931977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C87DC175-FB63-5532-B85C-6F13E63459A4}"/>
              </a:ext>
            </a:extLst>
          </p:cNvPr>
          <p:cNvSpPr>
            <a:spLocks/>
          </p:cNvSpPr>
          <p:nvPr/>
        </p:nvSpPr>
        <p:spPr>
          <a:xfrm>
            <a:off x="3931977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D236A436-C174-8E37-9C5A-D8BCBC8ED4AF}"/>
              </a:ext>
            </a:extLst>
          </p:cNvPr>
          <p:cNvSpPr>
            <a:spLocks/>
          </p:cNvSpPr>
          <p:nvPr/>
        </p:nvSpPr>
        <p:spPr>
          <a:xfrm>
            <a:off x="4666468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DEF8208B-9B2E-7A21-3F32-FDB6D0ABF9D4}"/>
              </a:ext>
            </a:extLst>
          </p:cNvPr>
          <p:cNvSpPr>
            <a:spLocks/>
          </p:cNvSpPr>
          <p:nvPr/>
        </p:nvSpPr>
        <p:spPr>
          <a:xfrm>
            <a:off x="3931977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8CB6C0DD-36E3-5ED9-E7F0-329D3A424AFE}"/>
              </a:ext>
            </a:extLst>
          </p:cNvPr>
          <p:cNvSpPr>
            <a:spLocks/>
          </p:cNvSpPr>
          <p:nvPr/>
        </p:nvSpPr>
        <p:spPr>
          <a:xfrm>
            <a:off x="3931977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FA0EA373-C95B-A11B-6588-C1A16E82E4C9}"/>
              </a:ext>
            </a:extLst>
          </p:cNvPr>
          <p:cNvSpPr>
            <a:spLocks/>
          </p:cNvSpPr>
          <p:nvPr/>
        </p:nvSpPr>
        <p:spPr>
          <a:xfrm>
            <a:off x="4194331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60EC6393-9415-A496-5E64-C14C8F8DC41B}"/>
              </a:ext>
            </a:extLst>
          </p:cNvPr>
          <p:cNvSpPr>
            <a:spLocks/>
          </p:cNvSpPr>
          <p:nvPr/>
        </p:nvSpPr>
        <p:spPr>
          <a:xfrm>
            <a:off x="3931977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C6EAD3D7-1588-46FA-80C2-C5AA9DCD736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D68A25C6-9C24-9C09-84B1-37506FF098C9}"/>
              </a:ext>
            </a:extLst>
          </p:cNvPr>
          <p:cNvSpPr>
            <a:spLocks/>
          </p:cNvSpPr>
          <p:nvPr/>
        </p:nvSpPr>
        <p:spPr>
          <a:xfrm>
            <a:off x="5300034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767133BE-1ED4-7B33-7CEC-4D04A5D76FE3}"/>
              </a:ext>
            </a:extLst>
          </p:cNvPr>
          <p:cNvSpPr>
            <a:spLocks/>
          </p:cNvSpPr>
          <p:nvPr/>
        </p:nvSpPr>
        <p:spPr>
          <a:xfrm>
            <a:off x="4083636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07611D77-2FE4-20CA-9501-CEA5A0AC3C04}"/>
              </a:ext>
            </a:extLst>
          </p:cNvPr>
          <p:cNvSpPr>
            <a:spLocks/>
          </p:cNvSpPr>
          <p:nvPr/>
        </p:nvSpPr>
        <p:spPr>
          <a:xfrm>
            <a:off x="3932516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A065390F-957E-941B-ABAC-03BC2A03B9DC}"/>
              </a:ext>
            </a:extLst>
          </p:cNvPr>
          <p:cNvSpPr>
            <a:spLocks/>
          </p:cNvSpPr>
          <p:nvPr/>
        </p:nvSpPr>
        <p:spPr>
          <a:xfrm>
            <a:off x="3949337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5D30A7C2-A715-4CCC-26C8-E5A29351E02E}"/>
              </a:ext>
            </a:extLst>
          </p:cNvPr>
          <p:cNvSpPr>
            <a:spLocks/>
          </p:cNvSpPr>
          <p:nvPr/>
        </p:nvSpPr>
        <p:spPr>
          <a:xfrm>
            <a:off x="4743097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4742D75E-389A-AF34-69EC-82703B9FA619}"/>
              </a:ext>
            </a:extLst>
          </p:cNvPr>
          <p:cNvSpPr>
            <a:spLocks/>
          </p:cNvSpPr>
          <p:nvPr/>
        </p:nvSpPr>
        <p:spPr>
          <a:xfrm>
            <a:off x="4264708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31D25D8B-DF60-21FD-8117-748534A6DEC8}"/>
              </a:ext>
            </a:extLst>
          </p:cNvPr>
          <p:cNvSpPr>
            <a:spLocks/>
          </p:cNvSpPr>
          <p:nvPr/>
        </p:nvSpPr>
        <p:spPr>
          <a:xfrm>
            <a:off x="3986046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FDE9E29F-ABDE-B2FC-A0EC-AA644898AEDC}"/>
              </a:ext>
            </a:extLst>
          </p:cNvPr>
          <p:cNvSpPr>
            <a:spLocks/>
          </p:cNvSpPr>
          <p:nvPr/>
        </p:nvSpPr>
        <p:spPr>
          <a:xfrm>
            <a:off x="3934386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21F5D942-D59C-21AB-DD13-A588409E1F3F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D0AE8F79-079B-8631-EFED-49958D7F380F}"/>
              </a:ext>
            </a:extLst>
          </p:cNvPr>
          <p:cNvSpPr>
            <a:spLocks/>
          </p:cNvSpPr>
          <p:nvPr/>
        </p:nvSpPr>
        <p:spPr>
          <a:xfrm>
            <a:off x="4457096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AD034FE9-0D79-9E07-7385-086DFEAD2BE2}"/>
              </a:ext>
            </a:extLst>
          </p:cNvPr>
          <p:cNvSpPr>
            <a:spLocks/>
          </p:cNvSpPr>
          <p:nvPr/>
        </p:nvSpPr>
        <p:spPr>
          <a:xfrm>
            <a:off x="4829340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9687F52A-9260-6354-BF36-4FDEAA2F095F}"/>
              </a:ext>
            </a:extLst>
          </p:cNvPr>
          <p:cNvSpPr>
            <a:spLocks/>
          </p:cNvSpPr>
          <p:nvPr/>
        </p:nvSpPr>
        <p:spPr>
          <a:xfrm>
            <a:off x="4970838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AC0F4FCD-E192-0BB9-AD34-ABB44CF91E0C}"/>
              </a:ext>
            </a:extLst>
          </p:cNvPr>
          <p:cNvSpPr>
            <a:spLocks/>
          </p:cNvSpPr>
          <p:nvPr/>
        </p:nvSpPr>
        <p:spPr>
          <a:xfrm>
            <a:off x="4215539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A50BB7BD-EC19-24A0-E6C2-D172C0D67731}"/>
              </a:ext>
            </a:extLst>
          </p:cNvPr>
          <p:cNvSpPr>
            <a:spLocks/>
          </p:cNvSpPr>
          <p:nvPr/>
        </p:nvSpPr>
        <p:spPr>
          <a:xfrm>
            <a:off x="3931977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B613EB34-D9F9-3117-40E2-37B8FAA105BF}"/>
              </a:ext>
            </a:extLst>
          </p:cNvPr>
          <p:cNvSpPr>
            <a:spLocks/>
          </p:cNvSpPr>
          <p:nvPr/>
        </p:nvSpPr>
        <p:spPr>
          <a:xfrm>
            <a:off x="5120104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87D37F19-6192-3F3A-BA26-BC25AFB1215D}"/>
              </a:ext>
            </a:extLst>
          </p:cNvPr>
          <p:cNvSpPr>
            <a:spLocks/>
          </p:cNvSpPr>
          <p:nvPr/>
        </p:nvSpPr>
        <p:spPr>
          <a:xfrm>
            <a:off x="4705205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F41E14FF-0FF9-0BCC-6024-C7A3CD5E3AB8}"/>
              </a:ext>
            </a:extLst>
          </p:cNvPr>
          <p:cNvSpPr>
            <a:spLocks/>
          </p:cNvSpPr>
          <p:nvPr/>
        </p:nvSpPr>
        <p:spPr>
          <a:xfrm>
            <a:off x="5102621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5580A965-4A6A-DEE8-6E3F-BAA306B452AA}"/>
              </a:ext>
            </a:extLst>
          </p:cNvPr>
          <p:cNvSpPr>
            <a:spLocks/>
          </p:cNvSpPr>
          <p:nvPr/>
        </p:nvSpPr>
        <p:spPr>
          <a:xfrm>
            <a:off x="4612642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0ABC4E17-5321-B0F7-4E51-5149FACF9001}"/>
              </a:ext>
            </a:extLst>
          </p:cNvPr>
          <p:cNvSpPr>
            <a:spLocks/>
          </p:cNvSpPr>
          <p:nvPr/>
        </p:nvSpPr>
        <p:spPr>
          <a:xfrm>
            <a:off x="4760307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092434A8-BB07-0674-A9EE-A9EE23872F7F}"/>
              </a:ext>
            </a:extLst>
          </p:cNvPr>
          <p:cNvSpPr>
            <a:spLocks/>
          </p:cNvSpPr>
          <p:nvPr/>
        </p:nvSpPr>
        <p:spPr>
          <a:xfrm>
            <a:off x="4211504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8A956D28-454E-58AC-6853-31AF972E7FEE}"/>
              </a:ext>
            </a:extLst>
          </p:cNvPr>
          <p:cNvSpPr>
            <a:spLocks/>
          </p:cNvSpPr>
          <p:nvPr/>
        </p:nvSpPr>
        <p:spPr>
          <a:xfrm>
            <a:off x="3931977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EC0EC309-63E9-0D84-8F02-EE5BFDB9E812}"/>
              </a:ext>
            </a:extLst>
          </p:cNvPr>
          <p:cNvSpPr>
            <a:spLocks/>
          </p:cNvSpPr>
          <p:nvPr/>
        </p:nvSpPr>
        <p:spPr>
          <a:xfrm>
            <a:off x="4879405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4A86748D-A55C-6008-7FE9-A0DA978E78D0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A4928C90-EA29-CE3D-4BA5-35CE18AFE13F}"/>
              </a:ext>
            </a:extLst>
          </p:cNvPr>
          <p:cNvSpPr>
            <a:spLocks/>
          </p:cNvSpPr>
          <p:nvPr/>
        </p:nvSpPr>
        <p:spPr>
          <a:xfrm>
            <a:off x="4620666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77464061-3470-3905-FA93-DA1D6977FBA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60DDEB3-959C-67E2-3574-9FBC9DB5A5AE}"/>
              </a:ext>
            </a:extLst>
          </p:cNvPr>
          <p:cNvSpPr>
            <a:spLocks/>
          </p:cNvSpPr>
          <p:nvPr/>
        </p:nvSpPr>
        <p:spPr>
          <a:xfrm>
            <a:off x="4620399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7C7D78DE-029C-5138-46E9-8C1AC3A0426F}"/>
              </a:ext>
            </a:extLst>
          </p:cNvPr>
          <p:cNvSpPr>
            <a:spLocks/>
          </p:cNvSpPr>
          <p:nvPr/>
        </p:nvSpPr>
        <p:spPr>
          <a:xfrm>
            <a:off x="4809038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E1290C7C-6ED7-045A-BD44-7293CFC0D64D}"/>
              </a:ext>
            </a:extLst>
          </p:cNvPr>
          <p:cNvSpPr>
            <a:spLocks/>
          </p:cNvSpPr>
          <p:nvPr/>
        </p:nvSpPr>
        <p:spPr>
          <a:xfrm>
            <a:off x="4841930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1E0C45AC-B997-7087-2061-59060615B731}"/>
              </a:ext>
            </a:extLst>
          </p:cNvPr>
          <p:cNvSpPr>
            <a:spLocks/>
          </p:cNvSpPr>
          <p:nvPr/>
        </p:nvSpPr>
        <p:spPr>
          <a:xfrm>
            <a:off x="4101364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7C6E24E-5CBC-504B-529C-A9AC7DB36E45}"/>
              </a:ext>
            </a:extLst>
          </p:cNvPr>
          <p:cNvSpPr>
            <a:spLocks/>
          </p:cNvSpPr>
          <p:nvPr/>
        </p:nvSpPr>
        <p:spPr>
          <a:xfrm>
            <a:off x="4920063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DE174011-CAB8-806C-FC85-28278660428A}"/>
              </a:ext>
            </a:extLst>
          </p:cNvPr>
          <p:cNvSpPr>
            <a:spLocks/>
          </p:cNvSpPr>
          <p:nvPr/>
        </p:nvSpPr>
        <p:spPr>
          <a:xfrm>
            <a:off x="4573125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04FB6C1-5C1E-1B7B-657E-7BD5696566EE}"/>
              </a:ext>
            </a:extLst>
          </p:cNvPr>
          <p:cNvSpPr>
            <a:spLocks/>
          </p:cNvSpPr>
          <p:nvPr/>
        </p:nvSpPr>
        <p:spPr>
          <a:xfrm>
            <a:off x="5361919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03EFBA81-ED0F-01B4-7EB1-CA06EAADDDB2}"/>
              </a:ext>
            </a:extLst>
          </p:cNvPr>
          <p:cNvSpPr>
            <a:spLocks/>
          </p:cNvSpPr>
          <p:nvPr/>
        </p:nvSpPr>
        <p:spPr>
          <a:xfrm>
            <a:off x="4232491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4D3EA9CB-4362-12EC-D7BB-5682AF8C46FC}"/>
              </a:ext>
            </a:extLst>
          </p:cNvPr>
          <p:cNvSpPr>
            <a:spLocks/>
          </p:cNvSpPr>
          <p:nvPr/>
        </p:nvSpPr>
        <p:spPr>
          <a:xfrm>
            <a:off x="3931977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9873D26E-5C9E-F7D2-5A2C-615BFE004A56}"/>
              </a:ext>
            </a:extLst>
          </p:cNvPr>
          <p:cNvSpPr>
            <a:spLocks/>
          </p:cNvSpPr>
          <p:nvPr/>
        </p:nvSpPr>
        <p:spPr>
          <a:xfrm>
            <a:off x="4510368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EF9D1AA2-E874-A41E-A903-187248DFDC00}"/>
              </a:ext>
            </a:extLst>
          </p:cNvPr>
          <p:cNvSpPr>
            <a:spLocks/>
          </p:cNvSpPr>
          <p:nvPr/>
        </p:nvSpPr>
        <p:spPr>
          <a:xfrm>
            <a:off x="4580625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6F99FD42-4F97-5186-E4FD-CBBF73F51C36}"/>
              </a:ext>
            </a:extLst>
          </p:cNvPr>
          <p:cNvSpPr>
            <a:spLocks/>
          </p:cNvSpPr>
          <p:nvPr/>
        </p:nvSpPr>
        <p:spPr>
          <a:xfrm>
            <a:off x="3931977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105D3455-EE87-A14B-9C99-9FF8E363F1F3}"/>
              </a:ext>
            </a:extLst>
          </p:cNvPr>
          <p:cNvSpPr>
            <a:spLocks/>
          </p:cNvSpPr>
          <p:nvPr/>
        </p:nvSpPr>
        <p:spPr>
          <a:xfrm>
            <a:off x="4713720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928D2EF-96C7-4114-215C-3CF3C477AA37}"/>
              </a:ext>
            </a:extLst>
          </p:cNvPr>
          <p:cNvSpPr>
            <a:spLocks/>
          </p:cNvSpPr>
          <p:nvPr/>
        </p:nvSpPr>
        <p:spPr>
          <a:xfrm>
            <a:off x="4866354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76EA11F6-5C50-B17C-0D9D-99999E3D5B19}"/>
              </a:ext>
            </a:extLst>
          </p:cNvPr>
          <p:cNvSpPr>
            <a:spLocks/>
          </p:cNvSpPr>
          <p:nvPr/>
        </p:nvSpPr>
        <p:spPr>
          <a:xfrm>
            <a:off x="3931977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81EB793-04E1-5262-1981-DD8F92E163DC}"/>
              </a:ext>
            </a:extLst>
          </p:cNvPr>
          <p:cNvSpPr>
            <a:spLocks/>
          </p:cNvSpPr>
          <p:nvPr/>
        </p:nvSpPr>
        <p:spPr>
          <a:xfrm>
            <a:off x="5135258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B679E7C2-2D25-691D-5F9A-434E99D159D9}"/>
              </a:ext>
            </a:extLst>
          </p:cNvPr>
          <p:cNvSpPr>
            <a:spLocks/>
          </p:cNvSpPr>
          <p:nvPr/>
        </p:nvSpPr>
        <p:spPr>
          <a:xfrm>
            <a:off x="4072835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9DC93BCB-0E20-F8AB-0770-D0CCFC440DCF}"/>
              </a:ext>
            </a:extLst>
          </p:cNvPr>
          <p:cNvSpPr>
            <a:spLocks/>
          </p:cNvSpPr>
          <p:nvPr/>
        </p:nvSpPr>
        <p:spPr>
          <a:xfrm>
            <a:off x="3931977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3C389F02-5F5F-0BE9-D75B-B5CBC9BE3A02}"/>
              </a:ext>
            </a:extLst>
          </p:cNvPr>
          <p:cNvSpPr>
            <a:spLocks/>
          </p:cNvSpPr>
          <p:nvPr/>
        </p:nvSpPr>
        <p:spPr>
          <a:xfrm>
            <a:off x="3931977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49C325C8-6124-14CB-5F58-AEB7A9D776AB}"/>
              </a:ext>
            </a:extLst>
          </p:cNvPr>
          <p:cNvSpPr>
            <a:spLocks/>
          </p:cNvSpPr>
          <p:nvPr/>
        </p:nvSpPr>
        <p:spPr>
          <a:xfrm>
            <a:off x="4405590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E21B3D2D-B998-915C-F53B-56C88CCEDC3F}"/>
              </a:ext>
            </a:extLst>
          </p:cNvPr>
          <p:cNvSpPr>
            <a:spLocks/>
          </p:cNvSpPr>
          <p:nvPr/>
        </p:nvSpPr>
        <p:spPr>
          <a:xfrm>
            <a:off x="3931977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BB5769EE-F98A-CEF9-A408-25B4AC16E61F}"/>
              </a:ext>
            </a:extLst>
          </p:cNvPr>
          <p:cNvSpPr>
            <a:spLocks/>
          </p:cNvSpPr>
          <p:nvPr/>
        </p:nvSpPr>
        <p:spPr>
          <a:xfrm>
            <a:off x="5029047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C63C1F2-B9AE-EDDB-3571-03AFA8A6BEC9}"/>
              </a:ext>
            </a:extLst>
          </p:cNvPr>
          <p:cNvSpPr>
            <a:spLocks/>
          </p:cNvSpPr>
          <p:nvPr/>
        </p:nvSpPr>
        <p:spPr>
          <a:xfrm>
            <a:off x="3931977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E61C8626-7AF3-36DB-4D41-74C679B6A7E5}"/>
              </a:ext>
            </a:extLst>
          </p:cNvPr>
          <p:cNvSpPr>
            <a:spLocks/>
          </p:cNvSpPr>
          <p:nvPr/>
        </p:nvSpPr>
        <p:spPr>
          <a:xfrm>
            <a:off x="4606802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6F185777-DDA2-50E3-9507-BE876BEEC513}"/>
              </a:ext>
            </a:extLst>
          </p:cNvPr>
          <p:cNvSpPr>
            <a:spLocks/>
          </p:cNvSpPr>
          <p:nvPr/>
        </p:nvSpPr>
        <p:spPr>
          <a:xfrm>
            <a:off x="4640869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3BBFA118-295A-0C32-88C4-8F5A525D3D7E}"/>
              </a:ext>
            </a:extLst>
          </p:cNvPr>
          <p:cNvSpPr>
            <a:spLocks/>
          </p:cNvSpPr>
          <p:nvPr/>
        </p:nvSpPr>
        <p:spPr>
          <a:xfrm>
            <a:off x="4724684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0732A33A-2E4D-0566-81B0-685386367C87}"/>
              </a:ext>
            </a:extLst>
          </p:cNvPr>
          <p:cNvSpPr>
            <a:spLocks/>
          </p:cNvSpPr>
          <p:nvPr/>
        </p:nvSpPr>
        <p:spPr>
          <a:xfrm>
            <a:off x="5312390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6B02827B-8966-DD4B-1C6B-4130EF914DE1}"/>
              </a:ext>
            </a:extLst>
          </p:cNvPr>
          <p:cNvSpPr>
            <a:spLocks/>
          </p:cNvSpPr>
          <p:nvPr/>
        </p:nvSpPr>
        <p:spPr>
          <a:xfrm>
            <a:off x="4440214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7F98A4CB-298A-5A23-8AA1-0C3D16D8DAB2}"/>
              </a:ext>
            </a:extLst>
          </p:cNvPr>
          <p:cNvSpPr>
            <a:spLocks/>
          </p:cNvSpPr>
          <p:nvPr/>
        </p:nvSpPr>
        <p:spPr>
          <a:xfrm>
            <a:off x="4736631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8B1A8E32-6596-5C96-AB66-CCD554536BBF}"/>
              </a:ext>
            </a:extLst>
          </p:cNvPr>
          <p:cNvSpPr>
            <a:spLocks/>
          </p:cNvSpPr>
          <p:nvPr/>
        </p:nvSpPr>
        <p:spPr>
          <a:xfrm>
            <a:off x="3931977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5786B131-9B48-0D4B-7F2B-A12E69C37A67}"/>
              </a:ext>
            </a:extLst>
          </p:cNvPr>
          <p:cNvSpPr>
            <a:spLocks/>
          </p:cNvSpPr>
          <p:nvPr/>
        </p:nvSpPr>
        <p:spPr>
          <a:xfrm>
            <a:off x="4076005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287EA5FF-66D3-3F42-BDC2-0642FF734349}"/>
              </a:ext>
            </a:extLst>
          </p:cNvPr>
          <p:cNvSpPr>
            <a:spLocks/>
          </p:cNvSpPr>
          <p:nvPr/>
        </p:nvSpPr>
        <p:spPr>
          <a:xfrm>
            <a:off x="4872303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B720089F-96D9-B678-F66E-F42907BD75F8}"/>
              </a:ext>
            </a:extLst>
          </p:cNvPr>
          <p:cNvSpPr>
            <a:spLocks/>
          </p:cNvSpPr>
          <p:nvPr/>
        </p:nvSpPr>
        <p:spPr>
          <a:xfrm>
            <a:off x="4503907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5721A29C-D8CB-96C7-23E8-F2E351319E4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E5B32272-6DBE-B88B-3066-30009E87250D}"/>
              </a:ext>
            </a:extLst>
          </p:cNvPr>
          <p:cNvSpPr>
            <a:spLocks/>
          </p:cNvSpPr>
          <p:nvPr/>
        </p:nvSpPr>
        <p:spPr>
          <a:xfrm>
            <a:off x="4462776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7A98F07E-120E-C74C-8F2D-CAC3104E2EAF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12ADB7F1-371B-9266-971B-9AD6C07A66E6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708E8219-FD8F-A351-B80A-AE4AC92772C4}"/>
              </a:ext>
            </a:extLst>
          </p:cNvPr>
          <p:cNvSpPr>
            <a:spLocks/>
          </p:cNvSpPr>
          <p:nvPr/>
        </p:nvSpPr>
        <p:spPr>
          <a:xfrm>
            <a:off x="3485118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BFA400E3-4A41-352E-0712-03CF65470516}"/>
              </a:ext>
            </a:extLst>
          </p:cNvPr>
          <p:cNvSpPr>
            <a:spLocks/>
          </p:cNvSpPr>
          <p:nvPr/>
        </p:nvSpPr>
        <p:spPr>
          <a:xfrm>
            <a:off x="3963948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9EDAAE6-9AFA-28AA-D7D5-57D5AE65DA39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D0CE01D9-9135-8A32-3DA1-32FB6EF4F498}"/>
              </a:ext>
            </a:extLst>
          </p:cNvPr>
          <p:cNvSpPr>
            <a:spLocks/>
          </p:cNvSpPr>
          <p:nvPr/>
        </p:nvSpPr>
        <p:spPr>
          <a:xfrm>
            <a:off x="5946917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B3F642F-7E59-BE0E-F542-2F64ED05F6A8}"/>
              </a:ext>
            </a:extLst>
          </p:cNvPr>
          <p:cNvSpPr>
            <a:spLocks/>
          </p:cNvSpPr>
          <p:nvPr/>
        </p:nvSpPr>
        <p:spPr>
          <a:xfrm>
            <a:off x="5946917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DDE0980-877C-C73A-2AEE-D6376A76F334}"/>
              </a:ext>
            </a:extLst>
          </p:cNvPr>
          <p:cNvSpPr>
            <a:spLocks/>
          </p:cNvSpPr>
          <p:nvPr/>
        </p:nvSpPr>
        <p:spPr>
          <a:xfrm>
            <a:off x="5946917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4EEA81BA-3137-1E80-CF24-532A2857DD69}"/>
              </a:ext>
            </a:extLst>
          </p:cNvPr>
          <p:cNvSpPr>
            <a:spLocks/>
          </p:cNvSpPr>
          <p:nvPr/>
        </p:nvSpPr>
        <p:spPr>
          <a:xfrm>
            <a:off x="5946917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4B439B55-5F3D-2D72-8645-0C21D143D49C}"/>
              </a:ext>
            </a:extLst>
          </p:cNvPr>
          <p:cNvSpPr>
            <a:spLocks/>
          </p:cNvSpPr>
          <p:nvPr/>
        </p:nvSpPr>
        <p:spPr>
          <a:xfrm>
            <a:off x="5946917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70BBF4F9-0EDC-0676-BF9C-83E28C2E248C}"/>
              </a:ext>
            </a:extLst>
          </p:cNvPr>
          <p:cNvSpPr>
            <a:spLocks/>
          </p:cNvSpPr>
          <p:nvPr/>
        </p:nvSpPr>
        <p:spPr>
          <a:xfrm>
            <a:off x="5946917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F32FCE29-BCD1-EDB6-DF36-299C2808677B}"/>
              </a:ext>
            </a:extLst>
          </p:cNvPr>
          <p:cNvSpPr>
            <a:spLocks/>
          </p:cNvSpPr>
          <p:nvPr/>
        </p:nvSpPr>
        <p:spPr>
          <a:xfrm>
            <a:off x="5946917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D29C6477-D2EF-B755-A7D7-C6D58B2562A8}"/>
              </a:ext>
            </a:extLst>
          </p:cNvPr>
          <p:cNvSpPr>
            <a:spLocks/>
          </p:cNvSpPr>
          <p:nvPr/>
        </p:nvSpPr>
        <p:spPr>
          <a:xfrm>
            <a:off x="5946917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37EE7CA0-ABF1-6F05-708D-237CD33EF753}"/>
              </a:ext>
            </a:extLst>
          </p:cNvPr>
          <p:cNvSpPr>
            <a:spLocks/>
          </p:cNvSpPr>
          <p:nvPr/>
        </p:nvSpPr>
        <p:spPr>
          <a:xfrm>
            <a:off x="5946917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F40A0DED-0002-D046-198A-313C573F0F1B}"/>
              </a:ext>
            </a:extLst>
          </p:cNvPr>
          <p:cNvSpPr>
            <a:spLocks/>
          </p:cNvSpPr>
          <p:nvPr/>
        </p:nvSpPr>
        <p:spPr>
          <a:xfrm>
            <a:off x="5946917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3B77541A-0D33-63C9-CFF2-DC457F6EC8BC}"/>
              </a:ext>
            </a:extLst>
          </p:cNvPr>
          <p:cNvSpPr>
            <a:spLocks/>
          </p:cNvSpPr>
          <p:nvPr/>
        </p:nvSpPr>
        <p:spPr>
          <a:xfrm>
            <a:off x="5946917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75A4A96B-6F44-B0E0-7DEF-C9987FBCB3D1}"/>
              </a:ext>
            </a:extLst>
          </p:cNvPr>
          <p:cNvSpPr>
            <a:spLocks/>
          </p:cNvSpPr>
          <p:nvPr/>
        </p:nvSpPr>
        <p:spPr>
          <a:xfrm>
            <a:off x="5946917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6AD07F00-A38F-F0FC-6077-B6A499EAA75F}"/>
              </a:ext>
            </a:extLst>
          </p:cNvPr>
          <p:cNvSpPr>
            <a:spLocks/>
          </p:cNvSpPr>
          <p:nvPr/>
        </p:nvSpPr>
        <p:spPr>
          <a:xfrm>
            <a:off x="5946917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B95EF71D-7AE7-1060-BF6C-7AC5EE8AE1DB}"/>
              </a:ext>
            </a:extLst>
          </p:cNvPr>
          <p:cNvSpPr>
            <a:spLocks/>
          </p:cNvSpPr>
          <p:nvPr/>
        </p:nvSpPr>
        <p:spPr>
          <a:xfrm>
            <a:off x="5946917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F79F03C5-79E3-0654-16EB-A2F105079D1C}"/>
              </a:ext>
            </a:extLst>
          </p:cNvPr>
          <p:cNvSpPr>
            <a:spLocks/>
          </p:cNvSpPr>
          <p:nvPr/>
        </p:nvSpPr>
        <p:spPr>
          <a:xfrm>
            <a:off x="5946917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5688CFFF-8D2B-DBE1-C088-1387EC1E9C8A}"/>
              </a:ext>
            </a:extLst>
          </p:cNvPr>
          <p:cNvSpPr>
            <a:spLocks/>
          </p:cNvSpPr>
          <p:nvPr/>
        </p:nvSpPr>
        <p:spPr>
          <a:xfrm>
            <a:off x="5946917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9727A5A5-A481-10C2-34E1-0D0E1E199534}"/>
              </a:ext>
            </a:extLst>
          </p:cNvPr>
          <p:cNvSpPr>
            <a:spLocks/>
          </p:cNvSpPr>
          <p:nvPr/>
        </p:nvSpPr>
        <p:spPr>
          <a:xfrm>
            <a:off x="5946917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0CDD8A07-96CE-B368-1636-9A07D7767E9D}"/>
              </a:ext>
            </a:extLst>
          </p:cNvPr>
          <p:cNvSpPr>
            <a:spLocks/>
          </p:cNvSpPr>
          <p:nvPr/>
        </p:nvSpPr>
        <p:spPr>
          <a:xfrm>
            <a:off x="5946917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1C81F21A-A042-4610-9DE0-2501C86BAA05}"/>
              </a:ext>
            </a:extLst>
          </p:cNvPr>
          <p:cNvSpPr>
            <a:spLocks/>
          </p:cNvSpPr>
          <p:nvPr/>
        </p:nvSpPr>
        <p:spPr>
          <a:xfrm>
            <a:off x="5946917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C1FA667F-93CD-EEF6-9D26-7CD2373A4FC5}"/>
              </a:ext>
            </a:extLst>
          </p:cNvPr>
          <p:cNvSpPr>
            <a:spLocks/>
          </p:cNvSpPr>
          <p:nvPr/>
        </p:nvSpPr>
        <p:spPr>
          <a:xfrm>
            <a:off x="5946917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9A2DC514-11AA-189D-7DCC-116020FE9E58}"/>
              </a:ext>
            </a:extLst>
          </p:cNvPr>
          <p:cNvSpPr>
            <a:spLocks/>
          </p:cNvSpPr>
          <p:nvPr/>
        </p:nvSpPr>
        <p:spPr>
          <a:xfrm>
            <a:off x="5946917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49CA45F8-7EB0-4A5B-F748-79E1803A4B9C}"/>
              </a:ext>
            </a:extLst>
          </p:cNvPr>
          <p:cNvSpPr>
            <a:spLocks/>
          </p:cNvSpPr>
          <p:nvPr/>
        </p:nvSpPr>
        <p:spPr>
          <a:xfrm>
            <a:off x="5946917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9B9179BB-1B8E-7F49-7692-7CBD701D6C5D}"/>
              </a:ext>
            </a:extLst>
          </p:cNvPr>
          <p:cNvSpPr>
            <a:spLocks/>
          </p:cNvSpPr>
          <p:nvPr/>
        </p:nvSpPr>
        <p:spPr>
          <a:xfrm>
            <a:off x="5946917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614F83A0-1035-1E71-F361-D186C56D823A}"/>
              </a:ext>
            </a:extLst>
          </p:cNvPr>
          <p:cNvSpPr>
            <a:spLocks/>
          </p:cNvSpPr>
          <p:nvPr/>
        </p:nvSpPr>
        <p:spPr>
          <a:xfrm>
            <a:off x="5946917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649D4259-A837-7F92-7F33-BA25390C3D9C}"/>
              </a:ext>
            </a:extLst>
          </p:cNvPr>
          <p:cNvSpPr>
            <a:spLocks/>
          </p:cNvSpPr>
          <p:nvPr/>
        </p:nvSpPr>
        <p:spPr>
          <a:xfrm>
            <a:off x="5946917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31CB56B3-F8C1-63CE-8CF8-9C8A60E19219}"/>
              </a:ext>
            </a:extLst>
          </p:cNvPr>
          <p:cNvSpPr>
            <a:spLocks/>
          </p:cNvSpPr>
          <p:nvPr/>
        </p:nvSpPr>
        <p:spPr>
          <a:xfrm>
            <a:off x="5946917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4E88AE28-7E35-5371-657C-53C638F3B4BC}"/>
              </a:ext>
            </a:extLst>
          </p:cNvPr>
          <p:cNvSpPr>
            <a:spLocks/>
          </p:cNvSpPr>
          <p:nvPr/>
        </p:nvSpPr>
        <p:spPr>
          <a:xfrm>
            <a:off x="5946917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EC678E41-F131-A214-319B-2D33C4B76F8E}"/>
              </a:ext>
            </a:extLst>
          </p:cNvPr>
          <p:cNvSpPr>
            <a:spLocks/>
          </p:cNvSpPr>
          <p:nvPr/>
        </p:nvSpPr>
        <p:spPr>
          <a:xfrm>
            <a:off x="5946917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7AC455C6-F7E1-EB9E-4D3D-4C9370F142D3}"/>
              </a:ext>
            </a:extLst>
          </p:cNvPr>
          <p:cNvSpPr>
            <a:spLocks/>
          </p:cNvSpPr>
          <p:nvPr/>
        </p:nvSpPr>
        <p:spPr>
          <a:xfrm>
            <a:off x="5946917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51240D00-C0BD-28CB-F26A-263E4D0F20BC}"/>
              </a:ext>
            </a:extLst>
          </p:cNvPr>
          <p:cNvSpPr>
            <a:spLocks/>
          </p:cNvSpPr>
          <p:nvPr/>
        </p:nvSpPr>
        <p:spPr>
          <a:xfrm>
            <a:off x="5946917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884337EC-CDBF-4BD1-3A5D-6722E835E478}"/>
              </a:ext>
            </a:extLst>
          </p:cNvPr>
          <p:cNvSpPr>
            <a:spLocks/>
          </p:cNvSpPr>
          <p:nvPr/>
        </p:nvSpPr>
        <p:spPr>
          <a:xfrm>
            <a:off x="5946917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0159E714-5B56-2C5B-C463-48DCA1E4BE37}"/>
              </a:ext>
            </a:extLst>
          </p:cNvPr>
          <p:cNvSpPr>
            <a:spLocks/>
          </p:cNvSpPr>
          <p:nvPr/>
        </p:nvSpPr>
        <p:spPr>
          <a:xfrm>
            <a:off x="5946917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81D0D210-223F-457A-A84D-02F5C877EE94}"/>
              </a:ext>
            </a:extLst>
          </p:cNvPr>
          <p:cNvSpPr>
            <a:spLocks/>
          </p:cNvSpPr>
          <p:nvPr/>
        </p:nvSpPr>
        <p:spPr>
          <a:xfrm>
            <a:off x="5946917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8391AB11-ECC4-DD46-3B10-B916DBAB2CB6}"/>
              </a:ext>
            </a:extLst>
          </p:cNvPr>
          <p:cNvSpPr>
            <a:spLocks/>
          </p:cNvSpPr>
          <p:nvPr/>
        </p:nvSpPr>
        <p:spPr>
          <a:xfrm>
            <a:off x="5946917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4E268C6E-69C1-B383-90CD-F09498B69A1A}"/>
              </a:ext>
            </a:extLst>
          </p:cNvPr>
          <p:cNvSpPr>
            <a:spLocks/>
          </p:cNvSpPr>
          <p:nvPr/>
        </p:nvSpPr>
        <p:spPr>
          <a:xfrm>
            <a:off x="5946917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28A0572E-1D6D-24BB-218B-515CDFB1BAD1}"/>
              </a:ext>
            </a:extLst>
          </p:cNvPr>
          <p:cNvSpPr>
            <a:spLocks/>
          </p:cNvSpPr>
          <p:nvPr/>
        </p:nvSpPr>
        <p:spPr>
          <a:xfrm>
            <a:off x="5946917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3C403D5C-D928-C334-D626-7E68416E4DD9}"/>
              </a:ext>
            </a:extLst>
          </p:cNvPr>
          <p:cNvSpPr>
            <a:spLocks/>
          </p:cNvSpPr>
          <p:nvPr/>
        </p:nvSpPr>
        <p:spPr>
          <a:xfrm>
            <a:off x="5946917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311BD99A-5C91-AB06-8725-EF64F8732A2D}"/>
              </a:ext>
            </a:extLst>
          </p:cNvPr>
          <p:cNvSpPr>
            <a:spLocks/>
          </p:cNvSpPr>
          <p:nvPr/>
        </p:nvSpPr>
        <p:spPr>
          <a:xfrm>
            <a:off x="5946917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C6DFE1B3-7F1C-43EF-11A4-BF3402352B15}"/>
              </a:ext>
            </a:extLst>
          </p:cNvPr>
          <p:cNvSpPr>
            <a:spLocks/>
          </p:cNvSpPr>
          <p:nvPr/>
        </p:nvSpPr>
        <p:spPr>
          <a:xfrm>
            <a:off x="5946917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EEF0DC4C-5A9F-66E8-A36D-EB52A5A9E9B6}"/>
              </a:ext>
            </a:extLst>
          </p:cNvPr>
          <p:cNvSpPr>
            <a:spLocks/>
          </p:cNvSpPr>
          <p:nvPr/>
        </p:nvSpPr>
        <p:spPr>
          <a:xfrm>
            <a:off x="5946917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3FA33926-DC22-6364-A3B6-4C558BA3215B}"/>
              </a:ext>
            </a:extLst>
          </p:cNvPr>
          <p:cNvSpPr>
            <a:spLocks/>
          </p:cNvSpPr>
          <p:nvPr/>
        </p:nvSpPr>
        <p:spPr>
          <a:xfrm>
            <a:off x="5946917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E247667D-C153-DD30-C62A-2EE6A7096F21}"/>
              </a:ext>
            </a:extLst>
          </p:cNvPr>
          <p:cNvSpPr>
            <a:spLocks/>
          </p:cNvSpPr>
          <p:nvPr/>
        </p:nvSpPr>
        <p:spPr>
          <a:xfrm>
            <a:off x="5946917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509E9A69-25D9-2521-E7FE-B90F5CA18B0C}"/>
              </a:ext>
            </a:extLst>
          </p:cNvPr>
          <p:cNvSpPr>
            <a:spLocks/>
          </p:cNvSpPr>
          <p:nvPr/>
        </p:nvSpPr>
        <p:spPr>
          <a:xfrm>
            <a:off x="5946917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C022697-C0EE-438C-C26A-289CCFF42BAF}"/>
              </a:ext>
            </a:extLst>
          </p:cNvPr>
          <p:cNvSpPr>
            <a:spLocks/>
          </p:cNvSpPr>
          <p:nvPr/>
        </p:nvSpPr>
        <p:spPr>
          <a:xfrm>
            <a:off x="5946917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7CE94216-1C35-A506-0453-C287E8F42685}"/>
              </a:ext>
            </a:extLst>
          </p:cNvPr>
          <p:cNvSpPr>
            <a:spLocks/>
          </p:cNvSpPr>
          <p:nvPr/>
        </p:nvSpPr>
        <p:spPr>
          <a:xfrm>
            <a:off x="5946917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A9BE79C4-2D7F-466C-7D95-36B2561006AF}"/>
              </a:ext>
            </a:extLst>
          </p:cNvPr>
          <p:cNvSpPr>
            <a:spLocks/>
          </p:cNvSpPr>
          <p:nvPr/>
        </p:nvSpPr>
        <p:spPr>
          <a:xfrm>
            <a:off x="5946917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BE5F5681-3EC7-00E6-9A19-94291DDD38B0}"/>
              </a:ext>
            </a:extLst>
          </p:cNvPr>
          <p:cNvSpPr>
            <a:spLocks/>
          </p:cNvSpPr>
          <p:nvPr/>
        </p:nvSpPr>
        <p:spPr>
          <a:xfrm>
            <a:off x="5946917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22F4C8B8-333B-55CF-9094-2F6AC7A3EF4E}"/>
              </a:ext>
            </a:extLst>
          </p:cNvPr>
          <p:cNvSpPr>
            <a:spLocks/>
          </p:cNvSpPr>
          <p:nvPr/>
        </p:nvSpPr>
        <p:spPr>
          <a:xfrm>
            <a:off x="5946917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9150D7D-88E2-5D78-34E9-2DFCB30F16DC}"/>
              </a:ext>
            </a:extLst>
          </p:cNvPr>
          <p:cNvSpPr>
            <a:spLocks/>
          </p:cNvSpPr>
          <p:nvPr/>
        </p:nvSpPr>
        <p:spPr>
          <a:xfrm>
            <a:off x="5946917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F4D9B435-D3DA-78D5-36B8-451E5088BCF1}"/>
              </a:ext>
            </a:extLst>
          </p:cNvPr>
          <p:cNvSpPr>
            <a:spLocks/>
          </p:cNvSpPr>
          <p:nvPr/>
        </p:nvSpPr>
        <p:spPr>
          <a:xfrm>
            <a:off x="5946917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AB5EA8C6-A44D-4784-0972-A3AB1126B598}"/>
              </a:ext>
            </a:extLst>
          </p:cNvPr>
          <p:cNvSpPr>
            <a:spLocks/>
          </p:cNvSpPr>
          <p:nvPr/>
        </p:nvSpPr>
        <p:spPr>
          <a:xfrm>
            <a:off x="5946917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BCE6FF1F-13FC-D5BA-3AB7-F188447367D5}"/>
              </a:ext>
            </a:extLst>
          </p:cNvPr>
          <p:cNvSpPr>
            <a:spLocks/>
          </p:cNvSpPr>
          <p:nvPr/>
        </p:nvSpPr>
        <p:spPr>
          <a:xfrm>
            <a:off x="5946917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F805E641-2F21-A02E-709D-466C90C106FF}"/>
              </a:ext>
            </a:extLst>
          </p:cNvPr>
          <p:cNvSpPr>
            <a:spLocks/>
          </p:cNvSpPr>
          <p:nvPr/>
        </p:nvSpPr>
        <p:spPr>
          <a:xfrm>
            <a:off x="5946917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D98D4201-43D6-8139-47F4-73ED5C133E4F}"/>
              </a:ext>
            </a:extLst>
          </p:cNvPr>
          <p:cNvSpPr>
            <a:spLocks/>
          </p:cNvSpPr>
          <p:nvPr/>
        </p:nvSpPr>
        <p:spPr>
          <a:xfrm>
            <a:off x="5946917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BBD60942-ADE0-DA5E-41C3-71275A083EB3}"/>
              </a:ext>
            </a:extLst>
          </p:cNvPr>
          <p:cNvSpPr>
            <a:spLocks/>
          </p:cNvSpPr>
          <p:nvPr/>
        </p:nvSpPr>
        <p:spPr>
          <a:xfrm>
            <a:off x="5946917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329350BD-5E5A-3495-B1DA-12E0E5DA6E40}"/>
              </a:ext>
            </a:extLst>
          </p:cNvPr>
          <p:cNvSpPr>
            <a:spLocks/>
          </p:cNvSpPr>
          <p:nvPr/>
        </p:nvSpPr>
        <p:spPr>
          <a:xfrm>
            <a:off x="5946917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DE6E37F2-1276-9F3A-FC85-906B638E12A8}"/>
              </a:ext>
            </a:extLst>
          </p:cNvPr>
          <p:cNvSpPr>
            <a:spLocks/>
          </p:cNvSpPr>
          <p:nvPr/>
        </p:nvSpPr>
        <p:spPr>
          <a:xfrm>
            <a:off x="5946917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714C79CC-9B5C-EE46-00ED-C55976029822}"/>
              </a:ext>
            </a:extLst>
          </p:cNvPr>
          <p:cNvSpPr>
            <a:spLocks/>
          </p:cNvSpPr>
          <p:nvPr/>
        </p:nvSpPr>
        <p:spPr>
          <a:xfrm>
            <a:off x="5946917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31B6720C-A8A3-97C0-5AAB-E902A872076D}"/>
              </a:ext>
            </a:extLst>
          </p:cNvPr>
          <p:cNvSpPr>
            <a:spLocks/>
          </p:cNvSpPr>
          <p:nvPr/>
        </p:nvSpPr>
        <p:spPr>
          <a:xfrm>
            <a:off x="5946917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EB866C84-1C59-E34C-1982-67D4F22A6F33}"/>
              </a:ext>
            </a:extLst>
          </p:cNvPr>
          <p:cNvSpPr>
            <a:spLocks/>
          </p:cNvSpPr>
          <p:nvPr/>
        </p:nvSpPr>
        <p:spPr>
          <a:xfrm>
            <a:off x="5946917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62721DD2-91F7-8F1E-E395-3ABD3F8119B7}"/>
              </a:ext>
            </a:extLst>
          </p:cNvPr>
          <p:cNvSpPr>
            <a:spLocks/>
          </p:cNvSpPr>
          <p:nvPr/>
        </p:nvSpPr>
        <p:spPr>
          <a:xfrm>
            <a:off x="5946917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FA7E733A-01A6-03D7-EF35-D23F43ED9B61}"/>
              </a:ext>
            </a:extLst>
          </p:cNvPr>
          <p:cNvSpPr>
            <a:spLocks/>
          </p:cNvSpPr>
          <p:nvPr/>
        </p:nvSpPr>
        <p:spPr>
          <a:xfrm>
            <a:off x="5946917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CC439BF4-F575-1C32-9FC0-064C24125A30}"/>
              </a:ext>
            </a:extLst>
          </p:cNvPr>
          <p:cNvSpPr>
            <a:spLocks/>
          </p:cNvSpPr>
          <p:nvPr/>
        </p:nvSpPr>
        <p:spPr>
          <a:xfrm>
            <a:off x="5946917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75F02041-0A7A-930F-FF1C-8873CC4F6167}"/>
              </a:ext>
            </a:extLst>
          </p:cNvPr>
          <p:cNvSpPr>
            <a:spLocks/>
          </p:cNvSpPr>
          <p:nvPr/>
        </p:nvSpPr>
        <p:spPr>
          <a:xfrm>
            <a:off x="5946917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75102674-E2F2-70A8-65A1-B43B2B613B1E}"/>
              </a:ext>
            </a:extLst>
          </p:cNvPr>
          <p:cNvSpPr>
            <a:spLocks/>
          </p:cNvSpPr>
          <p:nvPr/>
        </p:nvSpPr>
        <p:spPr>
          <a:xfrm>
            <a:off x="5946917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0F887C7-DD8D-889B-7648-633FF21B68E8}"/>
              </a:ext>
            </a:extLst>
          </p:cNvPr>
          <p:cNvSpPr>
            <a:spLocks/>
          </p:cNvSpPr>
          <p:nvPr/>
        </p:nvSpPr>
        <p:spPr>
          <a:xfrm>
            <a:off x="5946917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E1732BFB-1044-ABFC-E518-3C002CF4788A}"/>
              </a:ext>
            </a:extLst>
          </p:cNvPr>
          <p:cNvSpPr>
            <a:spLocks/>
          </p:cNvSpPr>
          <p:nvPr/>
        </p:nvSpPr>
        <p:spPr>
          <a:xfrm>
            <a:off x="5946917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25757B0C-E424-7E4E-DDD8-F75F3393BE82}"/>
              </a:ext>
            </a:extLst>
          </p:cNvPr>
          <p:cNvSpPr>
            <a:spLocks/>
          </p:cNvSpPr>
          <p:nvPr/>
        </p:nvSpPr>
        <p:spPr>
          <a:xfrm>
            <a:off x="5946917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A4794B1A-FAF2-7D3C-0D5E-B29BBE2EEED2}"/>
              </a:ext>
            </a:extLst>
          </p:cNvPr>
          <p:cNvSpPr>
            <a:spLocks/>
          </p:cNvSpPr>
          <p:nvPr/>
        </p:nvSpPr>
        <p:spPr>
          <a:xfrm>
            <a:off x="5946917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2E7297D8-29E6-A5BB-36DE-9E305B1B5072}"/>
              </a:ext>
            </a:extLst>
          </p:cNvPr>
          <p:cNvSpPr>
            <a:spLocks/>
          </p:cNvSpPr>
          <p:nvPr/>
        </p:nvSpPr>
        <p:spPr>
          <a:xfrm>
            <a:off x="5946917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87CE0ECE-8554-FF65-98B9-44EEB38CAFED}"/>
              </a:ext>
            </a:extLst>
          </p:cNvPr>
          <p:cNvSpPr>
            <a:spLocks/>
          </p:cNvSpPr>
          <p:nvPr/>
        </p:nvSpPr>
        <p:spPr>
          <a:xfrm>
            <a:off x="5946917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DB827E75-FEBA-97C7-42CD-C120B424EF73}"/>
              </a:ext>
            </a:extLst>
          </p:cNvPr>
          <p:cNvSpPr>
            <a:spLocks/>
          </p:cNvSpPr>
          <p:nvPr/>
        </p:nvSpPr>
        <p:spPr>
          <a:xfrm>
            <a:off x="5946917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2B61B999-B750-5886-7AA8-C614D336D5F2}"/>
              </a:ext>
            </a:extLst>
          </p:cNvPr>
          <p:cNvSpPr>
            <a:spLocks/>
          </p:cNvSpPr>
          <p:nvPr/>
        </p:nvSpPr>
        <p:spPr>
          <a:xfrm>
            <a:off x="5946917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2CFF28D-CB57-89BD-5270-398EAD7EB5C8}"/>
              </a:ext>
            </a:extLst>
          </p:cNvPr>
          <p:cNvSpPr>
            <a:spLocks/>
          </p:cNvSpPr>
          <p:nvPr/>
        </p:nvSpPr>
        <p:spPr>
          <a:xfrm>
            <a:off x="5946917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6584A237-74C8-67AF-6C71-5E6F92101C62}"/>
              </a:ext>
            </a:extLst>
          </p:cNvPr>
          <p:cNvSpPr>
            <a:spLocks/>
          </p:cNvSpPr>
          <p:nvPr/>
        </p:nvSpPr>
        <p:spPr>
          <a:xfrm>
            <a:off x="5946917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6BCE6419-5475-6E8B-64BA-B19F2D4F857B}"/>
              </a:ext>
            </a:extLst>
          </p:cNvPr>
          <p:cNvSpPr>
            <a:spLocks/>
          </p:cNvSpPr>
          <p:nvPr/>
        </p:nvSpPr>
        <p:spPr>
          <a:xfrm>
            <a:off x="5946917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2DC3E3A4-9230-92C7-9CAE-68D384ED50E5}"/>
              </a:ext>
            </a:extLst>
          </p:cNvPr>
          <p:cNvSpPr>
            <a:spLocks/>
          </p:cNvSpPr>
          <p:nvPr/>
        </p:nvSpPr>
        <p:spPr>
          <a:xfrm>
            <a:off x="5946917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C556FA7-ED89-43A7-743C-598D6596E498}"/>
              </a:ext>
            </a:extLst>
          </p:cNvPr>
          <p:cNvSpPr>
            <a:spLocks/>
          </p:cNvSpPr>
          <p:nvPr/>
        </p:nvSpPr>
        <p:spPr>
          <a:xfrm>
            <a:off x="5946917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1C57555C-892B-5322-811D-8AE2E6A27C06}"/>
              </a:ext>
            </a:extLst>
          </p:cNvPr>
          <p:cNvSpPr>
            <a:spLocks/>
          </p:cNvSpPr>
          <p:nvPr/>
        </p:nvSpPr>
        <p:spPr>
          <a:xfrm>
            <a:off x="5946917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D7ACFFC1-B8EF-7CA6-47DD-CFC3C566A88B}"/>
              </a:ext>
            </a:extLst>
          </p:cNvPr>
          <p:cNvSpPr>
            <a:spLocks/>
          </p:cNvSpPr>
          <p:nvPr/>
        </p:nvSpPr>
        <p:spPr>
          <a:xfrm>
            <a:off x="5946917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58977007-215A-60C4-B556-47EA0D1A6A93}"/>
              </a:ext>
            </a:extLst>
          </p:cNvPr>
          <p:cNvSpPr>
            <a:spLocks/>
          </p:cNvSpPr>
          <p:nvPr/>
        </p:nvSpPr>
        <p:spPr>
          <a:xfrm>
            <a:off x="5946917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31862AD-DF5C-5F7B-AF9D-E7FA39B979A8}"/>
              </a:ext>
            </a:extLst>
          </p:cNvPr>
          <p:cNvSpPr>
            <a:spLocks/>
          </p:cNvSpPr>
          <p:nvPr/>
        </p:nvSpPr>
        <p:spPr>
          <a:xfrm>
            <a:off x="5946917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C60591A4-4151-17E3-F109-86CE81BCCBC2}"/>
              </a:ext>
            </a:extLst>
          </p:cNvPr>
          <p:cNvSpPr>
            <a:spLocks/>
          </p:cNvSpPr>
          <p:nvPr/>
        </p:nvSpPr>
        <p:spPr>
          <a:xfrm>
            <a:off x="5946917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EC605749-D5F3-2E81-BB9A-83559F9E8180}"/>
              </a:ext>
            </a:extLst>
          </p:cNvPr>
          <p:cNvSpPr>
            <a:spLocks/>
          </p:cNvSpPr>
          <p:nvPr/>
        </p:nvSpPr>
        <p:spPr>
          <a:xfrm>
            <a:off x="5946917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BBB18B02-2042-88E3-DA09-D27C402DCB5C}"/>
              </a:ext>
            </a:extLst>
          </p:cNvPr>
          <p:cNvSpPr>
            <a:spLocks/>
          </p:cNvSpPr>
          <p:nvPr/>
        </p:nvSpPr>
        <p:spPr>
          <a:xfrm>
            <a:off x="5946917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0ED33B45-8067-F56A-EEA7-EC63DC1A1B2A}"/>
              </a:ext>
            </a:extLst>
          </p:cNvPr>
          <p:cNvSpPr>
            <a:spLocks/>
          </p:cNvSpPr>
          <p:nvPr/>
        </p:nvSpPr>
        <p:spPr>
          <a:xfrm>
            <a:off x="5946917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148F581B-55C9-7595-1DA7-2887121DF4DC}"/>
              </a:ext>
            </a:extLst>
          </p:cNvPr>
          <p:cNvSpPr>
            <a:spLocks/>
          </p:cNvSpPr>
          <p:nvPr/>
        </p:nvSpPr>
        <p:spPr>
          <a:xfrm>
            <a:off x="5946917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6214FD5D-ECC3-F8D1-1036-4FCA2D979D3A}"/>
              </a:ext>
            </a:extLst>
          </p:cNvPr>
          <p:cNvSpPr>
            <a:spLocks/>
          </p:cNvSpPr>
          <p:nvPr/>
        </p:nvSpPr>
        <p:spPr>
          <a:xfrm>
            <a:off x="5946917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E3280A28-2380-029A-61DD-8465EADDE517}"/>
              </a:ext>
            </a:extLst>
          </p:cNvPr>
          <p:cNvSpPr>
            <a:spLocks/>
          </p:cNvSpPr>
          <p:nvPr/>
        </p:nvSpPr>
        <p:spPr>
          <a:xfrm>
            <a:off x="5946917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CA7E99-0E2D-D0E9-3905-5D1C1E0AEF5A}"/>
              </a:ext>
            </a:extLst>
          </p:cNvPr>
          <p:cNvSpPr>
            <a:spLocks/>
          </p:cNvSpPr>
          <p:nvPr/>
        </p:nvSpPr>
        <p:spPr>
          <a:xfrm>
            <a:off x="5946917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61C4146A-DB5E-2AB6-BEBD-A2AF138760C4}"/>
              </a:ext>
            </a:extLst>
          </p:cNvPr>
          <p:cNvSpPr>
            <a:spLocks/>
          </p:cNvSpPr>
          <p:nvPr/>
        </p:nvSpPr>
        <p:spPr>
          <a:xfrm>
            <a:off x="5946917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9C1883FF-42AC-340D-173B-1F1D38D22947}"/>
              </a:ext>
            </a:extLst>
          </p:cNvPr>
          <p:cNvSpPr>
            <a:spLocks/>
          </p:cNvSpPr>
          <p:nvPr/>
        </p:nvSpPr>
        <p:spPr>
          <a:xfrm>
            <a:off x="5946917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593565EF-44CD-5E78-0054-51E20AB76FE1}"/>
              </a:ext>
            </a:extLst>
          </p:cNvPr>
          <p:cNvSpPr>
            <a:spLocks/>
          </p:cNvSpPr>
          <p:nvPr/>
        </p:nvSpPr>
        <p:spPr>
          <a:xfrm>
            <a:off x="5946917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984D06AD-97B7-40B1-12E9-1C885B6E4D40}"/>
              </a:ext>
            </a:extLst>
          </p:cNvPr>
          <p:cNvSpPr>
            <a:spLocks/>
          </p:cNvSpPr>
          <p:nvPr/>
        </p:nvSpPr>
        <p:spPr>
          <a:xfrm>
            <a:off x="5946917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A6042896-FB2F-266A-4953-576CEE72983D}"/>
              </a:ext>
            </a:extLst>
          </p:cNvPr>
          <p:cNvSpPr>
            <a:spLocks/>
          </p:cNvSpPr>
          <p:nvPr/>
        </p:nvSpPr>
        <p:spPr>
          <a:xfrm>
            <a:off x="5946917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21E62FAA-A99D-F190-EB18-9012D12249AA}"/>
              </a:ext>
            </a:extLst>
          </p:cNvPr>
          <p:cNvSpPr>
            <a:spLocks/>
          </p:cNvSpPr>
          <p:nvPr/>
        </p:nvSpPr>
        <p:spPr>
          <a:xfrm>
            <a:off x="5946917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3063B1B6-71E2-ED9E-034A-F18586F8F5B0}"/>
              </a:ext>
            </a:extLst>
          </p:cNvPr>
          <p:cNvSpPr>
            <a:spLocks/>
          </p:cNvSpPr>
          <p:nvPr/>
        </p:nvSpPr>
        <p:spPr>
          <a:xfrm>
            <a:off x="5946917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8527E11D-5EBA-4707-0694-FEDF2178FB18}"/>
              </a:ext>
            </a:extLst>
          </p:cNvPr>
          <p:cNvSpPr>
            <a:spLocks/>
          </p:cNvSpPr>
          <p:nvPr/>
        </p:nvSpPr>
        <p:spPr>
          <a:xfrm>
            <a:off x="5946917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9221C657-0E2B-BE13-719F-308E23315B70}"/>
              </a:ext>
            </a:extLst>
          </p:cNvPr>
          <p:cNvSpPr>
            <a:spLocks/>
          </p:cNvSpPr>
          <p:nvPr/>
        </p:nvSpPr>
        <p:spPr>
          <a:xfrm>
            <a:off x="5946917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C4E9AF49-A00F-9E40-174C-69A505D0CB7F}"/>
              </a:ext>
            </a:extLst>
          </p:cNvPr>
          <p:cNvSpPr>
            <a:spLocks/>
          </p:cNvSpPr>
          <p:nvPr/>
        </p:nvSpPr>
        <p:spPr>
          <a:xfrm>
            <a:off x="5946917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C489CEE4-515C-0FA4-006D-C47B9E99B254}"/>
              </a:ext>
            </a:extLst>
          </p:cNvPr>
          <p:cNvSpPr>
            <a:spLocks/>
          </p:cNvSpPr>
          <p:nvPr/>
        </p:nvSpPr>
        <p:spPr>
          <a:xfrm>
            <a:off x="5946917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881F6B9B-22DE-D709-E2F4-9CC4C4EF21CC}"/>
              </a:ext>
            </a:extLst>
          </p:cNvPr>
          <p:cNvSpPr>
            <a:spLocks/>
          </p:cNvSpPr>
          <p:nvPr/>
        </p:nvSpPr>
        <p:spPr>
          <a:xfrm>
            <a:off x="5946917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A40CF8D4-D1D6-6003-2AB2-3E4A611CC85C}"/>
              </a:ext>
            </a:extLst>
          </p:cNvPr>
          <p:cNvSpPr>
            <a:spLocks/>
          </p:cNvSpPr>
          <p:nvPr/>
        </p:nvSpPr>
        <p:spPr>
          <a:xfrm>
            <a:off x="5946917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A9ECE15C-36B2-55B4-7CAB-4D2EB4EB0BC0}"/>
              </a:ext>
            </a:extLst>
          </p:cNvPr>
          <p:cNvSpPr>
            <a:spLocks/>
          </p:cNvSpPr>
          <p:nvPr/>
        </p:nvSpPr>
        <p:spPr>
          <a:xfrm>
            <a:off x="5946917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82E4EB9-FE33-B9CD-E7DB-0049B3B3CF50}"/>
              </a:ext>
            </a:extLst>
          </p:cNvPr>
          <p:cNvSpPr>
            <a:spLocks/>
          </p:cNvSpPr>
          <p:nvPr/>
        </p:nvSpPr>
        <p:spPr>
          <a:xfrm>
            <a:off x="5946917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3F097551-FDCE-E39C-3F7F-05E4561336B3}"/>
              </a:ext>
            </a:extLst>
          </p:cNvPr>
          <p:cNvSpPr>
            <a:spLocks/>
          </p:cNvSpPr>
          <p:nvPr/>
        </p:nvSpPr>
        <p:spPr>
          <a:xfrm>
            <a:off x="5946917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D0162F5-55E3-DEA4-7153-65475FB82515}"/>
              </a:ext>
            </a:extLst>
          </p:cNvPr>
          <p:cNvSpPr>
            <a:spLocks/>
          </p:cNvSpPr>
          <p:nvPr/>
        </p:nvSpPr>
        <p:spPr>
          <a:xfrm>
            <a:off x="5946917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E586948C-4380-23B0-699A-4E2226294043}"/>
              </a:ext>
            </a:extLst>
          </p:cNvPr>
          <p:cNvSpPr>
            <a:spLocks/>
          </p:cNvSpPr>
          <p:nvPr/>
        </p:nvSpPr>
        <p:spPr>
          <a:xfrm>
            <a:off x="5946917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58DB5966-12EF-062F-538A-6A064C599CC7}"/>
              </a:ext>
            </a:extLst>
          </p:cNvPr>
          <p:cNvSpPr>
            <a:spLocks/>
          </p:cNvSpPr>
          <p:nvPr/>
        </p:nvSpPr>
        <p:spPr>
          <a:xfrm>
            <a:off x="5946917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1EBA7074-7DA9-7F2E-F589-181AAE63CD90}"/>
              </a:ext>
            </a:extLst>
          </p:cNvPr>
          <p:cNvSpPr>
            <a:spLocks/>
          </p:cNvSpPr>
          <p:nvPr/>
        </p:nvSpPr>
        <p:spPr>
          <a:xfrm>
            <a:off x="5946917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7027ACBC-EDE4-D798-1708-147C696DE98A}"/>
              </a:ext>
            </a:extLst>
          </p:cNvPr>
          <p:cNvSpPr>
            <a:spLocks/>
          </p:cNvSpPr>
          <p:nvPr/>
        </p:nvSpPr>
        <p:spPr>
          <a:xfrm>
            <a:off x="5946917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A6DDFF6-14E2-F0EB-85B3-EB5FA0C46C89}"/>
              </a:ext>
            </a:extLst>
          </p:cNvPr>
          <p:cNvSpPr>
            <a:spLocks/>
          </p:cNvSpPr>
          <p:nvPr/>
        </p:nvSpPr>
        <p:spPr>
          <a:xfrm>
            <a:off x="5946917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6D67BF24-B32E-33DB-6277-8B2ED7C5B4AD}"/>
              </a:ext>
            </a:extLst>
          </p:cNvPr>
          <p:cNvSpPr>
            <a:spLocks/>
          </p:cNvSpPr>
          <p:nvPr/>
        </p:nvSpPr>
        <p:spPr>
          <a:xfrm>
            <a:off x="5946917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F21EEDDF-76FA-0A64-0FD5-593B634FBDC2}"/>
              </a:ext>
            </a:extLst>
          </p:cNvPr>
          <p:cNvSpPr>
            <a:spLocks/>
          </p:cNvSpPr>
          <p:nvPr/>
        </p:nvSpPr>
        <p:spPr>
          <a:xfrm>
            <a:off x="5946917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7FD0B877-F9B9-07A2-95B4-1145E5D6EF77}"/>
              </a:ext>
            </a:extLst>
          </p:cNvPr>
          <p:cNvSpPr>
            <a:spLocks/>
          </p:cNvSpPr>
          <p:nvPr/>
        </p:nvSpPr>
        <p:spPr>
          <a:xfrm>
            <a:off x="5946917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34B09893-E894-AC9C-FB1F-1180DEFE6FCE}"/>
              </a:ext>
            </a:extLst>
          </p:cNvPr>
          <p:cNvSpPr>
            <a:spLocks/>
          </p:cNvSpPr>
          <p:nvPr/>
        </p:nvSpPr>
        <p:spPr>
          <a:xfrm>
            <a:off x="5946917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33B6F4D1-2719-F228-12B0-C37FD215CE1F}"/>
              </a:ext>
            </a:extLst>
          </p:cNvPr>
          <p:cNvSpPr>
            <a:spLocks/>
          </p:cNvSpPr>
          <p:nvPr/>
        </p:nvSpPr>
        <p:spPr>
          <a:xfrm>
            <a:off x="5946917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A7E0E8D1-43C7-1E8D-0B62-DFDC964D5C3E}"/>
              </a:ext>
            </a:extLst>
          </p:cNvPr>
          <p:cNvSpPr>
            <a:spLocks/>
          </p:cNvSpPr>
          <p:nvPr/>
        </p:nvSpPr>
        <p:spPr>
          <a:xfrm>
            <a:off x="5946917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8E5148FE-B330-38E5-7461-8A39FDE68A3D}"/>
              </a:ext>
            </a:extLst>
          </p:cNvPr>
          <p:cNvSpPr>
            <a:spLocks/>
          </p:cNvSpPr>
          <p:nvPr/>
        </p:nvSpPr>
        <p:spPr>
          <a:xfrm>
            <a:off x="5946917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5816597F-EF8E-9937-CC0C-4493CD6FB8DA}"/>
              </a:ext>
            </a:extLst>
          </p:cNvPr>
          <p:cNvSpPr>
            <a:spLocks/>
          </p:cNvSpPr>
          <p:nvPr/>
        </p:nvSpPr>
        <p:spPr>
          <a:xfrm>
            <a:off x="5946917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56F3EBFE-F083-8780-2E39-E8843A7232BF}"/>
              </a:ext>
            </a:extLst>
          </p:cNvPr>
          <p:cNvSpPr>
            <a:spLocks/>
          </p:cNvSpPr>
          <p:nvPr/>
        </p:nvSpPr>
        <p:spPr>
          <a:xfrm>
            <a:off x="5946917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12777D28-92B8-2985-695A-74B433B64A6D}"/>
              </a:ext>
            </a:extLst>
          </p:cNvPr>
          <p:cNvSpPr>
            <a:spLocks/>
          </p:cNvSpPr>
          <p:nvPr/>
        </p:nvSpPr>
        <p:spPr>
          <a:xfrm>
            <a:off x="5946917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C1022D0-7EED-916C-74D9-8055AB5BC3C7}"/>
              </a:ext>
            </a:extLst>
          </p:cNvPr>
          <p:cNvSpPr>
            <a:spLocks/>
          </p:cNvSpPr>
          <p:nvPr/>
        </p:nvSpPr>
        <p:spPr>
          <a:xfrm>
            <a:off x="5946917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1BFDB93-519B-FB56-2CE4-F3F0125BC4F2}"/>
              </a:ext>
            </a:extLst>
          </p:cNvPr>
          <p:cNvSpPr>
            <a:spLocks/>
          </p:cNvSpPr>
          <p:nvPr/>
        </p:nvSpPr>
        <p:spPr>
          <a:xfrm>
            <a:off x="5946917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022043D4-E101-D7C6-5D93-8D5C715CE7AF}"/>
              </a:ext>
            </a:extLst>
          </p:cNvPr>
          <p:cNvSpPr>
            <a:spLocks/>
          </p:cNvSpPr>
          <p:nvPr/>
        </p:nvSpPr>
        <p:spPr>
          <a:xfrm>
            <a:off x="5946917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E8A1C772-AFB6-2705-C305-4142DFF30922}"/>
              </a:ext>
            </a:extLst>
          </p:cNvPr>
          <p:cNvSpPr>
            <a:spLocks/>
          </p:cNvSpPr>
          <p:nvPr/>
        </p:nvSpPr>
        <p:spPr>
          <a:xfrm>
            <a:off x="5946917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DE9CE805-5698-9065-313A-9E5F582F20B8}"/>
              </a:ext>
            </a:extLst>
          </p:cNvPr>
          <p:cNvSpPr>
            <a:spLocks/>
          </p:cNvSpPr>
          <p:nvPr/>
        </p:nvSpPr>
        <p:spPr>
          <a:xfrm>
            <a:off x="5946917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90E4FE0-1777-6BF8-2E15-160562E864CC}"/>
              </a:ext>
            </a:extLst>
          </p:cNvPr>
          <p:cNvSpPr>
            <a:spLocks/>
          </p:cNvSpPr>
          <p:nvPr/>
        </p:nvSpPr>
        <p:spPr>
          <a:xfrm>
            <a:off x="5946917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83A18344-D646-A293-C80F-2F58325BB3D6}"/>
              </a:ext>
            </a:extLst>
          </p:cNvPr>
          <p:cNvSpPr>
            <a:spLocks/>
          </p:cNvSpPr>
          <p:nvPr/>
        </p:nvSpPr>
        <p:spPr>
          <a:xfrm>
            <a:off x="5946917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9293A9C0-B1E7-AE12-DB63-BC56FFB893BF}"/>
              </a:ext>
            </a:extLst>
          </p:cNvPr>
          <p:cNvSpPr>
            <a:spLocks/>
          </p:cNvSpPr>
          <p:nvPr/>
        </p:nvSpPr>
        <p:spPr>
          <a:xfrm>
            <a:off x="5946917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11DD9557-566F-E99F-A989-7009817068AE}"/>
              </a:ext>
            </a:extLst>
          </p:cNvPr>
          <p:cNvSpPr>
            <a:spLocks/>
          </p:cNvSpPr>
          <p:nvPr/>
        </p:nvSpPr>
        <p:spPr>
          <a:xfrm>
            <a:off x="5946917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B1BDBFCB-567C-7BB6-16AC-8EBFB2627EAA}"/>
              </a:ext>
            </a:extLst>
          </p:cNvPr>
          <p:cNvSpPr>
            <a:spLocks/>
          </p:cNvSpPr>
          <p:nvPr/>
        </p:nvSpPr>
        <p:spPr>
          <a:xfrm>
            <a:off x="5946917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15E27AB0-33E2-8F64-F0B8-1C83DA2465EC}"/>
              </a:ext>
            </a:extLst>
          </p:cNvPr>
          <p:cNvSpPr>
            <a:spLocks/>
          </p:cNvSpPr>
          <p:nvPr/>
        </p:nvSpPr>
        <p:spPr>
          <a:xfrm>
            <a:off x="5946917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0265360A-1CC0-6FC0-00C2-25B3735FC51F}"/>
              </a:ext>
            </a:extLst>
          </p:cNvPr>
          <p:cNvSpPr>
            <a:spLocks/>
          </p:cNvSpPr>
          <p:nvPr/>
        </p:nvSpPr>
        <p:spPr>
          <a:xfrm>
            <a:off x="5946917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28DF1175-4D4C-76D6-B06C-D0A110BCB3E2}"/>
              </a:ext>
            </a:extLst>
          </p:cNvPr>
          <p:cNvSpPr>
            <a:spLocks/>
          </p:cNvSpPr>
          <p:nvPr/>
        </p:nvSpPr>
        <p:spPr>
          <a:xfrm>
            <a:off x="5946917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DE93C253-AA8E-3B38-0F08-6E8B456B8911}"/>
              </a:ext>
            </a:extLst>
          </p:cNvPr>
          <p:cNvSpPr>
            <a:spLocks/>
          </p:cNvSpPr>
          <p:nvPr/>
        </p:nvSpPr>
        <p:spPr>
          <a:xfrm>
            <a:off x="5946917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A3777CE0-1CE2-8789-183B-BE0ED908F569}"/>
              </a:ext>
            </a:extLst>
          </p:cNvPr>
          <p:cNvSpPr>
            <a:spLocks/>
          </p:cNvSpPr>
          <p:nvPr/>
        </p:nvSpPr>
        <p:spPr>
          <a:xfrm>
            <a:off x="5946917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881775CF-2672-C3D6-BDF0-3B01A1357C4A}"/>
              </a:ext>
            </a:extLst>
          </p:cNvPr>
          <p:cNvSpPr>
            <a:spLocks/>
          </p:cNvSpPr>
          <p:nvPr/>
        </p:nvSpPr>
        <p:spPr>
          <a:xfrm>
            <a:off x="5946917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C9030963-CF42-76D9-BD1F-13CF26E81BD5}"/>
              </a:ext>
            </a:extLst>
          </p:cNvPr>
          <p:cNvSpPr>
            <a:spLocks/>
          </p:cNvSpPr>
          <p:nvPr/>
        </p:nvSpPr>
        <p:spPr>
          <a:xfrm>
            <a:off x="5946917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40ABF595-1094-9194-261F-192ECF996BE8}"/>
              </a:ext>
            </a:extLst>
          </p:cNvPr>
          <p:cNvSpPr>
            <a:spLocks/>
          </p:cNvSpPr>
          <p:nvPr/>
        </p:nvSpPr>
        <p:spPr>
          <a:xfrm>
            <a:off x="5946917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2C11F0DE-B8E8-F3CF-9EA4-1D20F31496C1}"/>
              </a:ext>
            </a:extLst>
          </p:cNvPr>
          <p:cNvSpPr>
            <a:spLocks/>
          </p:cNvSpPr>
          <p:nvPr/>
        </p:nvSpPr>
        <p:spPr>
          <a:xfrm>
            <a:off x="5946917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3BEA12B-7E11-81A5-0AB0-349D2BEEB75D}"/>
              </a:ext>
            </a:extLst>
          </p:cNvPr>
          <p:cNvSpPr>
            <a:spLocks/>
          </p:cNvSpPr>
          <p:nvPr/>
        </p:nvSpPr>
        <p:spPr>
          <a:xfrm>
            <a:off x="5946917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6CF7EE44-9DC5-BD1D-46D5-7D70351D2294}"/>
              </a:ext>
            </a:extLst>
          </p:cNvPr>
          <p:cNvSpPr>
            <a:spLocks/>
          </p:cNvSpPr>
          <p:nvPr/>
        </p:nvSpPr>
        <p:spPr>
          <a:xfrm>
            <a:off x="5946917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689EFAC2-4B43-E2D9-9060-6FAE1095C372}"/>
              </a:ext>
            </a:extLst>
          </p:cNvPr>
          <p:cNvSpPr>
            <a:spLocks/>
          </p:cNvSpPr>
          <p:nvPr/>
        </p:nvSpPr>
        <p:spPr>
          <a:xfrm>
            <a:off x="5946917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31E5F04A-3121-2CA3-E86C-B3F4B69624A5}"/>
              </a:ext>
            </a:extLst>
          </p:cNvPr>
          <p:cNvSpPr>
            <a:spLocks/>
          </p:cNvSpPr>
          <p:nvPr/>
        </p:nvSpPr>
        <p:spPr>
          <a:xfrm>
            <a:off x="5946917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C44F3D1B-53C4-21F6-9984-93980DBC7097}"/>
              </a:ext>
            </a:extLst>
          </p:cNvPr>
          <p:cNvSpPr>
            <a:spLocks/>
          </p:cNvSpPr>
          <p:nvPr/>
        </p:nvSpPr>
        <p:spPr>
          <a:xfrm>
            <a:off x="5946917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567B6FAB-661B-D29C-BB2A-B18C99317144}"/>
              </a:ext>
            </a:extLst>
          </p:cNvPr>
          <p:cNvSpPr>
            <a:spLocks/>
          </p:cNvSpPr>
          <p:nvPr/>
        </p:nvSpPr>
        <p:spPr>
          <a:xfrm>
            <a:off x="5946917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B941BB70-9BE5-8007-1742-A54F037F3C13}"/>
              </a:ext>
            </a:extLst>
          </p:cNvPr>
          <p:cNvSpPr>
            <a:spLocks/>
          </p:cNvSpPr>
          <p:nvPr/>
        </p:nvSpPr>
        <p:spPr>
          <a:xfrm>
            <a:off x="5946917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E5EE9332-BBE3-5E46-ADB1-E82158610C69}"/>
              </a:ext>
            </a:extLst>
          </p:cNvPr>
          <p:cNvSpPr>
            <a:spLocks/>
          </p:cNvSpPr>
          <p:nvPr/>
        </p:nvSpPr>
        <p:spPr>
          <a:xfrm>
            <a:off x="5946917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E48880F6-516E-25A3-2DF7-56816E7DCA11}"/>
              </a:ext>
            </a:extLst>
          </p:cNvPr>
          <p:cNvSpPr>
            <a:spLocks/>
          </p:cNvSpPr>
          <p:nvPr/>
        </p:nvSpPr>
        <p:spPr>
          <a:xfrm>
            <a:off x="5946917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EA67BC71-7246-E9F1-A51F-8C4CBDDDDA88}"/>
              </a:ext>
            </a:extLst>
          </p:cNvPr>
          <p:cNvSpPr>
            <a:spLocks/>
          </p:cNvSpPr>
          <p:nvPr/>
        </p:nvSpPr>
        <p:spPr>
          <a:xfrm>
            <a:off x="5946917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87C7253-7EA8-2852-C92D-C0A3E9A9BF22}"/>
              </a:ext>
            </a:extLst>
          </p:cNvPr>
          <p:cNvSpPr>
            <a:spLocks/>
          </p:cNvSpPr>
          <p:nvPr/>
        </p:nvSpPr>
        <p:spPr>
          <a:xfrm>
            <a:off x="5946917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402146C5-8F91-4105-DE5D-24377282F220}"/>
              </a:ext>
            </a:extLst>
          </p:cNvPr>
          <p:cNvSpPr>
            <a:spLocks/>
          </p:cNvSpPr>
          <p:nvPr/>
        </p:nvSpPr>
        <p:spPr>
          <a:xfrm>
            <a:off x="5946917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9992E0E2-2CA1-AFF9-8711-5F16EAC4E6B0}"/>
              </a:ext>
            </a:extLst>
          </p:cNvPr>
          <p:cNvSpPr>
            <a:spLocks/>
          </p:cNvSpPr>
          <p:nvPr/>
        </p:nvSpPr>
        <p:spPr>
          <a:xfrm>
            <a:off x="5946917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9CA699B-04BC-4DFC-9DBC-D74E89DF2EC9}"/>
              </a:ext>
            </a:extLst>
          </p:cNvPr>
          <p:cNvSpPr>
            <a:spLocks/>
          </p:cNvSpPr>
          <p:nvPr/>
        </p:nvSpPr>
        <p:spPr>
          <a:xfrm>
            <a:off x="5946917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AA0701A6-8D99-C25E-391C-797D1EF4AE01}"/>
              </a:ext>
            </a:extLst>
          </p:cNvPr>
          <p:cNvSpPr>
            <a:spLocks/>
          </p:cNvSpPr>
          <p:nvPr/>
        </p:nvSpPr>
        <p:spPr>
          <a:xfrm>
            <a:off x="5946917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0F97010B-4C42-67B4-531F-DD098FE0EFAA}"/>
              </a:ext>
            </a:extLst>
          </p:cNvPr>
          <p:cNvSpPr>
            <a:spLocks/>
          </p:cNvSpPr>
          <p:nvPr/>
        </p:nvSpPr>
        <p:spPr>
          <a:xfrm>
            <a:off x="5946917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232C25C-2499-411B-0747-AFA7B57686E9}"/>
              </a:ext>
            </a:extLst>
          </p:cNvPr>
          <p:cNvSpPr>
            <a:spLocks/>
          </p:cNvSpPr>
          <p:nvPr/>
        </p:nvSpPr>
        <p:spPr>
          <a:xfrm>
            <a:off x="5946917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6D1CABD8-CAC5-7F41-BE9B-A4E5EDAE5D97}"/>
              </a:ext>
            </a:extLst>
          </p:cNvPr>
          <p:cNvSpPr>
            <a:spLocks/>
          </p:cNvSpPr>
          <p:nvPr/>
        </p:nvSpPr>
        <p:spPr>
          <a:xfrm>
            <a:off x="5946917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EB7E6764-D211-00D5-726D-EBE2A6B5A664}"/>
              </a:ext>
            </a:extLst>
          </p:cNvPr>
          <p:cNvSpPr>
            <a:spLocks/>
          </p:cNvSpPr>
          <p:nvPr/>
        </p:nvSpPr>
        <p:spPr>
          <a:xfrm>
            <a:off x="5946917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9A75C858-A732-3F10-20D8-028A92F97D00}"/>
              </a:ext>
            </a:extLst>
          </p:cNvPr>
          <p:cNvSpPr>
            <a:spLocks/>
          </p:cNvSpPr>
          <p:nvPr/>
        </p:nvSpPr>
        <p:spPr>
          <a:xfrm>
            <a:off x="5946917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97AA5510-CB26-4815-21D1-BEEB2048EDD0}"/>
              </a:ext>
            </a:extLst>
          </p:cNvPr>
          <p:cNvSpPr>
            <a:spLocks/>
          </p:cNvSpPr>
          <p:nvPr/>
        </p:nvSpPr>
        <p:spPr>
          <a:xfrm>
            <a:off x="5946917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6E67AA89-34BE-DE16-77E0-2955076A0C2F}"/>
              </a:ext>
            </a:extLst>
          </p:cNvPr>
          <p:cNvSpPr>
            <a:spLocks/>
          </p:cNvSpPr>
          <p:nvPr/>
        </p:nvSpPr>
        <p:spPr>
          <a:xfrm>
            <a:off x="5946917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9E328428-9D48-6CB2-9E48-B76280284C9C}"/>
              </a:ext>
            </a:extLst>
          </p:cNvPr>
          <p:cNvSpPr>
            <a:spLocks/>
          </p:cNvSpPr>
          <p:nvPr/>
        </p:nvSpPr>
        <p:spPr>
          <a:xfrm>
            <a:off x="5946917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0C205C9E-DF2C-DF79-2B5C-AF025CD976B6}"/>
              </a:ext>
            </a:extLst>
          </p:cNvPr>
          <p:cNvSpPr>
            <a:spLocks/>
          </p:cNvSpPr>
          <p:nvPr/>
        </p:nvSpPr>
        <p:spPr>
          <a:xfrm>
            <a:off x="5946917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0DC7F62-164D-8A29-C9DA-001DC1AA589E}"/>
              </a:ext>
            </a:extLst>
          </p:cNvPr>
          <p:cNvSpPr>
            <a:spLocks/>
          </p:cNvSpPr>
          <p:nvPr/>
        </p:nvSpPr>
        <p:spPr>
          <a:xfrm>
            <a:off x="5946917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EA07D2F1-0834-3711-BE3A-129A587B27C4}"/>
              </a:ext>
            </a:extLst>
          </p:cNvPr>
          <p:cNvSpPr>
            <a:spLocks/>
          </p:cNvSpPr>
          <p:nvPr/>
        </p:nvSpPr>
        <p:spPr>
          <a:xfrm>
            <a:off x="5946917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505A335C-B3C4-58BF-69DA-E53BE8959880}"/>
              </a:ext>
            </a:extLst>
          </p:cNvPr>
          <p:cNvSpPr>
            <a:spLocks/>
          </p:cNvSpPr>
          <p:nvPr/>
        </p:nvSpPr>
        <p:spPr>
          <a:xfrm>
            <a:off x="5946917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5DDD1E2F-2761-7A71-14FF-AFE80AACE62E}"/>
              </a:ext>
            </a:extLst>
          </p:cNvPr>
          <p:cNvSpPr>
            <a:spLocks/>
          </p:cNvSpPr>
          <p:nvPr/>
        </p:nvSpPr>
        <p:spPr>
          <a:xfrm>
            <a:off x="5946917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BF2BD9F-7F64-3BAB-717D-6CE040CC4FC0}"/>
              </a:ext>
            </a:extLst>
          </p:cNvPr>
          <p:cNvSpPr>
            <a:spLocks/>
          </p:cNvSpPr>
          <p:nvPr/>
        </p:nvSpPr>
        <p:spPr>
          <a:xfrm>
            <a:off x="5946917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0A37872A-CEA2-CDC2-E4FF-69A3C685FFA1}"/>
              </a:ext>
            </a:extLst>
          </p:cNvPr>
          <p:cNvSpPr>
            <a:spLocks/>
          </p:cNvSpPr>
          <p:nvPr/>
        </p:nvSpPr>
        <p:spPr>
          <a:xfrm>
            <a:off x="5946917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278E34-05FF-A534-5C9B-593881E2DDD0}"/>
              </a:ext>
            </a:extLst>
          </p:cNvPr>
          <p:cNvSpPr>
            <a:spLocks/>
          </p:cNvSpPr>
          <p:nvPr/>
        </p:nvSpPr>
        <p:spPr>
          <a:xfrm>
            <a:off x="5946917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D077684E-EBE9-9CE6-8FC8-5CDAC8C94883}"/>
              </a:ext>
            </a:extLst>
          </p:cNvPr>
          <p:cNvSpPr>
            <a:spLocks/>
          </p:cNvSpPr>
          <p:nvPr/>
        </p:nvSpPr>
        <p:spPr>
          <a:xfrm>
            <a:off x="5946917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96DDFAC9-82D6-CC85-3A71-6583817EA233}"/>
              </a:ext>
            </a:extLst>
          </p:cNvPr>
          <p:cNvSpPr>
            <a:spLocks/>
          </p:cNvSpPr>
          <p:nvPr/>
        </p:nvSpPr>
        <p:spPr>
          <a:xfrm>
            <a:off x="5946917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CEB24E10-A9AD-CD25-062C-99B3F910D9EA}"/>
              </a:ext>
            </a:extLst>
          </p:cNvPr>
          <p:cNvSpPr>
            <a:spLocks/>
          </p:cNvSpPr>
          <p:nvPr/>
        </p:nvSpPr>
        <p:spPr>
          <a:xfrm>
            <a:off x="5946917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82726286-44C1-DD6C-B753-6077E0E25317}"/>
              </a:ext>
            </a:extLst>
          </p:cNvPr>
          <p:cNvSpPr>
            <a:spLocks/>
          </p:cNvSpPr>
          <p:nvPr/>
        </p:nvSpPr>
        <p:spPr>
          <a:xfrm>
            <a:off x="5946917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9EF44B50-655B-1CFD-4669-28008DD211AE}"/>
              </a:ext>
            </a:extLst>
          </p:cNvPr>
          <p:cNvSpPr>
            <a:spLocks/>
          </p:cNvSpPr>
          <p:nvPr/>
        </p:nvSpPr>
        <p:spPr>
          <a:xfrm>
            <a:off x="5946917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381F0224-2ADC-3705-DA95-0EC1CAB407C2}"/>
              </a:ext>
            </a:extLst>
          </p:cNvPr>
          <p:cNvSpPr>
            <a:spLocks/>
          </p:cNvSpPr>
          <p:nvPr/>
        </p:nvSpPr>
        <p:spPr>
          <a:xfrm>
            <a:off x="5946917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A67AEDFF-191A-FA40-DEA9-D0BAFFAD66AD}"/>
              </a:ext>
            </a:extLst>
          </p:cNvPr>
          <p:cNvSpPr>
            <a:spLocks/>
          </p:cNvSpPr>
          <p:nvPr/>
        </p:nvSpPr>
        <p:spPr>
          <a:xfrm>
            <a:off x="5946917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A869D842-5B7C-20A4-3E73-592AF6350659}"/>
              </a:ext>
            </a:extLst>
          </p:cNvPr>
          <p:cNvSpPr>
            <a:spLocks/>
          </p:cNvSpPr>
          <p:nvPr/>
        </p:nvSpPr>
        <p:spPr>
          <a:xfrm>
            <a:off x="5946917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91B13F0F-2A1B-8071-F24A-5E36C04B1F47}"/>
              </a:ext>
            </a:extLst>
          </p:cNvPr>
          <p:cNvSpPr>
            <a:spLocks/>
          </p:cNvSpPr>
          <p:nvPr/>
        </p:nvSpPr>
        <p:spPr>
          <a:xfrm>
            <a:off x="5946917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D139BC3A-8FCC-7EAD-C658-00E85AB5756E}"/>
              </a:ext>
            </a:extLst>
          </p:cNvPr>
          <p:cNvSpPr>
            <a:spLocks/>
          </p:cNvSpPr>
          <p:nvPr/>
        </p:nvSpPr>
        <p:spPr>
          <a:xfrm>
            <a:off x="5946917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680EB28D-EF57-67EC-0EF1-9BB555856B4A}"/>
              </a:ext>
            </a:extLst>
          </p:cNvPr>
          <p:cNvSpPr>
            <a:spLocks/>
          </p:cNvSpPr>
          <p:nvPr/>
        </p:nvSpPr>
        <p:spPr>
          <a:xfrm>
            <a:off x="5946917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B753D9FB-2165-FD31-F69C-A85CC306B0E1}"/>
              </a:ext>
            </a:extLst>
          </p:cNvPr>
          <p:cNvSpPr>
            <a:spLocks/>
          </p:cNvSpPr>
          <p:nvPr/>
        </p:nvSpPr>
        <p:spPr>
          <a:xfrm>
            <a:off x="5946917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92584CF9-0B0F-C869-4B59-84205FDF2C40}"/>
              </a:ext>
            </a:extLst>
          </p:cNvPr>
          <p:cNvSpPr>
            <a:spLocks/>
          </p:cNvSpPr>
          <p:nvPr/>
        </p:nvSpPr>
        <p:spPr>
          <a:xfrm>
            <a:off x="5946917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20D4EF83-D371-1ECB-45BC-F6373F3E314B}"/>
              </a:ext>
            </a:extLst>
          </p:cNvPr>
          <p:cNvSpPr>
            <a:spLocks/>
          </p:cNvSpPr>
          <p:nvPr/>
        </p:nvSpPr>
        <p:spPr>
          <a:xfrm>
            <a:off x="5946917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B877079B-BDB4-E8E8-E8B2-9EA26409C24F}"/>
              </a:ext>
            </a:extLst>
          </p:cNvPr>
          <p:cNvSpPr>
            <a:spLocks/>
          </p:cNvSpPr>
          <p:nvPr/>
        </p:nvSpPr>
        <p:spPr>
          <a:xfrm>
            <a:off x="5946917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091944CE-D978-CED8-CC5D-43C9CBADFCC7}"/>
              </a:ext>
            </a:extLst>
          </p:cNvPr>
          <p:cNvSpPr>
            <a:spLocks/>
          </p:cNvSpPr>
          <p:nvPr/>
        </p:nvSpPr>
        <p:spPr>
          <a:xfrm>
            <a:off x="5946917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78AE6569-4839-137E-92A4-8E63C0E389A6}"/>
              </a:ext>
            </a:extLst>
          </p:cNvPr>
          <p:cNvSpPr>
            <a:spLocks/>
          </p:cNvSpPr>
          <p:nvPr/>
        </p:nvSpPr>
        <p:spPr>
          <a:xfrm>
            <a:off x="5946917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5BA32C83-4846-5145-7CC0-A9C7CB65CCBC}"/>
              </a:ext>
            </a:extLst>
          </p:cNvPr>
          <p:cNvSpPr>
            <a:spLocks/>
          </p:cNvSpPr>
          <p:nvPr/>
        </p:nvSpPr>
        <p:spPr>
          <a:xfrm>
            <a:off x="5946917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C06B378-B25E-C86E-B70E-B887356DA467}"/>
              </a:ext>
            </a:extLst>
          </p:cNvPr>
          <p:cNvSpPr>
            <a:spLocks/>
          </p:cNvSpPr>
          <p:nvPr/>
        </p:nvSpPr>
        <p:spPr>
          <a:xfrm>
            <a:off x="5946917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EFCF4F99-48FE-0E38-9211-E01FBFCEE1EF}"/>
              </a:ext>
            </a:extLst>
          </p:cNvPr>
          <p:cNvSpPr>
            <a:spLocks/>
          </p:cNvSpPr>
          <p:nvPr/>
        </p:nvSpPr>
        <p:spPr>
          <a:xfrm>
            <a:off x="5946917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DE8C604F-0F18-BA7C-3742-09A138B6E1AC}"/>
              </a:ext>
            </a:extLst>
          </p:cNvPr>
          <p:cNvSpPr>
            <a:spLocks/>
          </p:cNvSpPr>
          <p:nvPr/>
        </p:nvSpPr>
        <p:spPr>
          <a:xfrm>
            <a:off x="5946917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B4CCE2CE-7464-8015-0BA7-ACDB2A33AEDD}"/>
              </a:ext>
            </a:extLst>
          </p:cNvPr>
          <p:cNvSpPr>
            <a:spLocks/>
          </p:cNvSpPr>
          <p:nvPr/>
        </p:nvSpPr>
        <p:spPr>
          <a:xfrm>
            <a:off x="5946917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94216D5A-1E3B-E015-D1CF-C582E691F1F0}"/>
              </a:ext>
            </a:extLst>
          </p:cNvPr>
          <p:cNvSpPr>
            <a:spLocks/>
          </p:cNvSpPr>
          <p:nvPr/>
        </p:nvSpPr>
        <p:spPr>
          <a:xfrm>
            <a:off x="5946917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783DE176-512F-1941-B10D-DF08CE08DE81}"/>
              </a:ext>
            </a:extLst>
          </p:cNvPr>
          <p:cNvSpPr>
            <a:spLocks/>
          </p:cNvSpPr>
          <p:nvPr/>
        </p:nvSpPr>
        <p:spPr>
          <a:xfrm>
            <a:off x="5946917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C122C24A-E402-05A9-565B-78810E76D995}"/>
              </a:ext>
            </a:extLst>
          </p:cNvPr>
          <p:cNvSpPr>
            <a:spLocks/>
          </p:cNvSpPr>
          <p:nvPr/>
        </p:nvSpPr>
        <p:spPr>
          <a:xfrm>
            <a:off x="5946917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72C54017-F454-8CBB-E3DD-7ADBDC3F7978}"/>
              </a:ext>
            </a:extLst>
          </p:cNvPr>
          <p:cNvSpPr>
            <a:spLocks/>
          </p:cNvSpPr>
          <p:nvPr/>
        </p:nvSpPr>
        <p:spPr>
          <a:xfrm>
            <a:off x="5946917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13B846B4-BD59-1C43-2EA8-1AF1CCA7C10A}"/>
              </a:ext>
            </a:extLst>
          </p:cNvPr>
          <p:cNvSpPr>
            <a:spLocks/>
          </p:cNvSpPr>
          <p:nvPr/>
        </p:nvSpPr>
        <p:spPr>
          <a:xfrm>
            <a:off x="5946917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8813C0A8-DC4B-50F2-FF1F-8E29946F2CB0}"/>
              </a:ext>
            </a:extLst>
          </p:cNvPr>
          <p:cNvSpPr>
            <a:spLocks/>
          </p:cNvSpPr>
          <p:nvPr/>
        </p:nvSpPr>
        <p:spPr>
          <a:xfrm>
            <a:off x="5946917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D15E63B4-9EF7-2FAA-2E9F-3707BB9B6500}"/>
              </a:ext>
            </a:extLst>
          </p:cNvPr>
          <p:cNvSpPr>
            <a:spLocks/>
          </p:cNvSpPr>
          <p:nvPr/>
        </p:nvSpPr>
        <p:spPr>
          <a:xfrm>
            <a:off x="5946917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C3EBA06D-124A-7503-7183-8E4B23720282}"/>
              </a:ext>
            </a:extLst>
          </p:cNvPr>
          <p:cNvSpPr>
            <a:spLocks/>
          </p:cNvSpPr>
          <p:nvPr/>
        </p:nvSpPr>
        <p:spPr>
          <a:xfrm>
            <a:off x="5946917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AAC6A642-AA43-434D-DF40-FB8580687C7F}"/>
              </a:ext>
            </a:extLst>
          </p:cNvPr>
          <p:cNvSpPr>
            <a:spLocks/>
          </p:cNvSpPr>
          <p:nvPr/>
        </p:nvSpPr>
        <p:spPr>
          <a:xfrm>
            <a:off x="5946917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6EA383DC-911E-A0C9-F9B5-6F21CE56AC87}"/>
              </a:ext>
            </a:extLst>
          </p:cNvPr>
          <p:cNvSpPr>
            <a:spLocks/>
          </p:cNvSpPr>
          <p:nvPr/>
        </p:nvSpPr>
        <p:spPr>
          <a:xfrm>
            <a:off x="5946917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8EE123A3-1F9F-60E7-DFA4-CAD73D4A6F8D}"/>
              </a:ext>
            </a:extLst>
          </p:cNvPr>
          <p:cNvSpPr>
            <a:spLocks/>
          </p:cNvSpPr>
          <p:nvPr/>
        </p:nvSpPr>
        <p:spPr>
          <a:xfrm>
            <a:off x="5946917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8E172E9D-3D4D-0D0D-7A30-DAF2FEC05CCF}"/>
              </a:ext>
            </a:extLst>
          </p:cNvPr>
          <p:cNvSpPr>
            <a:spLocks/>
          </p:cNvSpPr>
          <p:nvPr/>
        </p:nvSpPr>
        <p:spPr>
          <a:xfrm>
            <a:off x="5946917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006CA623-B3A8-4138-7F12-4CF2F180701A}"/>
              </a:ext>
            </a:extLst>
          </p:cNvPr>
          <p:cNvSpPr>
            <a:spLocks/>
          </p:cNvSpPr>
          <p:nvPr/>
        </p:nvSpPr>
        <p:spPr>
          <a:xfrm>
            <a:off x="5946917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1F86E14D-9F73-85F8-991C-21235ECCB3DA}"/>
              </a:ext>
            </a:extLst>
          </p:cNvPr>
          <p:cNvSpPr>
            <a:spLocks/>
          </p:cNvSpPr>
          <p:nvPr/>
        </p:nvSpPr>
        <p:spPr>
          <a:xfrm>
            <a:off x="5946917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57BFEC05-E476-D463-D13F-1E6D4F629756}"/>
              </a:ext>
            </a:extLst>
          </p:cNvPr>
          <p:cNvSpPr>
            <a:spLocks/>
          </p:cNvSpPr>
          <p:nvPr/>
        </p:nvSpPr>
        <p:spPr>
          <a:xfrm>
            <a:off x="5946917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6423406E-EFB3-E72E-5D05-1D1F2C39166B}"/>
              </a:ext>
            </a:extLst>
          </p:cNvPr>
          <p:cNvSpPr>
            <a:spLocks/>
          </p:cNvSpPr>
          <p:nvPr/>
        </p:nvSpPr>
        <p:spPr>
          <a:xfrm>
            <a:off x="5946917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7FFF3472-B05E-F724-DB2E-802F57C4F719}"/>
              </a:ext>
            </a:extLst>
          </p:cNvPr>
          <p:cNvSpPr>
            <a:spLocks/>
          </p:cNvSpPr>
          <p:nvPr/>
        </p:nvSpPr>
        <p:spPr>
          <a:xfrm>
            <a:off x="5946917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0D150176-665E-ED28-C25E-B8B867A460DC}"/>
              </a:ext>
            </a:extLst>
          </p:cNvPr>
          <p:cNvSpPr>
            <a:spLocks/>
          </p:cNvSpPr>
          <p:nvPr/>
        </p:nvSpPr>
        <p:spPr>
          <a:xfrm>
            <a:off x="5946917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578F500E-96BB-C987-32C3-D32D508C54FC}"/>
              </a:ext>
            </a:extLst>
          </p:cNvPr>
          <p:cNvSpPr>
            <a:spLocks/>
          </p:cNvSpPr>
          <p:nvPr/>
        </p:nvSpPr>
        <p:spPr>
          <a:xfrm>
            <a:off x="5946917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B5A086B-0E9B-FE18-7388-240B9B82CC6F}"/>
              </a:ext>
            </a:extLst>
          </p:cNvPr>
          <p:cNvSpPr>
            <a:spLocks/>
          </p:cNvSpPr>
          <p:nvPr/>
        </p:nvSpPr>
        <p:spPr>
          <a:xfrm>
            <a:off x="5946917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91F78416-CEEE-C038-DC7D-D47277FE3890}"/>
              </a:ext>
            </a:extLst>
          </p:cNvPr>
          <p:cNvSpPr>
            <a:spLocks/>
          </p:cNvSpPr>
          <p:nvPr/>
        </p:nvSpPr>
        <p:spPr>
          <a:xfrm>
            <a:off x="5946917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9B5697D-07C9-0C93-4AF0-97537B97B5A2}"/>
              </a:ext>
            </a:extLst>
          </p:cNvPr>
          <p:cNvSpPr>
            <a:spLocks/>
          </p:cNvSpPr>
          <p:nvPr/>
        </p:nvSpPr>
        <p:spPr>
          <a:xfrm>
            <a:off x="5946917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524A17F7-B7AC-3FBB-5CFA-C55D6E730EB3}"/>
              </a:ext>
            </a:extLst>
          </p:cNvPr>
          <p:cNvSpPr>
            <a:spLocks/>
          </p:cNvSpPr>
          <p:nvPr/>
        </p:nvSpPr>
        <p:spPr>
          <a:xfrm>
            <a:off x="5946917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BF2993BC-52CC-21EE-4CF4-3C98F71ECF4B}"/>
              </a:ext>
            </a:extLst>
          </p:cNvPr>
          <p:cNvSpPr>
            <a:spLocks/>
          </p:cNvSpPr>
          <p:nvPr/>
        </p:nvSpPr>
        <p:spPr>
          <a:xfrm>
            <a:off x="5946917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F0EACAB0-9D04-809F-B4DC-466620CC462D}"/>
              </a:ext>
            </a:extLst>
          </p:cNvPr>
          <p:cNvSpPr>
            <a:spLocks/>
          </p:cNvSpPr>
          <p:nvPr/>
        </p:nvSpPr>
        <p:spPr>
          <a:xfrm>
            <a:off x="5946917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D5BFEE31-E440-AB5E-4DF7-69B1E894B34B}"/>
              </a:ext>
            </a:extLst>
          </p:cNvPr>
          <p:cNvSpPr>
            <a:spLocks/>
          </p:cNvSpPr>
          <p:nvPr/>
        </p:nvSpPr>
        <p:spPr>
          <a:xfrm>
            <a:off x="5946917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7BA0F01C-2B5E-C892-CCE0-580A0DE07478}"/>
              </a:ext>
            </a:extLst>
          </p:cNvPr>
          <p:cNvSpPr>
            <a:spLocks/>
          </p:cNvSpPr>
          <p:nvPr/>
        </p:nvSpPr>
        <p:spPr>
          <a:xfrm>
            <a:off x="5946917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131AB915-BD0C-938A-97AB-373C3383314E}"/>
              </a:ext>
            </a:extLst>
          </p:cNvPr>
          <p:cNvSpPr>
            <a:spLocks/>
          </p:cNvSpPr>
          <p:nvPr/>
        </p:nvSpPr>
        <p:spPr>
          <a:xfrm>
            <a:off x="5946917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32656C49-64D7-263F-CE14-2151E1DA7E3C}"/>
              </a:ext>
            </a:extLst>
          </p:cNvPr>
          <p:cNvSpPr>
            <a:spLocks/>
          </p:cNvSpPr>
          <p:nvPr/>
        </p:nvSpPr>
        <p:spPr>
          <a:xfrm>
            <a:off x="5946917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FF732F2E-7BC0-C61E-3C3B-D6116D57994E}"/>
              </a:ext>
            </a:extLst>
          </p:cNvPr>
          <p:cNvSpPr>
            <a:spLocks/>
          </p:cNvSpPr>
          <p:nvPr/>
        </p:nvSpPr>
        <p:spPr>
          <a:xfrm>
            <a:off x="5946917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80E61FA0-5DC5-9BAA-4055-0C03C300A660}"/>
              </a:ext>
            </a:extLst>
          </p:cNvPr>
          <p:cNvSpPr>
            <a:spLocks/>
          </p:cNvSpPr>
          <p:nvPr/>
        </p:nvSpPr>
        <p:spPr>
          <a:xfrm>
            <a:off x="5946917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97B9B9D5-6A0A-A6EE-7C55-D4BB84AB4F06}"/>
              </a:ext>
            </a:extLst>
          </p:cNvPr>
          <p:cNvSpPr>
            <a:spLocks/>
          </p:cNvSpPr>
          <p:nvPr/>
        </p:nvSpPr>
        <p:spPr>
          <a:xfrm>
            <a:off x="5946917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7964CB4E-8C0B-EAB0-02B3-6AFC145A0680}"/>
              </a:ext>
            </a:extLst>
          </p:cNvPr>
          <p:cNvSpPr>
            <a:spLocks/>
          </p:cNvSpPr>
          <p:nvPr/>
        </p:nvSpPr>
        <p:spPr>
          <a:xfrm>
            <a:off x="5946917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7F26F0F6-E920-65E5-F185-44C0E03275ED}"/>
              </a:ext>
            </a:extLst>
          </p:cNvPr>
          <p:cNvSpPr>
            <a:spLocks/>
          </p:cNvSpPr>
          <p:nvPr/>
        </p:nvSpPr>
        <p:spPr>
          <a:xfrm>
            <a:off x="5946917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4B8F5AB1-A7E5-7009-1836-B17A6BB91133}"/>
              </a:ext>
            </a:extLst>
          </p:cNvPr>
          <p:cNvSpPr>
            <a:spLocks/>
          </p:cNvSpPr>
          <p:nvPr/>
        </p:nvSpPr>
        <p:spPr>
          <a:xfrm>
            <a:off x="5946917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F2C62BB-C477-2031-9313-E4D788BE5A44}"/>
              </a:ext>
            </a:extLst>
          </p:cNvPr>
          <p:cNvSpPr>
            <a:spLocks/>
          </p:cNvSpPr>
          <p:nvPr/>
        </p:nvSpPr>
        <p:spPr>
          <a:xfrm>
            <a:off x="5946917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67651204-597F-B904-9F86-2608573116E4}"/>
              </a:ext>
            </a:extLst>
          </p:cNvPr>
          <p:cNvSpPr>
            <a:spLocks/>
          </p:cNvSpPr>
          <p:nvPr/>
        </p:nvSpPr>
        <p:spPr>
          <a:xfrm>
            <a:off x="5946917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9E3957C0-07DA-1D6D-54F8-551D33F23C46}"/>
              </a:ext>
            </a:extLst>
          </p:cNvPr>
          <p:cNvSpPr>
            <a:spLocks/>
          </p:cNvSpPr>
          <p:nvPr/>
        </p:nvSpPr>
        <p:spPr>
          <a:xfrm>
            <a:off x="5946917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47382D59-DC57-849A-8D0D-ED52D15854BC}"/>
              </a:ext>
            </a:extLst>
          </p:cNvPr>
          <p:cNvSpPr>
            <a:spLocks/>
          </p:cNvSpPr>
          <p:nvPr/>
        </p:nvSpPr>
        <p:spPr>
          <a:xfrm>
            <a:off x="5946917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5EF8BE32-B59E-B3B2-DA55-EC810D6A59FD}"/>
              </a:ext>
            </a:extLst>
          </p:cNvPr>
          <p:cNvSpPr>
            <a:spLocks/>
          </p:cNvSpPr>
          <p:nvPr/>
        </p:nvSpPr>
        <p:spPr>
          <a:xfrm>
            <a:off x="5946917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E213F345-210F-ECA2-D69F-AC50780DD47C}"/>
              </a:ext>
            </a:extLst>
          </p:cNvPr>
          <p:cNvSpPr>
            <a:spLocks/>
          </p:cNvSpPr>
          <p:nvPr/>
        </p:nvSpPr>
        <p:spPr>
          <a:xfrm>
            <a:off x="5946917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82D8CBA3-9B45-9DD1-5690-10F001A24842}"/>
              </a:ext>
            </a:extLst>
          </p:cNvPr>
          <p:cNvSpPr>
            <a:spLocks/>
          </p:cNvSpPr>
          <p:nvPr/>
        </p:nvSpPr>
        <p:spPr>
          <a:xfrm>
            <a:off x="5946917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66494B21-63C6-62CF-9803-08AB026FBEE0}"/>
              </a:ext>
            </a:extLst>
          </p:cNvPr>
          <p:cNvSpPr>
            <a:spLocks/>
          </p:cNvSpPr>
          <p:nvPr/>
        </p:nvSpPr>
        <p:spPr>
          <a:xfrm>
            <a:off x="5946917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466DE8A5-791C-6058-2F6A-D68FDB36F09D}"/>
              </a:ext>
            </a:extLst>
          </p:cNvPr>
          <p:cNvSpPr>
            <a:spLocks/>
          </p:cNvSpPr>
          <p:nvPr/>
        </p:nvSpPr>
        <p:spPr>
          <a:xfrm>
            <a:off x="5946917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FFF80FF8-81A7-EFE6-5D15-C40B7E805918}"/>
              </a:ext>
            </a:extLst>
          </p:cNvPr>
          <p:cNvSpPr>
            <a:spLocks/>
          </p:cNvSpPr>
          <p:nvPr/>
        </p:nvSpPr>
        <p:spPr>
          <a:xfrm>
            <a:off x="5946917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B5A6D71F-304A-A7E2-0C0A-25612457AECB}"/>
              </a:ext>
            </a:extLst>
          </p:cNvPr>
          <p:cNvSpPr>
            <a:spLocks/>
          </p:cNvSpPr>
          <p:nvPr/>
        </p:nvSpPr>
        <p:spPr>
          <a:xfrm>
            <a:off x="5946917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93DDD8B0-9015-DD3E-F374-BAE401F38CC5}"/>
              </a:ext>
            </a:extLst>
          </p:cNvPr>
          <p:cNvSpPr>
            <a:spLocks/>
          </p:cNvSpPr>
          <p:nvPr/>
        </p:nvSpPr>
        <p:spPr>
          <a:xfrm>
            <a:off x="5946917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D22A7C1A-804A-CA00-DA56-431D7062DA33}"/>
              </a:ext>
            </a:extLst>
          </p:cNvPr>
          <p:cNvSpPr>
            <a:spLocks/>
          </p:cNvSpPr>
          <p:nvPr/>
        </p:nvSpPr>
        <p:spPr>
          <a:xfrm>
            <a:off x="5946917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B7813FA2-5242-9454-4CE4-D41FEEE68FB0}"/>
              </a:ext>
            </a:extLst>
          </p:cNvPr>
          <p:cNvSpPr>
            <a:spLocks/>
          </p:cNvSpPr>
          <p:nvPr/>
        </p:nvSpPr>
        <p:spPr>
          <a:xfrm>
            <a:off x="5946917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F5462BE2-EAAF-3885-D92C-06905950BCCA}"/>
              </a:ext>
            </a:extLst>
          </p:cNvPr>
          <p:cNvSpPr>
            <a:spLocks/>
          </p:cNvSpPr>
          <p:nvPr/>
        </p:nvSpPr>
        <p:spPr>
          <a:xfrm>
            <a:off x="5946917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6F3E8B99-C782-0984-30C5-04561292E6BD}"/>
              </a:ext>
            </a:extLst>
          </p:cNvPr>
          <p:cNvSpPr>
            <a:spLocks/>
          </p:cNvSpPr>
          <p:nvPr/>
        </p:nvSpPr>
        <p:spPr>
          <a:xfrm>
            <a:off x="5946917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55F5E525-2434-E0EC-191B-D0AA27F72316}"/>
              </a:ext>
            </a:extLst>
          </p:cNvPr>
          <p:cNvSpPr>
            <a:spLocks/>
          </p:cNvSpPr>
          <p:nvPr/>
        </p:nvSpPr>
        <p:spPr>
          <a:xfrm>
            <a:off x="5946917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3D7B5472-A67D-5F41-6577-D4B6E7FD31A0}"/>
              </a:ext>
            </a:extLst>
          </p:cNvPr>
          <p:cNvSpPr>
            <a:spLocks/>
          </p:cNvSpPr>
          <p:nvPr/>
        </p:nvSpPr>
        <p:spPr>
          <a:xfrm>
            <a:off x="5946917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9D622D65-6B5C-F815-C133-59BB5F043496}"/>
              </a:ext>
            </a:extLst>
          </p:cNvPr>
          <p:cNvSpPr>
            <a:spLocks/>
          </p:cNvSpPr>
          <p:nvPr/>
        </p:nvSpPr>
        <p:spPr>
          <a:xfrm>
            <a:off x="5946917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67E7DEB3-4F36-53CC-DD10-304EB60B1B76}"/>
              </a:ext>
            </a:extLst>
          </p:cNvPr>
          <p:cNvSpPr>
            <a:spLocks/>
          </p:cNvSpPr>
          <p:nvPr/>
        </p:nvSpPr>
        <p:spPr>
          <a:xfrm>
            <a:off x="5946917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EE9C8-531C-88BB-4EEA-CD22B620E7B3}"/>
              </a:ext>
            </a:extLst>
          </p:cNvPr>
          <p:cNvSpPr>
            <a:spLocks/>
          </p:cNvSpPr>
          <p:nvPr/>
        </p:nvSpPr>
        <p:spPr>
          <a:xfrm>
            <a:off x="5946917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86F7CE3-6767-7EE0-0756-EB89D8C5529B}"/>
              </a:ext>
            </a:extLst>
          </p:cNvPr>
          <p:cNvSpPr>
            <a:spLocks/>
          </p:cNvSpPr>
          <p:nvPr/>
        </p:nvSpPr>
        <p:spPr>
          <a:xfrm>
            <a:off x="5946917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47D352C3-B45F-F7F9-2D27-DFA88AC8FCE8}"/>
              </a:ext>
            </a:extLst>
          </p:cNvPr>
          <p:cNvSpPr>
            <a:spLocks/>
          </p:cNvSpPr>
          <p:nvPr/>
        </p:nvSpPr>
        <p:spPr>
          <a:xfrm>
            <a:off x="5946917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397BA527-9874-A8DD-6BCD-7EAABDAF37EA}"/>
              </a:ext>
            </a:extLst>
          </p:cNvPr>
          <p:cNvSpPr>
            <a:spLocks/>
          </p:cNvSpPr>
          <p:nvPr/>
        </p:nvSpPr>
        <p:spPr>
          <a:xfrm>
            <a:off x="5946917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5EF05CFA-3A49-E7AE-48CB-0D8E087F8F2F}"/>
              </a:ext>
            </a:extLst>
          </p:cNvPr>
          <p:cNvSpPr>
            <a:spLocks/>
          </p:cNvSpPr>
          <p:nvPr/>
        </p:nvSpPr>
        <p:spPr>
          <a:xfrm>
            <a:off x="5946917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FCCDE3B0-20E0-9885-9664-C647A0E30A9A}"/>
              </a:ext>
            </a:extLst>
          </p:cNvPr>
          <p:cNvSpPr>
            <a:spLocks/>
          </p:cNvSpPr>
          <p:nvPr/>
        </p:nvSpPr>
        <p:spPr>
          <a:xfrm>
            <a:off x="5946917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3CE68DB-EDC3-8CCD-C9B8-99C45E75C291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E7EBDD94-17BD-01FF-2532-F098E0AEE955}"/>
              </a:ext>
            </a:extLst>
          </p:cNvPr>
          <p:cNvSpPr>
            <a:spLocks/>
          </p:cNvSpPr>
          <p:nvPr/>
        </p:nvSpPr>
        <p:spPr>
          <a:xfrm>
            <a:off x="6037404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6905B9C8-A64C-A22C-284A-AA882144E4AB}"/>
              </a:ext>
            </a:extLst>
          </p:cNvPr>
          <p:cNvSpPr>
            <a:spLocks/>
          </p:cNvSpPr>
          <p:nvPr/>
        </p:nvSpPr>
        <p:spPr>
          <a:xfrm>
            <a:off x="6134944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EA5EF073-F605-2E49-53E6-8C535DED4E6E}"/>
              </a:ext>
            </a:extLst>
          </p:cNvPr>
          <p:cNvSpPr>
            <a:spLocks/>
          </p:cNvSpPr>
          <p:nvPr/>
        </p:nvSpPr>
        <p:spPr>
          <a:xfrm>
            <a:off x="6037404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F2D068C-05C9-D4A2-54AB-BEC1F61B10B6}"/>
              </a:ext>
            </a:extLst>
          </p:cNvPr>
          <p:cNvSpPr>
            <a:spLocks/>
          </p:cNvSpPr>
          <p:nvPr/>
        </p:nvSpPr>
        <p:spPr>
          <a:xfrm>
            <a:off x="6134944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9AC73857-D001-9AF7-412D-9513CC1195A1}"/>
              </a:ext>
            </a:extLst>
          </p:cNvPr>
          <p:cNvSpPr>
            <a:spLocks/>
          </p:cNvSpPr>
          <p:nvPr/>
        </p:nvSpPr>
        <p:spPr>
          <a:xfrm>
            <a:off x="6037404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4342DA92-CF93-9A57-42F9-98E0B9A1C93F}"/>
              </a:ext>
            </a:extLst>
          </p:cNvPr>
          <p:cNvSpPr>
            <a:spLocks/>
          </p:cNvSpPr>
          <p:nvPr/>
        </p:nvSpPr>
        <p:spPr>
          <a:xfrm>
            <a:off x="6134944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BEB1DA86-F482-8A3D-37E2-6C5783A0DC3A}"/>
              </a:ext>
            </a:extLst>
          </p:cNvPr>
          <p:cNvSpPr>
            <a:spLocks/>
          </p:cNvSpPr>
          <p:nvPr/>
        </p:nvSpPr>
        <p:spPr>
          <a:xfrm>
            <a:off x="6037404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45186C63-C2F9-480F-5938-530C3B0123F9}"/>
              </a:ext>
            </a:extLst>
          </p:cNvPr>
          <p:cNvSpPr>
            <a:spLocks/>
          </p:cNvSpPr>
          <p:nvPr/>
        </p:nvSpPr>
        <p:spPr>
          <a:xfrm>
            <a:off x="6134944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9CF7F03C-76FE-9D11-F17A-78241D52789F}"/>
              </a:ext>
            </a:extLst>
          </p:cNvPr>
          <p:cNvSpPr>
            <a:spLocks/>
          </p:cNvSpPr>
          <p:nvPr/>
        </p:nvSpPr>
        <p:spPr>
          <a:xfrm rot="-5400000">
            <a:off x="5933461" y="247803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5586875F-E893-51EF-07E6-CF9C7730D90D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131A32EE-B8B2-13BB-E1F7-249D17783886}"/>
              </a:ext>
            </a:extLst>
          </p:cNvPr>
          <p:cNvSpPr>
            <a:spLocks/>
          </p:cNvSpPr>
          <p:nvPr/>
        </p:nvSpPr>
        <p:spPr>
          <a:xfrm>
            <a:off x="738089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6F59152D-328E-2BFE-9A1F-F4AB7C42520A}"/>
              </a:ext>
            </a:extLst>
          </p:cNvPr>
          <p:cNvSpPr>
            <a:spLocks/>
          </p:cNvSpPr>
          <p:nvPr/>
        </p:nvSpPr>
        <p:spPr>
          <a:xfrm>
            <a:off x="702079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77AA239B-065F-AB6F-B127-7B9FDB89B4C0}"/>
              </a:ext>
            </a:extLst>
          </p:cNvPr>
          <p:cNvSpPr>
            <a:spLocks/>
          </p:cNvSpPr>
          <p:nvPr/>
        </p:nvSpPr>
        <p:spPr>
          <a:xfrm>
            <a:off x="7144846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56B060C2-367B-B46A-CAD6-CB94187A5E8E}"/>
              </a:ext>
            </a:extLst>
          </p:cNvPr>
          <p:cNvSpPr>
            <a:spLocks/>
          </p:cNvSpPr>
          <p:nvPr/>
        </p:nvSpPr>
        <p:spPr>
          <a:xfrm>
            <a:off x="841940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1738E297-1E73-EA60-C3E5-CB7DD999400D}"/>
              </a:ext>
            </a:extLst>
          </p:cNvPr>
          <p:cNvSpPr>
            <a:spLocks/>
          </p:cNvSpPr>
          <p:nvPr/>
        </p:nvSpPr>
        <p:spPr>
          <a:xfrm>
            <a:off x="805930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007BAB52-E08F-8757-9161-B73FF273A7B8}"/>
              </a:ext>
            </a:extLst>
          </p:cNvPr>
          <p:cNvSpPr>
            <a:spLocks/>
          </p:cNvSpPr>
          <p:nvPr/>
        </p:nvSpPr>
        <p:spPr>
          <a:xfrm>
            <a:off x="8278504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A7376848-5083-DF09-00A3-3415CAA6D8B8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5D96C19E-5663-5852-A775-888DEA41F63A}"/>
              </a:ext>
            </a:extLst>
          </p:cNvPr>
          <p:cNvSpPr>
            <a:spLocks/>
          </p:cNvSpPr>
          <p:nvPr/>
        </p:nvSpPr>
        <p:spPr>
          <a:xfrm>
            <a:off x="6918626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2A5BF876-0F81-A88B-8E3E-F6B03DE35662}"/>
              </a:ext>
            </a:extLst>
          </p:cNvPr>
          <p:cNvSpPr>
            <a:spLocks/>
          </p:cNvSpPr>
          <p:nvPr/>
        </p:nvSpPr>
        <p:spPr>
          <a:xfrm>
            <a:off x="6694903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AB6B0ED0-0EFE-EDA7-D9AF-37F95A5ADD7E}"/>
              </a:ext>
            </a:extLst>
          </p:cNvPr>
          <p:cNvSpPr>
            <a:spLocks/>
          </p:cNvSpPr>
          <p:nvPr/>
        </p:nvSpPr>
        <p:spPr>
          <a:xfrm>
            <a:off x="6962962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9652E055-CFCE-21B1-24B8-D2AC43656C9D}"/>
              </a:ext>
            </a:extLst>
          </p:cNvPr>
          <p:cNvSpPr>
            <a:spLocks/>
          </p:cNvSpPr>
          <p:nvPr/>
        </p:nvSpPr>
        <p:spPr>
          <a:xfrm>
            <a:off x="6918626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BF559638-065B-B080-132E-9B31FB90CD62}"/>
              </a:ext>
            </a:extLst>
          </p:cNvPr>
          <p:cNvSpPr>
            <a:spLocks/>
          </p:cNvSpPr>
          <p:nvPr/>
        </p:nvSpPr>
        <p:spPr>
          <a:xfrm>
            <a:off x="6694903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C7C65BB7-72C0-BAC6-A889-41E2867ECCA8}"/>
              </a:ext>
            </a:extLst>
          </p:cNvPr>
          <p:cNvSpPr>
            <a:spLocks/>
          </p:cNvSpPr>
          <p:nvPr/>
        </p:nvSpPr>
        <p:spPr>
          <a:xfrm>
            <a:off x="6962962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B632102E-3542-F32D-E6A2-D5AC01B17A06}"/>
              </a:ext>
            </a:extLst>
          </p:cNvPr>
          <p:cNvSpPr>
            <a:spLocks/>
          </p:cNvSpPr>
          <p:nvPr/>
        </p:nvSpPr>
        <p:spPr>
          <a:xfrm>
            <a:off x="6918626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561AD341-EC69-DBED-F9CB-11BBDA28F2CB}"/>
              </a:ext>
            </a:extLst>
          </p:cNvPr>
          <p:cNvSpPr>
            <a:spLocks/>
          </p:cNvSpPr>
          <p:nvPr/>
        </p:nvSpPr>
        <p:spPr>
          <a:xfrm>
            <a:off x="6694903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6B32C071-779E-6C49-860F-9BF0F343827F}"/>
              </a:ext>
            </a:extLst>
          </p:cNvPr>
          <p:cNvSpPr>
            <a:spLocks/>
          </p:cNvSpPr>
          <p:nvPr/>
        </p:nvSpPr>
        <p:spPr>
          <a:xfrm rot="-5400000">
            <a:off x="6459563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E2F46E2B-5846-1611-43F2-6C1C1F1ABACA}"/>
              </a:ext>
            </a:extLst>
          </p:cNvPr>
          <p:cNvSpPr>
            <a:spLocks/>
          </p:cNvSpPr>
          <p:nvPr/>
        </p:nvSpPr>
        <p:spPr>
          <a:xfrm>
            <a:off x="70338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57CF1CA8-A147-183C-5305-DE3FB0EEC20D}"/>
              </a:ext>
            </a:extLst>
          </p:cNvPr>
          <p:cNvSpPr>
            <a:spLocks/>
          </p:cNvSpPr>
          <p:nvPr/>
        </p:nvSpPr>
        <p:spPr>
          <a:xfrm>
            <a:off x="728718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9A0D57F8-444A-520C-4629-28A97C0067C0}"/>
              </a:ext>
            </a:extLst>
          </p:cNvPr>
          <p:cNvSpPr>
            <a:spLocks/>
          </p:cNvSpPr>
          <p:nvPr/>
        </p:nvSpPr>
        <p:spPr>
          <a:xfrm>
            <a:off x="754047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0667C947-B7F8-CE0F-0451-D926250EE205}"/>
              </a:ext>
            </a:extLst>
          </p:cNvPr>
          <p:cNvSpPr>
            <a:spLocks/>
          </p:cNvSpPr>
          <p:nvPr/>
        </p:nvSpPr>
        <p:spPr>
          <a:xfrm>
            <a:off x="807239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1B80B017-D18E-431D-A64B-62A4AF203F27}"/>
              </a:ext>
            </a:extLst>
          </p:cNvPr>
          <p:cNvSpPr>
            <a:spLocks/>
          </p:cNvSpPr>
          <p:nvPr/>
        </p:nvSpPr>
        <p:spPr>
          <a:xfrm>
            <a:off x="832569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2D474FBB-3E5C-3E08-72DB-A58514C0333A}"/>
              </a:ext>
            </a:extLst>
          </p:cNvPr>
          <p:cNvSpPr>
            <a:spLocks/>
          </p:cNvSpPr>
          <p:nvPr/>
        </p:nvSpPr>
        <p:spPr>
          <a:xfrm>
            <a:off x="85789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C9CC4580-A593-5CD6-7FB3-4336D7497FA2}"/>
              </a:ext>
            </a:extLst>
          </p:cNvPr>
          <p:cNvSpPr>
            <a:spLocks/>
          </p:cNvSpPr>
          <p:nvPr/>
        </p:nvSpPr>
        <p:spPr>
          <a:xfrm>
            <a:off x="71643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56BF6C48-983E-8E29-17AC-4924D56096F4}"/>
              </a:ext>
            </a:extLst>
          </p:cNvPr>
          <p:cNvSpPr>
            <a:spLocks/>
          </p:cNvSpPr>
          <p:nvPr/>
        </p:nvSpPr>
        <p:spPr>
          <a:xfrm>
            <a:off x="7131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172B5C01-B76F-538E-FD5B-7ECA7292A52C}"/>
              </a:ext>
            </a:extLst>
          </p:cNvPr>
          <p:cNvSpPr>
            <a:spLocks/>
          </p:cNvSpPr>
          <p:nvPr/>
        </p:nvSpPr>
        <p:spPr>
          <a:xfrm>
            <a:off x="70536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3A0E7874-523A-00AF-2B0C-AC7EC2DCEF39}"/>
              </a:ext>
            </a:extLst>
          </p:cNvPr>
          <p:cNvSpPr>
            <a:spLocks/>
          </p:cNvSpPr>
          <p:nvPr/>
        </p:nvSpPr>
        <p:spPr>
          <a:xfrm>
            <a:off x="70886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A810538A-2ACD-415E-6937-9489AC68DE52}"/>
              </a:ext>
            </a:extLst>
          </p:cNvPr>
          <p:cNvSpPr>
            <a:spLocks/>
          </p:cNvSpPr>
          <p:nvPr/>
        </p:nvSpPr>
        <p:spPr>
          <a:xfrm>
            <a:off x="708085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33EC8C54-B297-0CDF-7224-B083397452DE}"/>
              </a:ext>
            </a:extLst>
          </p:cNvPr>
          <p:cNvSpPr>
            <a:spLocks/>
          </p:cNvSpPr>
          <p:nvPr/>
        </p:nvSpPr>
        <p:spPr>
          <a:xfrm>
            <a:off x="70738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10B3B47C-80D9-1442-8734-3E9B1EA80E40}"/>
              </a:ext>
            </a:extLst>
          </p:cNvPr>
          <p:cNvSpPr>
            <a:spLocks/>
          </p:cNvSpPr>
          <p:nvPr/>
        </p:nvSpPr>
        <p:spPr>
          <a:xfrm>
            <a:off x="71196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057CE302-3999-48E5-07A3-D47F95156E97}"/>
              </a:ext>
            </a:extLst>
          </p:cNvPr>
          <p:cNvSpPr>
            <a:spLocks/>
          </p:cNvSpPr>
          <p:nvPr/>
        </p:nvSpPr>
        <p:spPr>
          <a:xfrm>
            <a:off x="7083278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DFDCCAE5-4C1F-D98A-B6C1-622E4EFE07AB}"/>
              </a:ext>
            </a:extLst>
          </p:cNvPr>
          <p:cNvSpPr>
            <a:spLocks/>
          </p:cNvSpPr>
          <p:nvPr/>
        </p:nvSpPr>
        <p:spPr>
          <a:xfrm>
            <a:off x="71523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DAF6D931-1DB4-3016-C871-0BFE9100DB12}"/>
              </a:ext>
            </a:extLst>
          </p:cNvPr>
          <p:cNvSpPr>
            <a:spLocks/>
          </p:cNvSpPr>
          <p:nvPr/>
        </p:nvSpPr>
        <p:spPr>
          <a:xfrm>
            <a:off x="710374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5C14291E-2E0B-4AEB-FB9F-F5709341E4CD}"/>
              </a:ext>
            </a:extLst>
          </p:cNvPr>
          <p:cNvSpPr>
            <a:spLocks/>
          </p:cNvSpPr>
          <p:nvPr/>
        </p:nvSpPr>
        <p:spPr>
          <a:xfrm>
            <a:off x="7083058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4BC90E6F-B174-E156-A9CF-573842412EC7}"/>
              </a:ext>
            </a:extLst>
          </p:cNvPr>
          <p:cNvSpPr>
            <a:spLocks/>
          </p:cNvSpPr>
          <p:nvPr/>
        </p:nvSpPr>
        <p:spPr>
          <a:xfrm>
            <a:off x="7156098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2B94A73A-ABA6-C57D-2327-7EA83B5E47E4}"/>
              </a:ext>
            </a:extLst>
          </p:cNvPr>
          <p:cNvSpPr>
            <a:spLocks/>
          </p:cNvSpPr>
          <p:nvPr/>
        </p:nvSpPr>
        <p:spPr>
          <a:xfrm>
            <a:off x="7146494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F6657E31-BC57-125F-6373-F1AFAFE36DCF}"/>
              </a:ext>
            </a:extLst>
          </p:cNvPr>
          <p:cNvSpPr>
            <a:spLocks/>
          </p:cNvSpPr>
          <p:nvPr/>
        </p:nvSpPr>
        <p:spPr>
          <a:xfrm>
            <a:off x="7162709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A6D9DCF7-CD41-B07B-C065-7A09B39B0841}"/>
              </a:ext>
            </a:extLst>
          </p:cNvPr>
          <p:cNvSpPr>
            <a:spLocks/>
          </p:cNvSpPr>
          <p:nvPr/>
        </p:nvSpPr>
        <p:spPr>
          <a:xfrm>
            <a:off x="7095454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EAAEDA1-87EC-C225-D76B-F8ED30D56D1E}"/>
              </a:ext>
            </a:extLst>
          </p:cNvPr>
          <p:cNvSpPr>
            <a:spLocks/>
          </p:cNvSpPr>
          <p:nvPr/>
        </p:nvSpPr>
        <p:spPr>
          <a:xfrm>
            <a:off x="713320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F0681217-F795-C36E-0EB9-7150732DEDCB}"/>
              </a:ext>
            </a:extLst>
          </p:cNvPr>
          <p:cNvSpPr>
            <a:spLocks/>
          </p:cNvSpPr>
          <p:nvPr/>
        </p:nvSpPr>
        <p:spPr>
          <a:xfrm>
            <a:off x="7083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A268BBEE-57F6-1489-F454-440FBC6EF347}"/>
              </a:ext>
            </a:extLst>
          </p:cNvPr>
          <p:cNvSpPr>
            <a:spLocks/>
          </p:cNvSpPr>
          <p:nvPr/>
        </p:nvSpPr>
        <p:spPr>
          <a:xfrm>
            <a:off x="717043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D7479EB9-7C39-2944-00F5-3B138F0CDA16}"/>
              </a:ext>
            </a:extLst>
          </p:cNvPr>
          <p:cNvSpPr>
            <a:spLocks/>
          </p:cNvSpPr>
          <p:nvPr/>
        </p:nvSpPr>
        <p:spPr>
          <a:xfrm>
            <a:off x="7138053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47DF3D3-3E55-9C39-F491-69BF862B9FEB}"/>
              </a:ext>
            </a:extLst>
          </p:cNvPr>
          <p:cNvSpPr>
            <a:spLocks/>
          </p:cNvSpPr>
          <p:nvPr/>
        </p:nvSpPr>
        <p:spPr>
          <a:xfrm>
            <a:off x="7170370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302353B9-C8EF-EC84-E0FE-7C209D319135}"/>
              </a:ext>
            </a:extLst>
          </p:cNvPr>
          <p:cNvSpPr>
            <a:spLocks/>
          </p:cNvSpPr>
          <p:nvPr/>
        </p:nvSpPr>
        <p:spPr>
          <a:xfrm>
            <a:off x="7064341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7EC09FF-680C-14C7-E62B-922A99C94B5F}"/>
              </a:ext>
            </a:extLst>
          </p:cNvPr>
          <p:cNvSpPr>
            <a:spLocks/>
          </p:cNvSpPr>
          <p:nvPr/>
        </p:nvSpPr>
        <p:spPr>
          <a:xfrm>
            <a:off x="7075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3292222D-5132-E786-E518-DEF656AD774F}"/>
              </a:ext>
            </a:extLst>
          </p:cNvPr>
          <p:cNvSpPr>
            <a:spLocks/>
          </p:cNvSpPr>
          <p:nvPr/>
        </p:nvSpPr>
        <p:spPr>
          <a:xfrm>
            <a:off x="713262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3F5C8792-B49F-C03D-5820-F796DD0948F2}"/>
              </a:ext>
            </a:extLst>
          </p:cNvPr>
          <p:cNvSpPr>
            <a:spLocks/>
          </p:cNvSpPr>
          <p:nvPr/>
        </p:nvSpPr>
        <p:spPr>
          <a:xfrm>
            <a:off x="709219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2EBF638B-F477-297E-8E84-C37EF08BE747}"/>
              </a:ext>
            </a:extLst>
          </p:cNvPr>
          <p:cNvSpPr>
            <a:spLocks/>
          </p:cNvSpPr>
          <p:nvPr/>
        </p:nvSpPr>
        <p:spPr>
          <a:xfrm>
            <a:off x="71432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479F7ED4-713B-E61B-134F-5DC3B5836A07}"/>
              </a:ext>
            </a:extLst>
          </p:cNvPr>
          <p:cNvSpPr>
            <a:spLocks/>
          </p:cNvSpPr>
          <p:nvPr/>
        </p:nvSpPr>
        <p:spPr>
          <a:xfrm>
            <a:off x="70539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17FF2B06-11B3-65DE-C00C-779785D3A7AC}"/>
              </a:ext>
            </a:extLst>
          </p:cNvPr>
          <p:cNvSpPr>
            <a:spLocks/>
          </p:cNvSpPr>
          <p:nvPr/>
        </p:nvSpPr>
        <p:spPr>
          <a:xfrm>
            <a:off x="70658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056953BD-48F3-5AC8-88BE-8E3370C54B48}"/>
              </a:ext>
            </a:extLst>
          </p:cNvPr>
          <p:cNvSpPr>
            <a:spLocks/>
          </p:cNvSpPr>
          <p:nvPr/>
        </p:nvSpPr>
        <p:spPr>
          <a:xfrm>
            <a:off x="70915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2CBA54E1-54E6-D8DC-5D7A-6AC99BB601C5}"/>
              </a:ext>
            </a:extLst>
          </p:cNvPr>
          <p:cNvSpPr>
            <a:spLocks/>
          </p:cNvSpPr>
          <p:nvPr/>
        </p:nvSpPr>
        <p:spPr>
          <a:xfrm>
            <a:off x="706480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F9399DE8-FC06-0BC7-CFB2-C39872D0BF72}"/>
              </a:ext>
            </a:extLst>
          </p:cNvPr>
          <p:cNvSpPr>
            <a:spLocks/>
          </p:cNvSpPr>
          <p:nvPr/>
        </p:nvSpPr>
        <p:spPr>
          <a:xfrm>
            <a:off x="7164548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A5A5A3C1-AEE9-C98D-4AB5-3DF65CDDEA82}"/>
              </a:ext>
            </a:extLst>
          </p:cNvPr>
          <p:cNvSpPr>
            <a:spLocks/>
          </p:cNvSpPr>
          <p:nvPr/>
        </p:nvSpPr>
        <p:spPr>
          <a:xfrm>
            <a:off x="71602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E207AE31-BFD9-A076-B24C-57D1C8D97D25}"/>
              </a:ext>
            </a:extLst>
          </p:cNvPr>
          <p:cNvSpPr>
            <a:spLocks/>
          </p:cNvSpPr>
          <p:nvPr/>
        </p:nvSpPr>
        <p:spPr>
          <a:xfrm>
            <a:off x="7132811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DAAB491E-CF6C-7979-70E3-FBB8E3D0C48E}"/>
              </a:ext>
            </a:extLst>
          </p:cNvPr>
          <p:cNvSpPr>
            <a:spLocks/>
          </p:cNvSpPr>
          <p:nvPr/>
        </p:nvSpPr>
        <p:spPr>
          <a:xfrm>
            <a:off x="71401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A2217228-5B4D-1218-4A61-5C4774301BA6}"/>
              </a:ext>
            </a:extLst>
          </p:cNvPr>
          <p:cNvSpPr>
            <a:spLocks/>
          </p:cNvSpPr>
          <p:nvPr/>
        </p:nvSpPr>
        <p:spPr>
          <a:xfrm>
            <a:off x="711594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957D646D-37F2-C51D-94B8-79729A197063}"/>
              </a:ext>
            </a:extLst>
          </p:cNvPr>
          <p:cNvSpPr>
            <a:spLocks/>
          </p:cNvSpPr>
          <p:nvPr/>
        </p:nvSpPr>
        <p:spPr>
          <a:xfrm>
            <a:off x="7080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F8EE77DF-4D70-EB7B-E372-D7DE622F165C}"/>
              </a:ext>
            </a:extLst>
          </p:cNvPr>
          <p:cNvSpPr>
            <a:spLocks/>
          </p:cNvSpPr>
          <p:nvPr/>
        </p:nvSpPr>
        <p:spPr>
          <a:xfrm>
            <a:off x="70614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50CA26CF-EFEF-2A7C-942A-1E799FB6536D}"/>
              </a:ext>
            </a:extLst>
          </p:cNvPr>
          <p:cNvSpPr>
            <a:spLocks/>
          </p:cNvSpPr>
          <p:nvPr/>
        </p:nvSpPr>
        <p:spPr>
          <a:xfrm>
            <a:off x="71689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A058C4C1-9BE1-5528-6A41-23B37C638697}"/>
              </a:ext>
            </a:extLst>
          </p:cNvPr>
          <p:cNvSpPr>
            <a:spLocks/>
          </p:cNvSpPr>
          <p:nvPr/>
        </p:nvSpPr>
        <p:spPr>
          <a:xfrm>
            <a:off x="7078468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0E51308-1443-5D5E-1BF2-B5466CE180E4}"/>
              </a:ext>
            </a:extLst>
          </p:cNvPr>
          <p:cNvSpPr>
            <a:spLocks/>
          </p:cNvSpPr>
          <p:nvPr/>
        </p:nvSpPr>
        <p:spPr>
          <a:xfrm>
            <a:off x="7147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BF0FC214-CFAC-45F9-9911-76D3A3D13D2C}"/>
              </a:ext>
            </a:extLst>
          </p:cNvPr>
          <p:cNvSpPr>
            <a:spLocks/>
          </p:cNvSpPr>
          <p:nvPr/>
        </p:nvSpPr>
        <p:spPr>
          <a:xfrm>
            <a:off x="707345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0913406F-C99E-30B5-6C44-DD43381F2186}"/>
              </a:ext>
            </a:extLst>
          </p:cNvPr>
          <p:cNvSpPr>
            <a:spLocks/>
          </p:cNvSpPr>
          <p:nvPr/>
        </p:nvSpPr>
        <p:spPr>
          <a:xfrm>
            <a:off x="71608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408F268D-1279-7EBA-2758-69A8ED6B77BF}"/>
              </a:ext>
            </a:extLst>
          </p:cNvPr>
          <p:cNvSpPr>
            <a:spLocks/>
          </p:cNvSpPr>
          <p:nvPr/>
        </p:nvSpPr>
        <p:spPr>
          <a:xfrm>
            <a:off x="7139865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3ECDEB5D-E2B1-A67F-0083-7727AA84C32D}"/>
              </a:ext>
            </a:extLst>
          </p:cNvPr>
          <p:cNvSpPr>
            <a:spLocks/>
          </p:cNvSpPr>
          <p:nvPr/>
        </p:nvSpPr>
        <p:spPr>
          <a:xfrm>
            <a:off x="71458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D062329F-89D2-0DD1-27F7-799DA8B75DE6}"/>
              </a:ext>
            </a:extLst>
          </p:cNvPr>
          <p:cNvSpPr>
            <a:spLocks/>
          </p:cNvSpPr>
          <p:nvPr/>
        </p:nvSpPr>
        <p:spPr>
          <a:xfrm>
            <a:off x="7126891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9A0AEFD-96FC-7368-EE50-9EFBBC5583CB}"/>
              </a:ext>
            </a:extLst>
          </p:cNvPr>
          <p:cNvSpPr>
            <a:spLocks/>
          </p:cNvSpPr>
          <p:nvPr/>
        </p:nvSpPr>
        <p:spPr>
          <a:xfrm>
            <a:off x="70842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0A9D98FE-4033-6AEB-F97A-899D0D51646C}"/>
              </a:ext>
            </a:extLst>
          </p:cNvPr>
          <p:cNvSpPr>
            <a:spLocks/>
          </p:cNvSpPr>
          <p:nvPr/>
        </p:nvSpPr>
        <p:spPr>
          <a:xfrm>
            <a:off x="70981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A8A1AC09-5DF4-E258-67F9-29EF3E10E873}"/>
              </a:ext>
            </a:extLst>
          </p:cNvPr>
          <p:cNvSpPr>
            <a:spLocks/>
          </p:cNvSpPr>
          <p:nvPr/>
        </p:nvSpPr>
        <p:spPr>
          <a:xfrm>
            <a:off x="712436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A8883660-E217-D2EC-60A9-A5A975521400}"/>
              </a:ext>
            </a:extLst>
          </p:cNvPr>
          <p:cNvSpPr>
            <a:spLocks/>
          </p:cNvSpPr>
          <p:nvPr/>
        </p:nvSpPr>
        <p:spPr>
          <a:xfrm>
            <a:off x="70870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E270A492-565D-C771-9731-0B03A6B4DBE4}"/>
              </a:ext>
            </a:extLst>
          </p:cNvPr>
          <p:cNvSpPr>
            <a:spLocks/>
          </p:cNvSpPr>
          <p:nvPr/>
        </p:nvSpPr>
        <p:spPr>
          <a:xfrm>
            <a:off x="715634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9E803F25-6276-D342-DF1E-A3288A6BB2EF}"/>
              </a:ext>
            </a:extLst>
          </p:cNvPr>
          <p:cNvSpPr>
            <a:spLocks/>
          </p:cNvSpPr>
          <p:nvPr/>
        </p:nvSpPr>
        <p:spPr>
          <a:xfrm>
            <a:off x="7106275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D549CF1C-E496-615C-2B8C-3269A41B56C8}"/>
              </a:ext>
            </a:extLst>
          </p:cNvPr>
          <p:cNvSpPr>
            <a:spLocks/>
          </p:cNvSpPr>
          <p:nvPr/>
        </p:nvSpPr>
        <p:spPr>
          <a:xfrm>
            <a:off x="7117410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FA93054C-5AA0-3532-51BC-D027D6D78434}"/>
              </a:ext>
            </a:extLst>
          </p:cNvPr>
          <p:cNvSpPr>
            <a:spLocks/>
          </p:cNvSpPr>
          <p:nvPr/>
        </p:nvSpPr>
        <p:spPr>
          <a:xfrm>
            <a:off x="7050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914B5829-CF4C-9C52-05B3-5010C124ECDF}"/>
              </a:ext>
            </a:extLst>
          </p:cNvPr>
          <p:cNvSpPr>
            <a:spLocks/>
          </p:cNvSpPr>
          <p:nvPr/>
        </p:nvSpPr>
        <p:spPr>
          <a:xfrm>
            <a:off x="7089181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9FCD556F-FD9B-3CDA-A6AB-A628561A71A3}"/>
              </a:ext>
            </a:extLst>
          </p:cNvPr>
          <p:cNvSpPr>
            <a:spLocks/>
          </p:cNvSpPr>
          <p:nvPr/>
        </p:nvSpPr>
        <p:spPr>
          <a:xfrm>
            <a:off x="7098101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27600BE9-52E1-760C-8870-23CDCA35EFAF}"/>
              </a:ext>
            </a:extLst>
          </p:cNvPr>
          <p:cNvSpPr>
            <a:spLocks/>
          </p:cNvSpPr>
          <p:nvPr/>
        </p:nvSpPr>
        <p:spPr>
          <a:xfrm>
            <a:off x="70739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A7FDD678-AC5A-FC9C-2A67-AF406C9651B1}"/>
              </a:ext>
            </a:extLst>
          </p:cNvPr>
          <p:cNvSpPr>
            <a:spLocks/>
          </p:cNvSpPr>
          <p:nvPr/>
        </p:nvSpPr>
        <p:spPr>
          <a:xfrm>
            <a:off x="706831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96DF1B0-D169-92C7-B8E0-349B1831D82A}"/>
              </a:ext>
            </a:extLst>
          </p:cNvPr>
          <p:cNvSpPr>
            <a:spLocks/>
          </p:cNvSpPr>
          <p:nvPr/>
        </p:nvSpPr>
        <p:spPr>
          <a:xfrm>
            <a:off x="7167587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2889F27E-3DA1-8707-5E84-F706F8C2DD2E}"/>
              </a:ext>
            </a:extLst>
          </p:cNvPr>
          <p:cNvSpPr>
            <a:spLocks/>
          </p:cNvSpPr>
          <p:nvPr/>
        </p:nvSpPr>
        <p:spPr>
          <a:xfrm>
            <a:off x="705871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53403375-26E8-B8EA-21F0-54EF1387C629}"/>
              </a:ext>
            </a:extLst>
          </p:cNvPr>
          <p:cNvSpPr>
            <a:spLocks/>
          </p:cNvSpPr>
          <p:nvPr/>
        </p:nvSpPr>
        <p:spPr>
          <a:xfrm>
            <a:off x="7060016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B1D7C73-D5E8-80AD-B4A6-FBAC27059936}"/>
              </a:ext>
            </a:extLst>
          </p:cNvPr>
          <p:cNvSpPr>
            <a:spLocks/>
          </p:cNvSpPr>
          <p:nvPr/>
        </p:nvSpPr>
        <p:spPr>
          <a:xfrm>
            <a:off x="7142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E056E81F-E8C8-D3D3-442C-4B2D23177074}"/>
              </a:ext>
            </a:extLst>
          </p:cNvPr>
          <p:cNvSpPr>
            <a:spLocks/>
          </p:cNvSpPr>
          <p:nvPr/>
        </p:nvSpPr>
        <p:spPr>
          <a:xfrm>
            <a:off x="70584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9BE6483A-AE22-2335-7E65-1FBE7B657CC0}"/>
              </a:ext>
            </a:extLst>
          </p:cNvPr>
          <p:cNvSpPr>
            <a:spLocks/>
          </p:cNvSpPr>
          <p:nvPr/>
        </p:nvSpPr>
        <p:spPr>
          <a:xfrm>
            <a:off x="71326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439F6063-2DCE-AE3D-BF8A-707CB18D3039}"/>
              </a:ext>
            </a:extLst>
          </p:cNvPr>
          <p:cNvSpPr>
            <a:spLocks/>
          </p:cNvSpPr>
          <p:nvPr/>
        </p:nvSpPr>
        <p:spPr>
          <a:xfrm>
            <a:off x="70535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690720B0-FAE0-5861-67B5-164DBD9489E8}"/>
              </a:ext>
            </a:extLst>
          </p:cNvPr>
          <p:cNvSpPr>
            <a:spLocks/>
          </p:cNvSpPr>
          <p:nvPr/>
        </p:nvSpPr>
        <p:spPr>
          <a:xfrm>
            <a:off x="71261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156DD6BB-CDAA-9EF2-4081-D2FF08E87912}"/>
              </a:ext>
            </a:extLst>
          </p:cNvPr>
          <p:cNvSpPr>
            <a:spLocks/>
          </p:cNvSpPr>
          <p:nvPr/>
        </p:nvSpPr>
        <p:spPr>
          <a:xfrm>
            <a:off x="712078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8DD8F556-5B2A-66F4-7561-A3C8CD9CADDE}"/>
              </a:ext>
            </a:extLst>
          </p:cNvPr>
          <p:cNvSpPr>
            <a:spLocks/>
          </p:cNvSpPr>
          <p:nvPr/>
        </p:nvSpPr>
        <p:spPr>
          <a:xfrm>
            <a:off x="714613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79B0847D-EE0A-6E5D-87EA-10494689B1C8}"/>
              </a:ext>
            </a:extLst>
          </p:cNvPr>
          <p:cNvSpPr>
            <a:spLocks/>
          </p:cNvSpPr>
          <p:nvPr/>
        </p:nvSpPr>
        <p:spPr>
          <a:xfrm>
            <a:off x="71088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6E4D8E67-F549-564E-4AF1-46BBCCF24160}"/>
              </a:ext>
            </a:extLst>
          </p:cNvPr>
          <p:cNvSpPr>
            <a:spLocks/>
          </p:cNvSpPr>
          <p:nvPr/>
        </p:nvSpPr>
        <p:spPr>
          <a:xfrm>
            <a:off x="70692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F10DAA-7E27-368A-52F2-004FC23989D7}"/>
              </a:ext>
            </a:extLst>
          </p:cNvPr>
          <p:cNvSpPr>
            <a:spLocks/>
          </p:cNvSpPr>
          <p:nvPr/>
        </p:nvSpPr>
        <p:spPr>
          <a:xfrm>
            <a:off x="716175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9E9AE04D-1F33-D9D3-61AE-DE858ECECABD}"/>
              </a:ext>
            </a:extLst>
          </p:cNvPr>
          <p:cNvSpPr>
            <a:spLocks/>
          </p:cNvSpPr>
          <p:nvPr/>
        </p:nvSpPr>
        <p:spPr>
          <a:xfrm>
            <a:off x="70561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56CDA38B-C342-02EF-BE50-768EAE697EF5}"/>
              </a:ext>
            </a:extLst>
          </p:cNvPr>
          <p:cNvSpPr>
            <a:spLocks/>
          </p:cNvSpPr>
          <p:nvPr/>
        </p:nvSpPr>
        <p:spPr>
          <a:xfrm>
            <a:off x="714632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0ADBC7A-4518-7D30-98A3-8E368E80B363}"/>
              </a:ext>
            </a:extLst>
          </p:cNvPr>
          <p:cNvSpPr>
            <a:spLocks/>
          </p:cNvSpPr>
          <p:nvPr/>
        </p:nvSpPr>
        <p:spPr>
          <a:xfrm>
            <a:off x="705218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2AC81007-A455-BB3D-AC05-2DA53495D733}"/>
              </a:ext>
            </a:extLst>
          </p:cNvPr>
          <p:cNvSpPr>
            <a:spLocks/>
          </p:cNvSpPr>
          <p:nvPr/>
        </p:nvSpPr>
        <p:spPr>
          <a:xfrm>
            <a:off x="712006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00FB27A7-1EFF-2EE2-8EA1-3181F6398D09}"/>
              </a:ext>
            </a:extLst>
          </p:cNvPr>
          <p:cNvSpPr>
            <a:spLocks/>
          </p:cNvSpPr>
          <p:nvPr/>
        </p:nvSpPr>
        <p:spPr>
          <a:xfrm>
            <a:off x="7055114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E0E3581-7192-1C24-1673-161C97FCC633}"/>
              </a:ext>
            </a:extLst>
          </p:cNvPr>
          <p:cNvSpPr>
            <a:spLocks/>
          </p:cNvSpPr>
          <p:nvPr/>
        </p:nvSpPr>
        <p:spPr>
          <a:xfrm>
            <a:off x="7146758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E56095B1-EEF2-33F4-AE3D-D74D83305267}"/>
              </a:ext>
            </a:extLst>
          </p:cNvPr>
          <p:cNvSpPr>
            <a:spLocks/>
          </p:cNvSpPr>
          <p:nvPr/>
        </p:nvSpPr>
        <p:spPr>
          <a:xfrm>
            <a:off x="7153075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67B26B98-27B1-AF85-B14B-DB47CFAB2474}"/>
              </a:ext>
            </a:extLst>
          </p:cNvPr>
          <p:cNvSpPr>
            <a:spLocks/>
          </p:cNvSpPr>
          <p:nvPr/>
        </p:nvSpPr>
        <p:spPr>
          <a:xfrm>
            <a:off x="71279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6095EB20-A2CE-673A-7795-5C1F91DD9170}"/>
              </a:ext>
            </a:extLst>
          </p:cNvPr>
          <p:cNvSpPr>
            <a:spLocks/>
          </p:cNvSpPr>
          <p:nvPr/>
        </p:nvSpPr>
        <p:spPr>
          <a:xfrm>
            <a:off x="70812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D57C8E48-F5E0-B040-7A21-1A220FFD0716}"/>
              </a:ext>
            </a:extLst>
          </p:cNvPr>
          <p:cNvSpPr>
            <a:spLocks/>
          </p:cNvSpPr>
          <p:nvPr/>
        </p:nvSpPr>
        <p:spPr>
          <a:xfrm>
            <a:off x="71667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4FF6FA6E-F6E5-6F49-E49D-010BA6A8596A}"/>
              </a:ext>
            </a:extLst>
          </p:cNvPr>
          <p:cNvSpPr>
            <a:spLocks/>
          </p:cNvSpPr>
          <p:nvPr/>
        </p:nvSpPr>
        <p:spPr>
          <a:xfrm>
            <a:off x="71428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4FA464B8-465E-45CF-EA6E-CD0700CB5C17}"/>
              </a:ext>
            </a:extLst>
          </p:cNvPr>
          <p:cNvSpPr>
            <a:spLocks/>
          </p:cNvSpPr>
          <p:nvPr/>
        </p:nvSpPr>
        <p:spPr>
          <a:xfrm>
            <a:off x="710853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3A0C24BB-3F52-AD96-B8DB-8B2B1B860ECF}"/>
              </a:ext>
            </a:extLst>
          </p:cNvPr>
          <p:cNvSpPr>
            <a:spLocks/>
          </p:cNvSpPr>
          <p:nvPr/>
        </p:nvSpPr>
        <p:spPr>
          <a:xfrm>
            <a:off x="716670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B7F8CCE-354B-792A-D60C-55E7D02CE302}"/>
              </a:ext>
            </a:extLst>
          </p:cNvPr>
          <p:cNvSpPr>
            <a:spLocks/>
          </p:cNvSpPr>
          <p:nvPr/>
        </p:nvSpPr>
        <p:spPr>
          <a:xfrm>
            <a:off x="7117321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0D4AB7F-5C97-7EBC-5615-215A2D2E38A9}"/>
              </a:ext>
            </a:extLst>
          </p:cNvPr>
          <p:cNvSpPr>
            <a:spLocks/>
          </p:cNvSpPr>
          <p:nvPr/>
        </p:nvSpPr>
        <p:spPr>
          <a:xfrm>
            <a:off x="7096307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03130797-52C2-6570-31AF-3C90BB9090AA}"/>
              </a:ext>
            </a:extLst>
          </p:cNvPr>
          <p:cNvSpPr>
            <a:spLocks/>
          </p:cNvSpPr>
          <p:nvPr/>
        </p:nvSpPr>
        <p:spPr>
          <a:xfrm>
            <a:off x="712070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8F2601A5-F6FC-4223-E5E1-963AFD1720F6}"/>
              </a:ext>
            </a:extLst>
          </p:cNvPr>
          <p:cNvSpPr>
            <a:spLocks/>
          </p:cNvSpPr>
          <p:nvPr/>
        </p:nvSpPr>
        <p:spPr>
          <a:xfrm>
            <a:off x="7064381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A8F92CB-0270-B55D-EF24-3ECC7109B7DF}"/>
              </a:ext>
            </a:extLst>
          </p:cNvPr>
          <p:cNvSpPr>
            <a:spLocks/>
          </p:cNvSpPr>
          <p:nvPr/>
        </p:nvSpPr>
        <p:spPr>
          <a:xfrm>
            <a:off x="708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AA0D0E6B-202D-8141-069B-8C179148AFD1}"/>
              </a:ext>
            </a:extLst>
          </p:cNvPr>
          <p:cNvSpPr>
            <a:spLocks/>
          </p:cNvSpPr>
          <p:nvPr/>
        </p:nvSpPr>
        <p:spPr>
          <a:xfrm>
            <a:off x="7166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5E776E64-EF09-E663-28E8-0094078E6BD4}"/>
              </a:ext>
            </a:extLst>
          </p:cNvPr>
          <p:cNvSpPr>
            <a:spLocks/>
          </p:cNvSpPr>
          <p:nvPr/>
        </p:nvSpPr>
        <p:spPr>
          <a:xfrm>
            <a:off x="707856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0E52B390-465D-BD30-2190-5153FC8D989E}"/>
              </a:ext>
            </a:extLst>
          </p:cNvPr>
          <p:cNvSpPr>
            <a:spLocks/>
          </p:cNvSpPr>
          <p:nvPr/>
        </p:nvSpPr>
        <p:spPr>
          <a:xfrm>
            <a:off x="7112084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AAAF9EF4-AC39-34FC-7B11-96F59D09B7BA}"/>
              </a:ext>
            </a:extLst>
          </p:cNvPr>
          <p:cNvSpPr>
            <a:spLocks/>
          </p:cNvSpPr>
          <p:nvPr/>
        </p:nvSpPr>
        <p:spPr>
          <a:xfrm>
            <a:off x="7138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AA7A8F1E-C597-0DE4-EDF2-B064B0A88C7C}"/>
              </a:ext>
            </a:extLst>
          </p:cNvPr>
          <p:cNvSpPr>
            <a:spLocks/>
          </p:cNvSpPr>
          <p:nvPr/>
        </p:nvSpPr>
        <p:spPr>
          <a:xfrm>
            <a:off x="70979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773156B0-ED8A-49F4-0824-80AB07AB6180}"/>
              </a:ext>
            </a:extLst>
          </p:cNvPr>
          <p:cNvSpPr>
            <a:spLocks/>
          </p:cNvSpPr>
          <p:nvPr/>
        </p:nvSpPr>
        <p:spPr>
          <a:xfrm>
            <a:off x="7114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20822048-3A8A-5E95-F1F0-FE775BFEDB76}"/>
              </a:ext>
            </a:extLst>
          </p:cNvPr>
          <p:cNvSpPr>
            <a:spLocks/>
          </p:cNvSpPr>
          <p:nvPr/>
        </p:nvSpPr>
        <p:spPr>
          <a:xfrm>
            <a:off x="7125679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A988D9F6-31D3-FF0C-AD72-39D9EB63D507}"/>
              </a:ext>
            </a:extLst>
          </p:cNvPr>
          <p:cNvSpPr>
            <a:spLocks/>
          </p:cNvSpPr>
          <p:nvPr/>
        </p:nvSpPr>
        <p:spPr>
          <a:xfrm>
            <a:off x="7138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BF99469F-748C-D15D-59B1-2960C2AC74DD}"/>
              </a:ext>
            </a:extLst>
          </p:cNvPr>
          <p:cNvSpPr>
            <a:spLocks/>
          </p:cNvSpPr>
          <p:nvPr/>
        </p:nvSpPr>
        <p:spPr>
          <a:xfrm>
            <a:off x="716213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E14CAB5F-A421-EFE4-77C9-D39712C9DA46}"/>
              </a:ext>
            </a:extLst>
          </p:cNvPr>
          <p:cNvSpPr>
            <a:spLocks/>
          </p:cNvSpPr>
          <p:nvPr/>
        </p:nvSpPr>
        <p:spPr>
          <a:xfrm>
            <a:off x="7136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22D462A-826C-4095-8861-BE15B599ED05}"/>
              </a:ext>
            </a:extLst>
          </p:cNvPr>
          <p:cNvSpPr>
            <a:spLocks/>
          </p:cNvSpPr>
          <p:nvPr/>
        </p:nvSpPr>
        <p:spPr>
          <a:xfrm>
            <a:off x="70955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D53D6734-1CEF-FB60-9ADA-C45A79D11A5C}"/>
              </a:ext>
            </a:extLst>
          </p:cNvPr>
          <p:cNvSpPr>
            <a:spLocks/>
          </p:cNvSpPr>
          <p:nvPr/>
        </p:nvSpPr>
        <p:spPr>
          <a:xfrm>
            <a:off x="710811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1B24D15B-04CC-F0B9-898A-634B82A06FB9}"/>
              </a:ext>
            </a:extLst>
          </p:cNvPr>
          <p:cNvSpPr>
            <a:spLocks/>
          </p:cNvSpPr>
          <p:nvPr/>
        </p:nvSpPr>
        <p:spPr>
          <a:xfrm>
            <a:off x="7153444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6A5AF809-170D-7472-398C-837E002C60F4}"/>
              </a:ext>
            </a:extLst>
          </p:cNvPr>
          <p:cNvSpPr>
            <a:spLocks/>
          </p:cNvSpPr>
          <p:nvPr/>
        </p:nvSpPr>
        <p:spPr>
          <a:xfrm>
            <a:off x="7065232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5F19FB4B-B59A-5339-2183-3B7CE8F362B0}"/>
              </a:ext>
            </a:extLst>
          </p:cNvPr>
          <p:cNvSpPr>
            <a:spLocks/>
          </p:cNvSpPr>
          <p:nvPr/>
        </p:nvSpPr>
        <p:spPr>
          <a:xfrm>
            <a:off x="71627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A5D110AB-FE99-6677-9C41-5683DF1940CF}"/>
              </a:ext>
            </a:extLst>
          </p:cNvPr>
          <p:cNvSpPr>
            <a:spLocks/>
          </p:cNvSpPr>
          <p:nvPr/>
        </p:nvSpPr>
        <p:spPr>
          <a:xfrm>
            <a:off x="71003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A50E2757-7118-7329-13F6-1008F19E77CD}"/>
              </a:ext>
            </a:extLst>
          </p:cNvPr>
          <p:cNvSpPr>
            <a:spLocks/>
          </p:cNvSpPr>
          <p:nvPr/>
        </p:nvSpPr>
        <p:spPr>
          <a:xfrm>
            <a:off x="715935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E2E224EC-E1B4-4D29-C1D2-EB8CE1EA4234}"/>
              </a:ext>
            </a:extLst>
          </p:cNvPr>
          <p:cNvSpPr>
            <a:spLocks/>
          </p:cNvSpPr>
          <p:nvPr/>
        </p:nvSpPr>
        <p:spPr>
          <a:xfrm>
            <a:off x="7079581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2F055E31-D9A8-DAB6-B4EB-F09FA7E87826}"/>
              </a:ext>
            </a:extLst>
          </p:cNvPr>
          <p:cNvSpPr>
            <a:spLocks/>
          </p:cNvSpPr>
          <p:nvPr/>
        </p:nvSpPr>
        <p:spPr>
          <a:xfrm>
            <a:off x="7119509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E6D45869-D433-A2BD-DD2A-80E22A14CF69}"/>
              </a:ext>
            </a:extLst>
          </p:cNvPr>
          <p:cNvSpPr>
            <a:spLocks/>
          </p:cNvSpPr>
          <p:nvPr/>
        </p:nvSpPr>
        <p:spPr>
          <a:xfrm>
            <a:off x="710820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3E02E47-9F21-B6B0-EC9D-F8CB731E6CC9}"/>
              </a:ext>
            </a:extLst>
          </p:cNvPr>
          <p:cNvSpPr>
            <a:spLocks/>
          </p:cNvSpPr>
          <p:nvPr/>
        </p:nvSpPr>
        <p:spPr>
          <a:xfrm>
            <a:off x="7091155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0E66D557-658A-C336-0590-0C2B83703F9C}"/>
              </a:ext>
            </a:extLst>
          </p:cNvPr>
          <p:cNvSpPr>
            <a:spLocks/>
          </p:cNvSpPr>
          <p:nvPr/>
        </p:nvSpPr>
        <p:spPr>
          <a:xfrm>
            <a:off x="70836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B0E7C34D-3FEE-D9F6-D00C-F690B82311AF}"/>
              </a:ext>
            </a:extLst>
          </p:cNvPr>
          <p:cNvSpPr>
            <a:spLocks/>
          </p:cNvSpPr>
          <p:nvPr/>
        </p:nvSpPr>
        <p:spPr>
          <a:xfrm>
            <a:off x="7108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881031ED-8111-7550-5995-D075DD1166CD}"/>
              </a:ext>
            </a:extLst>
          </p:cNvPr>
          <p:cNvSpPr>
            <a:spLocks/>
          </p:cNvSpPr>
          <p:nvPr/>
        </p:nvSpPr>
        <p:spPr>
          <a:xfrm>
            <a:off x="7050636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DBD54DFF-4529-EDCA-E9E0-2D84F9F73E57}"/>
              </a:ext>
            </a:extLst>
          </p:cNvPr>
          <p:cNvSpPr>
            <a:spLocks/>
          </p:cNvSpPr>
          <p:nvPr/>
        </p:nvSpPr>
        <p:spPr>
          <a:xfrm>
            <a:off x="713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BCB6D99A-E889-71AC-5689-7C388FC43A4E}"/>
              </a:ext>
            </a:extLst>
          </p:cNvPr>
          <p:cNvSpPr>
            <a:spLocks/>
          </p:cNvSpPr>
          <p:nvPr/>
        </p:nvSpPr>
        <p:spPr>
          <a:xfrm>
            <a:off x="71380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8862ECA9-0CBF-E82B-AA66-DA961E1D06FA}"/>
              </a:ext>
            </a:extLst>
          </p:cNvPr>
          <p:cNvSpPr>
            <a:spLocks/>
          </p:cNvSpPr>
          <p:nvPr/>
        </p:nvSpPr>
        <p:spPr>
          <a:xfrm>
            <a:off x="7126317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5CCF9FA9-5C7A-D836-4058-223D7A6FA208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908F3D9F-06F9-FE1D-9BAE-67854B2486D3}"/>
              </a:ext>
            </a:extLst>
          </p:cNvPr>
          <p:cNvSpPr>
            <a:spLocks/>
          </p:cNvSpPr>
          <p:nvPr/>
        </p:nvSpPr>
        <p:spPr>
          <a:xfrm>
            <a:off x="7088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B67C5665-4E27-9A73-6C82-EBCA46CF1042}"/>
              </a:ext>
            </a:extLst>
          </p:cNvPr>
          <p:cNvSpPr>
            <a:spLocks/>
          </p:cNvSpPr>
          <p:nvPr/>
        </p:nvSpPr>
        <p:spPr>
          <a:xfrm>
            <a:off x="7117077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7EBE71DA-5837-9259-EB1D-C8C6E60DCF27}"/>
              </a:ext>
            </a:extLst>
          </p:cNvPr>
          <p:cNvSpPr>
            <a:spLocks/>
          </p:cNvSpPr>
          <p:nvPr/>
        </p:nvSpPr>
        <p:spPr>
          <a:xfrm>
            <a:off x="71072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A2363708-8622-5A50-C8CE-045F5691D404}"/>
              </a:ext>
            </a:extLst>
          </p:cNvPr>
          <p:cNvSpPr>
            <a:spLocks/>
          </p:cNvSpPr>
          <p:nvPr/>
        </p:nvSpPr>
        <p:spPr>
          <a:xfrm>
            <a:off x="70870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E1CA3EF-6754-C7D6-3F98-3A18E1A7EBB7}"/>
              </a:ext>
            </a:extLst>
          </p:cNvPr>
          <p:cNvSpPr>
            <a:spLocks/>
          </p:cNvSpPr>
          <p:nvPr/>
        </p:nvSpPr>
        <p:spPr>
          <a:xfrm>
            <a:off x="712615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161CAF75-5B54-A381-1C8B-B06DC97B2434}"/>
              </a:ext>
            </a:extLst>
          </p:cNvPr>
          <p:cNvSpPr>
            <a:spLocks/>
          </p:cNvSpPr>
          <p:nvPr/>
        </p:nvSpPr>
        <p:spPr>
          <a:xfrm>
            <a:off x="7051612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2345F337-62F8-D822-676C-EDF265C7CFB3}"/>
              </a:ext>
            </a:extLst>
          </p:cNvPr>
          <p:cNvSpPr>
            <a:spLocks/>
          </p:cNvSpPr>
          <p:nvPr/>
        </p:nvSpPr>
        <p:spPr>
          <a:xfrm>
            <a:off x="70692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00C061C2-802C-B9BF-2D22-23F984D1791E}"/>
              </a:ext>
            </a:extLst>
          </p:cNvPr>
          <p:cNvSpPr>
            <a:spLocks/>
          </p:cNvSpPr>
          <p:nvPr/>
        </p:nvSpPr>
        <p:spPr>
          <a:xfrm>
            <a:off x="70498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47A57D2C-6763-E107-FD00-07E0D3A05C43}"/>
              </a:ext>
            </a:extLst>
          </p:cNvPr>
          <p:cNvSpPr>
            <a:spLocks/>
          </p:cNvSpPr>
          <p:nvPr/>
        </p:nvSpPr>
        <p:spPr>
          <a:xfrm>
            <a:off x="7069306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F3BFE77A-0FEB-1CFD-A9E8-259BB83E7AB7}"/>
              </a:ext>
            </a:extLst>
          </p:cNvPr>
          <p:cNvSpPr>
            <a:spLocks/>
          </p:cNvSpPr>
          <p:nvPr/>
        </p:nvSpPr>
        <p:spPr>
          <a:xfrm>
            <a:off x="71169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BBCCD9E1-C4A8-B936-65C2-B6BDBFC48228}"/>
              </a:ext>
            </a:extLst>
          </p:cNvPr>
          <p:cNvSpPr>
            <a:spLocks/>
          </p:cNvSpPr>
          <p:nvPr/>
        </p:nvSpPr>
        <p:spPr>
          <a:xfrm>
            <a:off x="71580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2C88B9F2-97F5-74B8-C4EE-F48D0BC8E85D}"/>
              </a:ext>
            </a:extLst>
          </p:cNvPr>
          <p:cNvSpPr>
            <a:spLocks/>
          </p:cNvSpPr>
          <p:nvPr/>
        </p:nvSpPr>
        <p:spPr>
          <a:xfrm>
            <a:off x="70520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5C2AC123-9DB2-DF69-37A3-C525E31AB80F}"/>
              </a:ext>
            </a:extLst>
          </p:cNvPr>
          <p:cNvSpPr>
            <a:spLocks/>
          </p:cNvSpPr>
          <p:nvPr/>
        </p:nvSpPr>
        <p:spPr>
          <a:xfrm>
            <a:off x="71231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E6387605-6BDD-6221-88ED-9BAB571FCF1C}"/>
              </a:ext>
            </a:extLst>
          </p:cNvPr>
          <p:cNvSpPr>
            <a:spLocks/>
          </p:cNvSpPr>
          <p:nvPr/>
        </p:nvSpPr>
        <p:spPr>
          <a:xfrm>
            <a:off x="70682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0469A77B-B4BB-7125-8A15-2E1A977980B6}"/>
              </a:ext>
            </a:extLst>
          </p:cNvPr>
          <p:cNvSpPr>
            <a:spLocks/>
          </p:cNvSpPr>
          <p:nvPr/>
        </p:nvSpPr>
        <p:spPr>
          <a:xfrm>
            <a:off x="71661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B23C6F90-B455-8888-5B2A-CB93522ADB61}"/>
              </a:ext>
            </a:extLst>
          </p:cNvPr>
          <p:cNvSpPr>
            <a:spLocks/>
          </p:cNvSpPr>
          <p:nvPr/>
        </p:nvSpPr>
        <p:spPr>
          <a:xfrm>
            <a:off x="7094163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77E50A6-D6C3-F56F-02E0-09F66BEF398C}"/>
              </a:ext>
            </a:extLst>
          </p:cNvPr>
          <p:cNvSpPr>
            <a:spLocks/>
          </p:cNvSpPr>
          <p:nvPr/>
        </p:nvSpPr>
        <p:spPr>
          <a:xfrm>
            <a:off x="7084939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4F1EC3F1-4190-F232-3721-F44DD82A3FA1}"/>
              </a:ext>
            </a:extLst>
          </p:cNvPr>
          <p:cNvSpPr>
            <a:spLocks/>
          </p:cNvSpPr>
          <p:nvPr/>
        </p:nvSpPr>
        <p:spPr>
          <a:xfrm>
            <a:off x="70569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CD053F39-DF9D-779D-DDCD-8C2035726A74}"/>
              </a:ext>
            </a:extLst>
          </p:cNvPr>
          <p:cNvSpPr>
            <a:spLocks/>
          </p:cNvSpPr>
          <p:nvPr/>
        </p:nvSpPr>
        <p:spPr>
          <a:xfrm>
            <a:off x="7160498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D50A4621-BA69-E08D-CF32-33563972D009}"/>
              </a:ext>
            </a:extLst>
          </p:cNvPr>
          <p:cNvSpPr>
            <a:spLocks/>
          </p:cNvSpPr>
          <p:nvPr/>
        </p:nvSpPr>
        <p:spPr>
          <a:xfrm>
            <a:off x="7109088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1049A167-F099-2AB1-55B9-1A37C7D30B16}"/>
              </a:ext>
            </a:extLst>
          </p:cNvPr>
          <p:cNvSpPr>
            <a:spLocks/>
          </p:cNvSpPr>
          <p:nvPr/>
        </p:nvSpPr>
        <p:spPr>
          <a:xfrm>
            <a:off x="7084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EA72E82-46AF-EBFF-9502-B821AA026C88}"/>
              </a:ext>
            </a:extLst>
          </p:cNvPr>
          <p:cNvSpPr>
            <a:spLocks/>
          </p:cNvSpPr>
          <p:nvPr/>
        </p:nvSpPr>
        <p:spPr>
          <a:xfrm>
            <a:off x="7133707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F58A0C7-B8A3-9737-1CE0-BF532CE8D16F}"/>
              </a:ext>
            </a:extLst>
          </p:cNvPr>
          <p:cNvSpPr>
            <a:spLocks/>
          </p:cNvSpPr>
          <p:nvPr/>
        </p:nvSpPr>
        <p:spPr>
          <a:xfrm>
            <a:off x="706672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D20FF045-07F3-E93F-FF7E-598838FFDF26}"/>
              </a:ext>
            </a:extLst>
          </p:cNvPr>
          <p:cNvSpPr>
            <a:spLocks/>
          </p:cNvSpPr>
          <p:nvPr/>
        </p:nvSpPr>
        <p:spPr>
          <a:xfrm>
            <a:off x="71193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D5BE9A7-23D4-B7FF-259F-96D51032D944}"/>
              </a:ext>
            </a:extLst>
          </p:cNvPr>
          <p:cNvSpPr>
            <a:spLocks/>
          </p:cNvSpPr>
          <p:nvPr/>
        </p:nvSpPr>
        <p:spPr>
          <a:xfrm>
            <a:off x="71169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3845BBA7-B73B-121D-D79E-5750BF95AD99}"/>
              </a:ext>
            </a:extLst>
          </p:cNvPr>
          <p:cNvSpPr>
            <a:spLocks/>
          </p:cNvSpPr>
          <p:nvPr/>
        </p:nvSpPr>
        <p:spPr>
          <a:xfrm>
            <a:off x="711248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0CCC9AF-A0B3-C5C9-1BFE-4F0442AD8977}"/>
              </a:ext>
            </a:extLst>
          </p:cNvPr>
          <p:cNvSpPr>
            <a:spLocks/>
          </p:cNvSpPr>
          <p:nvPr/>
        </p:nvSpPr>
        <p:spPr>
          <a:xfrm>
            <a:off x="71040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00ABB397-1809-6A1B-6B61-8EA1153BB0B1}"/>
              </a:ext>
            </a:extLst>
          </p:cNvPr>
          <p:cNvSpPr>
            <a:spLocks/>
          </p:cNvSpPr>
          <p:nvPr/>
        </p:nvSpPr>
        <p:spPr>
          <a:xfrm>
            <a:off x="7115000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D86E4D5E-B964-A954-6600-978620E79A3F}"/>
              </a:ext>
            </a:extLst>
          </p:cNvPr>
          <p:cNvSpPr>
            <a:spLocks/>
          </p:cNvSpPr>
          <p:nvPr/>
        </p:nvSpPr>
        <p:spPr>
          <a:xfrm>
            <a:off x="71356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9EC9F0C3-B340-8C36-6944-981E796929AF}"/>
              </a:ext>
            </a:extLst>
          </p:cNvPr>
          <p:cNvSpPr>
            <a:spLocks/>
          </p:cNvSpPr>
          <p:nvPr/>
        </p:nvSpPr>
        <p:spPr>
          <a:xfrm>
            <a:off x="712400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D1E2E336-289E-80EF-719B-EF6018C2EEC5}"/>
              </a:ext>
            </a:extLst>
          </p:cNvPr>
          <p:cNvSpPr>
            <a:spLocks/>
          </p:cNvSpPr>
          <p:nvPr/>
        </p:nvSpPr>
        <p:spPr>
          <a:xfrm>
            <a:off x="7090869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3F525D52-74C4-A51E-DBF3-101EC9AFFE3A}"/>
              </a:ext>
            </a:extLst>
          </p:cNvPr>
          <p:cNvSpPr>
            <a:spLocks/>
          </p:cNvSpPr>
          <p:nvPr/>
        </p:nvSpPr>
        <p:spPr>
          <a:xfrm>
            <a:off x="7165869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1BC6A622-CF50-9437-76AD-4FD88D6CA5E3}"/>
              </a:ext>
            </a:extLst>
          </p:cNvPr>
          <p:cNvSpPr>
            <a:spLocks/>
          </p:cNvSpPr>
          <p:nvPr/>
        </p:nvSpPr>
        <p:spPr>
          <a:xfrm>
            <a:off x="71348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BFAF6606-3DCF-4D62-F51B-6AE37D01D169}"/>
              </a:ext>
            </a:extLst>
          </p:cNvPr>
          <p:cNvSpPr>
            <a:spLocks/>
          </p:cNvSpPr>
          <p:nvPr/>
        </p:nvSpPr>
        <p:spPr>
          <a:xfrm>
            <a:off x="70701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635EA03A-E8DF-C567-B34F-A9B87D31D8A5}"/>
              </a:ext>
            </a:extLst>
          </p:cNvPr>
          <p:cNvSpPr>
            <a:spLocks/>
          </p:cNvSpPr>
          <p:nvPr/>
        </p:nvSpPr>
        <p:spPr>
          <a:xfrm>
            <a:off x="7062796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E1729821-1F71-7103-C759-3BA9B10E3D43}"/>
              </a:ext>
            </a:extLst>
          </p:cNvPr>
          <p:cNvSpPr>
            <a:spLocks/>
          </p:cNvSpPr>
          <p:nvPr/>
        </p:nvSpPr>
        <p:spPr>
          <a:xfrm>
            <a:off x="71368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5F5F89EB-B6F7-C50C-B6A1-923AE9133026}"/>
              </a:ext>
            </a:extLst>
          </p:cNvPr>
          <p:cNvSpPr>
            <a:spLocks/>
          </p:cNvSpPr>
          <p:nvPr/>
        </p:nvSpPr>
        <p:spPr>
          <a:xfrm>
            <a:off x="7162727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11FE196D-C771-F0C9-267E-B775DD9455FE}"/>
              </a:ext>
            </a:extLst>
          </p:cNvPr>
          <p:cNvSpPr>
            <a:spLocks/>
          </p:cNvSpPr>
          <p:nvPr/>
        </p:nvSpPr>
        <p:spPr>
          <a:xfrm>
            <a:off x="71528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9A52DE51-2EA8-9D2B-8C63-86B7E583C90C}"/>
              </a:ext>
            </a:extLst>
          </p:cNvPr>
          <p:cNvSpPr>
            <a:spLocks/>
          </p:cNvSpPr>
          <p:nvPr/>
        </p:nvSpPr>
        <p:spPr>
          <a:xfrm>
            <a:off x="7143256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8EC30557-6ED4-5FBE-BBE7-D9CADE37D475}"/>
              </a:ext>
            </a:extLst>
          </p:cNvPr>
          <p:cNvSpPr>
            <a:spLocks/>
          </p:cNvSpPr>
          <p:nvPr/>
        </p:nvSpPr>
        <p:spPr>
          <a:xfrm>
            <a:off x="7130762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D698F3C7-1827-766C-71B9-CBD0189012DB}"/>
              </a:ext>
            </a:extLst>
          </p:cNvPr>
          <p:cNvSpPr>
            <a:spLocks/>
          </p:cNvSpPr>
          <p:nvPr/>
        </p:nvSpPr>
        <p:spPr>
          <a:xfrm>
            <a:off x="71228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A366AEA3-44DB-859A-250D-36A06BB57A56}"/>
              </a:ext>
            </a:extLst>
          </p:cNvPr>
          <p:cNvSpPr>
            <a:spLocks/>
          </p:cNvSpPr>
          <p:nvPr/>
        </p:nvSpPr>
        <p:spPr>
          <a:xfrm>
            <a:off x="7133535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D491F49-8C89-B675-4F69-9B07821E2F46}"/>
              </a:ext>
            </a:extLst>
          </p:cNvPr>
          <p:cNvSpPr>
            <a:spLocks/>
          </p:cNvSpPr>
          <p:nvPr/>
        </p:nvSpPr>
        <p:spPr>
          <a:xfrm>
            <a:off x="709711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FB1353-5445-F787-EE87-A6907AA47172}"/>
              </a:ext>
            </a:extLst>
          </p:cNvPr>
          <p:cNvSpPr>
            <a:spLocks/>
          </p:cNvSpPr>
          <p:nvPr/>
        </p:nvSpPr>
        <p:spPr>
          <a:xfrm>
            <a:off x="7092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033E59C9-6950-76F0-BAB7-5BA44F582C39}"/>
              </a:ext>
            </a:extLst>
          </p:cNvPr>
          <p:cNvSpPr>
            <a:spLocks/>
          </p:cNvSpPr>
          <p:nvPr/>
        </p:nvSpPr>
        <p:spPr>
          <a:xfrm>
            <a:off x="710470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5DA1DBDB-7A5D-6ED3-E5B2-72B60080A86E}"/>
              </a:ext>
            </a:extLst>
          </p:cNvPr>
          <p:cNvSpPr>
            <a:spLocks/>
          </p:cNvSpPr>
          <p:nvPr/>
        </p:nvSpPr>
        <p:spPr>
          <a:xfrm>
            <a:off x="707402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37CAAB34-C112-C8AA-DB6F-F6110087EFCC}"/>
              </a:ext>
            </a:extLst>
          </p:cNvPr>
          <p:cNvSpPr>
            <a:spLocks/>
          </p:cNvSpPr>
          <p:nvPr/>
        </p:nvSpPr>
        <p:spPr>
          <a:xfrm>
            <a:off x="70737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9984C9BE-114B-A980-F8F8-02EA8C43512F}"/>
              </a:ext>
            </a:extLst>
          </p:cNvPr>
          <p:cNvSpPr>
            <a:spLocks/>
          </p:cNvSpPr>
          <p:nvPr/>
        </p:nvSpPr>
        <p:spPr>
          <a:xfrm>
            <a:off x="7109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D4658E7C-3F7E-260C-E949-25335ADB2C9B}"/>
              </a:ext>
            </a:extLst>
          </p:cNvPr>
          <p:cNvSpPr>
            <a:spLocks/>
          </p:cNvSpPr>
          <p:nvPr/>
        </p:nvSpPr>
        <p:spPr>
          <a:xfrm>
            <a:off x="71250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E49C38ED-EE47-5169-E5B3-556B405B06D2}"/>
              </a:ext>
            </a:extLst>
          </p:cNvPr>
          <p:cNvSpPr>
            <a:spLocks/>
          </p:cNvSpPr>
          <p:nvPr/>
        </p:nvSpPr>
        <p:spPr>
          <a:xfrm>
            <a:off x="711748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3F60457F-9F67-6F9D-FB33-F1253FDBA533}"/>
              </a:ext>
            </a:extLst>
          </p:cNvPr>
          <p:cNvSpPr>
            <a:spLocks/>
          </p:cNvSpPr>
          <p:nvPr/>
        </p:nvSpPr>
        <p:spPr>
          <a:xfrm>
            <a:off x="714108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A5B93C18-F292-EFC2-67E2-4180B9E81E0C}"/>
              </a:ext>
            </a:extLst>
          </p:cNvPr>
          <p:cNvSpPr>
            <a:spLocks/>
          </p:cNvSpPr>
          <p:nvPr/>
        </p:nvSpPr>
        <p:spPr>
          <a:xfrm>
            <a:off x="70693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92150048-1F15-49B5-6126-17AB360F1544}"/>
              </a:ext>
            </a:extLst>
          </p:cNvPr>
          <p:cNvSpPr>
            <a:spLocks/>
          </p:cNvSpPr>
          <p:nvPr/>
        </p:nvSpPr>
        <p:spPr>
          <a:xfrm>
            <a:off x="707393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0BBFB315-3AF3-ADF4-3517-78DDF596D762}"/>
              </a:ext>
            </a:extLst>
          </p:cNvPr>
          <p:cNvSpPr>
            <a:spLocks/>
          </p:cNvSpPr>
          <p:nvPr/>
        </p:nvSpPr>
        <p:spPr>
          <a:xfrm>
            <a:off x="704997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FDC1EF-EC57-1788-C73D-37DBE8CB98EC}"/>
              </a:ext>
            </a:extLst>
          </p:cNvPr>
          <p:cNvSpPr>
            <a:spLocks/>
          </p:cNvSpPr>
          <p:nvPr/>
        </p:nvSpPr>
        <p:spPr>
          <a:xfrm>
            <a:off x="711948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55A8B376-13B7-1ED3-1C0D-24A1A33B1DEF}"/>
              </a:ext>
            </a:extLst>
          </p:cNvPr>
          <p:cNvSpPr>
            <a:spLocks/>
          </p:cNvSpPr>
          <p:nvPr/>
        </p:nvSpPr>
        <p:spPr>
          <a:xfrm>
            <a:off x="70636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3938ED65-C92C-1D40-4ED2-B793ED92AC46}"/>
              </a:ext>
            </a:extLst>
          </p:cNvPr>
          <p:cNvSpPr>
            <a:spLocks/>
          </p:cNvSpPr>
          <p:nvPr/>
        </p:nvSpPr>
        <p:spPr>
          <a:xfrm>
            <a:off x="715017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D10B9D82-DDFA-F113-D348-BCE36E697830}"/>
              </a:ext>
            </a:extLst>
          </p:cNvPr>
          <p:cNvSpPr>
            <a:spLocks/>
          </p:cNvSpPr>
          <p:nvPr/>
        </p:nvSpPr>
        <p:spPr>
          <a:xfrm>
            <a:off x="70879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6B23926D-33B5-6F99-61AD-AFEB70A941DD}"/>
              </a:ext>
            </a:extLst>
          </p:cNvPr>
          <p:cNvSpPr>
            <a:spLocks/>
          </p:cNvSpPr>
          <p:nvPr/>
        </p:nvSpPr>
        <p:spPr>
          <a:xfrm>
            <a:off x="71001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407F78D3-8482-9E6E-0B54-6AA4CB04ABB7}"/>
              </a:ext>
            </a:extLst>
          </p:cNvPr>
          <p:cNvSpPr>
            <a:spLocks/>
          </p:cNvSpPr>
          <p:nvPr/>
        </p:nvSpPr>
        <p:spPr>
          <a:xfrm>
            <a:off x="706338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4BA5EF88-5CFC-DAA0-2B33-5BAB10FA31C4}"/>
              </a:ext>
            </a:extLst>
          </p:cNvPr>
          <p:cNvSpPr>
            <a:spLocks/>
          </p:cNvSpPr>
          <p:nvPr/>
        </p:nvSpPr>
        <p:spPr>
          <a:xfrm>
            <a:off x="709416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5AA3DA55-29F3-C5C8-1C20-17F9CC13B4DB}"/>
              </a:ext>
            </a:extLst>
          </p:cNvPr>
          <p:cNvSpPr>
            <a:spLocks/>
          </p:cNvSpPr>
          <p:nvPr/>
        </p:nvSpPr>
        <p:spPr>
          <a:xfrm>
            <a:off x="714479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03BAB55E-3169-6B92-5E22-BEAD4B6BCD79}"/>
              </a:ext>
            </a:extLst>
          </p:cNvPr>
          <p:cNvSpPr>
            <a:spLocks/>
          </p:cNvSpPr>
          <p:nvPr/>
        </p:nvSpPr>
        <p:spPr>
          <a:xfrm>
            <a:off x="7133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2D741FC9-4402-E68A-202E-B9982A5412AE}"/>
              </a:ext>
            </a:extLst>
          </p:cNvPr>
          <p:cNvSpPr>
            <a:spLocks/>
          </p:cNvSpPr>
          <p:nvPr/>
        </p:nvSpPr>
        <p:spPr>
          <a:xfrm>
            <a:off x="7072130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C7BE8587-850D-E761-D888-9665910327A2}"/>
              </a:ext>
            </a:extLst>
          </p:cNvPr>
          <p:cNvSpPr>
            <a:spLocks/>
          </p:cNvSpPr>
          <p:nvPr/>
        </p:nvSpPr>
        <p:spPr>
          <a:xfrm>
            <a:off x="73147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0BA2B9C9-016C-4995-D9DD-E0EBE346EBFB}"/>
              </a:ext>
            </a:extLst>
          </p:cNvPr>
          <p:cNvSpPr>
            <a:spLocks/>
          </p:cNvSpPr>
          <p:nvPr/>
        </p:nvSpPr>
        <p:spPr>
          <a:xfrm>
            <a:off x="7380587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792A5149-206F-53A6-AC37-381EFE73AC53}"/>
              </a:ext>
            </a:extLst>
          </p:cNvPr>
          <p:cNvSpPr>
            <a:spLocks/>
          </p:cNvSpPr>
          <p:nvPr/>
        </p:nvSpPr>
        <p:spPr>
          <a:xfrm>
            <a:off x="7371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22DDAEBC-676D-1287-C1D2-A1F614E8915F}"/>
              </a:ext>
            </a:extLst>
          </p:cNvPr>
          <p:cNvSpPr>
            <a:spLocks/>
          </p:cNvSpPr>
          <p:nvPr/>
        </p:nvSpPr>
        <p:spPr>
          <a:xfrm>
            <a:off x="7372882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1F36A175-FDC9-8A50-EE36-6F9B91B02B76}"/>
              </a:ext>
            </a:extLst>
          </p:cNvPr>
          <p:cNvSpPr>
            <a:spLocks/>
          </p:cNvSpPr>
          <p:nvPr/>
        </p:nvSpPr>
        <p:spPr>
          <a:xfrm>
            <a:off x="7350290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6C7FBEE-2102-0A78-3F9C-7250BC98007B}"/>
              </a:ext>
            </a:extLst>
          </p:cNvPr>
          <p:cNvSpPr>
            <a:spLocks/>
          </p:cNvSpPr>
          <p:nvPr/>
        </p:nvSpPr>
        <p:spPr>
          <a:xfrm>
            <a:off x="73837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B6990DE8-F65E-4C25-1A0C-13BEE8EE3AC6}"/>
              </a:ext>
            </a:extLst>
          </p:cNvPr>
          <p:cNvSpPr>
            <a:spLocks/>
          </p:cNvSpPr>
          <p:nvPr/>
        </p:nvSpPr>
        <p:spPr>
          <a:xfrm>
            <a:off x="73130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EDAE6B1F-9938-475F-280D-2091E6C2F575}"/>
              </a:ext>
            </a:extLst>
          </p:cNvPr>
          <p:cNvSpPr>
            <a:spLocks/>
          </p:cNvSpPr>
          <p:nvPr/>
        </p:nvSpPr>
        <p:spPr>
          <a:xfrm>
            <a:off x="73494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084D9845-0B09-E1F8-162D-CDA1E4F95F05}"/>
              </a:ext>
            </a:extLst>
          </p:cNvPr>
          <p:cNvSpPr>
            <a:spLocks/>
          </p:cNvSpPr>
          <p:nvPr/>
        </p:nvSpPr>
        <p:spPr>
          <a:xfrm>
            <a:off x="74168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75E5AF78-D738-B7F0-F2E2-D5207FBD1DB0}"/>
              </a:ext>
            </a:extLst>
          </p:cNvPr>
          <p:cNvSpPr>
            <a:spLocks/>
          </p:cNvSpPr>
          <p:nvPr/>
        </p:nvSpPr>
        <p:spPr>
          <a:xfrm>
            <a:off x="73490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C9588DA6-86A2-CDF6-CE0B-44C26888EBA6}"/>
              </a:ext>
            </a:extLst>
          </p:cNvPr>
          <p:cNvSpPr>
            <a:spLocks/>
          </p:cNvSpPr>
          <p:nvPr/>
        </p:nvSpPr>
        <p:spPr>
          <a:xfrm>
            <a:off x="7357111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1D4EECE6-846B-C70F-E84E-28E0D268FAC1}"/>
              </a:ext>
            </a:extLst>
          </p:cNvPr>
          <p:cNvSpPr>
            <a:spLocks/>
          </p:cNvSpPr>
          <p:nvPr/>
        </p:nvSpPr>
        <p:spPr>
          <a:xfrm>
            <a:off x="73107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87E62B9E-E0AA-E430-9474-DEE9D1530176}"/>
              </a:ext>
            </a:extLst>
          </p:cNvPr>
          <p:cNvSpPr>
            <a:spLocks/>
          </p:cNvSpPr>
          <p:nvPr/>
        </p:nvSpPr>
        <p:spPr>
          <a:xfrm>
            <a:off x="732632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BE139FB1-34F5-0DA9-FFF0-13E1D2ED1683}"/>
              </a:ext>
            </a:extLst>
          </p:cNvPr>
          <p:cNvSpPr>
            <a:spLocks/>
          </p:cNvSpPr>
          <p:nvPr/>
        </p:nvSpPr>
        <p:spPr>
          <a:xfrm>
            <a:off x="73763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4FB74308-A799-354B-D735-6997D4BD185D}"/>
              </a:ext>
            </a:extLst>
          </p:cNvPr>
          <p:cNvSpPr>
            <a:spLocks/>
          </p:cNvSpPr>
          <p:nvPr/>
        </p:nvSpPr>
        <p:spPr>
          <a:xfrm>
            <a:off x="74073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A4C06815-2EF5-2E30-2C4C-ECAEA8F71BB9}"/>
              </a:ext>
            </a:extLst>
          </p:cNvPr>
          <p:cNvSpPr>
            <a:spLocks/>
          </p:cNvSpPr>
          <p:nvPr/>
        </p:nvSpPr>
        <p:spPr>
          <a:xfrm>
            <a:off x="73965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EF219DC9-D50A-823B-31E8-54A87A38AA0E}"/>
              </a:ext>
            </a:extLst>
          </p:cNvPr>
          <p:cNvSpPr>
            <a:spLocks/>
          </p:cNvSpPr>
          <p:nvPr/>
        </p:nvSpPr>
        <p:spPr>
          <a:xfrm>
            <a:off x="73697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EE2CCC48-129D-1224-C9CB-103913884963}"/>
              </a:ext>
            </a:extLst>
          </p:cNvPr>
          <p:cNvSpPr>
            <a:spLocks/>
          </p:cNvSpPr>
          <p:nvPr/>
        </p:nvSpPr>
        <p:spPr>
          <a:xfrm>
            <a:off x="73293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837B49AF-5C8D-F691-DAAF-C9B42808E211}"/>
              </a:ext>
            </a:extLst>
          </p:cNvPr>
          <p:cNvSpPr>
            <a:spLocks/>
          </p:cNvSpPr>
          <p:nvPr/>
        </p:nvSpPr>
        <p:spPr>
          <a:xfrm>
            <a:off x="7367816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F44503AE-42E6-31E2-845E-3CDF220E5A06}"/>
              </a:ext>
            </a:extLst>
          </p:cNvPr>
          <p:cNvSpPr>
            <a:spLocks/>
          </p:cNvSpPr>
          <p:nvPr/>
        </p:nvSpPr>
        <p:spPr>
          <a:xfrm>
            <a:off x="737664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3002053B-6372-2790-3820-2163ACFB8834}"/>
              </a:ext>
            </a:extLst>
          </p:cNvPr>
          <p:cNvSpPr>
            <a:spLocks/>
          </p:cNvSpPr>
          <p:nvPr/>
        </p:nvSpPr>
        <p:spPr>
          <a:xfrm>
            <a:off x="733109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C2E66DF-17E8-36B8-8C75-4F71CA6EE454}"/>
              </a:ext>
            </a:extLst>
          </p:cNvPr>
          <p:cNvSpPr>
            <a:spLocks/>
          </p:cNvSpPr>
          <p:nvPr/>
        </p:nvSpPr>
        <p:spPr>
          <a:xfrm>
            <a:off x="736337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CCB3CB88-AA6E-AC13-1C39-E91F03B254B3}"/>
              </a:ext>
            </a:extLst>
          </p:cNvPr>
          <p:cNvSpPr>
            <a:spLocks/>
          </p:cNvSpPr>
          <p:nvPr/>
        </p:nvSpPr>
        <p:spPr>
          <a:xfrm>
            <a:off x="7325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E9D94BAF-202F-6EE8-F431-7F7BC2DADC4B}"/>
              </a:ext>
            </a:extLst>
          </p:cNvPr>
          <p:cNvSpPr>
            <a:spLocks/>
          </p:cNvSpPr>
          <p:nvPr/>
        </p:nvSpPr>
        <p:spPr>
          <a:xfrm>
            <a:off x="73714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CF8101E0-C891-6184-BBE8-E27EB2CD1459}"/>
              </a:ext>
            </a:extLst>
          </p:cNvPr>
          <p:cNvSpPr>
            <a:spLocks/>
          </p:cNvSpPr>
          <p:nvPr/>
        </p:nvSpPr>
        <p:spPr>
          <a:xfrm>
            <a:off x="733212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788E4105-099D-0D88-C70A-DBF16D130331}"/>
              </a:ext>
            </a:extLst>
          </p:cNvPr>
          <p:cNvSpPr>
            <a:spLocks/>
          </p:cNvSpPr>
          <p:nvPr/>
        </p:nvSpPr>
        <p:spPr>
          <a:xfrm>
            <a:off x="731241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E8E3686C-C39B-8B1D-7ECD-37048B4C3D67}"/>
              </a:ext>
            </a:extLst>
          </p:cNvPr>
          <p:cNvSpPr>
            <a:spLocks/>
          </p:cNvSpPr>
          <p:nvPr/>
        </p:nvSpPr>
        <p:spPr>
          <a:xfrm>
            <a:off x="7361039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0CD70638-46C2-DFAB-50B2-4E7DD7311F9E}"/>
              </a:ext>
            </a:extLst>
          </p:cNvPr>
          <p:cNvSpPr>
            <a:spLocks/>
          </p:cNvSpPr>
          <p:nvPr/>
        </p:nvSpPr>
        <p:spPr>
          <a:xfrm>
            <a:off x="7370907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B9B6BFE4-B679-791C-6E33-D300E3D1DB7E}"/>
              </a:ext>
            </a:extLst>
          </p:cNvPr>
          <p:cNvSpPr>
            <a:spLocks/>
          </p:cNvSpPr>
          <p:nvPr/>
        </p:nvSpPr>
        <p:spPr>
          <a:xfrm>
            <a:off x="74208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CD64FB9A-3747-B06E-96C2-BB7E4C4DF473}"/>
              </a:ext>
            </a:extLst>
          </p:cNvPr>
          <p:cNvSpPr>
            <a:spLocks/>
          </p:cNvSpPr>
          <p:nvPr/>
        </p:nvSpPr>
        <p:spPr>
          <a:xfrm>
            <a:off x="74116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28814283-05DC-F9CF-9836-9547C0844D1F}"/>
              </a:ext>
            </a:extLst>
          </p:cNvPr>
          <p:cNvSpPr>
            <a:spLocks/>
          </p:cNvSpPr>
          <p:nvPr/>
        </p:nvSpPr>
        <p:spPr>
          <a:xfrm>
            <a:off x="73496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9D0954D-9E04-A7BE-59B5-925DA6867CF9}"/>
              </a:ext>
            </a:extLst>
          </p:cNvPr>
          <p:cNvSpPr>
            <a:spLocks/>
          </p:cNvSpPr>
          <p:nvPr/>
        </p:nvSpPr>
        <p:spPr>
          <a:xfrm>
            <a:off x="7358553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D53BA69D-F884-24F3-2482-D6CC75DFB1C7}"/>
              </a:ext>
            </a:extLst>
          </p:cNvPr>
          <p:cNvSpPr>
            <a:spLocks/>
          </p:cNvSpPr>
          <p:nvPr/>
        </p:nvSpPr>
        <p:spPr>
          <a:xfrm>
            <a:off x="73767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B81CF9C6-E691-9165-042D-078F3323AE4F}"/>
              </a:ext>
            </a:extLst>
          </p:cNvPr>
          <p:cNvSpPr>
            <a:spLocks/>
          </p:cNvSpPr>
          <p:nvPr/>
        </p:nvSpPr>
        <p:spPr>
          <a:xfrm>
            <a:off x="734054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00C6565B-A141-5AC0-C352-1C11352E9796}"/>
              </a:ext>
            </a:extLst>
          </p:cNvPr>
          <p:cNvSpPr>
            <a:spLocks/>
          </p:cNvSpPr>
          <p:nvPr/>
        </p:nvSpPr>
        <p:spPr>
          <a:xfrm>
            <a:off x="73194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BCB7BFB8-CD1D-8430-A4FD-C952EE97B039}"/>
              </a:ext>
            </a:extLst>
          </p:cNvPr>
          <p:cNvSpPr>
            <a:spLocks/>
          </p:cNvSpPr>
          <p:nvPr/>
        </p:nvSpPr>
        <p:spPr>
          <a:xfrm>
            <a:off x="73776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65B809E5-EA7B-0F8F-EC39-6DABF3F7C7F2}"/>
              </a:ext>
            </a:extLst>
          </p:cNvPr>
          <p:cNvSpPr>
            <a:spLocks/>
          </p:cNvSpPr>
          <p:nvPr/>
        </p:nvSpPr>
        <p:spPr>
          <a:xfrm>
            <a:off x="73899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E1D3C19C-FF73-E344-60DD-2A54DFF8BD24}"/>
              </a:ext>
            </a:extLst>
          </p:cNvPr>
          <p:cNvSpPr>
            <a:spLocks/>
          </p:cNvSpPr>
          <p:nvPr/>
        </p:nvSpPr>
        <p:spPr>
          <a:xfrm>
            <a:off x="73713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44BE6BC2-60E5-F921-6288-BAD121916D11}"/>
              </a:ext>
            </a:extLst>
          </p:cNvPr>
          <p:cNvSpPr>
            <a:spLocks/>
          </p:cNvSpPr>
          <p:nvPr/>
        </p:nvSpPr>
        <p:spPr>
          <a:xfrm>
            <a:off x="742384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AD0AD6E-E4AC-15BE-A634-722FB5F2DE18}"/>
              </a:ext>
            </a:extLst>
          </p:cNvPr>
          <p:cNvSpPr>
            <a:spLocks/>
          </p:cNvSpPr>
          <p:nvPr/>
        </p:nvSpPr>
        <p:spPr>
          <a:xfrm>
            <a:off x="73323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D6C35605-8D3A-9B5F-5FF3-DA15DD8E0FC9}"/>
              </a:ext>
            </a:extLst>
          </p:cNvPr>
          <p:cNvSpPr>
            <a:spLocks/>
          </p:cNvSpPr>
          <p:nvPr/>
        </p:nvSpPr>
        <p:spPr>
          <a:xfrm>
            <a:off x="74101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24DE6CEC-6F1C-2452-7AAB-FB3BDE95BE47}"/>
              </a:ext>
            </a:extLst>
          </p:cNvPr>
          <p:cNvSpPr>
            <a:spLocks/>
          </p:cNvSpPr>
          <p:nvPr/>
        </p:nvSpPr>
        <p:spPr>
          <a:xfrm>
            <a:off x="73593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7155F1F-34BD-A5C6-3397-DBB0AC247B79}"/>
              </a:ext>
            </a:extLst>
          </p:cNvPr>
          <p:cNvSpPr>
            <a:spLocks/>
          </p:cNvSpPr>
          <p:nvPr/>
        </p:nvSpPr>
        <p:spPr>
          <a:xfrm>
            <a:off x="73231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539EDE2C-7652-DE6D-2CCC-6DAC11D4BBCC}"/>
              </a:ext>
            </a:extLst>
          </p:cNvPr>
          <p:cNvSpPr>
            <a:spLocks/>
          </p:cNvSpPr>
          <p:nvPr/>
        </p:nvSpPr>
        <p:spPr>
          <a:xfrm>
            <a:off x="7366509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D4F0AC08-CFF6-938D-7089-78F8B14FA0CB}"/>
              </a:ext>
            </a:extLst>
          </p:cNvPr>
          <p:cNvSpPr>
            <a:spLocks/>
          </p:cNvSpPr>
          <p:nvPr/>
        </p:nvSpPr>
        <p:spPr>
          <a:xfrm>
            <a:off x="73709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AA4EC749-224A-B1F0-03A0-BF00F9C614BC}"/>
              </a:ext>
            </a:extLst>
          </p:cNvPr>
          <p:cNvSpPr>
            <a:spLocks/>
          </p:cNvSpPr>
          <p:nvPr/>
        </p:nvSpPr>
        <p:spPr>
          <a:xfrm>
            <a:off x="7323588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E47023B7-D9AA-202C-2B83-8A1479AC030D}"/>
              </a:ext>
            </a:extLst>
          </p:cNvPr>
          <p:cNvSpPr>
            <a:spLocks/>
          </p:cNvSpPr>
          <p:nvPr/>
        </p:nvSpPr>
        <p:spPr>
          <a:xfrm>
            <a:off x="734259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C60287A4-4D43-D3B0-BD17-CC0740FD8B76}"/>
              </a:ext>
            </a:extLst>
          </p:cNvPr>
          <p:cNvSpPr>
            <a:spLocks/>
          </p:cNvSpPr>
          <p:nvPr/>
        </p:nvSpPr>
        <p:spPr>
          <a:xfrm>
            <a:off x="731541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24BFB5FE-F596-4269-013F-67A3536FD253}"/>
              </a:ext>
            </a:extLst>
          </p:cNvPr>
          <p:cNvSpPr>
            <a:spLocks/>
          </p:cNvSpPr>
          <p:nvPr/>
        </p:nvSpPr>
        <p:spPr>
          <a:xfrm>
            <a:off x="736811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6E6582D-674D-6F03-22DC-0909FB103648}"/>
              </a:ext>
            </a:extLst>
          </p:cNvPr>
          <p:cNvSpPr>
            <a:spLocks/>
          </p:cNvSpPr>
          <p:nvPr/>
        </p:nvSpPr>
        <p:spPr>
          <a:xfrm>
            <a:off x="736007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BAFEBAB4-2E77-D983-911A-CEC644E5B6EB}"/>
              </a:ext>
            </a:extLst>
          </p:cNvPr>
          <p:cNvSpPr>
            <a:spLocks/>
          </p:cNvSpPr>
          <p:nvPr/>
        </p:nvSpPr>
        <p:spPr>
          <a:xfrm>
            <a:off x="7315596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BB519A58-24BF-803F-E2E5-E0F0530B8D44}"/>
              </a:ext>
            </a:extLst>
          </p:cNvPr>
          <p:cNvSpPr>
            <a:spLocks/>
          </p:cNvSpPr>
          <p:nvPr/>
        </p:nvSpPr>
        <p:spPr>
          <a:xfrm>
            <a:off x="738582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11A5E0BE-E3B8-BDB4-0B97-C778EB2ED21D}"/>
              </a:ext>
            </a:extLst>
          </p:cNvPr>
          <p:cNvSpPr>
            <a:spLocks/>
          </p:cNvSpPr>
          <p:nvPr/>
        </p:nvSpPr>
        <p:spPr>
          <a:xfrm>
            <a:off x="7375271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C2ECF4E-DB25-2715-50FE-C4538F912F0E}"/>
              </a:ext>
            </a:extLst>
          </p:cNvPr>
          <p:cNvSpPr>
            <a:spLocks/>
          </p:cNvSpPr>
          <p:nvPr/>
        </p:nvSpPr>
        <p:spPr>
          <a:xfrm>
            <a:off x="7341857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2E2EFC9D-37CE-7FBF-6720-0F2ADEA1389D}"/>
              </a:ext>
            </a:extLst>
          </p:cNvPr>
          <p:cNvSpPr>
            <a:spLocks/>
          </p:cNvSpPr>
          <p:nvPr/>
        </p:nvSpPr>
        <p:spPr>
          <a:xfrm>
            <a:off x="73929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C86C769C-612A-AC57-C2C7-15EDF5842247}"/>
              </a:ext>
            </a:extLst>
          </p:cNvPr>
          <p:cNvSpPr>
            <a:spLocks/>
          </p:cNvSpPr>
          <p:nvPr/>
        </p:nvSpPr>
        <p:spPr>
          <a:xfrm>
            <a:off x="73802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8B1C1202-426C-9056-82E3-B4969E487BA0}"/>
              </a:ext>
            </a:extLst>
          </p:cNvPr>
          <p:cNvSpPr>
            <a:spLocks/>
          </p:cNvSpPr>
          <p:nvPr/>
        </p:nvSpPr>
        <p:spPr>
          <a:xfrm>
            <a:off x="7404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785C996-BE6D-2BCF-4F1F-BA4702670DA2}"/>
              </a:ext>
            </a:extLst>
          </p:cNvPr>
          <p:cNvSpPr>
            <a:spLocks/>
          </p:cNvSpPr>
          <p:nvPr/>
        </p:nvSpPr>
        <p:spPr>
          <a:xfrm>
            <a:off x="73596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D9DA0E0B-4C85-0CD5-FA99-4CB9A5900EF2}"/>
              </a:ext>
            </a:extLst>
          </p:cNvPr>
          <p:cNvSpPr>
            <a:spLocks/>
          </p:cNvSpPr>
          <p:nvPr/>
        </p:nvSpPr>
        <p:spPr>
          <a:xfrm>
            <a:off x="7345156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C9420DB5-3653-1E1A-0918-6EC66FB9491E}"/>
              </a:ext>
            </a:extLst>
          </p:cNvPr>
          <p:cNvSpPr>
            <a:spLocks/>
          </p:cNvSpPr>
          <p:nvPr/>
        </p:nvSpPr>
        <p:spPr>
          <a:xfrm>
            <a:off x="73481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64DE565D-6511-CA2E-3173-8CAC3ECB3871}"/>
              </a:ext>
            </a:extLst>
          </p:cNvPr>
          <p:cNvSpPr>
            <a:spLocks/>
          </p:cNvSpPr>
          <p:nvPr/>
        </p:nvSpPr>
        <p:spPr>
          <a:xfrm>
            <a:off x="735459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E1BF99-ED99-D169-656A-2217FAD5B7A9}"/>
              </a:ext>
            </a:extLst>
          </p:cNvPr>
          <p:cNvSpPr>
            <a:spLocks/>
          </p:cNvSpPr>
          <p:nvPr/>
        </p:nvSpPr>
        <p:spPr>
          <a:xfrm>
            <a:off x="73775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E71A819C-FF34-1035-2179-3E2019004112}"/>
              </a:ext>
            </a:extLst>
          </p:cNvPr>
          <p:cNvSpPr>
            <a:spLocks/>
          </p:cNvSpPr>
          <p:nvPr/>
        </p:nvSpPr>
        <p:spPr>
          <a:xfrm>
            <a:off x="73888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EBA9097-DA71-408F-ACF0-85FF6B8CB9D2}"/>
              </a:ext>
            </a:extLst>
          </p:cNvPr>
          <p:cNvSpPr>
            <a:spLocks/>
          </p:cNvSpPr>
          <p:nvPr/>
        </p:nvSpPr>
        <p:spPr>
          <a:xfrm>
            <a:off x="73527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34C43B0D-DE08-DD35-A14C-60B1534982FB}"/>
              </a:ext>
            </a:extLst>
          </p:cNvPr>
          <p:cNvSpPr>
            <a:spLocks/>
          </p:cNvSpPr>
          <p:nvPr/>
        </p:nvSpPr>
        <p:spPr>
          <a:xfrm>
            <a:off x="74073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F8F1FF87-BB4A-6903-8869-CF416D03C9CD}"/>
              </a:ext>
            </a:extLst>
          </p:cNvPr>
          <p:cNvSpPr>
            <a:spLocks/>
          </p:cNvSpPr>
          <p:nvPr/>
        </p:nvSpPr>
        <p:spPr>
          <a:xfrm>
            <a:off x="738483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DA6835AD-B7D9-02C6-86B3-4E45A7C217D1}"/>
              </a:ext>
            </a:extLst>
          </p:cNvPr>
          <p:cNvSpPr>
            <a:spLocks/>
          </p:cNvSpPr>
          <p:nvPr/>
        </p:nvSpPr>
        <p:spPr>
          <a:xfrm>
            <a:off x="7414976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3E0FF38F-682D-1C1B-3AB4-A48AA8305D37}"/>
              </a:ext>
            </a:extLst>
          </p:cNvPr>
          <p:cNvSpPr>
            <a:spLocks/>
          </p:cNvSpPr>
          <p:nvPr/>
        </p:nvSpPr>
        <p:spPr>
          <a:xfrm>
            <a:off x="740852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0DFC737A-AAFB-5320-579E-DDCFB3A8377C}"/>
              </a:ext>
            </a:extLst>
          </p:cNvPr>
          <p:cNvSpPr>
            <a:spLocks/>
          </p:cNvSpPr>
          <p:nvPr/>
        </p:nvSpPr>
        <p:spPr>
          <a:xfrm>
            <a:off x="74033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5E4040F4-7E8E-06AB-833E-86DA68DB8222}"/>
              </a:ext>
            </a:extLst>
          </p:cNvPr>
          <p:cNvSpPr>
            <a:spLocks/>
          </p:cNvSpPr>
          <p:nvPr/>
        </p:nvSpPr>
        <p:spPr>
          <a:xfrm>
            <a:off x="7307904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5ED7546C-70EE-3611-C9A5-A1BB57C0091B}"/>
              </a:ext>
            </a:extLst>
          </p:cNvPr>
          <p:cNvSpPr>
            <a:spLocks/>
          </p:cNvSpPr>
          <p:nvPr/>
        </p:nvSpPr>
        <p:spPr>
          <a:xfrm>
            <a:off x="7422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2FA82451-085D-5EF8-12CF-84C6D98B162A}"/>
              </a:ext>
            </a:extLst>
          </p:cNvPr>
          <p:cNvSpPr>
            <a:spLocks/>
          </p:cNvSpPr>
          <p:nvPr/>
        </p:nvSpPr>
        <p:spPr>
          <a:xfrm>
            <a:off x="7366866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77DC0314-CBB3-4C4B-6873-98819D6F1A98}"/>
              </a:ext>
            </a:extLst>
          </p:cNvPr>
          <p:cNvSpPr>
            <a:spLocks/>
          </p:cNvSpPr>
          <p:nvPr/>
        </p:nvSpPr>
        <p:spPr>
          <a:xfrm>
            <a:off x="740098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EA7EB885-6D46-5F79-E4E4-415FF06B55A8}"/>
              </a:ext>
            </a:extLst>
          </p:cNvPr>
          <p:cNvSpPr>
            <a:spLocks/>
          </p:cNvSpPr>
          <p:nvPr/>
        </p:nvSpPr>
        <p:spPr>
          <a:xfrm>
            <a:off x="73539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6204BC30-6110-479A-63B6-CB813361100E}"/>
              </a:ext>
            </a:extLst>
          </p:cNvPr>
          <p:cNvSpPr>
            <a:spLocks/>
          </p:cNvSpPr>
          <p:nvPr/>
        </p:nvSpPr>
        <p:spPr>
          <a:xfrm>
            <a:off x="7309935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1C526922-C739-8A7E-935A-90A2522E7360}"/>
              </a:ext>
            </a:extLst>
          </p:cNvPr>
          <p:cNvSpPr>
            <a:spLocks/>
          </p:cNvSpPr>
          <p:nvPr/>
        </p:nvSpPr>
        <p:spPr>
          <a:xfrm>
            <a:off x="7357985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8C4E9C58-8E4D-1D1E-1050-F3D53D54866D}"/>
              </a:ext>
            </a:extLst>
          </p:cNvPr>
          <p:cNvSpPr>
            <a:spLocks/>
          </p:cNvSpPr>
          <p:nvPr/>
        </p:nvSpPr>
        <p:spPr>
          <a:xfrm>
            <a:off x="7319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6301DA4A-54D0-26A9-F09C-B94F3A46E332}"/>
              </a:ext>
            </a:extLst>
          </p:cNvPr>
          <p:cNvSpPr>
            <a:spLocks/>
          </p:cNvSpPr>
          <p:nvPr/>
        </p:nvSpPr>
        <p:spPr>
          <a:xfrm>
            <a:off x="73399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7415268F-D258-B047-3850-0CD0E298A897}"/>
              </a:ext>
            </a:extLst>
          </p:cNvPr>
          <p:cNvSpPr>
            <a:spLocks/>
          </p:cNvSpPr>
          <p:nvPr/>
        </p:nvSpPr>
        <p:spPr>
          <a:xfrm>
            <a:off x="73816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ED21F18B-9EC9-34A6-3B92-B56C6E6CCBDA}"/>
              </a:ext>
            </a:extLst>
          </p:cNvPr>
          <p:cNvSpPr>
            <a:spLocks/>
          </p:cNvSpPr>
          <p:nvPr/>
        </p:nvSpPr>
        <p:spPr>
          <a:xfrm>
            <a:off x="734425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690F29F-C610-90C3-7D2E-F71D34CECE1C}"/>
              </a:ext>
            </a:extLst>
          </p:cNvPr>
          <p:cNvSpPr>
            <a:spLocks/>
          </p:cNvSpPr>
          <p:nvPr/>
        </p:nvSpPr>
        <p:spPr>
          <a:xfrm>
            <a:off x="740457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BA488A-6B71-2EFA-7DF4-1E27750135A5}"/>
              </a:ext>
            </a:extLst>
          </p:cNvPr>
          <p:cNvSpPr>
            <a:spLocks/>
          </p:cNvSpPr>
          <p:nvPr/>
        </p:nvSpPr>
        <p:spPr>
          <a:xfrm>
            <a:off x="741936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266A447F-CB69-3036-3C45-15ED35C49267}"/>
              </a:ext>
            </a:extLst>
          </p:cNvPr>
          <p:cNvSpPr>
            <a:spLocks/>
          </p:cNvSpPr>
          <p:nvPr/>
        </p:nvSpPr>
        <p:spPr>
          <a:xfrm>
            <a:off x="73669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E95A74BD-4F8C-207D-2F49-B9AECEA0D744}"/>
              </a:ext>
            </a:extLst>
          </p:cNvPr>
          <p:cNvSpPr>
            <a:spLocks/>
          </p:cNvSpPr>
          <p:nvPr/>
        </p:nvSpPr>
        <p:spPr>
          <a:xfrm>
            <a:off x="73499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026FF340-DA67-3E98-D12E-AD08E9C19D47}"/>
              </a:ext>
            </a:extLst>
          </p:cNvPr>
          <p:cNvSpPr>
            <a:spLocks/>
          </p:cNvSpPr>
          <p:nvPr/>
        </p:nvSpPr>
        <p:spPr>
          <a:xfrm>
            <a:off x="7352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B1D2BBD3-A637-F461-1A01-7E6B8E038DBF}"/>
              </a:ext>
            </a:extLst>
          </p:cNvPr>
          <p:cNvSpPr>
            <a:spLocks/>
          </p:cNvSpPr>
          <p:nvPr/>
        </p:nvSpPr>
        <p:spPr>
          <a:xfrm>
            <a:off x="73466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3AA0F9C8-E488-4EA4-DABA-918548AA3D36}"/>
              </a:ext>
            </a:extLst>
          </p:cNvPr>
          <p:cNvSpPr>
            <a:spLocks/>
          </p:cNvSpPr>
          <p:nvPr/>
        </p:nvSpPr>
        <p:spPr>
          <a:xfrm>
            <a:off x="74159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CC632D5A-3781-E7AC-49CE-E4A11AD67008}"/>
              </a:ext>
            </a:extLst>
          </p:cNvPr>
          <p:cNvSpPr>
            <a:spLocks/>
          </p:cNvSpPr>
          <p:nvPr/>
        </p:nvSpPr>
        <p:spPr>
          <a:xfrm>
            <a:off x="73260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C834BB45-57FC-29BB-0DB5-823B8A79EE96}"/>
              </a:ext>
            </a:extLst>
          </p:cNvPr>
          <p:cNvSpPr>
            <a:spLocks/>
          </p:cNvSpPr>
          <p:nvPr/>
        </p:nvSpPr>
        <p:spPr>
          <a:xfrm>
            <a:off x="7345850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E0842384-A778-CD75-289B-9310EA7F1BA6}"/>
              </a:ext>
            </a:extLst>
          </p:cNvPr>
          <p:cNvSpPr>
            <a:spLocks/>
          </p:cNvSpPr>
          <p:nvPr/>
        </p:nvSpPr>
        <p:spPr>
          <a:xfrm>
            <a:off x="7352599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ABC7DC8D-2B46-DE40-27FC-369BC9192337}"/>
              </a:ext>
            </a:extLst>
          </p:cNvPr>
          <p:cNvSpPr>
            <a:spLocks/>
          </p:cNvSpPr>
          <p:nvPr/>
        </p:nvSpPr>
        <p:spPr>
          <a:xfrm>
            <a:off x="738979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4B9E2770-B9A1-C1E1-A6BB-08F28E794288}"/>
              </a:ext>
            </a:extLst>
          </p:cNvPr>
          <p:cNvSpPr>
            <a:spLocks/>
          </p:cNvSpPr>
          <p:nvPr/>
        </p:nvSpPr>
        <p:spPr>
          <a:xfrm>
            <a:off x="73558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567F4A2-863C-E62F-D1DD-35E88F563EEE}"/>
              </a:ext>
            </a:extLst>
          </p:cNvPr>
          <p:cNvSpPr>
            <a:spLocks/>
          </p:cNvSpPr>
          <p:nvPr/>
        </p:nvSpPr>
        <p:spPr>
          <a:xfrm>
            <a:off x="73934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22515DF5-4A86-76BD-47F3-F22B4C3ECF63}"/>
              </a:ext>
            </a:extLst>
          </p:cNvPr>
          <p:cNvSpPr>
            <a:spLocks/>
          </p:cNvSpPr>
          <p:nvPr/>
        </p:nvSpPr>
        <p:spPr>
          <a:xfrm>
            <a:off x="737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EF47C682-542A-D92D-D007-72AE7A61B7A1}"/>
              </a:ext>
            </a:extLst>
          </p:cNvPr>
          <p:cNvSpPr>
            <a:spLocks/>
          </p:cNvSpPr>
          <p:nvPr/>
        </p:nvSpPr>
        <p:spPr>
          <a:xfrm>
            <a:off x="73707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5F065D8D-5DA8-CE7D-56D3-ADF2B7EF6B35}"/>
              </a:ext>
            </a:extLst>
          </p:cNvPr>
          <p:cNvSpPr>
            <a:spLocks/>
          </p:cNvSpPr>
          <p:nvPr/>
        </p:nvSpPr>
        <p:spPr>
          <a:xfrm>
            <a:off x="734378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F194F0C7-8F50-DB7C-2F3C-DF6A5944038E}"/>
              </a:ext>
            </a:extLst>
          </p:cNvPr>
          <p:cNvSpPr>
            <a:spLocks/>
          </p:cNvSpPr>
          <p:nvPr/>
        </p:nvSpPr>
        <p:spPr>
          <a:xfrm>
            <a:off x="732830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9454373A-40F1-D347-48C8-AB5C345982A4}"/>
              </a:ext>
            </a:extLst>
          </p:cNvPr>
          <p:cNvSpPr>
            <a:spLocks/>
          </p:cNvSpPr>
          <p:nvPr/>
        </p:nvSpPr>
        <p:spPr>
          <a:xfrm>
            <a:off x="737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0FF97B39-E81E-799B-FCD5-C2ADC1D28ACF}"/>
              </a:ext>
            </a:extLst>
          </p:cNvPr>
          <p:cNvSpPr>
            <a:spLocks/>
          </p:cNvSpPr>
          <p:nvPr/>
        </p:nvSpPr>
        <p:spPr>
          <a:xfrm>
            <a:off x="732455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45E3DE11-1698-FC42-825B-25FDCA6E1D90}"/>
              </a:ext>
            </a:extLst>
          </p:cNvPr>
          <p:cNvSpPr>
            <a:spLocks/>
          </p:cNvSpPr>
          <p:nvPr/>
        </p:nvSpPr>
        <p:spPr>
          <a:xfrm>
            <a:off x="7331112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3874D2EF-3C0B-1FB8-048B-2F70CB5E28A9}"/>
              </a:ext>
            </a:extLst>
          </p:cNvPr>
          <p:cNvSpPr>
            <a:spLocks/>
          </p:cNvSpPr>
          <p:nvPr/>
        </p:nvSpPr>
        <p:spPr>
          <a:xfrm>
            <a:off x="7334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12964787-7C17-AD1E-F136-4E03AA07519B}"/>
              </a:ext>
            </a:extLst>
          </p:cNvPr>
          <p:cNvSpPr>
            <a:spLocks/>
          </p:cNvSpPr>
          <p:nvPr/>
        </p:nvSpPr>
        <p:spPr>
          <a:xfrm>
            <a:off x="737699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B80A916-E655-F412-9600-FBA611B52CF2}"/>
              </a:ext>
            </a:extLst>
          </p:cNvPr>
          <p:cNvSpPr>
            <a:spLocks/>
          </p:cNvSpPr>
          <p:nvPr/>
        </p:nvSpPr>
        <p:spPr>
          <a:xfrm>
            <a:off x="741204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21B01F70-82C1-7534-A992-D5DCAB74961C}"/>
              </a:ext>
            </a:extLst>
          </p:cNvPr>
          <p:cNvSpPr>
            <a:spLocks/>
          </p:cNvSpPr>
          <p:nvPr/>
        </p:nvSpPr>
        <p:spPr>
          <a:xfrm>
            <a:off x="738728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CC5248D0-611F-4AF7-729D-4E9EEDF56249}"/>
              </a:ext>
            </a:extLst>
          </p:cNvPr>
          <p:cNvSpPr>
            <a:spLocks/>
          </p:cNvSpPr>
          <p:nvPr/>
        </p:nvSpPr>
        <p:spPr>
          <a:xfrm>
            <a:off x="7401880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5A2A9066-B529-0072-8496-2DFA718EAE91}"/>
              </a:ext>
            </a:extLst>
          </p:cNvPr>
          <p:cNvSpPr>
            <a:spLocks/>
          </p:cNvSpPr>
          <p:nvPr/>
        </p:nvSpPr>
        <p:spPr>
          <a:xfrm>
            <a:off x="735778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AA2672EA-E5B3-0E49-FFD1-2A72FA481CF0}"/>
              </a:ext>
            </a:extLst>
          </p:cNvPr>
          <p:cNvSpPr>
            <a:spLocks/>
          </p:cNvSpPr>
          <p:nvPr/>
        </p:nvSpPr>
        <p:spPr>
          <a:xfrm>
            <a:off x="7401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F4E1BB25-DEB7-3126-8EFF-A1662244A604}"/>
              </a:ext>
            </a:extLst>
          </p:cNvPr>
          <p:cNvSpPr>
            <a:spLocks/>
          </p:cNvSpPr>
          <p:nvPr/>
        </p:nvSpPr>
        <p:spPr>
          <a:xfrm>
            <a:off x="7394210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B00E9FC7-5E0A-2953-277C-336CB7065A24}"/>
              </a:ext>
            </a:extLst>
          </p:cNvPr>
          <p:cNvSpPr>
            <a:spLocks/>
          </p:cNvSpPr>
          <p:nvPr/>
        </p:nvSpPr>
        <p:spPr>
          <a:xfrm>
            <a:off x="73439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DFEA72F3-03D6-8DD8-15DC-B78E9CB95D2E}"/>
              </a:ext>
            </a:extLst>
          </p:cNvPr>
          <p:cNvSpPr>
            <a:spLocks/>
          </p:cNvSpPr>
          <p:nvPr/>
        </p:nvSpPr>
        <p:spPr>
          <a:xfrm>
            <a:off x="742093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4E423424-8753-9978-8D55-C445CB181406}"/>
              </a:ext>
            </a:extLst>
          </p:cNvPr>
          <p:cNvSpPr>
            <a:spLocks/>
          </p:cNvSpPr>
          <p:nvPr/>
        </p:nvSpPr>
        <p:spPr>
          <a:xfrm>
            <a:off x="730627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E9A28637-84DE-1AA2-534E-C66EF8770E73}"/>
              </a:ext>
            </a:extLst>
          </p:cNvPr>
          <p:cNvSpPr>
            <a:spLocks/>
          </p:cNvSpPr>
          <p:nvPr/>
        </p:nvSpPr>
        <p:spPr>
          <a:xfrm>
            <a:off x="73647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02E535EC-737B-6600-D3C7-8133C2D5A6FB}"/>
              </a:ext>
            </a:extLst>
          </p:cNvPr>
          <p:cNvSpPr>
            <a:spLocks/>
          </p:cNvSpPr>
          <p:nvPr/>
        </p:nvSpPr>
        <p:spPr>
          <a:xfrm>
            <a:off x="7322348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02FA086-6D18-EC11-E657-A63E989F770B}"/>
              </a:ext>
            </a:extLst>
          </p:cNvPr>
          <p:cNvSpPr>
            <a:spLocks/>
          </p:cNvSpPr>
          <p:nvPr/>
        </p:nvSpPr>
        <p:spPr>
          <a:xfrm>
            <a:off x="741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3AF6D0FC-A40F-27FA-C156-4ECC7E367878}"/>
              </a:ext>
            </a:extLst>
          </p:cNvPr>
          <p:cNvSpPr>
            <a:spLocks/>
          </p:cNvSpPr>
          <p:nvPr/>
        </p:nvSpPr>
        <p:spPr>
          <a:xfrm>
            <a:off x="73384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89FDA344-8EBD-0072-5EAC-7C0726A36C98}"/>
              </a:ext>
            </a:extLst>
          </p:cNvPr>
          <p:cNvSpPr>
            <a:spLocks/>
          </p:cNvSpPr>
          <p:nvPr/>
        </p:nvSpPr>
        <p:spPr>
          <a:xfrm>
            <a:off x="733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9E835751-DB8B-15CB-D5B5-CDAF54DAE80A}"/>
              </a:ext>
            </a:extLst>
          </p:cNvPr>
          <p:cNvSpPr>
            <a:spLocks/>
          </p:cNvSpPr>
          <p:nvPr/>
        </p:nvSpPr>
        <p:spPr>
          <a:xfrm>
            <a:off x="73854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635835B-99B0-0C80-FFF0-221C3A8403B9}"/>
              </a:ext>
            </a:extLst>
          </p:cNvPr>
          <p:cNvSpPr>
            <a:spLocks/>
          </p:cNvSpPr>
          <p:nvPr/>
        </p:nvSpPr>
        <p:spPr>
          <a:xfrm>
            <a:off x="73581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330FFF3-9527-544C-60DE-28C9F1184CC4}"/>
              </a:ext>
            </a:extLst>
          </p:cNvPr>
          <p:cNvSpPr>
            <a:spLocks/>
          </p:cNvSpPr>
          <p:nvPr/>
        </p:nvSpPr>
        <p:spPr>
          <a:xfrm>
            <a:off x="732111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5F8F6E5C-596C-72C5-D8FE-B875D85CCC9B}"/>
              </a:ext>
            </a:extLst>
          </p:cNvPr>
          <p:cNvSpPr>
            <a:spLocks/>
          </p:cNvSpPr>
          <p:nvPr/>
        </p:nvSpPr>
        <p:spPr>
          <a:xfrm>
            <a:off x="732218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8874A787-FD77-9E9C-AD3F-A9AA9D20FD7A}"/>
              </a:ext>
            </a:extLst>
          </p:cNvPr>
          <p:cNvSpPr>
            <a:spLocks/>
          </p:cNvSpPr>
          <p:nvPr/>
        </p:nvSpPr>
        <p:spPr>
          <a:xfrm>
            <a:off x="73460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ABEB19B0-0E07-5F44-C56D-661689339DD6}"/>
              </a:ext>
            </a:extLst>
          </p:cNvPr>
          <p:cNvSpPr>
            <a:spLocks/>
          </p:cNvSpPr>
          <p:nvPr/>
        </p:nvSpPr>
        <p:spPr>
          <a:xfrm>
            <a:off x="7369668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C631101C-8F3E-34FE-9343-652979C0B92A}"/>
              </a:ext>
            </a:extLst>
          </p:cNvPr>
          <p:cNvSpPr>
            <a:spLocks/>
          </p:cNvSpPr>
          <p:nvPr/>
        </p:nvSpPr>
        <p:spPr>
          <a:xfrm>
            <a:off x="73311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925EB0C-8726-F6A9-41FF-9A9C2827E08D}"/>
              </a:ext>
            </a:extLst>
          </p:cNvPr>
          <p:cNvSpPr>
            <a:spLocks/>
          </p:cNvSpPr>
          <p:nvPr/>
        </p:nvSpPr>
        <p:spPr>
          <a:xfrm>
            <a:off x="734338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F7495B4E-BEB8-BD3F-C8ED-6F5D27A4E71D}"/>
              </a:ext>
            </a:extLst>
          </p:cNvPr>
          <p:cNvSpPr>
            <a:spLocks/>
          </p:cNvSpPr>
          <p:nvPr/>
        </p:nvSpPr>
        <p:spPr>
          <a:xfrm>
            <a:off x="73197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5CD5913F-822C-E62F-8758-575799E72D4C}"/>
              </a:ext>
            </a:extLst>
          </p:cNvPr>
          <p:cNvSpPr>
            <a:spLocks/>
          </p:cNvSpPr>
          <p:nvPr/>
        </p:nvSpPr>
        <p:spPr>
          <a:xfrm>
            <a:off x="73743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2531F485-1597-F69F-B73F-89B4C376808E}"/>
              </a:ext>
            </a:extLst>
          </p:cNvPr>
          <p:cNvSpPr>
            <a:spLocks/>
          </p:cNvSpPr>
          <p:nvPr/>
        </p:nvSpPr>
        <p:spPr>
          <a:xfrm>
            <a:off x="73182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DC382EC6-6F15-8243-DEEB-A3B55AC0F9E3}"/>
              </a:ext>
            </a:extLst>
          </p:cNvPr>
          <p:cNvSpPr>
            <a:spLocks/>
          </p:cNvSpPr>
          <p:nvPr/>
        </p:nvSpPr>
        <p:spPr>
          <a:xfrm>
            <a:off x="74040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F6667B93-46A2-9AC2-6345-654A67653740}"/>
              </a:ext>
            </a:extLst>
          </p:cNvPr>
          <p:cNvSpPr>
            <a:spLocks/>
          </p:cNvSpPr>
          <p:nvPr/>
        </p:nvSpPr>
        <p:spPr>
          <a:xfrm>
            <a:off x="73622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F47BC60B-6C8F-CF9E-84EA-3A025437A954}"/>
              </a:ext>
            </a:extLst>
          </p:cNvPr>
          <p:cNvSpPr>
            <a:spLocks/>
          </p:cNvSpPr>
          <p:nvPr/>
        </p:nvSpPr>
        <p:spPr>
          <a:xfrm>
            <a:off x="73912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5B8E47B8-89BE-7D79-E8CA-35A4BBB0D4A9}"/>
              </a:ext>
            </a:extLst>
          </p:cNvPr>
          <p:cNvSpPr>
            <a:spLocks/>
          </p:cNvSpPr>
          <p:nvPr/>
        </p:nvSpPr>
        <p:spPr>
          <a:xfrm>
            <a:off x="73769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27B726E6-A9A0-9E6E-DB6D-5B47A07AFBB4}"/>
              </a:ext>
            </a:extLst>
          </p:cNvPr>
          <p:cNvSpPr>
            <a:spLocks/>
          </p:cNvSpPr>
          <p:nvPr/>
        </p:nvSpPr>
        <p:spPr>
          <a:xfrm>
            <a:off x="733176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62838878-6CB3-508D-B18F-E812A32F1DE4}"/>
              </a:ext>
            </a:extLst>
          </p:cNvPr>
          <p:cNvSpPr>
            <a:spLocks/>
          </p:cNvSpPr>
          <p:nvPr/>
        </p:nvSpPr>
        <p:spPr>
          <a:xfrm>
            <a:off x="7307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FA7D3134-B7AE-3AB0-9473-2A6AA2B5E1BA}"/>
              </a:ext>
            </a:extLst>
          </p:cNvPr>
          <p:cNvSpPr>
            <a:spLocks/>
          </p:cNvSpPr>
          <p:nvPr/>
        </p:nvSpPr>
        <p:spPr>
          <a:xfrm>
            <a:off x="73489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7B020AE7-1119-FDE7-1255-007E44D11B48}"/>
              </a:ext>
            </a:extLst>
          </p:cNvPr>
          <p:cNvSpPr>
            <a:spLocks/>
          </p:cNvSpPr>
          <p:nvPr/>
        </p:nvSpPr>
        <p:spPr>
          <a:xfrm>
            <a:off x="7407235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E21FF83-AEAA-0343-1D6A-C6D6F89941D2}"/>
              </a:ext>
            </a:extLst>
          </p:cNvPr>
          <p:cNvSpPr>
            <a:spLocks/>
          </p:cNvSpPr>
          <p:nvPr/>
        </p:nvSpPr>
        <p:spPr>
          <a:xfrm>
            <a:off x="73063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210BE708-7ACD-85CB-0BA5-439397360116}"/>
              </a:ext>
            </a:extLst>
          </p:cNvPr>
          <p:cNvSpPr>
            <a:spLocks/>
          </p:cNvSpPr>
          <p:nvPr/>
        </p:nvSpPr>
        <p:spPr>
          <a:xfrm>
            <a:off x="7415223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E02D6855-B16C-CD5C-76E0-832426DA4D11}"/>
              </a:ext>
            </a:extLst>
          </p:cNvPr>
          <p:cNvSpPr>
            <a:spLocks/>
          </p:cNvSpPr>
          <p:nvPr/>
        </p:nvSpPr>
        <p:spPr>
          <a:xfrm>
            <a:off x="7406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F001C588-5FAB-4705-B568-F0B45C54A098}"/>
              </a:ext>
            </a:extLst>
          </p:cNvPr>
          <p:cNvSpPr>
            <a:spLocks/>
          </p:cNvSpPr>
          <p:nvPr/>
        </p:nvSpPr>
        <p:spPr>
          <a:xfrm>
            <a:off x="737893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0CDDC6A9-F962-7015-7B0C-8D3DA152788C}"/>
              </a:ext>
            </a:extLst>
          </p:cNvPr>
          <p:cNvSpPr>
            <a:spLocks/>
          </p:cNvSpPr>
          <p:nvPr/>
        </p:nvSpPr>
        <p:spPr>
          <a:xfrm>
            <a:off x="740403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60CE51BA-0E78-2294-CA1A-E5A3A9F8B185}"/>
              </a:ext>
            </a:extLst>
          </p:cNvPr>
          <p:cNvSpPr>
            <a:spLocks/>
          </p:cNvSpPr>
          <p:nvPr/>
        </p:nvSpPr>
        <p:spPr>
          <a:xfrm>
            <a:off x="7404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7C5723D5-613A-3FB7-C696-1F4BC8D2AB88}"/>
              </a:ext>
            </a:extLst>
          </p:cNvPr>
          <p:cNvSpPr>
            <a:spLocks/>
          </p:cNvSpPr>
          <p:nvPr/>
        </p:nvSpPr>
        <p:spPr>
          <a:xfrm>
            <a:off x="73463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DC85C471-1B0C-27F6-38CD-952F02799FB7}"/>
              </a:ext>
            </a:extLst>
          </p:cNvPr>
          <p:cNvSpPr>
            <a:spLocks/>
          </p:cNvSpPr>
          <p:nvPr/>
        </p:nvSpPr>
        <p:spPr>
          <a:xfrm>
            <a:off x="7356820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CCB03C7-3947-1C69-57F4-779722387653}"/>
              </a:ext>
            </a:extLst>
          </p:cNvPr>
          <p:cNvSpPr>
            <a:spLocks/>
          </p:cNvSpPr>
          <p:nvPr/>
        </p:nvSpPr>
        <p:spPr>
          <a:xfrm>
            <a:off x="736591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03505D6-70CD-F0A5-E67C-754DADDC974D}"/>
              </a:ext>
            </a:extLst>
          </p:cNvPr>
          <p:cNvSpPr>
            <a:spLocks/>
          </p:cNvSpPr>
          <p:nvPr/>
        </p:nvSpPr>
        <p:spPr>
          <a:xfrm>
            <a:off x="739059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1CDB0A80-F7C4-1A77-BFBF-E8488216D4DF}"/>
              </a:ext>
            </a:extLst>
          </p:cNvPr>
          <p:cNvSpPr>
            <a:spLocks/>
          </p:cNvSpPr>
          <p:nvPr/>
        </p:nvSpPr>
        <p:spPr>
          <a:xfrm>
            <a:off x="74205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BD26202D-7AE5-DF03-DD31-A0B455531D38}"/>
              </a:ext>
            </a:extLst>
          </p:cNvPr>
          <p:cNvSpPr>
            <a:spLocks/>
          </p:cNvSpPr>
          <p:nvPr/>
        </p:nvSpPr>
        <p:spPr>
          <a:xfrm>
            <a:off x="7376120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C06DD212-2594-EEFC-4206-6A7E99583C36}"/>
              </a:ext>
            </a:extLst>
          </p:cNvPr>
          <p:cNvSpPr>
            <a:spLocks/>
          </p:cNvSpPr>
          <p:nvPr/>
        </p:nvSpPr>
        <p:spPr>
          <a:xfrm>
            <a:off x="7374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CD774914-9220-36EE-6724-7E0E64514FA6}"/>
              </a:ext>
            </a:extLst>
          </p:cNvPr>
          <p:cNvSpPr>
            <a:spLocks/>
          </p:cNvSpPr>
          <p:nvPr/>
        </p:nvSpPr>
        <p:spPr>
          <a:xfrm>
            <a:off x="73904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F2DC7A58-839F-94DF-401C-14E392F468A3}"/>
              </a:ext>
            </a:extLst>
          </p:cNvPr>
          <p:cNvSpPr>
            <a:spLocks/>
          </p:cNvSpPr>
          <p:nvPr/>
        </p:nvSpPr>
        <p:spPr>
          <a:xfrm>
            <a:off x="736151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CB31A59A-2B47-D122-EBAC-54072A23CFAD}"/>
              </a:ext>
            </a:extLst>
          </p:cNvPr>
          <p:cNvSpPr>
            <a:spLocks/>
          </p:cNvSpPr>
          <p:nvPr/>
        </p:nvSpPr>
        <p:spPr>
          <a:xfrm>
            <a:off x="730813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E730556D-79C7-D65C-DE49-CC0BE798AE6C}"/>
              </a:ext>
            </a:extLst>
          </p:cNvPr>
          <p:cNvSpPr>
            <a:spLocks/>
          </p:cNvSpPr>
          <p:nvPr/>
        </p:nvSpPr>
        <p:spPr>
          <a:xfrm>
            <a:off x="7406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0FE4F12B-3195-8326-054E-93199C0A1936}"/>
              </a:ext>
            </a:extLst>
          </p:cNvPr>
          <p:cNvSpPr>
            <a:spLocks/>
          </p:cNvSpPr>
          <p:nvPr/>
        </p:nvSpPr>
        <p:spPr>
          <a:xfrm>
            <a:off x="73764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D2931CCB-872A-242B-F42A-52E3EEF5A2CF}"/>
              </a:ext>
            </a:extLst>
          </p:cNvPr>
          <p:cNvSpPr>
            <a:spLocks/>
          </p:cNvSpPr>
          <p:nvPr/>
        </p:nvSpPr>
        <p:spPr>
          <a:xfrm>
            <a:off x="7327398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8155DFE1-9152-6D58-ADD0-7835986E4C9D}"/>
              </a:ext>
            </a:extLst>
          </p:cNvPr>
          <p:cNvSpPr>
            <a:spLocks/>
          </p:cNvSpPr>
          <p:nvPr/>
        </p:nvSpPr>
        <p:spPr>
          <a:xfrm>
            <a:off x="7423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5B877D69-F5A9-1967-B0DF-3757AD6021F2}"/>
              </a:ext>
            </a:extLst>
          </p:cNvPr>
          <p:cNvSpPr>
            <a:spLocks/>
          </p:cNvSpPr>
          <p:nvPr/>
        </p:nvSpPr>
        <p:spPr>
          <a:xfrm>
            <a:off x="734595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4CE2FAFB-1159-C7B1-8DEB-2861C669CCDC}"/>
              </a:ext>
            </a:extLst>
          </p:cNvPr>
          <p:cNvSpPr>
            <a:spLocks/>
          </p:cNvSpPr>
          <p:nvPr/>
        </p:nvSpPr>
        <p:spPr>
          <a:xfrm>
            <a:off x="74147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6FE275DA-4E98-B8FA-2174-9FB8DEAB25E8}"/>
              </a:ext>
            </a:extLst>
          </p:cNvPr>
          <p:cNvSpPr>
            <a:spLocks/>
          </p:cNvSpPr>
          <p:nvPr/>
        </p:nvSpPr>
        <p:spPr>
          <a:xfrm>
            <a:off x="73149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59E5A222-489F-B131-692D-BDF95FC8C75A}"/>
              </a:ext>
            </a:extLst>
          </p:cNvPr>
          <p:cNvSpPr>
            <a:spLocks/>
          </p:cNvSpPr>
          <p:nvPr/>
        </p:nvSpPr>
        <p:spPr>
          <a:xfrm>
            <a:off x="742394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6D175F6A-7EDA-4DC7-827C-EBA8F5628A8D}"/>
              </a:ext>
            </a:extLst>
          </p:cNvPr>
          <p:cNvSpPr>
            <a:spLocks/>
          </p:cNvSpPr>
          <p:nvPr/>
        </p:nvSpPr>
        <p:spPr>
          <a:xfrm>
            <a:off x="742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47C71262-9180-A0AA-7CE8-44A5AB5E52EE}"/>
              </a:ext>
            </a:extLst>
          </p:cNvPr>
          <p:cNvSpPr>
            <a:spLocks/>
          </p:cNvSpPr>
          <p:nvPr/>
        </p:nvSpPr>
        <p:spPr>
          <a:xfrm>
            <a:off x="739476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D391378C-C2D6-DFD3-D000-E67071890E93}"/>
              </a:ext>
            </a:extLst>
          </p:cNvPr>
          <p:cNvSpPr>
            <a:spLocks/>
          </p:cNvSpPr>
          <p:nvPr/>
        </p:nvSpPr>
        <p:spPr>
          <a:xfrm>
            <a:off x="736538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CB048A3C-D79F-4BEC-0633-BEFB8D30CB02}"/>
              </a:ext>
            </a:extLst>
          </p:cNvPr>
          <p:cNvSpPr>
            <a:spLocks/>
          </p:cNvSpPr>
          <p:nvPr/>
        </p:nvSpPr>
        <p:spPr>
          <a:xfrm>
            <a:off x="733104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7996BB53-B6ED-D026-A048-E877C0E898A9}"/>
              </a:ext>
            </a:extLst>
          </p:cNvPr>
          <p:cNvSpPr>
            <a:spLocks/>
          </p:cNvSpPr>
          <p:nvPr/>
        </p:nvSpPr>
        <p:spPr>
          <a:xfrm>
            <a:off x="74004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4BD3EE8F-394A-92D2-65B5-C6574EDB4F66}"/>
              </a:ext>
            </a:extLst>
          </p:cNvPr>
          <p:cNvSpPr>
            <a:spLocks/>
          </p:cNvSpPr>
          <p:nvPr/>
        </p:nvSpPr>
        <p:spPr>
          <a:xfrm>
            <a:off x="741915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74DDDFD6-F301-D4AA-AD42-DC2F91589BDC}"/>
              </a:ext>
            </a:extLst>
          </p:cNvPr>
          <p:cNvSpPr>
            <a:spLocks/>
          </p:cNvSpPr>
          <p:nvPr/>
        </p:nvSpPr>
        <p:spPr>
          <a:xfrm>
            <a:off x="7331362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AD1127B4-F077-1F7A-C847-3228A841054A}"/>
              </a:ext>
            </a:extLst>
          </p:cNvPr>
          <p:cNvSpPr>
            <a:spLocks/>
          </p:cNvSpPr>
          <p:nvPr/>
        </p:nvSpPr>
        <p:spPr>
          <a:xfrm>
            <a:off x="7321580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0E01AF3A-CB48-93B7-A307-F2F1B21094C9}"/>
              </a:ext>
            </a:extLst>
          </p:cNvPr>
          <p:cNvSpPr>
            <a:spLocks/>
          </p:cNvSpPr>
          <p:nvPr/>
        </p:nvSpPr>
        <p:spPr>
          <a:xfrm>
            <a:off x="73917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EF275049-59F7-674F-CE33-EAF32673EEF9}"/>
              </a:ext>
            </a:extLst>
          </p:cNvPr>
          <p:cNvSpPr>
            <a:spLocks/>
          </p:cNvSpPr>
          <p:nvPr/>
        </p:nvSpPr>
        <p:spPr>
          <a:xfrm>
            <a:off x="7306189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0FFDA4B4-0A80-B4C0-A448-B5AC0BDC4AE8}"/>
              </a:ext>
            </a:extLst>
          </p:cNvPr>
          <p:cNvSpPr>
            <a:spLocks/>
          </p:cNvSpPr>
          <p:nvPr/>
        </p:nvSpPr>
        <p:spPr>
          <a:xfrm>
            <a:off x="73449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485F9E70-C268-CD6C-2E68-C08B5A48128D}"/>
              </a:ext>
            </a:extLst>
          </p:cNvPr>
          <p:cNvSpPr>
            <a:spLocks/>
          </p:cNvSpPr>
          <p:nvPr/>
        </p:nvSpPr>
        <p:spPr>
          <a:xfrm>
            <a:off x="734519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8DC47433-810C-F7B7-3356-7AB9A3D11EC5}"/>
              </a:ext>
            </a:extLst>
          </p:cNvPr>
          <p:cNvSpPr>
            <a:spLocks/>
          </p:cNvSpPr>
          <p:nvPr/>
        </p:nvSpPr>
        <p:spPr>
          <a:xfrm>
            <a:off x="7378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301AC46E-2D74-C958-EDA8-4EA032DED8B9}"/>
              </a:ext>
            </a:extLst>
          </p:cNvPr>
          <p:cNvSpPr>
            <a:spLocks/>
          </p:cNvSpPr>
          <p:nvPr/>
        </p:nvSpPr>
        <p:spPr>
          <a:xfrm>
            <a:off x="739582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8E2C71C6-A0AC-236B-C1D7-E140D319FAC9}"/>
              </a:ext>
            </a:extLst>
          </p:cNvPr>
          <p:cNvSpPr>
            <a:spLocks/>
          </p:cNvSpPr>
          <p:nvPr/>
        </p:nvSpPr>
        <p:spPr>
          <a:xfrm>
            <a:off x="7394854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DA6E19E4-5591-FF82-1F60-E0EF2872DBC5}"/>
              </a:ext>
            </a:extLst>
          </p:cNvPr>
          <p:cNvSpPr>
            <a:spLocks/>
          </p:cNvSpPr>
          <p:nvPr/>
        </p:nvSpPr>
        <p:spPr>
          <a:xfrm>
            <a:off x="739358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F19130D-2F3C-70DF-D5EE-F5A467DB5922}"/>
              </a:ext>
            </a:extLst>
          </p:cNvPr>
          <p:cNvSpPr>
            <a:spLocks/>
          </p:cNvSpPr>
          <p:nvPr/>
        </p:nvSpPr>
        <p:spPr>
          <a:xfrm>
            <a:off x="73268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F62D6ECA-D920-6D84-EDB8-796531DC1193}"/>
              </a:ext>
            </a:extLst>
          </p:cNvPr>
          <p:cNvSpPr>
            <a:spLocks/>
          </p:cNvSpPr>
          <p:nvPr/>
        </p:nvSpPr>
        <p:spPr>
          <a:xfrm>
            <a:off x="7355887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0FA2FC6A-514C-3135-D24D-BA1BB830F5C8}"/>
              </a:ext>
            </a:extLst>
          </p:cNvPr>
          <p:cNvSpPr>
            <a:spLocks/>
          </p:cNvSpPr>
          <p:nvPr/>
        </p:nvSpPr>
        <p:spPr>
          <a:xfrm>
            <a:off x="73353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EDBAC598-B7AC-4CF6-0E6C-4F9C10F9B8DE}"/>
              </a:ext>
            </a:extLst>
          </p:cNvPr>
          <p:cNvSpPr>
            <a:spLocks/>
          </p:cNvSpPr>
          <p:nvPr/>
        </p:nvSpPr>
        <p:spPr>
          <a:xfrm>
            <a:off x="735320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31728B07-A20C-F2B1-4F7A-3F422E56BCA4}"/>
              </a:ext>
            </a:extLst>
          </p:cNvPr>
          <p:cNvSpPr>
            <a:spLocks/>
          </p:cNvSpPr>
          <p:nvPr/>
        </p:nvSpPr>
        <p:spPr>
          <a:xfrm>
            <a:off x="76498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5DF9E8AB-B820-19F9-78A5-A13C02952D08}"/>
              </a:ext>
            </a:extLst>
          </p:cNvPr>
          <p:cNvSpPr>
            <a:spLocks/>
          </p:cNvSpPr>
          <p:nvPr/>
        </p:nvSpPr>
        <p:spPr>
          <a:xfrm>
            <a:off x="76497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B0B70D52-6B96-AEF3-937E-831E5E9267F2}"/>
              </a:ext>
            </a:extLst>
          </p:cNvPr>
          <p:cNvSpPr>
            <a:spLocks/>
          </p:cNvSpPr>
          <p:nvPr/>
        </p:nvSpPr>
        <p:spPr>
          <a:xfrm>
            <a:off x="7643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8180D596-D3B7-36BE-E932-D89E93B59BF0}"/>
              </a:ext>
            </a:extLst>
          </p:cNvPr>
          <p:cNvSpPr>
            <a:spLocks/>
          </p:cNvSpPr>
          <p:nvPr/>
        </p:nvSpPr>
        <p:spPr>
          <a:xfrm>
            <a:off x="765522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FBB684A2-B67C-E083-CCCC-20C4FA8364B3}"/>
              </a:ext>
            </a:extLst>
          </p:cNvPr>
          <p:cNvSpPr>
            <a:spLocks/>
          </p:cNvSpPr>
          <p:nvPr/>
        </p:nvSpPr>
        <p:spPr>
          <a:xfrm>
            <a:off x="7604030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F588F662-6F54-7832-6E17-26EF244F4908}"/>
              </a:ext>
            </a:extLst>
          </p:cNvPr>
          <p:cNvSpPr>
            <a:spLocks/>
          </p:cNvSpPr>
          <p:nvPr/>
        </p:nvSpPr>
        <p:spPr>
          <a:xfrm>
            <a:off x="76667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9CB8C1FE-FC6E-D993-FEE8-274465CA4EE9}"/>
              </a:ext>
            </a:extLst>
          </p:cNvPr>
          <p:cNvSpPr>
            <a:spLocks/>
          </p:cNvSpPr>
          <p:nvPr/>
        </p:nvSpPr>
        <p:spPr>
          <a:xfrm>
            <a:off x="76239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347D7411-6086-1FB2-E542-67D434BF47A7}"/>
              </a:ext>
            </a:extLst>
          </p:cNvPr>
          <p:cNvSpPr>
            <a:spLocks/>
          </p:cNvSpPr>
          <p:nvPr/>
        </p:nvSpPr>
        <p:spPr>
          <a:xfrm>
            <a:off x="75679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7BF19283-D68E-13D6-9F1D-94C386FECE97}"/>
              </a:ext>
            </a:extLst>
          </p:cNvPr>
          <p:cNvSpPr>
            <a:spLocks/>
          </p:cNvSpPr>
          <p:nvPr/>
        </p:nvSpPr>
        <p:spPr>
          <a:xfrm>
            <a:off x="755741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146ED12-A88E-D5A5-BF2E-0CB0574EB2C0}"/>
              </a:ext>
            </a:extLst>
          </p:cNvPr>
          <p:cNvSpPr>
            <a:spLocks/>
          </p:cNvSpPr>
          <p:nvPr/>
        </p:nvSpPr>
        <p:spPr>
          <a:xfrm>
            <a:off x="76514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C1271690-E8C2-926C-A551-202970EE9C02}"/>
              </a:ext>
            </a:extLst>
          </p:cNvPr>
          <p:cNvSpPr>
            <a:spLocks/>
          </p:cNvSpPr>
          <p:nvPr/>
        </p:nvSpPr>
        <p:spPr>
          <a:xfrm>
            <a:off x="7623113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951545E7-F94F-98F1-42BF-CC274C889B4F}"/>
              </a:ext>
            </a:extLst>
          </p:cNvPr>
          <p:cNvSpPr>
            <a:spLocks/>
          </p:cNvSpPr>
          <p:nvPr/>
        </p:nvSpPr>
        <p:spPr>
          <a:xfrm>
            <a:off x="75855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DC49C031-0C71-4CFC-C269-89942918B0C3}"/>
              </a:ext>
            </a:extLst>
          </p:cNvPr>
          <p:cNvSpPr>
            <a:spLocks/>
          </p:cNvSpPr>
          <p:nvPr/>
        </p:nvSpPr>
        <p:spPr>
          <a:xfrm>
            <a:off x="76199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AA163B1-94E8-1FB2-AE4A-E8451CCDE4EC}"/>
              </a:ext>
            </a:extLst>
          </p:cNvPr>
          <p:cNvSpPr>
            <a:spLocks/>
          </p:cNvSpPr>
          <p:nvPr/>
        </p:nvSpPr>
        <p:spPr>
          <a:xfrm>
            <a:off x="7624785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5C62046E-2B56-8281-8ADE-A0B211D40574}"/>
              </a:ext>
            </a:extLst>
          </p:cNvPr>
          <p:cNvSpPr>
            <a:spLocks/>
          </p:cNvSpPr>
          <p:nvPr/>
        </p:nvSpPr>
        <p:spPr>
          <a:xfrm>
            <a:off x="7559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C190675F-C1EB-ADE8-5E74-6E120023FBA4}"/>
              </a:ext>
            </a:extLst>
          </p:cNvPr>
          <p:cNvSpPr>
            <a:spLocks/>
          </p:cNvSpPr>
          <p:nvPr/>
        </p:nvSpPr>
        <p:spPr>
          <a:xfrm>
            <a:off x="7646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A7573966-9729-4CE2-BCF5-ABF7C14DBB85}"/>
              </a:ext>
            </a:extLst>
          </p:cNvPr>
          <p:cNvSpPr>
            <a:spLocks/>
          </p:cNvSpPr>
          <p:nvPr/>
        </p:nvSpPr>
        <p:spPr>
          <a:xfrm>
            <a:off x="76665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F4839EDA-C3A9-E775-80DB-2DBAB57573DE}"/>
              </a:ext>
            </a:extLst>
          </p:cNvPr>
          <p:cNvSpPr>
            <a:spLocks/>
          </p:cNvSpPr>
          <p:nvPr/>
        </p:nvSpPr>
        <p:spPr>
          <a:xfrm>
            <a:off x="76074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FBFBFE6D-E367-38C6-275A-9FB4D639B1B4}"/>
              </a:ext>
            </a:extLst>
          </p:cNvPr>
          <p:cNvSpPr>
            <a:spLocks/>
          </p:cNvSpPr>
          <p:nvPr/>
        </p:nvSpPr>
        <p:spPr>
          <a:xfrm>
            <a:off x="763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8EFC5879-FD44-616C-4ACD-483AB7FD114F}"/>
              </a:ext>
            </a:extLst>
          </p:cNvPr>
          <p:cNvSpPr>
            <a:spLocks/>
          </p:cNvSpPr>
          <p:nvPr/>
        </p:nvSpPr>
        <p:spPr>
          <a:xfrm>
            <a:off x="76512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E57B599E-0ECA-446B-9907-A26DFA447AFA}"/>
              </a:ext>
            </a:extLst>
          </p:cNvPr>
          <p:cNvSpPr>
            <a:spLocks/>
          </p:cNvSpPr>
          <p:nvPr/>
        </p:nvSpPr>
        <p:spPr>
          <a:xfrm>
            <a:off x="7579744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0929B9F2-8332-63C7-A442-A6FAEFB334FA}"/>
              </a:ext>
            </a:extLst>
          </p:cNvPr>
          <p:cNvSpPr>
            <a:spLocks/>
          </p:cNvSpPr>
          <p:nvPr/>
        </p:nvSpPr>
        <p:spPr>
          <a:xfrm>
            <a:off x="7625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B3E26B22-A344-6A7E-22CB-D70A33CEB413}"/>
              </a:ext>
            </a:extLst>
          </p:cNvPr>
          <p:cNvSpPr>
            <a:spLocks/>
          </p:cNvSpPr>
          <p:nvPr/>
        </p:nvSpPr>
        <p:spPr>
          <a:xfrm>
            <a:off x="76750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9A943B62-7CC3-AB42-CC69-6041E9315036}"/>
              </a:ext>
            </a:extLst>
          </p:cNvPr>
          <p:cNvSpPr>
            <a:spLocks/>
          </p:cNvSpPr>
          <p:nvPr/>
        </p:nvSpPr>
        <p:spPr>
          <a:xfrm>
            <a:off x="75820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79240B92-0887-8FBD-B7C7-1CA6F4D2E95B}"/>
              </a:ext>
            </a:extLst>
          </p:cNvPr>
          <p:cNvSpPr>
            <a:spLocks/>
          </p:cNvSpPr>
          <p:nvPr/>
        </p:nvSpPr>
        <p:spPr>
          <a:xfrm>
            <a:off x="7614380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E74ACC0A-388B-BA3B-3303-C255AD7A0BDD}"/>
              </a:ext>
            </a:extLst>
          </p:cNvPr>
          <p:cNvSpPr>
            <a:spLocks/>
          </p:cNvSpPr>
          <p:nvPr/>
        </p:nvSpPr>
        <p:spPr>
          <a:xfrm>
            <a:off x="759076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8F562D94-9F52-4C09-C2B4-55F92DFA536C}"/>
              </a:ext>
            </a:extLst>
          </p:cNvPr>
          <p:cNvSpPr>
            <a:spLocks/>
          </p:cNvSpPr>
          <p:nvPr/>
        </p:nvSpPr>
        <p:spPr>
          <a:xfrm>
            <a:off x="762031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2605F43C-4E99-A572-8BEB-5B7349022A2D}"/>
              </a:ext>
            </a:extLst>
          </p:cNvPr>
          <p:cNvSpPr>
            <a:spLocks/>
          </p:cNvSpPr>
          <p:nvPr/>
        </p:nvSpPr>
        <p:spPr>
          <a:xfrm>
            <a:off x="7645233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931156AE-543F-7261-185F-88D5015CD718}"/>
              </a:ext>
            </a:extLst>
          </p:cNvPr>
          <p:cNvSpPr>
            <a:spLocks/>
          </p:cNvSpPr>
          <p:nvPr/>
        </p:nvSpPr>
        <p:spPr>
          <a:xfrm>
            <a:off x="76329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D45DE0B8-2326-7FD9-AA5A-4B8FD909DBF1}"/>
              </a:ext>
            </a:extLst>
          </p:cNvPr>
          <p:cNvSpPr>
            <a:spLocks/>
          </p:cNvSpPr>
          <p:nvPr/>
        </p:nvSpPr>
        <p:spPr>
          <a:xfrm>
            <a:off x="760317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F495B8E4-93A2-3135-5911-71D0478833C6}"/>
              </a:ext>
            </a:extLst>
          </p:cNvPr>
          <p:cNvSpPr>
            <a:spLocks/>
          </p:cNvSpPr>
          <p:nvPr/>
        </p:nvSpPr>
        <p:spPr>
          <a:xfrm>
            <a:off x="76161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43CDD125-ECEF-89EB-1C90-A97D868F9646}"/>
              </a:ext>
            </a:extLst>
          </p:cNvPr>
          <p:cNvSpPr>
            <a:spLocks/>
          </p:cNvSpPr>
          <p:nvPr/>
        </p:nvSpPr>
        <p:spPr>
          <a:xfrm>
            <a:off x="7569346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420566EC-88FC-50A8-1C71-3A7673276515}"/>
              </a:ext>
            </a:extLst>
          </p:cNvPr>
          <p:cNvSpPr>
            <a:spLocks/>
          </p:cNvSpPr>
          <p:nvPr/>
        </p:nvSpPr>
        <p:spPr>
          <a:xfrm>
            <a:off x="766275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681368C-FA7E-B629-D60E-B883A6768CCB}"/>
              </a:ext>
            </a:extLst>
          </p:cNvPr>
          <p:cNvSpPr>
            <a:spLocks/>
          </p:cNvSpPr>
          <p:nvPr/>
        </p:nvSpPr>
        <p:spPr>
          <a:xfrm>
            <a:off x="7563121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666199F3-7039-F275-ACB7-4FBCCAFFDD7E}"/>
              </a:ext>
            </a:extLst>
          </p:cNvPr>
          <p:cNvSpPr>
            <a:spLocks/>
          </p:cNvSpPr>
          <p:nvPr/>
        </p:nvSpPr>
        <p:spPr>
          <a:xfrm>
            <a:off x="76185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1D07EA3-8726-D384-E974-4B3EA5826A07}"/>
              </a:ext>
            </a:extLst>
          </p:cNvPr>
          <p:cNvSpPr>
            <a:spLocks/>
          </p:cNvSpPr>
          <p:nvPr/>
        </p:nvSpPr>
        <p:spPr>
          <a:xfrm>
            <a:off x="759178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4815412D-0D76-5A30-3D1E-49AE066E62BC}"/>
              </a:ext>
            </a:extLst>
          </p:cNvPr>
          <p:cNvSpPr>
            <a:spLocks/>
          </p:cNvSpPr>
          <p:nvPr/>
        </p:nvSpPr>
        <p:spPr>
          <a:xfrm>
            <a:off x="759843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93780D49-B53C-399C-736B-C6B929DB3B75}"/>
              </a:ext>
            </a:extLst>
          </p:cNvPr>
          <p:cNvSpPr>
            <a:spLocks/>
          </p:cNvSpPr>
          <p:nvPr/>
        </p:nvSpPr>
        <p:spPr>
          <a:xfrm>
            <a:off x="76223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7EBE2B13-0264-5AF6-9608-D0412B299B74}"/>
              </a:ext>
            </a:extLst>
          </p:cNvPr>
          <p:cNvSpPr>
            <a:spLocks/>
          </p:cNvSpPr>
          <p:nvPr/>
        </p:nvSpPr>
        <p:spPr>
          <a:xfrm>
            <a:off x="75624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79422E07-36F1-35DA-1C8E-57F094691454}"/>
              </a:ext>
            </a:extLst>
          </p:cNvPr>
          <p:cNvSpPr>
            <a:spLocks/>
          </p:cNvSpPr>
          <p:nvPr/>
        </p:nvSpPr>
        <p:spPr>
          <a:xfrm>
            <a:off x="7674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1CB97C48-C7BB-FDA1-2E50-5A23F60E0072}"/>
              </a:ext>
            </a:extLst>
          </p:cNvPr>
          <p:cNvSpPr>
            <a:spLocks/>
          </p:cNvSpPr>
          <p:nvPr/>
        </p:nvSpPr>
        <p:spPr>
          <a:xfrm>
            <a:off x="764419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A24ED552-F501-49D0-AD89-5592C53DD813}"/>
              </a:ext>
            </a:extLst>
          </p:cNvPr>
          <p:cNvSpPr>
            <a:spLocks/>
          </p:cNvSpPr>
          <p:nvPr/>
        </p:nvSpPr>
        <p:spPr>
          <a:xfrm>
            <a:off x="76405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18E9D7B8-0F33-7CF4-CDCD-67E743DA89C8}"/>
              </a:ext>
            </a:extLst>
          </p:cNvPr>
          <p:cNvSpPr>
            <a:spLocks/>
          </p:cNvSpPr>
          <p:nvPr/>
        </p:nvSpPr>
        <p:spPr>
          <a:xfrm>
            <a:off x="76737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E02AE19A-1F12-A7D4-4267-2EC5024B225B}"/>
              </a:ext>
            </a:extLst>
          </p:cNvPr>
          <p:cNvSpPr>
            <a:spLocks/>
          </p:cNvSpPr>
          <p:nvPr/>
        </p:nvSpPr>
        <p:spPr>
          <a:xfrm>
            <a:off x="76264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F946882D-7F94-432F-9AD5-18F7C6BB2ED3}"/>
              </a:ext>
            </a:extLst>
          </p:cNvPr>
          <p:cNvSpPr>
            <a:spLocks/>
          </p:cNvSpPr>
          <p:nvPr/>
        </p:nvSpPr>
        <p:spPr>
          <a:xfrm>
            <a:off x="764879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0F431146-376A-C0D2-A71B-D92C1A998B59}"/>
              </a:ext>
            </a:extLst>
          </p:cNvPr>
          <p:cNvSpPr>
            <a:spLocks/>
          </p:cNvSpPr>
          <p:nvPr/>
        </p:nvSpPr>
        <p:spPr>
          <a:xfrm>
            <a:off x="75961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18C824D-DA9F-40DE-2C06-95EF0ED84AD2}"/>
              </a:ext>
            </a:extLst>
          </p:cNvPr>
          <p:cNvSpPr>
            <a:spLocks/>
          </p:cNvSpPr>
          <p:nvPr/>
        </p:nvSpPr>
        <p:spPr>
          <a:xfrm>
            <a:off x="75783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4A734FE3-CB6C-520C-C557-AC58F1BA79EF}"/>
              </a:ext>
            </a:extLst>
          </p:cNvPr>
          <p:cNvSpPr>
            <a:spLocks/>
          </p:cNvSpPr>
          <p:nvPr/>
        </p:nvSpPr>
        <p:spPr>
          <a:xfrm>
            <a:off x="76246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3FBD21DC-145A-1458-D387-2CDE559CCA29}"/>
              </a:ext>
            </a:extLst>
          </p:cNvPr>
          <p:cNvSpPr>
            <a:spLocks/>
          </p:cNvSpPr>
          <p:nvPr/>
        </p:nvSpPr>
        <p:spPr>
          <a:xfrm>
            <a:off x="755776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2DB69FD8-4147-B1FA-658A-92C470A8217B}"/>
              </a:ext>
            </a:extLst>
          </p:cNvPr>
          <p:cNvSpPr>
            <a:spLocks/>
          </p:cNvSpPr>
          <p:nvPr/>
        </p:nvSpPr>
        <p:spPr>
          <a:xfrm>
            <a:off x="76000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C3BE5F78-F58C-F800-07F1-446A5B0C147D}"/>
              </a:ext>
            </a:extLst>
          </p:cNvPr>
          <p:cNvSpPr>
            <a:spLocks/>
          </p:cNvSpPr>
          <p:nvPr/>
        </p:nvSpPr>
        <p:spPr>
          <a:xfrm>
            <a:off x="7606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23D7B5C6-F89A-3725-4187-0A6947B2E1B1}"/>
              </a:ext>
            </a:extLst>
          </p:cNvPr>
          <p:cNvSpPr>
            <a:spLocks/>
          </p:cNvSpPr>
          <p:nvPr/>
        </p:nvSpPr>
        <p:spPr>
          <a:xfrm>
            <a:off x="76369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A9A5A213-FE90-559B-EA07-F48323CD1623}"/>
              </a:ext>
            </a:extLst>
          </p:cNvPr>
          <p:cNvSpPr>
            <a:spLocks/>
          </p:cNvSpPr>
          <p:nvPr/>
        </p:nvSpPr>
        <p:spPr>
          <a:xfrm>
            <a:off x="76598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740C164E-2F98-49F0-66BC-93F52340F74F}"/>
              </a:ext>
            </a:extLst>
          </p:cNvPr>
          <p:cNvSpPr>
            <a:spLocks/>
          </p:cNvSpPr>
          <p:nvPr/>
        </p:nvSpPr>
        <p:spPr>
          <a:xfrm>
            <a:off x="7621325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1E3A87EC-5DF8-4795-79BE-3E7437F47C00}"/>
              </a:ext>
            </a:extLst>
          </p:cNvPr>
          <p:cNvSpPr>
            <a:spLocks/>
          </p:cNvSpPr>
          <p:nvPr/>
        </p:nvSpPr>
        <p:spPr>
          <a:xfrm>
            <a:off x="7655778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829630-8352-796B-0BBD-C1A6FA6EEABF}"/>
              </a:ext>
            </a:extLst>
          </p:cNvPr>
          <p:cNvSpPr>
            <a:spLocks/>
          </p:cNvSpPr>
          <p:nvPr/>
        </p:nvSpPr>
        <p:spPr>
          <a:xfrm>
            <a:off x="755824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B17E06D3-F62B-26CF-C3FD-E53A155D0E10}"/>
              </a:ext>
            </a:extLst>
          </p:cNvPr>
          <p:cNvSpPr>
            <a:spLocks/>
          </p:cNvSpPr>
          <p:nvPr/>
        </p:nvSpPr>
        <p:spPr>
          <a:xfrm>
            <a:off x="75602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FC57F6C-1B44-47D4-8213-F69C39294ECF}"/>
              </a:ext>
            </a:extLst>
          </p:cNvPr>
          <p:cNvSpPr>
            <a:spLocks/>
          </p:cNvSpPr>
          <p:nvPr/>
        </p:nvSpPr>
        <p:spPr>
          <a:xfrm>
            <a:off x="758676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EBCE074A-ABB9-1907-45CB-8E98CDB1F11A}"/>
              </a:ext>
            </a:extLst>
          </p:cNvPr>
          <p:cNvSpPr>
            <a:spLocks/>
          </p:cNvSpPr>
          <p:nvPr/>
        </p:nvSpPr>
        <p:spPr>
          <a:xfrm>
            <a:off x="762203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AF730E12-0BC7-3761-7728-1080189BF9EB}"/>
              </a:ext>
            </a:extLst>
          </p:cNvPr>
          <p:cNvSpPr>
            <a:spLocks/>
          </p:cNvSpPr>
          <p:nvPr/>
        </p:nvSpPr>
        <p:spPr>
          <a:xfrm>
            <a:off x="75809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DC2D4C99-ABE9-65C8-100D-8405FD16EECB}"/>
              </a:ext>
            </a:extLst>
          </p:cNvPr>
          <p:cNvSpPr>
            <a:spLocks/>
          </p:cNvSpPr>
          <p:nvPr/>
        </p:nvSpPr>
        <p:spPr>
          <a:xfrm>
            <a:off x="7611833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AF645F1-236C-F7C7-476A-F42A08586FA3}"/>
              </a:ext>
            </a:extLst>
          </p:cNvPr>
          <p:cNvSpPr>
            <a:spLocks/>
          </p:cNvSpPr>
          <p:nvPr/>
        </p:nvSpPr>
        <p:spPr>
          <a:xfrm>
            <a:off x="7627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442AEB9E-6D72-B5A1-68B3-1FB725CB729C}"/>
              </a:ext>
            </a:extLst>
          </p:cNvPr>
          <p:cNvSpPr>
            <a:spLocks/>
          </p:cNvSpPr>
          <p:nvPr/>
        </p:nvSpPr>
        <p:spPr>
          <a:xfrm>
            <a:off x="76283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939985F1-2C55-5597-2003-8537C9235906}"/>
              </a:ext>
            </a:extLst>
          </p:cNvPr>
          <p:cNvSpPr>
            <a:spLocks/>
          </p:cNvSpPr>
          <p:nvPr/>
        </p:nvSpPr>
        <p:spPr>
          <a:xfrm>
            <a:off x="759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7DFC5C41-CFE0-D762-FD4C-17C905594185}"/>
              </a:ext>
            </a:extLst>
          </p:cNvPr>
          <p:cNvSpPr>
            <a:spLocks/>
          </p:cNvSpPr>
          <p:nvPr/>
        </p:nvSpPr>
        <p:spPr>
          <a:xfrm>
            <a:off x="76444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F88086AB-A99D-8164-12CD-BAFAE30D7FA6}"/>
              </a:ext>
            </a:extLst>
          </p:cNvPr>
          <p:cNvSpPr>
            <a:spLocks/>
          </p:cNvSpPr>
          <p:nvPr/>
        </p:nvSpPr>
        <p:spPr>
          <a:xfrm>
            <a:off x="7632452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47AA87EF-DE06-3560-71AD-832189EAA8B0}"/>
              </a:ext>
            </a:extLst>
          </p:cNvPr>
          <p:cNvSpPr>
            <a:spLocks/>
          </p:cNvSpPr>
          <p:nvPr/>
        </p:nvSpPr>
        <p:spPr>
          <a:xfrm>
            <a:off x="7647660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326904EE-3407-9606-CE43-EE162CFC4F3F}"/>
              </a:ext>
            </a:extLst>
          </p:cNvPr>
          <p:cNvSpPr>
            <a:spLocks/>
          </p:cNvSpPr>
          <p:nvPr/>
        </p:nvSpPr>
        <p:spPr>
          <a:xfrm>
            <a:off x="75978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03084BD5-EADF-2249-63E4-92165650E3B8}"/>
              </a:ext>
            </a:extLst>
          </p:cNvPr>
          <p:cNvSpPr>
            <a:spLocks/>
          </p:cNvSpPr>
          <p:nvPr/>
        </p:nvSpPr>
        <p:spPr>
          <a:xfrm>
            <a:off x="763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B4B7C3AD-BA90-9FEE-F626-BA9D60B66C3B}"/>
              </a:ext>
            </a:extLst>
          </p:cNvPr>
          <p:cNvSpPr>
            <a:spLocks/>
          </p:cNvSpPr>
          <p:nvPr/>
        </p:nvSpPr>
        <p:spPr>
          <a:xfrm>
            <a:off x="7662090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3BCCEE17-F1DF-A6A3-5998-A6A55011DE25}"/>
              </a:ext>
            </a:extLst>
          </p:cNvPr>
          <p:cNvSpPr>
            <a:spLocks/>
          </p:cNvSpPr>
          <p:nvPr/>
        </p:nvSpPr>
        <p:spPr>
          <a:xfrm>
            <a:off x="76157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CB3C868-F858-8A14-C813-9C3FBB1DE301}"/>
              </a:ext>
            </a:extLst>
          </p:cNvPr>
          <p:cNvSpPr>
            <a:spLocks/>
          </p:cNvSpPr>
          <p:nvPr/>
        </p:nvSpPr>
        <p:spPr>
          <a:xfrm>
            <a:off x="7561952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8D0753D6-584C-6D86-FBF2-7516CDCE5407}"/>
              </a:ext>
            </a:extLst>
          </p:cNvPr>
          <p:cNvSpPr>
            <a:spLocks/>
          </p:cNvSpPr>
          <p:nvPr/>
        </p:nvSpPr>
        <p:spPr>
          <a:xfrm>
            <a:off x="7641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0AD82466-5404-5BB3-80DE-3DF4191F62EC}"/>
              </a:ext>
            </a:extLst>
          </p:cNvPr>
          <p:cNvSpPr>
            <a:spLocks/>
          </p:cNvSpPr>
          <p:nvPr/>
        </p:nvSpPr>
        <p:spPr>
          <a:xfrm>
            <a:off x="75859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CC435BE-507B-183E-378E-1C187AF101BB}"/>
              </a:ext>
            </a:extLst>
          </p:cNvPr>
          <p:cNvSpPr>
            <a:spLocks/>
          </p:cNvSpPr>
          <p:nvPr/>
        </p:nvSpPr>
        <p:spPr>
          <a:xfrm>
            <a:off x="76687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27B39A1C-0FB1-AB88-EB6C-292C5C164737}"/>
              </a:ext>
            </a:extLst>
          </p:cNvPr>
          <p:cNvSpPr>
            <a:spLocks/>
          </p:cNvSpPr>
          <p:nvPr/>
        </p:nvSpPr>
        <p:spPr>
          <a:xfrm>
            <a:off x="7595547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8A17A2DE-866B-1017-885E-A272A45DBCDC}"/>
              </a:ext>
            </a:extLst>
          </p:cNvPr>
          <p:cNvSpPr>
            <a:spLocks/>
          </p:cNvSpPr>
          <p:nvPr/>
        </p:nvSpPr>
        <p:spPr>
          <a:xfrm>
            <a:off x="75561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75B40A12-99E2-3166-652F-3382D215ADEB}"/>
              </a:ext>
            </a:extLst>
          </p:cNvPr>
          <p:cNvSpPr>
            <a:spLocks/>
          </p:cNvSpPr>
          <p:nvPr/>
        </p:nvSpPr>
        <p:spPr>
          <a:xfrm>
            <a:off x="76540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621EA03E-AC7A-AC0F-487D-43879B1960AB}"/>
              </a:ext>
            </a:extLst>
          </p:cNvPr>
          <p:cNvSpPr>
            <a:spLocks/>
          </p:cNvSpPr>
          <p:nvPr/>
        </p:nvSpPr>
        <p:spPr>
          <a:xfrm>
            <a:off x="76164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28883CF8-663C-674F-32CE-BD7ABDC3F6EC}"/>
              </a:ext>
            </a:extLst>
          </p:cNvPr>
          <p:cNvSpPr>
            <a:spLocks/>
          </p:cNvSpPr>
          <p:nvPr/>
        </p:nvSpPr>
        <p:spPr>
          <a:xfrm>
            <a:off x="7653853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5DD009C4-3825-6EDA-613D-E79954B217AC}"/>
              </a:ext>
            </a:extLst>
          </p:cNvPr>
          <p:cNvSpPr>
            <a:spLocks/>
          </p:cNvSpPr>
          <p:nvPr/>
        </p:nvSpPr>
        <p:spPr>
          <a:xfrm>
            <a:off x="75780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9865CC9F-D14E-D357-F9B2-CA3AC6B47203}"/>
              </a:ext>
            </a:extLst>
          </p:cNvPr>
          <p:cNvSpPr>
            <a:spLocks/>
          </p:cNvSpPr>
          <p:nvPr/>
        </p:nvSpPr>
        <p:spPr>
          <a:xfrm>
            <a:off x="75919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2864D616-C45C-333E-0790-B865DC453905}"/>
              </a:ext>
            </a:extLst>
          </p:cNvPr>
          <p:cNvSpPr>
            <a:spLocks/>
          </p:cNvSpPr>
          <p:nvPr/>
        </p:nvSpPr>
        <p:spPr>
          <a:xfrm>
            <a:off x="7565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68AAFAC6-4C39-FF16-74A5-F702F0D13A40}"/>
              </a:ext>
            </a:extLst>
          </p:cNvPr>
          <p:cNvSpPr>
            <a:spLocks/>
          </p:cNvSpPr>
          <p:nvPr/>
        </p:nvSpPr>
        <p:spPr>
          <a:xfrm>
            <a:off x="76179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2776468B-A9E2-CCA7-4A28-EA93C601797A}"/>
              </a:ext>
            </a:extLst>
          </p:cNvPr>
          <p:cNvSpPr>
            <a:spLocks/>
          </p:cNvSpPr>
          <p:nvPr/>
        </p:nvSpPr>
        <p:spPr>
          <a:xfrm>
            <a:off x="76585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93F1A117-FCBD-1E84-1613-E27664D5D46E}"/>
              </a:ext>
            </a:extLst>
          </p:cNvPr>
          <p:cNvSpPr>
            <a:spLocks/>
          </p:cNvSpPr>
          <p:nvPr/>
        </p:nvSpPr>
        <p:spPr>
          <a:xfrm>
            <a:off x="7633885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05163773-6ECD-8175-984C-57393B3EA92E}"/>
              </a:ext>
            </a:extLst>
          </p:cNvPr>
          <p:cNvSpPr>
            <a:spLocks/>
          </p:cNvSpPr>
          <p:nvPr/>
        </p:nvSpPr>
        <p:spPr>
          <a:xfrm>
            <a:off x="757134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7CE4DDF0-A171-44DD-FC63-78A04E054353}"/>
              </a:ext>
            </a:extLst>
          </p:cNvPr>
          <p:cNvSpPr>
            <a:spLocks/>
          </p:cNvSpPr>
          <p:nvPr/>
        </p:nvSpPr>
        <p:spPr>
          <a:xfrm>
            <a:off x="75650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44460560-A7B7-0242-1266-A6CFDBA208F1}"/>
              </a:ext>
            </a:extLst>
          </p:cNvPr>
          <p:cNvSpPr>
            <a:spLocks/>
          </p:cNvSpPr>
          <p:nvPr/>
        </p:nvSpPr>
        <p:spPr>
          <a:xfrm>
            <a:off x="761256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1C4DE1CD-7249-72FA-83CF-8F687EA39148}"/>
              </a:ext>
            </a:extLst>
          </p:cNvPr>
          <p:cNvSpPr>
            <a:spLocks/>
          </p:cNvSpPr>
          <p:nvPr/>
        </p:nvSpPr>
        <p:spPr>
          <a:xfrm>
            <a:off x="7592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3E510411-6F83-C802-8B88-9FBEF5423177}"/>
              </a:ext>
            </a:extLst>
          </p:cNvPr>
          <p:cNvSpPr>
            <a:spLocks/>
          </p:cNvSpPr>
          <p:nvPr/>
        </p:nvSpPr>
        <p:spPr>
          <a:xfrm>
            <a:off x="7603941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EAF369BC-A143-7B8E-BACB-1FFF9D05C074}"/>
              </a:ext>
            </a:extLst>
          </p:cNvPr>
          <p:cNvSpPr>
            <a:spLocks/>
          </p:cNvSpPr>
          <p:nvPr/>
        </p:nvSpPr>
        <p:spPr>
          <a:xfrm>
            <a:off x="76443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3F921BCC-D0E3-0000-5CF4-7419120DC098}"/>
              </a:ext>
            </a:extLst>
          </p:cNvPr>
          <p:cNvSpPr>
            <a:spLocks/>
          </p:cNvSpPr>
          <p:nvPr/>
        </p:nvSpPr>
        <p:spPr>
          <a:xfrm>
            <a:off x="75933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94E136E1-D944-EABB-5D55-4E6F2A56AE34}"/>
              </a:ext>
            </a:extLst>
          </p:cNvPr>
          <p:cNvSpPr>
            <a:spLocks/>
          </p:cNvSpPr>
          <p:nvPr/>
        </p:nvSpPr>
        <p:spPr>
          <a:xfrm>
            <a:off x="75978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A6FA64DF-87D5-C927-6696-0B0F3061AA7F}"/>
              </a:ext>
            </a:extLst>
          </p:cNvPr>
          <p:cNvSpPr>
            <a:spLocks/>
          </p:cNvSpPr>
          <p:nvPr/>
        </p:nvSpPr>
        <p:spPr>
          <a:xfrm>
            <a:off x="7640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66FA69DD-617D-C6FF-234D-11008CE534AE}"/>
              </a:ext>
            </a:extLst>
          </p:cNvPr>
          <p:cNvSpPr>
            <a:spLocks/>
          </p:cNvSpPr>
          <p:nvPr/>
        </p:nvSpPr>
        <p:spPr>
          <a:xfrm>
            <a:off x="758220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F4815128-DDC3-E79E-A6D9-00982011C435}"/>
              </a:ext>
            </a:extLst>
          </p:cNvPr>
          <p:cNvSpPr>
            <a:spLocks/>
          </p:cNvSpPr>
          <p:nvPr/>
        </p:nvSpPr>
        <p:spPr>
          <a:xfrm>
            <a:off x="7587776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F83D455F-15FC-01A9-473F-A11E152DFBCA}"/>
              </a:ext>
            </a:extLst>
          </p:cNvPr>
          <p:cNvSpPr>
            <a:spLocks/>
          </p:cNvSpPr>
          <p:nvPr/>
        </p:nvSpPr>
        <p:spPr>
          <a:xfrm>
            <a:off x="75866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7A44936D-D9E4-7A80-489A-5959D3DE6629}"/>
              </a:ext>
            </a:extLst>
          </p:cNvPr>
          <p:cNvSpPr>
            <a:spLocks/>
          </p:cNvSpPr>
          <p:nvPr/>
        </p:nvSpPr>
        <p:spPr>
          <a:xfrm>
            <a:off x="765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DF9F522B-B8CD-1792-368B-AC127DA1D766}"/>
              </a:ext>
            </a:extLst>
          </p:cNvPr>
          <p:cNvSpPr>
            <a:spLocks/>
          </p:cNvSpPr>
          <p:nvPr/>
        </p:nvSpPr>
        <p:spPr>
          <a:xfrm>
            <a:off x="7565981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B0EFA0CF-4C1F-C797-B082-77F971CB24C3}"/>
              </a:ext>
            </a:extLst>
          </p:cNvPr>
          <p:cNvSpPr>
            <a:spLocks/>
          </p:cNvSpPr>
          <p:nvPr/>
        </p:nvSpPr>
        <p:spPr>
          <a:xfrm>
            <a:off x="7560248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932DE4A7-45E9-1F1F-D2D3-98F553DF02D2}"/>
              </a:ext>
            </a:extLst>
          </p:cNvPr>
          <p:cNvSpPr>
            <a:spLocks/>
          </p:cNvSpPr>
          <p:nvPr/>
        </p:nvSpPr>
        <p:spPr>
          <a:xfrm>
            <a:off x="76743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A2BC5349-BC10-15BD-4993-11BD29AEB6AF}"/>
              </a:ext>
            </a:extLst>
          </p:cNvPr>
          <p:cNvSpPr>
            <a:spLocks/>
          </p:cNvSpPr>
          <p:nvPr/>
        </p:nvSpPr>
        <p:spPr>
          <a:xfrm>
            <a:off x="766118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B08B924C-3362-DC83-DFE1-F21340FAA22C}"/>
              </a:ext>
            </a:extLst>
          </p:cNvPr>
          <p:cNvSpPr>
            <a:spLocks/>
          </p:cNvSpPr>
          <p:nvPr/>
        </p:nvSpPr>
        <p:spPr>
          <a:xfrm>
            <a:off x="75923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8501FFA0-19E2-7CDE-B287-7E967B1FE55C}"/>
              </a:ext>
            </a:extLst>
          </p:cNvPr>
          <p:cNvSpPr>
            <a:spLocks/>
          </p:cNvSpPr>
          <p:nvPr/>
        </p:nvSpPr>
        <p:spPr>
          <a:xfrm>
            <a:off x="7611050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BA7D2D9B-4A84-94BC-0169-5237C653781E}"/>
              </a:ext>
            </a:extLst>
          </p:cNvPr>
          <p:cNvSpPr>
            <a:spLocks/>
          </p:cNvSpPr>
          <p:nvPr/>
        </p:nvSpPr>
        <p:spPr>
          <a:xfrm>
            <a:off x="763187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B70DFE39-5B43-FCFC-0230-B8BF9CF0C258}"/>
              </a:ext>
            </a:extLst>
          </p:cNvPr>
          <p:cNvSpPr>
            <a:spLocks/>
          </p:cNvSpPr>
          <p:nvPr/>
        </p:nvSpPr>
        <p:spPr>
          <a:xfrm>
            <a:off x="75616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2B34F920-A181-D73C-6070-735D718DFB9C}"/>
              </a:ext>
            </a:extLst>
          </p:cNvPr>
          <p:cNvSpPr>
            <a:spLocks/>
          </p:cNvSpPr>
          <p:nvPr/>
        </p:nvSpPr>
        <p:spPr>
          <a:xfrm>
            <a:off x="7564469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BDD14FF5-5359-41DC-5A42-A3BDEAB782B6}"/>
              </a:ext>
            </a:extLst>
          </p:cNvPr>
          <p:cNvSpPr>
            <a:spLocks/>
          </p:cNvSpPr>
          <p:nvPr/>
        </p:nvSpPr>
        <p:spPr>
          <a:xfrm>
            <a:off x="766407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0A683D1E-B7A0-011A-271F-98B85D9E9DDC}"/>
              </a:ext>
            </a:extLst>
          </p:cNvPr>
          <p:cNvSpPr>
            <a:spLocks/>
          </p:cNvSpPr>
          <p:nvPr/>
        </p:nvSpPr>
        <p:spPr>
          <a:xfrm>
            <a:off x="76014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64B926DC-CA57-E3B2-9D2D-87FC357C2012}"/>
              </a:ext>
            </a:extLst>
          </p:cNvPr>
          <p:cNvSpPr>
            <a:spLocks/>
          </p:cNvSpPr>
          <p:nvPr/>
        </p:nvSpPr>
        <p:spPr>
          <a:xfrm>
            <a:off x="76393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E6D994BB-46E4-5973-17A4-3ED758E8A819}"/>
              </a:ext>
            </a:extLst>
          </p:cNvPr>
          <p:cNvSpPr>
            <a:spLocks/>
          </p:cNvSpPr>
          <p:nvPr/>
        </p:nvSpPr>
        <p:spPr>
          <a:xfrm>
            <a:off x="76151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9ABB1EA1-FE4F-7F9A-6F49-7E7205B3C16B}"/>
              </a:ext>
            </a:extLst>
          </p:cNvPr>
          <p:cNvSpPr>
            <a:spLocks/>
          </p:cNvSpPr>
          <p:nvPr/>
        </p:nvSpPr>
        <p:spPr>
          <a:xfrm>
            <a:off x="76709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C562DA8D-48E0-538B-13AC-46DAE4A922C0}"/>
              </a:ext>
            </a:extLst>
          </p:cNvPr>
          <p:cNvSpPr>
            <a:spLocks/>
          </p:cNvSpPr>
          <p:nvPr/>
        </p:nvSpPr>
        <p:spPr>
          <a:xfrm>
            <a:off x="75660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7AB0C0A-17B2-3DF1-5476-C6F4699ADF6E}"/>
              </a:ext>
            </a:extLst>
          </p:cNvPr>
          <p:cNvSpPr>
            <a:spLocks/>
          </p:cNvSpPr>
          <p:nvPr/>
        </p:nvSpPr>
        <p:spPr>
          <a:xfrm>
            <a:off x="75910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14215025-9814-A94B-208B-8267B72F6EDA}"/>
              </a:ext>
            </a:extLst>
          </p:cNvPr>
          <p:cNvSpPr>
            <a:spLocks/>
          </p:cNvSpPr>
          <p:nvPr/>
        </p:nvSpPr>
        <p:spPr>
          <a:xfrm>
            <a:off x="76583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89BBBB5E-4D55-2B75-1A7B-EBAC1BE4AFC6}"/>
              </a:ext>
            </a:extLst>
          </p:cNvPr>
          <p:cNvSpPr>
            <a:spLocks/>
          </p:cNvSpPr>
          <p:nvPr/>
        </p:nvSpPr>
        <p:spPr>
          <a:xfrm>
            <a:off x="7645302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9527550-D5EA-61BD-86C3-3AC68F69F1EF}"/>
              </a:ext>
            </a:extLst>
          </p:cNvPr>
          <p:cNvSpPr>
            <a:spLocks/>
          </p:cNvSpPr>
          <p:nvPr/>
        </p:nvSpPr>
        <p:spPr>
          <a:xfrm>
            <a:off x="7597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9141F0BC-A779-EDB5-A7B5-06D5576B3320}"/>
              </a:ext>
            </a:extLst>
          </p:cNvPr>
          <p:cNvSpPr>
            <a:spLocks/>
          </p:cNvSpPr>
          <p:nvPr/>
        </p:nvSpPr>
        <p:spPr>
          <a:xfrm>
            <a:off x="760496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8D71DFE8-B995-E064-EBE1-15E2A06912CA}"/>
              </a:ext>
            </a:extLst>
          </p:cNvPr>
          <p:cNvSpPr>
            <a:spLocks/>
          </p:cNvSpPr>
          <p:nvPr/>
        </p:nvSpPr>
        <p:spPr>
          <a:xfrm>
            <a:off x="76240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EA4F5B88-C5CF-5E1D-08B4-9C820C24F60C}"/>
              </a:ext>
            </a:extLst>
          </p:cNvPr>
          <p:cNvSpPr>
            <a:spLocks/>
          </p:cNvSpPr>
          <p:nvPr/>
        </p:nvSpPr>
        <p:spPr>
          <a:xfrm>
            <a:off x="76332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BC24E488-BF8D-3719-ACF5-DB485C0D3826}"/>
              </a:ext>
            </a:extLst>
          </p:cNvPr>
          <p:cNvSpPr>
            <a:spLocks/>
          </p:cNvSpPr>
          <p:nvPr/>
        </p:nvSpPr>
        <p:spPr>
          <a:xfrm>
            <a:off x="7591803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1B532D97-6BBF-855A-81F8-2AFA87955090}"/>
              </a:ext>
            </a:extLst>
          </p:cNvPr>
          <p:cNvSpPr>
            <a:spLocks/>
          </p:cNvSpPr>
          <p:nvPr/>
        </p:nvSpPr>
        <p:spPr>
          <a:xfrm>
            <a:off x="75892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91DF09C8-D568-FE63-DB2F-D7ED74ADE55C}"/>
              </a:ext>
            </a:extLst>
          </p:cNvPr>
          <p:cNvSpPr>
            <a:spLocks/>
          </p:cNvSpPr>
          <p:nvPr/>
        </p:nvSpPr>
        <p:spPr>
          <a:xfrm>
            <a:off x="762114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5B16E34E-7B79-E944-BC56-6115A324CB8E}"/>
              </a:ext>
            </a:extLst>
          </p:cNvPr>
          <p:cNvSpPr>
            <a:spLocks/>
          </p:cNvSpPr>
          <p:nvPr/>
        </p:nvSpPr>
        <p:spPr>
          <a:xfrm>
            <a:off x="76265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ACD4170A-2F96-D7DD-9797-FD8B3CBEAF7D}"/>
              </a:ext>
            </a:extLst>
          </p:cNvPr>
          <p:cNvSpPr>
            <a:spLocks/>
          </p:cNvSpPr>
          <p:nvPr/>
        </p:nvSpPr>
        <p:spPr>
          <a:xfrm>
            <a:off x="75618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7F279991-06F8-B31E-4650-491E0769ADB7}"/>
              </a:ext>
            </a:extLst>
          </p:cNvPr>
          <p:cNvSpPr>
            <a:spLocks/>
          </p:cNvSpPr>
          <p:nvPr/>
        </p:nvSpPr>
        <p:spPr>
          <a:xfrm>
            <a:off x="75658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86CD0C72-1FAA-D98E-0BEE-A39F5252A907}"/>
              </a:ext>
            </a:extLst>
          </p:cNvPr>
          <p:cNvSpPr>
            <a:spLocks/>
          </p:cNvSpPr>
          <p:nvPr/>
        </p:nvSpPr>
        <p:spPr>
          <a:xfrm>
            <a:off x="759125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4328511B-C6BF-317D-66C7-6FFB0CE7F34F}"/>
              </a:ext>
            </a:extLst>
          </p:cNvPr>
          <p:cNvSpPr>
            <a:spLocks/>
          </p:cNvSpPr>
          <p:nvPr/>
        </p:nvSpPr>
        <p:spPr>
          <a:xfrm>
            <a:off x="75564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A8956CFC-5E5C-3F59-4B6B-7591C7239547}"/>
              </a:ext>
            </a:extLst>
          </p:cNvPr>
          <p:cNvSpPr>
            <a:spLocks/>
          </p:cNvSpPr>
          <p:nvPr/>
        </p:nvSpPr>
        <p:spPr>
          <a:xfrm>
            <a:off x="76539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D80F0814-10BC-52A4-D387-4BA0096145C9}"/>
              </a:ext>
            </a:extLst>
          </p:cNvPr>
          <p:cNvSpPr>
            <a:spLocks/>
          </p:cNvSpPr>
          <p:nvPr/>
        </p:nvSpPr>
        <p:spPr>
          <a:xfrm>
            <a:off x="76410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9F5EBAEC-9176-78EC-C01F-A85409F0CE56}"/>
              </a:ext>
            </a:extLst>
          </p:cNvPr>
          <p:cNvSpPr>
            <a:spLocks/>
          </p:cNvSpPr>
          <p:nvPr/>
        </p:nvSpPr>
        <p:spPr>
          <a:xfrm>
            <a:off x="758561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3F632EDA-C5BB-A362-750A-2267704E701F}"/>
              </a:ext>
            </a:extLst>
          </p:cNvPr>
          <p:cNvSpPr>
            <a:spLocks/>
          </p:cNvSpPr>
          <p:nvPr/>
        </p:nvSpPr>
        <p:spPr>
          <a:xfrm>
            <a:off x="76600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CFA3B0C6-A44E-8BF6-27CD-3594047E2861}"/>
              </a:ext>
            </a:extLst>
          </p:cNvPr>
          <p:cNvSpPr>
            <a:spLocks/>
          </p:cNvSpPr>
          <p:nvPr/>
        </p:nvSpPr>
        <p:spPr>
          <a:xfrm>
            <a:off x="75573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CE51F41C-BB0E-B3DD-2E41-568F503C0641}"/>
              </a:ext>
            </a:extLst>
          </p:cNvPr>
          <p:cNvSpPr>
            <a:spLocks/>
          </p:cNvSpPr>
          <p:nvPr/>
        </p:nvSpPr>
        <p:spPr>
          <a:xfrm>
            <a:off x="7607033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5F2D78D4-0DEE-19DB-B866-5B0DB8AA6BA3}"/>
              </a:ext>
            </a:extLst>
          </p:cNvPr>
          <p:cNvSpPr>
            <a:spLocks/>
          </p:cNvSpPr>
          <p:nvPr/>
        </p:nvSpPr>
        <p:spPr>
          <a:xfrm>
            <a:off x="75853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CCCC0784-F1C6-87BC-C4E0-1FB952540B76}"/>
              </a:ext>
            </a:extLst>
          </p:cNvPr>
          <p:cNvSpPr>
            <a:spLocks/>
          </p:cNvSpPr>
          <p:nvPr/>
        </p:nvSpPr>
        <p:spPr>
          <a:xfrm>
            <a:off x="7607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C8E88679-F439-F79C-0F8B-8D373E81EE03}"/>
              </a:ext>
            </a:extLst>
          </p:cNvPr>
          <p:cNvSpPr>
            <a:spLocks/>
          </p:cNvSpPr>
          <p:nvPr/>
        </p:nvSpPr>
        <p:spPr>
          <a:xfrm>
            <a:off x="75960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4346DEDD-C0D7-2E44-161C-27F427400124}"/>
              </a:ext>
            </a:extLst>
          </p:cNvPr>
          <p:cNvSpPr>
            <a:spLocks/>
          </p:cNvSpPr>
          <p:nvPr/>
        </p:nvSpPr>
        <p:spPr>
          <a:xfrm>
            <a:off x="76117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2E9D2DA9-7B08-3818-8074-C221F020D3A6}"/>
              </a:ext>
            </a:extLst>
          </p:cNvPr>
          <p:cNvSpPr>
            <a:spLocks/>
          </p:cNvSpPr>
          <p:nvPr/>
        </p:nvSpPr>
        <p:spPr>
          <a:xfrm>
            <a:off x="761479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32661AC6-12FF-F52A-B39E-B09135BA4BC2}"/>
              </a:ext>
            </a:extLst>
          </p:cNvPr>
          <p:cNvSpPr>
            <a:spLocks/>
          </p:cNvSpPr>
          <p:nvPr/>
        </p:nvSpPr>
        <p:spPr>
          <a:xfrm>
            <a:off x="76050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FB382D95-BFA9-FBE5-0B24-EC66ED9F6649}"/>
              </a:ext>
            </a:extLst>
          </p:cNvPr>
          <p:cNvSpPr>
            <a:spLocks/>
          </p:cNvSpPr>
          <p:nvPr/>
        </p:nvSpPr>
        <p:spPr>
          <a:xfrm>
            <a:off x="75859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0EB6AEC4-BEC3-E589-71F6-E2886546EC87}"/>
              </a:ext>
            </a:extLst>
          </p:cNvPr>
          <p:cNvSpPr>
            <a:spLocks/>
          </p:cNvSpPr>
          <p:nvPr/>
        </p:nvSpPr>
        <p:spPr>
          <a:xfrm>
            <a:off x="7672648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4980905D-3CD6-1A2B-ACD5-54F8DFCC0269}"/>
              </a:ext>
            </a:extLst>
          </p:cNvPr>
          <p:cNvSpPr>
            <a:spLocks/>
          </p:cNvSpPr>
          <p:nvPr/>
        </p:nvSpPr>
        <p:spPr>
          <a:xfrm>
            <a:off x="7643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D1A04DFF-D205-398C-CF16-BE8FB4D9F994}"/>
              </a:ext>
            </a:extLst>
          </p:cNvPr>
          <p:cNvSpPr>
            <a:spLocks/>
          </p:cNvSpPr>
          <p:nvPr/>
        </p:nvSpPr>
        <p:spPr>
          <a:xfrm>
            <a:off x="755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A7A1088F-6206-DBB1-3BED-E72DAFD01FB2}"/>
              </a:ext>
            </a:extLst>
          </p:cNvPr>
          <p:cNvSpPr>
            <a:spLocks/>
          </p:cNvSpPr>
          <p:nvPr/>
        </p:nvSpPr>
        <p:spPr>
          <a:xfrm>
            <a:off x="75891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FB104082-0A90-C1E8-233B-3C6AB4006E67}"/>
              </a:ext>
            </a:extLst>
          </p:cNvPr>
          <p:cNvSpPr>
            <a:spLocks/>
          </p:cNvSpPr>
          <p:nvPr/>
        </p:nvSpPr>
        <p:spPr>
          <a:xfrm>
            <a:off x="76207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9AEF97C0-216C-406C-24F0-F7CA3393A83E}"/>
              </a:ext>
            </a:extLst>
          </p:cNvPr>
          <p:cNvSpPr>
            <a:spLocks/>
          </p:cNvSpPr>
          <p:nvPr/>
        </p:nvSpPr>
        <p:spPr>
          <a:xfrm>
            <a:off x="75766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B19369C-3353-DFCA-B6F9-55439561392C}"/>
              </a:ext>
            </a:extLst>
          </p:cNvPr>
          <p:cNvSpPr>
            <a:spLocks/>
          </p:cNvSpPr>
          <p:nvPr/>
        </p:nvSpPr>
        <p:spPr>
          <a:xfrm>
            <a:off x="7661513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9A25E96D-F383-7610-1C35-E385EE5A0C0E}"/>
              </a:ext>
            </a:extLst>
          </p:cNvPr>
          <p:cNvSpPr>
            <a:spLocks/>
          </p:cNvSpPr>
          <p:nvPr/>
        </p:nvSpPr>
        <p:spPr>
          <a:xfrm>
            <a:off x="7641309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35394BE1-6F8C-A485-675E-C4186B8D9084}"/>
              </a:ext>
            </a:extLst>
          </p:cNvPr>
          <p:cNvSpPr>
            <a:spLocks/>
          </p:cNvSpPr>
          <p:nvPr/>
        </p:nvSpPr>
        <p:spPr>
          <a:xfrm>
            <a:off x="7642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5B883D4A-2794-2DFD-41D8-910F3E869F2A}"/>
              </a:ext>
            </a:extLst>
          </p:cNvPr>
          <p:cNvSpPr>
            <a:spLocks/>
          </p:cNvSpPr>
          <p:nvPr/>
        </p:nvSpPr>
        <p:spPr>
          <a:xfrm>
            <a:off x="76538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CA13C1F3-5881-53C0-67CA-45DB4D40514F}"/>
              </a:ext>
            </a:extLst>
          </p:cNvPr>
          <p:cNvSpPr>
            <a:spLocks/>
          </p:cNvSpPr>
          <p:nvPr/>
        </p:nvSpPr>
        <p:spPr>
          <a:xfrm>
            <a:off x="75906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988EC8E-C64E-6ABA-98D3-AC0F1F41DE2A}"/>
              </a:ext>
            </a:extLst>
          </p:cNvPr>
          <p:cNvSpPr>
            <a:spLocks/>
          </p:cNvSpPr>
          <p:nvPr/>
        </p:nvSpPr>
        <p:spPr>
          <a:xfrm>
            <a:off x="7602566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843B4C1B-77E2-0182-B196-E4FBAA195AAC}"/>
              </a:ext>
            </a:extLst>
          </p:cNvPr>
          <p:cNvSpPr>
            <a:spLocks/>
          </p:cNvSpPr>
          <p:nvPr/>
        </p:nvSpPr>
        <p:spPr>
          <a:xfrm>
            <a:off x="75665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6990D996-8797-41FC-0BDF-E9F8B4188296}"/>
              </a:ext>
            </a:extLst>
          </p:cNvPr>
          <p:cNvSpPr>
            <a:spLocks/>
          </p:cNvSpPr>
          <p:nvPr/>
        </p:nvSpPr>
        <p:spPr>
          <a:xfrm>
            <a:off x="7573581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CDCECE40-706E-DC67-CB45-52641CCFC53E}"/>
              </a:ext>
            </a:extLst>
          </p:cNvPr>
          <p:cNvSpPr>
            <a:spLocks/>
          </p:cNvSpPr>
          <p:nvPr/>
        </p:nvSpPr>
        <p:spPr>
          <a:xfrm>
            <a:off x="760906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BAC614-666C-D972-982E-EAC00C9A0EBE}"/>
              </a:ext>
            </a:extLst>
          </p:cNvPr>
          <p:cNvSpPr>
            <a:spLocks/>
          </p:cNvSpPr>
          <p:nvPr/>
        </p:nvSpPr>
        <p:spPr>
          <a:xfrm>
            <a:off x="7615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4EE38582-FBC8-3A97-D63D-510A5FB43782}"/>
              </a:ext>
            </a:extLst>
          </p:cNvPr>
          <p:cNvSpPr>
            <a:spLocks/>
          </p:cNvSpPr>
          <p:nvPr/>
        </p:nvSpPr>
        <p:spPr>
          <a:xfrm>
            <a:off x="763420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F7AA642E-F0EE-6980-767C-50317E3E4A4B}"/>
              </a:ext>
            </a:extLst>
          </p:cNvPr>
          <p:cNvSpPr>
            <a:spLocks/>
          </p:cNvSpPr>
          <p:nvPr/>
        </p:nvSpPr>
        <p:spPr>
          <a:xfrm>
            <a:off x="763133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8752E1CD-4BAF-0A8B-7509-29E39776778D}"/>
              </a:ext>
            </a:extLst>
          </p:cNvPr>
          <p:cNvSpPr>
            <a:spLocks/>
          </p:cNvSpPr>
          <p:nvPr/>
        </p:nvSpPr>
        <p:spPr>
          <a:xfrm>
            <a:off x="767110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3E8DB68A-239C-3692-9A55-ED97532DA484}"/>
              </a:ext>
            </a:extLst>
          </p:cNvPr>
          <p:cNvSpPr>
            <a:spLocks/>
          </p:cNvSpPr>
          <p:nvPr/>
        </p:nvSpPr>
        <p:spPr>
          <a:xfrm>
            <a:off x="760333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6C1B8276-01AE-7755-FBD2-EC0E45348F58}"/>
              </a:ext>
            </a:extLst>
          </p:cNvPr>
          <p:cNvSpPr>
            <a:spLocks/>
          </p:cNvSpPr>
          <p:nvPr/>
        </p:nvSpPr>
        <p:spPr>
          <a:xfrm>
            <a:off x="757233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1CD13D61-3CE7-A5CA-0CEE-FD65E1BDE331}"/>
              </a:ext>
            </a:extLst>
          </p:cNvPr>
          <p:cNvSpPr>
            <a:spLocks/>
          </p:cNvSpPr>
          <p:nvPr/>
        </p:nvSpPr>
        <p:spPr>
          <a:xfrm>
            <a:off x="75937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E3C3D336-522D-48B4-1050-23B15080CEDA}"/>
              </a:ext>
            </a:extLst>
          </p:cNvPr>
          <p:cNvSpPr>
            <a:spLocks/>
          </p:cNvSpPr>
          <p:nvPr/>
        </p:nvSpPr>
        <p:spPr>
          <a:xfrm>
            <a:off x="758847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B7977031-60CA-2CEE-1FCF-804C7A4EB4BA}"/>
              </a:ext>
            </a:extLst>
          </p:cNvPr>
          <p:cNvSpPr>
            <a:spLocks/>
          </p:cNvSpPr>
          <p:nvPr/>
        </p:nvSpPr>
        <p:spPr>
          <a:xfrm>
            <a:off x="757596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ED3F79E5-166F-F6EA-6945-8E6547382A47}"/>
              </a:ext>
            </a:extLst>
          </p:cNvPr>
          <p:cNvSpPr>
            <a:spLocks/>
          </p:cNvSpPr>
          <p:nvPr/>
        </p:nvSpPr>
        <p:spPr>
          <a:xfrm>
            <a:off x="7612872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82CC0940-9DA7-53A0-48DE-50CAC8B1402D}"/>
              </a:ext>
            </a:extLst>
          </p:cNvPr>
          <p:cNvSpPr>
            <a:spLocks/>
          </p:cNvSpPr>
          <p:nvPr/>
        </p:nvSpPr>
        <p:spPr>
          <a:xfrm>
            <a:off x="76161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B5611640-0F62-B109-480E-12B088AED818}"/>
              </a:ext>
            </a:extLst>
          </p:cNvPr>
          <p:cNvSpPr>
            <a:spLocks/>
          </p:cNvSpPr>
          <p:nvPr/>
        </p:nvSpPr>
        <p:spPr>
          <a:xfrm>
            <a:off x="7653597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347700CB-A81F-4117-2046-DE4541AA2D65}"/>
              </a:ext>
            </a:extLst>
          </p:cNvPr>
          <p:cNvSpPr>
            <a:spLocks/>
          </p:cNvSpPr>
          <p:nvPr/>
        </p:nvSpPr>
        <p:spPr>
          <a:xfrm>
            <a:off x="76181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51711D41-9C4F-606A-3DC5-CF64C2526BC4}"/>
              </a:ext>
            </a:extLst>
          </p:cNvPr>
          <p:cNvSpPr>
            <a:spLocks/>
          </p:cNvSpPr>
          <p:nvPr/>
        </p:nvSpPr>
        <p:spPr>
          <a:xfrm>
            <a:off x="76612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AF015409-D533-DA99-C1BB-04E904B48439}"/>
              </a:ext>
            </a:extLst>
          </p:cNvPr>
          <p:cNvSpPr>
            <a:spLocks/>
          </p:cNvSpPr>
          <p:nvPr/>
        </p:nvSpPr>
        <p:spPr>
          <a:xfrm>
            <a:off x="75842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1DAA4E45-CB20-3F95-259B-CC384CA0555E}"/>
              </a:ext>
            </a:extLst>
          </p:cNvPr>
          <p:cNvSpPr>
            <a:spLocks/>
          </p:cNvSpPr>
          <p:nvPr/>
        </p:nvSpPr>
        <p:spPr>
          <a:xfrm>
            <a:off x="75926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99F645C0-3166-CD71-0EBA-AE5217C9A3D7}"/>
              </a:ext>
            </a:extLst>
          </p:cNvPr>
          <p:cNvSpPr>
            <a:spLocks/>
          </p:cNvSpPr>
          <p:nvPr/>
        </p:nvSpPr>
        <p:spPr>
          <a:xfrm>
            <a:off x="7657432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185E2AA5-538B-3C44-31CA-1BCDC7C60456}"/>
              </a:ext>
            </a:extLst>
          </p:cNvPr>
          <p:cNvSpPr>
            <a:spLocks/>
          </p:cNvSpPr>
          <p:nvPr/>
        </p:nvSpPr>
        <p:spPr>
          <a:xfrm>
            <a:off x="75827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F7A129FB-D99C-18A0-EAD2-25E7E4CA6E21}"/>
              </a:ext>
            </a:extLst>
          </p:cNvPr>
          <p:cNvSpPr>
            <a:spLocks/>
          </p:cNvSpPr>
          <p:nvPr/>
        </p:nvSpPr>
        <p:spPr>
          <a:xfrm>
            <a:off x="759729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93C374B9-8726-32CD-6387-1C94511329F7}"/>
              </a:ext>
            </a:extLst>
          </p:cNvPr>
          <p:cNvSpPr>
            <a:spLocks/>
          </p:cNvSpPr>
          <p:nvPr/>
        </p:nvSpPr>
        <p:spPr>
          <a:xfrm>
            <a:off x="7618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FFF13D71-8019-077C-6FB9-917DCD8F051C}"/>
              </a:ext>
            </a:extLst>
          </p:cNvPr>
          <p:cNvSpPr>
            <a:spLocks/>
          </p:cNvSpPr>
          <p:nvPr/>
        </p:nvSpPr>
        <p:spPr>
          <a:xfrm>
            <a:off x="7642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E4DC4F87-5274-0CAC-80C4-F6F91234DF37}"/>
              </a:ext>
            </a:extLst>
          </p:cNvPr>
          <p:cNvSpPr>
            <a:spLocks/>
          </p:cNvSpPr>
          <p:nvPr/>
        </p:nvSpPr>
        <p:spPr>
          <a:xfrm>
            <a:off x="76199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B1D2EC29-44EA-F117-67A4-7F5C882EB753}"/>
              </a:ext>
            </a:extLst>
          </p:cNvPr>
          <p:cNvSpPr>
            <a:spLocks/>
          </p:cNvSpPr>
          <p:nvPr/>
        </p:nvSpPr>
        <p:spPr>
          <a:xfrm>
            <a:off x="81504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2B8A3CCA-16C1-9E6F-8D7F-DC49B52B658E}"/>
              </a:ext>
            </a:extLst>
          </p:cNvPr>
          <p:cNvSpPr>
            <a:spLocks/>
          </p:cNvSpPr>
          <p:nvPr/>
        </p:nvSpPr>
        <p:spPr>
          <a:xfrm>
            <a:off x="8159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9CB2EB4C-2B0D-D8E9-9A02-464AA0205C3E}"/>
              </a:ext>
            </a:extLst>
          </p:cNvPr>
          <p:cNvSpPr>
            <a:spLocks/>
          </p:cNvSpPr>
          <p:nvPr/>
        </p:nvSpPr>
        <p:spPr>
          <a:xfrm>
            <a:off x="81341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B37FA7B1-5766-933A-DF60-2A1B0CF1536C}"/>
              </a:ext>
            </a:extLst>
          </p:cNvPr>
          <p:cNvSpPr>
            <a:spLocks/>
          </p:cNvSpPr>
          <p:nvPr/>
        </p:nvSpPr>
        <p:spPr>
          <a:xfrm>
            <a:off x="81327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9F23544-B902-0C64-365F-64DC32E5967C}"/>
              </a:ext>
            </a:extLst>
          </p:cNvPr>
          <p:cNvSpPr>
            <a:spLocks/>
          </p:cNvSpPr>
          <p:nvPr/>
        </p:nvSpPr>
        <p:spPr>
          <a:xfrm>
            <a:off x="8133416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9CC191CC-A384-8300-58AC-B5E9E473D7D7}"/>
              </a:ext>
            </a:extLst>
          </p:cNvPr>
          <p:cNvSpPr>
            <a:spLocks/>
          </p:cNvSpPr>
          <p:nvPr/>
        </p:nvSpPr>
        <p:spPr>
          <a:xfrm>
            <a:off x="81798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D3D4B75-ED21-9A81-7969-26DB0FC8A076}"/>
              </a:ext>
            </a:extLst>
          </p:cNvPr>
          <p:cNvSpPr>
            <a:spLocks/>
          </p:cNvSpPr>
          <p:nvPr/>
        </p:nvSpPr>
        <p:spPr>
          <a:xfrm>
            <a:off x="81449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A3AF359B-2702-2531-F8F9-96B771950CF6}"/>
              </a:ext>
            </a:extLst>
          </p:cNvPr>
          <p:cNvSpPr>
            <a:spLocks/>
          </p:cNvSpPr>
          <p:nvPr/>
        </p:nvSpPr>
        <p:spPr>
          <a:xfrm>
            <a:off x="81553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8EEFBC4E-918E-D4F9-A6A3-09474ECB97B7}"/>
              </a:ext>
            </a:extLst>
          </p:cNvPr>
          <p:cNvSpPr>
            <a:spLocks/>
          </p:cNvSpPr>
          <p:nvPr/>
        </p:nvSpPr>
        <p:spPr>
          <a:xfrm>
            <a:off x="80955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31CE5A82-F56B-9EF1-A3B9-D223A2FD8DFB}"/>
              </a:ext>
            </a:extLst>
          </p:cNvPr>
          <p:cNvSpPr>
            <a:spLocks/>
          </p:cNvSpPr>
          <p:nvPr/>
        </p:nvSpPr>
        <p:spPr>
          <a:xfrm>
            <a:off x="820293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3FEE6F1A-E2F0-D8C9-F672-530F6B5AFEE1}"/>
              </a:ext>
            </a:extLst>
          </p:cNvPr>
          <p:cNvSpPr>
            <a:spLocks/>
          </p:cNvSpPr>
          <p:nvPr/>
        </p:nvSpPr>
        <p:spPr>
          <a:xfrm>
            <a:off x="8187572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C5ADAB9B-4F7A-9DB8-C60C-BAA2B9483282}"/>
              </a:ext>
            </a:extLst>
          </p:cNvPr>
          <p:cNvSpPr>
            <a:spLocks/>
          </p:cNvSpPr>
          <p:nvPr/>
        </p:nvSpPr>
        <p:spPr>
          <a:xfrm>
            <a:off x="8108426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39E277E6-E82D-2E6F-08FB-2317C1F78E40}"/>
              </a:ext>
            </a:extLst>
          </p:cNvPr>
          <p:cNvSpPr>
            <a:spLocks/>
          </p:cNvSpPr>
          <p:nvPr/>
        </p:nvSpPr>
        <p:spPr>
          <a:xfrm>
            <a:off x="813593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DFAB4850-B03C-4A6E-B730-1A6636025374}"/>
              </a:ext>
            </a:extLst>
          </p:cNvPr>
          <p:cNvSpPr>
            <a:spLocks/>
          </p:cNvSpPr>
          <p:nvPr/>
        </p:nvSpPr>
        <p:spPr>
          <a:xfrm>
            <a:off x="820702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1F9A7228-357E-07C4-175C-FEB7E7AD80FF}"/>
              </a:ext>
            </a:extLst>
          </p:cNvPr>
          <p:cNvSpPr>
            <a:spLocks/>
          </p:cNvSpPr>
          <p:nvPr/>
        </p:nvSpPr>
        <p:spPr>
          <a:xfrm>
            <a:off x="809202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B449A891-0C02-D92A-DAE0-6F308D96EBAE}"/>
              </a:ext>
            </a:extLst>
          </p:cNvPr>
          <p:cNvSpPr>
            <a:spLocks/>
          </p:cNvSpPr>
          <p:nvPr/>
        </p:nvSpPr>
        <p:spPr>
          <a:xfrm>
            <a:off x="814949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659281C1-7471-628E-A207-CA418332476C}"/>
              </a:ext>
            </a:extLst>
          </p:cNvPr>
          <p:cNvSpPr>
            <a:spLocks/>
          </p:cNvSpPr>
          <p:nvPr/>
        </p:nvSpPr>
        <p:spPr>
          <a:xfrm>
            <a:off x="81554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8D1C2C58-76BE-48B9-EF5E-47BE24359F6D}"/>
              </a:ext>
            </a:extLst>
          </p:cNvPr>
          <p:cNvSpPr>
            <a:spLocks/>
          </p:cNvSpPr>
          <p:nvPr/>
        </p:nvSpPr>
        <p:spPr>
          <a:xfrm>
            <a:off x="814791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5BF636F4-2C40-D1F1-903A-2FF9447DFED7}"/>
              </a:ext>
            </a:extLst>
          </p:cNvPr>
          <p:cNvSpPr>
            <a:spLocks/>
          </p:cNvSpPr>
          <p:nvPr/>
        </p:nvSpPr>
        <p:spPr>
          <a:xfrm>
            <a:off x="820773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A0FB86BA-8115-20A8-F7EC-64C9EEA52CD2}"/>
              </a:ext>
            </a:extLst>
          </p:cNvPr>
          <p:cNvSpPr>
            <a:spLocks/>
          </p:cNvSpPr>
          <p:nvPr/>
        </p:nvSpPr>
        <p:spPr>
          <a:xfrm>
            <a:off x="819089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E03312CB-E090-5DA5-F169-AE3E13305767}"/>
              </a:ext>
            </a:extLst>
          </p:cNvPr>
          <p:cNvSpPr>
            <a:spLocks/>
          </p:cNvSpPr>
          <p:nvPr/>
        </p:nvSpPr>
        <p:spPr>
          <a:xfrm>
            <a:off x="8100732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D71110F4-6AE9-9114-C710-D4B28F0085F8}"/>
              </a:ext>
            </a:extLst>
          </p:cNvPr>
          <p:cNvSpPr>
            <a:spLocks/>
          </p:cNvSpPr>
          <p:nvPr/>
        </p:nvSpPr>
        <p:spPr>
          <a:xfrm>
            <a:off x="81140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1CBC503B-DFB7-EC8D-58CB-0126263060C7}"/>
              </a:ext>
            </a:extLst>
          </p:cNvPr>
          <p:cNvSpPr>
            <a:spLocks/>
          </p:cNvSpPr>
          <p:nvPr/>
        </p:nvSpPr>
        <p:spPr>
          <a:xfrm>
            <a:off x="812762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7903DE67-B5B0-5F08-A1BE-08EB08873077}"/>
              </a:ext>
            </a:extLst>
          </p:cNvPr>
          <p:cNvSpPr>
            <a:spLocks/>
          </p:cNvSpPr>
          <p:nvPr/>
        </p:nvSpPr>
        <p:spPr>
          <a:xfrm>
            <a:off x="814944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581E69B1-3802-DB97-6102-85E165EA9406}"/>
              </a:ext>
            </a:extLst>
          </p:cNvPr>
          <p:cNvSpPr>
            <a:spLocks/>
          </p:cNvSpPr>
          <p:nvPr/>
        </p:nvSpPr>
        <p:spPr>
          <a:xfrm>
            <a:off x="8185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2EA3CF84-E931-F5D5-40E5-A1A46D0F0EDA}"/>
              </a:ext>
            </a:extLst>
          </p:cNvPr>
          <p:cNvSpPr>
            <a:spLocks/>
          </p:cNvSpPr>
          <p:nvPr/>
        </p:nvSpPr>
        <p:spPr>
          <a:xfrm>
            <a:off x="8163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0BF4AB9A-D94D-7DCA-68F6-469798DE6FF9}"/>
              </a:ext>
            </a:extLst>
          </p:cNvPr>
          <p:cNvSpPr>
            <a:spLocks/>
          </p:cNvSpPr>
          <p:nvPr/>
        </p:nvSpPr>
        <p:spPr>
          <a:xfrm>
            <a:off x="819215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23511596-EB12-D57A-671B-833429703E88}"/>
              </a:ext>
            </a:extLst>
          </p:cNvPr>
          <p:cNvSpPr>
            <a:spLocks/>
          </p:cNvSpPr>
          <p:nvPr/>
        </p:nvSpPr>
        <p:spPr>
          <a:xfrm>
            <a:off x="8116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ACEA5269-0CB4-4C8C-BD1F-F31C536EF921}"/>
              </a:ext>
            </a:extLst>
          </p:cNvPr>
          <p:cNvSpPr>
            <a:spLocks/>
          </p:cNvSpPr>
          <p:nvPr/>
        </p:nvSpPr>
        <p:spPr>
          <a:xfrm>
            <a:off x="815754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EF617E71-DACF-AA7E-6219-E82741812901}"/>
              </a:ext>
            </a:extLst>
          </p:cNvPr>
          <p:cNvSpPr>
            <a:spLocks/>
          </p:cNvSpPr>
          <p:nvPr/>
        </p:nvSpPr>
        <p:spPr>
          <a:xfrm>
            <a:off x="81582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BAFC64F6-EF5E-912E-F0D7-8A72AB99DDF9}"/>
              </a:ext>
            </a:extLst>
          </p:cNvPr>
          <p:cNvSpPr>
            <a:spLocks/>
          </p:cNvSpPr>
          <p:nvPr/>
        </p:nvSpPr>
        <p:spPr>
          <a:xfrm>
            <a:off x="80912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1D57CA4F-FCC1-F42A-E514-58FF10696777}"/>
              </a:ext>
            </a:extLst>
          </p:cNvPr>
          <p:cNvSpPr>
            <a:spLocks/>
          </p:cNvSpPr>
          <p:nvPr/>
        </p:nvSpPr>
        <p:spPr>
          <a:xfrm>
            <a:off x="8094876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D5329612-B1E7-9EED-7D7D-606F489C6A76}"/>
              </a:ext>
            </a:extLst>
          </p:cNvPr>
          <p:cNvSpPr>
            <a:spLocks/>
          </p:cNvSpPr>
          <p:nvPr/>
        </p:nvSpPr>
        <p:spPr>
          <a:xfrm>
            <a:off x="812576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0AC45884-AAD0-E175-731E-EE0E9EA1D4B0}"/>
              </a:ext>
            </a:extLst>
          </p:cNvPr>
          <p:cNvSpPr>
            <a:spLocks/>
          </p:cNvSpPr>
          <p:nvPr/>
        </p:nvSpPr>
        <p:spPr>
          <a:xfrm>
            <a:off x="8112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6CDE9152-0341-012B-7679-0DCA8DC41E51}"/>
              </a:ext>
            </a:extLst>
          </p:cNvPr>
          <p:cNvSpPr>
            <a:spLocks/>
          </p:cNvSpPr>
          <p:nvPr/>
        </p:nvSpPr>
        <p:spPr>
          <a:xfrm>
            <a:off x="81416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F3656C8D-49E6-E273-914F-FF2D7FB1FC66}"/>
              </a:ext>
            </a:extLst>
          </p:cNvPr>
          <p:cNvSpPr>
            <a:spLocks/>
          </p:cNvSpPr>
          <p:nvPr/>
        </p:nvSpPr>
        <p:spPr>
          <a:xfrm>
            <a:off x="81256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521E58FD-9867-2CF5-91E0-2E418393F570}"/>
              </a:ext>
            </a:extLst>
          </p:cNvPr>
          <p:cNvSpPr>
            <a:spLocks/>
          </p:cNvSpPr>
          <p:nvPr/>
        </p:nvSpPr>
        <p:spPr>
          <a:xfrm>
            <a:off x="81786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08947D36-5749-2FD1-1B5C-A0F96D82F699}"/>
              </a:ext>
            </a:extLst>
          </p:cNvPr>
          <p:cNvSpPr>
            <a:spLocks/>
          </p:cNvSpPr>
          <p:nvPr/>
        </p:nvSpPr>
        <p:spPr>
          <a:xfrm>
            <a:off x="817547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8976F239-EE66-BF3A-4BC0-21DBF04BF394}"/>
              </a:ext>
            </a:extLst>
          </p:cNvPr>
          <p:cNvSpPr>
            <a:spLocks/>
          </p:cNvSpPr>
          <p:nvPr/>
        </p:nvSpPr>
        <p:spPr>
          <a:xfrm>
            <a:off x="80887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E79F842-AB5A-6281-FA74-BB96EDA9F1F2}"/>
              </a:ext>
            </a:extLst>
          </p:cNvPr>
          <p:cNvSpPr>
            <a:spLocks/>
          </p:cNvSpPr>
          <p:nvPr/>
        </p:nvSpPr>
        <p:spPr>
          <a:xfrm>
            <a:off x="8136428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01386D04-3A0A-F6B6-A21D-BAE1ED1C68A7}"/>
              </a:ext>
            </a:extLst>
          </p:cNvPr>
          <p:cNvSpPr>
            <a:spLocks/>
          </p:cNvSpPr>
          <p:nvPr/>
        </p:nvSpPr>
        <p:spPr>
          <a:xfrm>
            <a:off x="81492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221C2B08-3059-96C1-DEE3-53C81D6164DE}"/>
              </a:ext>
            </a:extLst>
          </p:cNvPr>
          <p:cNvSpPr>
            <a:spLocks/>
          </p:cNvSpPr>
          <p:nvPr/>
        </p:nvSpPr>
        <p:spPr>
          <a:xfrm>
            <a:off x="81517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8AB56802-DA3C-787E-4EE8-5C6F220844FD}"/>
              </a:ext>
            </a:extLst>
          </p:cNvPr>
          <p:cNvSpPr>
            <a:spLocks/>
          </p:cNvSpPr>
          <p:nvPr/>
        </p:nvSpPr>
        <p:spPr>
          <a:xfrm>
            <a:off x="81466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E0782DB7-6F62-5AE6-3CD4-D5F4FF8AD9E2}"/>
              </a:ext>
            </a:extLst>
          </p:cNvPr>
          <p:cNvSpPr>
            <a:spLocks/>
          </p:cNvSpPr>
          <p:nvPr/>
        </p:nvSpPr>
        <p:spPr>
          <a:xfrm>
            <a:off x="8185268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90B89148-116F-96A4-4693-0200F44C8BA2}"/>
              </a:ext>
            </a:extLst>
          </p:cNvPr>
          <p:cNvSpPr>
            <a:spLocks/>
          </p:cNvSpPr>
          <p:nvPr/>
        </p:nvSpPr>
        <p:spPr>
          <a:xfrm>
            <a:off x="80994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8847273C-A82D-026F-986F-6D9D9DDD85AC}"/>
              </a:ext>
            </a:extLst>
          </p:cNvPr>
          <p:cNvSpPr>
            <a:spLocks/>
          </p:cNvSpPr>
          <p:nvPr/>
        </p:nvSpPr>
        <p:spPr>
          <a:xfrm>
            <a:off x="8098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223379D-71F0-0DB7-875C-73A927914701}"/>
              </a:ext>
            </a:extLst>
          </p:cNvPr>
          <p:cNvSpPr>
            <a:spLocks/>
          </p:cNvSpPr>
          <p:nvPr/>
        </p:nvSpPr>
        <p:spPr>
          <a:xfrm>
            <a:off x="811443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BB252D65-2994-A90A-5A51-CCF89C6CDCE1}"/>
              </a:ext>
            </a:extLst>
          </p:cNvPr>
          <p:cNvSpPr>
            <a:spLocks/>
          </p:cNvSpPr>
          <p:nvPr/>
        </p:nvSpPr>
        <p:spPr>
          <a:xfrm>
            <a:off x="81593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B93E177B-F762-6253-0F9C-AEEF55802BA1}"/>
              </a:ext>
            </a:extLst>
          </p:cNvPr>
          <p:cNvSpPr>
            <a:spLocks/>
          </p:cNvSpPr>
          <p:nvPr/>
        </p:nvSpPr>
        <p:spPr>
          <a:xfrm>
            <a:off x="81382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8760AA74-5246-836A-BACB-D5F2A7BD88D4}"/>
              </a:ext>
            </a:extLst>
          </p:cNvPr>
          <p:cNvSpPr>
            <a:spLocks/>
          </p:cNvSpPr>
          <p:nvPr/>
        </p:nvSpPr>
        <p:spPr>
          <a:xfrm>
            <a:off x="8187142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700CFD5B-9B99-F709-2B76-A30C8E7A0665}"/>
              </a:ext>
            </a:extLst>
          </p:cNvPr>
          <p:cNvSpPr>
            <a:spLocks/>
          </p:cNvSpPr>
          <p:nvPr/>
        </p:nvSpPr>
        <p:spPr>
          <a:xfrm>
            <a:off x="8189783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01C53DC2-D74C-3EA0-22EC-64350F844AA2}"/>
              </a:ext>
            </a:extLst>
          </p:cNvPr>
          <p:cNvSpPr>
            <a:spLocks/>
          </p:cNvSpPr>
          <p:nvPr/>
        </p:nvSpPr>
        <p:spPr>
          <a:xfrm>
            <a:off x="81236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8AF9BE51-2EBD-F1B0-16F0-7352A87C417F}"/>
              </a:ext>
            </a:extLst>
          </p:cNvPr>
          <p:cNvSpPr>
            <a:spLocks/>
          </p:cNvSpPr>
          <p:nvPr/>
        </p:nvSpPr>
        <p:spPr>
          <a:xfrm>
            <a:off x="8129614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A19F1406-DFE6-E26B-BA35-0EDE16EB7197}"/>
              </a:ext>
            </a:extLst>
          </p:cNvPr>
          <p:cNvSpPr>
            <a:spLocks/>
          </p:cNvSpPr>
          <p:nvPr/>
        </p:nvSpPr>
        <p:spPr>
          <a:xfrm>
            <a:off x="8117024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AE6969AF-DFA2-701B-25AF-196A36AA42B5}"/>
              </a:ext>
            </a:extLst>
          </p:cNvPr>
          <p:cNvSpPr>
            <a:spLocks/>
          </p:cNvSpPr>
          <p:nvPr/>
        </p:nvSpPr>
        <p:spPr>
          <a:xfrm>
            <a:off x="8155797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873EF3FB-D675-46D4-A1E0-7A7762FD670F}"/>
              </a:ext>
            </a:extLst>
          </p:cNvPr>
          <p:cNvSpPr>
            <a:spLocks/>
          </p:cNvSpPr>
          <p:nvPr/>
        </p:nvSpPr>
        <p:spPr>
          <a:xfrm>
            <a:off x="817286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4E808158-5C31-9C8A-2B9B-6ED80111D8B2}"/>
              </a:ext>
            </a:extLst>
          </p:cNvPr>
          <p:cNvSpPr>
            <a:spLocks/>
          </p:cNvSpPr>
          <p:nvPr/>
        </p:nvSpPr>
        <p:spPr>
          <a:xfrm>
            <a:off x="815063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76FC1451-D9B8-9437-3B60-39E0E86BB340}"/>
              </a:ext>
            </a:extLst>
          </p:cNvPr>
          <p:cNvSpPr>
            <a:spLocks/>
          </p:cNvSpPr>
          <p:nvPr/>
        </p:nvSpPr>
        <p:spPr>
          <a:xfrm>
            <a:off x="8200488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81158394-4365-BA5F-A8FC-231B64FBC197}"/>
              </a:ext>
            </a:extLst>
          </p:cNvPr>
          <p:cNvSpPr>
            <a:spLocks/>
          </p:cNvSpPr>
          <p:nvPr/>
        </p:nvSpPr>
        <p:spPr>
          <a:xfrm>
            <a:off x="8205708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96024170-4627-EED8-F461-36FBA2588A0A}"/>
              </a:ext>
            </a:extLst>
          </p:cNvPr>
          <p:cNvSpPr>
            <a:spLocks/>
          </p:cNvSpPr>
          <p:nvPr/>
        </p:nvSpPr>
        <p:spPr>
          <a:xfrm>
            <a:off x="815801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86DA29A1-93B1-3455-9C29-049C09EC0591}"/>
              </a:ext>
            </a:extLst>
          </p:cNvPr>
          <p:cNvSpPr>
            <a:spLocks/>
          </p:cNvSpPr>
          <p:nvPr/>
        </p:nvSpPr>
        <p:spPr>
          <a:xfrm>
            <a:off x="8145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DA08DFC0-179B-DBD3-D3DF-38BE06EF554D}"/>
              </a:ext>
            </a:extLst>
          </p:cNvPr>
          <p:cNvSpPr>
            <a:spLocks/>
          </p:cNvSpPr>
          <p:nvPr/>
        </p:nvSpPr>
        <p:spPr>
          <a:xfrm>
            <a:off x="8159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49D0EE9F-4113-A976-F957-AF9D087DB656}"/>
              </a:ext>
            </a:extLst>
          </p:cNvPr>
          <p:cNvSpPr>
            <a:spLocks/>
          </p:cNvSpPr>
          <p:nvPr/>
        </p:nvSpPr>
        <p:spPr>
          <a:xfrm>
            <a:off x="8163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C2F096FC-4066-0840-9B9C-1204EAB3C867}"/>
              </a:ext>
            </a:extLst>
          </p:cNvPr>
          <p:cNvSpPr>
            <a:spLocks/>
          </p:cNvSpPr>
          <p:nvPr/>
        </p:nvSpPr>
        <p:spPr>
          <a:xfrm>
            <a:off x="81132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631DE6F7-2B4D-596B-55B8-E1E334129F4F}"/>
              </a:ext>
            </a:extLst>
          </p:cNvPr>
          <p:cNvSpPr>
            <a:spLocks/>
          </p:cNvSpPr>
          <p:nvPr/>
        </p:nvSpPr>
        <p:spPr>
          <a:xfrm>
            <a:off x="81722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309FB651-46C1-0110-864B-4890D5D711FF}"/>
              </a:ext>
            </a:extLst>
          </p:cNvPr>
          <p:cNvSpPr>
            <a:spLocks/>
          </p:cNvSpPr>
          <p:nvPr/>
        </p:nvSpPr>
        <p:spPr>
          <a:xfrm>
            <a:off x="8194814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E25F263E-5027-FE46-FFA8-93655EB1F3EF}"/>
              </a:ext>
            </a:extLst>
          </p:cNvPr>
          <p:cNvSpPr>
            <a:spLocks/>
          </p:cNvSpPr>
          <p:nvPr/>
        </p:nvSpPr>
        <p:spPr>
          <a:xfrm>
            <a:off x="81177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50B3FD6-B6CD-5D69-FFEF-63F88382E0EA}"/>
              </a:ext>
            </a:extLst>
          </p:cNvPr>
          <p:cNvSpPr>
            <a:spLocks/>
          </p:cNvSpPr>
          <p:nvPr/>
        </p:nvSpPr>
        <p:spPr>
          <a:xfrm>
            <a:off x="80896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567033D-0A55-815B-44EF-649F266C972F}"/>
              </a:ext>
            </a:extLst>
          </p:cNvPr>
          <p:cNvSpPr>
            <a:spLocks/>
          </p:cNvSpPr>
          <p:nvPr/>
        </p:nvSpPr>
        <p:spPr>
          <a:xfrm>
            <a:off x="817630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AE3EB0CC-C53C-61D8-8C87-69E409462998}"/>
              </a:ext>
            </a:extLst>
          </p:cNvPr>
          <p:cNvSpPr>
            <a:spLocks/>
          </p:cNvSpPr>
          <p:nvPr/>
        </p:nvSpPr>
        <p:spPr>
          <a:xfrm>
            <a:off x="8112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96A98221-CC54-E88C-98A7-78DB224AB059}"/>
              </a:ext>
            </a:extLst>
          </p:cNvPr>
          <p:cNvSpPr>
            <a:spLocks/>
          </p:cNvSpPr>
          <p:nvPr/>
        </p:nvSpPr>
        <p:spPr>
          <a:xfrm>
            <a:off x="813194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4C9288F5-91D3-10FB-1018-4FD6BE15B4C2}"/>
              </a:ext>
            </a:extLst>
          </p:cNvPr>
          <p:cNvSpPr>
            <a:spLocks/>
          </p:cNvSpPr>
          <p:nvPr/>
        </p:nvSpPr>
        <p:spPr>
          <a:xfrm>
            <a:off x="811632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542E736E-D3B6-FDC2-870A-4731F6838DF5}"/>
              </a:ext>
            </a:extLst>
          </p:cNvPr>
          <p:cNvSpPr>
            <a:spLocks/>
          </p:cNvSpPr>
          <p:nvPr/>
        </p:nvSpPr>
        <p:spPr>
          <a:xfrm>
            <a:off x="81034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C921A60B-408F-37D3-CF26-28F61CC8199D}"/>
              </a:ext>
            </a:extLst>
          </p:cNvPr>
          <p:cNvSpPr>
            <a:spLocks/>
          </p:cNvSpPr>
          <p:nvPr/>
        </p:nvSpPr>
        <p:spPr>
          <a:xfrm>
            <a:off x="81627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15474E62-64C3-3D06-DD4E-F67B3B533A28}"/>
              </a:ext>
            </a:extLst>
          </p:cNvPr>
          <p:cNvSpPr>
            <a:spLocks/>
          </p:cNvSpPr>
          <p:nvPr/>
        </p:nvSpPr>
        <p:spPr>
          <a:xfrm>
            <a:off x="818381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2812FE00-F664-7F12-4388-CE5959293D1F}"/>
              </a:ext>
            </a:extLst>
          </p:cNvPr>
          <p:cNvSpPr>
            <a:spLocks/>
          </p:cNvSpPr>
          <p:nvPr/>
        </p:nvSpPr>
        <p:spPr>
          <a:xfrm>
            <a:off x="81036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0375BC5D-0D16-AB92-8686-E97748212211}"/>
              </a:ext>
            </a:extLst>
          </p:cNvPr>
          <p:cNvSpPr>
            <a:spLocks/>
          </p:cNvSpPr>
          <p:nvPr/>
        </p:nvSpPr>
        <p:spPr>
          <a:xfrm>
            <a:off x="81228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BEA4302A-1109-8670-C8B2-46BBC72DC4D6}"/>
              </a:ext>
            </a:extLst>
          </p:cNvPr>
          <p:cNvSpPr>
            <a:spLocks/>
          </p:cNvSpPr>
          <p:nvPr/>
        </p:nvSpPr>
        <p:spPr>
          <a:xfrm>
            <a:off x="81849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2055110E-D20D-4009-DF4B-B8E7DD7E983E}"/>
              </a:ext>
            </a:extLst>
          </p:cNvPr>
          <p:cNvSpPr>
            <a:spLocks/>
          </p:cNvSpPr>
          <p:nvPr/>
        </p:nvSpPr>
        <p:spPr>
          <a:xfrm>
            <a:off x="8134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CBB6BCC4-4A19-BEB8-8922-4FBC50A7D0A0}"/>
              </a:ext>
            </a:extLst>
          </p:cNvPr>
          <p:cNvSpPr>
            <a:spLocks/>
          </p:cNvSpPr>
          <p:nvPr/>
        </p:nvSpPr>
        <p:spPr>
          <a:xfrm>
            <a:off x="81319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60A3864C-6323-0EB1-668B-6CA758E0CDC6}"/>
              </a:ext>
            </a:extLst>
          </p:cNvPr>
          <p:cNvSpPr>
            <a:spLocks/>
          </p:cNvSpPr>
          <p:nvPr/>
        </p:nvSpPr>
        <p:spPr>
          <a:xfrm>
            <a:off x="81050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6F94B2E8-9933-DD85-30E2-A4F42BFDB56C}"/>
              </a:ext>
            </a:extLst>
          </p:cNvPr>
          <p:cNvSpPr>
            <a:spLocks/>
          </p:cNvSpPr>
          <p:nvPr/>
        </p:nvSpPr>
        <p:spPr>
          <a:xfrm>
            <a:off x="82068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72C2252-670C-6401-57C8-FDA97B111A39}"/>
              </a:ext>
            </a:extLst>
          </p:cNvPr>
          <p:cNvSpPr>
            <a:spLocks/>
          </p:cNvSpPr>
          <p:nvPr/>
        </p:nvSpPr>
        <p:spPr>
          <a:xfrm>
            <a:off x="816980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608968B1-B070-B563-8F5B-C9D033CF098E}"/>
              </a:ext>
            </a:extLst>
          </p:cNvPr>
          <p:cNvSpPr>
            <a:spLocks/>
          </p:cNvSpPr>
          <p:nvPr/>
        </p:nvSpPr>
        <p:spPr>
          <a:xfrm>
            <a:off x="81342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4CA15903-3946-5EA7-BB98-22F4CEE33B17}"/>
              </a:ext>
            </a:extLst>
          </p:cNvPr>
          <p:cNvSpPr>
            <a:spLocks/>
          </p:cNvSpPr>
          <p:nvPr/>
        </p:nvSpPr>
        <p:spPr>
          <a:xfrm>
            <a:off x="810738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0DDACCC6-AC6F-FF05-2D03-4FA608D7B84C}"/>
              </a:ext>
            </a:extLst>
          </p:cNvPr>
          <p:cNvSpPr>
            <a:spLocks/>
          </p:cNvSpPr>
          <p:nvPr/>
        </p:nvSpPr>
        <p:spPr>
          <a:xfrm>
            <a:off x="8168148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82835E32-8455-8A5C-15AA-5338B747AE36}"/>
              </a:ext>
            </a:extLst>
          </p:cNvPr>
          <p:cNvSpPr>
            <a:spLocks/>
          </p:cNvSpPr>
          <p:nvPr/>
        </p:nvSpPr>
        <p:spPr>
          <a:xfrm>
            <a:off x="81389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AD55CBDA-544D-81F2-624F-2F50F82934E1}"/>
              </a:ext>
            </a:extLst>
          </p:cNvPr>
          <p:cNvSpPr>
            <a:spLocks/>
          </p:cNvSpPr>
          <p:nvPr/>
        </p:nvSpPr>
        <p:spPr>
          <a:xfrm>
            <a:off x="81359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B0B15004-A1AC-8937-05BD-92F2E846C6AC}"/>
              </a:ext>
            </a:extLst>
          </p:cNvPr>
          <p:cNvSpPr>
            <a:spLocks/>
          </p:cNvSpPr>
          <p:nvPr/>
        </p:nvSpPr>
        <p:spPr>
          <a:xfrm>
            <a:off x="81198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B63E733-879B-C8CF-56C0-A97661661129}"/>
              </a:ext>
            </a:extLst>
          </p:cNvPr>
          <p:cNvSpPr>
            <a:spLocks/>
          </p:cNvSpPr>
          <p:nvPr/>
        </p:nvSpPr>
        <p:spPr>
          <a:xfrm>
            <a:off x="814348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23D45316-5E8C-58BA-167F-C7C04D377C4F}"/>
              </a:ext>
            </a:extLst>
          </p:cNvPr>
          <p:cNvSpPr>
            <a:spLocks/>
          </p:cNvSpPr>
          <p:nvPr/>
        </p:nvSpPr>
        <p:spPr>
          <a:xfrm>
            <a:off x="81324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366EA651-A0E1-100D-0BCD-F60B8917961B}"/>
              </a:ext>
            </a:extLst>
          </p:cNvPr>
          <p:cNvSpPr>
            <a:spLocks/>
          </p:cNvSpPr>
          <p:nvPr/>
        </p:nvSpPr>
        <p:spPr>
          <a:xfrm>
            <a:off x="8141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070BE9D0-38FF-CAD1-B3CE-A6802388CB25}"/>
              </a:ext>
            </a:extLst>
          </p:cNvPr>
          <p:cNvSpPr>
            <a:spLocks/>
          </p:cNvSpPr>
          <p:nvPr/>
        </p:nvSpPr>
        <p:spPr>
          <a:xfrm>
            <a:off x="82019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9EF07235-AB48-B2B4-740C-9922342E8A61}"/>
              </a:ext>
            </a:extLst>
          </p:cNvPr>
          <p:cNvSpPr>
            <a:spLocks/>
          </p:cNvSpPr>
          <p:nvPr/>
        </p:nvSpPr>
        <p:spPr>
          <a:xfrm>
            <a:off x="809827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8707BDF0-C990-02ED-0514-31F04AAE8BF3}"/>
              </a:ext>
            </a:extLst>
          </p:cNvPr>
          <p:cNvSpPr>
            <a:spLocks/>
          </p:cNvSpPr>
          <p:nvPr/>
        </p:nvSpPr>
        <p:spPr>
          <a:xfrm>
            <a:off x="8180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B70EEC92-D76A-2205-3351-E7BD119895D5}"/>
              </a:ext>
            </a:extLst>
          </p:cNvPr>
          <p:cNvSpPr>
            <a:spLocks/>
          </p:cNvSpPr>
          <p:nvPr/>
        </p:nvSpPr>
        <p:spPr>
          <a:xfrm>
            <a:off x="819068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F03E25CD-D152-D425-1B8C-EF711A10B3BB}"/>
              </a:ext>
            </a:extLst>
          </p:cNvPr>
          <p:cNvSpPr>
            <a:spLocks/>
          </p:cNvSpPr>
          <p:nvPr/>
        </p:nvSpPr>
        <p:spPr>
          <a:xfrm>
            <a:off x="814303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F699FBD8-132B-1B1D-CAF7-F0B94D2EA6B0}"/>
              </a:ext>
            </a:extLst>
          </p:cNvPr>
          <p:cNvSpPr>
            <a:spLocks/>
          </p:cNvSpPr>
          <p:nvPr/>
        </p:nvSpPr>
        <p:spPr>
          <a:xfrm>
            <a:off x="819734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F304A6E6-F5C1-D750-C0BB-B81DA00DEBF3}"/>
              </a:ext>
            </a:extLst>
          </p:cNvPr>
          <p:cNvSpPr>
            <a:spLocks/>
          </p:cNvSpPr>
          <p:nvPr/>
        </p:nvSpPr>
        <p:spPr>
          <a:xfrm>
            <a:off x="809881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2FCA5FF1-FF84-ED38-0643-0A90C454CA68}"/>
              </a:ext>
            </a:extLst>
          </p:cNvPr>
          <p:cNvSpPr>
            <a:spLocks/>
          </p:cNvSpPr>
          <p:nvPr/>
        </p:nvSpPr>
        <p:spPr>
          <a:xfrm>
            <a:off x="8136658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7790FE9D-F0C3-6615-C56D-29BAF15D431B}"/>
              </a:ext>
            </a:extLst>
          </p:cNvPr>
          <p:cNvSpPr>
            <a:spLocks/>
          </p:cNvSpPr>
          <p:nvPr/>
        </p:nvSpPr>
        <p:spPr>
          <a:xfrm>
            <a:off x="8118131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81E5CB71-E5DB-976C-4F0C-B46CAB5C707C}"/>
              </a:ext>
            </a:extLst>
          </p:cNvPr>
          <p:cNvSpPr>
            <a:spLocks/>
          </p:cNvSpPr>
          <p:nvPr/>
        </p:nvSpPr>
        <p:spPr>
          <a:xfrm>
            <a:off x="8176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86D7D3E5-F017-9F43-15D1-A7F68FBFEC76}"/>
              </a:ext>
            </a:extLst>
          </p:cNvPr>
          <p:cNvSpPr>
            <a:spLocks/>
          </p:cNvSpPr>
          <p:nvPr/>
        </p:nvSpPr>
        <p:spPr>
          <a:xfrm>
            <a:off x="81585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8E42D57D-BDF4-1C7A-2C16-2BE9325DE2E1}"/>
              </a:ext>
            </a:extLst>
          </p:cNvPr>
          <p:cNvSpPr>
            <a:spLocks/>
          </p:cNvSpPr>
          <p:nvPr/>
        </p:nvSpPr>
        <p:spPr>
          <a:xfrm>
            <a:off x="81973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144E818A-5746-BADA-3EE4-531E55876CA2}"/>
              </a:ext>
            </a:extLst>
          </p:cNvPr>
          <p:cNvSpPr>
            <a:spLocks/>
          </p:cNvSpPr>
          <p:nvPr/>
        </p:nvSpPr>
        <p:spPr>
          <a:xfrm>
            <a:off x="8111512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25DF0A51-B1D9-22DF-49A9-101F3F15DBB4}"/>
              </a:ext>
            </a:extLst>
          </p:cNvPr>
          <p:cNvSpPr>
            <a:spLocks/>
          </p:cNvSpPr>
          <p:nvPr/>
        </p:nvSpPr>
        <p:spPr>
          <a:xfrm>
            <a:off x="812650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8716F93A-99C9-8DAE-AC59-26B9202048C4}"/>
              </a:ext>
            </a:extLst>
          </p:cNvPr>
          <p:cNvSpPr>
            <a:spLocks/>
          </p:cNvSpPr>
          <p:nvPr/>
        </p:nvSpPr>
        <p:spPr>
          <a:xfrm>
            <a:off x="818988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8F1951A0-BF5C-B0D4-7972-AE4C9F7D8E5B}"/>
              </a:ext>
            </a:extLst>
          </p:cNvPr>
          <p:cNvSpPr>
            <a:spLocks/>
          </p:cNvSpPr>
          <p:nvPr/>
        </p:nvSpPr>
        <p:spPr>
          <a:xfrm>
            <a:off x="8199959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F83D299E-7B4C-9C42-373A-9AE4A275C877}"/>
              </a:ext>
            </a:extLst>
          </p:cNvPr>
          <p:cNvSpPr>
            <a:spLocks/>
          </p:cNvSpPr>
          <p:nvPr/>
        </p:nvSpPr>
        <p:spPr>
          <a:xfrm>
            <a:off x="8150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8AFD6151-1645-8211-4967-95E745FA44BB}"/>
              </a:ext>
            </a:extLst>
          </p:cNvPr>
          <p:cNvSpPr>
            <a:spLocks/>
          </p:cNvSpPr>
          <p:nvPr/>
        </p:nvSpPr>
        <p:spPr>
          <a:xfrm>
            <a:off x="809845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5E90E9E2-2818-A202-3736-1FB1CD31C966}"/>
              </a:ext>
            </a:extLst>
          </p:cNvPr>
          <p:cNvSpPr>
            <a:spLocks/>
          </p:cNvSpPr>
          <p:nvPr/>
        </p:nvSpPr>
        <p:spPr>
          <a:xfrm>
            <a:off x="813897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50C4BDE5-4D2F-F06B-9928-B824C730CCDB}"/>
              </a:ext>
            </a:extLst>
          </p:cNvPr>
          <p:cNvSpPr>
            <a:spLocks/>
          </p:cNvSpPr>
          <p:nvPr/>
        </p:nvSpPr>
        <p:spPr>
          <a:xfrm>
            <a:off x="81035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4C89A62C-3559-1070-473B-337E52A87F90}"/>
              </a:ext>
            </a:extLst>
          </p:cNvPr>
          <p:cNvSpPr>
            <a:spLocks/>
          </p:cNvSpPr>
          <p:nvPr/>
        </p:nvSpPr>
        <p:spPr>
          <a:xfrm>
            <a:off x="8199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03C8D4D3-7660-FFB3-209C-9D3672D8AFC0}"/>
              </a:ext>
            </a:extLst>
          </p:cNvPr>
          <p:cNvSpPr>
            <a:spLocks/>
          </p:cNvSpPr>
          <p:nvPr/>
        </p:nvSpPr>
        <p:spPr>
          <a:xfrm>
            <a:off x="80926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328DABC9-90A8-72E7-C4E8-B3E626DED150}"/>
              </a:ext>
            </a:extLst>
          </p:cNvPr>
          <p:cNvSpPr>
            <a:spLocks/>
          </p:cNvSpPr>
          <p:nvPr/>
        </p:nvSpPr>
        <p:spPr>
          <a:xfrm>
            <a:off x="8125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C66433B5-885B-0065-FF65-33C7B9805ED3}"/>
              </a:ext>
            </a:extLst>
          </p:cNvPr>
          <p:cNvSpPr>
            <a:spLocks/>
          </p:cNvSpPr>
          <p:nvPr/>
        </p:nvSpPr>
        <p:spPr>
          <a:xfrm>
            <a:off x="81744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BA7CA14A-34DF-39DA-B6B6-55F432CA051E}"/>
              </a:ext>
            </a:extLst>
          </p:cNvPr>
          <p:cNvSpPr>
            <a:spLocks/>
          </p:cNvSpPr>
          <p:nvPr/>
        </p:nvSpPr>
        <p:spPr>
          <a:xfrm>
            <a:off x="8113040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0EFB2F1A-7475-CDDB-8A09-4D78FBC9B201}"/>
              </a:ext>
            </a:extLst>
          </p:cNvPr>
          <p:cNvSpPr>
            <a:spLocks/>
          </p:cNvSpPr>
          <p:nvPr/>
        </p:nvSpPr>
        <p:spPr>
          <a:xfrm>
            <a:off x="8089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1FA6E4C9-DA0D-759E-17D9-DBB4F638CACE}"/>
              </a:ext>
            </a:extLst>
          </p:cNvPr>
          <p:cNvSpPr>
            <a:spLocks/>
          </p:cNvSpPr>
          <p:nvPr/>
        </p:nvSpPr>
        <p:spPr>
          <a:xfrm>
            <a:off x="8157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868649B0-343A-29AC-D616-89E5C8AD6C60}"/>
              </a:ext>
            </a:extLst>
          </p:cNvPr>
          <p:cNvSpPr>
            <a:spLocks/>
          </p:cNvSpPr>
          <p:nvPr/>
        </p:nvSpPr>
        <p:spPr>
          <a:xfrm>
            <a:off x="817974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BDB3039A-40E0-2DB9-5229-B0A7C007334E}"/>
              </a:ext>
            </a:extLst>
          </p:cNvPr>
          <p:cNvSpPr>
            <a:spLocks/>
          </p:cNvSpPr>
          <p:nvPr/>
        </p:nvSpPr>
        <p:spPr>
          <a:xfrm>
            <a:off x="8128306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7537E43E-A372-4DE4-F733-B30DA716564B}"/>
              </a:ext>
            </a:extLst>
          </p:cNvPr>
          <p:cNvSpPr>
            <a:spLocks/>
          </p:cNvSpPr>
          <p:nvPr/>
        </p:nvSpPr>
        <p:spPr>
          <a:xfrm>
            <a:off x="81423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F46F0012-C763-B587-8F17-1A4890217345}"/>
              </a:ext>
            </a:extLst>
          </p:cNvPr>
          <p:cNvSpPr>
            <a:spLocks/>
          </p:cNvSpPr>
          <p:nvPr/>
        </p:nvSpPr>
        <p:spPr>
          <a:xfrm>
            <a:off x="8100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15DBB81B-A20A-37B2-200E-E953E00B7EC0}"/>
              </a:ext>
            </a:extLst>
          </p:cNvPr>
          <p:cNvSpPr>
            <a:spLocks/>
          </p:cNvSpPr>
          <p:nvPr/>
        </p:nvSpPr>
        <p:spPr>
          <a:xfrm>
            <a:off x="8207855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CE94AC6F-4CAD-B123-5D81-9B3F22FAC4BA}"/>
              </a:ext>
            </a:extLst>
          </p:cNvPr>
          <p:cNvSpPr>
            <a:spLocks/>
          </p:cNvSpPr>
          <p:nvPr/>
        </p:nvSpPr>
        <p:spPr>
          <a:xfrm>
            <a:off x="81217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8C283269-179F-9CB0-18FB-551B92685961}"/>
              </a:ext>
            </a:extLst>
          </p:cNvPr>
          <p:cNvSpPr>
            <a:spLocks/>
          </p:cNvSpPr>
          <p:nvPr/>
        </p:nvSpPr>
        <p:spPr>
          <a:xfrm>
            <a:off x="81005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0FF5D60C-DC00-6779-BFAF-25CDA249E389}"/>
              </a:ext>
            </a:extLst>
          </p:cNvPr>
          <p:cNvSpPr>
            <a:spLocks/>
          </p:cNvSpPr>
          <p:nvPr/>
        </p:nvSpPr>
        <p:spPr>
          <a:xfrm>
            <a:off x="80970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D8F291BE-B9F3-E49C-358D-ACE153180139}"/>
              </a:ext>
            </a:extLst>
          </p:cNvPr>
          <p:cNvSpPr>
            <a:spLocks/>
          </p:cNvSpPr>
          <p:nvPr/>
        </p:nvSpPr>
        <p:spPr>
          <a:xfrm>
            <a:off x="8167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48522D6D-4B0E-D700-AFE3-0712912AE408}"/>
              </a:ext>
            </a:extLst>
          </p:cNvPr>
          <p:cNvSpPr>
            <a:spLocks/>
          </p:cNvSpPr>
          <p:nvPr/>
        </p:nvSpPr>
        <p:spPr>
          <a:xfrm>
            <a:off x="8181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77D961B2-BFB9-B199-40AD-EA5E940AC109}"/>
              </a:ext>
            </a:extLst>
          </p:cNvPr>
          <p:cNvSpPr>
            <a:spLocks/>
          </p:cNvSpPr>
          <p:nvPr/>
        </p:nvSpPr>
        <p:spPr>
          <a:xfrm>
            <a:off x="815515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EB4917CE-C81E-87C4-1736-25C9EE29ED81}"/>
              </a:ext>
            </a:extLst>
          </p:cNvPr>
          <p:cNvSpPr>
            <a:spLocks/>
          </p:cNvSpPr>
          <p:nvPr/>
        </p:nvSpPr>
        <p:spPr>
          <a:xfrm>
            <a:off x="8176124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FD9FA338-1D72-9D1D-0F3E-93173B9A2849}"/>
              </a:ext>
            </a:extLst>
          </p:cNvPr>
          <p:cNvSpPr>
            <a:spLocks/>
          </p:cNvSpPr>
          <p:nvPr/>
        </p:nvSpPr>
        <p:spPr>
          <a:xfrm>
            <a:off x="81076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009D36B-0055-B17B-49D9-D395453CC540}"/>
              </a:ext>
            </a:extLst>
          </p:cNvPr>
          <p:cNvSpPr>
            <a:spLocks/>
          </p:cNvSpPr>
          <p:nvPr/>
        </p:nvSpPr>
        <p:spPr>
          <a:xfrm>
            <a:off x="81416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C7ECA22D-371C-CBA3-76D4-69621691E6D2}"/>
              </a:ext>
            </a:extLst>
          </p:cNvPr>
          <p:cNvSpPr>
            <a:spLocks/>
          </p:cNvSpPr>
          <p:nvPr/>
        </p:nvSpPr>
        <p:spPr>
          <a:xfrm>
            <a:off x="811815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A86F2E71-9FB3-7E0B-7F8F-F14A78E56771}"/>
              </a:ext>
            </a:extLst>
          </p:cNvPr>
          <p:cNvSpPr>
            <a:spLocks/>
          </p:cNvSpPr>
          <p:nvPr/>
        </p:nvSpPr>
        <p:spPr>
          <a:xfrm>
            <a:off x="8176080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F3D014F4-4D7B-01A3-B438-6C76180B4763}"/>
              </a:ext>
            </a:extLst>
          </p:cNvPr>
          <p:cNvSpPr>
            <a:spLocks/>
          </p:cNvSpPr>
          <p:nvPr/>
        </p:nvSpPr>
        <p:spPr>
          <a:xfrm>
            <a:off x="81807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DCB0A840-55A7-F220-8814-5060FBCE5F94}"/>
              </a:ext>
            </a:extLst>
          </p:cNvPr>
          <p:cNvSpPr>
            <a:spLocks/>
          </p:cNvSpPr>
          <p:nvPr/>
        </p:nvSpPr>
        <p:spPr>
          <a:xfrm>
            <a:off x="812366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95F94CE3-BF5D-87E6-0FE9-57BA153182F3}"/>
              </a:ext>
            </a:extLst>
          </p:cNvPr>
          <p:cNvSpPr>
            <a:spLocks/>
          </p:cNvSpPr>
          <p:nvPr/>
        </p:nvSpPr>
        <p:spPr>
          <a:xfrm>
            <a:off x="808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3E77A4F3-2C35-B53A-F7C6-FD810E22DE9C}"/>
              </a:ext>
            </a:extLst>
          </p:cNvPr>
          <p:cNvSpPr>
            <a:spLocks/>
          </p:cNvSpPr>
          <p:nvPr/>
        </p:nvSpPr>
        <p:spPr>
          <a:xfrm>
            <a:off x="81421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35708914-7A36-E141-D144-73BD90366693}"/>
              </a:ext>
            </a:extLst>
          </p:cNvPr>
          <p:cNvSpPr>
            <a:spLocks/>
          </p:cNvSpPr>
          <p:nvPr/>
        </p:nvSpPr>
        <p:spPr>
          <a:xfrm>
            <a:off x="810027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484B67C1-4060-1079-B9CA-A7413F4A0D3D}"/>
              </a:ext>
            </a:extLst>
          </p:cNvPr>
          <p:cNvSpPr>
            <a:spLocks/>
          </p:cNvSpPr>
          <p:nvPr/>
        </p:nvSpPr>
        <p:spPr>
          <a:xfrm>
            <a:off x="817013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1C4021DC-2C74-1B1D-9E05-F44086F43295}"/>
              </a:ext>
            </a:extLst>
          </p:cNvPr>
          <p:cNvSpPr>
            <a:spLocks/>
          </p:cNvSpPr>
          <p:nvPr/>
        </p:nvSpPr>
        <p:spPr>
          <a:xfrm>
            <a:off x="81632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C8E73C6E-AE68-FA35-0863-0B634C1415AB}"/>
              </a:ext>
            </a:extLst>
          </p:cNvPr>
          <p:cNvSpPr>
            <a:spLocks/>
          </p:cNvSpPr>
          <p:nvPr/>
        </p:nvSpPr>
        <p:spPr>
          <a:xfrm>
            <a:off x="8133252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121AE8AD-82E5-ED3F-0DBE-7EB7E1111CF6}"/>
              </a:ext>
            </a:extLst>
          </p:cNvPr>
          <p:cNvSpPr>
            <a:spLocks/>
          </p:cNvSpPr>
          <p:nvPr/>
        </p:nvSpPr>
        <p:spPr>
          <a:xfrm>
            <a:off x="81835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7FACA24A-7927-ABE8-B731-5892C37989ED}"/>
              </a:ext>
            </a:extLst>
          </p:cNvPr>
          <p:cNvSpPr>
            <a:spLocks/>
          </p:cNvSpPr>
          <p:nvPr/>
        </p:nvSpPr>
        <p:spPr>
          <a:xfrm>
            <a:off x="8092759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D2FFB4FC-61CC-0313-CBF1-7358641EFFC7}"/>
              </a:ext>
            </a:extLst>
          </p:cNvPr>
          <p:cNvSpPr>
            <a:spLocks/>
          </p:cNvSpPr>
          <p:nvPr/>
        </p:nvSpPr>
        <p:spPr>
          <a:xfrm>
            <a:off x="8124703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5BA02F31-4373-DD5A-B74C-5AFAB37F275E}"/>
              </a:ext>
            </a:extLst>
          </p:cNvPr>
          <p:cNvSpPr>
            <a:spLocks/>
          </p:cNvSpPr>
          <p:nvPr/>
        </p:nvSpPr>
        <p:spPr>
          <a:xfrm>
            <a:off x="8154868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2F17B1C2-67EE-B737-5B4F-0FEADCAB0C6D}"/>
              </a:ext>
            </a:extLst>
          </p:cNvPr>
          <p:cNvSpPr>
            <a:spLocks/>
          </p:cNvSpPr>
          <p:nvPr/>
        </p:nvSpPr>
        <p:spPr>
          <a:xfrm>
            <a:off x="81330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15DF7DE2-4A58-F8A9-AA1A-766E913D3BE5}"/>
              </a:ext>
            </a:extLst>
          </p:cNvPr>
          <p:cNvSpPr>
            <a:spLocks/>
          </p:cNvSpPr>
          <p:nvPr/>
        </p:nvSpPr>
        <p:spPr>
          <a:xfrm>
            <a:off x="82021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95B5AEAB-202D-CD73-9A66-6D1277391AD6}"/>
              </a:ext>
            </a:extLst>
          </p:cNvPr>
          <p:cNvSpPr>
            <a:spLocks/>
          </p:cNvSpPr>
          <p:nvPr/>
        </p:nvSpPr>
        <p:spPr>
          <a:xfrm>
            <a:off x="8138568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E40B5C8B-116D-1D33-5FBA-0F090AB84800}"/>
              </a:ext>
            </a:extLst>
          </p:cNvPr>
          <p:cNvSpPr>
            <a:spLocks/>
          </p:cNvSpPr>
          <p:nvPr/>
        </p:nvSpPr>
        <p:spPr>
          <a:xfrm>
            <a:off x="81101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476AAD9-A3FE-F8CB-4508-DC3DEABF40BE}"/>
              </a:ext>
            </a:extLst>
          </p:cNvPr>
          <p:cNvSpPr>
            <a:spLocks/>
          </p:cNvSpPr>
          <p:nvPr/>
        </p:nvSpPr>
        <p:spPr>
          <a:xfrm>
            <a:off x="816726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15CB5CF-50CF-7554-8A12-A998E97C47EF}"/>
              </a:ext>
            </a:extLst>
          </p:cNvPr>
          <p:cNvSpPr>
            <a:spLocks/>
          </p:cNvSpPr>
          <p:nvPr/>
        </p:nvSpPr>
        <p:spPr>
          <a:xfrm>
            <a:off x="81889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615C1138-5167-92D3-5597-FCD2112E2A18}"/>
              </a:ext>
            </a:extLst>
          </p:cNvPr>
          <p:cNvSpPr>
            <a:spLocks/>
          </p:cNvSpPr>
          <p:nvPr/>
        </p:nvSpPr>
        <p:spPr>
          <a:xfrm>
            <a:off x="814368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E112AA89-EBCD-B04D-9893-5B94274DE69D}"/>
              </a:ext>
            </a:extLst>
          </p:cNvPr>
          <p:cNvSpPr>
            <a:spLocks/>
          </p:cNvSpPr>
          <p:nvPr/>
        </p:nvSpPr>
        <p:spPr>
          <a:xfrm>
            <a:off x="8200178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0C44131E-F33F-2DF8-4367-4784E73EA2DF}"/>
              </a:ext>
            </a:extLst>
          </p:cNvPr>
          <p:cNvSpPr>
            <a:spLocks/>
          </p:cNvSpPr>
          <p:nvPr/>
        </p:nvSpPr>
        <p:spPr>
          <a:xfrm>
            <a:off x="81403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79463938-A116-40B9-974D-271F3C847B00}"/>
              </a:ext>
            </a:extLst>
          </p:cNvPr>
          <p:cNvSpPr>
            <a:spLocks/>
          </p:cNvSpPr>
          <p:nvPr/>
        </p:nvSpPr>
        <p:spPr>
          <a:xfrm>
            <a:off x="81245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C2AB0595-FC44-4924-2B4A-17989C542A73}"/>
              </a:ext>
            </a:extLst>
          </p:cNvPr>
          <p:cNvSpPr>
            <a:spLocks/>
          </p:cNvSpPr>
          <p:nvPr/>
        </p:nvSpPr>
        <p:spPr>
          <a:xfrm>
            <a:off x="817878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B4A9C7A5-2451-41DB-EEE1-7A4469089F59}"/>
              </a:ext>
            </a:extLst>
          </p:cNvPr>
          <p:cNvSpPr>
            <a:spLocks/>
          </p:cNvSpPr>
          <p:nvPr/>
        </p:nvSpPr>
        <p:spPr>
          <a:xfrm>
            <a:off x="81276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3BE156A9-706C-4D1D-38F3-7099CE5B64E5}"/>
              </a:ext>
            </a:extLst>
          </p:cNvPr>
          <p:cNvSpPr>
            <a:spLocks/>
          </p:cNvSpPr>
          <p:nvPr/>
        </p:nvSpPr>
        <p:spPr>
          <a:xfrm>
            <a:off x="8115363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77105365-E4F6-5212-0E9C-790C571D9B16}"/>
              </a:ext>
            </a:extLst>
          </p:cNvPr>
          <p:cNvSpPr>
            <a:spLocks/>
          </p:cNvSpPr>
          <p:nvPr/>
        </p:nvSpPr>
        <p:spPr>
          <a:xfrm>
            <a:off x="817071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21A3A174-B8C3-F7F3-805C-8D5DB91A6A59}"/>
              </a:ext>
            </a:extLst>
          </p:cNvPr>
          <p:cNvSpPr>
            <a:spLocks/>
          </p:cNvSpPr>
          <p:nvPr/>
        </p:nvSpPr>
        <p:spPr>
          <a:xfrm>
            <a:off x="8189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70E73D2E-8E3B-B0AB-ABA7-81E3DEC27A21}"/>
              </a:ext>
            </a:extLst>
          </p:cNvPr>
          <p:cNvSpPr>
            <a:spLocks/>
          </p:cNvSpPr>
          <p:nvPr/>
        </p:nvSpPr>
        <p:spPr>
          <a:xfrm>
            <a:off x="81453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6ED612AD-119D-EB96-7BBA-22EEA7A6C638}"/>
              </a:ext>
            </a:extLst>
          </p:cNvPr>
          <p:cNvSpPr>
            <a:spLocks/>
          </p:cNvSpPr>
          <p:nvPr/>
        </p:nvSpPr>
        <p:spPr>
          <a:xfrm>
            <a:off x="81713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382D0A3-E076-F68C-1F4F-266F37ACE9B0}"/>
              </a:ext>
            </a:extLst>
          </p:cNvPr>
          <p:cNvSpPr>
            <a:spLocks/>
          </p:cNvSpPr>
          <p:nvPr/>
        </p:nvSpPr>
        <p:spPr>
          <a:xfrm>
            <a:off x="8135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688E9A4E-13A6-DD80-F65B-AA7ECA0E0DF1}"/>
              </a:ext>
            </a:extLst>
          </p:cNvPr>
          <p:cNvSpPr>
            <a:spLocks/>
          </p:cNvSpPr>
          <p:nvPr/>
        </p:nvSpPr>
        <p:spPr>
          <a:xfrm>
            <a:off x="811709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41DACA21-68D5-D522-2218-1495E6DC69BB}"/>
              </a:ext>
            </a:extLst>
          </p:cNvPr>
          <p:cNvSpPr>
            <a:spLocks/>
          </p:cNvSpPr>
          <p:nvPr/>
        </p:nvSpPr>
        <p:spPr>
          <a:xfrm>
            <a:off x="81496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774183F9-4861-6296-D57B-B1231A290842}"/>
              </a:ext>
            </a:extLst>
          </p:cNvPr>
          <p:cNvSpPr>
            <a:spLocks/>
          </p:cNvSpPr>
          <p:nvPr/>
        </p:nvSpPr>
        <p:spPr>
          <a:xfrm>
            <a:off x="80989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181FC9E9-A9AF-BCE0-0ED8-C9168E9B639C}"/>
              </a:ext>
            </a:extLst>
          </p:cNvPr>
          <p:cNvSpPr>
            <a:spLocks/>
          </p:cNvSpPr>
          <p:nvPr/>
        </p:nvSpPr>
        <p:spPr>
          <a:xfrm>
            <a:off x="8186809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C0D9B106-5182-990D-9835-19BCA6DA9FCA}"/>
              </a:ext>
            </a:extLst>
          </p:cNvPr>
          <p:cNvSpPr>
            <a:spLocks/>
          </p:cNvSpPr>
          <p:nvPr/>
        </p:nvSpPr>
        <p:spPr>
          <a:xfrm>
            <a:off x="815583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183B6075-604E-431A-E4B7-8D0E60754797}"/>
              </a:ext>
            </a:extLst>
          </p:cNvPr>
          <p:cNvSpPr>
            <a:spLocks/>
          </p:cNvSpPr>
          <p:nvPr/>
        </p:nvSpPr>
        <p:spPr>
          <a:xfrm>
            <a:off x="81423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463BB78E-F21B-2B5E-3DBB-2C400EA28D14}"/>
              </a:ext>
            </a:extLst>
          </p:cNvPr>
          <p:cNvSpPr>
            <a:spLocks/>
          </p:cNvSpPr>
          <p:nvPr/>
        </p:nvSpPr>
        <p:spPr>
          <a:xfrm>
            <a:off x="8184810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06382A98-6855-0314-A050-56E920C0D159}"/>
              </a:ext>
            </a:extLst>
          </p:cNvPr>
          <p:cNvSpPr>
            <a:spLocks/>
          </p:cNvSpPr>
          <p:nvPr/>
        </p:nvSpPr>
        <p:spPr>
          <a:xfrm>
            <a:off x="819226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686E6472-3B91-EFE0-44E7-62A6F6B22B8F}"/>
              </a:ext>
            </a:extLst>
          </p:cNvPr>
          <p:cNvSpPr>
            <a:spLocks/>
          </p:cNvSpPr>
          <p:nvPr/>
        </p:nvSpPr>
        <p:spPr>
          <a:xfrm>
            <a:off x="80911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95301A21-DC24-2B97-778C-5E594D86F840}"/>
              </a:ext>
            </a:extLst>
          </p:cNvPr>
          <p:cNvSpPr>
            <a:spLocks/>
          </p:cNvSpPr>
          <p:nvPr/>
        </p:nvSpPr>
        <p:spPr>
          <a:xfrm>
            <a:off x="819270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A0AF28E1-2C1E-0804-D691-24CD9DB091F0}"/>
              </a:ext>
            </a:extLst>
          </p:cNvPr>
          <p:cNvSpPr>
            <a:spLocks/>
          </p:cNvSpPr>
          <p:nvPr/>
        </p:nvSpPr>
        <p:spPr>
          <a:xfrm>
            <a:off x="815123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1C796CED-26DA-E1D2-82CF-D569AB74DD23}"/>
              </a:ext>
            </a:extLst>
          </p:cNvPr>
          <p:cNvSpPr>
            <a:spLocks/>
          </p:cNvSpPr>
          <p:nvPr/>
        </p:nvSpPr>
        <p:spPr>
          <a:xfrm>
            <a:off x="8155159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109A8FDA-DA1D-1A98-9BED-23695BA7574E}"/>
              </a:ext>
            </a:extLst>
          </p:cNvPr>
          <p:cNvSpPr>
            <a:spLocks/>
          </p:cNvSpPr>
          <p:nvPr/>
        </p:nvSpPr>
        <p:spPr>
          <a:xfrm>
            <a:off x="8173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B2A56E87-6629-26F6-E05D-F955CF52CB5E}"/>
              </a:ext>
            </a:extLst>
          </p:cNvPr>
          <p:cNvSpPr>
            <a:spLocks/>
          </p:cNvSpPr>
          <p:nvPr/>
        </p:nvSpPr>
        <p:spPr>
          <a:xfrm>
            <a:off x="8157483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E060D5FB-071D-1514-57AE-76E1AA866311}"/>
              </a:ext>
            </a:extLst>
          </p:cNvPr>
          <p:cNvSpPr>
            <a:spLocks/>
          </p:cNvSpPr>
          <p:nvPr/>
        </p:nvSpPr>
        <p:spPr>
          <a:xfrm>
            <a:off x="83643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32E15B20-1991-D606-6B95-D871C1DB9798}"/>
              </a:ext>
            </a:extLst>
          </p:cNvPr>
          <p:cNvSpPr>
            <a:spLocks/>
          </p:cNvSpPr>
          <p:nvPr/>
        </p:nvSpPr>
        <p:spPr>
          <a:xfrm>
            <a:off x="84072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BD5B29C2-18DC-30D7-4FB6-F3BFA45934AA}"/>
              </a:ext>
            </a:extLst>
          </p:cNvPr>
          <p:cNvSpPr>
            <a:spLocks/>
          </p:cNvSpPr>
          <p:nvPr/>
        </p:nvSpPr>
        <p:spPr>
          <a:xfrm>
            <a:off x="84099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C400B3D3-F2B5-F6C5-DA9B-4BB53A283C1C}"/>
              </a:ext>
            </a:extLst>
          </p:cNvPr>
          <p:cNvSpPr>
            <a:spLocks/>
          </p:cNvSpPr>
          <p:nvPr/>
        </p:nvSpPr>
        <p:spPr>
          <a:xfrm>
            <a:off x="83907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20344909-4CF6-3AEB-A223-9BB49CD342B4}"/>
              </a:ext>
            </a:extLst>
          </p:cNvPr>
          <p:cNvSpPr>
            <a:spLocks/>
          </p:cNvSpPr>
          <p:nvPr/>
        </p:nvSpPr>
        <p:spPr>
          <a:xfrm>
            <a:off x="8371508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EEDA2CF6-9635-1476-1039-06A438BC03DD}"/>
              </a:ext>
            </a:extLst>
          </p:cNvPr>
          <p:cNvSpPr>
            <a:spLocks/>
          </p:cNvSpPr>
          <p:nvPr/>
        </p:nvSpPr>
        <p:spPr>
          <a:xfrm>
            <a:off x="8397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4FE28FED-9465-0BAA-ED6C-B0FEF0BB75FF}"/>
              </a:ext>
            </a:extLst>
          </p:cNvPr>
          <p:cNvSpPr>
            <a:spLocks/>
          </p:cNvSpPr>
          <p:nvPr/>
        </p:nvSpPr>
        <p:spPr>
          <a:xfrm>
            <a:off x="83694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CF8204D2-1848-CA3A-DDFF-9C6CC9F1AEB3}"/>
              </a:ext>
            </a:extLst>
          </p:cNvPr>
          <p:cNvSpPr>
            <a:spLocks/>
          </p:cNvSpPr>
          <p:nvPr/>
        </p:nvSpPr>
        <p:spPr>
          <a:xfrm>
            <a:off x="838357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D762A8F2-F2D9-3451-7254-08A64A438E64}"/>
              </a:ext>
            </a:extLst>
          </p:cNvPr>
          <p:cNvSpPr>
            <a:spLocks/>
          </p:cNvSpPr>
          <p:nvPr/>
        </p:nvSpPr>
        <p:spPr>
          <a:xfrm>
            <a:off x="8462422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292AA784-8AC2-75DB-5D80-7D43493D8222}"/>
              </a:ext>
            </a:extLst>
          </p:cNvPr>
          <p:cNvSpPr>
            <a:spLocks/>
          </p:cNvSpPr>
          <p:nvPr/>
        </p:nvSpPr>
        <p:spPr>
          <a:xfrm>
            <a:off x="84492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3999F4FE-852F-9DBA-0AF7-671E3AE02612}"/>
              </a:ext>
            </a:extLst>
          </p:cNvPr>
          <p:cNvSpPr>
            <a:spLocks/>
          </p:cNvSpPr>
          <p:nvPr/>
        </p:nvSpPr>
        <p:spPr>
          <a:xfrm>
            <a:off x="8417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05FD485E-663A-FBA7-F80A-9E2AC4B3CF52}"/>
              </a:ext>
            </a:extLst>
          </p:cNvPr>
          <p:cNvSpPr>
            <a:spLocks/>
          </p:cNvSpPr>
          <p:nvPr/>
        </p:nvSpPr>
        <p:spPr>
          <a:xfrm>
            <a:off x="837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B79C123-D109-8A3B-5A78-F14EA32C7177}"/>
              </a:ext>
            </a:extLst>
          </p:cNvPr>
          <p:cNvSpPr>
            <a:spLocks/>
          </p:cNvSpPr>
          <p:nvPr/>
        </p:nvSpPr>
        <p:spPr>
          <a:xfrm>
            <a:off x="8358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B7AC40DE-02EF-990C-FCCC-1842BAC40EA3}"/>
              </a:ext>
            </a:extLst>
          </p:cNvPr>
          <p:cNvSpPr>
            <a:spLocks/>
          </p:cNvSpPr>
          <p:nvPr/>
        </p:nvSpPr>
        <p:spPr>
          <a:xfrm>
            <a:off x="8369931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2A96EC7E-5B94-7678-28BD-5F52A90C70B7}"/>
              </a:ext>
            </a:extLst>
          </p:cNvPr>
          <p:cNvSpPr>
            <a:spLocks/>
          </p:cNvSpPr>
          <p:nvPr/>
        </p:nvSpPr>
        <p:spPr>
          <a:xfrm>
            <a:off x="8381722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4818C035-F8A3-3A0F-9DF7-0C5A65D1DA95}"/>
              </a:ext>
            </a:extLst>
          </p:cNvPr>
          <p:cNvSpPr>
            <a:spLocks/>
          </p:cNvSpPr>
          <p:nvPr/>
        </p:nvSpPr>
        <p:spPr>
          <a:xfrm>
            <a:off x="8378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4D3DE86-8B64-ECE2-6978-FCF703BE0A2F}"/>
              </a:ext>
            </a:extLst>
          </p:cNvPr>
          <p:cNvSpPr>
            <a:spLocks/>
          </p:cNvSpPr>
          <p:nvPr/>
        </p:nvSpPr>
        <p:spPr>
          <a:xfrm>
            <a:off x="835390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FC08B268-DBE3-C095-57C6-3188AC70D315}"/>
              </a:ext>
            </a:extLst>
          </p:cNvPr>
          <p:cNvSpPr>
            <a:spLocks/>
          </p:cNvSpPr>
          <p:nvPr/>
        </p:nvSpPr>
        <p:spPr>
          <a:xfrm>
            <a:off x="84139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5D403826-CAA9-F4E9-6D5D-20CF095F378D}"/>
              </a:ext>
            </a:extLst>
          </p:cNvPr>
          <p:cNvSpPr>
            <a:spLocks/>
          </p:cNvSpPr>
          <p:nvPr/>
        </p:nvSpPr>
        <p:spPr>
          <a:xfrm>
            <a:off x="84481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4DD102C5-E898-1B74-80E7-0E78E1301F93}"/>
              </a:ext>
            </a:extLst>
          </p:cNvPr>
          <p:cNvSpPr>
            <a:spLocks/>
          </p:cNvSpPr>
          <p:nvPr/>
        </p:nvSpPr>
        <p:spPr>
          <a:xfrm>
            <a:off x="835933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A1D6537E-2C9E-A4F7-CEC7-AA001B1CD77B}"/>
              </a:ext>
            </a:extLst>
          </p:cNvPr>
          <p:cNvSpPr>
            <a:spLocks/>
          </p:cNvSpPr>
          <p:nvPr/>
        </p:nvSpPr>
        <p:spPr>
          <a:xfrm>
            <a:off x="8425788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7023B34B-D6F6-552E-70A5-2BCFB16BB243}"/>
              </a:ext>
            </a:extLst>
          </p:cNvPr>
          <p:cNvSpPr>
            <a:spLocks/>
          </p:cNvSpPr>
          <p:nvPr/>
        </p:nvSpPr>
        <p:spPr>
          <a:xfrm>
            <a:off x="84366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FF12FDC5-70DC-A344-D066-569431EA62E9}"/>
              </a:ext>
            </a:extLst>
          </p:cNvPr>
          <p:cNvSpPr>
            <a:spLocks/>
          </p:cNvSpPr>
          <p:nvPr/>
        </p:nvSpPr>
        <p:spPr>
          <a:xfrm>
            <a:off x="8386051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854365B2-21C0-C2EC-FD59-9D6F80C4FF9C}"/>
              </a:ext>
            </a:extLst>
          </p:cNvPr>
          <p:cNvSpPr>
            <a:spLocks/>
          </p:cNvSpPr>
          <p:nvPr/>
        </p:nvSpPr>
        <p:spPr>
          <a:xfrm>
            <a:off x="8444332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AA8DD0C5-79F6-B394-6DB4-2441FA661212}"/>
              </a:ext>
            </a:extLst>
          </p:cNvPr>
          <p:cNvSpPr>
            <a:spLocks/>
          </p:cNvSpPr>
          <p:nvPr/>
        </p:nvSpPr>
        <p:spPr>
          <a:xfrm>
            <a:off x="840395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EB34FC54-F87C-B08D-540E-7FA53847668C}"/>
              </a:ext>
            </a:extLst>
          </p:cNvPr>
          <p:cNvSpPr>
            <a:spLocks/>
          </p:cNvSpPr>
          <p:nvPr/>
        </p:nvSpPr>
        <p:spPr>
          <a:xfrm>
            <a:off x="840671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50741185-FF1F-B0BA-AE1A-625AA2EB283D}"/>
              </a:ext>
            </a:extLst>
          </p:cNvPr>
          <p:cNvSpPr>
            <a:spLocks/>
          </p:cNvSpPr>
          <p:nvPr/>
        </p:nvSpPr>
        <p:spPr>
          <a:xfrm>
            <a:off x="84541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F8042C99-7971-C0F9-9378-1D976A4318F1}"/>
              </a:ext>
            </a:extLst>
          </p:cNvPr>
          <p:cNvSpPr>
            <a:spLocks/>
          </p:cNvSpPr>
          <p:nvPr/>
        </p:nvSpPr>
        <p:spPr>
          <a:xfrm>
            <a:off x="8442422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85A7B1E7-DB8C-0E3A-E711-B7581D6018B8}"/>
              </a:ext>
            </a:extLst>
          </p:cNvPr>
          <p:cNvSpPr>
            <a:spLocks/>
          </p:cNvSpPr>
          <p:nvPr/>
        </p:nvSpPr>
        <p:spPr>
          <a:xfrm>
            <a:off x="842824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83FFA2E1-01B6-1D18-8F5F-9ED3303CE4D0}"/>
              </a:ext>
            </a:extLst>
          </p:cNvPr>
          <p:cNvSpPr>
            <a:spLocks/>
          </p:cNvSpPr>
          <p:nvPr/>
        </p:nvSpPr>
        <p:spPr>
          <a:xfrm>
            <a:off x="83900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81D2D8D0-D02C-913B-C1E6-559967F0990A}"/>
              </a:ext>
            </a:extLst>
          </p:cNvPr>
          <p:cNvSpPr>
            <a:spLocks/>
          </p:cNvSpPr>
          <p:nvPr/>
        </p:nvSpPr>
        <p:spPr>
          <a:xfrm>
            <a:off x="84358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AF881393-DB8F-46B0-625A-0B0C609952CB}"/>
              </a:ext>
            </a:extLst>
          </p:cNvPr>
          <p:cNvSpPr>
            <a:spLocks/>
          </p:cNvSpPr>
          <p:nvPr/>
        </p:nvSpPr>
        <p:spPr>
          <a:xfrm>
            <a:off x="8438916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FA8F0BBA-9253-6650-C0BE-A8D491F9B76B}"/>
              </a:ext>
            </a:extLst>
          </p:cNvPr>
          <p:cNvSpPr>
            <a:spLocks/>
          </p:cNvSpPr>
          <p:nvPr/>
        </p:nvSpPr>
        <p:spPr>
          <a:xfrm>
            <a:off x="839483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916FDF7F-86DA-6B57-19EA-56B4B45D3ADA}"/>
              </a:ext>
            </a:extLst>
          </p:cNvPr>
          <p:cNvSpPr>
            <a:spLocks/>
          </p:cNvSpPr>
          <p:nvPr/>
        </p:nvSpPr>
        <p:spPr>
          <a:xfrm>
            <a:off x="83508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52F59DD2-7A67-8689-5D55-626698FB7EC5}"/>
              </a:ext>
            </a:extLst>
          </p:cNvPr>
          <p:cNvSpPr>
            <a:spLocks/>
          </p:cNvSpPr>
          <p:nvPr/>
        </p:nvSpPr>
        <p:spPr>
          <a:xfrm>
            <a:off x="83810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C018B7B-B77F-82C5-243C-48C8F50B2ABE}"/>
              </a:ext>
            </a:extLst>
          </p:cNvPr>
          <p:cNvSpPr>
            <a:spLocks/>
          </p:cNvSpPr>
          <p:nvPr/>
        </p:nvSpPr>
        <p:spPr>
          <a:xfrm>
            <a:off x="83623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BBDF54FF-1D7D-6207-4681-B5F3CA7FAD37}"/>
              </a:ext>
            </a:extLst>
          </p:cNvPr>
          <p:cNvSpPr>
            <a:spLocks/>
          </p:cNvSpPr>
          <p:nvPr/>
        </p:nvSpPr>
        <p:spPr>
          <a:xfrm>
            <a:off x="83818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4888DB22-215D-6508-CB6D-97D573BE0DCC}"/>
              </a:ext>
            </a:extLst>
          </p:cNvPr>
          <p:cNvSpPr>
            <a:spLocks/>
          </p:cNvSpPr>
          <p:nvPr/>
        </p:nvSpPr>
        <p:spPr>
          <a:xfrm>
            <a:off x="835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4D4A175C-EF3C-E436-78D0-947A8CCC7A1F}"/>
              </a:ext>
            </a:extLst>
          </p:cNvPr>
          <p:cNvSpPr>
            <a:spLocks/>
          </p:cNvSpPr>
          <p:nvPr/>
        </p:nvSpPr>
        <p:spPr>
          <a:xfrm>
            <a:off x="84506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84F696-3007-B322-88A8-B6EABA329060}"/>
              </a:ext>
            </a:extLst>
          </p:cNvPr>
          <p:cNvSpPr>
            <a:spLocks/>
          </p:cNvSpPr>
          <p:nvPr/>
        </p:nvSpPr>
        <p:spPr>
          <a:xfrm>
            <a:off x="8427774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D73582D4-3888-4D96-2749-22A5853C4975}"/>
              </a:ext>
            </a:extLst>
          </p:cNvPr>
          <p:cNvSpPr>
            <a:spLocks/>
          </p:cNvSpPr>
          <p:nvPr/>
        </p:nvSpPr>
        <p:spPr>
          <a:xfrm>
            <a:off x="84488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4CC9BE5-D444-21DA-24C0-ED0CE26A31F8}"/>
              </a:ext>
            </a:extLst>
          </p:cNvPr>
          <p:cNvSpPr>
            <a:spLocks/>
          </p:cNvSpPr>
          <p:nvPr/>
        </p:nvSpPr>
        <p:spPr>
          <a:xfrm>
            <a:off x="83501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73D9F231-7ECF-4A0E-54C6-B5A53A329E73}"/>
              </a:ext>
            </a:extLst>
          </p:cNvPr>
          <p:cNvSpPr>
            <a:spLocks/>
          </p:cNvSpPr>
          <p:nvPr/>
        </p:nvSpPr>
        <p:spPr>
          <a:xfrm>
            <a:off x="84386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C6E94FDE-AF7D-85FB-3800-E70DF78DF5C2}"/>
              </a:ext>
            </a:extLst>
          </p:cNvPr>
          <p:cNvSpPr>
            <a:spLocks/>
          </p:cNvSpPr>
          <p:nvPr/>
        </p:nvSpPr>
        <p:spPr>
          <a:xfrm>
            <a:off x="84447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FDC2D864-AA3B-0A61-2D3C-0EB59217ED0A}"/>
              </a:ext>
            </a:extLst>
          </p:cNvPr>
          <p:cNvSpPr>
            <a:spLocks/>
          </p:cNvSpPr>
          <p:nvPr/>
        </p:nvSpPr>
        <p:spPr>
          <a:xfrm>
            <a:off x="8347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A6E27761-EEEA-CB87-3891-326A2C3BE1A7}"/>
              </a:ext>
            </a:extLst>
          </p:cNvPr>
          <p:cNvSpPr>
            <a:spLocks/>
          </p:cNvSpPr>
          <p:nvPr/>
        </p:nvSpPr>
        <p:spPr>
          <a:xfrm>
            <a:off x="8396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19ED1CD-65EE-E10A-0FF4-1A4A308BD166}"/>
              </a:ext>
            </a:extLst>
          </p:cNvPr>
          <p:cNvSpPr>
            <a:spLocks/>
          </p:cNvSpPr>
          <p:nvPr/>
        </p:nvSpPr>
        <p:spPr>
          <a:xfrm>
            <a:off x="842614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546FC975-771B-9A61-C225-3E5FDC0D95AB}"/>
              </a:ext>
            </a:extLst>
          </p:cNvPr>
          <p:cNvSpPr>
            <a:spLocks/>
          </p:cNvSpPr>
          <p:nvPr/>
        </p:nvSpPr>
        <p:spPr>
          <a:xfrm>
            <a:off x="83654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3EB2C4D8-7A99-2308-30B8-5E58BFD24B9F}"/>
              </a:ext>
            </a:extLst>
          </p:cNvPr>
          <p:cNvSpPr>
            <a:spLocks/>
          </p:cNvSpPr>
          <p:nvPr/>
        </p:nvSpPr>
        <p:spPr>
          <a:xfrm>
            <a:off x="840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451A1830-3FF0-EF3E-E36F-3438BB74470D}"/>
              </a:ext>
            </a:extLst>
          </p:cNvPr>
          <p:cNvSpPr>
            <a:spLocks/>
          </p:cNvSpPr>
          <p:nvPr/>
        </p:nvSpPr>
        <p:spPr>
          <a:xfrm>
            <a:off x="844662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1DC7C22F-F161-DFE5-DF77-1D0648380AC2}"/>
              </a:ext>
            </a:extLst>
          </p:cNvPr>
          <p:cNvSpPr>
            <a:spLocks/>
          </p:cNvSpPr>
          <p:nvPr/>
        </p:nvSpPr>
        <p:spPr>
          <a:xfrm>
            <a:off x="8390820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3FEFD538-0071-B404-95D2-E4441FD4C969}"/>
              </a:ext>
            </a:extLst>
          </p:cNvPr>
          <p:cNvSpPr>
            <a:spLocks/>
          </p:cNvSpPr>
          <p:nvPr/>
        </p:nvSpPr>
        <p:spPr>
          <a:xfrm>
            <a:off x="835564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EA223E46-A2CE-42F7-3D4E-D4B764447DBF}"/>
              </a:ext>
            </a:extLst>
          </p:cNvPr>
          <p:cNvSpPr>
            <a:spLocks/>
          </p:cNvSpPr>
          <p:nvPr/>
        </p:nvSpPr>
        <p:spPr>
          <a:xfrm>
            <a:off x="8440440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CC463C21-3E8A-94D1-5A07-ACCB9CDDDB85}"/>
              </a:ext>
            </a:extLst>
          </p:cNvPr>
          <p:cNvSpPr>
            <a:spLocks/>
          </p:cNvSpPr>
          <p:nvPr/>
        </p:nvSpPr>
        <p:spPr>
          <a:xfrm>
            <a:off x="8370719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C2C660D6-D37C-DB74-FEF5-CA91DF0E9E50}"/>
              </a:ext>
            </a:extLst>
          </p:cNvPr>
          <p:cNvSpPr>
            <a:spLocks/>
          </p:cNvSpPr>
          <p:nvPr/>
        </p:nvSpPr>
        <p:spPr>
          <a:xfrm>
            <a:off x="8393118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97D7A6FD-CA09-DE7D-54E9-3DA7A32348A1}"/>
              </a:ext>
            </a:extLst>
          </p:cNvPr>
          <p:cNvSpPr>
            <a:spLocks/>
          </p:cNvSpPr>
          <p:nvPr/>
        </p:nvSpPr>
        <p:spPr>
          <a:xfrm>
            <a:off x="84052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5903F92-9F20-1D3B-13C4-A3D47E107CB2}"/>
              </a:ext>
            </a:extLst>
          </p:cNvPr>
          <p:cNvSpPr>
            <a:spLocks/>
          </p:cNvSpPr>
          <p:nvPr/>
        </p:nvSpPr>
        <p:spPr>
          <a:xfrm>
            <a:off x="8342479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F8CFE1A9-CBA1-DA6E-9D55-B5595F2DB10A}"/>
              </a:ext>
            </a:extLst>
          </p:cNvPr>
          <p:cNvSpPr>
            <a:spLocks/>
          </p:cNvSpPr>
          <p:nvPr/>
        </p:nvSpPr>
        <p:spPr>
          <a:xfrm>
            <a:off x="84430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0BC5D62C-6C24-77CC-6202-48AA3D4BD5FD}"/>
              </a:ext>
            </a:extLst>
          </p:cNvPr>
          <p:cNvSpPr>
            <a:spLocks/>
          </p:cNvSpPr>
          <p:nvPr/>
        </p:nvSpPr>
        <p:spPr>
          <a:xfrm>
            <a:off x="8455551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4EA13970-AF55-4C51-65CA-A07E4EBE5585}"/>
              </a:ext>
            </a:extLst>
          </p:cNvPr>
          <p:cNvSpPr>
            <a:spLocks/>
          </p:cNvSpPr>
          <p:nvPr/>
        </p:nvSpPr>
        <p:spPr>
          <a:xfrm>
            <a:off x="837612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5F05F5F8-0250-0DD5-536C-3B50A6976DE2}"/>
              </a:ext>
            </a:extLst>
          </p:cNvPr>
          <p:cNvSpPr>
            <a:spLocks/>
          </p:cNvSpPr>
          <p:nvPr/>
        </p:nvSpPr>
        <p:spPr>
          <a:xfrm>
            <a:off x="84190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521AD2D9-6EBF-0F3C-BD25-088C34597A44}"/>
              </a:ext>
            </a:extLst>
          </p:cNvPr>
          <p:cNvSpPr>
            <a:spLocks/>
          </p:cNvSpPr>
          <p:nvPr/>
        </p:nvSpPr>
        <p:spPr>
          <a:xfrm>
            <a:off x="8382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91F86D79-2150-1976-891D-033AFC15245E}"/>
              </a:ext>
            </a:extLst>
          </p:cNvPr>
          <p:cNvSpPr>
            <a:spLocks/>
          </p:cNvSpPr>
          <p:nvPr/>
        </p:nvSpPr>
        <p:spPr>
          <a:xfrm>
            <a:off x="83952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E5E755CF-0249-2E51-0982-04FFA627D0C6}"/>
              </a:ext>
            </a:extLst>
          </p:cNvPr>
          <p:cNvSpPr>
            <a:spLocks/>
          </p:cNvSpPr>
          <p:nvPr/>
        </p:nvSpPr>
        <p:spPr>
          <a:xfrm>
            <a:off x="845695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E2DCFF88-D92B-6F5C-2394-321454878064}"/>
              </a:ext>
            </a:extLst>
          </p:cNvPr>
          <p:cNvSpPr>
            <a:spLocks/>
          </p:cNvSpPr>
          <p:nvPr/>
        </p:nvSpPr>
        <p:spPr>
          <a:xfrm>
            <a:off x="840148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ACF74987-F378-00A1-D801-C27CD3B162EB}"/>
              </a:ext>
            </a:extLst>
          </p:cNvPr>
          <p:cNvSpPr>
            <a:spLocks/>
          </p:cNvSpPr>
          <p:nvPr/>
        </p:nvSpPr>
        <p:spPr>
          <a:xfrm>
            <a:off x="845529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ECB72A18-DF75-B12C-DF8D-25CFDE62AE5E}"/>
              </a:ext>
            </a:extLst>
          </p:cNvPr>
          <p:cNvSpPr>
            <a:spLocks/>
          </p:cNvSpPr>
          <p:nvPr/>
        </p:nvSpPr>
        <p:spPr>
          <a:xfrm>
            <a:off x="8393825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2331A7C2-8C5D-25D6-901B-376194487DC8}"/>
              </a:ext>
            </a:extLst>
          </p:cNvPr>
          <p:cNvSpPr>
            <a:spLocks/>
          </p:cNvSpPr>
          <p:nvPr/>
        </p:nvSpPr>
        <p:spPr>
          <a:xfrm>
            <a:off x="84344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20936AA8-B3E9-CC58-808C-D2D874A89FD3}"/>
              </a:ext>
            </a:extLst>
          </p:cNvPr>
          <p:cNvSpPr>
            <a:spLocks/>
          </p:cNvSpPr>
          <p:nvPr/>
        </p:nvSpPr>
        <p:spPr>
          <a:xfrm>
            <a:off x="84179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38B886B1-B321-3B5E-B003-A9A3120B3A13}"/>
              </a:ext>
            </a:extLst>
          </p:cNvPr>
          <p:cNvSpPr>
            <a:spLocks/>
          </p:cNvSpPr>
          <p:nvPr/>
        </p:nvSpPr>
        <p:spPr>
          <a:xfrm>
            <a:off x="8413104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35D1473D-CD7D-0D1E-4090-FF9016B42784}"/>
              </a:ext>
            </a:extLst>
          </p:cNvPr>
          <p:cNvSpPr>
            <a:spLocks/>
          </p:cNvSpPr>
          <p:nvPr/>
        </p:nvSpPr>
        <p:spPr>
          <a:xfrm>
            <a:off x="834665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6AFDCA71-D3BE-13C8-A56A-69391D788FB9}"/>
              </a:ext>
            </a:extLst>
          </p:cNvPr>
          <p:cNvSpPr>
            <a:spLocks/>
          </p:cNvSpPr>
          <p:nvPr/>
        </p:nvSpPr>
        <p:spPr>
          <a:xfrm>
            <a:off x="8368213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4DDA4F33-EB35-7578-1F83-9435DE72843B}"/>
              </a:ext>
            </a:extLst>
          </p:cNvPr>
          <p:cNvSpPr>
            <a:spLocks/>
          </p:cNvSpPr>
          <p:nvPr/>
        </p:nvSpPr>
        <p:spPr>
          <a:xfrm>
            <a:off x="846138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9B7C0034-E8DA-9D00-738C-95ED34C1FA36}"/>
              </a:ext>
            </a:extLst>
          </p:cNvPr>
          <p:cNvSpPr>
            <a:spLocks/>
          </p:cNvSpPr>
          <p:nvPr/>
        </p:nvSpPr>
        <p:spPr>
          <a:xfrm>
            <a:off x="843197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A7414D81-39E5-9FC2-A81A-FDFFE3BEB497}"/>
              </a:ext>
            </a:extLst>
          </p:cNvPr>
          <p:cNvSpPr>
            <a:spLocks/>
          </p:cNvSpPr>
          <p:nvPr/>
        </p:nvSpPr>
        <p:spPr>
          <a:xfrm>
            <a:off x="8429108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ADAA0D5A-9751-6E60-08FD-97CC711F2E87}"/>
              </a:ext>
            </a:extLst>
          </p:cNvPr>
          <p:cNvSpPr>
            <a:spLocks/>
          </p:cNvSpPr>
          <p:nvPr/>
        </p:nvSpPr>
        <p:spPr>
          <a:xfrm>
            <a:off x="837257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88575450-0EDA-F96C-248C-A1AF7A4AF8D9}"/>
              </a:ext>
            </a:extLst>
          </p:cNvPr>
          <p:cNvSpPr>
            <a:spLocks/>
          </p:cNvSpPr>
          <p:nvPr/>
        </p:nvSpPr>
        <p:spPr>
          <a:xfrm>
            <a:off x="84218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99A71492-C27F-E58E-4EE1-24D0F1BC94BC}"/>
              </a:ext>
            </a:extLst>
          </p:cNvPr>
          <p:cNvSpPr>
            <a:spLocks/>
          </p:cNvSpPr>
          <p:nvPr/>
        </p:nvSpPr>
        <p:spPr>
          <a:xfrm>
            <a:off x="83883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EFE37A5C-372B-1FB5-AE89-A7261929489A}"/>
              </a:ext>
            </a:extLst>
          </p:cNvPr>
          <p:cNvSpPr>
            <a:spLocks/>
          </p:cNvSpPr>
          <p:nvPr/>
        </p:nvSpPr>
        <p:spPr>
          <a:xfrm>
            <a:off x="83460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8B5481A9-1D58-B940-094E-9D428C51976C}"/>
              </a:ext>
            </a:extLst>
          </p:cNvPr>
          <p:cNvSpPr>
            <a:spLocks/>
          </p:cNvSpPr>
          <p:nvPr/>
        </p:nvSpPr>
        <p:spPr>
          <a:xfrm>
            <a:off x="8358725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EB4A620E-8E10-366B-9786-89765B9D7ED5}"/>
              </a:ext>
            </a:extLst>
          </p:cNvPr>
          <p:cNvSpPr>
            <a:spLocks/>
          </p:cNvSpPr>
          <p:nvPr/>
        </p:nvSpPr>
        <p:spPr>
          <a:xfrm>
            <a:off x="843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D247269-ACA7-7E4E-865F-E0A5CDAB46CF}"/>
              </a:ext>
            </a:extLst>
          </p:cNvPr>
          <p:cNvSpPr>
            <a:spLocks/>
          </p:cNvSpPr>
          <p:nvPr/>
        </p:nvSpPr>
        <p:spPr>
          <a:xfrm>
            <a:off x="84508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D5514313-0F75-321F-F34B-143B1A664DB7}"/>
              </a:ext>
            </a:extLst>
          </p:cNvPr>
          <p:cNvSpPr>
            <a:spLocks/>
          </p:cNvSpPr>
          <p:nvPr/>
        </p:nvSpPr>
        <p:spPr>
          <a:xfrm>
            <a:off x="8402184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331C8367-86FC-B4AA-5C56-7BBBE3F7641A}"/>
              </a:ext>
            </a:extLst>
          </p:cNvPr>
          <p:cNvSpPr>
            <a:spLocks/>
          </p:cNvSpPr>
          <p:nvPr/>
        </p:nvSpPr>
        <p:spPr>
          <a:xfrm>
            <a:off x="8414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93C7F897-087A-40A1-84CD-CC8A0F52A9FE}"/>
              </a:ext>
            </a:extLst>
          </p:cNvPr>
          <p:cNvSpPr>
            <a:spLocks/>
          </p:cNvSpPr>
          <p:nvPr/>
        </p:nvSpPr>
        <p:spPr>
          <a:xfrm>
            <a:off x="83822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C1FB3BD-E6EF-D171-35DF-FA950D98646D}"/>
              </a:ext>
            </a:extLst>
          </p:cNvPr>
          <p:cNvSpPr>
            <a:spLocks/>
          </p:cNvSpPr>
          <p:nvPr/>
        </p:nvSpPr>
        <p:spPr>
          <a:xfrm>
            <a:off x="8355526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CE8E5315-5039-2F18-8F11-8E646777C13E}"/>
              </a:ext>
            </a:extLst>
          </p:cNvPr>
          <p:cNvSpPr>
            <a:spLocks/>
          </p:cNvSpPr>
          <p:nvPr/>
        </p:nvSpPr>
        <p:spPr>
          <a:xfrm>
            <a:off x="836798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A078EB7B-3F8D-D2EA-E452-59968F999890}"/>
              </a:ext>
            </a:extLst>
          </p:cNvPr>
          <p:cNvSpPr>
            <a:spLocks/>
          </p:cNvSpPr>
          <p:nvPr/>
        </p:nvSpPr>
        <p:spPr>
          <a:xfrm>
            <a:off x="8352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F583D314-1ADD-2638-642D-2605ED6429CC}"/>
              </a:ext>
            </a:extLst>
          </p:cNvPr>
          <p:cNvSpPr>
            <a:spLocks/>
          </p:cNvSpPr>
          <p:nvPr/>
        </p:nvSpPr>
        <p:spPr>
          <a:xfrm>
            <a:off x="8376309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36AE0AE-F476-C238-CC84-00B61B8110D5}"/>
              </a:ext>
            </a:extLst>
          </p:cNvPr>
          <p:cNvSpPr>
            <a:spLocks/>
          </p:cNvSpPr>
          <p:nvPr/>
        </p:nvSpPr>
        <p:spPr>
          <a:xfrm>
            <a:off x="83649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BEA7A4E-4ADF-6A1C-0BD0-0E998815F624}"/>
              </a:ext>
            </a:extLst>
          </p:cNvPr>
          <p:cNvSpPr>
            <a:spLocks/>
          </p:cNvSpPr>
          <p:nvPr/>
        </p:nvSpPr>
        <p:spPr>
          <a:xfrm>
            <a:off x="838700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BC0E2CE0-AB3D-4DE2-D7BB-5A38B1F96EEF}"/>
              </a:ext>
            </a:extLst>
          </p:cNvPr>
          <p:cNvSpPr>
            <a:spLocks/>
          </p:cNvSpPr>
          <p:nvPr/>
        </p:nvSpPr>
        <p:spPr>
          <a:xfrm>
            <a:off x="843216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367E7F33-1171-FEFF-87E5-94E63B13B3C7}"/>
              </a:ext>
            </a:extLst>
          </p:cNvPr>
          <p:cNvSpPr>
            <a:spLocks/>
          </p:cNvSpPr>
          <p:nvPr/>
        </p:nvSpPr>
        <p:spPr>
          <a:xfrm>
            <a:off x="838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BB5E6EDA-AADC-F221-BA74-A00B96B9FBD0}"/>
              </a:ext>
            </a:extLst>
          </p:cNvPr>
          <p:cNvSpPr>
            <a:spLocks/>
          </p:cNvSpPr>
          <p:nvPr/>
        </p:nvSpPr>
        <p:spPr>
          <a:xfrm>
            <a:off x="8441381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F89F7737-06CF-8191-1DD4-D544AB1EAFC0}"/>
              </a:ext>
            </a:extLst>
          </p:cNvPr>
          <p:cNvSpPr>
            <a:spLocks/>
          </p:cNvSpPr>
          <p:nvPr/>
        </p:nvSpPr>
        <p:spPr>
          <a:xfrm>
            <a:off x="8396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90FABB1C-A1AD-B2DC-FE30-CCD19581E997}"/>
              </a:ext>
            </a:extLst>
          </p:cNvPr>
          <p:cNvSpPr>
            <a:spLocks/>
          </p:cNvSpPr>
          <p:nvPr/>
        </p:nvSpPr>
        <p:spPr>
          <a:xfrm>
            <a:off x="84068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089EF493-8CB7-70BE-F537-B6F51C3FE8BE}"/>
              </a:ext>
            </a:extLst>
          </p:cNvPr>
          <p:cNvSpPr>
            <a:spLocks/>
          </p:cNvSpPr>
          <p:nvPr/>
        </p:nvSpPr>
        <p:spPr>
          <a:xfrm>
            <a:off x="8406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C744A853-B934-D055-4644-5DDFA68DA097}"/>
              </a:ext>
            </a:extLst>
          </p:cNvPr>
          <p:cNvSpPr>
            <a:spLocks/>
          </p:cNvSpPr>
          <p:nvPr/>
        </p:nvSpPr>
        <p:spPr>
          <a:xfrm>
            <a:off x="844129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47909206-54F7-D865-2CCF-D338F221B4FF}"/>
              </a:ext>
            </a:extLst>
          </p:cNvPr>
          <p:cNvSpPr>
            <a:spLocks/>
          </p:cNvSpPr>
          <p:nvPr/>
        </p:nvSpPr>
        <p:spPr>
          <a:xfrm>
            <a:off x="8444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16738510-0B84-51B5-998C-93916740193F}"/>
              </a:ext>
            </a:extLst>
          </p:cNvPr>
          <p:cNvSpPr>
            <a:spLocks/>
          </p:cNvSpPr>
          <p:nvPr/>
        </p:nvSpPr>
        <p:spPr>
          <a:xfrm>
            <a:off x="8435848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E2C8FC43-7AC1-AB04-CB74-1DDDF8DA014D}"/>
              </a:ext>
            </a:extLst>
          </p:cNvPr>
          <p:cNvSpPr>
            <a:spLocks/>
          </p:cNvSpPr>
          <p:nvPr/>
        </p:nvSpPr>
        <p:spPr>
          <a:xfrm>
            <a:off x="836945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D0285D29-9D12-9C0E-0C25-0F3DB755818F}"/>
              </a:ext>
            </a:extLst>
          </p:cNvPr>
          <p:cNvSpPr>
            <a:spLocks/>
          </p:cNvSpPr>
          <p:nvPr/>
        </p:nvSpPr>
        <p:spPr>
          <a:xfrm>
            <a:off x="83536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9A1D5FAA-7550-3663-E3F1-7CA83EFD573F}"/>
              </a:ext>
            </a:extLst>
          </p:cNvPr>
          <p:cNvSpPr>
            <a:spLocks/>
          </p:cNvSpPr>
          <p:nvPr/>
        </p:nvSpPr>
        <p:spPr>
          <a:xfrm>
            <a:off x="83617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35B8A054-11A5-DA47-D70F-7844C154E9D3}"/>
              </a:ext>
            </a:extLst>
          </p:cNvPr>
          <p:cNvSpPr>
            <a:spLocks/>
          </p:cNvSpPr>
          <p:nvPr/>
        </p:nvSpPr>
        <p:spPr>
          <a:xfrm>
            <a:off x="8443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E8DF8757-C60A-D5DD-BF91-DB60416028DB}"/>
              </a:ext>
            </a:extLst>
          </p:cNvPr>
          <p:cNvSpPr>
            <a:spLocks/>
          </p:cNvSpPr>
          <p:nvPr/>
        </p:nvSpPr>
        <p:spPr>
          <a:xfrm>
            <a:off x="83978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E25C11BD-065B-2A34-7A16-555B270587DC}"/>
              </a:ext>
            </a:extLst>
          </p:cNvPr>
          <p:cNvSpPr>
            <a:spLocks/>
          </p:cNvSpPr>
          <p:nvPr/>
        </p:nvSpPr>
        <p:spPr>
          <a:xfrm>
            <a:off x="83466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898EAB9B-7295-1656-1ECD-2ABD4FC89D71}"/>
              </a:ext>
            </a:extLst>
          </p:cNvPr>
          <p:cNvSpPr>
            <a:spLocks/>
          </p:cNvSpPr>
          <p:nvPr/>
        </p:nvSpPr>
        <p:spPr>
          <a:xfrm>
            <a:off x="83872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C38CB5F1-1827-AB87-3267-95BD7DED5B26}"/>
              </a:ext>
            </a:extLst>
          </p:cNvPr>
          <p:cNvSpPr>
            <a:spLocks/>
          </p:cNvSpPr>
          <p:nvPr/>
        </p:nvSpPr>
        <p:spPr>
          <a:xfrm>
            <a:off x="8342694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D21905F4-E555-92A8-F296-8192DBA0D63A}"/>
              </a:ext>
            </a:extLst>
          </p:cNvPr>
          <p:cNvSpPr>
            <a:spLocks/>
          </p:cNvSpPr>
          <p:nvPr/>
        </p:nvSpPr>
        <p:spPr>
          <a:xfrm>
            <a:off x="8396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45C4F80-9162-6F9E-3BE8-BB439E35B071}"/>
              </a:ext>
            </a:extLst>
          </p:cNvPr>
          <p:cNvSpPr>
            <a:spLocks/>
          </p:cNvSpPr>
          <p:nvPr/>
        </p:nvSpPr>
        <p:spPr>
          <a:xfrm>
            <a:off x="83979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4A8F900F-9603-F21A-1BE9-B0755A5076E1}"/>
              </a:ext>
            </a:extLst>
          </p:cNvPr>
          <p:cNvSpPr>
            <a:spLocks/>
          </p:cNvSpPr>
          <p:nvPr/>
        </p:nvSpPr>
        <p:spPr>
          <a:xfrm>
            <a:off x="8361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06EE19C7-1B24-281A-4849-1654CB1E24A6}"/>
              </a:ext>
            </a:extLst>
          </p:cNvPr>
          <p:cNvSpPr>
            <a:spLocks/>
          </p:cNvSpPr>
          <p:nvPr/>
        </p:nvSpPr>
        <p:spPr>
          <a:xfrm>
            <a:off x="84212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F3BD279F-B6C0-56A9-46DA-A3A136CF4EDE}"/>
              </a:ext>
            </a:extLst>
          </p:cNvPr>
          <p:cNvSpPr>
            <a:spLocks/>
          </p:cNvSpPr>
          <p:nvPr/>
        </p:nvSpPr>
        <p:spPr>
          <a:xfrm>
            <a:off x="8457219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FEE6DCE7-103F-BAE9-F084-4D7DD4BB26CB}"/>
              </a:ext>
            </a:extLst>
          </p:cNvPr>
          <p:cNvSpPr>
            <a:spLocks/>
          </p:cNvSpPr>
          <p:nvPr/>
        </p:nvSpPr>
        <p:spPr>
          <a:xfrm>
            <a:off x="844720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891EE9B-FD83-EF87-F1EE-EB3CCB88DB7A}"/>
              </a:ext>
            </a:extLst>
          </p:cNvPr>
          <p:cNvSpPr>
            <a:spLocks/>
          </p:cNvSpPr>
          <p:nvPr/>
        </p:nvSpPr>
        <p:spPr>
          <a:xfrm>
            <a:off x="8399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95652E0C-E1D1-C62F-E3AE-2E72ED18E2C3}"/>
              </a:ext>
            </a:extLst>
          </p:cNvPr>
          <p:cNvSpPr>
            <a:spLocks/>
          </p:cNvSpPr>
          <p:nvPr/>
        </p:nvSpPr>
        <p:spPr>
          <a:xfrm>
            <a:off x="840444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D115EF1F-DBA8-614F-9F7B-111271B78AB7}"/>
              </a:ext>
            </a:extLst>
          </p:cNvPr>
          <p:cNvSpPr>
            <a:spLocks/>
          </p:cNvSpPr>
          <p:nvPr/>
        </p:nvSpPr>
        <p:spPr>
          <a:xfrm>
            <a:off x="84510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1FAB922-ADD6-48EB-45AC-EC92393CB8F2}"/>
              </a:ext>
            </a:extLst>
          </p:cNvPr>
          <p:cNvSpPr>
            <a:spLocks/>
          </p:cNvSpPr>
          <p:nvPr/>
        </p:nvSpPr>
        <p:spPr>
          <a:xfrm>
            <a:off x="84258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96FE92D0-4976-BC17-1B3F-3495EA3F7148}"/>
              </a:ext>
            </a:extLst>
          </p:cNvPr>
          <p:cNvSpPr>
            <a:spLocks/>
          </p:cNvSpPr>
          <p:nvPr/>
        </p:nvSpPr>
        <p:spPr>
          <a:xfrm>
            <a:off x="840110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75977082-FBB6-6A9F-8E1D-B3EBE0D63F69}"/>
              </a:ext>
            </a:extLst>
          </p:cNvPr>
          <p:cNvSpPr>
            <a:spLocks/>
          </p:cNvSpPr>
          <p:nvPr/>
        </p:nvSpPr>
        <p:spPr>
          <a:xfrm>
            <a:off x="846223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50F049C2-2BED-B1D3-9912-9901462471C6}"/>
              </a:ext>
            </a:extLst>
          </p:cNvPr>
          <p:cNvSpPr>
            <a:spLocks/>
          </p:cNvSpPr>
          <p:nvPr/>
        </p:nvSpPr>
        <p:spPr>
          <a:xfrm>
            <a:off x="83428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5EBC52A-A556-168E-5E5E-DC6394356C73}"/>
              </a:ext>
            </a:extLst>
          </p:cNvPr>
          <p:cNvSpPr>
            <a:spLocks/>
          </p:cNvSpPr>
          <p:nvPr/>
        </p:nvSpPr>
        <p:spPr>
          <a:xfrm>
            <a:off x="8413706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33A35273-1BA7-D192-EE8F-51353BD6B0F1}"/>
              </a:ext>
            </a:extLst>
          </p:cNvPr>
          <p:cNvSpPr>
            <a:spLocks/>
          </p:cNvSpPr>
          <p:nvPr/>
        </p:nvSpPr>
        <p:spPr>
          <a:xfrm>
            <a:off x="83496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14382081-E49F-6EB1-3993-A28F6B3E8168}"/>
              </a:ext>
            </a:extLst>
          </p:cNvPr>
          <p:cNvSpPr>
            <a:spLocks/>
          </p:cNvSpPr>
          <p:nvPr/>
        </p:nvSpPr>
        <p:spPr>
          <a:xfrm>
            <a:off x="8449134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A2051297-9C1E-7BCA-98AC-BA43859779C0}"/>
              </a:ext>
            </a:extLst>
          </p:cNvPr>
          <p:cNvSpPr>
            <a:spLocks/>
          </p:cNvSpPr>
          <p:nvPr/>
        </p:nvSpPr>
        <p:spPr>
          <a:xfrm>
            <a:off x="84166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6681E148-955F-DEE3-8CBF-0A893CEEA16A}"/>
              </a:ext>
            </a:extLst>
          </p:cNvPr>
          <p:cNvSpPr>
            <a:spLocks/>
          </p:cNvSpPr>
          <p:nvPr/>
        </p:nvSpPr>
        <p:spPr>
          <a:xfrm>
            <a:off x="84151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6A7738B0-D2E6-805F-37CA-7BD32E63B2AA}"/>
              </a:ext>
            </a:extLst>
          </p:cNvPr>
          <p:cNvSpPr>
            <a:spLocks/>
          </p:cNvSpPr>
          <p:nvPr/>
        </p:nvSpPr>
        <p:spPr>
          <a:xfrm>
            <a:off x="83723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45973B2F-C890-F993-C17C-1700613F3A6F}"/>
              </a:ext>
            </a:extLst>
          </p:cNvPr>
          <p:cNvSpPr>
            <a:spLocks/>
          </p:cNvSpPr>
          <p:nvPr/>
        </p:nvSpPr>
        <p:spPr>
          <a:xfrm>
            <a:off x="845820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9BB45C42-FB76-40A5-17BF-F5A5008FCC75}"/>
              </a:ext>
            </a:extLst>
          </p:cNvPr>
          <p:cNvSpPr>
            <a:spLocks/>
          </p:cNvSpPr>
          <p:nvPr/>
        </p:nvSpPr>
        <p:spPr>
          <a:xfrm>
            <a:off x="83616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6676D2B5-AF8E-C854-5531-E067321463EA}"/>
              </a:ext>
            </a:extLst>
          </p:cNvPr>
          <p:cNvSpPr>
            <a:spLocks/>
          </p:cNvSpPr>
          <p:nvPr/>
        </p:nvSpPr>
        <p:spPr>
          <a:xfrm>
            <a:off x="838385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CC28F96E-5B5F-1BF3-8CE8-B187AEBCDC4B}"/>
              </a:ext>
            </a:extLst>
          </p:cNvPr>
          <p:cNvSpPr>
            <a:spLocks/>
          </p:cNvSpPr>
          <p:nvPr/>
        </p:nvSpPr>
        <p:spPr>
          <a:xfrm>
            <a:off x="83933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CDCF8CB2-1ABB-3B10-4774-F9AB5915EBF7}"/>
              </a:ext>
            </a:extLst>
          </p:cNvPr>
          <p:cNvSpPr>
            <a:spLocks/>
          </p:cNvSpPr>
          <p:nvPr/>
        </p:nvSpPr>
        <p:spPr>
          <a:xfrm>
            <a:off x="83843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E5A016D-194D-CECD-276A-1E8C33CF6557}"/>
              </a:ext>
            </a:extLst>
          </p:cNvPr>
          <p:cNvSpPr>
            <a:spLocks/>
          </p:cNvSpPr>
          <p:nvPr/>
        </p:nvSpPr>
        <p:spPr>
          <a:xfrm>
            <a:off x="8408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42884356-5E67-1FA7-94E0-2743047176D7}"/>
              </a:ext>
            </a:extLst>
          </p:cNvPr>
          <p:cNvSpPr>
            <a:spLocks/>
          </p:cNvSpPr>
          <p:nvPr/>
        </p:nvSpPr>
        <p:spPr>
          <a:xfrm>
            <a:off x="83902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C8399C5D-40BF-B4B9-7784-18BC40BC8B3E}"/>
              </a:ext>
            </a:extLst>
          </p:cNvPr>
          <p:cNvSpPr>
            <a:spLocks/>
          </p:cNvSpPr>
          <p:nvPr/>
        </p:nvSpPr>
        <p:spPr>
          <a:xfrm>
            <a:off x="837027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7BF70BAB-C4A7-15E4-FBFB-0D202B6C28D9}"/>
              </a:ext>
            </a:extLst>
          </p:cNvPr>
          <p:cNvSpPr>
            <a:spLocks/>
          </p:cNvSpPr>
          <p:nvPr/>
        </p:nvSpPr>
        <p:spPr>
          <a:xfrm>
            <a:off x="84221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82882D49-1CEB-9BF9-87A2-4E049E3A7B14}"/>
              </a:ext>
            </a:extLst>
          </p:cNvPr>
          <p:cNvSpPr>
            <a:spLocks/>
          </p:cNvSpPr>
          <p:nvPr/>
        </p:nvSpPr>
        <p:spPr>
          <a:xfrm>
            <a:off x="84106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12528089-5FE7-9721-C4C4-C38208345AA3}"/>
              </a:ext>
            </a:extLst>
          </p:cNvPr>
          <p:cNvSpPr>
            <a:spLocks/>
          </p:cNvSpPr>
          <p:nvPr/>
        </p:nvSpPr>
        <p:spPr>
          <a:xfrm>
            <a:off x="83530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E3B07345-CA1D-5AA5-9E44-73E4B504D1DE}"/>
              </a:ext>
            </a:extLst>
          </p:cNvPr>
          <p:cNvSpPr>
            <a:spLocks/>
          </p:cNvSpPr>
          <p:nvPr/>
        </p:nvSpPr>
        <p:spPr>
          <a:xfrm>
            <a:off x="8425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53C0C4E-5DB8-F5AA-C1B2-688AFEB0E32C}"/>
              </a:ext>
            </a:extLst>
          </p:cNvPr>
          <p:cNvSpPr>
            <a:spLocks/>
          </p:cNvSpPr>
          <p:nvPr/>
        </p:nvSpPr>
        <p:spPr>
          <a:xfrm>
            <a:off x="83538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055E9851-219C-35AC-6BAC-BFCCFEBB5E39}"/>
              </a:ext>
            </a:extLst>
          </p:cNvPr>
          <p:cNvSpPr>
            <a:spLocks/>
          </p:cNvSpPr>
          <p:nvPr/>
        </p:nvSpPr>
        <p:spPr>
          <a:xfrm>
            <a:off x="845980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29A6561C-2247-DBC8-CA19-052B5D4C60AB}"/>
              </a:ext>
            </a:extLst>
          </p:cNvPr>
          <p:cNvSpPr>
            <a:spLocks/>
          </p:cNvSpPr>
          <p:nvPr/>
        </p:nvSpPr>
        <p:spPr>
          <a:xfrm>
            <a:off x="83951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BA65C9B-6CC1-0268-7202-5077872D4D53}"/>
              </a:ext>
            </a:extLst>
          </p:cNvPr>
          <p:cNvSpPr>
            <a:spLocks/>
          </p:cNvSpPr>
          <p:nvPr/>
        </p:nvSpPr>
        <p:spPr>
          <a:xfrm>
            <a:off x="8355295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3102E159-7EFB-AC3C-D653-BCB4F7B17D27}"/>
              </a:ext>
            </a:extLst>
          </p:cNvPr>
          <p:cNvSpPr>
            <a:spLocks/>
          </p:cNvSpPr>
          <p:nvPr/>
        </p:nvSpPr>
        <p:spPr>
          <a:xfrm>
            <a:off x="843278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A7A6C462-1167-024A-EBB6-3F222CAC9201}"/>
              </a:ext>
            </a:extLst>
          </p:cNvPr>
          <p:cNvSpPr>
            <a:spLocks/>
          </p:cNvSpPr>
          <p:nvPr/>
        </p:nvSpPr>
        <p:spPr>
          <a:xfrm>
            <a:off x="84002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35FA4981-44FC-9E09-6A8F-C86FA411CC94}"/>
              </a:ext>
            </a:extLst>
          </p:cNvPr>
          <p:cNvSpPr>
            <a:spLocks/>
          </p:cNvSpPr>
          <p:nvPr/>
        </p:nvSpPr>
        <p:spPr>
          <a:xfrm>
            <a:off x="83845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F150E10-06BD-ADF0-2B17-4CF23220953B}"/>
              </a:ext>
            </a:extLst>
          </p:cNvPr>
          <p:cNvSpPr>
            <a:spLocks/>
          </p:cNvSpPr>
          <p:nvPr/>
        </p:nvSpPr>
        <p:spPr>
          <a:xfrm>
            <a:off x="8422598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69C00DD1-84D7-D31A-2FB1-16A0F1BF69C0}"/>
              </a:ext>
            </a:extLst>
          </p:cNvPr>
          <p:cNvSpPr>
            <a:spLocks/>
          </p:cNvSpPr>
          <p:nvPr/>
        </p:nvSpPr>
        <p:spPr>
          <a:xfrm>
            <a:off x="836830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78357C0D-4615-A66A-4924-5B43904584AB}"/>
              </a:ext>
            </a:extLst>
          </p:cNvPr>
          <p:cNvSpPr>
            <a:spLocks/>
          </p:cNvSpPr>
          <p:nvPr/>
        </p:nvSpPr>
        <p:spPr>
          <a:xfrm>
            <a:off x="84474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09CF5F2B-C90E-55A7-C5B7-1325DDCC74A7}"/>
              </a:ext>
            </a:extLst>
          </p:cNvPr>
          <p:cNvSpPr>
            <a:spLocks/>
          </p:cNvSpPr>
          <p:nvPr/>
        </p:nvSpPr>
        <p:spPr>
          <a:xfrm>
            <a:off x="839541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F1744093-449D-DB00-523D-D47D269B2131}"/>
              </a:ext>
            </a:extLst>
          </p:cNvPr>
          <p:cNvSpPr>
            <a:spLocks/>
          </p:cNvSpPr>
          <p:nvPr/>
        </p:nvSpPr>
        <p:spPr>
          <a:xfrm>
            <a:off x="83729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BDA65F7C-FC6E-8FDA-711E-5F23F008EFB2}"/>
              </a:ext>
            </a:extLst>
          </p:cNvPr>
          <p:cNvSpPr>
            <a:spLocks/>
          </p:cNvSpPr>
          <p:nvPr/>
        </p:nvSpPr>
        <p:spPr>
          <a:xfrm>
            <a:off x="841987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57AD9784-7EF4-AEAC-EB24-D83621D2B396}"/>
              </a:ext>
            </a:extLst>
          </p:cNvPr>
          <p:cNvSpPr>
            <a:spLocks/>
          </p:cNvSpPr>
          <p:nvPr/>
        </p:nvSpPr>
        <p:spPr>
          <a:xfrm>
            <a:off x="835372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5F88A90-2374-202C-A483-5EC6E2BE1B69}"/>
              </a:ext>
            </a:extLst>
          </p:cNvPr>
          <p:cNvSpPr>
            <a:spLocks/>
          </p:cNvSpPr>
          <p:nvPr/>
        </p:nvSpPr>
        <p:spPr>
          <a:xfrm>
            <a:off x="8450486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230292E6-6D47-6508-F9E3-8E751E27288D}"/>
              </a:ext>
            </a:extLst>
          </p:cNvPr>
          <p:cNvSpPr>
            <a:spLocks/>
          </p:cNvSpPr>
          <p:nvPr/>
        </p:nvSpPr>
        <p:spPr>
          <a:xfrm>
            <a:off x="8449442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3D18254D-36B6-A6F2-2FF5-D3F9D2AFB83B}"/>
              </a:ext>
            </a:extLst>
          </p:cNvPr>
          <p:cNvSpPr>
            <a:spLocks/>
          </p:cNvSpPr>
          <p:nvPr/>
        </p:nvSpPr>
        <p:spPr>
          <a:xfrm>
            <a:off x="84470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7C9CCD20-1A40-FCD3-D417-3C56E6892CF7}"/>
              </a:ext>
            </a:extLst>
          </p:cNvPr>
          <p:cNvSpPr>
            <a:spLocks/>
          </p:cNvSpPr>
          <p:nvPr/>
        </p:nvSpPr>
        <p:spPr>
          <a:xfrm>
            <a:off x="8435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B012C2D9-EB00-23C0-D6FA-888BE844D76D}"/>
              </a:ext>
            </a:extLst>
          </p:cNvPr>
          <p:cNvSpPr>
            <a:spLocks/>
          </p:cNvSpPr>
          <p:nvPr/>
        </p:nvSpPr>
        <p:spPr>
          <a:xfrm>
            <a:off x="84140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6820FA71-4D9B-38C9-C66B-9DE1D090E4BE}"/>
              </a:ext>
            </a:extLst>
          </p:cNvPr>
          <p:cNvSpPr>
            <a:spLocks/>
          </p:cNvSpPr>
          <p:nvPr/>
        </p:nvSpPr>
        <p:spPr>
          <a:xfrm>
            <a:off x="836086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4397C5DE-CD5A-D540-743F-BC55C2719E24}"/>
              </a:ext>
            </a:extLst>
          </p:cNvPr>
          <p:cNvSpPr>
            <a:spLocks/>
          </p:cNvSpPr>
          <p:nvPr/>
        </p:nvSpPr>
        <p:spPr>
          <a:xfrm>
            <a:off x="8365286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11C060FB-A328-6EFF-3DA6-0D4F871FC7CA}"/>
              </a:ext>
            </a:extLst>
          </p:cNvPr>
          <p:cNvSpPr>
            <a:spLocks/>
          </p:cNvSpPr>
          <p:nvPr/>
        </p:nvSpPr>
        <p:spPr>
          <a:xfrm>
            <a:off x="84483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BB1C1682-53C7-1666-4781-B95B7879FD69}"/>
              </a:ext>
            </a:extLst>
          </p:cNvPr>
          <p:cNvSpPr>
            <a:spLocks/>
          </p:cNvSpPr>
          <p:nvPr/>
        </p:nvSpPr>
        <p:spPr>
          <a:xfrm>
            <a:off x="838399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94B412AD-10AD-359C-4590-0B0E91A15BD1}"/>
              </a:ext>
            </a:extLst>
          </p:cNvPr>
          <p:cNvSpPr>
            <a:spLocks/>
          </p:cNvSpPr>
          <p:nvPr/>
        </p:nvSpPr>
        <p:spPr>
          <a:xfrm>
            <a:off x="84418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1B6DCE0A-08FD-4F12-E90B-DA1D195F2E45}"/>
              </a:ext>
            </a:extLst>
          </p:cNvPr>
          <p:cNvSpPr>
            <a:spLocks/>
          </p:cNvSpPr>
          <p:nvPr/>
        </p:nvSpPr>
        <p:spPr>
          <a:xfrm>
            <a:off x="8374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61840EBF-152F-621F-59DD-30AB865225B8}"/>
              </a:ext>
            </a:extLst>
          </p:cNvPr>
          <p:cNvSpPr>
            <a:spLocks/>
          </p:cNvSpPr>
          <p:nvPr/>
        </p:nvSpPr>
        <p:spPr>
          <a:xfrm>
            <a:off x="83464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96B9DEA9-882C-D14B-D328-7D3B7868D878}"/>
              </a:ext>
            </a:extLst>
          </p:cNvPr>
          <p:cNvSpPr>
            <a:spLocks/>
          </p:cNvSpPr>
          <p:nvPr/>
        </p:nvSpPr>
        <p:spPr>
          <a:xfrm>
            <a:off x="8371538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000BAA44-62D7-C4FD-CCDC-59302715BA8B}"/>
              </a:ext>
            </a:extLst>
          </p:cNvPr>
          <p:cNvSpPr>
            <a:spLocks/>
          </p:cNvSpPr>
          <p:nvPr/>
        </p:nvSpPr>
        <p:spPr>
          <a:xfrm>
            <a:off x="8432716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01A5175E-6AA6-855D-5C86-D3C67DB3F2E3}"/>
              </a:ext>
            </a:extLst>
          </p:cNvPr>
          <p:cNvSpPr>
            <a:spLocks/>
          </p:cNvSpPr>
          <p:nvPr/>
        </p:nvSpPr>
        <p:spPr>
          <a:xfrm>
            <a:off x="8412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290E531B-5A6C-A103-44CD-BFB2968B8AF3}"/>
              </a:ext>
            </a:extLst>
          </p:cNvPr>
          <p:cNvSpPr>
            <a:spLocks/>
          </p:cNvSpPr>
          <p:nvPr/>
        </p:nvSpPr>
        <p:spPr>
          <a:xfrm>
            <a:off x="8415491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ECEB1F11-04BB-196D-F3FD-E63C2AC9420D}"/>
              </a:ext>
            </a:extLst>
          </p:cNvPr>
          <p:cNvSpPr>
            <a:spLocks/>
          </p:cNvSpPr>
          <p:nvPr/>
        </p:nvSpPr>
        <p:spPr>
          <a:xfrm>
            <a:off x="84176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ACCD268F-5648-92B0-71F5-3B46EDC3465D}"/>
              </a:ext>
            </a:extLst>
          </p:cNvPr>
          <p:cNvSpPr>
            <a:spLocks/>
          </p:cNvSpPr>
          <p:nvPr/>
        </p:nvSpPr>
        <p:spPr>
          <a:xfrm>
            <a:off x="84318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EB144DDA-A4BD-8988-070D-5E1BC8F7F9F3}"/>
              </a:ext>
            </a:extLst>
          </p:cNvPr>
          <p:cNvSpPr>
            <a:spLocks/>
          </p:cNvSpPr>
          <p:nvPr/>
        </p:nvSpPr>
        <p:spPr>
          <a:xfrm>
            <a:off x="8350937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6196AC00-158C-9E4A-63A8-2C313AD37C2A}"/>
              </a:ext>
            </a:extLst>
          </p:cNvPr>
          <p:cNvSpPr>
            <a:spLocks/>
          </p:cNvSpPr>
          <p:nvPr/>
        </p:nvSpPr>
        <p:spPr>
          <a:xfrm>
            <a:off x="835113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BC469E6E-B9AD-D4DA-AAE3-C4FFCB724CC1}"/>
              </a:ext>
            </a:extLst>
          </p:cNvPr>
          <p:cNvSpPr>
            <a:spLocks/>
          </p:cNvSpPr>
          <p:nvPr/>
        </p:nvSpPr>
        <p:spPr>
          <a:xfrm>
            <a:off x="84199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73A516C-0802-3F9F-DC50-EE2E8BFC3F63}"/>
              </a:ext>
            </a:extLst>
          </p:cNvPr>
          <p:cNvSpPr>
            <a:spLocks/>
          </p:cNvSpPr>
          <p:nvPr/>
        </p:nvSpPr>
        <p:spPr>
          <a:xfrm>
            <a:off x="83520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3CC5E045-BB61-B585-6397-7BEA86B23717}"/>
              </a:ext>
            </a:extLst>
          </p:cNvPr>
          <p:cNvSpPr>
            <a:spLocks/>
          </p:cNvSpPr>
          <p:nvPr/>
        </p:nvSpPr>
        <p:spPr>
          <a:xfrm>
            <a:off x="83653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C71D338E-8F31-C923-D56A-AE862127CAC2}"/>
              </a:ext>
            </a:extLst>
          </p:cNvPr>
          <p:cNvSpPr>
            <a:spLocks/>
          </p:cNvSpPr>
          <p:nvPr/>
        </p:nvSpPr>
        <p:spPr>
          <a:xfrm>
            <a:off x="8400775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A2787AC-A405-9933-01E4-9C9E61D5A1D2}"/>
              </a:ext>
            </a:extLst>
          </p:cNvPr>
          <p:cNvSpPr>
            <a:spLocks/>
          </p:cNvSpPr>
          <p:nvPr/>
        </p:nvSpPr>
        <p:spPr>
          <a:xfrm>
            <a:off x="83462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EE2E28AE-F01E-ACDA-904C-7665DEADA81C}"/>
              </a:ext>
            </a:extLst>
          </p:cNvPr>
          <p:cNvSpPr>
            <a:spLocks/>
          </p:cNvSpPr>
          <p:nvPr/>
        </p:nvSpPr>
        <p:spPr>
          <a:xfrm>
            <a:off x="83978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821F6356-F4B2-A267-5848-FA6406B9982F}"/>
              </a:ext>
            </a:extLst>
          </p:cNvPr>
          <p:cNvSpPr>
            <a:spLocks/>
          </p:cNvSpPr>
          <p:nvPr/>
        </p:nvSpPr>
        <p:spPr>
          <a:xfrm>
            <a:off x="8624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E7E47E71-3340-5AB1-87F0-6D085EFF56B5}"/>
              </a:ext>
            </a:extLst>
          </p:cNvPr>
          <p:cNvSpPr>
            <a:spLocks/>
          </p:cNvSpPr>
          <p:nvPr/>
        </p:nvSpPr>
        <p:spPr>
          <a:xfrm>
            <a:off x="85955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21882460-CF84-C827-4B16-24449AF89291}"/>
              </a:ext>
            </a:extLst>
          </p:cNvPr>
          <p:cNvSpPr>
            <a:spLocks/>
          </p:cNvSpPr>
          <p:nvPr/>
        </p:nvSpPr>
        <p:spPr>
          <a:xfrm>
            <a:off x="8626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C70667E-6639-21F6-6A8E-CAA0F6AA678E}"/>
              </a:ext>
            </a:extLst>
          </p:cNvPr>
          <p:cNvSpPr>
            <a:spLocks/>
          </p:cNvSpPr>
          <p:nvPr/>
        </p:nvSpPr>
        <p:spPr>
          <a:xfrm>
            <a:off x="861178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EA91E996-DBB0-0C29-D36F-617CDFFB6496}"/>
              </a:ext>
            </a:extLst>
          </p:cNvPr>
          <p:cNvSpPr>
            <a:spLocks/>
          </p:cNvSpPr>
          <p:nvPr/>
        </p:nvSpPr>
        <p:spPr>
          <a:xfrm>
            <a:off x="8629728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7E7C9A6-7E5B-90B9-A7B0-49223574802F}"/>
              </a:ext>
            </a:extLst>
          </p:cNvPr>
          <p:cNvSpPr>
            <a:spLocks/>
          </p:cNvSpPr>
          <p:nvPr/>
        </p:nvSpPr>
        <p:spPr>
          <a:xfrm>
            <a:off x="86866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929E85B4-786F-3768-FA5E-28AB45C9AECD}"/>
              </a:ext>
            </a:extLst>
          </p:cNvPr>
          <p:cNvSpPr>
            <a:spLocks/>
          </p:cNvSpPr>
          <p:nvPr/>
        </p:nvSpPr>
        <p:spPr>
          <a:xfrm>
            <a:off x="86547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6412089A-05A3-ECCD-BC92-C3A29A3040D6}"/>
              </a:ext>
            </a:extLst>
          </p:cNvPr>
          <p:cNvSpPr>
            <a:spLocks/>
          </p:cNvSpPr>
          <p:nvPr/>
        </p:nvSpPr>
        <p:spPr>
          <a:xfrm>
            <a:off x="85979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2F06136E-3B48-A967-CA57-572A51CC342E}"/>
              </a:ext>
            </a:extLst>
          </p:cNvPr>
          <p:cNvSpPr>
            <a:spLocks/>
          </p:cNvSpPr>
          <p:nvPr/>
        </p:nvSpPr>
        <p:spPr>
          <a:xfrm>
            <a:off x="8649762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0CABA161-1369-2E4A-9737-A0D99E63BEB8}"/>
              </a:ext>
            </a:extLst>
          </p:cNvPr>
          <p:cNvSpPr>
            <a:spLocks/>
          </p:cNvSpPr>
          <p:nvPr/>
        </p:nvSpPr>
        <p:spPr>
          <a:xfrm>
            <a:off x="86087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A3A60E1B-4E2B-D97B-E80A-24A1B5FFA461}"/>
              </a:ext>
            </a:extLst>
          </p:cNvPr>
          <p:cNvSpPr>
            <a:spLocks/>
          </p:cNvSpPr>
          <p:nvPr/>
        </p:nvSpPr>
        <p:spPr>
          <a:xfrm>
            <a:off x="863079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30E89381-2F8A-EA4A-6822-B0D1BB7E3491}"/>
              </a:ext>
            </a:extLst>
          </p:cNvPr>
          <p:cNvSpPr>
            <a:spLocks/>
          </p:cNvSpPr>
          <p:nvPr/>
        </p:nvSpPr>
        <p:spPr>
          <a:xfrm>
            <a:off x="86054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5D545439-175F-9075-0E37-66288981A7F9}"/>
              </a:ext>
            </a:extLst>
          </p:cNvPr>
          <p:cNvSpPr>
            <a:spLocks/>
          </p:cNvSpPr>
          <p:nvPr/>
        </p:nvSpPr>
        <p:spPr>
          <a:xfrm>
            <a:off x="869674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F57E5871-A8B2-291E-2590-951423DDEFBF}"/>
              </a:ext>
            </a:extLst>
          </p:cNvPr>
          <p:cNvSpPr>
            <a:spLocks/>
          </p:cNvSpPr>
          <p:nvPr/>
        </p:nvSpPr>
        <p:spPr>
          <a:xfrm>
            <a:off x="86118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9FD4755D-D40A-6AFA-39F2-B1DB67AB83F0}"/>
              </a:ext>
            </a:extLst>
          </p:cNvPr>
          <p:cNvSpPr>
            <a:spLocks/>
          </p:cNvSpPr>
          <p:nvPr/>
        </p:nvSpPr>
        <p:spPr>
          <a:xfrm>
            <a:off x="861496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517DFB3-FDBF-741B-D1F4-6FB3AB138B56}"/>
              </a:ext>
            </a:extLst>
          </p:cNvPr>
          <p:cNvSpPr>
            <a:spLocks/>
          </p:cNvSpPr>
          <p:nvPr/>
        </p:nvSpPr>
        <p:spPr>
          <a:xfrm>
            <a:off x="86469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F797D6BA-5D60-F68C-B075-390EF4760983}"/>
              </a:ext>
            </a:extLst>
          </p:cNvPr>
          <p:cNvSpPr>
            <a:spLocks/>
          </p:cNvSpPr>
          <p:nvPr/>
        </p:nvSpPr>
        <p:spPr>
          <a:xfrm>
            <a:off x="867787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DA1CA1EE-F267-566C-B118-33190C6311AB}"/>
              </a:ext>
            </a:extLst>
          </p:cNvPr>
          <p:cNvSpPr>
            <a:spLocks/>
          </p:cNvSpPr>
          <p:nvPr/>
        </p:nvSpPr>
        <p:spPr>
          <a:xfrm>
            <a:off x="8682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46E6C2F1-DB50-98DE-7225-9759F0375A56}"/>
              </a:ext>
            </a:extLst>
          </p:cNvPr>
          <p:cNvSpPr>
            <a:spLocks/>
          </p:cNvSpPr>
          <p:nvPr/>
        </p:nvSpPr>
        <p:spPr>
          <a:xfrm>
            <a:off x="861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8A37E348-B8FC-A9AA-B1D6-FDCF7CBF207E}"/>
              </a:ext>
            </a:extLst>
          </p:cNvPr>
          <p:cNvSpPr>
            <a:spLocks/>
          </p:cNvSpPr>
          <p:nvPr/>
        </p:nvSpPr>
        <p:spPr>
          <a:xfrm>
            <a:off x="859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DC04E07C-6E7F-DBF3-F45F-E43CCCF05385}"/>
              </a:ext>
            </a:extLst>
          </p:cNvPr>
          <p:cNvSpPr>
            <a:spLocks/>
          </p:cNvSpPr>
          <p:nvPr/>
        </p:nvSpPr>
        <p:spPr>
          <a:xfrm>
            <a:off x="8663336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1608E1D1-BC45-672C-A29F-5D2397E8DE0C}"/>
              </a:ext>
            </a:extLst>
          </p:cNvPr>
          <p:cNvSpPr>
            <a:spLocks/>
          </p:cNvSpPr>
          <p:nvPr/>
        </p:nvSpPr>
        <p:spPr>
          <a:xfrm>
            <a:off x="86547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ADC85143-3A00-FAC3-4F32-0340232E5641}"/>
              </a:ext>
            </a:extLst>
          </p:cNvPr>
          <p:cNvSpPr>
            <a:spLocks/>
          </p:cNvSpPr>
          <p:nvPr/>
        </p:nvSpPr>
        <p:spPr>
          <a:xfrm>
            <a:off x="869961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0F9DC650-4328-697F-F2BE-F74981901967}"/>
              </a:ext>
            </a:extLst>
          </p:cNvPr>
          <p:cNvSpPr>
            <a:spLocks/>
          </p:cNvSpPr>
          <p:nvPr/>
        </p:nvSpPr>
        <p:spPr>
          <a:xfrm>
            <a:off x="8645160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9E44E90E-D56C-9BFC-157E-8E90C55021FE}"/>
              </a:ext>
            </a:extLst>
          </p:cNvPr>
          <p:cNvSpPr>
            <a:spLocks/>
          </p:cNvSpPr>
          <p:nvPr/>
        </p:nvSpPr>
        <p:spPr>
          <a:xfrm>
            <a:off x="8715523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87E82FFB-4C4A-9F82-7203-4AE21C56C3AB}"/>
              </a:ext>
            </a:extLst>
          </p:cNvPr>
          <p:cNvSpPr>
            <a:spLocks/>
          </p:cNvSpPr>
          <p:nvPr/>
        </p:nvSpPr>
        <p:spPr>
          <a:xfrm>
            <a:off x="865036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8B54FED0-831B-2EEB-8BAB-37966F588E2B}"/>
              </a:ext>
            </a:extLst>
          </p:cNvPr>
          <p:cNvSpPr>
            <a:spLocks/>
          </p:cNvSpPr>
          <p:nvPr/>
        </p:nvSpPr>
        <p:spPr>
          <a:xfrm>
            <a:off x="863428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196FB425-ADF7-412E-242C-606508912782}"/>
              </a:ext>
            </a:extLst>
          </p:cNvPr>
          <p:cNvSpPr>
            <a:spLocks/>
          </p:cNvSpPr>
          <p:nvPr/>
        </p:nvSpPr>
        <p:spPr>
          <a:xfrm>
            <a:off x="8678000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D4D3F4BF-0F02-577F-C78A-71D36901CAFB}"/>
              </a:ext>
            </a:extLst>
          </p:cNvPr>
          <p:cNvSpPr>
            <a:spLocks/>
          </p:cNvSpPr>
          <p:nvPr/>
        </p:nvSpPr>
        <p:spPr>
          <a:xfrm>
            <a:off x="861366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49040AB2-12BB-1089-A1BC-0DEE499964BD}"/>
              </a:ext>
            </a:extLst>
          </p:cNvPr>
          <p:cNvSpPr>
            <a:spLocks/>
          </p:cNvSpPr>
          <p:nvPr/>
        </p:nvSpPr>
        <p:spPr>
          <a:xfrm>
            <a:off x="86901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5CDB456-DBFB-9A9D-7761-485421C2A0BF}"/>
              </a:ext>
            </a:extLst>
          </p:cNvPr>
          <p:cNvSpPr>
            <a:spLocks/>
          </p:cNvSpPr>
          <p:nvPr/>
        </p:nvSpPr>
        <p:spPr>
          <a:xfrm>
            <a:off x="86626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57DAD542-BC30-9FDC-EAFE-CB4F9214DD20}"/>
              </a:ext>
            </a:extLst>
          </p:cNvPr>
          <p:cNvSpPr>
            <a:spLocks/>
          </p:cNvSpPr>
          <p:nvPr/>
        </p:nvSpPr>
        <p:spPr>
          <a:xfrm>
            <a:off x="8655385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A466D613-DABA-85EA-1E9E-F58A67615CF2}"/>
              </a:ext>
            </a:extLst>
          </p:cNvPr>
          <p:cNvSpPr>
            <a:spLocks/>
          </p:cNvSpPr>
          <p:nvPr/>
        </p:nvSpPr>
        <p:spPr>
          <a:xfrm>
            <a:off x="866953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665B0F62-A158-7525-1C31-83D75639C811}"/>
              </a:ext>
            </a:extLst>
          </p:cNvPr>
          <p:cNvSpPr>
            <a:spLocks/>
          </p:cNvSpPr>
          <p:nvPr/>
        </p:nvSpPr>
        <p:spPr>
          <a:xfrm>
            <a:off x="86964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97DB7C75-B19B-9AE6-7042-CD1A0AD81D50}"/>
              </a:ext>
            </a:extLst>
          </p:cNvPr>
          <p:cNvSpPr>
            <a:spLocks/>
          </p:cNvSpPr>
          <p:nvPr/>
        </p:nvSpPr>
        <p:spPr>
          <a:xfrm>
            <a:off x="86355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8E6FDAFC-19E6-2CB1-9E1D-6F38A1DB0866}"/>
              </a:ext>
            </a:extLst>
          </p:cNvPr>
          <p:cNvSpPr>
            <a:spLocks/>
          </p:cNvSpPr>
          <p:nvPr/>
        </p:nvSpPr>
        <p:spPr>
          <a:xfrm>
            <a:off x="86228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7EF56E9B-B56D-E32C-D4BB-C1F60CA33458}"/>
              </a:ext>
            </a:extLst>
          </p:cNvPr>
          <p:cNvSpPr>
            <a:spLocks/>
          </p:cNvSpPr>
          <p:nvPr/>
        </p:nvSpPr>
        <p:spPr>
          <a:xfrm>
            <a:off x="8686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B05FBF00-D4B6-2647-7F94-AA8037AED211}"/>
              </a:ext>
            </a:extLst>
          </p:cNvPr>
          <p:cNvSpPr>
            <a:spLocks/>
          </p:cNvSpPr>
          <p:nvPr/>
        </p:nvSpPr>
        <p:spPr>
          <a:xfrm>
            <a:off x="8659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4F6276AE-1050-296F-B2CA-E16EC6830E69}"/>
              </a:ext>
            </a:extLst>
          </p:cNvPr>
          <p:cNvSpPr>
            <a:spLocks/>
          </p:cNvSpPr>
          <p:nvPr/>
        </p:nvSpPr>
        <p:spPr>
          <a:xfrm>
            <a:off x="86680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251980D2-4BB4-6496-34D5-1AE390BA8751}"/>
              </a:ext>
            </a:extLst>
          </p:cNvPr>
          <p:cNvSpPr>
            <a:spLocks/>
          </p:cNvSpPr>
          <p:nvPr/>
        </p:nvSpPr>
        <p:spPr>
          <a:xfrm>
            <a:off x="8594472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6D376F4D-20AC-324E-CE19-760062741C77}"/>
              </a:ext>
            </a:extLst>
          </p:cNvPr>
          <p:cNvSpPr>
            <a:spLocks/>
          </p:cNvSpPr>
          <p:nvPr/>
        </p:nvSpPr>
        <p:spPr>
          <a:xfrm>
            <a:off x="86744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39D19283-C0F0-58FB-FAA8-C87D0D8E7029}"/>
              </a:ext>
            </a:extLst>
          </p:cNvPr>
          <p:cNvSpPr>
            <a:spLocks/>
          </p:cNvSpPr>
          <p:nvPr/>
        </p:nvSpPr>
        <p:spPr>
          <a:xfrm>
            <a:off x="869304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9F515C8E-9EE5-57B0-910F-6C7D1CECD40D}"/>
              </a:ext>
            </a:extLst>
          </p:cNvPr>
          <p:cNvSpPr>
            <a:spLocks/>
          </p:cNvSpPr>
          <p:nvPr/>
        </p:nvSpPr>
        <p:spPr>
          <a:xfrm>
            <a:off x="86016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3A4B9516-7196-06BE-59CD-8AE6B0771B13}"/>
              </a:ext>
            </a:extLst>
          </p:cNvPr>
          <p:cNvSpPr>
            <a:spLocks/>
          </p:cNvSpPr>
          <p:nvPr/>
        </p:nvSpPr>
        <p:spPr>
          <a:xfrm>
            <a:off x="86357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43843008-3AFE-C04E-0A5A-50D01D988161}"/>
              </a:ext>
            </a:extLst>
          </p:cNvPr>
          <p:cNvSpPr>
            <a:spLocks/>
          </p:cNvSpPr>
          <p:nvPr/>
        </p:nvSpPr>
        <p:spPr>
          <a:xfrm>
            <a:off x="8700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49318967-3622-016F-0A0D-16934EE2E102}"/>
              </a:ext>
            </a:extLst>
          </p:cNvPr>
          <p:cNvSpPr>
            <a:spLocks/>
          </p:cNvSpPr>
          <p:nvPr/>
        </p:nvSpPr>
        <p:spPr>
          <a:xfrm>
            <a:off x="8607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921BCC18-59A1-79E8-DF76-23DFBD7EB4D2}"/>
              </a:ext>
            </a:extLst>
          </p:cNvPr>
          <p:cNvSpPr>
            <a:spLocks/>
          </p:cNvSpPr>
          <p:nvPr/>
        </p:nvSpPr>
        <p:spPr>
          <a:xfrm>
            <a:off x="864066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907A132F-ADAF-BF40-C65B-E4ECE9458F13}"/>
              </a:ext>
            </a:extLst>
          </p:cNvPr>
          <p:cNvSpPr>
            <a:spLocks/>
          </p:cNvSpPr>
          <p:nvPr/>
        </p:nvSpPr>
        <p:spPr>
          <a:xfrm>
            <a:off x="8647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D573179E-55F1-B17A-8327-0065F667DBAD}"/>
              </a:ext>
            </a:extLst>
          </p:cNvPr>
          <p:cNvSpPr>
            <a:spLocks/>
          </p:cNvSpPr>
          <p:nvPr/>
        </p:nvSpPr>
        <p:spPr>
          <a:xfrm>
            <a:off x="86624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7D583CAF-480E-F542-AA40-7F6C2F55CBEE}"/>
              </a:ext>
            </a:extLst>
          </p:cNvPr>
          <p:cNvSpPr>
            <a:spLocks/>
          </p:cNvSpPr>
          <p:nvPr/>
        </p:nvSpPr>
        <p:spPr>
          <a:xfrm>
            <a:off x="866063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051E83C4-F5B6-3AA8-21FD-94AE45D37B25}"/>
              </a:ext>
            </a:extLst>
          </p:cNvPr>
          <p:cNvSpPr>
            <a:spLocks/>
          </p:cNvSpPr>
          <p:nvPr/>
        </p:nvSpPr>
        <p:spPr>
          <a:xfrm>
            <a:off x="867291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78109438-1E59-9A57-F7B3-D909F8D2FD93}"/>
              </a:ext>
            </a:extLst>
          </p:cNvPr>
          <p:cNvSpPr>
            <a:spLocks/>
          </p:cNvSpPr>
          <p:nvPr/>
        </p:nvSpPr>
        <p:spPr>
          <a:xfrm>
            <a:off x="87056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013E8D-0522-878B-3C14-EDCF971E7A69}"/>
              </a:ext>
            </a:extLst>
          </p:cNvPr>
          <p:cNvSpPr>
            <a:spLocks/>
          </p:cNvSpPr>
          <p:nvPr/>
        </p:nvSpPr>
        <p:spPr>
          <a:xfrm>
            <a:off x="86636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B114EB8F-C1EC-DE2C-A06E-6B34610E9B1F}"/>
              </a:ext>
            </a:extLst>
          </p:cNvPr>
          <p:cNvSpPr>
            <a:spLocks/>
          </p:cNvSpPr>
          <p:nvPr/>
        </p:nvSpPr>
        <p:spPr>
          <a:xfrm>
            <a:off x="8623502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56F0D316-A812-6980-E9D1-E10137895D10}"/>
              </a:ext>
            </a:extLst>
          </p:cNvPr>
          <p:cNvSpPr>
            <a:spLocks/>
          </p:cNvSpPr>
          <p:nvPr/>
        </p:nvSpPr>
        <p:spPr>
          <a:xfrm>
            <a:off x="8708380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558FB50E-898C-F51B-D116-E3FE3F8C8290}"/>
              </a:ext>
            </a:extLst>
          </p:cNvPr>
          <p:cNvSpPr>
            <a:spLocks/>
          </p:cNvSpPr>
          <p:nvPr/>
        </p:nvSpPr>
        <p:spPr>
          <a:xfrm>
            <a:off x="865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2A027ED7-746B-BEB5-E33D-9C063DFA261B}"/>
              </a:ext>
            </a:extLst>
          </p:cNvPr>
          <p:cNvSpPr>
            <a:spLocks/>
          </p:cNvSpPr>
          <p:nvPr/>
        </p:nvSpPr>
        <p:spPr>
          <a:xfrm>
            <a:off x="8684479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0FE29C3F-12E9-23A1-F29D-EB7091B1EBF7}"/>
              </a:ext>
            </a:extLst>
          </p:cNvPr>
          <p:cNvSpPr>
            <a:spLocks/>
          </p:cNvSpPr>
          <p:nvPr/>
        </p:nvSpPr>
        <p:spPr>
          <a:xfrm>
            <a:off x="86290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4853447E-88D4-F70F-4056-55466833C8F1}"/>
              </a:ext>
            </a:extLst>
          </p:cNvPr>
          <p:cNvSpPr>
            <a:spLocks/>
          </p:cNvSpPr>
          <p:nvPr/>
        </p:nvSpPr>
        <p:spPr>
          <a:xfrm>
            <a:off x="8644404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996A031F-D180-37BF-CBEA-6095BB51DC57}"/>
              </a:ext>
            </a:extLst>
          </p:cNvPr>
          <p:cNvSpPr>
            <a:spLocks/>
          </p:cNvSpPr>
          <p:nvPr/>
        </p:nvSpPr>
        <p:spPr>
          <a:xfrm>
            <a:off x="867357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B33E2D5B-3CB3-FFAE-D790-EB4690A5E704}"/>
              </a:ext>
            </a:extLst>
          </p:cNvPr>
          <p:cNvSpPr>
            <a:spLocks/>
          </p:cNvSpPr>
          <p:nvPr/>
        </p:nvSpPr>
        <p:spPr>
          <a:xfrm>
            <a:off x="86673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5F72E47F-52E8-32F9-B031-FDFAEF9CDE64}"/>
              </a:ext>
            </a:extLst>
          </p:cNvPr>
          <p:cNvSpPr>
            <a:spLocks/>
          </p:cNvSpPr>
          <p:nvPr/>
        </p:nvSpPr>
        <p:spPr>
          <a:xfrm>
            <a:off x="86456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419CA515-8DDD-0FCD-1393-CD208326ED6A}"/>
              </a:ext>
            </a:extLst>
          </p:cNvPr>
          <p:cNvSpPr>
            <a:spLocks/>
          </p:cNvSpPr>
          <p:nvPr/>
        </p:nvSpPr>
        <p:spPr>
          <a:xfrm>
            <a:off x="86346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5CD1022C-BD59-CED3-EEE9-006C5364DE23}"/>
              </a:ext>
            </a:extLst>
          </p:cNvPr>
          <p:cNvSpPr>
            <a:spLocks/>
          </p:cNvSpPr>
          <p:nvPr/>
        </p:nvSpPr>
        <p:spPr>
          <a:xfrm>
            <a:off x="86830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C76B36E-1D57-CC55-B61A-772CB82BABD0}"/>
              </a:ext>
            </a:extLst>
          </p:cNvPr>
          <p:cNvSpPr>
            <a:spLocks/>
          </p:cNvSpPr>
          <p:nvPr/>
        </p:nvSpPr>
        <p:spPr>
          <a:xfrm>
            <a:off x="8603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2494BDA2-1ABC-051C-CD9D-4E9A02225B9D}"/>
              </a:ext>
            </a:extLst>
          </p:cNvPr>
          <p:cNvSpPr>
            <a:spLocks/>
          </p:cNvSpPr>
          <p:nvPr/>
        </p:nvSpPr>
        <p:spPr>
          <a:xfrm>
            <a:off x="867347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68797508-F148-35E0-DF9D-DFA4E41E3F8C}"/>
              </a:ext>
            </a:extLst>
          </p:cNvPr>
          <p:cNvSpPr>
            <a:spLocks/>
          </p:cNvSpPr>
          <p:nvPr/>
        </p:nvSpPr>
        <p:spPr>
          <a:xfrm>
            <a:off x="862107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4ED6B5EF-AC49-83CD-AD55-88578E9EF903}"/>
              </a:ext>
            </a:extLst>
          </p:cNvPr>
          <p:cNvSpPr>
            <a:spLocks/>
          </p:cNvSpPr>
          <p:nvPr/>
        </p:nvSpPr>
        <p:spPr>
          <a:xfrm>
            <a:off x="86927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503AAA75-663A-750B-3BF5-7C8C84AE89E1}"/>
              </a:ext>
            </a:extLst>
          </p:cNvPr>
          <p:cNvSpPr>
            <a:spLocks/>
          </p:cNvSpPr>
          <p:nvPr/>
        </p:nvSpPr>
        <p:spPr>
          <a:xfrm>
            <a:off x="86864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61ABE27E-0490-9987-EA04-56E8AF3CFE48}"/>
              </a:ext>
            </a:extLst>
          </p:cNvPr>
          <p:cNvSpPr>
            <a:spLocks/>
          </p:cNvSpPr>
          <p:nvPr/>
        </p:nvSpPr>
        <p:spPr>
          <a:xfrm>
            <a:off x="87104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DE4D7AC7-CAFB-1BB1-1DDF-2F45350C9D24}"/>
              </a:ext>
            </a:extLst>
          </p:cNvPr>
          <p:cNvSpPr>
            <a:spLocks/>
          </p:cNvSpPr>
          <p:nvPr/>
        </p:nvSpPr>
        <p:spPr>
          <a:xfrm>
            <a:off x="86438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D03CEBAF-7033-4EC8-E642-D0534DE3648F}"/>
              </a:ext>
            </a:extLst>
          </p:cNvPr>
          <p:cNvSpPr>
            <a:spLocks/>
          </p:cNvSpPr>
          <p:nvPr/>
        </p:nvSpPr>
        <p:spPr>
          <a:xfrm>
            <a:off x="86597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A5B675DA-CC7F-C4F1-E68C-120F5E38DAB2}"/>
              </a:ext>
            </a:extLst>
          </p:cNvPr>
          <p:cNvSpPr>
            <a:spLocks/>
          </p:cNvSpPr>
          <p:nvPr/>
        </p:nvSpPr>
        <p:spPr>
          <a:xfrm>
            <a:off x="8678230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40EE6951-F3E6-4D26-569A-DDD8A51CE4E0}"/>
              </a:ext>
            </a:extLst>
          </p:cNvPr>
          <p:cNvSpPr>
            <a:spLocks/>
          </p:cNvSpPr>
          <p:nvPr/>
        </p:nvSpPr>
        <p:spPr>
          <a:xfrm>
            <a:off x="868596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AE15AB1C-FE30-5DD1-2F15-652F0D07C029}"/>
              </a:ext>
            </a:extLst>
          </p:cNvPr>
          <p:cNvSpPr>
            <a:spLocks/>
          </p:cNvSpPr>
          <p:nvPr/>
        </p:nvSpPr>
        <p:spPr>
          <a:xfrm>
            <a:off x="862237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54780B24-C3CC-6ADD-18DA-3561A850EB0B}"/>
              </a:ext>
            </a:extLst>
          </p:cNvPr>
          <p:cNvSpPr>
            <a:spLocks/>
          </p:cNvSpPr>
          <p:nvPr/>
        </p:nvSpPr>
        <p:spPr>
          <a:xfrm>
            <a:off x="86491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5D15F954-6121-8427-E299-0AC027E3FFA8}"/>
              </a:ext>
            </a:extLst>
          </p:cNvPr>
          <p:cNvSpPr>
            <a:spLocks/>
          </p:cNvSpPr>
          <p:nvPr/>
        </p:nvSpPr>
        <p:spPr>
          <a:xfrm>
            <a:off x="8639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963C2226-D345-40F8-6938-E23E841F2F9E}"/>
              </a:ext>
            </a:extLst>
          </p:cNvPr>
          <p:cNvSpPr>
            <a:spLocks/>
          </p:cNvSpPr>
          <p:nvPr/>
        </p:nvSpPr>
        <p:spPr>
          <a:xfrm>
            <a:off x="860658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F484249B-D377-673E-9342-7E36FF0171C9}"/>
              </a:ext>
            </a:extLst>
          </p:cNvPr>
          <p:cNvSpPr>
            <a:spLocks/>
          </p:cNvSpPr>
          <p:nvPr/>
        </p:nvSpPr>
        <p:spPr>
          <a:xfrm>
            <a:off x="86076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AEFAF883-8759-3A1C-13C5-859F946B3C61}"/>
              </a:ext>
            </a:extLst>
          </p:cNvPr>
          <p:cNvSpPr>
            <a:spLocks/>
          </p:cNvSpPr>
          <p:nvPr/>
        </p:nvSpPr>
        <p:spPr>
          <a:xfrm>
            <a:off x="8637365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C8954D11-30FC-866A-6601-B1DFD41789F1}"/>
              </a:ext>
            </a:extLst>
          </p:cNvPr>
          <p:cNvSpPr>
            <a:spLocks/>
          </p:cNvSpPr>
          <p:nvPr/>
        </p:nvSpPr>
        <p:spPr>
          <a:xfrm>
            <a:off x="87063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FCD6523-0867-C9CF-A0E2-003F0D6C28E7}"/>
              </a:ext>
            </a:extLst>
          </p:cNvPr>
          <p:cNvSpPr>
            <a:spLocks/>
          </p:cNvSpPr>
          <p:nvPr/>
        </p:nvSpPr>
        <p:spPr>
          <a:xfrm>
            <a:off x="8625799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D7C6352D-637D-1E7C-6C01-AB6D13F8B4C0}"/>
              </a:ext>
            </a:extLst>
          </p:cNvPr>
          <p:cNvSpPr>
            <a:spLocks/>
          </p:cNvSpPr>
          <p:nvPr/>
        </p:nvSpPr>
        <p:spPr>
          <a:xfrm>
            <a:off x="8705795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DBFF1025-19D8-10AB-8E7A-E9029DFF3325}"/>
              </a:ext>
            </a:extLst>
          </p:cNvPr>
          <p:cNvSpPr>
            <a:spLocks/>
          </p:cNvSpPr>
          <p:nvPr/>
        </p:nvSpPr>
        <p:spPr>
          <a:xfrm>
            <a:off x="8611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094511E9-F91A-4BD5-1E3F-C7C4F0F0AEED}"/>
              </a:ext>
            </a:extLst>
          </p:cNvPr>
          <p:cNvSpPr>
            <a:spLocks/>
          </p:cNvSpPr>
          <p:nvPr/>
        </p:nvSpPr>
        <p:spPr>
          <a:xfrm>
            <a:off x="86958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D7EEC101-28E4-B9FE-D48A-AC73208BDDF7}"/>
              </a:ext>
            </a:extLst>
          </p:cNvPr>
          <p:cNvSpPr>
            <a:spLocks/>
          </p:cNvSpPr>
          <p:nvPr/>
        </p:nvSpPr>
        <p:spPr>
          <a:xfrm>
            <a:off x="8637256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3F066A1F-6130-B1A0-2DB5-69BCFDF68109}"/>
              </a:ext>
            </a:extLst>
          </p:cNvPr>
          <p:cNvSpPr>
            <a:spLocks/>
          </p:cNvSpPr>
          <p:nvPr/>
        </p:nvSpPr>
        <p:spPr>
          <a:xfrm>
            <a:off x="86412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AEF581DB-4C75-F56F-39E7-84F1ADDE598C}"/>
              </a:ext>
            </a:extLst>
          </p:cNvPr>
          <p:cNvSpPr>
            <a:spLocks/>
          </p:cNvSpPr>
          <p:nvPr/>
        </p:nvSpPr>
        <p:spPr>
          <a:xfrm>
            <a:off x="860410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B2AE0CA2-897F-5B74-3CED-6AB747E2572A}"/>
              </a:ext>
            </a:extLst>
          </p:cNvPr>
          <p:cNvSpPr>
            <a:spLocks/>
          </p:cNvSpPr>
          <p:nvPr/>
        </p:nvSpPr>
        <p:spPr>
          <a:xfrm>
            <a:off x="865846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2AAD6D22-328B-FF57-8F76-FE6BF4DA82B9}"/>
              </a:ext>
            </a:extLst>
          </p:cNvPr>
          <p:cNvSpPr>
            <a:spLocks/>
          </p:cNvSpPr>
          <p:nvPr/>
        </p:nvSpPr>
        <p:spPr>
          <a:xfrm>
            <a:off x="8663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CAEA79B6-FBD2-9D00-ACD0-AF675EF33B5B}"/>
              </a:ext>
            </a:extLst>
          </p:cNvPr>
          <p:cNvSpPr>
            <a:spLocks/>
          </p:cNvSpPr>
          <p:nvPr/>
        </p:nvSpPr>
        <p:spPr>
          <a:xfrm>
            <a:off x="867974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14B44D56-3100-1713-0A47-2522FFA303CD}"/>
              </a:ext>
            </a:extLst>
          </p:cNvPr>
          <p:cNvSpPr>
            <a:spLocks/>
          </p:cNvSpPr>
          <p:nvPr/>
        </p:nvSpPr>
        <p:spPr>
          <a:xfrm>
            <a:off x="865813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4274CF10-BE0D-573A-C252-E81CA89EB936}"/>
              </a:ext>
            </a:extLst>
          </p:cNvPr>
          <p:cNvSpPr>
            <a:spLocks/>
          </p:cNvSpPr>
          <p:nvPr/>
        </p:nvSpPr>
        <p:spPr>
          <a:xfrm>
            <a:off x="86929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32CB20EE-2865-A958-2FD9-CDF72EB396E9}"/>
              </a:ext>
            </a:extLst>
          </p:cNvPr>
          <p:cNvSpPr>
            <a:spLocks/>
          </p:cNvSpPr>
          <p:nvPr/>
        </p:nvSpPr>
        <p:spPr>
          <a:xfrm>
            <a:off x="8673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B7B01AB2-C7BE-AFD6-3A7C-BFF381AFF356}"/>
              </a:ext>
            </a:extLst>
          </p:cNvPr>
          <p:cNvSpPr>
            <a:spLocks/>
          </p:cNvSpPr>
          <p:nvPr/>
        </p:nvSpPr>
        <p:spPr>
          <a:xfrm>
            <a:off x="86391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590AD293-AA82-77AC-1AE3-7DBBCB600023}"/>
              </a:ext>
            </a:extLst>
          </p:cNvPr>
          <p:cNvSpPr>
            <a:spLocks/>
          </p:cNvSpPr>
          <p:nvPr/>
        </p:nvSpPr>
        <p:spPr>
          <a:xfrm>
            <a:off x="86386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C871A49E-53CE-1766-7F62-CB8E3FC8CB43}"/>
              </a:ext>
            </a:extLst>
          </p:cNvPr>
          <p:cNvSpPr>
            <a:spLocks/>
          </p:cNvSpPr>
          <p:nvPr/>
        </p:nvSpPr>
        <p:spPr>
          <a:xfrm>
            <a:off x="86558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30240C5A-310A-5715-A4A1-4B450F673DB4}"/>
              </a:ext>
            </a:extLst>
          </p:cNvPr>
          <p:cNvSpPr>
            <a:spLocks/>
          </p:cNvSpPr>
          <p:nvPr/>
        </p:nvSpPr>
        <p:spPr>
          <a:xfrm>
            <a:off x="86704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1A16D9A8-809D-5146-3DCB-EF4029292D52}"/>
              </a:ext>
            </a:extLst>
          </p:cNvPr>
          <p:cNvSpPr>
            <a:spLocks/>
          </p:cNvSpPr>
          <p:nvPr/>
        </p:nvSpPr>
        <p:spPr>
          <a:xfrm>
            <a:off x="862016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B529C85-1507-1B86-9794-CE5B5DBDBEC1}"/>
              </a:ext>
            </a:extLst>
          </p:cNvPr>
          <p:cNvSpPr>
            <a:spLocks/>
          </p:cNvSpPr>
          <p:nvPr/>
        </p:nvSpPr>
        <p:spPr>
          <a:xfrm>
            <a:off x="8664770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A2EC581F-36F1-4761-9609-DD577A510D5D}"/>
              </a:ext>
            </a:extLst>
          </p:cNvPr>
          <p:cNvSpPr>
            <a:spLocks/>
          </p:cNvSpPr>
          <p:nvPr/>
        </p:nvSpPr>
        <p:spPr>
          <a:xfrm>
            <a:off x="868361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3A3B2CE4-55C1-F77F-3799-3678F318C3A4}"/>
              </a:ext>
            </a:extLst>
          </p:cNvPr>
          <p:cNvSpPr>
            <a:spLocks/>
          </p:cNvSpPr>
          <p:nvPr/>
        </p:nvSpPr>
        <p:spPr>
          <a:xfrm>
            <a:off x="86120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1E059D00-33C5-04CE-C9E0-3CC4D3F364C2}"/>
              </a:ext>
            </a:extLst>
          </p:cNvPr>
          <p:cNvSpPr>
            <a:spLocks/>
          </p:cNvSpPr>
          <p:nvPr/>
        </p:nvSpPr>
        <p:spPr>
          <a:xfrm>
            <a:off x="870425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E642EDEE-7A7C-6366-7462-51AFF416E659}"/>
              </a:ext>
            </a:extLst>
          </p:cNvPr>
          <p:cNvSpPr>
            <a:spLocks/>
          </p:cNvSpPr>
          <p:nvPr/>
        </p:nvSpPr>
        <p:spPr>
          <a:xfrm>
            <a:off x="86596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94E9BD54-897D-5751-3422-D0D201F1ECD5}"/>
              </a:ext>
            </a:extLst>
          </p:cNvPr>
          <p:cNvSpPr>
            <a:spLocks/>
          </p:cNvSpPr>
          <p:nvPr/>
        </p:nvSpPr>
        <p:spPr>
          <a:xfrm>
            <a:off x="8690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5104E710-AD35-8E4E-BC00-F71212C767F5}"/>
              </a:ext>
            </a:extLst>
          </p:cNvPr>
          <p:cNvSpPr>
            <a:spLocks/>
          </p:cNvSpPr>
          <p:nvPr/>
        </p:nvSpPr>
        <p:spPr>
          <a:xfrm>
            <a:off x="8639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340985A4-9B68-2E73-4490-60BCF2EE3109}"/>
              </a:ext>
            </a:extLst>
          </p:cNvPr>
          <p:cNvSpPr>
            <a:spLocks/>
          </p:cNvSpPr>
          <p:nvPr/>
        </p:nvSpPr>
        <p:spPr>
          <a:xfrm>
            <a:off x="86851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5767886F-1FDC-6E94-7D40-4A4E695F3F3B}"/>
              </a:ext>
            </a:extLst>
          </p:cNvPr>
          <p:cNvSpPr>
            <a:spLocks/>
          </p:cNvSpPr>
          <p:nvPr/>
        </p:nvSpPr>
        <p:spPr>
          <a:xfrm>
            <a:off x="8605934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F7FD4C5-59E8-A700-3186-6CDE6168A510}"/>
              </a:ext>
            </a:extLst>
          </p:cNvPr>
          <p:cNvSpPr>
            <a:spLocks/>
          </p:cNvSpPr>
          <p:nvPr/>
        </p:nvSpPr>
        <p:spPr>
          <a:xfrm>
            <a:off x="859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729DC675-74D7-4728-33DD-60D142F59D6B}"/>
              </a:ext>
            </a:extLst>
          </p:cNvPr>
          <p:cNvSpPr>
            <a:spLocks/>
          </p:cNvSpPr>
          <p:nvPr/>
        </p:nvSpPr>
        <p:spPr>
          <a:xfrm>
            <a:off x="86960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E65F2F9-CA4B-B46A-1A32-2C1C294D30BA}"/>
              </a:ext>
            </a:extLst>
          </p:cNvPr>
          <p:cNvSpPr>
            <a:spLocks/>
          </p:cNvSpPr>
          <p:nvPr/>
        </p:nvSpPr>
        <p:spPr>
          <a:xfrm>
            <a:off x="86022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20676B0C-ECF8-BFB2-C5AB-8F6346D483EC}"/>
              </a:ext>
            </a:extLst>
          </p:cNvPr>
          <p:cNvSpPr>
            <a:spLocks/>
          </p:cNvSpPr>
          <p:nvPr/>
        </p:nvSpPr>
        <p:spPr>
          <a:xfrm>
            <a:off x="86520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06C0FD7-582F-D8BF-BE3B-193DB2273FC5}"/>
              </a:ext>
            </a:extLst>
          </p:cNvPr>
          <p:cNvSpPr>
            <a:spLocks/>
          </p:cNvSpPr>
          <p:nvPr/>
        </p:nvSpPr>
        <p:spPr>
          <a:xfrm>
            <a:off x="8682990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0E4FE7E3-AE84-9252-5C95-44C6FCE5CD9C}"/>
              </a:ext>
            </a:extLst>
          </p:cNvPr>
          <p:cNvSpPr>
            <a:spLocks/>
          </p:cNvSpPr>
          <p:nvPr/>
        </p:nvSpPr>
        <p:spPr>
          <a:xfrm>
            <a:off x="8638120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85933C0-7C5A-9A5B-F700-4B2F544DB63E}"/>
              </a:ext>
            </a:extLst>
          </p:cNvPr>
          <p:cNvSpPr>
            <a:spLocks/>
          </p:cNvSpPr>
          <p:nvPr/>
        </p:nvSpPr>
        <p:spPr>
          <a:xfrm>
            <a:off x="869324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F31C409E-927D-0857-450C-CFA6FEF83C5A}"/>
              </a:ext>
            </a:extLst>
          </p:cNvPr>
          <p:cNvSpPr>
            <a:spLocks/>
          </p:cNvSpPr>
          <p:nvPr/>
        </p:nvSpPr>
        <p:spPr>
          <a:xfrm>
            <a:off x="86196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25255275-8B90-F323-EC29-C1A4D43D731E}"/>
              </a:ext>
            </a:extLst>
          </p:cNvPr>
          <p:cNvSpPr>
            <a:spLocks/>
          </p:cNvSpPr>
          <p:nvPr/>
        </p:nvSpPr>
        <p:spPr>
          <a:xfrm>
            <a:off x="866152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C54085EA-69D5-482B-74FC-4BB362996307}"/>
              </a:ext>
            </a:extLst>
          </p:cNvPr>
          <p:cNvSpPr>
            <a:spLocks/>
          </p:cNvSpPr>
          <p:nvPr/>
        </p:nvSpPr>
        <p:spPr>
          <a:xfrm>
            <a:off x="85949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DC000861-39D1-8743-47EA-DEBBF95157C4}"/>
              </a:ext>
            </a:extLst>
          </p:cNvPr>
          <p:cNvSpPr>
            <a:spLocks/>
          </p:cNvSpPr>
          <p:nvPr/>
        </p:nvSpPr>
        <p:spPr>
          <a:xfrm>
            <a:off x="871523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DEFC9463-098A-643C-4326-592E055A572D}"/>
              </a:ext>
            </a:extLst>
          </p:cNvPr>
          <p:cNvSpPr>
            <a:spLocks/>
          </p:cNvSpPr>
          <p:nvPr/>
        </p:nvSpPr>
        <p:spPr>
          <a:xfrm>
            <a:off x="86924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46D4BB7E-7A10-C592-14B6-E561A3F4C671}"/>
              </a:ext>
            </a:extLst>
          </p:cNvPr>
          <p:cNvSpPr>
            <a:spLocks/>
          </p:cNvSpPr>
          <p:nvPr/>
        </p:nvSpPr>
        <p:spPr>
          <a:xfrm>
            <a:off x="868823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3E3337D8-E2EC-7398-3353-18CA47527D64}"/>
              </a:ext>
            </a:extLst>
          </p:cNvPr>
          <p:cNvSpPr>
            <a:spLocks/>
          </p:cNvSpPr>
          <p:nvPr/>
        </p:nvSpPr>
        <p:spPr>
          <a:xfrm>
            <a:off x="8605710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7A63DFEC-3740-BDDC-DA31-68E76A4A31DD}"/>
              </a:ext>
            </a:extLst>
          </p:cNvPr>
          <p:cNvSpPr>
            <a:spLocks/>
          </p:cNvSpPr>
          <p:nvPr/>
        </p:nvSpPr>
        <p:spPr>
          <a:xfrm>
            <a:off x="87079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B63EA09F-680C-07F1-D65C-4D5E15EC2F9D}"/>
              </a:ext>
            </a:extLst>
          </p:cNvPr>
          <p:cNvSpPr>
            <a:spLocks/>
          </p:cNvSpPr>
          <p:nvPr/>
        </p:nvSpPr>
        <p:spPr>
          <a:xfrm>
            <a:off x="8691888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39159F29-B7C2-9BB9-290B-12CD04AAFE80}"/>
              </a:ext>
            </a:extLst>
          </p:cNvPr>
          <p:cNvSpPr>
            <a:spLocks/>
          </p:cNvSpPr>
          <p:nvPr/>
        </p:nvSpPr>
        <p:spPr>
          <a:xfrm>
            <a:off x="86587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70C297D6-85F4-3FE5-735A-17E16C0B5D3C}"/>
              </a:ext>
            </a:extLst>
          </p:cNvPr>
          <p:cNvSpPr>
            <a:spLocks/>
          </p:cNvSpPr>
          <p:nvPr/>
        </p:nvSpPr>
        <p:spPr>
          <a:xfrm>
            <a:off x="8664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265098A3-3425-E566-11DB-C71BB88AAA79}"/>
              </a:ext>
            </a:extLst>
          </p:cNvPr>
          <p:cNvSpPr>
            <a:spLocks/>
          </p:cNvSpPr>
          <p:nvPr/>
        </p:nvSpPr>
        <p:spPr>
          <a:xfrm>
            <a:off x="86412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C9EAE133-BED6-4844-0979-88753448DD68}"/>
              </a:ext>
            </a:extLst>
          </p:cNvPr>
          <p:cNvSpPr>
            <a:spLocks/>
          </p:cNvSpPr>
          <p:nvPr/>
        </p:nvSpPr>
        <p:spPr>
          <a:xfrm>
            <a:off x="867464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4B2403E0-8CC3-C16E-73B9-1FD456726B5B}"/>
              </a:ext>
            </a:extLst>
          </p:cNvPr>
          <p:cNvSpPr>
            <a:spLocks/>
          </p:cNvSpPr>
          <p:nvPr/>
        </p:nvSpPr>
        <p:spPr>
          <a:xfrm>
            <a:off x="8601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EB5DD380-47A1-2B0C-A78E-2499575748E2}"/>
              </a:ext>
            </a:extLst>
          </p:cNvPr>
          <p:cNvSpPr>
            <a:spLocks/>
          </p:cNvSpPr>
          <p:nvPr/>
        </p:nvSpPr>
        <p:spPr>
          <a:xfrm>
            <a:off x="863818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DE576058-6779-0332-C1F0-2174D82951DF}"/>
              </a:ext>
            </a:extLst>
          </p:cNvPr>
          <p:cNvSpPr>
            <a:spLocks/>
          </p:cNvSpPr>
          <p:nvPr/>
        </p:nvSpPr>
        <p:spPr>
          <a:xfrm>
            <a:off x="8636766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B5ED7CA2-BDA5-5896-059B-2B5A6C61F82E}"/>
              </a:ext>
            </a:extLst>
          </p:cNvPr>
          <p:cNvSpPr>
            <a:spLocks/>
          </p:cNvSpPr>
          <p:nvPr/>
        </p:nvSpPr>
        <p:spPr>
          <a:xfrm>
            <a:off x="871288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BD5C62E-B762-DBC8-B1E0-639982E93D09}"/>
              </a:ext>
            </a:extLst>
          </p:cNvPr>
          <p:cNvSpPr>
            <a:spLocks/>
          </p:cNvSpPr>
          <p:nvPr/>
        </p:nvSpPr>
        <p:spPr>
          <a:xfrm>
            <a:off x="8708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041B7454-89CE-BA48-0B5E-932677076EC2}"/>
              </a:ext>
            </a:extLst>
          </p:cNvPr>
          <p:cNvSpPr>
            <a:spLocks/>
          </p:cNvSpPr>
          <p:nvPr/>
        </p:nvSpPr>
        <p:spPr>
          <a:xfrm>
            <a:off x="864852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62FBB904-DA94-67DF-B91B-1537D0A21491}"/>
              </a:ext>
            </a:extLst>
          </p:cNvPr>
          <p:cNvSpPr>
            <a:spLocks/>
          </p:cNvSpPr>
          <p:nvPr/>
        </p:nvSpPr>
        <p:spPr>
          <a:xfrm>
            <a:off x="86296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9DE8FEB8-A101-1947-A617-02B831C4954B}"/>
              </a:ext>
            </a:extLst>
          </p:cNvPr>
          <p:cNvSpPr>
            <a:spLocks/>
          </p:cNvSpPr>
          <p:nvPr/>
        </p:nvSpPr>
        <p:spPr>
          <a:xfrm>
            <a:off x="86827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4DBC5D60-96C6-8FAE-F8BF-F3E1A56C3030}"/>
              </a:ext>
            </a:extLst>
          </p:cNvPr>
          <p:cNvSpPr>
            <a:spLocks/>
          </p:cNvSpPr>
          <p:nvPr/>
        </p:nvSpPr>
        <p:spPr>
          <a:xfrm>
            <a:off x="868987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A33F2515-7671-CEF2-27DB-6E16C06FC03B}"/>
              </a:ext>
            </a:extLst>
          </p:cNvPr>
          <p:cNvSpPr>
            <a:spLocks/>
          </p:cNvSpPr>
          <p:nvPr/>
        </p:nvSpPr>
        <p:spPr>
          <a:xfrm>
            <a:off x="860401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FF854D35-021C-CB80-0257-3318D1D1F306}"/>
              </a:ext>
            </a:extLst>
          </p:cNvPr>
          <p:cNvSpPr>
            <a:spLocks/>
          </p:cNvSpPr>
          <p:nvPr/>
        </p:nvSpPr>
        <p:spPr>
          <a:xfrm>
            <a:off x="866424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905A49E-7533-939C-B70D-2B5FDC21767B}"/>
              </a:ext>
            </a:extLst>
          </p:cNvPr>
          <p:cNvSpPr>
            <a:spLocks/>
          </p:cNvSpPr>
          <p:nvPr/>
        </p:nvSpPr>
        <p:spPr>
          <a:xfrm>
            <a:off x="86947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BF742010-9D22-694E-C1DC-376793E566F5}"/>
              </a:ext>
            </a:extLst>
          </p:cNvPr>
          <p:cNvSpPr>
            <a:spLocks/>
          </p:cNvSpPr>
          <p:nvPr/>
        </p:nvSpPr>
        <p:spPr>
          <a:xfrm>
            <a:off x="863141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DB50C1-E6E8-099F-6F2C-A3128DE57694}"/>
              </a:ext>
            </a:extLst>
          </p:cNvPr>
          <p:cNvSpPr>
            <a:spLocks/>
          </p:cNvSpPr>
          <p:nvPr/>
        </p:nvSpPr>
        <p:spPr>
          <a:xfrm>
            <a:off x="86331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4CCCB164-5C08-2A5D-1703-62C6F2BCED6B}"/>
              </a:ext>
            </a:extLst>
          </p:cNvPr>
          <p:cNvSpPr>
            <a:spLocks/>
          </p:cNvSpPr>
          <p:nvPr/>
        </p:nvSpPr>
        <p:spPr>
          <a:xfrm>
            <a:off x="8679963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E758371A-ADB1-0EB9-956D-1214BF3E34A4}"/>
              </a:ext>
            </a:extLst>
          </p:cNvPr>
          <p:cNvSpPr>
            <a:spLocks/>
          </p:cNvSpPr>
          <p:nvPr/>
        </p:nvSpPr>
        <p:spPr>
          <a:xfrm>
            <a:off x="863324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764BC9AB-11E7-1DE0-2A7F-0B941E927F4E}"/>
              </a:ext>
            </a:extLst>
          </p:cNvPr>
          <p:cNvSpPr>
            <a:spLocks/>
          </p:cNvSpPr>
          <p:nvPr/>
        </p:nvSpPr>
        <p:spPr>
          <a:xfrm>
            <a:off x="8594295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8D9D1AAC-C817-189D-E9C3-0FB31C524EE3}"/>
              </a:ext>
            </a:extLst>
          </p:cNvPr>
          <p:cNvSpPr>
            <a:spLocks/>
          </p:cNvSpPr>
          <p:nvPr/>
        </p:nvSpPr>
        <p:spPr>
          <a:xfrm>
            <a:off x="8596511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B5D940CD-BF9F-2A6B-6365-19C18CEF0447}"/>
              </a:ext>
            </a:extLst>
          </p:cNvPr>
          <p:cNvSpPr>
            <a:spLocks/>
          </p:cNvSpPr>
          <p:nvPr/>
        </p:nvSpPr>
        <p:spPr>
          <a:xfrm>
            <a:off x="865944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67663413-2C09-30D4-9503-6A81848C29AD}"/>
              </a:ext>
            </a:extLst>
          </p:cNvPr>
          <p:cNvSpPr>
            <a:spLocks/>
          </p:cNvSpPr>
          <p:nvPr/>
        </p:nvSpPr>
        <p:spPr>
          <a:xfrm>
            <a:off x="864703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97A2C320-01C7-FE79-32B3-CE360565FAF6}"/>
              </a:ext>
            </a:extLst>
          </p:cNvPr>
          <p:cNvSpPr>
            <a:spLocks/>
          </p:cNvSpPr>
          <p:nvPr/>
        </p:nvSpPr>
        <p:spPr>
          <a:xfrm>
            <a:off x="86713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85288EF-CFBC-1A93-28C6-8EC4DE0B8A77}"/>
              </a:ext>
            </a:extLst>
          </p:cNvPr>
          <p:cNvSpPr>
            <a:spLocks/>
          </p:cNvSpPr>
          <p:nvPr/>
        </p:nvSpPr>
        <p:spPr>
          <a:xfrm>
            <a:off x="8675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CE8DD645-9FF7-DD6B-87A7-87EFD2D1D282}"/>
              </a:ext>
            </a:extLst>
          </p:cNvPr>
          <p:cNvSpPr>
            <a:spLocks/>
          </p:cNvSpPr>
          <p:nvPr/>
        </p:nvSpPr>
        <p:spPr>
          <a:xfrm>
            <a:off x="860820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20415919-01EB-16D6-FFBE-190FE368AEC1}"/>
              </a:ext>
            </a:extLst>
          </p:cNvPr>
          <p:cNvSpPr>
            <a:spLocks/>
          </p:cNvSpPr>
          <p:nvPr/>
        </p:nvSpPr>
        <p:spPr>
          <a:xfrm>
            <a:off x="8694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52D86240-61DF-0E94-2F74-5FFC279DD881}"/>
              </a:ext>
            </a:extLst>
          </p:cNvPr>
          <p:cNvSpPr>
            <a:spLocks/>
          </p:cNvSpPr>
          <p:nvPr/>
        </p:nvSpPr>
        <p:spPr>
          <a:xfrm>
            <a:off x="861944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8876440C-E8F2-F04E-2423-7EF07478B750}"/>
              </a:ext>
            </a:extLst>
          </p:cNvPr>
          <p:cNvSpPr>
            <a:spLocks/>
          </p:cNvSpPr>
          <p:nvPr/>
        </p:nvSpPr>
        <p:spPr>
          <a:xfrm>
            <a:off x="8662475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4181094D-E36B-EEBD-F191-3B95B561A97F}"/>
              </a:ext>
            </a:extLst>
          </p:cNvPr>
          <p:cNvSpPr>
            <a:spLocks/>
          </p:cNvSpPr>
          <p:nvPr/>
        </p:nvSpPr>
        <p:spPr>
          <a:xfrm>
            <a:off x="8687933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B4023D4E-AFC1-5A06-2F8B-5FAA9599D702}"/>
              </a:ext>
            </a:extLst>
          </p:cNvPr>
          <p:cNvSpPr>
            <a:spLocks/>
          </p:cNvSpPr>
          <p:nvPr/>
        </p:nvSpPr>
        <p:spPr>
          <a:xfrm>
            <a:off x="86309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B24DFB6-7EDD-6ADE-0AEC-462AC9116E6E}"/>
              </a:ext>
            </a:extLst>
          </p:cNvPr>
          <p:cNvSpPr>
            <a:spLocks/>
          </p:cNvSpPr>
          <p:nvPr/>
        </p:nvSpPr>
        <p:spPr>
          <a:xfrm>
            <a:off x="87011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617636D3-92D0-FBF2-71F5-822F0BA4F666}"/>
              </a:ext>
            </a:extLst>
          </p:cNvPr>
          <p:cNvSpPr>
            <a:spLocks/>
          </p:cNvSpPr>
          <p:nvPr/>
        </p:nvSpPr>
        <p:spPr>
          <a:xfrm>
            <a:off x="867432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259AAE4-0B1B-5A1D-C208-ED5E8D385166}"/>
              </a:ext>
            </a:extLst>
          </p:cNvPr>
          <p:cNvSpPr>
            <a:spLocks/>
          </p:cNvSpPr>
          <p:nvPr/>
        </p:nvSpPr>
        <p:spPr>
          <a:xfrm>
            <a:off x="86036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E75690D9-3C3A-DD72-C57A-5985D75E64DA}"/>
              </a:ext>
            </a:extLst>
          </p:cNvPr>
          <p:cNvSpPr>
            <a:spLocks/>
          </p:cNvSpPr>
          <p:nvPr/>
        </p:nvSpPr>
        <p:spPr>
          <a:xfrm>
            <a:off x="8651008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5F8CF21D-C67D-EA73-E2DE-DB87ECC404BD}"/>
              </a:ext>
            </a:extLst>
          </p:cNvPr>
          <p:cNvSpPr>
            <a:spLocks/>
          </p:cNvSpPr>
          <p:nvPr/>
        </p:nvSpPr>
        <p:spPr>
          <a:xfrm>
            <a:off x="86762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B4D52E5F-D145-11FB-691F-ADEB0D452C03}"/>
              </a:ext>
            </a:extLst>
          </p:cNvPr>
          <p:cNvSpPr>
            <a:spLocks/>
          </p:cNvSpPr>
          <p:nvPr/>
        </p:nvSpPr>
        <p:spPr>
          <a:xfrm>
            <a:off x="87123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D44EE10C-352F-389D-A165-E7C87A8A042F}"/>
              </a:ext>
            </a:extLst>
          </p:cNvPr>
          <p:cNvSpPr>
            <a:spLocks/>
          </p:cNvSpPr>
          <p:nvPr/>
        </p:nvSpPr>
        <p:spPr>
          <a:xfrm>
            <a:off x="869917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B90303E9-2114-9454-99C9-751B0BD5920F}"/>
              </a:ext>
            </a:extLst>
          </p:cNvPr>
          <p:cNvSpPr>
            <a:spLocks/>
          </p:cNvSpPr>
          <p:nvPr/>
        </p:nvSpPr>
        <p:spPr>
          <a:xfrm>
            <a:off x="8634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8B2B810E-9DF8-BF52-80C7-05769B5BD942}"/>
              </a:ext>
            </a:extLst>
          </p:cNvPr>
          <p:cNvSpPr>
            <a:spLocks/>
          </p:cNvSpPr>
          <p:nvPr/>
        </p:nvSpPr>
        <p:spPr>
          <a:xfrm>
            <a:off x="86142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1C298A1-02F2-B7D8-0284-FECE1E9FAE5B}"/>
              </a:ext>
            </a:extLst>
          </p:cNvPr>
          <p:cNvSpPr>
            <a:spLocks/>
          </p:cNvSpPr>
          <p:nvPr/>
        </p:nvSpPr>
        <p:spPr>
          <a:xfrm>
            <a:off x="871051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74395A1-9436-3FCD-04CC-A529A49C2C10}"/>
              </a:ext>
            </a:extLst>
          </p:cNvPr>
          <p:cNvSpPr>
            <a:spLocks/>
          </p:cNvSpPr>
          <p:nvPr/>
        </p:nvSpPr>
        <p:spPr>
          <a:xfrm>
            <a:off x="8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43B7E7BF-5653-5B26-D17A-E27C8EDD1AFD}"/>
              </a:ext>
            </a:extLst>
          </p:cNvPr>
          <p:cNvSpPr>
            <a:spLocks/>
          </p:cNvSpPr>
          <p:nvPr/>
        </p:nvSpPr>
        <p:spPr>
          <a:xfrm>
            <a:off x="86246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6E8037ED-0028-6CA1-28A7-77045E82E2E7}"/>
              </a:ext>
            </a:extLst>
          </p:cNvPr>
          <p:cNvSpPr>
            <a:spLocks/>
          </p:cNvSpPr>
          <p:nvPr/>
        </p:nvSpPr>
        <p:spPr>
          <a:xfrm>
            <a:off x="8674407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D7472AD7-051B-DA4F-1E74-8206A4464416}"/>
              </a:ext>
            </a:extLst>
          </p:cNvPr>
          <p:cNvSpPr>
            <a:spLocks/>
          </p:cNvSpPr>
          <p:nvPr/>
        </p:nvSpPr>
        <p:spPr>
          <a:xfrm>
            <a:off x="871548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03AF84B4-612F-F345-5E3A-0DBC269E650D}"/>
              </a:ext>
            </a:extLst>
          </p:cNvPr>
          <p:cNvSpPr>
            <a:spLocks/>
          </p:cNvSpPr>
          <p:nvPr/>
        </p:nvSpPr>
        <p:spPr>
          <a:xfrm>
            <a:off x="86386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A84112AF-A1AE-059F-5A34-2CB8AB01CC67}"/>
              </a:ext>
            </a:extLst>
          </p:cNvPr>
          <p:cNvSpPr>
            <a:spLocks/>
          </p:cNvSpPr>
          <p:nvPr/>
        </p:nvSpPr>
        <p:spPr>
          <a:xfrm>
            <a:off x="8649689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A009A069-7656-1BAB-5B98-EFC1F4F65593}"/>
              </a:ext>
            </a:extLst>
          </p:cNvPr>
          <p:cNvSpPr>
            <a:spLocks/>
          </p:cNvSpPr>
          <p:nvPr/>
        </p:nvSpPr>
        <p:spPr>
          <a:xfrm>
            <a:off x="860950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A0A9288C-243B-2632-9B36-902174F7F76C}"/>
              </a:ext>
            </a:extLst>
          </p:cNvPr>
          <p:cNvSpPr>
            <a:spLocks/>
          </p:cNvSpPr>
          <p:nvPr/>
        </p:nvSpPr>
        <p:spPr>
          <a:xfrm>
            <a:off x="8642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A4B34C8F-EC93-FA35-C324-36000B29A669}"/>
              </a:ext>
            </a:extLst>
          </p:cNvPr>
          <p:cNvSpPr>
            <a:spLocks/>
          </p:cNvSpPr>
          <p:nvPr/>
        </p:nvSpPr>
        <p:spPr>
          <a:xfrm>
            <a:off x="86151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5EE684B4-8DF9-EE38-5FA9-A4229C9AF352}"/>
              </a:ext>
            </a:extLst>
          </p:cNvPr>
          <p:cNvSpPr>
            <a:spLocks/>
          </p:cNvSpPr>
          <p:nvPr/>
        </p:nvSpPr>
        <p:spPr>
          <a:xfrm>
            <a:off x="86175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5FCCB2BD-E7CB-399C-FA83-0CD8AFD832D6}"/>
              </a:ext>
            </a:extLst>
          </p:cNvPr>
          <p:cNvSpPr>
            <a:spLocks/>
          </p:cNvSpPr>
          <p:nvPr/>
        </p:nvSpPr>
        <p:spPr>
          <a:xfrm>
            <a:off x="8608896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51DF7600-C0C2-4A49-6570-DBF4C9258EFD}"/>
              </a:ext>
            </a:extLst>
          </p:cNvPr>
          <p:cNvSpPr>
            <a:spLocks/>
          </p:cNvSpPr>
          <p:nvPr/>
        </p:nvSpPr>
        <p:spPr>
          <a:xfrm>
            <a:off x="86030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53A54592-27B7-CBD3-AC48-C2CE1A11335B}"/>
              </a:ext>
            </a:extLst>
          </p:cNvPr>
          <p:cNvSpPr>
            <a:spLocks/>
          </p:cNvSpPr>
          <p:nvPr/>
        </p:nvSpPr>
        <p:spPr>
          <a:xfrm>
            <a:off x="86587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4E087257-2042-C5C9-45B7-5799C269D914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2BD952A4-785B-5F96-0DB2-ADDEFB2AB730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6275B7DD-6D82-124D-8B29-9C2DEEDDA7A5}"/>
              </a:ext>
            </a:extLst>
          </p:cNvPr>
          <p:cNvSpPr>
            <a:spLocks/>
          </p:cNvSpPr>
          <p:nvPr/>
        </p:nvSpPr>
        <p:spPr>
          <a:xfrm>
            <a:off x="6484133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4C281860-CF28-D8A6-C857-055B3311E1EC}"/>
              </a:ext>
            </a:extLst>
          </p:cNvPr>
          <p:cNvSpPr>
            <a:spLocks/>
          </p:cNvSpPr>
          <p:nvPr/>
        </p:nvSpPr>
        <p:spPr>
          <a:xfrm>
            <a:off x="6962962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1ECEF497-F32F-377E-2E3E-1DA1A32DED84}"/>
              </a:ext>
            </a:extLst>
          </p:cNvPr>
          <p:cNvSpPr>
            <a:spLocks/>
          </p:cNvSpPr>
          <p:nvPr/>
        </p:nvSpPr>
        <p:spPr>
          <a:xfrm>
            <a:off x="7127604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F01F98E0-40A4-3923-8D53-AC5C1EFC1A3D}"/>
              </a:ext>
            </a:extLst>
          </p:cNvPr>
          <p:cNvSpPr>
            <a:spLocks/>
          </p:cNvSpPr>
          <p:nvPr/>
        </p:nvSpPr>
        <p:spPr>
          <a:xfrm>
            <a:off x="7380899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8D14CB4F-838D-EBBE-8ECA-75F2E03CFCE2}"/>
              </a:ext>
            </a:extLst>
          </p:cNvPr>
          <p:cNvSpPr>
            <a:spLocks/>
          </p:cNvSpPr>
          <p:nvPr/>
        </p:nvSpPr>
        <p:spPr>
          <a:xfrm>
            <a:off x="7634194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47D5B427-4557-F0F1-4CFC-E7129F661081}"/>
              </a:ext>
            </a:extLst>
          </p:cNvPr>
          <p:cNvSpPr>
            <a:spLocks/>
          </p:cNvSpPr>
          <p:nvPr/>
        </p:nvSpPr>
        <p:spPr>
          <a:xfrm>
            <a:off x="8166114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AE93116-A368-ACB1-8C8B-AC2A9AFEB3E7}"/>
              </a:ext>
            </a:extLst>
          </p:cNvPr>
          <p:cNvSpPr>
            <a:spLocks/>
          </p:cNvSpPr>
          <p:nvPr/>
        </p:nvSpPr>
        <p:spPr>
          <a:xfrm>
            <a:off x="8419409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FB54A4B-8064-EC21-57F3-2051C9C45C47}"/>
              </a:ext>
            </a:extLst>
          </p:cNvPr>
          <p:cNvSpPr>
            <a:spLocks/>
          </p:cNvSpPr>
          <p:nvPr/>
        </p:nvSpPr>
        <p:spPr>
          <a:xfrm>
            <a:off x="8672704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EBB9E14D-9E4C-3764-3AC9-EF65A08E7702}"/>
              </a:ext>
            </a:extLst>
          </p:cNvPr>
          <p:cNvSpPr>
            <a:spLocks/>
          </p:cNvSpPr>
          <p:nvPr/>
        </p:nvSpPr>
        <p:spPr>
          <a:xfrm>
            <a:off x="7092135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F7236F59-6C68-C57A-CDEA-B90AB09A6036}"/>
              </a:ext>
            </a:extLst>
          </p:cNvPr>
          <p:cNvSpPr>
            <a:spLocks/>
          </p:cNvSpPr>
          <p:nvPr/>
        </p:nvSpPr>
        <p:spPr>
          <a:xfrm>
            <a:off x="734543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82CD3095-203E-D899-368F-7494E1CD2956}"/>
              </a:ext>
            </a:extLst>
          </p:cNvPr>
          <p:cNvSpPr>
            <a:spLocks/>
          </p:cNvSpPr>
          <p:nvPr/>
        </p:nvSpPr>
        <p:spPr>
          <a:xfrm>
            <a:off x="7598726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28AA0B40-DFA1-E35D-C6D5-3260ED636AC8}"/>
              </a:ext>
            </a:extLst>
          </p:cNvPr>
          <p:cNvSpPr>
            <a:spLocks/>
          </p:cNvSpPr>
          <p:nvPr/>
        </p:nvSpPr>
        <p:spPr>
          <a:xfrm>
            <a:off x="8130645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5C853053-E50C-8135-DA8F-173CF132D237}"/>
              </a:ext>
            </a:extLst>
          </p:cNvPr>
          <p:cNvSpPr>
            <a:spLocks/>
          </p:cNvSpPr>
          <p:nvPr/>
        </p:nvSpPr>
        <p:spPr>
          <a:xfrm>
            <a:off x="838394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1C85EE9B-E854-6F2D-4DE3-041E87EE5AB2}"/>
              </a:ext>
            </a:extLst>
          </p:cNvPr>
          <p:cNvSpPr>
            <a:spLocks/>
          </p:cNvSpPr>
          <p:nvPr/>
        </p:nvSpPr>
        <p:spPr>
          <a:xfrm>
            <a:off x="8637236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8F213159-DF37-2A75-3C4E-8249633D8FFF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0DEE34F6-B468-9ECA-0115-23CB6F2C61F7}"/>
              </a:ext>
            </a:extLst>
          </p:cNvPr>
          <p:cNvSpPr>
            <a:spLocks/>
          </p:cNvSpPr>
          <p:nvPr/>
        </p:nvSpPr>
        <p:spPr>
          <a:xfrm>
            <a:off x="16875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AB5ED940-7A78-6C2C-B15B-0CEF2B4F7476}"/>
              </a:ext>
            </a:extLst>
          </p:cNvPr>
          <p:cNvSpPr>
            <a:spLocks/>
          </p:cNvSpPr>
          <p:nvPr/>
        </p:nvSpPr>
        <p:spPr>
          <a:xfrm>
            <a:off x="1321075" y="6598047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3FA0F7E1-92CA-E00B-DD85-A67CF18AD1B8}"/>
              </a:ext>
            </a:extLst>
          </p:cNvPr>
          <p:cNvSpPr>
            <a:spLocks/>
          </p:cNvSpPr>
          <p:nvPr/>
        </p:nvSpPr>
        <p:spPr>
          <a:xfrm>
            <a:off x="26247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4DD7E1C2-249A-4430-5B54-96CE23D392FE}"/>
              </a:ext>
            </a:extLst>
          </p:cNvPr>
          <p:cNvSpPr>
            <a:spLocks/>
          </p:cNvSpPr>
          <p:nvPr/>
        </p:nvSpPr>
        <p:spPr>
          <a:xfrm>
            <a:off x="2264632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16E83B6A-A9F5-DF0B-9662-EEF8055DA670}"/>
              </a:ext>
            </a:extLst>
          </p:cNvPr>
          <p:cNvSpPr>
            <a:spLocks/>
          </p:cNvSpPr>
          <p:nvPr/>
        </p:nvSpPr>
        <p:spPr>
          <a:xfrm>
            <a:off x="2385955" y="6717764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7187646B-12E4-7925-6CA1-5622B03133A7}"/>
              </a:ext>
            </a:extLst>
          </p:cNvPr>
          <p:cNvSpPr>
            <a:spLocks/>
          </p:cNvSpPr>
          <p:nvPr/>
        </p:nvSpPr>
        <p:spPr>
          <a:xfrm>
            <a:off x="2451805" y="6717764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3BB08EE3-F954-4F05-3A35-16AD84051B02}"/>
              </a:ext>
            </a:extLst>
          </p:cNvPr>
          <p:cNvSpPr>
            <a:spLocks/>
          </p:cNvSpPr>
          <p:nvPr/>
        </p:nvSpPr>
        <p:spPr>
          <a:xfrm>
            <a:off x="2521015" y="6717764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E1C978A-30BB-5A5E-90C8-B70BBD3FBB31}"/>
              </a:ext>
            </a:extLst>
          </p:cNvPr>
          <p:cNvSpPr>
            <a:spLocks/>
          </p:cNvSpPr>
          <p:nvPr/>
        </p:nvSpPr>
        <p:spPr>
          <a:xfrm>
            <a:off x="2594768" y="6717764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5527A91B-92A5-F2AE-A274-70DB65D8F37A}"/>
              </a:ext>
            </a:extLst>
          </p:cNvPr>
          <p:cNvSpPr>
            <a:spLocks/>
          </p:cNvSpPr>
          <p:nvPr/>
        </p:nvSpPr>
        <p:spPr>
          <a:xfrm>
            <a:off x="2676551" y="6717764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A6A419B4-F579-CD83-D77A-966D22592B5E}"/>
              </a:ext>
            </a:extLst>
          </p:cNvPr>
          <p:cNvSpPr>
            <a:spLocks/>
          </p:cNvSpPr>
          <p:nvPr/>
        </p:nvSpPr>
        <p:spPr>
          <a:xfrm>
            <a:off x="2745559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05138625-EC4E-3421-8B5D-7924B7FE5846}"/>
              </a:ext>
            </a:extLst>
          </p:cNvPr>
          <p:cNvSpPr>
            <a:spLocks/>
          </p:cNvSpPr>
          <p:nvPr/>
        </p:nvSpPr>
        <p:spPr>
          <a:xfrm>
            <a:off x="2790782" y="6765899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5AE4DF97-D182-4996-58E9-71C733C73A7B}"/>
              </a:ext>
            </a:extLst>
          </p:cNvPr>
          <p:cNvSpPr>
            <a:spLocks/>
          </p:cNvSpPr>
          <p:nvPr/>
        </p:nvSpPr>
        <p:spPr>
          <a:xfrm>
            <a:off x="2813306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DF23812A-CBE9-13C6-903B-7F742E7FE4A4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A6FCF257-6913-1648-4F93-A18DEB175A30}"/>
              </a:ext>
            </a:extLst>
          </p:cNvPr>
          <p:cNvSpPr>
            <a:spLocks/>
          </p:cNvSpPr>
          <p:nvPr/>
        </p:nvSpPr>
        <p:spPr>
          <a:xfrm>
            <a:off x="1174608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C56B4AE1-30FF-E8E1-5889-E70A459088CA}"/>
              </a:ext>
            </a:extLst>
          </p:cNvPr>
          <p:cNvSpPr>
            <a:spLocks/>
          </p:cNvSpPr>
          <p:nvPr/>
        </p:nvSpPr>
        <p:spPr>
          <a:xfrm>
            <a:off x="950884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DE6BE05F-ABBC-E230-D9BA-E4CCB3721404}"/>
              </a:ext>
            </a:extLst>
          </p:cNvPr>
          <p:cNvSpPr>
            <a:spLocks/>
          </p:cNvSpPr>
          <p:nvPr/>
        </p:nvSpPr>
        <p:spPr>
          <a:xfrm>
            <a:off x="1218944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8A73415A-E695-6837-358E-DD2C05511846}"/>
              </a:ext>
            </a:extLst>
          </p:cNvPr>
          <p:cNvSpPr>
            <a:spLocks/>
          </p:cNvSpPr>
          <p:nvPr/>
        </p:nvSpPr>
        <p:spPr>
          <a:xfrm>
            <a:off x="1174608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ACDA74D5-1172-2C30-B7C0-AA73214BD978}"/>
              </a:ext>
            </a:extLst>
          </p:cNvPr>
          <p:cNvSpPr>
            <a:spLocks/>
          </p:cNvSpPr>
          <p:nvPr/>
        </p:nvSpPr>
        <p:spPr>
          <a:xfrm>
            <a:off x="950884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162C9780-373F-B87E-EA8D-64F6247E757F}"/>
              </a:ext>
            </a:extLst>
          </p:cNvPr>
          <p:cNvSpPr>
            <a:spLocks/>
          </p:cNvSpPr>
          <p:nvPr/>
        </p:nvSpPr>
        <p:spPr>
          <a:xfrm>
            <a:off x="1218944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C6CDD770-3D08-6208-B422-22F148C4524A}"/>
              </a:ext>
            </a:extLst>
          </p:cNvPr>
          <p:cNvSpPr>
            <a:spLocks/>
          </p:cNvSpPr>
          <p:nvPr/>
        </p:nvSpPr>
        <p:spPr>
          <a:xfrm>
            <a:off x="1174608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39286D96-0E01-23F9-10BD-8E35F4CCB35F}"/>
              </a:ext>
            </a:extLst>
          </p:cNvPr>
          <p:cNvSpPr>
            <a:spLocks/>
          </p:cNvSpPr>
          <p:nvPr/>
        </p:nvSpPr>
        <p:spPr>
          <a:xfrm>
            <a:off x="950884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BA87F462-56C6-3480-7143-A77028921C2D}"/>
              </a:ext>
            </a:extLst>
          </p:cNvPr>
          <p:cNvSpPr>
            <a:spLocks/>
          </p:cNvSpPr>
          <p:nvPr/>
        </p:nvSpPr>
        <p:spPr>
          <a:xfrm rot="-5400000">
            <a:off x="681676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BBB9117-0998-BA3E-2AAC-36B36BFB487E}"/>
              </a:ext>
            </a:extLst>
          </p:cNvPr>
          <p:cNvSpPr>
            <a:spLocks/>
          </p:cNvSpPr>
          <p:nvPr/>
        </p:nvSpPr>
        <p:spPr>
          <a:xfrm>
            <a:off x="1366551" y="5832512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8993D4FC-FD36-2D85-4741-7455DEC788BA}"/>
              </a:ext>
            </a:extLst>
          </p:cNvPr>
          <p:cNvSpPr>
            <a:spLocks/>
          </p:cNvSpPr>
          <p:nvPr/>
        </p:nvSpPr>
        <p:spPr>
          <a:xfrm>
            <a:off x="1591478" y="5609893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633051BA-C40D-C023-80D2-DDDC43A9C64A}"/>
              </a:ext>
            </a:extLst>
          </p:cNvPr>
          <p:cNvSpPr>
            <a:spLocks/>
          </p:cNvSpPr>
          <p:nvPr/>
        </p:nvSpPr>
        <p:spPr>
          <a:xfrm>
            <a:off x="1816404" y="5442418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CCD260A-EBF7-2BDA-8070-22B5884C7DB2}"/>
              </a:ext>
            </a:extLst>
          </p:cNvPr>
          <p:cNvSpPr>
            <a:spLocks/>
          </p:cNvSpPr>
          <p:nvPr/>
        </p:nvSpPr>
        <p:spPr>
          <a:xfrm>
            <a:off x="2303743" y="5607835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30C8EAF3-D4BB-3E09-7720-06D80DB338A4}"/>
              </a:ext>
            </a:extLst>
          </p:cNvPr>
          <p:cNvSpPr>
            <a:spLocks/>
          </p:cNvSpPr>
          <p:nvPr/>
        </p:nvSpPr>
        <p:spPr>
          <a:xfrm>
            <a:off x="2528670" y="5448782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E8EB8F05-72CA-CF00-439A-E2BEABEFA67B}"/>
              </a:ext>
            </a:extLst>
          </p:cNvPr>
          <p:cNvSpPr>
            <a:spLocks/>
          </p:cNvSpPr>
          <p:nvPr/>
        </p:nvSpPr>
        <p:spPr>
          <a:xfrm>
            <a:off x="2753596" y="5221507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A3427937-AA5B-8D23-0CD3-62A1E57669F1}"/>
              </a:ext>
            </a:extLst>
          </p:cNvPr>
          <p:cNvSpPr>
            <a:spLocks/>
          </p:cNvSpPr>
          <p:nvPr/>
        </p:nvSpPr>
        <p:spPr>
          <a:xfrm>
            <a:off x="1407573" y="61868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E8E1CB91-60CC-1B5E-255E-1E7B06ADC93B}"/>
              </a:ext>
            </a:extLst>
          </p:cNvPr>
          <p:cNvSpPr>
            <a:spLocks/>
          </p:cNvSpPr>
          <p:nvPr/>
        </p:nvSpPr>
        <p:spPr>
          <a:xfrm>
            <a:off x="1469429" y="5503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5F6939C-7B7A-2627-DB43-69B81032596C}"/>
              </a:ext>
            </a:extLst>
          </p:cNvPr>
          <p:cNvSpPr>
            <a:spLocks/>
          </p:cNvSpPr>
          <p:nvPr/>
        </p:nvSpPr>
        <p:spPr>
          <a:xfrm>
            <a:off x="138356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CA2D833-9913-4099-F63E-F150E43FA059}"/>
              </a:ext>
            </a:extLst>
          </p:cNvPr>
          <p:cNvSpPr>
            <a:spLocks/>
          </p:cNvSpPr>
          <p:nvPr/>
        </p:nvSpPr>
        <p:spPr>
          <a:xfrm>
            <a:off x="1435685" y="52658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DD0A5FC3-5B44-2B2E-0A18-4AF75BCF3C1E}"/>
              </a:ext>
            </a:extLst>
          </p:cNvPr>
          <p:cNvSpPr>
            <a:spLocks/>
          </p:cNvSpPr>
          <p:nvPr/>
        </p:nvSpPr>
        <p:spPr>
          <a:xfrm>
            <a:off x="1395282" y="5939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88E08F39-26DF-1886-6AAD-999C7247A8DB}"/>
              </a:ext>
            </a:extLst>
          </p:cNvPr>
          <p:cNvSpPr>
            <a:spLocks/>
          </p:cNvSpPr>
          <p:nvPr/>
        </p:nvSpPr>
        <p:spPr>
          <a:xfrm>
            <a:off x="1487634" y="56926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51FFB604-2199-EBAF-D38F-7DD6DA114F1E}"/>
              </a:ext>
            </a:extLst>
          </p:cNvPr>
          <p:cNvSpPr>
            <a:spLocks/>
          </p:cNvSpPr>
          <p:nvPr/>
        </p:nvSpPr>
        <p:spPr>
          <a:xfrm>
            <a:off x="1453924" y="57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4B999B6B-6B48-EDD1-D1A3-5F4E48705A71}"/>
              </a:ext>
            </a:extLst>
          </p:cNvPr>
          <p:cNvSpPr>
            <a:spLocks/>
          </p:cNvSpPr>
          <p:nvPr/>
        </p:nvSpPr>
        <p:spPr>
          <a:xfrm>
            <a:off x="1438269" y="5631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F2B87DAD-8A31-CF63-7616-25C098A34975}"/>
              </a:ext>
            </a:extLst>
          </p:cNvPr>
          <p:cNvSpPr>
            <a:spLocks/>
          </p:cNvSpPr>
          <p:nvPr/>
        </p:nvSpPr>
        <p:spPr>
          <a:xfrm>
            <a:off x="1391188" y="61939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D6D1C564-C5C7-C185-1EA2-9915D0E7346A}"/>
              </a:ext>
            </a:extLst>
          </p:cNvPr>
          <p:cNvSpPr>
            <a:spLocks/>
          </p:cNvSpPr>
          <p:nvPr/>
        </p:nvSpPr>
        <p:spPr>
          <a:xfrm>
            <a:off x="1420668" y="59574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84A98AAC-E5A9-0091-9452-2964C7661ABC}"/>
              </a:ext>
            </a:extLst>
          </p:cNvPr>
          <p:cNvSpPr>
            <a:spLocks/>
          </p:cNvSpPr>
          <p:nvPr/>
        </p:nvSpPr>
        <p:spPr>
          <a:xfrm>
            <a:off x="1423669" y="58958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5F4B2AD8-EC2A-3189-D503-3315EE8DD74A}"/>
              </a:ext>
            </a:extLst>
          </p:cNvPr>
          <p:cNvSpPr>
            <a:spLocks/>
          </p:cNvSpPr>
          <p:nvPr/>
        </p:nvSpPr>
        <p:spPr>
          <a:xfrm>
            <a:off x="1443086" y="56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F2F8FF4E-562E-6991-EDAF-043322A6EAB9}"/>
              </a:ext>
            </a:extLst>
          </p:cNvPr>
          <p:cNvSpPr>
            <a:spLocks/>
          </p:cNvSpPr>
          <p:nvPr/>
        </p:nvSpPr>
        <p:spPr>
          <a:xfrm>
            <a:off x="1481462" y="594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CA512B59-E10B-44C1-7752-6156F5DBCE12}"/>
              </a:ext>
            </a:extLst>
          </p:cNvPr>
          <p:cNvSpPr>
            <a:spLocks/>
          </p:cNvSpPr>
          <p:nvPr/>
        </p:nvSpPr>
        <p:spPr>
          <a:xfrm>
            <a:off x="1448770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5450B8C9-A0EF-7CF3-3FD5-9391214AB0D7}"/>
              </a:ext>
            </a:extLst>
          </p:cNvPr>
          <p:cNvSpPr>
            <a:spLocks/>
          </p:cNvSpPr>
          <p:nvPr/>
        </p:nvSpPr>
        <p:spPr>
          <a:xfrm>
            <a:off x="1499102" y="5302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3984EA2C-923B-DC4B-7A88-0CEE9F742DF7}"/>
              </a:ext>
            </a:extLst>
          </p:cNvPr>
          <p:cNvSpPr>
            <a:spLocks/>
          </p:cNvSpPr>
          <p:nvPr/>
        </p:nvSpPr>
        <p:spPr>
          <a:xfrm>
            <a:off x="139648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8F8412C4-9662-7EB8-80C2-BAAF44564928}"/>
              </a:ext>
            </a:extLst>
          </p:cNvPr>
          <p:cNvSpPr>
            <a:spLocks/>
          </p:cNvSpPr>
          <p:nvPr/>
        </p:nvSpPr>
        <p:spPr>
          <a:xfrm>
            <a:off x="1386484" y="5295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EB1974D4-2CE7-B250-692B-0BDAC5B9CC20}"/>
              </a:ext>
            </a:extLst>
          </p:cNvPr>
          <p:cNvSpPr>
            <a:spLocks/>
          </p:cNvSpPr>
          <p:nvPr/>
        </p:nvSpPr>
        <p:spPr>
          <a:xfrm>
            <a:off x="1471338" y="54510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7432B7EA-503F-EC23-BEBD-E59A16E92E4B}"/>
              </a:ext>
            </a:extLst>
          </p:cNvPr>
          <p:cNvSpPr>
            <a:spLocks/>
          </p:cNvSpPr>
          <p:nvPr/>
        </p:nvSpPr>
        <p:spPr>
          <a:xfrm>
            <a:off x="1490851" y="57092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3D8965BE-987F-F4D1-F8DA-55AFB03F2B0B}"/>
              </a:ext>
            </a:extLst>
          </p:cNvPr>
          <p:cNvSpPr>
            <a:spLocks/>
          </p:cNvSpPr>
          <p:nvPr/>
        </p:nvSpPr>
        <p:spPr>
          <a:xfrm>
            <a:off x="150479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66F59A17-6424-627A-16E9-BEAECF089D65}"/>
              </a:ext>
            </a:extLst>
          </p:cNvPr>
          <p:cNvSpPr>
            <a:spLocks/>
          </p:cNvSpPr>
          <p:nvPr/>
        </p:nvSpPr>
        <p:spPr>
          <a:xfrm>
            <a:off x="1495625" y="56658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7EFFE6F2-76A4-43C1-4327-B2F7B6F04E3D}"/>
              </a:ext>
            </a:extLst>
          </p:cNvPr>
          <p:cNvSpPr>
            <a:spLocks/>
          </p:cNvSpPr>
          <p:nvPr/>
        </p:nvSpPr>
        <p:spPr>
          <a:xfrm>
            <a:off x="1445706" y="59797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96841C12-F347-6BEB-8107-0CF42E895172}"/>
              </a:ext>
            </a:extLst>
          </p:cNvPr>
          <p:cNvSpPr>
            <a:spLocks/>
          </p:cNvSpPr>
          <p:nvPr/>
        </p:nvSpPr>
        <p:spPr>
          <a:xfrm>
            <a:off x="1483320" y="5225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208474D2-CE89-3804-872A-54FFC5056ECC}"/>
              </a:ext>
            </a:extLst>
          </p:cNvPr>
          <p:cNvSpPr>
            <a:spLocks/>
          </p:cNvSpPr>
          <p:nvPr/>
        </p:nvSpPr>
        <p:spPr>
          <a:xfrm>
            <a:off x="1376627" y="54001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14093472-CD0D-DD38-E9E9-AF43C6C1FB36}"/>
              </a:ext>
            </a:extLst>
          </p:cNvPr>
          <p:cNvSpPr>
            <a:spLocks/>
          </p:cNvSpPr>
          <p:nvPr/>
        </p:nvSpPr>
        <p:spPr>
          <a:xfrm>
            <a:off x="137493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7C26FC07-DC31-0A5E-FD5E-26E0C5973780}"/>
              </a:ext>
            </a:extLst>
          </p:cNvPr>
          <p:cNvSpPr>
            <a:spLocks/>
          </p:cNvSpPr>
          <p:nvPr/>
        </p:nvSpPr>
        <p:spPr>
          <a:xfrm>
            <a:off x="1477479" y="60156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6807332C-C523-B2D0-40C9-830AE0B3ACE5}"/>
              </a:ext>
            </a:extLst>
          </p:cNvPr>
          <p:cNvSpPr>
            <a:spLocks/>
          </p:cNvSpPr>
          <p:nvPr/>
        </p:nvSpPr>
        <p:spPr>
          <a:xfrm>
            <a:off x="14912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EFD7EE5F-5B56-B37C-BEFC-48FFF7A154B9}"/>
              </a:ext>
            </a:extLst>
          </p:cNvPr>
          <p:cNvSpPr>
            <a:spLocks/>
          </p:cNvSpPr>
          <p:nvPr/>
        </p:nvSpPr>
        <p:spPr>
          <a:xfrm>
            <a:off x="1477419" y="54110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28150CC0-A064-C0A3-72A3-499846D9C113}"/>
              </a:ext>
            </a:extLst>
          </p:cNvPr>
          <p:cNvSpPr>
            <a:spLocks/>
          </p:cNvSpPr>
          <p:nvPr/>
        </p:nvSpPr>
        <p:spPr>
          <a:xfrm>
            <a:off x="145800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6F164275-2613-E6DA-129E-5EF5E261E0E3}"/>
              </a:ext>
            </a:extLst>
          </p:cNvPr>
          <p:cNvSpPr>
            <a:spLocks/>
          </p:cNvSpPr>
          <p:nvPr/>
        </p:nvSpPr>
        <p:spPr>
          <a:xfrm>
            <a:off x="1405519" y="61433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B38EDBA6-8416-B3C3-416E-081E67E3919B}"/>
              </a:ext>
            </a:extLst>
          </p:cNvPr>
          <p:cNvSpPr>
            <a:spLocks/>
          </p:cNvSpPr>
          <p:nvPr/>
        </p:nvSpPr>
        <p:spPr>
          <a:xfrm>
            <a:off x="1489101" y="58492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1B351A66-C441-7946-8EC5-FD23F352A2D9}"/>
              </a:ext>
            </a:extLst>
          </p:cNvPr>
          <p:cNvSpPr>
            <a:spLocks/>
          </p:cNvSpPr>
          <p:nvPr/>
        </p:nvSpPr>
        <p:spPr>
          <a:xfrm>
            <a:off x="1458243" y="5565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18217CD2-58E0-023F-60B5-A0486A0274C8}"/>
              </a:ext>
            </a:extLst>
          </p:cNvPr>
          <p:cNvSpPr>
            <a:spLocks/>
          </p:cNvSpPr>
          <p:nvPr/>
        </p:nvSpPr>
        <p:spPr>
          <a:xfrm>
            <a:off x="1402765" y="53433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EB1D04AA-F1EB-9DBF-5FC7-4CFF1FE9BCFF}"/>
              </a:ext>
            </a:extLst>
          </p:cNvPr>
          <p:cNvSpPr>
            <a:spLocks/>
          </p:cNvSpPr>
          <p:nvPr/>
        </p:nvSpPr>
        <p:spPr>
          <a:xfrm>
            <a:off x="1473289" y="5579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C2607875-8D9E-3FD9-FA48-AFBEFE6EE9D3}"/>
              </a:ext>
            </a:extLst>
          </p:cNvPr>
          <p:cNvSpPr>
            <a:spLocks/>
          </p:cNvSpPr>
          <p:nvPr/>
        </p:nvSpPr>
        <p:spPr>
          <a:xfrm>
            <a:off x="1417072" y="54943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84668F76-97E4-C7DF-8852-2374C2E1DFB9}"/>
              </a:ext>
            </a:extLst>
          </p:cNvPr>
          <p:cNvSpPr>
            <a:spLocks/>
          </p:cNvSpPr>
          <p:nvPr/>
        </p:nvSpPr>
        <p:spPr>
          <a:xfrm>
            <a:off x="138606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7DF04216-758B-223C-AAF5-39B53C9F5A73}"/>
              </a:ext>
            </a:extLst>
          </p:cNvPr>
          <p:cNvSpPr>
            <a:spLocks/>
          </p:cNvSpPr>
          <p:nvPr/>
        </p:nvSpPr>
        <p:spPr>
          <a:xfrm>
            <a:off x="1481890" y="5554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F87F4E9C-68E5-6C77-BE37-BDD05CDD3B53}"/>
              </a:ext>
            </a:extLst>
          </p:cNvPr>
          <p:cNvSpPr>
            <a:spLocks/>
          </p:cNvSpPr>
          <p:nvPr/>
        </p:nvSpPr>
        <p:spPr>
          <a:xfrm>
            <a:off x="1441182" y="57296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4B4C9B30-C5E5-DFE1-2771-D05AF52DA82B}"/>
              </a:ext>
            </a:extLst>
          </p:cNvPr>
          <p:cNvSpPr>
            <a:spLocks/>
          </p:cNvSpPr>
          <p:nvPr/>
        </p:nvSpPr>
        <p:spPr>
          <a:xfrm>
            <a:off x="141597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841E0E85-817E-E130-7B0B-5F4441E8E658}"/>
              </a:ext>
            </a:extLst>
          </p:cNvPr>
          <p:cNvSpPr>
            <a:spLocks/>
          </p:cNvSpPr>
          <p:nvPr/>
        </p:nvSpPr>
        <p:spPr>
          <a:xfrm>
            <a:off x="1382434" y="6133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EAF963E9-A5A2-6F3C-0DEC-FFBCDFDA16A5}"/>
              </a:ext>
            </a:extLst>
          </p:cNvPr>
          <p:cNvSpPr>
            <a:spLocks/>
          </p:cNvSpPr>
          <p:nvPr/>
        </p:nvSpPr>
        <p:spPr>
          <a:xfrm>
            <a:off x="1500042" y="61927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288CF702-3320-9B51-18AF-368FD58E6CDC}"/>
              </a:ext>
            </a:extLst>
          </p:cNvPr>
          <p:cNvSpPr>
            <a:spLocks/>
          </p:cNvSpPr>
          <p:nvPr/>
        </p:nvSpPr>
        <p:spPr>
          <a:xfrm>
            <a:off x="1418033" y="52962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DD156903-60A0-4B6A-E1C1-77370C2E9610}"/>
              </a:ext>
            </a:extLst>
          </p:cNvPr>
          <p:cNvSpPr>
            <a:spLocks/>
          </p:cNvSpPr>
          <p:nvPr/>
        </p:nvSpPr>
        <p:spPr>
          <a:xfrm>
            <a:off x="1482334" y="53178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2CDA402-BFF9-8307-7AA6-0F9B7540882F}"/>
              </a:ext>
            </a:extLst>
          </p:cNvPr>
          <p:cNvSpPr>
            <a:spLocks/>
          </p:cNvSpPr>
          <p:nvPr/>
        </p:nvSpPr>
        <p:spPr>
          <a:xfrm>
            <a:off x="1444448" y="5577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4FE6CD0F-6873-FDB3-633C-4DC54E41243E}"/>
              </a:ext>
            </a:extLst>
          </p:cNvPr>
          <p:cNvSpPr>
            <a:spLocks/>
          </p:cNvSpPr>
          <p:nvPr/>
        </p:nvSpPr>
        <p:spPr>
          <a:xfrm>
            <a:off x="1376325" y="5369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08E10EEE-4119-A66D-38E1-0850AF1DD23E}"/>
              </a:ext>
            </a:extLst>
          </p:cNvPr>
          <p:cNvSpPr>
            <a:spLocks/>
          </p:cNvSpPr>
          <p:nvPr/>
        </p:nvSpPr>
        <p:spPr>
          <a:xfrm>
            <a:off x="1406711" y="64160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1EB01F0B-18F8-6926-176B-A4BB0D04DCAA}"/>
              </a:ext>
            </a:extLst>
          </p:cNvPr>
          <p:cNvSpPr>
            <a:spLocks/>
          </p:cNvSpPr>
          <p:nvPr/>
        </p:nvSpPr>
        <p:spPr>
          <a:xfrm>
            <a:off x="1383622" y="51052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3B59A867-757F-A943-C2AE-66BFF2ED8404}"/>
              </a:ext>
            </a:extLst>
          </p:cNvPr>
          <p:cNvSpPr>
            <a:spLocks/>
          </p:cNvSpPr>
          <p:nvPr/>
        </p:nvSpPr>
        <p:spPr>
          <a:xfrm>
            <a:off x="1431178" y="57009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2D3863CA-E3F5-2EDF-7381-4C5F844AC0A3}"/>
              </a:ext>
            </a:extLst>
          </p:cNvPr>
          <p:cNvSpPr>
            <a:spLocks/>
          </p:cNvSpPr>
          <p:nvPr/>
        </p:nvSpPr>
        <p:spPr>
          <a:xfrm>
            <a:off x="1473494" y="53690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160586D2-ABE3-E651-F0D6-B4436DE9762C}"/>
              </a:ext>
            </a:extLst>
          </p:cNvPr>
          <p:cNvSpPr>
            <a:spLocks/>
          </p:cNvSpPr>
          <p:nvPr/>
        </p:nvSpPr>
        <p:spPr>
          <a:xfrm>
            <a:off x="151190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1B5FF911-1E10-7257-7231-C081B097F928}"/>
              </a:ext>
            </a:extLst>
          </p:cNvPr>
          <p:cNvSpPr>
            <a:spLocks/>
          </p:cNvSpPr>
          <p:nvPr/>
        </p:nvSpPr>
        <p:spPr>
          <a:xfrm>
            <a:off x="1439249" y="63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A7CF0F2-A16F-200C-78AD-90338EACB659}"/>
              </a:ext>
            </a:extLst>
          </p:cNvPr>
          <p:cNvSpPr>
            <a:spLocks/>
          </p:cNvSpPr>
          <p:nvPr/>
        </p:nvSpPr>
        <p:spPr>
          <a:xfrm>
            <a:off x="1409844" y="5987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541DF333-0280-6DD6-49E3-F85648B6365A}"/>
              </a:ext>
            </a:extLst>
          </p:cNvPr>
          <p:cNvSpPr>
            <a:spLocks/>
          </p:cNvSpPr>
          <p:nvPr/>
        </p:nvSpPr>
        <p:spPr>
          <a:xfrm>
            <a:off x="1422534" y="56843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351D7E7E-DD6E-7DFA-083E-3EE538226382}"/>
              </a:ext>
            </a:extLst>
          </p:cNvPr>
          <p:cNvSpPr>
            <a:spLocks/>
          </p:cNvSpPr>
          <p:nvPr/>
        </p:nvSpPr>
        <p:spPr>
          <a:xfrm>
            <a:off x="1396908" y="61331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5BE4AAA3-5537-F3DB-671E-524BACF813BE}"/>
              </a:ext>
            </a:extLst>
          </p:cNvPr>
          <p:cNvSpPr>
            <a:spLocks/>
          </p:cNvSpPr>
          <p:nvPr/>
        </p:nvSpPr>
        <p:spPr>
          <a:xfrm>
            <a:off x="1394186" y="50982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5EF46911-2F5B-5BD3-BA2A-FFDCD379D692}"/>
              </a:ext>
            </a:extLst>
          </p:cNvPr>
          <p:cNvSpPr>
            <a:spLocks/>
          </p:cNvSpPr>
          <p:nvPr/>
        </p:nvSpPr>
        <p:spPr>
          <a:xfrm>
            <a:off x="1477379" y="58771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9064BFD5-BD0A-EA95-31BF-D140885072E6}"/>
              </a:ext>
            </a:extLst>
          </p:cNvPr>
          <p:cNvSpPr>
            <a:spLocks/>
          </p:cNvSpPr>
          <p:nvPr/>
        </p:nvSpPr>
        <p:spPr>
          <a:xfrm>
            <a:off x="1505573" y="6305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98908E8-B733-6A2C-6E98-3A7219F3E4DC}"/>
              </a:ext>
            </a:extLst>
          </p:cNvPr>
          <p:cNvSpPr>
            <a:spLocks/>
          </p:cNvSpPr>
          <p:nvPr/>
        </p:nvSpPr>
        <p:spPr>
          <a:xfrm>
            <a:off x="1458419" y="55921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D84E7EAC-0E33-F5E3-CE90-2EB2B32DEAFA}"/>
              </a:ext>
            </a:extLst>
          </p:cNvPr>
          <p:cNvSpPr>
            <a:spLocks/>
          </p:cNvSpPr>
          <p:nvPr/>
        </p:nvSpPr>
        <p:spPr>
          <a:xfrm>
            <a:off x="1405629" y="5294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3F581BC3-9271-89CA-E15D-DA6C8B0A64C5}"/>
              </a:ext>
            </a:extLst>
          </p:cNvPr>
          <p:cNvSpPr>
            <a:spLocks/>
          </p:cNvSpPr>
          <p:nvPr/>
        </p:nvSpPr>
        <p:spPr>
          <a:xfrm>
            <a:off x="1428384" y="57570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21BE3FB9-C443-DCCD-2F6E-D498F36D97F1}"/>
              </a:ext>
            </a:extLst>
          </p:cNvPr>
          <p:cNvSpPr>
            <a:spLocks/>
          </p:cNvSpPr>
          <p:nvPr/>
        </p:nvSpPr>
        <p:spPr>
          <a:xfrm>
            <a:off x="1453128" y="5717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822EEB76-4027-6DA6-F1D3-3B34FEF838E6}"/>
              </a:ext>
            </a:extLst>
          </p:cNvPr>
          <p:cNvSpPr>
            <a:spLocks/>
          </p:cNvSpPr>
          <p:nvPr/>
        </p:nvSpPr>
        <p:spPr>
          <a:xfrm>
            <a:off x="151099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D0DBCA53-6AD1-F4A6-6EF0-7E7AA142D9BC}"/>
              </a:ext>
            </a:extLst>
          </p:cNvPr>
          <p:cNvSpPr>
            <a:spLocks/>
          </p:cNvSpPr>
          <p:nvPr/>
        </p:nvSpPr>
        <p:spPr>
          <a:xfrm>
            <a:off x="1387340" y="51805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A38445FC-C61D-3706-7A44-D7A1458A769F}"/>
              </a:ext>
            </a:extLst>
          </p:cNvPr>
          <p:cNvSpPr>
            <a:spLocks/>
          </p:cNvSpPr>
          <p:nvPr/>
        </p:nvSpPr>
        <p:spPr>
          <a:xfrm>
            <a:off x="1414164" y="63005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226713B8-D472-37CC-4C1A-B9B8CCBC265D}"/>
              </a:ext>
            </a:extLst>
          </p:cNvPr>
          <p:cNvSpPr>
            <a:spLocks/>
          </p:cNvSpPr>
          <p:nvPr/>
        </p:nvSpPr>
        <p:spPr>
          <a:xfrm>
            <a:off x="1407093" y="5801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5A4C5088-0EBF-1208-6A17-D7FF596F7C7B}"/>
              </a:ext>
            </a:extLst>
          </p:cNvPr>
          <p:cNvSpPr>
            <a:spLocks/>
          </p:cNvSpPr>
          <p:nvPr/>
        </p:nvSpPr>
        <p:spPr>
          <a:xfrm>
            <a:off x="1487675" y="5948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D91C7CE2-6218-9760-D0D6-8B07D8B0C53D}"/>
              </a:ext>
            </a:extLst>
          </p:cNvPr>
          <p:cNvSpPr>
            <a:spLocks/>
          </p:cNvSpPr>
          <p:nvPr/>
        </p:nvSpPr>
        <p:spPr>
          <a:xfrm>
            <a:off x="1405521" y="55800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318C16A0-45A0-634A-3381-9D7C7656C4B2}"/>
              </a:ext>
            </a:extLst>
          </p:cNvPr>
          <p:cNvSpPr>
            <a:spLocks/>
          </p:cNvSpPr>
          <p:nvPr/>
        </p:nvSpPr>
        <p:spPr>
          <a:xfrm>
            <a:off x="1381261" y="54635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8B49B1B3-6FC3-B540-A4AC-52CABFD14627}"/>
              </a:ext>
            </a:extLst>
          </p:cNvPr>
          <p:cNvSpPr>
            <a:spLocks/>
          </p:cNvSpPr>
          <p:nvPr/>
        </p:nvSpPr>
        <p:spPr>
          <a:xfrm>
            <a:off x="1444609" y="6171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9FC9AC23-56A0-1818-6210-6658AFC19B46}"/>
              </a:ext>
            </a:extLst>
          </p:cNvPr>
          <p:cNvSpPr>
            <a:spLocks/>
          </p:cNvSpPr>
          <p:nvPr/>
        </p:nvSpPr>
        <p:spPr>
          <a:xfrm>
            <a:off x="1472640" y="53544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AC21C86F-09A4-B769-3F6D-A1380C02E54E}"/>
              </a:ext>
            </a:extLst>
          </p:cNvPr>
          <p:cNvSpPr>
            <a:spLocks/>
          </p:cNvSpPr>
          <p:nvPr/>
        </p:nvSpPr>
        <p:spPr>
          <a:xfrm>
            <a:off x="1512948" y="53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6961353B-703C-9408-A780-D81BB890EE26}"/>
              </a:ext>
            </a:extLst>
          </p:cNvPr>
          <p:cNvSpPr>
            <a:spLocks/>
          </p:cNvSpPr>
          <p:nvPr/>
        </p:nvSpPr>
        <p:spPr>
          <a:xfrm>
            <a:off x="1513633" y="56496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C3987179-187C-50C3-581F-4DD84410FB8E}"/>
              </a:ext>
            </a:extLst>
          </p:cNvPr>
          <p:cNvSpPr>
            <a:spLocks/>
          </p:cNvSpPr>
          <p:nvPr/>
        </p:nvSpPr>
        <p:spPr>
          <a:xfrm>
            <a:off x="1513890" y="61798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E5696B8F-B7FF-5E53-4EB6-1032F7B70101}"/>
              </a:ext>
            </a:extLst>
          </p:cNvPr>
          <p:cNvSpPr>
            <a:spLocks/>
          </p:cNvSpPr>
          <p:nvPr/>
        </p:nvSpPr>
        <p:spPr>
          <a:xfrm>
            <a:off x="1508501" y="56011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B21606B5-654F-D7B4-7350-EA3A6AE877B5}"/>
              </a:ext>
            </a:extLst>
          </p:cNvPr>
          <p:cNvSpPr>
            <a:spLocks/>
          </p:cNvSpPr>
          <p:nvPr/>
        </p:nvSpPr>
        <p:spPr>
          <a:xfrm>
            <a:off x="1427643" y="58137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50CB405C-F8F6-7B31-DE16-00DFAD56308A}"/>
              </a:ext>
            </a:extLst>
          </p:cNvPr>
          <p:cNvSpPr>
            <a:spLocks/>
          </p:cNvSpPr>
          <p:nvPr/>
        </p:nvSpPr>
        <p:spPr>
          <a:xfrm>
            <a:off x="1504128" y="57892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E6DF1395-2A91-C374-CB48-DC4F08DE45D1}"/>
              </a:ext>
            </a:extLst>
          </p:cNvPr>
          <p:cNvSpPr>
            <a:spLocks/>
          </p:cNvSpPr>
          <p:nvPr/>
        </p:nvSpPr>
        <p:spPr>
          <a:xfrm>
            <a:off x="1421918" y="56161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D3095D5B-95CF-3DC9-7B65-CF22E32FFA89}"/>
              </a:ext>
            </a:extLst>
          </p:cNvPr>
          <p:cNvSpPr>
            <a:spLocks/>
          </p:cNvSpPr>
          <p:nvPr/>
        </p:nvSpPr>
        <p:spPr>
          <a:xfrm>
            <a:off x="1469458" y="62525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EB24AAA6-5B9C-77CF-4AF9-66A43C5C1963}"/>
              </a:ext>
            </a:extLst>
          </p:cNvPr>
          <p:cNvSpPr>
            <a:spLocks/>
          </p:cNvSpPr>
          <p:nvPr/>
        </p:nvSpPr>
        <p:spPr>
          <a:xfrm>
            <a:off x="1385771" y="62837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36580991-5B1B-1E30-025D-468063B649CB}"/>
              </a:ext>
            </a:extLst>
          </p:cNvPr>
          <p:cNvSpPr>
            <a:spLocks/>
          </p:cNvSpPr>
          <p:nvPr/>
        </p:nvSpPr>
        <p:spPr>
          <a:xfrm>
            <a:off x="1448179" y="58387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5D53EB8C-40DD-4B8A-EE96-4BF724B61284}"/>
              </a:ext>
            </a:extLst>
          </p:cNvPr>
          <p:cNvSpPr>
            <a:spLocks/>
          </p:cNvSpPr>
          <p:nvPr/>
        </p:nvSpPr>
        <p:spPr>
          <a:xfrm>
            <a:off x="1513572" y="4974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5F43392-A76D-6F5A-F312-81EAFED6DAB6}"/>
              </a:ext>
            </a:extLst>
          </p:cNvPr>
          <p:cNvSpPr>
            <a:spLocks/>
          </p:cNvSpPr>
          <p:nvPr/>
        </p:nvSpPr>
        <p:spPr>
          <a:xfrm>
            <a:off x="1404959" y="6160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7AE36FE6-89EC-1EB8-6645-F8F65E3FCE26}"/>
              </a:ext>
            </a:extLst>
          </p:cNvPr>
          <p:cNvSpPr>
            <a:spLocks/>
          </p:cNvSpPr>
          <p:nvPr/>
        </p:nvSpPr>
        <p:spPr>
          <a:xfrm>
            <a:off x="138231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0629BD40-B79F-BCEE-9F2A-7CD4E42BEDAE}"/>
              </a:ext>
            </a:extLst>
          </p:cNvPr>
          <p:cNvSpPr>
            <a:spLocks/>
          </p:cNvSpPr>
          <p:nvPr/>
        </p:nvSpPr>
        <p:spPr>
          <a:xfrm>
            <a:off x="1459703" y="58316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242DFC25-2640-FDEF-0332-91B1226F470E}"/>
              </a:ext>
            </a:extLst>
          </p:cNvPr>
          <p:cNvSpPr>
            <a:spLocks/>
          </p:cNvSpPr>
          <p:nvPr/>
        </p:nvSpPr>
        <p:spPr>
          <a:xfrm>
            <a:off x="1491768" y="570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B4FF3BC9-AF48-85B6-EE4A-BD107006669A}"/>
              </a:ext>
            </a:extLst>
          </p:cNvPr>
          <p:cNvSpPr>
            <a:spLocks/>
          </p:cNvSpPr>
          <p:nvPr/>
        </p:nvSpPr>
        <p:spPr>
          <a:xfrm>
            <a:off x="1424601" y="5583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38EAC885-B608-D142-CF4C-FEE9D68CAECB}"/>
              </a:ext>
            </a:extLst>
          </p:cNvPr>
          <p:cNvSpPr>
            <a:spLocks/>
          </p:cNvSpPr>
          <p:nvPr/>
        </p:nvSpPr>
        <p:spPr>
          <a:xfrm>
            <a:off x="1392105" y="5308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198AAD4-84C7-DF2D-89F9-E3DCD1A29F82}"/>
              </a:ext>
            </a:extLst>
          </p:cNvPr>
          <p:cNvSpPr>
            <a:spLocks/>
          </p:cNvSpPr>
          <p:nvPr/>
        </p:nvSpPr>
        <p:spPr>
          <a:xfrm>
            <a:off x="146037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A09EC698-FF98-C396-0BAF-A591FE243681}"/>
              </a:ext>
            </a:extLst>
          </p:cNvPr>
          <p:cNvSpPr>
            <a:spLocks/>
          </p:cNvSpPr>
          <p:nvPr/>
        </p:nvSpPr>
        <p:spPr>
          <a:xfrm>
            <a:off x="1491879" y="5996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D4C07D8F-EDB2-C03C-E124-9163865EB3D5}"/>
              </a:ext>
            </a:extLst>
          </p:cNvPr>
          <p:cNvSpPr>
            <a:spLocks/>
          </p:cNvSpPr>
          <p:nvPr/>
        </p:nvSpPr>
        <p:spPr>
          <a:xfrm>
            <a:off x="1512552" y="54671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76C83F7B-E7B8-6ADD-2B79-886307FB6027}"/>
              </a:ext>
            </a:extLst>
          </p:cNvPr>
          <p:cNvSpPr>
            <a:spLocks/>
          </p:cNvSpPr>
          <p:nvPr/>
        </p:nvSpPr>
        <p:spPr>
          <a:xfrm>
            <a:off x="1503147" y="51413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060D4C96-D622-052A-0704-9A80F5ADBCF0}"/>
              </a:ext>
            </a:extLst>
          </p:cNvPr>
          <p:cNvSpPr>
            <a:spLocks/>
          </p:cNvSpPr>
          <p:nvPr/>
        </p:nvSpPr>
        <p:spPr>
          <a:xfrm>
            <a:off x="1458149" y="5644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03748A5-C3CF-CDC6-DC5F-9EDB7B7D4A31}"/>
              </a:ext>
            </a:extLst>
          </p:cNvPr>
          <p:cNvSpPr>
            <a:spLocks/>
          </p:cNvSpPr>
          <p:nvPr/>
        </p:nvSpPr>
        <p:spPr>
          <a:xfrm>
            <a:off x="1411199" y="6307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007F03AA-B6D2-F409-87CF-335A6D5B1117}"/>
              </a:ext>
            </a:extLst>
          </p:cNvPr>
          <p:cNvSpPr>
            <a:spLocks/>
          </p:cNvSpPr>
          <p:nvPr/>
        </p:nvSpPr>
        <p:spPr>
          <a:xfrm>
            <a:off x="1423392" y="59428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9F7AA41C-F355-F4A3-F3B5-A2984A3A9B9B}"/>
              </a:ext>
            </a:extLst>
          </p:cNvPr>
          <p:cNvSpPr>
            <a:spLocks/>
          </p:cNvSpPr>
          <p:nvPr/>
        </p:nvSpPr>
        <p:spPr>
          <a:xfrm>
            <a:off x="1652791" y="5110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733315D-20B9-20E6-9C06-AAED10678E17}"/>
              </a:ext>
            </a:extLst>
          </p:cNvPr>
          <p:cNvSpPr>
            <a:spLocks/>
          </p:cNvSpPr>
          <p:nvPr/>
        </p:nvSpPr>
        <p:spPr>
          <a:xfrm>
            <a:off x="1739884" y="52836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9D4B952-1C89-0CF2-2FA4-B7F71DAEC0D6}"/>
              </a:ext>
            </a:extLst>
          </p:cNvPr>
          <p:cNvSpPr>
            <a:spLocks/>
          </p:cNvSpPr>
          <p:nvPr/>
        </p:nvSpPr>
        <p:spPr>
          <a:xfrm>
            <a:off x="1736002" y="49987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F7EB6069-0DAD-7573-DDE1-8EAD82099F53}"/>
              </a:ext>
            </a:extLst>
          </p:cNvPr>
          <p:cNvSpPr>
            <a:spLocks/>
          </p:cNvSpPr>
          <p:nvPr/>
        </p:nvSpPr>
        <p:spPr>
          <a:xfrm>
            <a:off x="1686888" y="5034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4B9A896C-9EC3-559C-E7B0-BFEF0C33A328}"/>
              </a:ext>
            </a:extLst>
          </p:cNvPr>
          <p:cNvSpPr>
            <a:spLocks/>
          </p:cNvSpPr>
          <p:nvPr/>
        </p:nvSpPr>
        <p:spPr>
          <a:xfrm>
            <a:off x="1711384" y="4945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0560E24E-66BD-EF26-47EE-8CAA4D3E6B37}"/>
              </a:ext>
            </a:extLst>
          </p:cNvPr>
          <p:cNvSpPr>
            <a:spLocks/>
          </p:cNvSpPr>
          <p:nvPr/>
        </p:nvSpPr>
        <p:spPr>
          <a:xfrm>
            <a:off x="1606128" y="56772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56569147-5289-3C8C-CCDD-5A261974016C}"/>
              </a:ext>
            </a:extLst>
          </p:cNvPr>
          <p:cNvSpPr>
            <a:spLocks/>
          </p:cNvSpPr>
          <p:nvPr/>
        </p:nvSpPr>
        <p:spPr>
          <a:xfrm>
            <a:off x="1642005" y="54481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AAC86023-22FB-E968-881A-2B84580482F4}"/>
              </a:ext>
            </a:extLst>
          </p:cNvPr>
          <p:cNvSpPr>
            <a:spLocks/>
          </p:cNvSpPr>
          <p:nvPr/>
        </p:nvSpPr>
        <p:spPr>
          <a:xfrm>
            <a:off x="1631141" y="5543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EB7DA89A-702E-99A1-97B4-A31FF02E31E1}"/>
              </a:ext>
            </a:extLst>
          </p:cNvPr>
          <p:cNvSpPr>
            <a:spLocks/>
          </p:cNvSpPr>
          <p:nvPr/>
        </p:nvSpPr>
        <p:spPr>
          <a:xfrm>
            <a:off x="1647662" y="51558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C19364A-F3C0-1ECB-0EA9-9F3DB22A1F3C}"/>
              </a:ext>
            </a:extLst>
          </p:cNvPr>
          <p:cNvSpPr>
            <a:spLocks/>
          </p:cNvSpPr>
          <p:nvPr/>
        </p:nvSpPr>
        <p:spPr>
          <a:xfrm>
            <a:off x="1607488" y="50994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067371A5-A084-C2D8-BFF4-45D09F49AF02}"/>
              </a:ext>
            </a:extLst>
          </p:cNvPr>
          <p:cNvSpPr>
            <a:spLocks/>
          </p:cNvSpPr>
          <p:nvPr/>
        </p:nvSpPr>
        <p:spPr>
          <a:xfrm>
            <a:off x="1722237" y="5571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80B0EE4F-CB36-A601-E654-DF9968B105AF}"/>
              </a:ext>
            </a:extLst>
          </p:cNvPr>
          <p:cNvSpPr>
            <a:spLocks/>
          </p:cNvSpPr>
          <p:nvPr/>
        </p:nvSpPr>
        <p:spPr>
          <a:xfrm>
            <a:off x="1661706" y="54630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2A32C3F9-F8F4-3AC1-1311-670F3BBAACE7}"/>
              </a:ext>
            </a:extLst>
          </p:cNvPr>
          <p:cNvSpPr>
            <a:spLocks/>
          </p:cNvSpPr>
          <p:nvPr/>
        </p:nvSpPr>
        <p:spPr>
          <a:xfrm>
            <a:off x="1694403" y="60290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FB9DE4BE-76BE-4938-A243-ED5B94595F19}"/>
              </a:ext>
            </a:extLst>
          </p:cNvPr>
          <p:cNvSpPr>
            <a:spLocks/>
          </p:cNvSpPr>
          <p:nvPr/>
        </p:nvSpPr>
        <p:spPr>
          <a:xfrm>
            <a:off x="1627102" y="5656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06B2A643-0A67-FFF0-7682-E432E52A7260}"/>
              </a:ext>
            </a:extLst>
          </p:cNvPr>
          <p:cNvSpPr>
            <a:spLocks/>
          </p:cNvSpPr>
          <p:nvPr/>
        </p:nvSpPr>
        <p:spPr>
          <a:xfrm>
            <a:off x="1665051" y="501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0F2EE3DA-E67F-E19C-F26E-4870273B8879}"/>
              </a:ext>
            </a:extLst>
          </p:cNvPr>
          <p:cNvSpPr>
            <a:spLocks/>
          </p:cNvSpPr>
          <p:nvPr/>
        </p:nvSpPr>
        <p:spPr>
          <a:xfrm>
            <a:off x="1644483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29B476A3-2DA3-ED78-A9DE-10AB00DBBB22}"/>
              </a:ext>
            </a:extLst>
          </p:cNvPr>
          <p:cNvSpPr>
            <a:spLocks/>
          </p:cNvSpPr>
          <p:nvPr/>
        </p:nvSpPr>
        <p:spPr>
          <a:xfrm>
            <a:off x="1620391" y="5004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0D6F7DE2-8E67-43AC-DD83-52FE3D2E0709}"/>
              </a:ext>
            </a:extLst>
          </p:cNvPr>
          <p:cNvSpPr>
            <a:spLocks/>
          </p:cNvSpPr>
          <p:nvPr/>
        </p:nvSpPr>
        <p:spPr>
          <a:xfrm>
            <a:off x="1616386" y="495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9A42F16B-997E-FDBF-371A-E7D5E0293AFF}"/>
              </a:ext>
            </a:extLst>
          </p:cNvPr>
          <p:cNvSpPr>
            <a:spLocks/>
          </p:cNvSpPr>
          <p:nvPr/>
        </p:nvSpPr>
        <p:spPr>
          <a:xfrm>
            <a:off x="1722006" y="5549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66CBA5B1-5297-3835-2C3D-421D2F36DFC0}"/>
              </a:ext>
            </a:extLst>
          </p:cNvPr>
          <p:cNvSpPr>
            <a:spLocks/>
          </p:cNvSpPr>
          <p:nvPr/>
        </p:nvSpPr>
        <p:spPr>
          <a:xfrm>
            <a:off x="167595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C80ADBA7-C40A-D9BA-F28D-56AC60AE21C9}"/>
              </a:ext>
            </a:extLst>
          </p:cNvPr>
          <p:cNvSpPr>
            <a:spLocks/>
          </p:cNvSpPr>
          <p:nvPr/>
        </p:nvSpPr>
        <p:spPr>
          <a:xfrm>
            <a:off x="1649032" y="5660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837DCEE-B8C8-4B7A-1C52-CE955C76E4F2}"/>
              </a:ext>
            </a:extLst>
          </p:cNvPr>
          <p:cNvSpPr>
            <a:spLocks/>
          </p:cNvSpPr>
          <p:nvPr/>
        </p:nvSpPr>
        <p:spPr>
          <a:xfrm>
            <a:off x="172161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DBCF0EEB-D4A6-3C8E-6892-291DD7353C06}"/>
              </a:ext>
            </a:extLst>
          </p:cNvPr>
          <p:cNvSpPr>
            <a:spLocks/>
          </p:cNvSpPr>
          <p:nvPr/>
        </p:nvSpPr>
        <p:spPr>
          <a:xfrm>
            <a:off x="1624913" y="49659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DB36202A-844D-9CFF-38E2-4A1324A2EC0D}"/>
              </a:ext>
            </a:extLst>
          </p:cNvPr>
          <p:cNvSpPr>
            <a:spLocks/>
          </p:cNvSpPr>
          <p:nvPr/>
        </p:nvSpPr>
        <p:spPr>
          <a:xfrm>
            <a:off x="1612430" y="5096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18550821-71CB-C40A-2905-5BD93F71E106}"/>
              </a:ext>
            </a:extLst>
          </p:cNvPr>
          <p:cNvSpPr>
            <a:spLocks/>
          </p:cNvSpPr>
          <p:nvPr/>
        </p:nvSpPr>
        <p:spPr>
          <a:xfrm>
            <a:off x="1651259" y="52310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1E0B11E3-C406-DD16-EB02-1991990F0BDB}"/>
              </a:ext>
            </a:extLst>
          </p:cNvPr>
          <p:cNvSpPr>
            <a:spLocks/>
          </p:cNvSpPr>
          <p:nvPr/>
        </p:nvSpPr>
        <p:spPr>
          <a:xfrm>
            <a:off x="1620103" y="5730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6AAEBD9B-AE69-E836-EAC9-FF98FA078C68}"/>
              </a:ext>
            </a:extLst>
          </p:cNvPr>
          <p:cNvSpPr>
            <a:spLocks/>
          </p:cNvSpPr>
          <p:nvPr/>
        </p:nvSpPr>
        <p:spPr>
          <a:xfrm>
            <a:off x="1695626" y="6310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73095D77-0674-3704-5FBF-B53BA8AD0F10}"/>
              </a:ext>
            </a:extLst>
          </p:cNvPr>
          <p:cNvSpPr>
            <a:spLocks/>
          </p:cNvSpPr>
          <p:nvPr/>
        </p:nvSpPr>
        <p:spPr>
          <a:xfrm>
            <a:off x="1611895" y="51232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48A2131D-B31A-50F6-D856-C52BA3E22CC1}"/>
              </a:ext>
            </a:extLst>
          </p:cNvPr>
          <p:cNvSpPr>
            <a:spLocks/>
          </p:cNvSpPr>
          <p:nvPr/>
        </p:nvSpPr>
        <p:spPr>
          <a:xfrm>
            <a:off x="165785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BD354022-9001-0CD8-2B74-3585A25625C3}"/>
              </a:ext>
            </a:extLst>
          </p:cNvPr>
          <p:cNvSpPr>
            <a:spLocks/>
          </p:cNvSpPr>
          <p:nvPr/>
        </p:nvSpPr>
        <p:spPr>
          <a:xfrm>
            <a:off x="1664199" y="56102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C5BE68F5-C45F-9644-D7DB-AD283B6E5505}"/>
              </a:ext>
            </a:extLst>
          </p:cNvPr>
          <p:cNvSpPr>
            <a:spLocks/>
          </p:cNvSpPr>
          <p:nvPr/>
        </p:nvSpPr>
        <p:spPr>
          <a:xfrm>
            <a:off x="1715852" y="6384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3C5E641D-24C2-7A09-6049-16C1446033BB}"/>
              </a:ext>
            </a:extLst>
          </p:cNvPr>
          <p:cNvSpPr>
            <a:spLocks/>
          </p:cNvSpPr>
          <p:nvPr/>
        </p:nvSpPr>
        <p:spPr>
          <a:xfrm>
            <a:off x="1683310" y="4905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CE3E6DE-63DC-C59D-3DFB-0A9C8C585605}"/>
              </a:ext>
            </a:extLst>
          </p:cNvPr>
          <p:cNvSpPr>
            <a:spLocks/>
          </p:cNvSpPr>
          <p:nvPr/>
        </p:nvSpPr>
        <p:spPr>
          <a:xfrm>
            <a:off x="1641961" y="51076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55D3A13B-2FC3-2DEC-9327-BE6CD7A2E0C9}"/>
              </a:ext>
            </a:extLst>
          </p:cNvPr>
          <p:cNvSpPr>
            <a:spLocks/>
          </p:cNvSpPr>
          <p:nvPr/>
        </p:nvSpPr>
        <p:spPr>
          <a:xfrm>
            <a:off x="1606566" y="50442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3ED278B7-63D5-EBBF-8758-A3F54CEAEAFE}"/>
              </a:ext>
            </a:extLst>
          </p:cNvPr>
          <p:cNvSpPr>
            <a:spLocks/>
          </p:cNvSpPr>
          <p:nvPr/>
        </p:nvSpPr>
        <p:spPr>
          <a:xfrm>
            <a:off x="1602023" y="614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AB7C9F01-175D-439B-8E40-91CFEDE78225}"/>
              </a:ext>
            </a:extLst>
          </p:cNvPr>
          <p:cNvSpPr>
            <a:spLocks/>
          </p:cNvSpPr>
          <p:nvPr/>
        </p:nvSpPr>
        <p:spPr>
          <a:xfrm>
            <a:off x="16223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5B2AE7C6-1C17-01C0-6495-E4A4345E5288}"/>
              </a:ext>
            </a:extLst>
          </p:cNvPr>
          <p:cNvSpPr>
            <a:spLocks/>
          </p:cNvSpPr>
          <p:nvPr/>
        </p:nvSpPr>
        <p:spPr>
          <a:xfrm>
            <a:off x="1637933" y="50025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37A5BF28-EBC7-AA90-DF4D-DDD968A186B6}"/>
              </a:ext>
            </a:extLst>
          </p:cNvPr>
          <p:cNvSpPr>
            <a:spLocks/>
          </p:cNvSpPr>
          <p:nvPr/>
        </p:nvSpPr>
        <p:spPr>
          <a:xfrm>
            <a:off x="1723605" y="5769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681512B7-998C-A4BA-D652-5815A9312CD3}"/>
              </a:ext>
            </a:extLst>
          </p:cNvPr>
          <p:cNvSpPr>
            <a:spLocks/>
          </p:cNvSpPr>
          <p:nvPr/>
        </p:nvSpPr>
        <p:spPr>
          <a:xfrm>
            <a:off x="1623392" y="56842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C5C9CA51-7423-C405-2583-219628BC5B7F}"/>
              </a:ext>
            </a:extLst>
          </p:cNvPr>
          <p:cNvSpPr>
            <a:spLocks/>
          </p:cNvSpPr>
          <p:nvPr/>
        </p:nvSpPr>
        <p:spPr>
          <a:xfrm>
            <a:off x="1690350" y="55479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A32B3897-ED3E-5C87-E23B-3EA61E07D15E}"/>
              </a:ext>
            </a:extLst>
          </p:cNvPr>
          <p:cNvSpPr>
            <a:spLocks/>
          </p:cNvSpPr>
          <p:nvPr/>
        </p:nvSpPr>
        <p:spPr>
          <a:xfrm>
            <a:off x="1699953" y="6004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CDB0CE51-2F55-CC60-EA7A-1B29A1C1A099}"/>
              </a:ext>
            </a:extLst>
          </p:cNvPr>
          <p:cNvSpPr>
            <a:spLocks/>
          </p:cNvSpPr>
          <p:nvPr/>
        </p:nvSpPr>
        <p:spPr>
          <a:xfrm>
            <a:off x="1677094" y="51941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ECBA9567-D4AA-8880-AACC-B07CD233D8AD}"/>
              </a:ext>
            </a:extLst>
          </p:cNvPr>
          <p:cNvSpPr>
            <a:spLocks/>
          </p:cNvSpPr>
          <p:nvPr/>
        </p:nvSpPr>
        <p:spPr>
          <a:xfrm>
            <a:off x="1652913" y="5039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07A214B0-FF4F-3A04-9707-19B75834DC37}"/>
              </a:ext>
            </a:extLst>
          </p:cNvPr>
          <p:cNvSpPr>
            <a:spLocks/>
          </p:cNvSpPr>
          <p:nvPr/>
        </p:nvSpPr>
        <p:spPr>
          <a:xfrm>
            <a:off x="169876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17742555-E17D-ED14-31A8-CED97AF83C03}"/>
              </a:ext>
            </a:extLst>
          </p:cNvPr>
          <p:cNvSpPr>
            <a:spLocks/>
          </p:cNvSpPr>
          <p:nvPr/>
        </p:nvSpPr>
        <p:spPr>
          <a:xfrm>
            <a:off x="1629132" y="5107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F3D1F468-5EA7-E7DC-F214-B5B9CD04BE7A}"/>
              </a:ext>
            </a:extLst>
          </p:cNvPr>
          <p:cNvSpPr>
            <a:spLocks/>
          </p:cNvSpPr>
          <p:nvPr/>
        </p:nvSpPr>
        <p:spPr>
          <a:xfrm>
            <a:off x="1604429" y="5202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6B8697FF-DDBC-6CCA-B7E1-B24649D6840F}"/>
              </a:ext>
            </a:extLst>
          </p:cNvPr>
          <p:cNvSpPr>
            <a:spLocks/>
          </p:cNvSpPr>
          <p:nvPr/>
        </p:nvSpPr>
        <p:spPr>
          <a:xfrm>
            <a:off x="1736723" y="48998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D524004D-2B5B-694D-4A7B-A00CD2FE89EB}"/>
              </a:ext>
            </a:extLst>
          </p:cNvPr>
          <p:cNvSpPr>
            <a:spLocks/>
          </p:cNvSpPr>
          <p:nvPr/>
        </p:nvSpPr>
        <p:spPr>
          <a:xfrm>
            <a:off x="1698302" y="5948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857C430A-A630-0F23-051D-EC2035485048}"/>
              </a:ext>
            </a:extLst>
          </p:cNvPr>
          <p:cNvSpPr>
            <a:spLocks/>
          </p:cNvSpPr>
          <p:nvPr/>
        </p:nvSpPr>
        <p:spPr>
          <a:xfrm>
            <a:off x="1641251" y="4955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A73455B3-3A33-2DB1-656D-385B061175AF}"/>
              </a:ext>
            </a:extLst>
          </p:cNvPr>
          <p:cNvSpPr>
            <a:spLocks/>
          </p:cNvSpPr>
          <p:nvPr/>
        </p:nvSpPr>
        <p:spPr>
          <a:xfrm>
            <a:off x="162141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35416454-31E4-B78A-1C1C-1191AD4AEEFA}"/>
              </a:ext>
            </a:extLst>
          </p:cNvPr>
          <p:cNvSpPr>
            <a:spLocks/>
          </p:cNvSpPr>
          <p:nvPr/>
        </p:nvSpPr>
        <p:spPr>
          <a:xfrm>
            <a:off x="1724775" y="61784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4B7558CD-642F-1FAF-D25E-C1B54F1F02E5}"/>
              </a:ext>
            </a:extLst>
          </p:cNvPr>
          <p:cNvSpPr>
            <a:spLocks/>
          </p:cNvSpPr>
          <p:nvPr/>
        </p:nvSpPr>
        <p:spPr>
          <a:xfrm>
            <a:off x="1627751" y="57642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FDDCC596-090C-31EE-2744-0597C08A809A}"/>
              </a:ext>
            </a:extLst>
          </p:cNvPr>
          <p:cNvSpPr>
            <a:spLocks/>
          </p:cNvSpPr>
          <p:nvPr/>
        </p:nvSpPr>
        <p:spPr>
          <a:xfrm>
            <a:off x="1693657" y="57927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0027B8B4-77D8-4DE0-CD41-927DF39DC63B}"/>
              </a:ext>
            </a:extLst>
          </p:cNvPr>
          <p:cNvSpPr>
            <a:spLocks/>
          </p:cNvSpPr>
          <p:nvPr/>
        </p:nvSpPr>
        <p:spPr>
          <a:xfrm>
            <a:off x="162146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48095FB2-F7D2-3284-0CFF-6022B3300676}"/>
              </a:ext>
            </a:extLst>
          </p:cNvPr>
          <p:cNvSpPr>
            <a:spLocks/>
          </p:cNvSpPr>
          <p:nvPr/>
        </p:nvSpPr>
        <p:spPr>
          <a:xfrm>
            <a:off x="1676619" y="4977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76586DE3-B9B9-F618-2067-25847B05889D}"/>
              </a:ext>
            </a:extLst>
          </p:cNvPr>
          <p:cNvSpPr>
            <a:spLocks/>
          </p:cNvSpPr>
          <p:nvPr/>
        </p:nvSpPr>
        <p:spPr>
          <a:xfrm>
            <a:off x="173218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599BDB47-D046-6C49-772F-1514FF6BB804}"/>
              </a:ext>
            </a:extLst>
          </p:cNvPr>
          <p:cNvSpPr>
            <a:spLocks/>
          </p:cNvSpPr>
          <p:nvPr/>
        </p:nvSpPr>
        <p:spPr>
          <a:xfrm>
            <a:off x="1650821" y="5938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0DE4255D-C1B0-9338-8C0F-A670F8B847F3}"/>
              </a:ext>
            </a:extLst>
          </p:cNvPr>
          <p:cNvSpPr>
            <a:spLocks/>
          </p:cNvSpPr>
          <p:nvPr/>
        </p:nvSpPr>
        <p:spPr>
          <a:xfrm>
            <a:off x="1623221" y="49938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2B2ABE3D-359D-50F6-9569-10B1A7B5AF32}"/>
              </a:ext>
            </a:extLst>
          </p:cNvPr>
          <p:cNvSpPr>
            <a:spLocks/>
          </p:cNvSpPr>
          <p:nvPr/>
        </p:nvSpPr>
        <p:spPr>
          <a:xfrm>
            <a:off x="1677259" y="52926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E2E9DFFE-E7BA-0914-ABC1-9C47668D7189}"/>
              </a:ext>
            </a:extLst>
          </p:cNvPr>
          <p:cNvSpPr>
            <a:spLocks/>
          </p:cNvSpPr>
          <p:nvPr/>
        </p:nvSpPr>
        <p:spPr>
          <a:xfrm>
            <a:off x="1651300" y="5670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67F81103-6224-2861-93A0-C040FD8CCBD3}"/>
              </a:ext>
            </a:extLst>
          </p:cNvPr>
          <p:cNvSpPr>
            <a:spLocks/>
          </p:cNvSpPr>
          <p:nvPr/>
        </p:nvSpPr>
        <p:spPr>
          <a:xfrm>
            <a:off x="1655159" y="51565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6BE2D0FD-FE7F-70DC-66D7-433F15CB003C}"/>
              </a:ext>
            </a:extLst>
          </p:cNvPr>
          <p:cNvSpPr>
            <a:spLocks/>
          </p:cNvSpPr>
          <p:nvPr/>
        </p:nvSpPr>
        <p:spPr>
          <a:xfrm>
            <a:off x="164979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89647C3C-1332-C4AB-AF22-5832E679F53D}"/>
              </a:ext>
            </a:extLst>
          </p:cNvPr>
          <p:cNvSpPr>
            <a:spLocks/>
          </p:cNvSpPr>
          <p:nvPr/>
        </p:nvSpPr>
        <p:spPr>
          <a:xfrm>
            <a:off x="1724114" y="51092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B3EA3D1E-CA86-46D0-C8B8-913385E15502}"/>
              </a:ext>
            </a:extLst>
          </p:cNvPr>
          <p:cNvSpPr>
            <a:spLocks/>
          </p:cNvSpPr>
          <p:nvPr/>
        </p:nvSpPr>
        <p:spPr>
          <a:xfrm>
            <a:off x="16399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B9DC3061-DC8D-47BC-BFBA-F1BAFC1F3C53}"/>
              </a:ext>
            </a:extLst>
          </p:cNvPr>
          <p:cNvSpPr>
            <a:spLocks/>
          </p:cNvSpPr>
          <p:nvPr/>
        </p:nvSpPr>
        <p:spPr>
          <a:xfrm>
            <a:off x="163774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9B554F2F-335C-C09D-C162-1A941F452993}"/>
              </a:ext>
            </a:extLst>
          </p:cNvPr>
          <p:cNvSpPr>
            <a:spLocks/>
          </p:cNvSpPr>
          <p:nvPr/>
        </p:nvSpPr>
        <p:spPr>
          <a:xfrm>
            <a:off x="1681046" y="5474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46312BA-A7B9-071C-E2E9-CF6ED1F20C72}"/>
              </a:ext>
            </a:extLst>
          </p:cNvPr>
          <p:cNvSpPr>
            <a:spLocks/>
          </p:cNvSpPr>
          <p:nvPr/>
        </p:nvSpPr>
        <p:spPr>
          <a:xfrm>
            <a:off x="1627196" y="5067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2B650135-F3BF-D3F4-9322-4857E8674684}"/>
              </a:ext>
            </a:extLst>
          </p:cNvPr>
          <p:cNvSpPr>
            <a:spLocks/>
          </p:cNvSpPr>
          <p:nvPr/>
        </p:nvSpPr>
        <p:spPr>
          <a:xfrm>
            <a:off x="1659723" y="53204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D41997A0-4876-34D7-E066-B94DA98FCD26}"/>
              </a:ext>
            </a:extLst>
          </p:cNvPr>
          <p:cNvSpPr>
            <a:spLocks/>
          </p:cNvSpPr>
          <p:nvPr/>
        </p:nvSpPr>
        <p:spPr>
          <a:xfrm>
            <a:off x="1637813" y="53735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96BE71D8-1A34-3D15-61EC-734F30E1CF6C}"/>
              </a:ext>
            </a:extLst>
          </p:cNvPr>
          <p:cNvSpPr>
            <a:spLocks/>
          </p:cNvSpPr>
          <p:nvPr/>
        </p:nvSpPr>
        <p:spPr>
          <a:xfrm>
            <a:off x="1690123" y="5112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8360408-6776-638B-F5D0-32AF8A9BDB31}"/>
              </a:ext>
            </a:extLst>
          </p:cNvPr>
          <p:cNvSpPr>
            <a:spLocks/>
          </p:cNvSpPr>
          <p:nvPr/>
        </p:nvSpPr>
        <p:spPr>
          <a:xfrm>
            <a:off x="1612296" y="52438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5EC5982C-4479-6466-7B31-23FED69F1753}"/>
              </a:ext>
            </a:extLst>
          </p:cNvPr>
          <p:cNvSpPr>
            <a:spLocks/>
          </p:cNvSpPr>
          <p:nvPr/>
        </p:nvSpPr>
        <p:spPr>
          <a:xfrm>
            <a:off x="1646018" y="52502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40551691-23C8-B1E2-AB0C-9C7C65971101}"/>
              </a:ext>
            </a:extLst>
          </p:cNvPr>
          <p:cNvSpPr>
            <a:spLocks/>
          </p:cNvSpPr>
          <p:nvPr/>
        </p:nvSpPr>
        <p:spPr>
          <a:xfrm>
            <a:off x="170056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00A43A47-70FF-B74C-C83D-604A1424286B}"/>
              </a:ext>
            </a:extLst>
          </p:cNvPr>
          <p:cNvSpPr>
            <a:spLocks/>
          </p:cNvSpPr>
          <p:nvPr/>
        </p:nvSpPr>
        <p:spPr>
          <a:xfrm>
            <a:off x="1613207" y="5196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2FEBACF2-2E57-0F9B-3FD8-9938EC60A196}"/>
              </a:ext>
            </a:extLst>
          </p:cNvPr>
          <p:cNvSpPr>
            <a:spLocks/>
          </p:cNvSpPr>
          <p:nvPr/>
        </p:nvSpPr>
        <p:spPr>
          <a:xfrm>
            <a:off x="1693726" y="5496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29181ACE-FFC2-B3EE-19FB-B5E07E971EC4}"/>
              </a:ext>
            </a:extLst>
          </p:cNvPr>
          <p:cNvSpPr>
            <a:spLocks/>
          </p:cNvSpPr>
          <p:nvPr/>
        </p:nvSpPr>
        <p:spPr>
          <a:xfrm>
            <a:off x="16221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D59702C3-BFF4-534E-3C2A-BFF1B4D4DA4B}"/>
              </a:ext>
            </a:extLst>
          </p:cNvPr>
          <p:cNvSpPr>
            <a:spLocks/>
          </p:cNvSpPr>
          <p:nvPr/>
        </p:nvSpPr>
        <p:spPr>
          <a:xfrm>
            <a:off x="1718042" y="6251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2410D635-D92F-F0C5-2818-38CF0F3D4959}"/>
              </a:ext>
            </a:extLst>
          </p:cNvPr>
          <p:cNvSpPr>
            <a:spLocks/>
          </p:cNvSpPr>
          <p:nvPr/>
        </p:nvSpPr>
        <p:spPr>
          <a:xfrm>
            <a:off x="1665978" y="6228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57304BBE-32CB-8F12-BFC3-404FE678896F}"/>
              </a:ext>
            </a:extLst>
          </p:cNvPr>
          <p:cNvSpPr>
            <a:spLocks/>
          </p:cNvSpPr>
          <p:nvPr/>
        </p:nvSpPr>
        <p:spPr>
          <a:xfrm>
            <a:off x="1663310" y="62140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7BFF37D4-56D1-05B7-4C56-687B2B0EF836}"/>
              </a:ext>
            </a:extLst>
          </p:cNvPr>
          <p:cNvSpPr>
            <a:spLocks/>
          </p:cNvSpPr>
          <p:nvPr/>
        </p:nvSpPr>
        <p:spPr>
          <a:xfrm>
            <a:off x="1656781" y="5018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BC111B7F-0BFA-18F4-6E36-F3A792EB2215}"/>
              </a:ext>
            </a:extLst>
          </p:cNvPr>
          <p:cNvSpPr>
            <a:spLocks/>
          </p:cNvSpPr>
          <p:nvPr/>
        </p:nvSpPr>
        <p:spPr>
          <a:xfrm>
            <a:off x="1736100" y="59581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1DB28B2C-BEAD-3EB7-EF6E-6A05F1BF4201}"/>
              </a:ext>
            </a:extLst>
          </p:cNvPr>
          <p:cNvSpPr>
            <a:spLocks/>
          </p:cNvSpPr>
          <p:nvPr/>
        </p:nvSpPr>
        <p:spPr>
          <a:xfrm>
            <a:off x="1639800" y="5104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2D5E9D0A-D702-FBED-2155-428D6207AFCE}"/>
              </a:ext>
            </a:extLst>
          </p:cNvPr>
          <p:cNvSpPr>
            <a:spLocks/>
          </p:cNvSpPr>
          <p:nvPr/>
        </p:nvSpPr>
        <p:spPr>
          <a:xfrm>
            <a:off x="1719172" y="573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584302CC-1036-CE44-7229-074E7ED827DF}"/>
              </a:ext>
            </a:extLst>
          </p:cNvPr>
          <p:cNvSpPr>
            <a:spLocks/>
          </p:cNvSpPr>
          <p:nvPr/>
        </p:nvSpPr>
        <p:spPr>
          <a:xfrm>
            <a:off x="1649166" y="6085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A877C823-BEAC-6794-9DBE-B688628052FC}"/>
              </a:ext>
            </a:extLst>
          </p:cNvPr>
          <p:cNvSpPr>
            <a:spLocks/>
          </p:cNvSpPr>
          <p:nvPr/>
        </p:nvSpPr>
        <p:spPr>
          <a:xfrm>
            <a:off x="1635829" y="5244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B8E3D8D2-F79F-04B7-96B2-4F5AA6DA2A7F}"/>
              </a:ext>
            </a:extLst>
          </p:cNvPr>
          <p:cNvSpPr>
            <a:spLocks/>
          </p:cNvSpPr>
          <p:nvPr/>
        </p:nvSpPr>
        <p:spPr>
          <a:xfrm>
            <a:off x="1739663" y="50872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3206EE4F-8F3D-1C0E-F221-C94E5201FB4E}"/>
              </a:ext>
            </a:extLst>
          </p:cNvPr>
          <p:cNvSpPr>
            <a:spLocks/>
          </p:cNvSpPr>
          <p:nvPr/>
        </p:nvSpPr>
        <p:spPr>
          <a:xfrm>
            <a:off x="1664416" y="50747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4AE5F328-E3CF-A136-1265-A257BE35AB43}"/>
              </a:ext>
            </a:extLst>
          </p:cNvPr>
          <p:cNvSpPr>
            <a:spLocks/>
          </p:cNvSpPr>
          <p:nvPr/>
        </p:nvSpPr>
        <p:spPr>
          <a:xfrm>
            <a:off x="16671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AE1836DE-4332-4167-0238-5798B5379BDC}"/>
              </a:ext>
            </a:extLst>
          </p:cNvPr>
          <p:cNvSpPr>
            <a:spLocks/>
          </p:cNvSpPr>
          <p:nvPr/>
        </p:nvSpPr>
        <p:spPr>
          <a:xfrm>
            <a:off x="1654453" y="5022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3098D90A-F171-9A23-B8CA-ECD2CCCF24FD}"/>
              </a:ext>
            </a:extLst>
          </p:cNvPr>
          <p:cNvSpPr>
            <a:spLocks/>
          </p:cNvSpPr>
          <p:nvPr/>
        </p:nvSpPr>
        <p:spPr>
          <a:xfrm>
            <a:off x="1702294" y="5312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E310717A-3DB8-16F9-0100-F0EE04EC41F2}"/>
              </a:ext>
            </a:extLst>
          </p:cNvPr>
          <p:cNvSpPr>
            <a:spLocks/>
          </p:cNvSpPr>
          <p:nvPr/>
        </p:nvSpPr>
        <p:spPr>
          <a:xfrm>
            <a:off x="1681306" y="51295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05BD429C-B880-1467-1743-FB87205791E1}"/>
              </a:ext>
            </a:extLst>
          </p:cNvPr>
          <p:cNvSpPr>
            <a:spLocks/>
          </p:cNvSpPr>
          <p:nvPr/>
        </p:nvSpPr>
        <p:spPr>
          <a:xfrm>
            <a:off x="1720638" y="56838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2858A66A-F4CF-808F-6A42-544C35709B35}"/>
              </a:ext>
            </a:extLst>
          </p:cNvPr>
          <p:cNvSpPr>
            <a:spLocks/>
          </p:cNvSpPr>
          <p:nvPr/>
        </p:nvSpPr>
        <p:spPr>
          <a:xfrm>
            <a:off x="1676434" y="5792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A4CC087F-ADB6-D090-B512-398CB53AD38C}"/>
              </a:ext>
            </a:extLst>
          </p:cNvPr>
          <p:cNvSpPr>
            <a:spLocks/>
          </p:cNvSpPr>
          <p:nvPr/>
        </p:nvSpPr>
        <p:spPr>
          <a:xfrm>
            <a:off x="165327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87691FB6-4DB2-D345-D741-89E74DB41247}"/>
              </a:ext>
            </a:extLst>
          </p:cNvPr>
          <p:cNvSpPr>
            <a:spLocks/>
          </p:cNvSpPr>
          <p:nvPr/>
        </p:nvSpPr>
        <p:spPr>
          <a:xfrm>
            <a:off x="1917398" y="4950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61334327-CAAE-C0BA-2C4E-7BD752963ED0}"/>
              </a:ext>
            </a:extLst>
          </p:cNvPr>
          <p:cNvSpPr>
            <a:spLocks/>
          </p:cNvSpPr>
          <p:nvPr/>
        </p:nvSpPr>
        <p:spPr>
          <a:xfrm>
            <a:off x="1841084" y="514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3759B639-9DFF-BA7A-2F9A-7F7C97F3D002}"/>
              </a:ext>
            </a:extLst>
          </p:cNvPr>
          <p:cNvSpPr>
            <a:spLocks/>
          </p:cNvSpPr>
          <p:nvPr/>
        </p:nvSpPr>
        <p:spPr>
          <a:xfrm>
            <a:off x="1948005" y="49784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42ED1DF7-4622-1E31-FEDF-2A95D21AC0E9}"/>
              </a:ext>
            </a:extLst>
          </p:cNvPr>
          <p:cNvSpPr>
            <a:spLocks/>
          </p:cNvSpPr>
          <p:nvPr/>
        </p:nvSpPr>
        <p:spPr>
          <a:xfrm>
            <a:off x="1842208" y="50315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47A8C94D-C7F7-5418-F5D7-14A5A08D359C}"/>
              </a:ext>
            </a:extLst>
          </p:cNvPr>
          <p:cNvSpPr>
            <a:spLocks/>
          </p:cNvSpPr>
          <p:nvPr/>
        </p:nvSpPr>
        <p:spPr>
          <a:xfrm>
            <a:off x="1908462" y="56965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286D9519-6E1E-3679-5786-5680C57BA42A}"/>
              </a:ext>
            </a:extLst>
          </p:cNvPr>
          <p:cNvSpPr>
            <a:spLocks/>
          </p:cNvSpPr>
          <p:nvPr/>
        </p:nvSpPr>
        <p:spPr>
          <a:xfrm>
            <a:off x="1909924" y="57327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158ECF97-FB7B-88FD-9DFA-A4A29CC30C25}"/>
              </a:ext>
            </a:extLst>
          </p:cNvPr>
          <p:cNvSpPr>
            <a:spLocks/>
          </p:cNvSpPr>
          <p:nvPr/>
        </p:nvSpPr>
        <p:spPr>
          <a:xfrm>
            <a:off x="1964416" y="49919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FB73B7D-8B22-B0D8-AF60-C6DD366B43C7}"/>
              </a:ext>
            </a:extLst>
          </p:cNvPr>
          <p:cNvSpPr>
            <a:spLocks/>
          </p:cNvSpPr>
          <p:nvPr/>
        </p:nvSpPr>
        <p:spPr>
          <a:xfrm>
            <a:off x="1905517" y="5204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F7A3D51F-15D5-DA14-1CC3-CD7D912B37E0}"/>
              </a:ext>
            </a:extLst>
          </p:cNvPr>
          <p:cNvSpPr>
            <a:spLocks/>
          </p:cNvSpPr>
          <p:nvPr/>
        </p:nvSpPr>
        <p:spPr>
          <a:xfrm>
            <a:off x="1904641" y="515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21D3E404-17EE-7909-893C-156F09545E4B}"/>
              </a:ext>
            </a:extLst>
          </p:cNvPr>
          <p:cNvSpPr>
            <a:spLocks/>
          </p:cNvSpPr>
          <p:nvPr/>
        </p:nvSpPr>
        <p:spPr>
          <a:xfrm>
            <a:off x="1904592" y="5072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80ACD19C-A44B-2C1C-6087-B49DFB1C05A1}"/>
              </a:ext>
            </a:extLst>
          </p:cNvPr>
          <p:cNvSpPr>
            <a:spLocks/>
          </p:cNvSpPr>
          <p:nvPr/>
        </p:nvSpPr>
        <p:spPr>
          <a:xfrm>
            <a:off x="1873012" y="51185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6F8E6226-0CBF-D42D-B441-4587DEEBE591}"/>
              </a:ext>
            </a:extLst>
          </p:cNvPr>
          <p:cNvSpPr>
            <a:spLocks/>
          </p:cNvSpPr>
          <p:nvPr/>
        </p:nvSpPr>
        <p:spPr>
          <a:xfrm>
            <a:off x="1833013" y="5169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7109C8DB-4B7E-6E8C-0489-BC00C1BC6EB8}"/>
              </a:ext>
            </a:extLst>
          </p:cNvPr>
          <p:cNvSpPr>
            <a:spLocks/>
          </p:cNvSpPr>
          <p:nvPr/>
        </p:nvSpPr>
        <p:spPr>
          <a:xfrm>
            <a:off x="1945448" y="5630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0B6F5FEF-848E-3351-1430-79E87E382ABB}"/>
              </a:ext>
            </a:extLst>
          </p:cNvPr>
          <p:cNvSpPr>
            <a:spLocks/>
          </p:cNvSpPr>
          <p:nvPr/>
        </p:nvSpPr>
        <p:spPr>
          <a:xfrm>
            <a:off x="1825302" y="5194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A51519C1-50B8-657F-84A7-2F015DF91A1E}"/>
              </a:ext>
            </a:extLst>
          </p:cNvPr>
          <p:cNvSpPr>
            <a:spLocks/>
          </p:cNvSpPr>
          <p:nvPr/>
        </p:nvSpPr>
        <p:spPr>
          <a:xfrm>
            <a:off x="1963438" y="50142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C71143F0-B51E-DB30-6F13-AEEAC60CF0A5}"/>
              </a:ext>
            </a:extLst>
          </p:cNvPr>
          <p:cNvSpPr>
            <a:spLocks/>
          </p:cNvSpPr>
          <p:nvPr/>
        </p:nvSpPr>
        <p:spPr>
          <a:xfrm>
            <a:off x="194892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C2EA4245-62C3-E343-9725-8B6AE50CD4F4}"/>
              </a:ext>
            </a:extLst>
          </p:cNvPr>
          <p:cNvSpPr>
            <a:spLocks/>
          </p:cNvSpPr>
          <p:nvPr/>
        </p:nvSpPr>
        <p:spPr>
          <a:xfrm>
            <a:off x="1875684" y="5005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019DD83D-4BFB-8075-8B23-22247CD597E6}"/>
              </a:ext>
            </a:extLst>
          </p:cNvPr>
          <p:cNvSpPr>
            <a:spLocks/>
          </p:cNvSpPr>
          <p:nvPr/>
        </p:nvSpPr>
        <p:spPr>
          <a:xfrm>
            <a:off x="1929470" y="4944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AA0DB57F-7B7A-8B3B-9895-19975330227A}"/>
              </a:ext>
            </a:extLst>
          </p:cNvPr>
          <p:cNvSpPr>
            <a:spLocks/>
          </p:cNvSpPr>
          <p:nvPr/>
        </p:nvSpPr>
        <p:spPr>
          <a:xfrm>
            <a:off x="1862856" y="53818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B1F70594-B684-F530-8D16-B3F3A25F9176}"/>
              </a:ext>
            </a:extLst>
          </p:cNvPr>
          <p:cNvSpPr>
            <a:spLocks/>
          </p:cNvSpPr>
          <p:nvPr/>
        </p:nvSpPr>
        <p:spPr>
          <a:xfrm>
            <a:off x="183045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21A45A0D-B1AC-E481-A5F2-33A84C3BD1A0}"/>
              </a:ext>
            </a:extLst>
          </p:cNvPr>
          <p:cNvSpPr>
            <a:spLocks/>
          </p:cNvSpPr>
          <p:nvPr/>
        </p:nvSpPr>
        <p:spPr>
          <a:xfrm>
            <a:off x="1943268" y="5873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50E6F376-C62B-1271-9525-2D1C881E2E01}"/>
              </a:ext>
            </a:extLst>
          </p:cNvPr>
          <p:cNvSpPr>
            <a:spLocks/>
          </p:cNvSpPr>
          <p:nvPr/>
        </p:nvSpPr>
        <p:spPr>
          <a:xfrm>
            <a:off x="184071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71B2E055-128F-73C2-A7C4-02EB6DB8A944}"/>
              </a:ext>
            </a:extLst>
          </p:cNvPr>
          <p:cNvSpPr>
            <a:spLocks/>
          </p:cNvSpPr>
          <p:nvPr/>
        </p:nvSpPr>
        <p:spPr>
          <a:xfrm>
            <a:off x="1852421" y="49658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14A9F136-853E-B36A-D034-C76FAFC102FE}"/>
              </a:ext>
            </a:extLst>
          </p:cNvPr>
          <p:cNvSpPr>
            <a:spLocks/>
          </p:cNvSpPr>
          <p:nvPr/>
        </p:nvSpPr>
        <p:spPr>
          <a:xfrm>
            <a:off x="1855190" y="50829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F8BCC4C0-02C5-D4BD-87F4-ECCD58C5880F}"/>
              </a:ext>
            </a:extLst>
          </p:cNvPr>
          <p:cNvSpPr>
            <a:spLocks/>
          </p:cNvSpPr>
          <p:nvPr/>
        </p:nvSpPr>
        <p:spPr>
          <a:xfrm>
            <a:off x="1929325" y="5151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09FB0C3C-4703-D06A-4FEF-8BE0CDFACEF0}"/>
              </a:ext>
            </a:extLst>
          </p:cNvPr>
          <p:cNvSpPr>
            <a:spLocks/>
          </p:cNvSpPr>
          <p:nvPr/>
        </p:nvSpPr>
        <p:spPr>
          <a:xfrm>
            <a:off x="1892229" y="55518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61B61C5D-3F3F-703D-39BF-1A7BA386E8CE}"/>
              </a:ext>
            </a:extLst>
          </p:cNvPr>
          <p:cNvSpPr>
            <a:spLocks/>
          </p:cNvSpPr>
          <p:nvPr/>
        </p:nvSpPr>
        <p:spPr>
          <a:xfrm>
            <a:off x="1825024" y="50690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66E55138-0721-6BEC-9BF7-ABE20A0826BB}"/>
              </a:ext>
            </a:extLst>
          </p:cNvPr>
          <p:cNvSpPr>
            <a:spLocks/>
          </p:cNvSpPr>
          <p:nvPr/>
        </p:nvSpPr>
        <p:spPr>
          <a:xfrm>
            <a:off x="1843585" y="51176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1425B556-B0FA-6E28-2D5A-FC8E94267BC7}"/>
              </a:ext>
            </a:extLst>
          </p:cNvPr>
          <p:cNvSpPr>
            <a:spLocks/>
          </p:cNvSpPr>
          <p:nvPr/>
        </p:nvSpPr>
        <p:spPr>
          <a:xfrm>
            <a:off x="1893320" y="52937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7FE1D388-D217-2D56-76EA-8D6B1F81CFC2}"/>
              </a:ext>
            </a:extLst>
          </p:cNvPr>
          <p:cNvSpPr>
            <a:spLocks/>
          </p:cNvSpPr>
          <p:nvPr/>
        </p:nvSpPr>
        <p:spPr>
          <a:xfrm>
            <a:off x="1943596" y="55749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AAC411FE-C7F8-4FAD-ABF6-C747245AED58}"/>
              </a:ext>
            </a:extLst>
          </p:cNvPr>
          <p:cNvSpPr>
            <a:spLocks/>
          </p:cNvSpPr>
          <p:nvPr/>
        </p:nvSpPr>
        <p:spPr>
          <a:xfrm>
            <a:off x="1879390" y="59141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7300195-6497-0789-653D-2E36A4FC2D87}"/>
              </a:ext>
            </a:extLst>
          </p:cNvPr>
          <p:cNvSpPr>
            <a:spLocks/>
          </p:cNvSpPr>
          <p:nvPr/>
        </p:nvSpPr>
        <p:spPr>
          <a:xfrm>
            <a:off x="1880927" y="49050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C31F53A7-5F6A-A3C9-5B34-D296A75CE843}"/>
              </a:ext>
            </a:extLst>
          </p:cNvPr>
          <p:cNvSpPr>
            <a:spLocks/>
          </p:cNvSpPr>
          <p:nvPr/>
        </p:nvSpPr>
        <p:spPr>
          <a:xfrm>
            <a:off x="1838155" y="50562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898B906C-6621-DBCD-905F-2EA118F902F3}"/>
              </a:ext>
            </a:extLst>
          </p:cNvPr>
          <p:cNvSpPr>
            <a:spLocks/>
          </p:cNvSpPr>
          <p:nvPr/>
        </p:nvSpPr>
        <p:spPr>
          <a:xfrm>
            <a:off x="1924907" y="49928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855961A2-9983-560A-D868-96B032182029}"/>
              </a:ext>
            </a:extLst>
          </p:cNvPr>
          <p:cNvSpPr>
            <a:spLocks/>
          </p:cNvSpPr>
          <p:nvPr/>
        </p:nvSpPr>
        <p:spPr>
          <a:xfrm>
            <a:off x="1896760" y="50532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28B4D942-6761-71EF-3626-1510685D8537}"/>
              </a:ext>
            </a:extLst>
          </p:cNvPr>
          <p:cNvSpPr>
            <a:spLocks/>
          </p:cNvSpPr>
          <p:nvPr/>
        </p:nvSpPr>
        <p:spPr>
          <a:xfrm>
            <a:off x="184869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B067BF63-EC49-84A3-99F8-D786A48688ED}"/>
              </a:ext>
            </a:extLst>
          </p:cNvPr>
          <p:cNvSpPr>
            <a:spLocks/>
          </p:cNvSpPr>
          <p:nvPr/>
        </p:nvSpPr>
        <p:spPr>
          <a:xfrm>
            <a:off x="1956795" y="5000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506BA411-ABC8-91B4-AE71-B57172EA6253}"/>
              </a:ext>
            </a:extLst>
          </p:cNvPr>
          <p:cNvSpPr>
            <a:spLocks/>
          </p:cNvSpPr>
          <p:nvPr/>
        </p:nvSpPr>
        <p:spPr>
          <a:xfrm>
            <a:off x="1899000" y="5568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56DF3CB9-DEA6-C154-A115-3F4EF18842F4}"/>
              </a:ext>
            </a:extLst>
          </p:cNvPr>
          <p:cNvSpPr>
            <a:spLocks/>
          </p:cNvSpPr>
          <p:nvPr/>
        </p:nvSpPr>
        <p:spPr>
          <a:xfrm>
            <a:off x="1857180" y="5459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651580FE-DCB4-2475-F600-03B7626E6B01}"/>
              </a:ext>
            </a:extLst>
          </p:cNvPr>
          <p:cNvSpPr>
            <a:spLocks/>
          </p:cNvSpPr>
          <p:nvPr/>
        </p:nvSpPr>
        <p:spPr>
          <a:xfrm>
            <a:off x="1956288" y="52257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7B4F3B29-66E5-C501-BCC2-7C6829AE1057}"/>
              </a:ext>
            </a:extLst>
          </p:cNvPr>
          <p:cNvSpPr>
            <a:spLocks/>
          </p:cNvSpPr>
          <p:nvPr/>
        </p:nvSpPr>
        <p:spPr>
          <a:xfrm>
            <a:off x="1838753" y="54153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FD92B7BB-61B6-4383-6696-A28F7F689AA9}"/>
              </a:ext>
            </a:extLst>
          </p:cNvPr>
          <p:cNvSpPr>
            <a:spLocks/>
          </p:cNvSpPr>
          <p:nvPr/>
        </p:nvSpPr>
        <p:spPr>
          <a:xfrm>
            <a:off x="1824745" y="50335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B8CB4597-EF46-B01F-199A-B6E667B2FA0B}"/>
              </a:ext>
            </a:extLst>
          </p:cNvPr>
          <p:cNvSpPr>
            <a:spLocks/>
          </p:cNvSpPr>
          <p:nvPr/>
        </p:nvSpPr>
        <p:spPr>
          <a:xfrm>
            <a:off x="1929833" y="503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D85685BB-49D4-CEB4-002F-2681BC5B012D}"/>
              </a:ext>
            </a:extLst>
          </p:cNvPr>
          <p:cNvSpPr>
            <a:spLocks/>
          </p:cNvSpPr>
          <p:nvPr/>
        </p:nvSpPr>
        <p:spPr>
          <a:xfrm>
            <a:off x="1952732" y="56568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E4156BA1-12DD-1D6A-4DAF-AE0C115D0589}"/>
              </a:ext>
            </a:extLst>
          </p:cNvPr>
          <p:cNvSpPr>
            <a:spLocks/>
          </p:cNvSpPr>
          <p:nvPr/>
        </p:nvSpPr>
        <p:spPr>
          <a:xfrm>
            <a:off x="1921550" y="51002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50E3521-4249-D197-8ACA-27A27443C86D}"/>
              </a:ext>
            </a:extLst>
          </p:cNvPr>
          <p:cNvSpPr>
            <a:spLocks/>
          </p:cNvSpPr>
          <p:nvPr/>
        </p:nvSpPr>
        <p:spPr>
          <a:xfrm>
            <a:off x="1948040" y="52007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559C0A97-F0C3-23BA-806F-6EDD59136CAE}"/>
              </a:ext>
            </a:extLst>
          </p:cNvPr>
          <p:cNvSpPr>
            <a:spLocks/>
          </p:cNvSpPr>
          <p:nvPr/>
        </p:nvSpPr>
        <p:spPr>
          <a:xfrm>
            <a:off x="1833477" y="48978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2715F84C-5AF4-5294-10DC-69075B3BE8E9}"/>
              </a:ext>
            </a:extLst>
          </p:cNvPr>
          <p:cNvSpPr>
            <a:spLocks/>
          </p:cNvSpPr>
          <p:nvPr/>
        </p:nvSpPr>
        <p:spPr>
          <a:xfrm>
            <a:off x="1935339" y="5899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26D83AE7-A8A4-E9F5-D554-E680357D152D}"/>
              </a:ext>
            </a:extLst>
          </p:cNvPr>
          <p:cNvSpPr>
            <a:spLocks/>
          </p:cNvSpPr>
          <p:nvPr/>
        </p:nvSpPr>
        <p:spPr>
          <a:xfrm>
            <a:off x="1836456" y="49406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954E7DCC-0E05-C02B-5F36-EF5B6A606766}"/>
              </a:ext>
            </a:extLst>
          </p:cNvPr>
          <p:cNvSpPr>
            <a:spLocks/>
          </p:cNvSpPr>
          <p:nvPr/>
        </p:nvSpPr>
        <p:spPr>
          <a:xfrm>
            <a:off x="182999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3C5EC637-7D8D-B1D1-A2D2-D0F0CD3066B8}"/>
              </a:ext>
            </a:extLst>
          </p:cNvPr>
          <p:cNvSpPr>
            <a:spLocks/>
          </p:cNvSpPr>
          <p:nvPr/>
        </p:nvSpPr>
        <p:spPr>
          <a:xfrm>
            <a:off x="1887073" y="6159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7DE5B22F-501A-BD6E-EA22-6C95B36A3908}"/>
              </a:ext>
            </a:extLst>
          </p:cNvPr>
          <p:cNvSpPr>
            <a:spLocks/>
          </p:cNvSpPr>
          <p:nvPr/>
        </p:nvSpPr>
        <p:spPr>
          <a:xfrm>
            <a:off x="195873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993B1062-AC39-65BA-31FD-90403D1FDCC1}"/>
              </a:ext>
            </a:extLst>
          </p:cNvPr>
          <p:cNvSpPr>
            <a:spLocks/>
          </p:cNvSpPr>
          <p:nvPr/>
        </p:nvSpPr>
        <p:spPr>
          <a:xfrm>
            <a:off x="1856300" y="5779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5396BFDC-1DA8-BAAB-FFC4-D552606C9D7B}"/>
              </a:ext>
            </a:extLst>
          </p:cNvPr>
          <p:cNvSpPr>
            <a:spLocks/>
          </p:cNvSpPr>
          <p:nvPr/>
        </p:nvSpPr>
        <p:spPr>
          <a:xfrm>
            <a:off x="1873862" y="600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25260EE6-96FA-C639-B6B2-081867D0102A}"/>
              </a:ext>
            </a:extLst>
          </p:cNvPr>
          <p:cNvSpPr>
            <a:spLocks/>
          </p:cNvSpPr>
          <p:nvPr/>
        </p:nvSpPr>
        <p:spPr>
          <a:xfrm>
            <a:off x="1941912" y="49646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CA338566-05FA-273D-2E96-6FBF2D203A98}"/>
              </a:ext>
            </a:extLst>
          </p:cNvPr>
          <p:cNvSpPr>
            <a:spLocks/>
          </p:cNvSpPr>
          <p:nvPr/>
        </p:nvSpPr>
        <p:spPr>
          <a:xfrm>
            <a:off x="1834437" y="51930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ECED6A56-2440-9CD4-6934-DF368183F387}"/>
              </a:ext>
            </a:extLst>
          </p:cNvPr>
          <p:cNvSpPr>
            <a:spLocks/>
          </p:cNvSpPr>
          <p:nvPr/>
        </p:nvSpPr>
        <p:spPr>
          <a:xfrm>
            <a:off x="1908441" y="5446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B3F5C04A-DDFB-6A68-E132-E2999D6A9532}"/>
              </a:ext>
            </a:extLst>
          </p:cNvPr>
          <p:cNvSpPr>
            <a:spLocks/>
          </p:cNvSpPr>
          <p:nvPr/>
        </p:nvSpPr>
        <p:spPr>
          <a:xfrm>
            <a:off x="1911301" y="4990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03A3F4DB-2FD6-8A3F-8E12-604A700E67FD}"/>
              </a:ext>
            </a:extLst>
          </p:cNvPr>
          <p:cNvSpPr>
            <a:spLocks/>
          </p:cNvSpPr>
          <p:nvPr/>
        </p:nvSpPr>
        <p:spPr>
          <a:xfrm>
            <a:off x="1909810" y="51063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9A07A243-3764-87FC-B96A-DF4FC97F96B4}"/>
              </a:ext>
            </a:extLst>
          </p:cNvPr>
          <p:cNvSpPr>
            <a:spLocks/>
          </p:cNvSpPr>
          <p:nvPr/>
        </p:nvSpPr>
        <p:spPr>
          <a:xfrm>
            <a:off x="1920809" y="55750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8DE2DEA-CC5D-21E2-0CF2-66BAB33293A8}"/>
              </a:ext>
            </a:extLst>
          </p:cNvPr>
          <p:cNvSpPr>
            <a:spLocks/>
          </p:cNvSpPr>
          <p:nvPr/>
        </p:nvSpPr>
        <p:spPr>
          <a:xfrm>
            <a:off x="1920994" y="51561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DF58B56C-7D91-6512-1186-F134E9F88FE0}"/>
              </a:ext>
            </a:extLst>
          </p:cNvPr>
          <p:cNvSpPr>
            <a:spLocks/>
          </p:cNvSpPr>
          <p:nvPr/>
        </p:nvSpPr>
        <p:spPr>
          <a:xfrm>
            <a:off x="185509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1CE91510-C639-9CFC-D9B7-C9360C4BF426}"/>
              </a:ext>
            </a:extLst>
          </p:cNvPr>
          <p:cNvSpPr>
            <a:spLocks/>
          </p:cNvSpPr>
          <p:nvPr/>
        </p:nvSpPr>
        <p:spPr>
          <a:xfrm>
            <a:off x="1955930" y="5113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AC98731B-72AF-28D3-8AB4-C251209E0B25}"/>
              </a:ext>
            </a:extLst>
          </p:cNvPr>
          <p:cNvSpPr>
            <a:spLocks/>
          </p:cNvSpPr>
          <p:nvPr/>
        </p:nvSpPr>
        <p:spPr>
          <a:xfrm>
            <a:off x="1929269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D2C7221F-F794-EA0D-510F-43496118D358}"/>
              </a:ext>
            </a:extLst>
          </p:cNvPr>
          <p:cNvSpPr>
            <a:spLocks/>
          </p:cNvSpPr>
          <p:nvPr/>
        </p:nvSpPr>
        <p:spPr>
          <a:xfrm>
            <a:off x="1867758" y="5586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0E278F36-A020-12E7-5731-30A033BFAF36}"/>
              </a:ext>
            </a:extLst>
          </p:cNvPr>
          <p:cNvSpPr>
            <a:spLocks/>
          </p:cNvSpPr>
          <p:nvPr/>
        </p:nvSpPr>
        <p:spPr>
          <a:xfrm>
            <a:off x="1883473" y="52193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CA4F140F-5BA4-8573-1BC9-2B3D393600A5}"/>
              </a:ext>
            </a:extLst>
          </p:cNvPr>
          <p:cNvSpPr>
            <a:spLocks/>
          </p:cNvSpPr>
          <p:nvPr/>
        </p:nvSpPr>
        <p:spPr>
          <a:xfrm>
            <a:off x="1836633" y="505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B5A0D04E-604A-B9F7-F713-6DD1D910589D}"/>
              </a:ext>
            </a:extLst>
          </p:cNvPr>
          <p:cNvSpPr>
            <a:spLocks/>
          </p:cNvSpPr>
          <p:nvPr/>
        </p:nvSpPr>
        <p:spPr>
          <a:xfrm>
            <a:off x="1871745" y="5425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E82F205B-4C80-54A7-F3A0-9EB015AB65D5}"/>
              </a:ext>
            </a:extLst>
          </p:cNvPr>
          <p:cNvSpPr>
            <a:spLocks/>
          </p:cNvSpPr>
          <p:nvPr/>
        </p:nvSpPr>
        <p:spPr>
          <a:xfrm>
            <a:off x="1832453" y="53064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F67D1A8F-40CC-428D-5E6C-0337763FB783}"/>
              </a:ext>
            </a:extLst>
          </p:cNvPr>
          <p:cNvSpPr>
            <a:spLocks/>
          </p:cNvSpPr>
          <p:nvPr/>
        </p:nvSpPr>
        <p:spPr>
          <a:xfrm>
            <a:off x="1937232" y="51152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C6EEE38D-6140-0FE7-7004-2F9902B7BBAB}"/>
              </a:ext>
            </a:extLst>
          </p:cNvPr>
          <p:cNvSpPr>
            <a:spLocks/>
          </p:cNvSpPr>
          <p:nvPr/>
        </p:nvSpPr>
        <p:spPr>
          <a:xfrm>
            <a:off x="1910187" y="48787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40A607B2-4DD3-0991-A2AE-D419A777D544}"/>
              </a:ext>
            </a:extLst>
          </p:cNvPr>
          <p:cNvSpPr>
            <a:spLocks/>
          </p:cNvSpPr>
          <p:nvPr/>
        </p:nvSpPr>
        <p:spPr>
          <a:xfrm>
            <a:off x="1938392" y="525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BCCAB86C-B5CE-250D-AE41-815F8F676111}"/>
              </a:ext>
            </a:extLst>
          </p:cNvPr>
          <p:cNvSpPr>
            <a:spLocks/>
          </p:cNvSpPr>
          <p:nvPr/>
        </p:nvSpPr>
        <p:spPr>
          <a:xfrm>
            <a:off x="190000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55C62A84-6D7C-B854-EE14-E691656BDC96}"/>
              </a:ext>
            </a:extLst>
          </p:cNvPr>
          <p:cNvSpPr>
            <a:spLocks/>
          </p:cNvSpPr>
          <p:nvPr/>
        </p:nvSpPr>
        <p:spPr>
          <a:xfrm>
            <a:off x="1834794" y="517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19A2385B-B8F1-CEFA-4F24-4E80FC317659}"/>
              </a:ext>
            </a:extLst>
          </p:cNvPr>
          <p:cNvSpPr>
            <a:spLocks/>
          </p:cNvSpPr>
          <p:nvPr/>
        </p:nvSpPr>
        <p:spPr>
          <a:xfrm>
            <a:off x="1942103" y="5572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F62EB44B-E290-E1FD-A081-2B8ADD497FC1}"/>
              </a:ext>
            </a:extLst>
          </p:cNvPr>
          <p:cNvSpPr>
            <a:spLocks/>
          </p:cNvSpPr>
          <p:nvPr/>
        </p:nvSpPr>
        <p:spPr>
          <a:xfrm>
            <a:off x="1843456" y="63024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99CE2576-9D4E-FB27-8BD5-ECCA0282520C}"/>
              </a:ext>
            </a:extLst>
          </p:cNvPr>
          <p:cNvSpPr>
            <a:spLocks/>
          </p:cNvSpPr>
          <p:nvPr/>
        </p:nvSpPr>
        <p:spPr>
          <a:xfrm>
            <a:off x="1906590" y="5507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D17195FE-34FA-CF6B-AFB9-26987AF19ED2}"/>
              </a:ext>
            </a:extLst>
          </p:cNvPr>
          <p:cNvSpPr>
            <a:spLocks/>
          </p:cNvSpPr>
          <p:nvPr/>
        </p:nvSpPr>
        <p:spPr>
          <a:xfrm>
            <a:off x="1881097" y="57927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3BD20528-3E34-EC59-7201-BE66FC99827A}"/>
              </a:ext>
            </a:extLst>
          </p:cNvPr>
          <p:cNvSpPr>
            <a:spLocks/>
          </p:cNvSpPr>
          <p:nvPr/>
        </p:nvSpPr>
        <p:spPr>
          <a:xfrm>
            <a:off x="1850385" y="6228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3732FE04-851A-BAB6-5077-1742B48E3798}"/>
              </a:ext>
            </a:extLst>
          </p:cNvPr>
          <p:cNvSpPr>
            <a:spLocks/>
          </p:cNvSpPr>
          <p:nvPr/>
        </p:nvSpPr>
        <p:spPr>
          <a:xfrm>
            <a:off x="1937744" y="50723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693D2B1C-55DB-1B7B-D679-C3E788573FFC}"/>
              </a:ext>
            </a:extLst>
          </p:cNvPr>
          <p:cNvSpPr>
            <a:spLocks/>
          </p:cNvSpPr>
          <p:nvPr/>
        </p:nvSpPr>
        <p:spPr>
          <a:xfrm>
            <a:off x="1857893" y="4966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EDD0354-5B48-DDA5-F544-0699047C8B1B}"/>
              </a:ext>
            </a:extLst>
          </p:cNvPr>
          <p:cNvSpPr>
            <a:spLocks/>
          </p:cNvSpPr>
          <p:nvPr/>
        </p:nvSpPr>
        <p:spPr>
          <a:xfrm>
            <a:off x="1938515" y="50090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A3D0F533-D35C-2440-377E-2DB1324E9349}"/>
              </a:ext>
            </a:extLst>
          </p:cNvPr>
          <p:cNvSpPr>
            <a:spLocks/>
          </p:cNvSpPr>
          <p:nvPr/>
        </p:nvSpPr>
        <p:spPr>
          <a:xfrm>
            <a:off x="1880491" y="56225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E1F32F6E-5818-C05C-5A0E-57CE96E8F1C3}"/>
              </a:ext>
            </a:extLst>
          </p:cNvPr>
          <p:cNvSpPr>
            <a:spLocks/>
          </p:cNvSpPr>
          <p:nvPr/>
        </p:nvSpPr>
        <p:spPr>
          <a:xfrm>
            <a:off x="1932865" y="6082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9DDFC4C8-A55E-1CE7-17B7-E61CF672DBC8}"/>
              </a:ext>
            </a:extLst>
          </p:cNvPr>
          <p:cNvSpPr>
            <a:spLocks/>
          </p:cNvSpPr>
          <p:nvPr/>
        </p:nvSpPr>
        <p:spPr>
          <a:xfrm>
            <a:off x="1843675" y="5280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9DEE3A51-F20F-9B36-36D3-74F2E6119F67}"/>
              </a:ext>
            </a:extLst>
          </p:cNvPr>
          <p:cNvSpPr>
            <a:spLocks/>
          </p:cNvSpPr>
          <p:nvPr/>
        </p:nvSpPr>
        <p:spPr>
          <a:xfrm>
            <a:off x="1918063" y="4992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61C4A1C8-9CD7-D197-F64A-68BA4B27B032}"/>
              </a:ext>
            </a:extLst>
          </p:cNvPr>
          <p:cNvSpPr>
            <a:spLocks/>
          </p:cNvSpPr>
          <p:nvPr/>
        </p:nvSpPr>
        <p:spPr>
          <a:xfrm>
            <a:off x="1846051" y="5076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B569EDBF-9544-C9CF-727E-662D75E0E9A1}"/>
              </a:ext>
            </a:extLst>
          </p:cNvPr>
          <p:cNvSpPr>
            <a:spLocks/>
          </p:cNvSpPr>
          <p:nvPr/>
        </p:nvSpPr>
        <p:spPr>
          <a:xfrm>
            <a:off x="183642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43329B38-2C82-2B70-1753-883772109EA9}"/>
              </a:ext>
            </a:extLst>
          </p:cNvPr>
          <p:cNvSpPr>
            <a:spLocks/>
          </p:cNvSpPr>
          <p:nvPr/>
        </p:nvSpPr>
        <p:spPr>
          <a:xfrm>
            <a:off x="1856882" y="49883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F21884A-D3C4-A215-99FE-6E89344A8170}"/>
              </a:ext>
            </a:extLst>
          </p:cNvPr>
          <p:cNvSpPr>
            <a:spLocks/>
          </p:cNvSpPr>
          <p:nvPr/>
        </p:nvSpPr>
        <p:spPr>
          <a:xfrm>
            <a:off x="1868376" y="53056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E889D7CE-952C-4C54-4B3B-97244A368448}"/>
              </a:ext>
            </a:extLst>
          </p:cNvPr>
          <p:cNvSpPr>
            <a:spLocks/>
          </p:cNvSpPr>
          <p:nvPr/>
        </p:nvSpPr>
        <p:spPr>
          <a:xfrm>
            <a:off x="1922564" y="4973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7930BF1D-A77D-5419-A7C0-1C80AAB2A1A4}"/>
              </a:ext>
            </a:extLst>
          </p:cNvPr>
          <p:cNvSpPr>
            <a:spLocks/>
          </p:cNvSpPr>
          <p:nvPr/>
        </p:nvSpPr>
        <p:spPr>
          <a:xfrm>
            <a:off x="1881835" y="51012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DAA2233B-5005-3822-A9FB-00E663ED4707}"/>
              </a:ext>
            </a:extLst>
          </p:cNvPr>
          <p:cNvSpPr>
            <a:spLocks/>
          </p:cNvSpPr>
          <p:nvPr/>
        </p:nvSpPr>
        <p:spPr>
          <a:xfrm>
            <a:off x="1947349" y="5206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4422EA83-4779-9182-6A68-15B1CFBDBD26}"/>
              </a:ext>
            </a:extLst>
          </p:cNvPr>
          <p:cNvSpPr>
            <a:spLocks/>
          </p:cNvSpPr>
          <p:nvPr/>
        </p:nvSpPr>
        <p:spPr>
          <a:xfrm>
            <a:off x="188978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5D6EA045-D6C3-FFC4-1A9A-AD636830FC06}"/>
              </a:ext>
            </a:extLst>
          </p:cNvPr>
          <p:cNvSpPr>
            <a:spLocks/>
          </p:cNvSpPr>
          <p:nvPr/>
        </p:nvSpPr>
        <p:spPr>
          <a:xfrm>
            <a:off x="23335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762292E8-5EA0-6344-402C-3BE2422C3F03}"/>
              </a:ext>
            </a:extLst>
          </p:cNvPr>
          <p:cNvSpPr>
            <a:spLocks/>
          </p:cNvSpPr>
          <p:nvPr/>
        </p:nvSpPr>
        <p:spPr>
          <a:xfrm>
            <a:off x="2315740" y="4881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0F3E3BAE-1E77-3E50-B23F-9727D88BB3EB}"/>
              </a:ext>
            </a:extLst>
          </p:cNvPr>
          <p:cNvSpPr>
            <a:spLocks/>
          </p:cNvSpPr>
          <p:nvPr/>
        </p:nvSpPr>
        <p:spPr>
          <a:xfrm>
            <a:off x="23326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88A3DC49-2EF1-DAA2-0E31-2F4DA2CCAF55}"/>
              </a:ext>
            </a:extLst>
          </p:cNvPr>
          <p:cNvSpPr>
            <a:spLocks/>
          </p:cNvSpPr>
          <p:nvPr/>
        </p:nvSpPr>
        <p:spPr>
          <a:xfrm>
            <a:off x="233525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41C809A3-CB51-3695-16EB-68A93A8D43DE}"/>
              </a:ext>
            </a:extLst>
          </p:cNvPr>
          <p:cNvSpPr>
            <a:spLocks/>
          </p:cNvSpPr>
          <p:nvPr/>
        </p:nvSpPr>
        <p:spPr>
          <a:xfrm>
            <a:off x="2430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D6B63B62-225C-367B-A440-83066FBF7AC1}"/>
              </a:ext>
            </a:extLst>
          </p:cNvPr>
          <p:cNvSpPr>
            <a:spLocks/>
          </p:cNvSpPr>
          <p:nvPr/>
        </p:nvSpPr>
        <p:spPr>
          <a:xfrm>
            <a:off x="2422337" y="4892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366776D4-0D85-59A5-2A5C-8FB21B610205}"/>
              </a:ext>
            </a:extLst>
          </p:cNvPr>
          <p:cNvSpPr>
            <a:spLocks/>
          </p:cNvSpPr>
          <p:nvPr/>
        </p:nvSpPr>
        <p:spPr>
          <a:xfrm>
            <a:off x="2319016" y="55580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5B625554-12BB-E114-FB8E-9DA63C1AB7FE}"/>
              </a:ext>
            </a:extLst>
          </p:cNvPr>
          <p:cNvSpPr>
            <a:spLocks/>
          </p:cNvSpPr>
          <p:nvPr/>
        </p:nvSpPr>
        <p:spPr>
          <a:xfrm>
            <a:off x="2405710" y="50387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67BBA468-EFFE-18B1-448B-2821DB06DD57}"/>
              </a:ext>
            </a:extLst>
          </p:cNvPr>
          <p:cNvSpPr>
            <a:spLocks/>
          </p:cNvSpPr>
          <p:nvPr/>
        </p:nvSpPr>
        <p:spPr>
          <a:xfrm>
            <a:off x="2337980" y="5461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7EB16715-E66D-4444-9418-348F0B72F03C}"/>
              </a:ext>
            </a:extLst>
          </p:cNvPr>
          <p:cNvSpPr>
            <a:spLocks/>
          </p:cNvSpPr>
          <p:nvPr/>
        </p:nvSpPr>
        <p:spPr>
          <a:xfrm>
            <a:off x="236653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4E5373D9-47BF-A690-3429-B3C8DA4DFC0D}"/>
              </a:ext>
            </a:extLst>
          </p:cNvPr>
          <p:cNvSpPr>
            <a:spLocks/>
          </p:cNvSpPr>
          <p:nvPr/>
        </p:nvSpPr>
        <p:spPr>
          <a:xfrm>
            <a:off x="2436070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034C22A9-6409-97BC-2675-0543DCE63B86}"/>
              </a:ext>
            </a:extLst>
          </p:cNvPr>
          <p:cNvSpPr>
            <a:spLocks/>
          </p:cNvSpPr>
          <p:nvPr/>
        </p:nvSpPr>
        <p:spPr>
          <a:xfrm>
            <a:off x="2445467" y="50727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BB4FB628-A2AE-BFDA-0D2B-D4EEE18D90D0}"/>
              </a:ext>
            </a:extLst>
          </p:cNvPr>
          <p:cNvSpPr>
            <a:spLocks/>
          </p:cNvSpPr>
          <p:nvPr/>
        </p:nvSpPr>
        <p:spPr>
          <a:xfrm>
            <a:off x="2363604" y="5855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FA948C8-D05D-D1CC-B40F-AE13320DAB8E}"/>
              </a:ext>
            </a:extLst>
          </p:cNvPr>
          <p:cNvSpPr>
            <a:spLocks/>
          </p:cNvSpPr>
          <p:nvPr/>
        </p:nvSpPr>
        <p:spPr>
          <a:xfrm>
            <a:off x="2417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E9101788-EB40-4261-0057-F3632F71B04E}"/>
              </a:ext>
            </a:extLst>
          </p:cNvPr>
          <p:cNvSpPr>
            <a:spLocks/>
          </p:cNvSpPr>
          <p:nvPr/>
        </p:nvSpPr>
        <p:spPr>
          <a:xfrm>
            <a:off x="2387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AF5DCC21-CA62-EA28-F13A-755766B520A3}"/>
              </a:ext>
            </a:extLst>
          </p:cNvPr>
          <p:cNvSpPr>
            <a:spLocks/>
          </p:cNvSpPr>
          <p:nvPr/>
        </p:nvSpPr>
        <p:spPr>
          <a:xfrm>
            <a:off x="241027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B847DA0B-D952-A6E0-F6BE-1D8F10BCAF99}"/>
              </a:ext>
            </a:extLst>
          </p:cNvPr>
          <p:cNvSpPr>
            <a:spLocks/>
          </p:cNvSpPr>
          <p:nvPr/>
        </p:nvSpPr>
        <p:spPr>
          <a:xfrm>
            <a:off x="2326882" y="56050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22BE2870-6724-B8EC-DDAD-6708B41DB674}"/>
              </a:ext>
            </a:extLst>
          </p:cNvPr>
          <p:cNvSpPr>
            <a:spLocks/>
          </p:cNvSpPr>
          <p:nvPr/>
        </p:nvSpPr>
        <p:spPr>
          <a:xfrm>
            <a:off x="244338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26E571C2-D5A3-FCFE-1791-799518A3AACF}"/>
              </a:ext>
            </a:extLst>
          </p:cNvPr>
          <p:cNvSpPr>
            <a:spLocks/>
          </p:cNvSpPr>
          <p:nvPr/>
        </p:nvSpPr>
        <p:spPr>
          <a:xfrm>
            <a:off x="2381220" y="59938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9D9160EA-82D1-8817-D7C0-A8D399F992F4}"/>
              </a:ext>
            </a:extLst>
          </p:cNvPr>
          <p:cNvSpPr>
            <a:spLocks/>
          </p:cNvSpPr>
          <p:nvPr/>
        </p:nvSpPr>
        <p:spPr>
          <a:xfrm>
            <a:off x="239081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D162513F-5EEF-A72B-F394-02559921AE5D}"/>
              </a:ext>
            </a:extLst>
          </p:cNvPr>
          <p:cNvSpPr>
            <a:spLocks/>
          </p:cNvSpPr>
          <p:nvPr/>
        </p:nvSpPr>
        <p:spPr>
          <a:xfrm>
            <a:off x="2429693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77ED4AF3-E497-F07E-D8A8-B2C785D042DE}"/>
              </a:ext>
            </a:extLst>
          </p:cNvPr>
          <p:cNvSpPr>
            <a:spLocks/>
          </p:cNvSpPr>
          <p:nvPr/>
        </p:nvSpPr>
        <p:spPr>
          <a:xfrm>
            <a:off x="23455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5F917C09-8E97-F90F-84B0-348FA5D37DA7}"/>
              </a:ext>
            </a:extLst>
          </p:cNvPr>
          <p:cNvSpPr>
            <a:spLocks/>
          </p:cNvSpPr>
          <p:nvPr/>
        </p:nvSpPr>
        <p:spPr>
          <a:xfrm>
            <a:off x="2358434" y="48963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B5CA4DF3-93DD-48C4-FA59-CA1279BAAE51}"/>
              </a:ext>
            </a:extLst>
          </p:cNvPr>
          <p:cNvSpPr>
            <a:spLocks/>
          </p:cNvSpPr>
          <p:nvPr/>
        </p:nvSpPr>
        <p:spPr>
          <a:xfrm>
            <a:off x="2403830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3524D417-8B60-FA1B-42C7-0F0516F6CEFB}"/>
              </a:ext>
            </a:extLst>
          </p:cNvPr>
          <p:cNvSpPr>
            <a:spLocks/>
          </p:cNvSpPr>
          <p:nvPr/>
        </p:nvSpPr>
        <p:spPr>
          <a:xfrm>
            <a:off x="231371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DC031368-FFDB-F30B-10FA-91A988F08BC1}"/>
              </a:ext>
            </a:extLst>
          </p:cNvPr>
          <p:cNvSpPr>
            <a:spLocks/>
          </p:cNvSpPr>
          <p:nvPr/>
        </p:nvSpPr>
        <p:spPr>
          <a:xfrm>
            <a:off x="2313484" y="5967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D665D91B-A071-3E88-9296-1E485518EC75}"/>
              </a:ext>
            </a:extLst>
          </p:cNvPr>
          <p:cNvSpPr>
            <a:spLocks/>
          </p:cNvSpPr>
          <p:nvPr/>
        </p:nvSpPr>
        <p:spPr>
          <a:xfrm>
            <a:off x="234071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E167A371-92A3-9929-0343-277F01C5CCA1}"/>
              </a:ext>
            </a:extLst>
          </p:cNvPr>
          <p:cNvSpPr>
            <a:spLocks/>
          </p:cNvSpPr>
          <p:nvPr/>
        </p:nvSpPr>
        <p:spPr>
          <a:xfrm>
            <a:off x="241655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DA42A275-C523-398F-34F1-877015706A73}"/>
              </a:ext>
            </a:extLst>
          </p:cNvPr>
          <p:cNvSpPr>
            <a:spLocks/>
          </p:cNvSpPr>
          <p:nvPr/>
        </p:nvSpPr>
        <p:spPr>
          <a:xfrm>
            <a:off x="233257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A7B2D678-7040-CC0E-C4E5-9206AF2323C2}"/>
              </a:ext>
            </a:extLst>
          </p:cNvPr>
          <p:cNvSpPr>
            <a:spLocks/>
          </p:cNvSpPr>
          <p:nvPr/>
        </p:nvSpPr>
        <p:spPr>
          <a:xfrm>
            <a:off x="2339343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83E33006-4C46-0C6A-B712-59BF3A64C8EC}"/>
              </a:ext>
            </a:extLst>
          </p:cNvPr>
          <p:cNvSpPr>
            <a:spLocks/>
          </p:cNvSpPr>
          <p:nvPr/>
        </p:nvSpPr>
        <p:spPr>
          <a:xfrm>
            <a:off x="2326954" y="63453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F7460181-AE2E-A98C-7E1D-D2DC358D48F7}"/>
              </a:ext>
            </a:extLst>
          </p:cNvPr>
          <p:cNvSpPr>
            <a:spLocks/>
          </p:cNvSpPr>
          <p:nvPr/>
        </p:nvSpPr>
        <p:spPr>
          <a:xfrm>
            <a:off x="2424745" y="5835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BA21B14D-8735-95A1-2AFA-25D943FAC341}"/>
              </a:ext>
            </a:extLst>
          </p:cNvPr>
          <p:cNvSpPr>
            <a:spLocks/>
          </p:cNvSpPr>
          <p:nvPr/>
        </p:nvSpPr>
        <p:spPr>
          <a:xfrm>
            <a:off x="2435949" y="64146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99C0A629-D25B-9CE3-CD28-8AEE2F6B03B0}"/>
              </a:ext>
            </a:extLst>
          </p:cNvPr>
          <p:cNvSpPr>
            <a:spLocks/>
          </p:cNvSpPr>
          <p:nvPr/>
        </p:nvSpPr>
        <p:spPr>
          <a:xfrm>
            <a:off x="244107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4887EDBA-A0F8-24A3-25D6-7C3FEA91878B}"/>
              </a:ext>
            </a:extLst>
          </p:cNvPr>
          <p:cNvSpPr>
            <a:spLocks/>
          </p:cNvSpPr>
          <p:nvPr/>
        </p:nvSpPr>
        <p:spPr>
          <a:xfrm>
            <a:off x="23950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8878371F-718A-1034-F91A-432EBDEDC3C3}"/>
              </a:ext>
            </a:extLst>
          </p:cNvPr>
          <p:cNvSpPr>
            <a:spLocks/>
          </p:cNvSpPr>
          <p:nvPr/>
        </p:nvSpPr>
        <p:spPr>
          <a:xfrm>
            <a:off x="233014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02DA4232-C43C-749E-9C9C-718324376592}"/>
              </a:ext>
            </a:extLst>
          </p:cNvPr>
          <p:cNvSpPr>
            <a:spLocks/>
          </p:cNvSpPr>
          <p:nvPr/>
        </p:nvSpPr>
        <p:spPr>
          <a:xfrm>
            <a:off x="232475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62A958EB-EBFA-4E1F-758E-B6F8A41431AE}"/>
              </a:ext>
            </a:extLst>
          </p:cNvPr>
          <p:cNvSpPr>
            <a:spLocks/>
          </p:cNvSpPr>
          <p:nvPr/>
        </p:nvSpPr>
        <p:spPr>
          <a:xfrm>
            <a:off x="2379469" y="5019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3F07B893-32B4-3E62-3AB8-3A58AA5E7E5A}"/>
              </a:ext>
            </a:extLst>
          </p:cNvPr>
          <p:cNvSpPr>
            <a:spLocks/>
          </p:cNvSpPr>
          <p:nvPr/>
        </p:nvSpPr>
        <p:spPr>
          <a:xfrm>
            <a:off x="23803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47E9F53C-4131-4D77-ED38-50B3377AE27B}"/>
              </a:ext>
            </a:extLst>
          </p:cNvPr>
          <p:cNvSpPr>
            <a:spLocks/>
          </p:cNvSpPr>
          <p:nvPr/>
        </p:nvSpPr>
        <p:spPr>
          <a:xfrm>
            <a:off x="2330304" y="57068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38067DC-DE82-B307-1E7B-FCC5B9FB75F5}"/>
              </a:ext>
            </a:extLst>
          </p:cNvPr>
          <p:cNvSpPr>
            <a:spLocks/>
          </p:cNvSpPr>
          <p:nvPr/>
        </p:nvSpPr>
        <p:spPr>
          <a:xfrm>
            <a:off x="2405101" y="62227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48512B93-7D83-E97E-001A-A7923D383F0F}"/>
              </a:ext>
            </a:extLst>
          </p:cNvPr>
          <p:cNvSpPr>
            <a:spLocks/>
          </p:cNvSpPr>
          <p:nvPr/>
        </p:nvSpPr>
        <p:spPr>
          <a:xfrm>
            <a:off x="24155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4ABFF916-F70F-4F45-23E7-68EAE8CDC789}"/>
              </a:ext>
            </a:extLst>
          </p:cNvPr>
          <p:cNvSpPr>
            <a:spLocks/>
          </p:cNvSpPr>
          <p:nvPr/>
        </p:nvSpPr>
        <p:spPr>
          <a:xfrm>
            <a:off x="24173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5F9AEE94-9863-3A6E-F429-E465CDDFB320}"/>
              </a:ext>
            </a:extLst>
          </p:cNvPr>
          <p:cNvSpPr>
            <a:spLocks/>
          </p:cNvSpPr>
          <p:nvPr/>
        </p:nvSpPr>
        <p:spPr>
          <a:xfrm>
            <a:off x="240740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253C9C4B-EE92-DBF4-61AD-D4505ED9EECB}"/>
              </a:ext>
            </a:extLst>
          </p:cNvPr>
          <p:cNvSpPr>
            <a:spLocks/>
          </p:cNvSpPr>
          <p:nvPr/>
        </p:nvSpPr>
        <p:spPr>
          <a:xfrm>
            <a:off x="2424997" y="54836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40375A76-2EB2-7AD0-AD1A-C2CA8FD4F203}"/>
              </a:ext>
            </a:extLst>
          </p:cNvPr>
          <p:cNvSpPr>
            <a:spLocks/>
          </p:cNvSpPr>
          <p:nvPr/>
        </p:nvSpPr>
        <p:spPr>
          <a:xfrm>
            <a:off x="2355335" y="6222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F2CB2148-85A3-BF16-F2D4-0E365DB69EAF}"/>
              </a:ext>
            </a:extLst>
          </p:cNvPr>
          <p:cNvSpPr>
            <a:spLocks/>
          </p:cNvSpPr>
          <p:nvPr/>
        </p:nvSpPr>
        <p:spPr>
          <a:xfrm>
            <a:off x="23606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7B5B89F8-0090-0C5B-5593-A4C434F506B4}"/>
              </a:ext>
            </a:extLst>
          </p:cNvPr>
          <p:cNvSpPr>
            <a:spLocks/>
          </p:cNvSpPr>
          <p:nvPr/>
        </p:nvSpPr>
        <p:spPr>
          <a:xfrm>
            <a:off x="2406805" y="63823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3C169DB1-D85A-068E-47ED-63C7F85B4E28}"/>
              </a:ext>
            </a:extLst>
          </p:cNvPr>
          <p:cNvSpPr>
            <a:spLocks/>
          </p:cNvSpPr>
          <p:nvPr/>
        </p:nvSpPr>
        <p:spPr>
          <a:xfrm>
            <a:off x="2311900" y="47374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6B904739-14AF-D89F-4C48-8609685C6944}"/>
              </a:ext>
            </a:extLst>
          </p:cNvPr>
          <p:cNvSpPr>
            <a:spLocks/>
          </p:cNvSpPr>
          <p:nvPr/>
        </p:nvSpPr>
        <p:spPr>
          <a:xfrm>
            <a:off x="236042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18877AF8-D41F-105E-419F-39785B48806B}"/>
              </a:ext>
            </a:extLst>
          </p:cNvPr>
          <p:cNvSpPr>
            <a:spLocks/>
          </p:cNvSpPr>
          <p:nvPr/>
        </p:nvSpPr>
        <p:spPr>
          <a:xfrm>
            <a:off x="236472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960AD9D1-52F1-B669-A8E1-A668F4C21457}"/>
              </a:ext>
            </a:extLst>
          </p:cNvPr>
          <p:cNvSpPr>
            <a:spLocks/>
          </p:cNvSpPr>
          <p:nvPr/>
        </p:nvSpPr>
        <p:spPr>
          <a:xfrm>
            <a:off x="236609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075B32D9-A7C0-BE5F-CF54-6B6650CF68A1}"/>
              </a:ext>
            </a:extLst>
          </p:cNvPr>
          <p:cNvSpPr>
            <a:spLocks/>
          </p:cNvSpPr>
          <p:nvPr/>
        </p:nvSpPr>
        <p:spPr>
          <a:xfrm>
            <a:off x="2361045" y="5227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1CDB1C3D-3EF7-A77D-C5FD-9CEEEAFE9500}"/>
              </a:ext>
            </a:extLst>
          </p:cNvPr>
          <p:cNvSpPr>
            <a:spLocks/>
          </p:cNvSpPr>
          <p:nvPr/>
        </p:nvSpPr>
        <p:spPr>
          <a:xfrm>
            <a:off x="2420511" y="619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EE0F1E2-60B2-8AFB-761F-12E12B139164}"/>
              </a:ext>
            </a:extLst>
          </p:cNvPr>
          <p:cNvSpPr>
            <a:spLocks/>
          </p:cNvSpPr>
          <p:nvPr/>
        </p:nvSpPr>
        <p:spPr>
          <a:xfrm>
            <a:off x="2355489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381C7B41-BB21-FC78-4FFD-ADC7F1305DAC}"/>
              </a:ext>
            </a:extLst>
          </p:cNvPr>
          <p:cNvSpPr>
            <a:spLocks/>
          </p:cNvSpPr>
          <p:nvPr/>
        </p:nvSpPr>
        <p:spPr>
          <a:xfrm>
            <a:off x="242276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CFBE721F-8252-A1CC-2393-6300B65EE238}"/>
              </a:ext>
            </a:extLst>
          </p:cNvPr>
          <p:cNvSpPr>
            <a:spLocks/>
          </p:cNvSpPr>
          <p:nvPr/>
        </p:nvSpPr>
        <p:spPr>
          <a:xfrm>
            <a:off x="239429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F153A046-4BA0-4C97-42A9-4C3A93AA34A2}"/>
              </a:ext>
            </a:extLst>
          </p:cNvPr>
          <p:cNvSpPr>
            <a:spLocks/>
          </p:cNvSpPr>
          <p:nvPr/>
        </p:nvSpPr>
        <p:spPr>
          <a:xfrm>
            <a:off x="2410193" y="4866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28255A27-B3FB-8E91-1B39-78C990367C31}"/>
              </a:ext>
            </a:extLst>
          </p:cNvPr>
          <p:cNvSpPr>
            <a:spLocks/>
          </p:cNvSpPr>
          <p:nvPr/>
        </p:nvSpPr>
        <p:spPr>
          <a:xfrm>
            <a:off x="23923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4E80FAEE-63D3-660D-8E3D-A91381A8C7AB}"/>
              </a:ext>
            </a:extLst>
          </p:cNvPr>
          <p:cNvSpPr>
            <a:spLocks/>
          </p:cNvSpPr>
          <p:nvPr/>
        </p:nvSpPr>
        <p:spPr>
          <a:xfrm>
            <a:off x="233460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EF99DA86-110A-B3BB-EEB3-34BF2FB0D8D9}"/>
              </a:ext>
            </a:extLst>
          </p:cNvPr>
          <p:cNvSpPr>
            <a:spLocks/>
          </p:cNvSpPr>
          <p:nvPr/>
        </p:nvSpPr>
        <p:spPr>
          <a:xfrm>
            <a:off x="2396072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6E5DD2DD-4706-3494-0744-A7967EAEDF90}"/>
              </a:ext>
            </a:extLst>
          </p:cNvPr>
          <p:cNvSpPr>
            <a:spLocks/>
          </p:cNvSpPr>
          <p:nvPr/>
        </p:nvSpPr>
        <p:spPr>
          <a:xfrm>
            <a:off x="23516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45FE4FEC-8897-83AB-0736-955D02083E55}"/>
              </a:ext>
            </a:extLst>
          </p:cNvPr>
          <p:cNvSpPr>
            <a:spLocks/>
          </p:cNvSpPr>
          <p:nvPr/>
        </p:nvSpPr>
        <p:spPr>
          <a:xfrm>
            <a:off x="238882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43769EAF-9461-AD37-58ED-A36FF475C7D5}"/>
              </a:ext>
            </a:extLst>
          </p:cNvPr>
          <p:cNvSpPr>
            <a:spLocks/>
          </p:cNvSpPr>
          <p:nvPr/>
        </p:nvSpPr>
        <p:spPr>
          <a:xfrm>
            <a:off x="2354284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82A329E6-9939-FC78-4640-17CB4C625F28}"/>
              </a:ext>
            </a:extLst>
          </p:cNvPr>
          <p:cNvSpPr>
            <a:spLocks/>
          </p:cNvSpPr>
          <p:nvPr/>
        </p:nvSpPr>
        <p:spPr>
          <a:xfrm>
            <a:off x="2442489" y="60874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26A4166C-3AEF-C8B4-5754-BEEBF41015BA}"/>
              </a:ext>
            </a:extLst>
          </p:cNvPr>
          <p:cNvSpPr>
            <a:spLocks/>
          </p:cNvSpPr>
          <p:nvPr/>
        </p:nvSpPr>
        <p:spPr>
          <a:xfrm>
            <a:off x="239529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94CA532A-A85F-2547-8C25-324DC770C49A}"/>
              </a:ext>
            </a:extLst>
          </p:cNvPr>
          <p:cNvSpPr>
            <a:spLocks/>
          </p:cNvSpPr>
          <p:nvPr/>
        </p:nvSpPr>
        <p:spPr>
          <a:xfrm>
            <a:off x="236771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D8EBEBBD-FC03-1419-E6F7-17E7155369D3}"/>
              </a:ext>
            </a:extLst>
          </p:cNvPr>
          <p:cNvSpPr>
            <a:spLocks/>
          </p:cNvSpPr>
          <p:nvPr/>
        </p:nvSpPr>
        <p:spPr>
          <a:xfrm>
            <a:off x="2357965" y="63425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0745D5E2-2BF5-2CA9-DFBF-AAD181783955}"/>
              </a:ext>
            </a:extLst>
          </p:cNvPr>
          <p:cNvSpPr>
            <a:spLocks/>
          </p:cNvSpPr>
          <p:nvPr/>
        </p:nvSpPr>
        <p:spPr>
          <a:xfrm>
            <a:off x="235801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B97BF069-EE5B-FC78-6865-BD3E99836DB7}"/>
              </a:ext>
            </a:extLst>
          </p:cNvPr>
          <p:cNvSpPr>
            <a:spLocks/>
          </p:cNvSpPr>
          <p:nvPr/>
        </p:nvSpPr>
        <p:spPr>
          <a:xfrm>
            <a:off x="2428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F4597E82-2305-B45B-00FD-CDDAFE61CDDC}"/>
              </a:ext>
            </a:extLst>
          </p:cNvPr>
          <p:cNvSpPr>
            <a:spLocks/>
          </p:cNvSpPr>
          <p:nvPr/>
        </p:nvSpPr>
        <p:spPr>
          <a:xfrm>
            <a:off x="23806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6B984D6-2BAA-0245-5FD3-44BE0700420B}"/>
              </a:ext>
            </a:extLst>
          </p:cNvPr>
          <p:cNvSpPr>
            <a:spLocks/>
          </p:cNvSpPr>
          <p:nvPr/>
        </p:nvSpPr>
        <p:spPr>
          <a:xfrm>
            <a:off x="2374965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D5D9E426-F0C6-1ECA-1074-502BC09475C0}"/>
              </a:ext>
            </a:extLst>
          </p:cNvPr>
          <p:cNvSpPr>
            <a:spLocks/>
          </p:cNvSpPr>
          <p:nvPr/>
        </p:nvSpPr>
        <p:spPr>
          <a:xfrm>
            <a:off x="231208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DF66FC69-887C-A0FE-314C-FEB920C34204}"/>
              </a:ext>
            </a:extLst>
          </p:cNvPr>
          <p:cNvSpPr>
            <a:spLocks/>
          </p:cNvSpPr>
          <p:nvPr/>
        </p:nvSpPr>
        <p:spPr>
          <a:xfrm>
            <a:off x="2432258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28A2D771-6475-968C-5607-5C2116F61C93}"/>
              </a:ext>
            </a:extLst>
          </p:cNvPr>
          <p:cNvSpPr>
            <a:spLocks/>
          </p:cNvSpPr>
          <p:nvPr/>
        </p:nvSpPr>
        <p:spPr>
          <a:xfrm>
            <a:off x="2339199" y="64141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28D25444-8E91-BE53-5B9B-7264A13AAA01}"/>
              </a:ext>
            </a:extLst>
          </p:cNvPr>
          <p:cNvSpPr>
            <a:spLocks/>
          </p:cNvSpPr>
          <p:nvPr/>
        </p:nvSpPr>
        <p:spPr>
          <a:xfrm>
            <a:off x="234230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C1353CA9-45DE-D37B-3507-A6977820D246}"/>
              </a:ext>
            </a:extLst>
          </p:cNvPr>
          <p:cNvSpPr>
            <a:spLocks/>
          </p:cNvSpPr>
          <p:nvPr/>
        </p:nvSpPr>
        <p:spPr>
          <a:xfrm>
            <a:off x="2422401" y="64351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E9039B50-0F35-1C28-7B89-C831C73A67FD}"/>
              </a:ext>
            </a:extLst>
          </p:cNvPr>
          <p:cNvSpPr>
            <a:spLocks/>
          </p:cNvSpPr>
          <p:nvPr/>
        </p:nvSpPr>
        <p:spPr>
          <a:xfrm>
            <a:off x="2359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F27529B3-1595-57E7-6203-C8C766413230}"/>
              </a:ext>
            </a:extLst>
          </p:cNvPr>
          <p:cNvSpPr>
            <a:spLocks/>
          </p:cNvSpPr>
          <p:nvPr/>
        </p:nvSpPr>
        <p:spPr>
          <a:xfrm>
            <a:off x="243453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F6B7B052-130A-C72C-105D-E4BAA6BC5BEB}"/>
              </a:ext>
            </a:extLst>
          </p:cNvPr>
          <p:cNvSpPr>
            <a:spLocks/>
          </p:cNvSpPr>
          <p:nvPr/>
        </p:nvSpPr>
        <p:spPr>
          <a:xfrm>
            <a:off x="2428602" y="5123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F67886B-BFE3-8786-9BFA-D20F8749D950}"/>
              </a:ext>
            </a:extLst>
          </p:cNvPr>
          <p:cNvSpPr>
            <a:spLocks/>
          </p:cNvSpPr>
          <p:nvPr/>
        </p:nvSpPr>
        <p:spPr>
          <a:xfrm>
            <a:off x="234521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57D3F6E8-A377-B3E8-F614-24878625FBE0}"/>
              </a:ext>
            </a:extLst>
          </p:cNvPr>
          <p:cNvSpPr>
            <a:spLocks/>
          </p:cNvSpPr>
          <p:nvPr/>
        </p:nvSpPr>
        <p:spPr>
          <a:xfrm>
            <a:off x="2338431" y="62667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B4A886A3-23DE-230D-7342-70026E91542D}"/>
              </a:ext>
            </a:extLst>
          </p:cNvPr>
          <p:cNvSpPr>
            <a:spLocks/>
          </p:cNvSpPr>
          <p:nvPr/>
        </p:nvSpPr>
        <p:spPr>
          <a:xfrm>
            <a:off x="24004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96A99B53-227B-7385-AAEB-EB0B19D6329B}"/>
              </a:ext>
            </a:extLst>
          </p:cNvPr>
          <p:cNvSpPr>
            <a:spLocks/>
          </p:cNvSpPr>
          <p:nvPr/>
        </p:nvSpPr>
        <p:spPr>
          <a:xfrm>
            <a:off x="2362581" y="60377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A91BBCD1-8050-3BF6-D701-85D7C68C322F}"/>
              </a:ext>
            </a:extLst>
          </p:cNvPr>
          <p:cNvSpPr>
            <a:spLocks/>
          </p:cNvSpPr>
          <p:nvPr/>
        </p:nvSpPr>
        <p:spPr>
          <a:xfrm>
            <a:off x="2397687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FAB9EB7B-DD8A-DA81-4C27-A1004659C6DB}"/>
              </a:ext>
            </a:extLst>
          </p:cNvPr>
          <p:cNvSpPr>
            <a:spLocks/>
          </p:cNvSpPr>
          <p:nvPr/>
        </p:nvSpPr>
        <p:spPr>
          <a:xfrm>
            <a:off x="2431493" y="52647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022A967A-391F-0A87-D622-72E66A5113E4}"/>
              </a:ext>
            </a:extLst>
          </p:cNvPr>
          <p:cNvSpPr>
            <a:spLocks/>
          </p:cNvSpPr>
          <p:nvPr/>
        </p:nvSpPr>
        <p:spPr>
          <a:xfrm>
            <a:off x="2315199" y="57657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6BAE6A66-80F4-25D6-AB82-43F6DAAEDD82}"/>
              </a:ext>
            </a:extLst>
          </p:cNvPr>
          <p:cNvSpPr>
            <a:spLocks/>
          </p:cNvSpPr>
          <p:nvPr/>
        </p:nvSpPr>
        <p:spPr>
          <a:xfrm>
            <a:off x="231823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5D0DD03D-77F8-4683-5C30-70F7DB7593B8}"/>
              </a:ext>
            </a:extLst>
          </p:cNvPr>
          <p:cNvSpPr>
            <a:spLocks/>
          </p:cNvSpPr>
          <p:nvPr/>
        </p:nvSpPr>
        <p:spPr>
          <a:xfrm>
            <a:off x="23451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99AD8235-FB77-9A53-072F-67427C4D80A0}"/>
              </a:ext>
            </a:extLst>
          </p:cNvPr>
          <p:cNvSpPr>
            <a:spLocks/>
          </p:cNvSpPr>
          <p:nvPr/>
        </p:nvSpPr>
        <p:spPr>
          <a:xfrm>
            <a:off x="2423556" y="50051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27D6E533-549A-2AE4-B4BA-D112BA5CB29D}"/>
              </a:ext>
            </a:extLst>
          </p:cNvPr>
          <p:cNvSpPr>
            <a:spLocks/>
          </p:cNvSpPr>
          <p:nvPr/>
        </p:nvSpPr>
        <p:spPr>
          <a:xfrm>
            <a:off x="2449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69DA6CA2-4C1E-1D3C-3120-AEFB84070CBB}"/>
              </a:ext>
            </a:extLst>
          </p:cNvPr>
          <p:cNvSpPr>
            <a:spLocks/>
          </p:cNvSpPr>
          <p:nvPr/>
        </p:nvSpPr>
        <p:spPr>
          <a:xfrm>
            <a:off x="2418736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7EABA2D8-F57E-8703-61E0-D908F909D142}"/>
              </a:ext>
            </a:extLst>
          </p:cNvPr>
          <p:cNvSpPr>
            <a:spLocks/>
          </p:cNvSpPr>
          <p:nvPr/>
        </p:nvSpPr>
        <p:spPr>
          <a:xfrm>
            <a:off x="234990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71CD88A4-0250-F5EC-1984-C0FC486F8443}"/>
              </a:ext>
            </a:extLst>
          </p:cNvPr>
          <p:cNvSpPr>
            <a:spLocks/>
          </p:cNvSpPr>
          <p:nvPr/>
        </p:nvSpPr>
        <p:spPr>
          <a:xfrm>
            <a:off x="2350164" y="6106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95D2CE21-7EB7-349A-34DC-2436FA874647}"/>
              </a:ext>
            </a:extLst>
          </p:cNvPr>
          <p:cNvSpPr>
            <a:spLocks/>
          </p:cNvSpPr>
          <p:nvPr/>
        </p:nvSpPr>
        <p:spPr>
          <a:xfrm>
            <a:off x="26148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88615EBC-2426-EAED-B604-8EDDD4E07529}"/>
              </a:ext>
            </a:extLst>
          </p:cNvPr>
          <p:cNvSpPr>
            <a:spLocks/>
          </p:cNvSpPr>
          <p:nvPr/>
        </p:nvSpPr>
        <p:spPr>
          <a:xfrm>
            <a:off x="2663685" y="47033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CB6A1811-D864-E79D-2975-C640CF644E01}"/>
              </a:ext>
            </a:extLst>
          </p:cNvPr>
          <p:cNvSpPr>
            <a:spLocks/>
          </p:cNvSpPr>
          <p:nvPr/>
        </p:nvSpPr>
        <p:spPr>
          <a:xfrm>
            <a:off x="265720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BD0FF306-5F6A-5BB8-1A84-21DA693CD5CE}"/>
              </a:ext>
            </a:extLst>
          </p:cNvPr>
          <p:cNvSpPr>
            <a:spLocks/>
          </p:cNvSpPr>
          <p:nvPr/>
        </p:nvSpPr>
        <p:spPr>
          <a:xfrm>
            <a:off x="259116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9A9DD625-E5DE-896E-CDE3-A32CED08CF09}"/>
              </a:ext>
            </a:extLst>
          </p:cNvPr>
          <p:cNvSpPr>
            <a:spLocks/>
          </p:cNvSpPr>
          <p:nvPr/>
        </p:nvSpPr>
        <p:spPr>
          <a:xfrm>
            <a:off x="257108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2B85CF52-A294-77F3-2536-96AF35D84A35}"/>
              </a:ext>
            </a:extLst>
          </p:cNvPr>
          <p:cNvSpPr>
            <a:spLocks/>
          </p:cNvSpPr>
          <p:nvPr/>
        </p:nvSpPr>
        <p:spPr>
          <a:xfrm>
            <a:off x="2579897" y="5591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545934D3-DDD6-6B7D-4A0F-EE68F707B74A}"/>
              </a:ext>
            </a:extLst>
          </p:cNvPr>
          <p:cNvSpPr>
            <a:spLocks/>
          </p:cNvSpPr>
          <p:nvPr/>
        </p:nvSpPr>
        <p:spPr>
          <a:xfrm>
            <a:off x="2607910" y="53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E2B5C4B3-E907-0D09-2EDF-E9B2A6E46FA2}"/>
              </a:ext>
            </a:extLst>
          </p:cNvPr>
          <p:cNvSpPr>
            <a:spLocks/>
          </p:cNvSpPr>
          <p:nvPr/>
        </p:nvSpPr>
        <p:spPr>
          <a:xfrm>
            <a:off x="2638334" y="56344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55923615-07A4-8D41-ACCD-89BFD4FF0727}"/>
              </a:ext>
            </a:extLst>
          </p:cNvPr>
          <p:cNvSpPr>
            <a:spLocks/>
          </p:cNvSpPr>
          <p:nvPr/>
        </p:nvSpPr>
        <p:spPr>
          <a:xfrm>
            <a:off x="2543050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1D5A085E-940C-1D95-4FE3-9C7E2091CC72}"/>
              </a:ext>
            </a:extLst>
          </p:cNvPr>
          <p:cNvSpPr>
            <a:spLocks/>
          </p:cNvSpPr>
          <p:nvPr/>
        </p:nvSpPr>
        <p:spPr>
          <a:xfrm>
            <a:off x="263755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8A5BB50-550E-F881-AB4F-CE064D4C4CCF}"/>
              </a:ext>
            </a:extLst>
          </p:cNvPr>
          <p:cNvSpPr>
            <a:spLocks/>
          </p:cNvSpPr>
          <p:nvPr/>
        </p:nvSpPr>
        <p:spPr>
          <a:xfrm>
            <a:off x="25416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91533053-3743-60D7-1859-0ED2BF8C0D68}"/>
              </a:ext>
            </a:extLst>
          </p:cNvPr>
          <p:cNvSpPr>
            <a:spLocks/>
          </p:cNvSpPr>
          <p:nvPr/>
        </p:nvSpPr>
        <p:spPr>
          <a:xfrm>
            <a:off x="2632488" y="47488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543AC3B8-C14F-1120-C82C-158BCB34E7F9}"/>
              </a:ext>
            </a:extLst>
          </p:cNvPr>
          <p:cNvSpPr>
            <a:spLocks/>
          </p:cNvSpPr>
          <p:nvPr/>
        </p:nvSpPr>
        <p:spPr>
          <a:xfrm>
            <a:off x="2664474" y="5632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071653B1-CD24-79E2-7E4E-6E6851051153}"/>
              </a:ext>
            </a:extLst>
          </p:cNvPr>
          <p:cNvSpPr>
            <a:spLocks/>
          </p:cNvSpPr>
          <p:nvPr/>
        </p:nvSpPr>
        <p:spPr>
          <a:xfrm>
            <a:off x="2576110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018DCA1F-9AF4-2B65-D070-2436EAF17832}"/>
              </a:ext>
            </a:extLst>
          </p:cNvPr>
          <p:cNvSpPr>
            <a:spLocks/>
          </p:cNvSpPr>
          <p:nvPr/>
        </p:nvSpPr>
        <p:spPr>
          <a:xfrm>
            <a:off x="25628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EB47D0B0-B550-C68E-4291-605913D79651}"/>
              </a:ext>
            </a:extLst>
          </p:cNvPr>
          <p:cNvSpPr>
            <a:spLocks/>
          </p:cNvSpPr>
          <p:nvPr/>
        </p:nvSpPr>
        <p:spPr>
          <a:xfrm>
            <a:off x="254647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62AF46E8-E403-77B2-3907-4444443E7348}"/>
              </a:ext>
            </a:extLst>
          </p:cNvPr>
          <p:cNvSpPr>
            <a:spLocks/>
          </p:cNvSpPr>
          <p:nvPr/>
        </p:nvSpPr>
        <p:spPr>
          <a:xfrm>
            <a:off x="2575793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71D85940-74F5-1587-5EC9-E1BD0D2E95A9}"/>
              </a:ext>
            </a:extLst>
          </p:cNvPr>
          <p:cNvSpPr>
            <a:spLocks/>
          </p:cNvSpPr>
          <p:nvPr/>
        </p:nvSpPr>
        <p:spPr>
          <a:xfrm>
            <a:off x="267059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931DB454-E09A-FDD5-0104-14568C408145}"/>
              </a:ext>
            </a:extLst>
          </p:cNvPr>
          <p:cNvSpPr>
            <a:spLocks/>
          </p:cNvSpPr>
          <p:nvPr/>
        </p:nvSpPr>
        <p:spPr>
          <a:xfrm>
            <a:off x="2577306" y="5870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62B97BD7-CE05-A34E-3F1D-F3302351440C}"/>
              </a:ext>
            </a:extLst>
          </p:cNvPr>
          <p:cNvSpPr>
            <a:spLocks/>
          </p:cNvSpPr>
          <p:nvPr/>
        </p:nvSpPr>
        <p:spPr>
          <a:xfrm>
            <a:off x="255274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6B4676E5-1831-19C6-D05E-A442854F1230}"/>
              </a:ext>
            </a:extLst>
          </p:cNvPr>
          <p:cNvSpPr>
            <a:spLocks/>
          </p:cNvSpPr>
          <p:nvPr/>
        </p:nvSpPr>
        <p:spPr>
          <a:xfrm>
            <a:off x="2582548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B8E4096-1942-2EC3-9BFD-145A85C25223}"/>
              </a:ext>
            </a:extLst>
          </p:cNvPr>
          <p:cNvSpPr>
            <a:spLocks/>
          </p:cNvSpPr>
          <p:nvPr/>
        </p:nvSpPr>
        <p:spPr>
          <a:xfrm>
            <a:off x="2587697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6525CB2-27DA-7A29-DC4A-4AC09A7E17A1}"/>
              </a:ext>
            </a:extLst>
          </p:cNvPr>
          <p:cNvSpPr>
            <a:spLocks/>
          </p:cNvSpPr>
          <p:nvPr/>
        </p:nvSpPr>
        <p:spPr>
          <a:xfrm>
            <a:off x="2653174" y="48963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0B25C389-DE26-82F7-64CA-4387642C34CD}"/>
              </a:ext>
            </a:extLst>
          </p:cNvPr>
          <p:cNvSpPr>
            <a:spLocks/>
          </p:cNvSpPr>
          <p:nvPr/>
        </p:nvSpPr>
        <p:spPr>
          <a:xfrm>
            <a:off x="264373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12DB7024-B65D-9A8B-1D4C-16AB6F800EC8}"/>
              </a:ext>
            </a:extLst>
          </p:cNvPr>
          <p:cNvSpPr>
            <a:spLocks/>
          </p:cNvSpPr>
          <p:nvPr/>
        </p:nvSpPr>
        <p:spPr>
          <a:xfrm>
            <a:off x="25398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63B22430-67CF-6647-782C-D72E0E90C3EA}"/>
              </a:ext>
            </a:extLst>
          </p:cNvPr>
          <p:cNvSpPr>
            <a:spLocks/>
          </p:cNvSpPr>
          <p:nvPr/>
        </p:nvSpPr>
        <p:spPr>
          <a:xfrm>
            <a:off x="2662739" y="58997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5894B0EE-CBC1-AD4E-8535-50EC72196DE9}"/>
              </a:ext>
            </a:extLst>
          </p:cNvPr>
          <p:cNvSpPr>
            <a:spLocks/>
          </p:cNvSpPr>
          <p:nvPr/>
        </p:nvSpPr>
        <p:spPr>
          <a:xfrm>
            <a:off x="2580992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ACE93D45-671B-9998-6262-217E36A0A615}"/>
              </a:ext>
            </a:extLst>
          </p:cNvPr>
          <p:cNvSpPr>
            <a:spLocks/>
          </p:cNvSpPr>
          <p:nvPr/>
        </p:nvSpPr>
        <p:spPr>
          <a:xfrm>
            <a:off x="257427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E9CCBE51-D972-91E9-A728-3A3C6846CA2E}"/>
              </a:ext>
            </a:extLst>
          </p:cNvPr>
          <p:cNvSpPr>
            <a:spLocks/>
          </p:cNvSpPr>
          <p:nvPr/>
        </p:nvSpPr>
        <p:spPr>
          <a:xfrm>
            <a:off x="260989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0B500D65-3D60-96A3-6D87-8C37A1E66ACF}"/>
              </a:ext>
            </a:extLst>
          </p:cNvPr>
          <p:cNvSpPr>
            <a:spLocks/>
          </p:cNvSpPr>
          <p:nvPr/>
        </p:nvSpPr>
        <p:spPr>
          <a:xfrm>
            <a:off x="2657584" y="60381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B7671053-C4B8-6459-9034-CF3BFBCAEE50}"/>
              </a:ext>
            </a:extLst>
          </p:cNvPr>
          <p:cNvSpPr>
            <a:spLocks/>
          </p:cNvSpPr>
          <p:nvPr/>
        </p:nvSpPr>
        <p:spPr>
          <a:xfrm>
            <a:off x="265397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7763B51E-374E-755A-8C67-88994265AA43}"/>
              </a:ext>
            </a:extLst>
          </p:cNvPr>
          <p:cNvSpPr>
            <a:spLocks/>
          </p:cNvSpPr>
          <p:nvPr/>
        </p:nvSpPr>
        <p:spPr>
          <a:xfrm>
            <a:off x="260181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A54DF37B-E94F-A7D7-E428-263648DFE7EF}"/>
              </a:ext>
            </a:extLst>
          </p:cNvPr>
          <p:cNvSpPr>
            <a:spLocks/>
          </p:cNvSpPr>
          <p:nvPr/>
        </p:nvSpPr>
        <p:spPr>
          <a:xfrm>
            <a:off x="2640122" y="64149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FAD0F60C-0EA1-E500-9358-44ED35693622}"/>
              </a:ext>
            </a:extLst>
          </p:cNvPr>
          <p:cNvSpPr>
            <a:spLocks/>
          </p:cNvSpPr>
          <p:nvPr/>
        </p:nvSpPr>
        <p:spPr>
          <a:xfrm>
            <a:off x="265885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E7D56F13-424A-9AF4-8822-D99BA4475FB1}"/>
              </a:ext>
            </a:extLst>
          </p:cNvPr>
          <p:cNvSpPr>
            <a:spLocks/>
          </p:cNvSpPr>
          <p:nvPr/>
        </p:nvSpPr>
        <p:spPr>
          <a:xfrm>
            <a:off x="26107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9C8DF834-07B2-8CAB-4B18-C301834A8507}"/>
              </a:ext>
            </a:extLst>
          </p:cNvPr>
          <p:cNvSpPr>
            <a:spLocks/>
          </p:cNvSpPr>
          <p:nvPr/>
        </p:nvSpPr>
        <p:spPr>
          <a:xfrm>
            <a:off x="263191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4C2A7087-C750-52A8-EA1A-E0F1879AA26E}"/>
              </a:ext>
            </a:extLst>
          </p:cNvPr>
          <p:cNvSpPr>
            <a:spLocks/>
          </p:cNvSpPr>
          <p:nvPr/>
        </p:nvSpPr>
        <p:spPr>
          <a:xfrm>
            <a:off x="26126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6F48E333-1708-F943-7D42-8FB9DCA2CEC1}"/>
              </a:ext>
            </a:extLst>
          </p:cNvPr>
          <p:cNvSpPr>
            <a:spLocks/>
          </p:cNvSpPr>
          <p:nvPr/>
        </p:nvSpPr>
        <p:spPr>
          <a:xfrm>
            <a:off x="2631809" y="48226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D971FC37-A35D-57E9-7C35-781238C100B7}"/>
              </a:ext>
            </a:extLst>
          </p:cNvPr>
          <p:cNvSpPr>
            <a:spLocks/>
          </p:cNvSpPr>
          <p:nvPr/>
        </p:nvSpPr>
        <p:spPr>
          <a:xfrm>
            <a:off x="257478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FE4619F2-3330-6869-0A11-9693D2B660D8}"/>
              </a:ext>
            </a:extLst>
          </p:cNvPr>
          <p:cNvSpPr>
            <a:spLocks/>
          </p:cNvSpPr>
          <p:nvPr/>
        </p:nvSpPr>
        <p:spPr>
          <a:xfrm>
            <a:off x="265026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392D8D0C-5DA4-BAB3-4346-E9EEC56EB5F8}"/>
              </a:ext>
            </a:extLst>
          </p:cNvPr>
          <p:cNvSpPr>
            <a:spLocks/>
          </p:cNvSpPr>
          <p:nvPr/>
        </p:nvSpPr>
        <p:spPr>
          <a:xfrm>
            <a:off x="2601330" y="54440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90BEF820-8DD7-4D8B-F813-7A6D79143B7E}"/>
              </a:ext>
            </a:extLst>
          </p:cNvPr>
          <p:cNvSpPr>
            <a:spLocks/>
          </p:cNvSpPr>
          <p:nvPr/>
        </p:nvSpPr>
        <p:spPr>
          <a:xfrm>
            <a:off x="265761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E33CB5A9-A008-0534-D40E-22E377033868}"/>
              </a:ext>
            </a:extLst>
          </p:cNvPr>
          <p:cNvSpPr>
            <a:spLocks/>
          </p:cNvSpPr>
          <p:nvPr/>
        </p:nvSpPr>
        <p:spPr>
          <a:xfrm>
            <a:off x="26278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E27F7C96-EB3C-669B-F3AD-30741C05DEC8}"/>
              </a:ext>
            </a:extLst>
          </p:cNvPr>
          <p:cNvSpPr>
            <a:spLocks/>
          </p:cNvSpPr>
          <p:nvPr/>
        </p:nvSpPr>
        <p:spPr>
          <a:xfrm>
            <a:off x="2559733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E0771E30-538F-5958-E401-60AE969BCB7E}"/>
              </a:ext>
            </a:extLst>
          </p:cNvPr>
          <p:cNvSpPr>
            <a:spLocks/>
          </p:cNvSpPr>
          <p:nvPr/>
        </p:nvSpPr>
        <p:spPr>
          <a:xfrm>
            <a:off x="2639330" y="51805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F0789FF-C94A-65D1-EDF1-FE5CA8DA3DA9}"/>
              </a:ext>
            </a:extLst>
          </p:cNvPr>
          <p:cNvSpPr>
            <a:spLocks/>
          </p:cNvSpPr>
          <p:nvPr/>
        </p:nvSpPr>
        <p:spPr>
          <a:xfrm>
            <a:off x="2636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DDEBE5A9-CFE6-9B01-EA4B-A8239628B8E1}"/>
              </a:ext>
            </a:extLst>
          </p:cNvPr>
          <p:cNvSpPr>
            <a:spLocks/>
          </p:cNvSpPr>
          <p:nvPr/>
        </p:nvSpPr>
        <p:spPr>
          <a:xfrm>
            <a:off x="25971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C90378E7-88AC-A1D9-A441-057E8D820D53}"/>
              </a:ext>
            </a:extLst>
          </p:cNvPr>
          <p:cNvSpPr>
            <a:spLocks/>
          </p:cNvSpPr>
          <p:nvPr/>
        </p:nvSpPr>
        <p:spPr>
          <a:xfrm>
            <a:off x="2651637" y="59083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8265840A-8684-FD36-B2E1-869ABEC62478}"/>
              </a:ext>
            </a:extLst>
          </p:cNvPr>
          <p:cNvSpPr>
            <a:spLocks/>
          </p:cNvSpPr>
          <p:nvPr/>
        </p:nvSpPr>
        <p:spPr>
          <a:xfrm>
            <a:off x="2628798" y="4764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1248D9A3-5B50-898C-1A04-150E94991C4B}"/>
              </a:ext>
            </a:extLst>
          </p:cNvPr>
          <p:cNvSpPr>
            <a:spLocks/>
          </p:cNvSpPr>
          <p:nvPr/>
        </p:nvSpPr>
        <p:spPr>
          <a:xfrm>
            <a:off x="256011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6595DD06-8F97-37BF-D29A-50E26B16A50B}"/>
              </a:ext>
            </a:extLst>
          </p:cNvPr>
          <p:cNvSpPr>
            <a:spLocks/>
          </p:cNvSpPr>
          <p:nvPr/>
        </p:nvSpPr>
        <p:spPr>
          <a:xfrm>
            <a:off x="2668896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C5F11ACA-1E15-1FCE-8206-D4771A0BA142}"/>
              </a:ext>
            </a:extLst>
          </p:cNvPr>
          <p:cNvSpPr>
            <a:spLocks/>
          </p:cNvSpPr>
          <p:nvPr/>
        </p:nvSpPr>
        <p:spPr>
          <a:xfrm>
            <a:off x="2608925" y="5952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4F3C32D8-A15A-E14F-B1C0-5F1A7EF8A305}"/>
              </a:ext>
            </a:extLst>
          </p:cNvPr>
          <p:cNvSpPr>
            <a:spLocks/>
          </p:cNvSpPr>
          <p:nvPr/>
        </p:nvSpPr>
        <p:spPr>
          <a:xfrm>
            <a:off x="2556898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F0ADEF28-1039-8594-C87B-B7A912624F20}"/>
              </a:ext>
            </a:extLst>
          </p:cNvPr>
          <p:cNvSpPr>
            <a:spLocks/>
          </p:cNvSpPr>
          <p:nvPr/>
        </p:nvSpPr>
        <p:spPr>
          <a:xfrm>
            <a:off x="2571177" y="6190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629D26F0-2A2C-6DD9-9069-22DE59C2FC5A}"/>
              </a:ext>
            </a:extLst>
          </p:cNvPr>
          <p:cNvSpPr>
            <a:spLocks/>
          </p:cNvSpPr>
          <p:nvPr/>
        </p:nvSpPr>
        <p:spPr>
          <a:xfrm>
            <a:off x="2644954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CA4F5476-37C8-1D4D-2690-1A70FF6319FF}"/>
              </a:ext>
            </a:extLst>
          </p:cNvPr>
          <p:cNvSpPr>
            <a:spLocks/>
          </p:cNvSpPr>
          <p:nvPr/>
        </p:nvSpPr>
        <p:spPr>
          <a:xfrm>
            <a:off x="267644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81260D3B-0B5D-CF9D-DA0C-207BC7027E08}"/>
              </a:ext>
            </a:extLst>
          </p:cNvPr>
          <p:cNvSpPr>
            <a:spLocks/>
          </p:cNvSpPr>
          <p:nvPr/>
        </p:nvSpPr>
        <p:spPr>
          <a:xfrm>
            <a:off x="2633951" y="5242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8863489C-108C-832B-23C8-2881DC3EF5A0}"/>
              </a:ext>
            </a:extLst>
          </p:cNvPr>
          <p:cNvSpPr>
            <a:spLocks/>
          </p:cNvSpPr>
          <p:nvPr/>
        </p:nvSpPr>
        <p:spPr>
          <a:xfrm>
            <a:off x="262993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2C8DB840-92B8-26A3-D238-F62A7F6DB019}"/>
              </a:ext>
            </a:extLst>
          </p:cNvPr>
          <p:cNvSpPr>
            <a:spLocks/>
          </p:cNvSpPr>
          <p:nvPr/>
        </p:nvSpPr>
        <p:spPr>
          <a:xfrm>
            <a:off x="2604303" y="56090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5D33B9A4-1D0A-6179-7B70-459F5177164A}"/>
              </a:ext>
            </a:extLst>
          </p:cNvPr>
          <p:cNvSpPr>
            <a:spLocks/>
          </p:cNvSpPr>
          <p:nvPr/>
        </p:nvSpPr>
        <p:spPr>
          <a:xfrm>
            <a:off x="26159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DF2967FF-48C2-1FEB-C86C-1F5A4AD6C49D}"/>
              </a:ext>
            </a:extLst>
          </p:cNvPr>
          <p:cNvSpPr>
            <a:spLocks/>
          </p:cNvSpPr>
          <p:nvPr/>
        </p:nvSpPr>
        <p:spPr>
          <a:xfrm>
            <a:off x="2592780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D8AD60DD-1FC2-EA62-764C-29470E133225}"/>
              </a:ext>
            </a:extLst>
          </p:cNvPr>
          <p:cNvSpPr>
            <a:spLocks/>
          </p:cNvSpPr>
          <p:nvPr/>
        </p:nvSpPr>
        <p:spPr>
          <a:xfrm>
            <a:off x="259198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9D1AAE0-11BD-ACBC-736C-38D2EB465966}"/>
              </a:ext>
            </a:extLst>
          </p:cNvPr>
          <p:cNvSpPr>
            <a:spLocks/>
          </p:cNvSpPr>
          <p:nvPr/>
        </p:nvSpPr>
        <p:spPr>
          <a:xfrm>
            <a:off x="26632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16F50665-D2BB-D1DF-1D7D-88100B952A04}"/>
              </a:ext>
            </a:extLst>
          </p:cNvPr>
          <p:cNvSpPr>
            <a:spLocks/>
          </p:cNvSpPr>
          <p:nvPr/>
        </p:nvSpPr>
        <p:spPr>
          <a:xfrm>
            <a:off x="2640336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2D943DBE-254C-BD5F-D1CA-4CDADE49325B}"/>
              </a:ext>
            </a:extLst>
          </p:cNvPr>
          <p:cNvSpPr>
            <a:spLocks/>
          </p:cNvSpPr>
          <p:nvPr/>
        </p:nvSpPr>
        <p:spPr>
          <a:xfrm>
            <a:off x="2604925" y="6414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3432D260-304A-C212-D9A4-17C7B00689D8}"/>
              </a:ext>
            </a:extLst>
          </p:cNvPr>
          <p:cNvSpPr>
            <a:spLocks/>
          </p:cNvSpPr>
          <p:nvPr/>
        </p:nvSpPr>
        <p:spPr>
          <a:xfrm>
            <a:off x="2589439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1F477AA2-6315-EE1D-A5D6-6C0C098E2F0F}"/>
              </a:ext>
            </a:extLst>
          </p:cNvPr>
          <p:cNvSpPr>
            <a:spLocks/>
          </p:cNvSpPr>
          <p:nvPr/>
        </p:nvSpPr>
        <p:spPr>
          <a:xfrm>
            <a:off x="259115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8BE3CECD-11AD-BEB3-4DBF-849F49E7998C}"/>
              </a:ext>
            </a:extLst>
          </p:cNvPr>
          <p:cNvSpPr>
            <a:spLocks/>
          </p:cNvSpPr>
          <p:nvPr/>
        </p:nvSpPr>
        <p:spPr>
          <a:xfrm>
            <a:off x="2672141" y="6433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64B3FA9A-DEEB-83C2-6B34-DE58A4F13489}"/>
              </a:ext>
            </a:extLst>
          </p:cNvPr>
          <p:cNvSpPr>
            <a:spLocks/>
          </p:cNvSpPr>
          <p:nvPr/>
        </p:nvSpPr>
        <p:spPr>
          <a:xfrm>
            <a:off x="2630865" y="5854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1C4CA8FF-0C55-AF13-717B-717299E87D95}"/>
              </a:ext>
            </a:extLst>
          </p:cNvPr>
          <p:cNvSpPr>
            <a:spLocks/>
          </p:cNvSpPr>
          <p:nvPr/>
        </p:nvSpPr>
        <p:spPr>
          <a:xfrm>
            <a:off x="25758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EA5EA902-896C-8ED6-9CD7-BAAA1425AB8E}"/>
              </a:ext>
            </a:extLst>
          </p:cNvPr>
          <p:cNvSpPr>
            <a:spLocks/>
          </p:cNvSpPr>
          <p:nvPr/>
        </p:nvSpPr>
        <p:spPr>
          <a:xfrm>
            <a:off x="2669663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58C77C93-0180-A24F-3AB3-A99AE95D12CC}"/>
              </a:ext>
            </a:extLst>
          </p:cNvPr>
          <p:cNvSpPr>
            <a:spLocks/>
          </p:cNvSpPr>
          <p:nvPr/>
        </p:nvSpPr>
        <p:spPr>
          <a:xfrm>
            <a:off x="2620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75FF3413-592F-ED77-0ED8-B1CB45099EEC}"/>
              </a:ext>
            </a:extLst>
          </p:cNvPr>
          <p:cNvSpPr>
            <a:spLocks/>
          </p:cNvSpPr>
          <p:nvPr/>
        </p:nvSpPr>
        <p:spPr>
          <a:xfrm>
            <a:off x="25686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4AF4CDB6-D3AE-D89B-E68D-892E7A63B26E}"/>
              </a:ext>
            </a:extLst>
          </p:cNvPr>
          <p:cNvSpPr>
            <a:spLocks/>
          </p:cNvSpPr>
          <p:nvPr/>
        </p:nvSpPr>
        <p:spPr>
          <a:xfrm>
            <a:off x="26313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F1C4FDF3-0051-A313-B4E7-ED2040A8220E}"/>
              </a:ext>
            </a:extLst>
          </p:cNvPr>
          <p:cNvSpPr>
            <a:spLocks/>
          </p:cNvSpPr>
          <p:nvPr/>
        </p:nvSpPr>
        <p:spPr>
          <a:xfrm>
            <a:off x="2657126" y="59540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8D23D136-5950-3CDB-40BF-8C9BE9358B25}"/>
              </a:ext>
            </a:extLst>
          </p:cNvPr>
          <p:cNvSpPr>
            <a:spLocks/>
          </p:cNvSpPr>
          <p:nvPr/>
        </p:nvSpPr>
        <p:spPr>
          <a:xfrm>
            <a:off x="2577125" y="5832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84016958-3729-9DDB-2070-D8E32442F625}"/>
              </a:ext>
            </a:extLst>
          </p:cNvPr>
          <p:cNvSpPr>
            <a:spLocks/>
          </p:cNvSpPr>
          <p:nvPr/>
        </p:nvSpPr>
        <p:spPr>
          <a:xfrm>
            <a:off x="2573530" y="63198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2DCCC8BA-AE81-799B-241C-72C927DAD51E}"/>
              </a:ext>
            </a:extLst>
          </p:cNvPr>
          <p:cNvSpPr>
            <a:spLocks/>
          </p:cNvSpPr>
          <p:nvPr/>
        </p:nvSpPr>
        <p:spPr>
          <a:xfrm>
            <a:off x="2629139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57AF8E69-5BFA-4805-7214-D004C0EAD453}"/>
              </a:ext>
            </a:extLst>
          </p:cNvPr>
          <p:cNvSpPr>
            <a:spLocks/>
          </p:cNvSpPr>
          <p:nvPr/>
        </p:nvSpPr>
        <p:spPr>
          <a:xfrm>
            <a:off x="266352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B5A75F63-A5EC-A2A7-A33E-5FDF3B5BCAE8}"/>
              </a:ext>
            </a:extLst>
          </p:cNvPr>
          <p:cNvSpPr>
            <a:spLocks/>
          </p:cNvSpPr>
          <p:nvPr/>
        </p:nvSpPr>
        <p:spPr>
          <a:xfrm>
            <a:off x="25451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FEF1B38C-E25F-D136-6075-8DCEBF037FE3}"/>
              </a:ext>
            </a:extLst>
          </p:cNvPr>
          <p:cNvSpPr>
            <a:spLocks/>
          </p:cNvSpPr>
          <p:nvPr/>
        </p:nvSpPr>
        <p:spPr>
          <a:xfrm>
            <a:off x="26174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39FA2E3D-FC7A-7797-7FC5-CBF458BB7F4B}"/>
              </a:ext>
            </a:extLst>
          </p:cNvPr>
          <p:cNvSpPr>
            <a:spLocks/>
          </p:cNvSpPr>
          <p:nvPr/>
        </p:nvSpPr>
        <p:spPr>
          <a:xfrm>
            <a:off x="259080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3C606FF0-90BA-A9ED-A9C1-9FC07CB8A6B4}"/>
              </a:ext>
            </a:extLst>
          </p:cNvPr>
          <p:cNvSpPr>
            <a:spLocks/>
          </p:cNvSpPr>
          <p:nvPr/>
        </p:nvSpPr>
        <p:spPr>
          <a:xfrm>
            <a:off x="2567144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AC4EF8EA-00BA-4A49-5B9A-A779C3651547}"/>
              </a:ext>
            </a:extLst>
          </p:cNvPr>
          <p:cNvSpPr>
            <a:spLocks/>
          </p:cNvSpPr>
          <p:nvPr/>
        </p:nvSpPr>
        <p:spPr>
          <a:xfrm>
            <a:off x="2618089" y="60702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6A663447-93D8-16EB-6F58-81CA2A894A3F}"/>
              </a:ext>
            </a:extLst>
          </p:cNvPr>
          <p:cNvSpPr>
            <a:spLocks/>
          </p:cNvSpPr>
          <p:nvPr/>
        </p:nvSpPr>
        <p:spPr>
          <a:xfrm>
            <a:off x="2610708" y="57068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A54F4E6F-2A59-77C6-180F-1FC4A206A606}"/>
              </a:ext>
            </a:extLst>
          </p:cNvPr>
          <p:cNvSpPr>
            <a:spLocks/>
          </p:cNvSpPr>
          <p:nvPr/>
        </p:nvSpPr>
        <p:spPr>
          <a:xfrm>
            <a:off x="2564712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9781E6CD-7AA1-8129-8810-3E8431A94AAF}"/>
              </a:ext>
            </a:extLst>
          </p:cNvPr>
          <p:cNvSpPr>
            <a:spLocks/>
          </p:cNvSpPr>
          <p:nvPr/>
        </p:nvSpPr>
        <p:spPr>
          <a:xfrm>
            <a:off x="2592704" y="5382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A68E2398-E5EC-117A-0A96-16799254B07A}"/>
              </a:ext>
            </a:extLst>
          </p:cNvPr>
          <p:cNvSpPr>
            <a:spLocks/>
          </p:cNvSpPr>
          <p:nvPr/>
        </p:nvSpPr>
        <p:spPr>
          <a:xfrm>
            <a:off x="253979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5454D212-8649-08EB-3F12-0CC9DDF954B0}"/>
              </a:ext>
            </a:extLst>
          </p:cNvPr>
          <p:cNvSpPr>
            <a:spLocks/>
          </p:cNvSpPr>
          <p:nvPr/>
        </p:nvSpPr>
        <p:spPr>
          <a:xfrm>
            <a:off x="258605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BA26E46A-5BC9-F7C4-831F-FB847E26D67C}"/>
              </a:ext>
            </a:extLst>
          </p:cNvPr>
          <p:cNvSpPr>
            <a:spLocks/>
          </p:cNvSpPr>
          <p:nvPr/>
        </p:nvSpPr>
        <p:spPr>
          <a:xfrm>
            <a:off x="2620295" y="53931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392E2B42-5241-47C0-0C0C-07AA734A392A}"/>
              </a:ext>
            </a:extLst>
          </p:cNvPr>
          <p:cNvSpPr>
            <a:spLocks/>
          </p:cNvSpPr>
          <p:nvPr/>
        </p:nvSpPr>
        <p:spPr>
          <a:xfrm>
            <a:off x="257150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4D4C3AE0-FA18-BC4C-15D1-DB4D758B94D5}"/>
              </a:ext>
            </a:extLst>
          </p:cNvPr>
          <p:cNvSpPr>
            <a:spLocks/>
          </p:cNvSpPr>
          <p:nvPr/>
        </p:nvSpPr>
        <p:spPr>
          <a:xfrm>
            <a:off x="2665977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6F629001-1C15-0BE3-23D9-EECF8A283918}"/>
              </a:ext>
            </a:extLst>
          </p:cNvPr>
          <p:cNvSpPr>
            <a:spLocks/>
          </p:cNvSpPr>
          <p:nvPr/>
        </p:nvSpPr>
        <p:spPr>
          <a:xfrm>
            <a:off x="264012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5119145E-A851-8CFB-0D51-2366CEC6C541}"/>
              </a:ext>
            </a:extLst>
          </p:cNvPr>
          <p:cNvSpPr>
            <a:spLocks/>
          </p:cNvSpPr>
          <p:nvPr/>
        </p:nvSpPr>
        <p:spPr>
          <a:xfrm>
            <a:off x="2643094" y="63172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7C64B5D2-6D3A-117F-3325-6778F8CDB0AA}"/>
              </a:ext>
            </a:extLst>
          </p:cNvPr>
          <p:cNvSpPr>
            <a:spLocks/>
          </p:cNvSpPr>
          <p:nvPr/>
        </p:nvSpPr>
        <p:spPr>
          <a:xfrm>
            <a:off x="28139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8D675CFD-29C2-C725-E907-3D6D9E42DAF2}"/>
              </a:ext>
            </a:extLst>
          </p:cNvPr>
          <p:cNvSpPr>
            <a:spLocks/>
          </p:cNvSpPr>
          <p:nvPr/>
        </p:nvSpPr>
        <p:spPr>
          <a:xfrm>
            <a:off x="2874180" y="46887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668ED630-0B8D-281E-3F01-A4B5CEE06CC7}"/>
              </a:ext>
            </a:extLst>
          </p:cNvPr>
          <p:cNvSpPr>
            <a:spLocks/>
          </p:cNvSpPr>
          <p:nvPr/>
        </p:nvSpPr>
        <p:spPr>
          <a:xfrm>
            <a:off x="289616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67564C59-6BA9-A5D5-1584-4CFBD6418E51}"/>
              </a:ext>
            </a:extLst>
          </p:cNvPr>
          <p:cNvSpPr>
            <a:spLocks/>
          </p:cNvSpPr>
          <p:nvPr/>
        </p:nvSpPr>
        <p:spPr>
          <a:xfrm>
            <a:off x="282322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03F89E29-9ADE-75E6-D183-AC6646C1267A}"/>
              </a:ext>
            </a:extLst>
          </p:cNvPr>
          <p:cNvSpPr>
            <a:spLocks/>
          </p:cNvSpPr>
          <p:nvPr/>
        </p:nvSpPr>
        <p:spPr>
          <a:xfrm>
            <a:off x="289616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7E4B0D9C-A77D-3B19-0D93-FE000D2E1B29}"/>
              </a:ext>
            </a:extLst>
          </p:cNvPr>
          <p:cNvSpPr>
            <a:spLocks/>
          </p:cNvSpPr>
          <p:nvPr/>
        </p:nvSpPr>
        <p:spPr>
          <a:xfrm>
            <a:off x="2893330" y="54532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AD9AED82-68DB-C09F-95DD-223CAB7F6465}"/>
              </a:ext>
            </a:extLst>
          </p:cNvPr>
          <p:cNvSpPr>
            <a:spLocks/>
          </p:cNvSpPr>
          <p:nvPr/>
        </p:nvSpPr>
        <p:spPr>
          <a:xfrm>
            <a:off x="28034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B188EAEB-2B0E-091C-2E52-59BB652CAD0B}"/>
              </a:ext>
            </a:extLst>
          </p:cNvPr>
          <p:cNvSpPr>
            <a:spLocks/>
          </p:cNvSpPr>
          <p:nvPr/>
        </p:nvSpPr>
        <p:spPr>
          <a:xfrm>
            <a:off x="284041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35C680A4-8BEB-3A3F-FE04-797EF3A336C4}"/>
              </a:ext>
            </a:extLst>
          </p:cNvPr>
          <p:cNvSpPr>
            <a:spLocks/>
          </p:cNvSpPr>
          <p:nvPr/>
        </p:nvSpPr>
        <p:spPr>
          <a:xfrm>
            <a:off x="2861081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5D7DBDC-A17B-E106-033E-1180DC814B3F}"/>
              </a:ext>
            </a:extLst>
          </p:cNvPr>
          <p:cNvSpPr>
            <a:spLocks/>
          </p:cNvSpPr>
          <p:nvPr/>
        </p:nvSpPr>
        <p:spPr>
          <a:xfrm>
            <a:off x="285698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BF2DA7CE-9340-E879-7C63-9468C4053E6C}"/>
              </a:ext>
            </a:extLst>
          </p:cNvPr>
          <p:cNvSpPr>
            <a:spLocks/>
          </p:cNvSpPr>
          <p:nvPr/>
        </p:nvSpPr>
        <p:spPr>
          <a:xfrm>
            <a:off x="276645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C3FCE1BF-9B5D-BBE5-26AD-917B334A75F8}"/>
              </a:ext>
            </a:extLst>
          </p:cNvPr>
          <p:cNvSpPr>
            <a:spLocks/>
          </p:cNvSpPr>
          <p:nvPr/>
        </p:nvSpPr>
        <p:spPr>
          <a:xfrm>
            <a:off x="287598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84D7FAB2-BFA9-8A67-D9DE-8F4293EF6F4B}"/>
              </a:ext>
            </a:extLst>
          </p:cNvPr>
          <p:cNvSpPr>
            <a:spLocks/>
          </p:cNvSpPr>
          <p:nvPr/>
        </p:nvSpPr>
        <p:spPr>
          <a:xfrm>
            <a:off x="2840031" y="5362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1CAE40F-76E1-C05D-0171-46A879E3CB9A}"/>
              </a:ext>
            </a:extLst>
          </p:cNvPr>
          <p:cNvSpPr>
            <a:spLocks/>
          </p:cNvSpPr>
          <p:nvPr/>
        </p:nvSpPr>
        <p:spPr>
          <a:xfrm>
            <a:off x="286813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7BF1D991-9C88-7D3F-FF56-84668BAF5DAF}"/>
              </a:ext>
            </a:extLst>
          </p:cNvPr>
          <p:cNvSpPr>
            <a:spLocks/>
          </p:cNvSpPr>
          <p:nvPr/>
        </p:nvSpPr>
        <p:spPr>
          <a:xfrm>
            <a:off x="288963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76EA5D2B-67E3-C098-D99E-A9C7F79258AC}"/>
              </a:ext>
            </a:extLst>
          </p:cNvPr>
          <p:cNvSpPr>
            <a:spLocks/>
          </p:cNvSpPr>
          <p:nvPr/>
        </p:nvSpPr>
        <p:spPr>
          <a:xfrm>
            <a:off x="283526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16571BCD-65C2-13E5-AB64-111A8355C527}"/>
              </a:ext>
            </a:extLst>
          </p:cNvPr>
          <p:cNvSpPr>
            <a:spLocks/>
          </p:cNvSpPr>
          <p:nvPr/>
        </p:nvSpPr>
        <p:spPr>
          <a:xfrm>
            <a:off x="2820888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AF00A08F-F9FB-BC64-193D-95A4FA221568}"/>
              </a:ext>
            </a:extLst>
          </p:cNvPr>
          <p:cNvSpPr>
            <a:spLocks/>
          </p:cNvSpPr>
          <p:nvPr/>
        </p:nvSpPr>
        <p:spPr>
          <a:xfrm>
            <a:off x="27756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F5E7116E-9ED1-6F63-4E1B-8189296FEFD0}"/>
              </a:ext>
            </a:extLst>
          </p:cNvPr>
          <p:cNvSpPr>
            <a:spLocks/>
          </p:cNvSpPr>
          <p:nvPr/>
        </p:nvSpPr>
        <p:spPr>
          <a:xfrm>
            <a:off x="2836784" y="58486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9FEA889-51F7-9175-C1B7-9542EA3064D4}"/>
              </a:ext>
            </a:extLst>
          </p:cNvPr>
          <p:cNvSpPr>
            <a:spLocks/>
          </p:cNvSpPr>
          <p:nvPr/>
        </p:nvSpPr>
        <p:spPr>
          <a:xfrm>
            <a:off x="284711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7942FE59-F964-1581-31F0-858AA586474D}"/>
              </a:ext>
            </a:extLst>
          </p:cNvPr>
          <p:cNvSpPr>
            <a:spLocks/>
          </p:cNvSpPr>
          <p:nvPr/>
        </p:nvSpPr>
        <p:spPr>
          <a:xfrm>
            <a:off x="2810592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D2B4B40A-E883-BEA1-A658-F44EB2E80810}"/>
              </a:ext>
            </a:extLst>
          </p:cNvPr>
          <p:cNvSpPr>
            <a:spLocks/>
          </p:cNvSpPr>
          <p:nvPr/>
        </p:nvSpPr>
        <p:spPr>
          <a:xfrm>
            <a:off x="282230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204EA500-E1D9-E4CF-8AEB-9A12E925FF6E}"/>
              </a:ext>
            </a:extLst>
          </p:cNvPr>
          <p:cNvSpPr>
            <a:spLocks/>
          </p:cNvSpPr>
          <p:nvPr/>
        </p:nvSpPr>
        <p:spPr>
          <a:xfrm>
            <a:off x="2889958" y="4896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F30359E0-2C94-C018-0CCE-8DD1DF174D28}"/>
              </a:ext>
            </a:extLst>
          </p:cNvPr>
          <p:cNvSpPr>
            <a:spLocks/>
          </p:cNvSpPr>
          <p:nvPr/>
        </p:nvSpPr>
        <p:spPr>
          <a:xfrm>
            <a:off x="279095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0E77B854-7E38-4DD2-94AF-2AFF92C4CAD5}"/>
              </a:ext>
            </a:extLst>
          </p:cNvPr>
          <p:cNvSpPr>
            <a:spLocks/>
          </p:cNvSpPr>
          <p:nvPr/>
        </p:nvSpPr>
        <p:spPr>
          <a:xfrm>
            <a:off x="277058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60E3D643-D08F-A3C3-64DF-892E326C3EAC}"/>
              </a:ext>
            </a:extLst>
          </p:cNvPr>
          <p:cNvSpPr>
            <a:spLocks/>
          </p:cNvSpPr>
          <p:nvPr/>
        </p:nvSpPr>
        <p:spPr>
          <a:xfrm>
            <a:off x="2819539" y="50415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3DC04F73-13CD-3E1A-5A53-B7639898FEE3}"/>
              </a:ext>
            </a:extLst>
          </p:cNvPr>
          <p:cNvSpPr>
            <a:spLocks/>
          </p:cNvSpPr>
          <p:nvPr/>
        </p:nvSpPr>
        <p:spPr>
          <a:xfrm>
            <a:off x="281480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E0780282-9F70-E50A-2CFF-D8A47342362F}"/>
              </a:ext>
            </a:extLst>
          </p:cNvPr>
          <p:cNvSpPr>
            <a:spLocks/>
          </p:cNvSpPr>
          <p:nvPr/>
        </p:nvSpPr>
        <p:spPr>
          <a:xfrm>
            <a:off x="28492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C48F2FF1-8BA3-C7DC-A580-2B3A7AF35E8F}"/>
              </a:ext>
            </a:extLst>
          </p:cNvPr>
          <p:cNvSpPr>
            <a:spLocks/>
          </p:cNvSpPr>
          <p:nvPr/>
        </p:nvSpPr>
        <p:spPr>
          <a:xfrm>
            <a:off x="28843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77E3E961-7BCC-FACA-7054-7287D326450E}"/>
              </a:ext>
            </a:extLst>
          </p:cNvPr>
          <p:cNvSpPr>
            <a:spLocks/>
          </p:cNvSpPr>
          <p:nvPr/>
        </p:nvSpPr>
        <p:spPr>
          <a:xfrm>
            <a:off x="2811760" y="5664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25431E53-64DF-CCE5-BEA8-034F54BC7995}"/>
              </a:ext>
            </a:extLst>
          </p:cNvPr>
          <p:cNvSpPr>
            <a:spLocks/>
          </p:cNvSpPr>
          <p:nvPr/>
        </p:nvSpPr>
        <p:spPr>
          <a:xfrm>
            <a:off x="277705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58310EFB-582E-55FE-2BDD-190696978153}"/>
              </a:ext>
            </a:extLst>
          </p:cNvPr>
          <p:cNvSpPr>
            <a:spLocks/>
          </p:cNvSpPr>
          <p:nvPr/>
        </p:nvSpPr>
        <p:spPr>
          <a:xfrm>
            <a:off x="286490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9FEA6017-B24E-A5EE-2E04-A99808889238}"/>
              </a:ext>
            </a:extLst>
          </p:cNvPr>
          <p:cNvSpPr>
            <a:spLocks/>
          </p:cNvSpPr>
          <p:nvPr/>
        </p:nvSpPr>
        <p:spPr>
          <a:xfrm>
            <a:off x="2842709" y="64060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3428EE97-AC14-2605-C063-7BDDC800ED60}"/>
              </a:ext>
            </a:extLst>
          </p:cNvPr>
          <p:cNvSpPr>
            <a:spLocks/>
          </p:cNvSpPr>
          <p:nvPr/>
        </p:nvSpPr>
        <p:spPr>
          <a:xfrm>
            <a:off x="285801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56470469-1868-25CA-957B-E0BA7243D499}"/>
              </a:ext>
            </a:extLst>
          </p:cNvPr>
          <p:cNvSpPr>
            <a:spLocks/>
          </p:cNvSpPr>
          <p:nvPr/>
        </p:nvSpPr>
        <p:spPr>
          <a:xfrm>
            <a:off x="288234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34D9E745-B131-2181-2329-137350DA161C}"/>
              </a:ext>
            </a:extLst>
          </p:cNvPr>
          <p:cNvSpPr>
            <a:spLocks/>
          </p:cNvSpPr>
          <p:nvPr/>
        </p:nvSpPr>
        <p:spPr>
          <a:xfrm>
            <a:off x="2869754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D54BF729-0D62-18BF-9EB4-B9A97EE32530}"/>
              </a:ext>
            </a:extLst>
          </p:cNvPr>
          <p:cNvSpPr>
            <a:spLocks/>
          </p:cNvSpPr>
          <p:nvPr/>
        </p:nvSpPr>
        <p:spPr>
          <a:xfrm>
            <a:off x="287212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BFF80DEF-B6BC-9095-8BB0-E8D4BBBA7AE9}"/>
              </a:ext>
            </a:extLst>
          </p:cNvPr>
          <p:cNvSpPr>
            <a:spLocks/>
          </p:cNvSpPr>
          <p:nvPr/>
        </p:nvSpPr>
        <p:spPr>
          <a:xfrm>
            <a:off x="2875621" y="50191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FE61EE50-3129-EC2F-9810-DCC799667CB8}"/>
              </a:ext>
            </a:extLst>
          </p:cNvPr>
          <p:cNvSpPr>
            <a:spLocks/>
          </p:cNvSpPr>
          <p:nvPr/>
        </p:nvSpPr>
        <p:spPr>
          <a:xfrm>
            <a:off x="287948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DC9B551E-356C-A490-C33B-BBD84F89C506}"/>
              </a:ext>
            </a:extLst>
          </p:cNvPr>
          <p:cNvSpPr>
            <a:spLocks/>
          </p:cNvSpPr>
          <p:nvPr/>
        </p:nvSpPr>
        <p:spPr>
          <a:xfrm>
            <a:off x="281901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8E75C364-A883-46C3-23E0-151A56F66FF7}"/>
              </a:ext>
            </a:extLst>
          </p:cNvPr>
          <p:cNvSpPr>
            <a:spLocks/>
          </p:cNvSpPr>
          <p:nvPr/>
        </p:nvSpPr>
        <p:spPr>
          <a:xfrm>
            <a:off x="28521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E59DB5C4-CBE7-B4B9-0F13-BB375E369DC8}"/>
              </a:ext>
            </a:extLst>
          </p:cNvPr>
          <p:cNvSpPr>
            <a:spLocks/>
          </p:cNvSpPr>
          <p:nvPr/>
        </p:nvSpPr>
        <p:spPr>
          <a:xfrm>
            <a:off x="28164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B1F0F84C-1E8A-FDA8-82C0-2A34AF40A40D}"/>
              </a:ext>
            </a:extLst>
          </p:cNvPr>
          <p:cNvSpPr>
            <a:spLocks/>
          </p:cNvSpPr>
          <p:nvPr/>
        </p:nvSpPr>
        <p:spPr>
          <a:xfrm>
            <a:off x="283689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8B4AFE3-993C-A0A7-BDDC-D76814C4EAF0}"/>
              </a:ext>
            </a:extLst>
          </p:cNvPr>
          <p:cNvSpPr>
            <a:spLocks/>
          </p:cNvSpPr>
          <p:nvPr/>
        </p:nvSpPr>
        <p:spPr>
          <a:xfrm>
            <a:off x="28012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67FF2B4E-7B80-C81A-04C1-050DF510EBDC}"/>
              </a:ext>
            </a:extLst>
          </p:cNvPr>
          <p:cNvSpPr>
            <a:spLocks/>
          </p:cNvSpPr>
          <p:nvPr/>
        </p:nvSpPr>
        <p:spPr>
          <a:xfrm>
            <a:off x="2856530" y="5180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4FE5364D-422D-1E05-FB01-6DF008103681}"/>
              </a:ext>
            </a:extLst>
          </p:cNvPr>
          <p:cNvSpPr>
            <a:spLocks/>
          </p:cNvSpPr>
          <p:nvPr/>
        </p:nvSpPr>
        <p:spPr>
          <a:xfrm>
            <a:off x="28211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580ECF64-C63C-1FD5-A0A0-65CD76FBCC96}"/>
              </a:ext>
            </a:extLst>
          </p:cNvPr>
          <p:cNvSpPr>
            <a:spLocks/>
          </p:cNvSpPr>
          <p:nvPr/>
        </p:nvSpPr>
        <p:spPr>
          <a:xfrm>
            <a:off x="283880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6AAA657A-B2F1-066E-BAB6-0EC49FAF97C7}"/>
              </a:ext>
            </a:extLst>
          </p:cNvPr>
          <p:cNvSpPr>
            <a:spLocks/>
          </p:cNvSpPr>
          <p:nvPr/>
        </p:nvSpPr>
        <p:spPr>
          <a:xfrm>
            <a:off x="2827291" y="5557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008E2AB0-0F46-D2E4-F9D6-CC898CE93A46}"/>
              </a:ext>
            </a:extLst>
          </p:cNvPr>
          <p:cNvSpPr>
            <a:spLocks/>
          </p:cNvSpPr>
          <p:nvPr/>
        </p:nvSpPr>
        <p:spPr>
          <a:xfrm>
            <a:off x="288226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96A5B3C6-76CB-DF73-0AD3-188BEE9BB213}"/>
              </a:ext>
            </a:extLst>
          </p:cNvPr>
          <p:cNvSpPr>
            <a:spLocks/>
          </p:cNvSpPr>
          <p:nvPr/>
        </p:nvSpPr>
        <p:spPr>
          <a:xfrm>
            <a:off x="2826165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1A418DF9-2225-21BE-8716-3F7EF88A26E5}"/>
              </a:ext>
            </a:extLst>
          </p:cNvPr>
          <p:cNvSpPr>
            <a:spLocks/>
          </p:cNvSpPr>
          <p:nvPr/>
        </p:nvSpPr>
        <p:spPr>
          <a:xfrm>
            <a:off x="2872563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BC2D3B49-02BE-432C-209E-2933FEB1EBCB}"/>
              </a:ext>
            </a:extLst>
          </p:cNvPr>
          <p:cNvSpPr>
            <a:spLocks/>
          </p:cNvSpPr>
          <p:nvPr/>
        </p:nvSpPr>
        <p:spPr>
          <a:xfrm>
            <a:off x="2850908" y="57559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AE7C295A-7FC6-0B42-DE0B-0D7E7B7FB1D2}"/>
              </a:ext>
            </a:extLst>
          </p:cNvPr>
          <p:cNvSpPr>
            <a:spLocks/>
          </p:cNvSpPr>
          <p:nvPr/>
        </p:nvSpPr>
        <p:spPr>
          <a:xfrm>
            <a:off x="2854489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4CD9B1D2-7475-2BB6-E29F-A5E8BDFECC75}"/>
              </a:ext>
            </a:extLst>
          </p:cNvPr>
          <p:cNvSpPr>
            <a:spLocks/>
          </p:cNvSpPr>
          <p:nvPr/>
        </p:nvSpPr>
        <p:spPr>
          <a:xfrm>
            <a:off x="2803291" y="6190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6E9A2919-79EE-51D6-3121-1AF60F6534F1}"/>
              </a:ext>
            </a:extLst>
          </p:cNvPr>
          <p:cNvSpPr>
            <a:spLocks/>
          </p:cNvSpPr>
          <p:nvPr/>
        </p:nvSpPr>
        <p:spPr>
          <a:xfrm>
            <a:off x="2806291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E1462C11-0E5C-F526-A25A-0AEE2C832681}"/>
              </a:ext>
            </a:extLst>
          </p:cNvPr>
          <p:cNvSpPr>
            <a:spLocks/>
          </p:cNvSpPr>
          <p:nvPr/>
        </p:nvSpPr>
        <p:spPr>
          <a:xfrm>
            <a:off x="2882908" y="4970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1B3DA625-FB70-4543-15B7-8B7044B949E8}"/>
              </a:ext>
            </a:extLst>
          </p:cNvPr>
          <p:cNvSpPr>
            <a:spLocks/>
          </p:cNvSpPr>
          <p:nvPr/>
        </p:nvSpPr>
        <p:spPr>
          <a:xfrm>
            <a:off x="2773216" y="52426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179F3DD8-3C52-997E-9462-FB458E5B5488}"/>
              </a:ext>
            </a:extLst>
          </p:cNvPr>
          <p:cNvSpPr>
            <a:spLocks/>
          </p:cNvSpPr>
          <p:nvPr/>
        </p:nvSpPr>
        <p:spPr>
          <a:xfrm>
            <a:off x="285402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E652D7FF-A253-78A2-A4E8-4D637385FA73}"/>
              </a:ext>
            </a:extLst>
          </p:cNvPr>
          <p:cNvSpPr>
            <a:spLocks/>
          </p:cNvSpPr>
          <p:nvPr/>
        </p:nvSpPr>
        <p:spPr>
          <a:xfrm>
            <a:off x="28127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43354B74-E59B-F42A-710A-9CC9F03EC16B}"/>
              </a:ext>
            </a:extLst>
          </p:cNvPr>
          <p:cNvSpPr>
            <a:spLocks/>
          </p:cNvSpPr>
          <p:nvPr/>
        </p:nvSpPr>
        <p:spPr>
          <a:xfrm>
            <a:off x="278242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FAFB34C2-E80C-1BE2-0DBA-AB2F55BE40F8}"/>
              </a:ext>
            </a:extLst>
          </p:cNvPr>
          <p:cNvSpPr>
            <a:spLocks/>
          </p:cNvSpPr>
          <p:nvPr/>
        </p:nvSpPr>
        <p:spPr>
          <a:xfrm>
            <a:off x="2814772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E748B8F4-CE49-009C-E1AF-D923499AEE35}"/>
              </a:ext>
            </a:extLst>
          </p:cNvPr>
          <p:cNvSpPr>
            <a:spLocks/>
          </p:cNvSpPr>
          <p:nvPr/>
        </p:nvSpPr>
        <p:spPr>
          <a:xfrm>
            <a:off x="28031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197DFE2B-B3A6-B365-870F-9A79590C8196}"/>
              </a:ext>
            </a:extLst>
          </p:cNvPr>
          <p:cNvSpPr>
            <a:spLocks/>
          </p:cNvSpPr>
          <p:nvPr/>
        </p:nvSpPr>
        <p:spPr>
          <a:xfrm>
            <a:off x="284467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DBBD6EA4-096B-00E2-6B12-499DB4E637CE}"/>
              </a:ext>
            </a:extLst>
          </p:cNvPr>
          <p:cNvSpPr>
            <a:spLocks/>
          </p:cNvSpPr>
          <p:nvPr/>
        </p:nvSpPr>
        <p:spPr>
          <a:xfrm>
            <a:off x="27825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A6D76576-0DB1-DE82-419F-F03AEA0CF199}"/>
              </a:ext>
            </a:extLst>
          </p:cNvPr>
          <p:cNvSpPr>
            <a:spLocks/>
          </p:cNvSpPr>
          <p:nvPr/>
        </p:nvSpPr>
        <p:spPr>
          <a:xfrm>
            <a:off x="2776446" y="64141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43E43ADA-0799-AECB-7EA4-49262C67580C}"/>
              </a:ext>
            </a:extLst>
          </p:cNvPr>
          <p:cNvSpPr>
            <a:spLocks/>
          </p:cNvSpPr>
          <p:nvPr/>
        </p:nvSpPr>
        <p:spPr>
          <a:xfrm>
            <a:off x="277284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982BD5DD-49BC-7B16-E9B6-159577151453}"/>
              </a:ext>
            </a:extLst>
          </p:cNvPr>
          <p:cNvSpPr>
            <a:spLocks/>
          </p:cNvSpPr>
          <p:nvPr/>
        </p:nvSpPr>
        <p:spPr>
          <a:xfrm>
            <a:off x="283209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F5787791-7EED-3E51-C3FD-507FEC1BC865}"/>
              </a:ext>
            </a:extLst>
          </p:cNvPr>
          <p:cNvSpPr>
            <a:spLocks/>
          </p:cNvSpPr>
          <p:nvPr/>
        </p:nvSpPr>
        <p:spPr>
          <a:xfrm>
            <a:off x="2826045" y="6342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3793A38E-9D77-1B1D-79AE-217642EF33B8}"/>
              </a:ext>
            </a:extLst>
          </p:cNvPr>
          <p:cNvSpPr>
            <a:spLocks/>
          </p:cNvSpPr>
          <p:nvPr/>
        </p:nvSpPr>
        <p:spPr>
          <a:xfrm>
            <a:off x="28747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EED2CB76-410A-71C6-EC3C-B22DFA94FB17}"/>
              </a:ext>
            </a:extLst>
          </p:cNvPr>
          <p:cNvSpPr>
            <a:spLocks/>
          </p:cNvSpPr>
          <p:nvPr/>
        </p:nvSpPr>
        <p:spPr>
          <a:xfrm>
            <a:off x="283140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38E2D3F9-CD0F-7639-7407-3741ACDC173A}"/>
              </a:ext>
            </a:extLst>
          </p:cNvPr>
          <p:cNvSpPr>
            <a:spLocks/>
          </p:cNvSpPr>
          <p:nvPr/>
        </p:nvSpPr>
        <p:spPr>
          <a:xfrm>
            <a:off x="27974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F89EB19E-1EFA-9957-15FC-610D5BBB7A16}"/>
              </a:ext>
            </a:extLst>
          </p:cNvPr>
          <p:cNvSpPr>
            <a:spLocks/>
          </p:cNvSpPr>
          <p:nvPr/>
        </p:nvSpPr>
        <p:spPr>
          <a:xfrm>
            <a:off x="28723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E86E80FF-DEF1-1514-75C7-E1DC119FC61E}"/>
              </a:ext>
            </a:extLst>
          </p:cNvPr>
          <p:cNvSpPr>
            <a:spLocks/>
          </p:cNvSpPr>
          <p:nvPr/>
        </p:nvSpPr>
        <p:spPr>
          <a:xfrm>
            <a:off x="2781523" y="6434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210B933C-903B-FF30-C521-19B482D43D84}"/>
              </a:ext>
            </a:extLst>
          </p:cNvPr>
          <p:cNvSpPr>
            <a:spLocks/>
          </p:cNvSpPr>
          <p:nvPr/>
        </p:nvSpPr>
        <p:spPr>
          <a:xfrm>
            <a:off x="289181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E8336746-74AC-2E8B-064F-87FC55F6C4F0}"/>
              </a:ext>
            </a:extLst>
          </p:cNvPr>
          <p:cNvSpPr>
            <a:spLocks/>
          </p:cNvSpPr>
          <p:nvPr/>
        </p:nvSpPr>
        <p:spPr>
          <a:xfrm>
            <a:off x="2901714" y="60113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84863D67-46B6-0B75-7263-F5780363BAF7}"/>
              </a:ext>
            </a:extLst>
          </p:cNvPr>
          <p:cNvSpPr>
            <a:spLocks/>
          </p:cNvSpPr>
          <p:nvPr/>
        </p:nvSpPr>
        <p:spPr>
          <a:xfrm>
            <a:off x="2852307" y="58348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178B9963-002E-4F02-7055-5A504E48D278}"/>
              </a:ext>
            </a:extLst>
          </p:cNvPr>
          <p:cNvSpPr>
            <a:spLocks/>
          </p:cNvSpPr>
          <p:nvPr/>
        </p:nvSpPr>
        <p:spPr>
          <a:xfrm>
            <a:off x="2763070" y="59131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2935641F-8B27-9EFC-44CC-BBA7DB554AAC}"/>
              </a:ext>
            </a:extLst>
          </p:cNvPr>
          <p:cNvSpPr>
            <a:spLocks/>
          </p:cNvSpPr>
          <p:nvPr/>
        </p:nvSpPr>
        <p:spPr>
          <a:xfrm>
            <a:off x="279823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1DC470EC-8C79-E415-2798-7289B8A9226C}"/>
              </a:ext>
            </a:extLst>
          </p:cNvPr>
          <p:cNvSpPr>
            <a:spLocks/>
          </p:cNvSpPr>
          <p:nvPr/>
        </p:nvSpPr>
        <p:spPr>
          <a:xfrm>
            <a:off x="289039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50ACFB74-7C74-243C-4E5E-0F50FA0720EE}"/>
              </a:ext>
            </a:extLst>
          </p:cNvPr>
          <p:cNvSpPr>
            <a:spLocks/>
          </p:cNvSpPr>
          <p:nvPr/>
        </p:nvSpPr>
        <p:spPr>
          <a:xfrm>
            <a:off x="277568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7CE812E8-7C2B-5214-05FE-C6CB77D53EB5}"/>
              </a:ext>
            </a:extLst>
          </p:cNvPr>
          <p:cNvSpPr>
            <a:spLocks/>
          </p:cNvSpPr>
          <p:nvPr/>
        </p:nvSpPr>
        <p:spPr>
          <a:xfrm>
            <a:off x="28228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1F06E997-F1D8-9C72-5329-95122A35D2D9}"/>
              </a:ext>
            </a:extLst>
          </p:cNvPr>
          <p:cNvSpPr>
            <a:spLocks/>
          </p:cNvSpPr>
          <p:nvPr/>
        </p:nvSpPr>
        <p:spPr>
          <a:xfrm>
            <a:off x="283857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E62618-0E38-1BEA-45B3-5791A9E6B426}"/>
              </a:ext>
            </a:extLst>
          </p:cNvPr>
          <p:cNvSpPr>
            <a:spLocks/>
          </p:cNvSpPr>
          <p:nvPr/>
        </p:nvSpPr>
        <p:spPr>
          <a:xfrm>
            <a:off x="28995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6EC48DD-C209-6B49-59A8-1F4837F51272}"/>
              </a:ext>
            </a:extLst>
          </p:cNvPr>
          <p:cNvSpPr>
            <a:spLocks/>
          </p:cNvSpPr>
          <p:nvPr/>
        </p:nvSpPr>
        <p:spPr>
          <a:xfrm>
            <a:off x="2847295" y="61173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D3DB665C-BCC7-8FA0-F768-064D201F53CD}"/>
              </a:ext>
            </a:extLst>
          </p:cNvPr>
          <p:cNvSpPr>
            <a:spLocks/>
          </p:cNvSpPr>
          <p:nvPr/>
        </p:nvSpPr>
        <p:spPr>
          <a:xfrm>
            <a:off x="281367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19CC6913-2F7B-E2BB-387A-E0324864964A}"/>
              </a:ext>
            </a:extLst>
          </p:cNvPr>
          <p:cNvSpPr>
            <a:spLocks/>
          </p:cNvSpPr>
          <p:nvPr/>
        </p:nvSpPr>
        <p:spPr>
          <a:xfrm>
            <a:off x="2865990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CA6886F7-24AE-F0A2-6979-D4670BCA4A9D}"/>
              </a:ext>
            </a:extLst>
          </p:cNvPr>
          <p:cNvSpPr>
            <a:spLocks/>
          </p:cNvSpPr>
          <p:nvPr/>
        </p:nvSpPr>
        <p:spPr>
          <a:xfrm>
            <a:off x="2764910" y="6030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2C0FF9CD-95E8-8A28-FAC6-DD458DA9DFF0}"/>
              </a:ext>
            </a:extLst>
          </p:cNvPr>
          <p:cNvSpPr>
            <a:spLocks/>
          </p:cNvSpPr>
          <p:nvPr/>
        </p:nvSpPr>
        <p:spPr>
          <a:xfrm>
            <a:off x="277095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F51849DE-C020-4877-9EF9-FC9223093FB2}"/>
              </a:ext>
            </a:extLst>
          </p:cNvPr>
          <p:cNvSpPr>
            <a:spLocks/>
          </p:cNvSpPr>
          <p:nvPr/>
        </p:nvSpPr>
        <p:spPr>
          <a:xfrm>
            <a:off x="28369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D46518D1-3619-D18B-F750-10D9B4D19D09}"/>
              </a:ext>
            </a:extLst>
          </p:cNvPr>
          <p:cNvSpPr>
            <a:spLocks/>
          </p:cNvSpPr>
          <p:nvPr/>
        </p:nvSpPr>
        <p:spPr>
          <a:xfrm>
            <a:off x="2887755" y="4748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DC52554A-F2E2-7E96-1B76-D58F1ADA560D}"/>
              </a:ext>
            </a:extLst>
          </p:cNvPr>
          <p:cNvSpPr>
            <a:spLocks/>
          </p:cNvSpPr>
          <p:nvPr/>
        </p:nvSpPr>
        <p:spPr>
          <a:xfrm>
            <a:off x="28133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19447CC6-F01A-6D61-8865-89F6D427EE60}"/>
              </a:ext>
            </a:extLst>
          </p:cNvPr>
          <p:cNvSpPr>
            <a:spLocks/>
          </p:cNvSpPr>
          <p:nvPr/>
        </p:nvSpPr>
        <p:spPr>
          <a:xfrm>
            <a:off x="285246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241D294D-11E4-2616-342D-E6AB7CE752C7}"/>
              </a:ext>
            </a:extLst>
          </p:cNvPr>
          <p:cNvSpPr>
            <a:spLocks/>
          </p:cNvSpPr>
          <p:nvPr/>
        </p:nvSpPr>
        <p:spPr>
          <a:xfrm>
            <a:off x="28631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1FD28547-78FF-6359-AB6F-66E467DC2CAE}"/>
              </a:ext>
            </a:extLst>
          </p:cNvPr>
          <p:cNvSpPr>
            <a:spLocks/>
          </p:cNvSpPr>
          <p:nvPr/>
        </p:nvSpPr>
        <p:spPr>
          <a:xfrm>
            <a:off x="2800982" y="62330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3C973641-A4B7-F0E9-C244-80D4E85CAA33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C072D5BE-7384-A768-FACF-E6EF996FFB15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B242D7E5-BC55-6BE1-9EF8-EA57C13D49B0}"/>
              </a:ext>
            </a:extLst>
          </p:cNvPr>
          <p:cNvSpPr>
            <a:spLocks/>
          </p:cNvSpPr>
          <p:nvPr/>
        </p:nvSpPr>
        <p:spPr>
          <a:xfrm>
            <a:off x="740114" y="4273545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3B388E39-CE5C-969D-FD41-8C48DC8E7AFF}"/>
              </a:ext>
            </a:extLst>
          </p:cNvPr>
          <p:cNvSpPr>
            <a:spLocks/>
          </p:cNvSpPr>
          <p:nvPr/>
        </p:nvSpPr>
        <p:spPr>
          <a:xfrm>
            <a:off x="1218944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A07CD1DE-9DC0-2277-CF08-BDA187D37A4D}"/>
              </a:ext>
            </a:extLst>
          </p:cNvPr>
          <p:cNvSpPr>
            <a:spLocks/>
          </p:cNvSpPr>
          <p:nvPr/>
        </p:nvSpPr>
        <p:spPr>
          <a:xfrm>
            <a:off x="1462614" y="5750694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051876DE-0EE8-C744-0E2B-0DA1AA8F4985}"/>
              </a:ext>
            </a:extLst>
          </p:cNvPr>
          <p:cNvSpPr>
            <a:spLocks/>
          </p:cNvSpPr>
          <p:nvPr/>
        </p:nvSpPr>
        <p:spPr>
          <a:xfrm>
            <a:off x="1420440" y="59163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FA06BD3A-0DFE-B635-5432-AA68A76C40ED}"/>
              </a:ext>
            </a:extLst>
          </p:cNvPr>
          <p:cNvSpPr>
            <a:spLocks/>
          </p:cNvSpPr>
          <p:nvPr/>
        </p:nvSpPr>
        <p:spPr>
          <a:xfrm>
            <a:off x="1420440" y="575069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6C4DB7DB-2DCA-E6CA-8C98-03A636567814}"/>
              </a:ext>
            </a:extLst>
          </p:cNvPr>
          <p:cNvSpPr>
            <a:spLocks/>
          </p:cNvSpPr>
          <p:nvPr/>
        </p:nvSpPr>
        <p:spPr>
          <a:xfrm>
            <a:off x="1687540" y="5504500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EBF188D-592D-D689-247E-79A3F5A159A7}"/>
              </a:ext>
            </a:extLst>
          </p:cNvPr>
          <p:cNvSpPr>
            <a:spLocks/>
          </p:cNvSpPr>
          <p:nvPr/>
        </p:nvSpPr>
        <p:spPr>
          <a:xfrm>
            <a:off x="1645366" y="571882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F1ED7DDE-8B17-378B-D195-49517E494579}"/>
              </a:ext>
            </a:extLst>
          </p:cNvPr>
          <p:cNvSpPr>
            <a:spLocks/>
          </p:cNvSpPr>
          <p:nvPr/>
        </p:nvSpPr>
        <p:spPr>
          <a:xfrm>
            <a:off x="1645366" y="550450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14330CF0-18A7-23ED-3C25-D981AB000A6C}"/>
              </a:ext>
            </a:extLst>
          </p:cNvPr>
          <p:cNvSpPr>
            <a:spLocks/>
          </p:cNvSpPr>
          <p:nvPr/>
        </p:nvSpPr>
        <p:spPr>
          <a:xfrm>
            <a:off x="1912466" y="5345714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178CEEB3-4DD0-6537-F627-1A2F8F418145}"/>
              </a:ext>
            </a:extLst>
          </p:cNvPr>
          <p:cNvSpPr>
            <a:spLocks/>
          </p:cNvSpPr>
          <p:nvPr/>
        </p:nvSpPr>
        <p:spPr>
          <a:xfrm>
            <a:off x="1870292" y="554183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61A3DDF9-7CA7-5F42-AB49-14AE5096738D}"/>
              </a:ext>
            </a:extLst>
          </p:cNvPr>
          <p:cNvSpPr>
            <a:spLocks/>
          </p:cNvSpPr>
          <p:nvPr/>
        </p:nvSpPr>
        <p:spPr>
          <a:xfrm>
            <a:off x="1870292" y="53457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9A0615C2-279C-BEB9-3FEF-FEA321C0AA30}"/>
              </a:ext>
            </a:extLst>
          </p:cNvPr>
          <p:cNvSpPr>
            <a:spLocks/>
          </p:cNvSpPr>
          <p:nvPr/>
        </p:nvSpPr>
        <p:spPr>
          <a:xfrm>
            <a:off x="2399806" y="5457857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81A9E086-A4E4-B740-361F-031575722BEE}"/>
              </a:ext>
            </a:extLst>
          </p:cNvPr>
          <p:cNvSpPr>
            <a:spLocks/>
          </p:cNvSpPr>
          <p:nvPr/>
        </p:nvSpPr>
        <p:spPr>
          <a:xfrm>
            <a:off x="2357632" y="575676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973FC775-C03B-CB5E-FE9B-4CF7E9AE1B91}"/>
              </a:ext>
            </a:extLst>
          </p:cNvPr>
          <p:cNvSpPr>
            <a:spLocks/>
          </p:cNvSpPr>
          <p:nvPr/>
        </p:nvSpPr>
        <p:spPr>
          <a:xfrm>
            <a:off x="2357632" y="54578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F1FBA8F4-BF97-D2F4-AC7A-C372603C05D7}"/>
              </a:ext>
            </a:extLst>
          </p:cNvPr>
          <p:cNvSpPr>
            <a:spLocks/>
          </p:cNvSpPr>
          <p:nvPr/>
        </p:nvSpPr>
        <p:spPr>
          <a:xfrm>
            <a:off x="2624732" y="5310617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3165E916-3A98-C70C-7CFF-8E2ECCC2FF05}"/>
              </a:ext>
            </a:extLst>
          </p:cNvPr>
          <p:cNvSpPr>
            <a:spLocks/>
          </p:cNvSpPr>
          <p:nvPr/>
        </p:nvSpPr>
        <p:spPr>
          <a:xfrm>
            <a:off x="2582558" y="558537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12E3198F-8D2C-7B07-D1F5-8DA98B222171}"/>
              </a:ext>
            </a:extLst>
          </p:cNvPr>
          <p:cNvSpPr>
            <a:spLocks/>
          </p:cNvSpPr>
          <p:nvPr/>
        </p:nvSpPr>
        <p:spPr>
          <a:xfrm>
            <a:off x="2582558" y="53106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6C580DF6-7E48-68AB-ABEB-FF13150DE1DA}"/>
              </a:ext>
            </a:extLst>
          </p:cNvPr>
          <p:cNvSpPr>
            <a:spLocks/>
          </p:cNvSpPr>
          <p:nvPr/>
        </p:nvSpPr>
        <p:spPr>
          <a:xfrm>
            <a:off x="2849658" y="5086495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C0BF88C3-B71E-6F1A-4833-A2C316946C43}"/>
              </a:ext>
            </a:extLst>
          </p:cNvPr>
          <p:cNvSpPr>
            <a:spLocks/>
          </p:cNvSpPr>
          <p:nvPr/>
        </p:nvSpPr>
        <p:spPr>
          <a:xfrm>
            <a:off x="2807484" y="53580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C8E79A3F-95A4-37AC-D3FD-F787127BB26A}"/>
              </a:ext>
            </a:extLst>
          </p:cNvPr>
          <p:cNvSpPr>
            <a:spLocks/>
          </p:cNvSpPr>
          <p:nvPr/>
        </p:nvSpPr>
        <p:spPr>
          <a:xfrm>
            <a:off x="2807484" y="508649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C407B33F-BE08-54A4-4839-87D9DEDCAC81}"/>
              </a:ext>
            </a:extLst>
          </p:cNvPr>
          <p:cNvSpPr>
            <a:spLocks/>
          </p:cNvSpPr>
          <p:nvPr/>
        </p:nvSpPr>
        <p:spPr>
          <a:xfrm>
            <a:off x="1382952" y="583251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88EC0DD4-0BF4-211E-94C8-588C7DB70CF5}"/>
              </a:ext>
            </a:extLst>
          </p:cNvPr>
          <p:cNvSpPr>
            <a:spLocks/>
          </p:cNvSpPr>
          <p:nvPr/>
        </p:nvSpPr>
        <p:spPr>
          <a:xfrm>
            <a:off x="1607878" y="5609893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92FC8B5D-ED87-1C18-BA04-5C4ECCDCBFC1}"/>
              </a:ext>
            </a:extLst>
          </p:cNvPr>
          <p:cNvSpPr>
            <a:spLocks/>
          </p:cNvSpPr>
          <p:nvPr/>
        </p:nvSpPr>
        <p:spPr>
          <a:xfrm>
            <a:off x="1832804" y="544241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F1E1D7D0-5A3A-8550-E6F4-EA19C61EED9D}"/>
              </a:ext>
            </a:extLst>
          </p:cNvPr>
          <p:cNvSpPr>
            <a:spLocks/>
          </p:cNvSpPr>
          <p:nvPr/>
        </p:nvSpPr>
        <p:spPr>
          <a:xfrm>
            <a:off x="2320144" y="5607835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588AA2F0-28BD-C97B-059B-96877D61BE25}"/>
              </a:ext>
            </a:extLst>
          </p:cNvPr>
          <p:cNvSpPr>
            <a:spLocks/>
          </p:cNvSpPr>
          <p:nvPr/>
        </p:nvSpPr>
        <p:spPr>
          <a:xfrm>
            <a:off x="2545070" y="544878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C8C72821-FCC2-8FEC-8B39-78CCB3492A06}"/>
              </a:ext>
            </a:extLst>
          </p:cNvPr>
          <p:cNvSpPr>
            <a:spLocks/>
          </p:cNvSpPr>
          <p:nvPr/>
        </p:nvSpPr>
        <p:spPr>
          <a:xfrm>
            <a:off x="2769996" y="522150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DAC75101-762E-40E0-2FC9-08B92AB4599A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79B591CB-859C-8CDA-6D95-3FEE7F40B6E3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BDC2C469-F828-5036-7B02-B3B3F380BDBB}"/>
              </a:ext>
            </a:extLst>
          </p:cNvPr>
          <p:cNvSpPr>
            <a:spLocks/>
          </p:cNvSpPr>
          <p:nvPr/>
        </p:nvSpPr>
        <p:spPr>
          <a:xfrm>
            <a:off x="3883122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1559DF82-3D55-0B4F-25FC-2F137F2BA57E}"/>
              </a:ext>
            </a:extLst>
          </p:cNvPr>
          <p:cNvSpPr>
            <a:spLocks/>
          </p:cNvSpPr>
          <p:nvPr/>
        </p:nvSpPr>
        <p:spPr>
          <a:xfrm>
            <a:off x="49011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35C18957-D7A0-A318-EF83-D76F8AFD83B2}"/>
              </a:ext>
            </a:extLst>
          </p:cNvPr>
          <p:cNvSpPr>
            <a:spLocks/>
          </p:cNvSpPr>
          <p:nvPr/>
        </p:nvSpPr>
        <p:spPr>
          <a:xfrm>
            <a:off x="4820314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0BA3F2CA-0EEE-71FE-9584-E7710931E031}"/>
              </a:ext>
            </a:extLst>
          </p:cNvPr>
          <p:cNvSpPr>
            <a:spLocks/>
          </p:cNvSpPr>
          <p:nvPr/>
        </p:nvSpPr>
        <p:spPr>
          <a:xfrm>
            <a:off x="58383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968BF4B2-2E15-EBAD-1A97-DDE4A95B5DC8}"/>
              </a:ext>
            </a:extLst>
          </p:cNvPr>
          <p:cNvSpPr>
            <a:spLocks/>
          </p:cNvSpPr>
          <p:nvPr/>
        </p:nvSpPr>
        <p:spPr>
          <a:xfrm>
            <a:off x="5757506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E99FA342-FA02-EFBB-CB25-05112CC5EBE8}"/>
              </a:ext>
            </a:extLst>
          </p:cNvPr>
          <p:cNvSpPr>
            <a:spLocks/>
          </p:cNvSpPr>
          <p:nvPr/>
        </p:nvSpPr>
        <p:spPr>
          <a:xfrm>
            <a:off x="4532471" y="673420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EB5981D0-1B66-E020-07B6-AFE392C93885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F0D7A4F0-C6EB-7D05-5018-5651C1CE5CA1}"/>
              </a:ext>
            </a:extLst>
          </p:cNvPr>
          <p:cNvSpPr>
            <a:spLocks/>
          </p:cNvSpPr>
          <p:nvPr/>
        </p:nvSpPr>
        <p:spPr>
          <a:xfrm>
            <a:off x="3919612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7A60A1-D67C-2E3A-CFCB-C823C8B0CCB3}"/>
              </a:ext>
            </a:extLst>
          </p:cNvPr>
          <p:cNvSpPr>
            <a:spLocks/>
          </p:cNvSpPr>
          <p:nvPr/>
        </p:nvSpPr>
        <p:spPr>
          <a:xfrm>
            <a:off x="3695889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40DE9BA2-EE14-01B0-F710-E2D37094EF20}"/>
              </a:ext>
            </a:extLst>
          </p:cNvPr>
          <p:cNvSpPr>
            <a:spLocks/>
          </p:cNvSpPr>
          <p:nvPr/>
        </p:nvSpPr>
        <p:spPr>
          <a:xfrm>
            <a:off x="3963948" y="5524138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5A892FC4-8C01-42FD-2166-9F138F4A885D}"/>
              </a:ext>
            </a:extLst>
          </p:cNvPr>
          <p:cNvSpPr>
            <a:spLocks/>
          </p:cNvSpPr>
          <p:nvPr/>
        </p:nvSpPr>
        <p:spPr>
          <a:xfrm>
            <a:off x="3919612" y="552413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7724AC77-8B9E-C65D-509C-C9B1F8EB6D0D}"/>
              </a:ext>
            </a:extLst>
          </p:cNvPr>
          <p:cNvSpPr>
            <a:spLocks/>
          </p:cNvSpPr>
          <p:nvPr/>
        </p:nvSpPr>
        <p:spPr>
          <a:xfrm>
            <a:off x="3695889" y="546668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C69224F3-899C-4FB3-3A3C-3BBC7149E7AF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50039AD4-1F1B-6DEC-B762-B356734FF002}"/>
              </a:ext>
            </a:extLst>
          </p:cNvPr>
          <p:cNvSpPr>
            <a:spLocks/>
          </p:cNvSpPr>
          <p:nvPr/>
        </p:nvSpPr>
        <p:spPr>
          <a:xfrm>
            <a:off x="3919612" y="458694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805C14ED-FD21-177D-3C59-AD7AC9D73B48}"/>
              </a:ext>
            </a:extLst>
          </p:cNvPr>
          <p:cNvSpPr>
            <a:spLocks/>
          </p:cNvSpPr>
          <p:nvPr/>
        </p:nvSpPr>
        <p:spPr>
          <a:xfrm>
            <a:off x="3695889" y="452949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404D1BF-192D-0E01-1379-ED20827B1E3A}"/>
              </a:ext>
            </a:extLst>
          </p:cNvPr>
          <p:cNvSpPr>
            <a:spLocks/>
          </p:cNvSpPr>
          <p:nvPr/>
        </p:nvSpPr>
        <p:spPr>
          <a:xfrm rot="-5400000">
            <a:off x="2968359" y="5439899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F771910C-0E21-C6BD-BAAA-3643DF4CB73E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DDDE2E25-491C-0493-B91B-5CDF000F043A}"/>
              </a:ext>
            </a:extLst>
          </p:cNvPr>
          <p:cNvSpPr>
            <a:spLocks/>
          </p:cNvSpPr>
          <p:nvPr/>
        </p:nvSpPr>
        <p:spPr>
          <a:xfrm>
            <a:off x="4204143" y="501636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0FC7F78-D955-9C32-7761-E5B718F62836}"/>
              </a:ext>
            </a:extLst>
          </p:cNvPr>
          <p:cNvSpPr>
            <a:spLocks/>
          </p:cNvSpPr>
          <p:nvPr/>
        </p:nvSpPr>
        <p:spPr>
          <a:xfrm>
            <a:off x="4928052" y="5199810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3C186AF2-EAFF-8A0E-5FF3-FB68A240E62D}"/>
              </a:ext>
            </a:extLst>
          </p:cNvPr>
          <p:cNvSpPr>
            <a:spLocks/>
          </p:cNvSpPr>
          <p:nvPr/>
        </p:nvSpPr>
        <p:spPr>
          <a:xfrm>
            <a:off x="3931977" y="489779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11BE3437-22F0-432A-C4E9-F1BF9C14AB67}"/>
              </a:ext>
            </a:extLst>
          </p:cNvPr>
          <p:cNvSpPr>
            <a:spLocks/>
          </p:cNvSpPr>
          <p:nvPr/>
        </p:nvSpPr>
        <p:spPr>
          <a:xfrm>
            <a:off x="5180437" y="4935647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A07891CC-34DE-D8E5-7227-4CEB619008EC}"/>
              </a:ext>
            </a:extLst>
          </p:cNvPr>
          <p:cNvSpPr>
            <a:spLocks/>
          </p:cNvSpPr>
          <p:nvPr/>
        </p:nvSpPr>
        <p:spPr>
          <a:xfrm>
            <a:off x="4466841" y="4841366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FA2E8C89-EF4E-42CD-35C8-305F17E680F1}"/>
              </a:ext>
            </a:extLst>
          </p:cNvPr>
          <p:cNvSpPr>
            <a:spLocks/>
          </p:cNvSpPr>
          <p:nvPr/>
        </p:nvSpPr>
        <p:spPr>
          <a:xfrm>
            <a:off x="4728008" y="5617037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CC59DE34-08F7-92F2-FCC8-7F60C286A0C0}"/>
              </a:ext>
            </a:extLst>
          </p:cNvPr>
          <p:cNvSpPr>
            <a:spLocks/>
          </p:cNvSpPr>
          <p:nvPr/>
        </p:nvSpPr>
        <p:spPr>
          <a:xfrm>
            <a:off x="4639983" y="537413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8B8CFABA-3217-C427-A480-6F3765926F2C}"/>
              </a:ext>
            </a:extLst>
          </p:cNvPr>
          <p:cNvSpPr>
            <a:spLocks/>
          </p:cNvSpPr>
          <p:nvPr/>
        </p:nvSpPr>
        <p:spPr>
          <a:xfrm>
            <a:off x="4792705" y="54756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1492E4CE-B3CD-157D-C0FF-76C77A05E46B}"/>
              </a:ext>
            </a:extLst>
          </p:cNvPr>
          <p:cNvSpPr>
            <a:spLocks/>
          </p:cNvSpPr>
          <p:nvPr/>
        </p:nvSpPr>
        <p:spPr>
          <a:xfrm>
            <a:off x="4196596" y="506434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7F162616-D170-EAAA-95D8-544299E2F378}"/>
              </a:ext>
            </a:extLst>
          </p:cNvPr>
          <p:cNvSpPr>
            <a:spLocks/>
          </p:cNvSpPr>
          <p:nvPr/>
        </p:nvSpPr>
        <p:spPr>
          <a:xfrm>
            <a:off x="4447278" y="500455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ABD081B8-05D5-E075-9DD0-572DD09989B5}"/>
              </a:ext>
            </a:extLst>
          </p:cNvPr>
          <p:cNvSpPr>
            <a:spLocks/>
          </p:cNvSpPr>
          <p:nvPr/>
        </p:nvSpPr>
        <p:spPr>
          <a:xfrm>
            <a:off x="4512557" y="5504807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2C951841-48E3-6063-F07C-7A3CB2106DE2}"/>
              </a:ext>
            </a:extLst>
          </p:cNvPr>
          <p:cNvSpPr>
            <a:spLocks/>
          </p:cNvSpPr>
          <p:nvPr/>
        </p:nvSpPr>
        <p:spPr>
          <a:xfrm>
            <a:off x="4784621" y="5389948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845B7B3B-EA30-D568-C012-E0416DD8F13D}"/>
              </a:ext>
            </a:extLst>
          </p:cNvPr>
          <p:cNvSpPr>
            <a:spLocks/>
          </p:cNvSpPr>
          <p:nvPr/>
        </p:nvSpPr>
        <p:spPr>
          <a:xfrm>
            <a:off x="4457055" y="5989894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781FDB9D-CABB-6CC9-51F0-7D3A64DBB1AD}"/>
              </a:ext>
            </a:extLst>
          </p:cNvPr>
          <p:cNvSpPr>
            <a:spLocks/>
          </p:cNvSpPr>
          <p:nvPr/>
        </p:nvSpPr>
        <p:spPr>
          <a:xfrm>
            <a:off x="3931977" y="5595500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6414DF16-FF36-A571-73A2-00F4A8252069}"/>
              </a:ext>
            </a:extLst>
          </p:cNvPr>
          <p:cNvSpPr>
            <a:spLocks/>
          </p:cNvSpPr>
          <p:nvPr/>
        </p:nvSpPr>
        <p:spPr>
          <a:xfrm>
            <a:off x="5141625" y="4914814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EC7F40B2-BD03-B45E-A29E-E8D72A6EE4A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E68CF141-1ACA-5933-AB83-33302CFCF84C}"/>
              </a:ext>
            </a:extLst>
          </p:cNvPr>
          <p:cNvSpPr>
            <a:spLocks/>
          </p:cNvSpPr>
          <p:nvPr/>
        </p:nvSpPr>
        <p:spPr>
          <a:xfrm>
            <a:off x="5148709" y="4903832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EEB1D54F-79B8-C514-04E8-DCEF897E1C79}"/>
              </a:ext>
            </a:extLst>
          </p:cNvPr>
          <p:cNvSpPr>
            <a:spLocks/>
          </p:cNvSpPr>
          <p:nvPr/>
        </p:nvSpPr>
        <p:spPr>
          <a:xfrm>
            <a:off x="4984126" y="484630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E712B244-1524-A061-E1BF-2214BC141172}"/>
              </a:ext>
            </a:extLst>
          </p:cNvPr>
          <p:cNvSpPr>
            <a:spLocks/>
          </p:cNvSpPr>
          <p:nvPr/>
        </p:nvSpPr>
        <p:spPr>
          <a:xfrm>
            <a:off x="4710430" y="5481902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67235D9F-D488-46B0-B0E5-303704560155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5E019467-5BD5-2A3E-C388-80DE653DCDAE}"/>
              </a:ext>
            </a:extLst>
          </p:cNvPr>
          <p:cNvSpPr>
            <a:spLocks/>
          </p:cNvSpPr>
          <p:nvPr/>
        </p:nvSpPr>
        <p:spPr>
          <a:xfrm>
            <a:off x="4756395" y="5599631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CB1FA426-4C24-8174-1622-48E3F663B89C}"/>
              </a:ext>
            </a:extLst>
          </p:cNvPr>
          <p:cNvSpPr>
            <a:spLocks/>
          </p:cNvSpPr>
          <p:nvPr/>
        </p:nvSpPr>
        <p:spPr>
          <a:xfrm>
            <a:off x="4423670" y="642935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F46E322C-2CDA-5401-E32E-326D96162339}"/>
              </a:ext>
            </a:extLst>
          </p:cNvPr>
          <p:cNvSpPr>
            <a:spLocks/>
          </p:cNvSpPr>
          <p:nvPr/>
        </p:nvSpPr>
        <p:spPr>
          <a:xfrm>
            <a:off x="5223454" y="4863001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47F4D71F-808A-AE26-F110-EB54B70C7FB9}"/>
              </a:ext>
            </a:extLst>
          </p:cNvPr>
          <p:cNvSpPr>
            <a:spLocks/>
          </p:cNvSpPr>
          <p:nvPr/>
        </p:nvSpPr>
        <p:spPr>
          <a:xfrm>
            <a:off x="5038000" y="500192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F629B5AC-BDF6-17C0-7C9F-ED886BF0F86C}"/>
              </a:ext>
            </a:extLst>
          </p:cNvPr>
          <p:cNvSpPr>
            <a:spLocks/>
          </p:cNvSpPr>
          <p:nvPr/>
        </p:nvSpPr>
        <p:spPr>
          <a:xfrm>
            <a:off x="3931977" y="5144067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F9D456B6-F17A-E2ED-8B2D-F81EC8270B2E}"/>
              </a:ext>
            </a:extLst>
          </p:cNvPr>
          <p:cNvSpPr>
            <a:spLocks/>
          </p:cNvSpPr>
          <p:nvPr/>
        </p:nvSpPr>
        <p:spPr>
          <a:xfrm>
            <a:off x="4385550" y="567362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972D55BC-034C-2865-AF9D-428A68487620}"/>
              </a:ext>
            </a:extLst>
          </p:cNvPr>
          <p:cNvSpPr>
            <a:spLocks/>
          </p:cNvSpPr>
          <p:nvPr/>
        </p:nvSpPr>
        <p:spPr>
          <a:xfrm>
            <a:off x="3931977" y="6288796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A4D85E42-194F-77FC-B035-AAA287BFFB04}"/>
              </a:ext>
            </a:extLst>
          </p:cNvPr>
          <p:cNvSpPr>
            <a:spLocks/>
          </p:cNvSpPr>
          <p:nvPr/>
        </p:nvSpPr>
        <p:spPr>
          <a:xfrm>
            <a:off x="5026472" y="502981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E9C33E5-16F8-A0DA-42F7-D8E0E999781E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4D6B7599-A39B-EF1F-BE95-A2E18DD0385B}"/>
              </a:ext>
            </a:extLst>
          </p:cNvPr>
          <p:cNvSpPr>
            <a:spLocks/>
          </p:cNvSpPr>
          <p:nvPr/>
        </p:nvSpPr>
        <p:spPr>
          <a:xfrm>
            <a:off x="4250287" y="554600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C1798BE9-F544-816C-4D9F-0ED17734E4AE}"/>
              </a:ext>
            </a:extLst>
          </p:cNvPr>
          <p:cNvSpPr>
            <a:spLocks/>
          </p:cNvSpPr>
          <p:nvPr/>
        </p:nvSpPr>
        <p:spPr>
          <a:xfrm>
            <a:off x="4561968" y="636620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AF8E914F-1976-EBE2-CE49-9E6DE46C3974}"/>
              </a:ext>
            </a:extLst>
          </p:cNvPr>
          <p:cNvSpPr>
            <a:spLocks/>
          </p:cNvSpPr>
          <p:nvPr/>
        </p:nvSpPr>
        <p:spPr>
          <a:xfrm>
            <a:off x="4863138" y="479879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86AD4AB1-BE05-B1FD-7D75-3CFDF51E1C52}"/>
              </a:ext>
            </a:extLst>
          </p:cNvPr>
          <p:cNvSpPr>
            <a:spLocks/>
          </p:cNvSpPr>
          <p:nvPr/>
        </p:nvSpPr>
        <p:spPr>
          <a:xfrm>
            <a:off x="5098278" y="5013213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0EDB8364-A961-02A6-174D-CF8333F15347}"/>
              </a:ext>
            </a:extLst>
          </p:cNvPr>
          <p:cNvSpPr>
            <a:spLocks/>
          </p:cNvSpPr>
          <p:nvPr/>
        </p:nvSpPr>
        <p:spPr>
          <a:xfrm>
            <a:off x="4847398" y="4946013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D7C9A5DE-597B-BD62-196F-B8F5A5C3A9C2}"/>
              </a:ext>
            </a:extLst>
          </p:cNvPr>
          <p:cNvSpPr>
            <a:spLocks/>
          </p:cNvSpPr>
          <p:nvPr/>
        </p:nvSpPr>
        <p:spPr>
          <a:xfrm>
            <a:off x="4938140" y="611774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ABA64601-C0AF-AEA1-FB15-859FC9FBC0EA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90353E18-1CE9-CFA7-3490-496DAD904C01}"/>
              </a:ext>
            </a:extLst>
          </p:cNvPr>
          <p:cNvSpPr>
            <a:spLocks/>
          </p:cNvSpPr>
          <p:nvPr/>
        </p:nvSpPr>
        <p:spPr>
          <a:xfrm>
            <a:off x="4874714" y="490188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A629EB0D-9EB7-7941-7429-5B2176C70018}"/>
              </a:ext>
            </a:extLst>
          </p:cNvPr>
          <p:cNvSpPr>
            <a:spLocks/>
          </p:cNvSpPr>
          <p:nvPr/>
        </p:nvSpPr>
        <p:spPr>
          <a:xfrm>
            <a:off x="4688808" y="5714671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B96CF3C9-8210-1DB7-1CF2-336763A16E08}"/>
              </a:ext>
            </a:extLst>
          </p:cNvPr>
          <p:cNvSpPr>
            <a:spLocks/>
          </p:cNvSpPr>
          <p:nvPr/>
        </p:nvSpPr>
        <p:spPr>
          <a:xfrm>
            <a:off x="3931977" y="5624454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0C7B9D77-C0AE-B87D-0EB0-5F9AAD0A2733}"/>
              </a:ext>
            </a:extLst>
          </p:cNvPr>
          <p:cNvSpPr>
            <a:spLocks/>
          </p:cNvSpPr>
          <p:nvPr/>
        </p:nvSpPr>
        <p:spPr>
          <a:xfrm>
            <a:off x="4260536" y="5479995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41477EAA-4C55-B0ED-D717-E69DB49C0D87}"/>
              </a:ext>
            </a:extLst>
          </p:cNvPr>
          <p:cNvSpPr>
            <a:spLocks/>
          </p:cNvSpPr>
          <p:nvPr/>
        </p:nvSpPr>
        <p:spPr>
          <a:xfrm>
            <a:off x="4197859" y="5963579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22D61939-7B12-958F-75C4-8F77A99FFF51}"/>
              </a:ext>
            </a:extLst>
          </p:cNvPr>
          <p:cNvSpPr>
            <a:spLocks/>
          </p:cNvSpPr>
          <p:nvPr/>
        </p:nvSpPr>
        <p:spPr>
          <a:xfrm>
            <a:off x="5148147" y="510499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85B8BDB5-D2C6-97E6-E901-62D83F3BF02E}"/>
              </a:ext>
            </a:extLst>
          </p:cNvPr>
          <p:cNvSpPr>
            <a:spLocks/>
          </p:cNvSpPr>
          <p:nvPr/>
        </p:nvSpPr>
        <p:spPr>
          <a:xfrm>
            <a:off x="5125287" y="4940914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7921D8D-888F-111A-F3A6-A9747F6AE32E}"/>
              </a:ext>
            </a:extLst>
          </p:cNvPr>
          <p:cNvSpPr>
            <a:spLocks/>
          </p:cNvSpPr>
          <p:nvPr/>
        </p:nvSpPr>
        <p:spPr>
          <a:xfrm>
            <a:off x="4850140" y="642935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7825F5D1-6063-F07A-8B4F-59DB4F66A5F7}"/>
              </a:ext>
            </a:extLst>
          </p:cNvPr>
          <p:cNvSpPr>
            <a:spLocks/>
          </p:cNvSpPr>
          <p:nvPr/>
        </p:nvSpPr>
        <p:spPr>
          <a:xfrm>
            <a:off x="5070209" y="5013366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A62908C0-7DF3-1BF1-C85C-2B65E60A074E}"/>
              </a:ext>
            </a:extLst>
          </p:cNvPr>
          <p:cNvSpPr>
            <a:spLocks/>
          </p:cNvSpPr>
          <p:nvPr/>
        </p:nvSpPr>
        <p:spPr>
          <a:xfrm>
            <a:off x="3961125" y="511421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89795CA0-AC87-C698-C78C-B8F2F50D3A71}"/>
              </a:ext>
            </a:extLst>
          </p:cNvPr>
          <p:cNvSpPr>
            <a:spLocks/>
          </p:cNvSpPr>
          <p:nvPr/>
        </p:nvSpPr>
        <p:spPr>
          <a:xfrm>
            <a:off x="5350615" y="4792940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C5DFB0A-D98C-0A23-79FA-767E5D75F00F}"/>
              </a:ext>
            </a:extLst>
          </p:cNvPr>
          <p:cNvSpPr>
            <a:spLocks/>
          </p:cNvSpPr>
          <p:nvPr/>
        </p:nvSpPr>
        <p:spPr>
          <a:xfrm>
            <a:off x="4719135" y="5904305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93D0F0C6-0663-95C0-E80B-B832A9DF3D4C}"/>
              </a:ext>
            </a:extLst>
          </p:cNvPr>
          <p:cNvSpPr>
            <a:spLocks/>
          </p:cNvSpPr>
          <p:nvPr/>
        </p:nvSpPr>
        <p:spPr>
          <a:xfrm>
            <a:off x="5071012" y="4852150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404C69BB-1C77-7BE2-A7E6-0F7A05A69BDF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8D8666D-87CF-B50B-BAC9-55B7E4A67512}"/>
              </a:ext>
            </a:extLst>
          </p:cNvPr>
          <p:cNvSpPr>
            <a:spLocks/>
          </p:cNvSpPr>
          <p:nvPr/>
        </p:nvSpPr>
        <p:spPr>
          <a:xfrm>
            <a:off x="4061690" y="6148322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A4BE0833-FDD6-A704-D7FA-AE712CECA11E}"/>
              </a:ext>
            </a:extLst>
          </p:cNvPr>
          <p:cNvSpPr>
            <a:spLocks/>
          </p:cNvSpPr>
          <p:nvPr/>
        </p:nvSpPr>
        <p:spPr>
          <a:xfrm>
            <a:off x="4415128" y="570922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DE50BE73-B298-2A56-4FED-5A2FB6D96D34}"/>
              </a:ext>
            </a:extLst>
          </p:cNvPr>
          <p:cNvSpPr>
            <a:spLocks/>
          </p:cNvSpPr>
          <p:nvPr/>
        </p:nvSpPr>
        <p:spPr>
          <a:xfrm>
            <a:off x="4736752" y="5739416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BD7C1FAF-EF66-6183-D6CB-5BEABD7ABAB3}"/>
              </a:ext>
            </a:extLst>
          </p:cNvPr>
          <p:cNvSpPr>
            <a:spLocks/>
          </p:cNvSpPr>
          <p:nvPr/>
        </p:nvSpPr>
        <p:spPr>
          <a:xfrm>
            <a:off x="4261083" y="642935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22BD0880-266E-34E0-0274-DC042960AF3D}"/>
              </a:ext>
            </a:extLst>
          </p:cNvPr>
          <p:cNvSpPr>
            <a:spLocks/>
          </p:cNvSpPr>
          <p:nvPr/>
        </p:nvSpPr>
        <p:spPr>
          <a:xfrm>
            <a:off x="5358086" y="487515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D43E3F86-FB66-0700-8899-8AABB5661EC7}"/>
              </a:ext>
            </a:extLst>
          </p:cNvPr>
          <p:cNvSpPr>
            <a:spLocks/>
          </p:cNvSpPr>
          <p:nvPr/>
        </p:nvSpPr>
        <p:spPr>
          <a:xfrm>
            <a:off x="4532406" y="642935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58218E81-AB66-7F1F-261E-C1848183573B}"/>
              </a:ext>
            </a:extLst>
          </p:cNvPr>
          <p:cNvSpPr>
            <a:spLocks/>
          </p:cNvSpPr>
          <p:nvPr/>
        </p:nvSpPr>
        <p:spPr>
          <a:xfrm>
            <a:off x="4078215" y="5893456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BF0C7FBF-1157-23B0-4620-F38B2F830539}"/>
              </a:ext>
            </a:extLst>
          </p:cNvPr>
          <p:cNvSpPr>
            <a:spLocks/>
          </p:cNvSpPr>
          <p:nvPr/>
        </p:nvSpPr>
        <p:spPr>
          <a:xfrm>
            <a:off x="4834504" y="4892658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23DE9172-AAA6-7EBF-1DED-94B72FC98E61}"/>
              </a:ext>
            </a:extLst>
          </p:cNvPr>
          <p:cNvSpPr>
            <a:spLocks/>
          </p:cNvSpPr>
          <p:nvPr/>
        </p:nvSpPr>
        <p:spPr>
          <a:xfrm>
            <a:off x="5149575" y="520933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DCFB44B-45A0-EE01-58A5-AFE43A95F612}"/>
              </a:ext>
            </a:extLst>
          </p:cNvPr>
          <p:cNvSpPr>
            <a:spLocks/>
          </p:cNvSpPr>
          <p:nvPr/>
        </p:nvSpPr>
        <p:spPr>
          <a:xfrm>
            <a:off x="4659768" y="5610270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AF35E32F-E449-9AE8-EC6D-ABCC7C606691}"/>
              </a:ext>
            </a:extLst>
          </p:cNvPr>
          <p:cNvSpPr>
            <a:spLocks/>
          </p:cNvSpPr>
          <p:nvPr/>
        </p:nvSpPr>
        <p:spPr>
          <a:xfrm>
            <a:off x="4702135" y="506511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BCC7F5C7-C99E-B212-8442-FE5D26176228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DF58FE8-AE0C-2072-B1B9-FB8EE9511759}"/>
              </a:ext>
            </a:extLst>
          </p:cNvPr>
          <p:cNvSpPr>
            <a:spLocks/>
          </p:cNvSpPr>
          <p:nvPr/>
        </p:nvSpPr>
        <p:spPr>
          <a:xfrm>
            <a:off x="5270822" y="5014916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FFA9121A-070B-A993-593B-F71446A589E2}"/>
              </a:ext>
            </a:extLst>
          </p:cNvPr>
          <p:cNvSpPr>
            <a:spLocks/>
          </p:cNvSpPr>
          <p:nvPr/>
        </p:nvSpPr>
        <p:spPr>
          <a:xfrm>
            <a:off x="4083636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7DBEF9D4-5EE4-328E-1C97-E23D0499A795}"/>
              </a:ext>
            </a:extLst>
          </p:cNvPr>
          <p:cNvSpPr>
            <a:spLocks/>
          </p:cNvSpPr>
          <p:nvPr/>
        </p:nvSpPr>
        <p:spPr>
          <a:xfrm>
            <a:off x="4612366" y="6429359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ADDCA21C-28F5-C2C0-8D61-4040977E6EA4}"/>
              </a:ext>
            </a:extLst>
          </p:cNvPr>
          <p:cNvSpPr>
            <a:spLocks/>
          </p:cNvSpPr>
          <p:nvPr/>
        </p:nvSpPr>
        <p:spPr>
          <a:xfrm>
            <a:off x="4457096" y="540166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94716B7A-3EC9-D082-8FEB-6DD4DBD13499}"/>
              </a:ext>
            </a:extLst>
          </p:cNvPr>
          <p:cNvSpPr>
            <a:spLocks/>
          </p:cNvSpPr>
          <p:nvPr/>
        </p:nvSpPr>
        <p:spPr>
          <a:xfrm>
            <a:off x="4847295" y="4970633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309678CB-0674-5ACA-AC65-D9CBBA362E15}"/>
              </a:ext>
            </a:extLst>
          </p:cNvPr>
          <p:cNvSpPr>
            <a:spLocks/>
          </p:cNvSpPr>
          <p:nvPr/>
        </p:nvSpPr>
        <p:spPr>
          <a:xfrm>
            <a:off x="4970838" y="523882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BA34756E-74A4-8380-02B8-DCAB032111D3}"/>
              </a:ext>
            </a:extLst>
          </p:cNvPr>
          <p:cNvSpPr>
            <a:spLocks/>
          </p:cNvSpPr>
          <p:nvPr/>
        </p:nvSpPr>
        <p:spPr>
          <a:xfrm>
            <a:off x="4219879" y="529515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1FF9E882-27A0-BCD4-0289-1480535EE40A}"/>
              </a:ext>
            </a:extLst>
          </p:cNvPr>
          <p:cNvSpPr>
            <a:spLocks/>
          </p:cNvSpPr>
          <p:nvPr/>
        </p:nvSpPr>
        <p:spPr>
          <a:xfrm>
            <a:off x="5086474" y="5018740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D3E4D6DA-A4B2-698D-4251-E601AEE55ADD}"/>
              </a:ext>
            </a:extLst>
          </p:cNvPr>
          <p:cNvSpPr>
            <a:spLocks/>
          </p:cNvSpPr>
          <p:nvPr/>
        </p:nvSpPr>
        <p:spPr>
          <a:xfrm>
            <a:off x="5102621" y="515763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1227FCC5-6F66-FB6D-F43A-0E894FA34C2F}"/>
              </a:ext>
            </a:extLst>
          </p:cNvPr>
          <p:cNvSpPr>
            <a:spLocks/>
          </p:cNvSpPr>
          <p:nvPr/>
        </p:nvSpPr>
        <p:spPr>
          <a:xfrm>
            <a:off x="4773609" y="516443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423DDEB8-678D-A670-25E8-09D7F69C8410}"/>
              </a:ext>
            </a:extLst>
          </p:cNvPr>
          <p:cNvSpPr>
            <a:spLocks/>
          </p:cNvSpPr>
          <p:nvPr/>
        </p:nvSpPr>
        <p:spPr>
          <a:xfrm>
            <a:off x="4211504" y="642935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B98C4B43-59BE-0A5F-9541-1725CCC656A5}"/>
              </a:ext>
            </a:extLst>
          </p:cNvPr>
          <p:cNvSpPr>
            <a:spLocks/>
          </p:cNvSpPr>
          <p:nvPr/>
        </p:nvSpPr>
        <p:spPr>
          <a:xfrm>
            <a:off x="4825008" y="5107209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17D938AC-E613-6A1F-E888-D8688A7CBE7F}"/>
              </a:ext>
            </a:extLst>
          </p:cNvPr>
          <p:cNvSpPr>
            <a:spLocks/>
          </p:cNvSpPr>
          <p:nvPr/>
        </p:nvSpPr>
        <p:spPr>
          <a:xfrm>
            <a:off x="4599613" y="5425956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4F75EEC2-6E2F-7412-FA43-5961AF911446}"/>
              </a:ext>
            </a:extLst>
          </p:cNvPr>
          <p:cNvSpPr>
            <a:spLocks/>
          </p:cNvSpPr>
          <p:nvPr/>
        </p:nvSpPr>
        <p:spPr>
          <a:xfrm>
            <a:off x="4625583" y="642935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DB53D992-CC3A-5E90-678D-ED697E42086F}"/>
              </a:ext>
            </a:extLst>
          </p:cNvPr>
          <p:cNvSpPr>
            <a:spLocks/>
          </p:cNvSpPr>
          <p:nvPr/>
        </p:nvSpPr>
        <p:spPr>
          <a:xfrm>
            <a:off x="4809038" y="622601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6E6D6FA5-9681-BF57-4447-232A0345238C}"/>
              </a:ext>
            </a:extLst>
          </p:cNvPr>
          <p:cNvSpPr>
            <a:spLocks/>
          </p:cNvSpPr>
          <p:nvPr/>
        </p:nvSpPr>
        <p:spPr>
          <a:xfrm>
            <a:off x="4134467" y="6201372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1004DAF9-0647-1DD8-2CD7-C58CE11DD4AF}"/>
              </a:ext>
            </a:extLst>
          </p:cNvPr>
          <p:cNvSpPr>
            <a:spLocks/>
          </p:cNvSpPr>
          <p:nvPr/>
        </p:nvSpPr>
        <p:spPr>
          <a:xfrm>
            <a:off x="4101364" y="6185999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909BEFAD-EA44-F23A-81DF-35018390338E}"/>
              </a:ext>
            </a:extLst>
          </p:cNvPr>
          <p:cNvSpPr>
            <a:spLocks/>
          </p:cNvSpPr>
          <p:nvPr/>
        </p:nvSpPr>
        <p:spPr>
          <a:xfrm>
            <a:off x="4573125" y="491919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CAE31EAC-D2C9-83DE-E377-03ACFFE53DA1}"/>
              </a:ext>
            </a:extLst>
          </p:cNvPr>
          <p:cNvSpPr>
            <a:spLocks/>
          </p:cNvSpPr>
          <p:nvPr/>
        </p:nvSpPr>
        <p:spPr>
          <a:xfrm>
            <a:off x="5489075" y="591475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D6F36282-765B-0869-00F2-6A678EFFAFDB}"/>
              </a:ext>
            </a:extLst>
          </p:cNvPr>
          <p:cNvSpPr>
            <a:spLocks/>
          </p:cNvSpPr>
          <p:nvPr/>
        </p:nvSpPr>
        <p:spPr>
          <a:xfrm>
            <a:off x="4232491" y="5010376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7B9B2D53-C392-54FD-9AED-F979EDA3DEE9}"/>
              </a:ext>
            </a:extLst>
          </p:cNvPr>
          <p:cNvSpPr>
            <a:spLocks/>
          </p:cNvSpPr>
          <p:nvPr/>
        </p:nvSpPr>
        <p:spPr>
          <a:xfrm>
            <a:off x="3931977" y="5676527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EFD23E66-EE88-88DA-0568-A254F6534E89}"/>
              </a:ext>
            </a:extLst>
          </p:cNvPr>
          <p:cNvSpPr>
            <a:spLocks/>
          </p:cNvSpPr>
          <p:nvPr/>
        </p:nvSpPr>
        <p:spPr>
          <a:xfrm>
            <a:off x="4580625" y="604966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B303939-E3F4-A038-9814-CABADB635321}"/>
              </a:ext>
            </a:extLst>
          </p:cNvPr>
          <p:cNvSpPr>
            <a:spLocks/>
          </p:cNvSpPr>
          <p:nvPr/>
        </p:nvSpPr>
        <p:spPr>
          <a:xfrm>
            <a:off x="4713720" y="5157838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BA658FAB-C50F-539F-5A13-DF4708118F18}"/>
              </a:ext>
            </a:extLst>
          </p:cNvPr>
          <p:cNvSpPr>
            <a:spLocks/>
          </p:cNvSpPr>
          <p:nvPr/>
        </p:nvSpPr>
        <p:spPr>
          <a:xfrm>
            <a:off x="4843993" y="499168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1582D851-E4FC-0866-276F-4D009E7A6F06}"/>
              </a:ext>
            </a:extLst>
          </p:cNvPr>
          <p:cNvSpPr>
            <a:spLocks/>
          </p:cNvSpPr>
          <p:nvPr/>
        </p:nvSpPr>
        <p:spPr>
          <a:xfrm>
            <a:off x="5135258" y="4978372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A57AE747-CB1E-C878-6122-B408477FEB2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8B57654C-A680-EBCC-2F60-D7D0BB478AE5}"/>
              </a:ext>
            </a:extLst>
          </p:cNvPr>
          <p:cNvSpPr>
            <a:spLocks/>
          </p:cNvSpPr>
          <p:nvPr/>
        </p:nvSpPr>
        <p:spPr>
          <a:xfrm>
            <a:off x="4405590" y="4922925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FE979595-6507-2181-23AA-B24ABE799158}"/>
              </a:ext>
            </a:extLst>
          </p:cNvPr>
          <p:cNvSpPr>
            <a:spLocks/>
          </p:cNvSpPr>
          <p:nvPr/>
        </p:nvSpPr>
        <p:spPr>
          <a:xfrm>
            <a:off x="4967029" y="523025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77B3FB47-F39B-8F9F-4D50-6A8846571DE9}"/>
              </a:ext>
            </a:extLst>
          </p:cNvPr>
          <p:cNvSpPr>
            <a:spLocks/>
          </p:cNvSpPr>
          <p:nvPr/>
        </p:nvSpPr>
        <p:spPr>
          <a:xfrm>
            <a:off x="5312390" y="503644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5E39C10E-A2BB-A529-7B3F-0B85FA5987D8}"/>
              </a:ext>
            </a:extLst>
          </p:cNvPr>
          <p:cNvSpPr>
            <a:spLocks/>
          </p:cNvSpPr>
          <p:nvPr/>
        </p:nvSpPr>
        <p:spPr>
          <a:xfrm>
            <a:off x="4779399" y="5623997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570A0CD-FE2D-C582-9903-8999A1A5FDDA}"/>
              </a:ext>
            </a:extLst>
          </p:cNvPr>
          <p:cNvSpPr>
            <a:spLocks/>
          </p:cNvSpPr>
          <p:nvPr/>
        </p:nvSpPr>
        <p:spPr>
          <a:xfrm>
            <a:off x="4076005" y="573927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5A7EBABC-B296-FBEF-9139-7A829B02CFB4}"/>
              </a:ext>
            </a:extLst>
          </p:cNvPr>
          <p:cNvSpPr>
            <a:spLocks/>
          </p:cNvSpPr>
          <p:nvPr/>
        </p:nvSpPr>
        <p:spPr>
          <a:xfrm>
            <a:off x="4462776" y="642935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3F87B468-2671-ACA1-A1B9-72A5FABE1E6C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3326AE2F-BFCE-0195-6530-6D8D959BA4D2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A2B34C15-85B0-DC48-97B0-7E6DC8E27E62}"/>
              </a:ext>
            </a:extLst>
          </p:cNvPr>
          <p:cNvSpPr>
            <a:spLocks/>
          </p:cNvSpPr>
          <p:nvPr/>
        </p:nvSpPr>
        <p:spPr>
          <a:xfrm>
            <a:off x="3485118" y="4273545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8B97DF8D-803E-9CC8-3D38-C2F6F8344784}"/>
              </a:ext>
            </a:extLst>
          </p:cNvPr>
          <p:cNvSpPr>
            <a:spLocks/>
          </p:cNvSpPr>
          <p:nvPr/>
        </p:nvSpPr>
        <p:spPr>
          <a:xfrm>
            <a:off x="3963948" y="4296119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97EC310F-0976-6F0B-9CED-C5E481871ED0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A88511F9-4B44-6084-54EA-7A48882CC5B2}"/>
              </a:ext>
            </a:extLst>
          </p:cNvPr>
          <p:cNvSpPr>
            <a:spLocks/>
          </p:cNvSpPr>
          <p:nvPr/>
        </p:nvSpPr>
        <p:spPr>
          <a:xfrm>
            <a:off x="5946917" y="6454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0D7DA56C-75D6-C936-7399-5849947B9B6F}"/>
              </a:ext>
            </a:extLst>
          </p:cNvPr>
          <p:cNvSpPr>
            <a:spLocks/>
          </p:cNvSpPr>
          <p:nvPr/>
        </p:nvSpPr>
        <p:spPr>
          <a:xfrm>
            <a:off x="5946917" y="6446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27213A35-F043-A458-856A-ED29D322208F}"/>
              </a:ext>
            </a:extLst>
          </p:cNvPr>
          <p:cNvSpPr>
            <a:spLocks/>
          </p:cNvSpPr>
          <p:nvPr/>
        </p:nvSpPr>
        <p:spPr>
          <a:xfrm>
            <a:off x="5946917" y="6439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FD780132-7E6D-C17B-19A8-17B0B46EF775}"/>
              </a:ext>
            </a:extLst>
          </p:cNvPr>
          <p:cNvSpPr>
            <a:spLocks/>
          </p:cNvSpPr>
          <p:nvPr/>
        </p:nvSpPr>
        <p:spPr>
          <a:xfrm>
            <a:off x="5946917" y="6432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F819F7F9-069B-04D2-03C2-A022D47E48F9}"/>
              </a:ext>
            </a:extLst>
          </p:cNvPr>
          <p:cNvSpPr>
            <a:spLocks/>
          </p:cNvSpPr>
          <p:nvPr/>
        </p:nvSpPr>
        <p:spPr>
          <a:xfrm>
            <a:off x="5946917" y="6424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243713B1-6E37-9A71-F4C4-D627351D30B1}"/>
              </a:ext>
            </a:extLst>
          </p:cNvPr>
          <p:cNvSpPr>
            <a:spLocks/>
          </p:cNvSpPr>
          <p:nvPr/>
        </p:nvSpPr>
        <p:spPr>
          <a:xfrm>
            <a:off x="5946917" y="6417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44E0FB30-C4CC-DE7F-E230-B2E37E728778}"/>
              </a:ext>
            </a:extLst>
          </p:cNvPr>
          <p:cNvSpPr>
            <a:spLocks/>
          </p:cNvSpPr>
          <p:nvPr/>
        </p:nvSpPr>
        <p:spPr>
          <a:xfrm>
            <a:off x="5946917" y="6410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75B3715C-E3A5-19D3-A58F-0831C2B394EF}"/>
              </a:ext>
            </a:extLst>
          </p:cNvPr>
          <p:cNvSpPr>
            <a:spLocks/>
          </p:cNvSpPr>
          <p:nvPr/>
        </p:nvSpPr>
        <p:spPr>
          <a:xfrm>
            <a:off x="5946917" y="6402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DC427CBD-804D-B834-41B9-8ED6021F2FBF}"/>
              </a:ext>
            </a:extLst>
          </p:cNvPr>
          <p:cNvSpPr>
            <a:spLocks/>
          </p:cNvSpPr>
          <p:nvPr/>
        </p:nvSpPr>
        <p:spPr>
          <a:xfrm>
            <a:off x="5946917" y="6395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BFFA6EE8-09AB-80A9-F1F1-9A22880F842F}"/>
              </a:ext>
            </a:extLst>
          </p:cNvPr>
          <p:cNvSpPr>
            <a:spLocks/>
          </p:cNvSpPr>
          <p:nvPr/>
        </p:nvSpPr>
        <p:spPr>
          <a:xfrm>
            <a:off x="5946917" y="6388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F6D7C093-48A6-B8E2-A309-D06067583DFB}"/>
              </a:ext>
            </a:extLst>
          </p:cNvPr>
          <p:cNvSpPr>
            <a:spLocks/>
          </p:cNvSpPr>
          <p:nvPr/>
        </p:nvSpPr>
        <p:spPr>
          <a:xfrm>
            <a:off x="5946917" y="6380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E805CBFA-EA15-08F5-0211-2E18A2C08090}"/>
              </a:ext>
            </a:extLst>
          </p:cNvPr>
          <p:cNvSpPr>
            <a:spLocks/>
          </p:cNvSpPr>
          <p:nvPr/>
        </p:nvSpPr>
        <p:spPr>
          <a:xfrm>
            <a:off x="5946917" y="6373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47AEC273-7FC7-D6C8-AD0A-0F284E4DEC23}"/>
              </a:ext>
            </a:extLst>
          </p:cNvPr>
          <p:cNvSpPr>
            <a:spLocks/>
          </p:cNvSpPr>
          <p:nvPr/>
        </p:nvSpPr>
        <p:spPr>
          <a:xfrm>
            <a:off x="5946917" y="6366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39682DF2-22A6-9CC7-29CC-060CE1F2F16E}"/>
              </a:ext>
            </a:extLst>
          </p:cNvPr>
          <p:cNvSpPr>
            <a:spLocks/>
          </p:cNvSpPr>
          <p:nvPr/>
        </p:nvSpPr>
        <p:spPr>
          <a:xfrm>
            <a:off x="5946917" y="6358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DB306949-2B82-3ACB-1386-A7975B0436FD}"/>
              </a:ext>
            </a:extLst>
          </p:cNvPr>
          <p:cNvSpPr>
            <a:spLocks/>
          </p:cNvSpPr>
          <p:nvPr/>
        </p:nvSpPr>
        <p:spPr>
          <a:xfrm>
            <a:off x="5946917" y="6351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B5E2D22B-8D13-7613-EEA6-93D223345EFA}"/>
              </a:ext>
            </a:extLst>
          </p:cNvPr>
          <p:cNvSpPr>
            <a:spLocks/>
          </p:cNvSpPr>
          <p:nvPr/>
        </p:nvSpPr>
        <p:spPr>
          <a:xfrm>
            <a:off x="5946917" y="6344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73410440-3518-C042-76DB-70765416CB9B}"/>
              </a:ext>
            </a:extLst>
          </p:cNvPr>
          <p:cNvSpPr>
            <a:spLocks/>
          </p:cNvSpPr>
          <p:nvPr/>
        </p:nvSpPr>
        <p:spPr>
          <a:xfrm>
            <a:off x="5946917" y="6336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6DA6AF1E-7CCC-A699-7C13-DAD68ECE65F7}"/>
              </a:ext>
            </a:extLst>
          </p:cNvPr>
          <p:cNvSpPr>
            <a:spLocks/>
          </p:cNvSpPr>
          <p:nvPr/>
        </p:nvSpPr>
        <p:spPr>
          <a:xfrm>
            <a:off x="5946917" y="6329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F55BDB6A-4DCB-04A2-260C-CBE4FE428933}"/>
              </a:ext>
            </a:extLst>
          </p:cNvPr>
          <p:cNvSpPr>
            <a:spLocks/>
          </p:cNvSpPr>
          <p:nvPr/>
        </p:nvSpPr>
        <p:spPr>
          <a:xfrm>
            <a:off x="5946917" y="6322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7D562E22-7928-8411-A31E-8A1E9106E9DC}"/>
              </a:ext>
            </a:extLst>
          </p:cNvPr>
          <p:cNvSpPr>
            <a:spLocks/>
          </p:cNvSpPr>
          <p:nvPr/>
        </p:nvSpPr>
        <p:spPr>
          <a:xfrm>
            <a:off x="5946917" y="6314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91409E4-8BC4-6E62-5E58-CF94709D1ECD}"/>
              </a:ext>
            </a:extLst>
          </p:cNvPr>
          <p:cNvSpPr>
            <a:spLocks/>
          </p:cNvSpPr>
          <p:nvPr/>
        </p:nvSpPr>
        <p:spPr>
          <a:xfrm>
            <a:off x="5946917" y="6307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73827148-E4EC-B957-3307-2B8275725D92}"/>
              </a:ext>
            </a:extLst>
          </p:cNvPr>
          <p:cNvSpPr>
            <a:spLocks/>
          </p:cNvSpPr>
          <p:nvPr/>
        </p:nvSpPr>
        <p:spPr>
          <a:xfrm>
            <a:off x="5946917" y="6300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AD52BBFC-E302-24B0-777C-4E23D0BC0484}"/>
              </a:ext>
            </a:extLst>
          </p:cNvPr>
          <p:cNvSpPr>
            <a:spLocks/>
          </p:cNvSpPr>
          <p:nvPr/>
        </p:nvSpPr>
        <p:spPr>
          <a:xfrm>
            <a:off x="5946917" y="6292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9A362501-DEFA-42E7-4C18-23F74E1BDA80}"/>
              </a:ext>
            </a:extLst>
          </p:cNvPr>
          <p:cNvSpPr>
            <a:spLocks/>
          </p:cNvSpPr>
          <p:nvPr/>
        </p:nvSpPr>
        <p:spPr>
          <a:xfrm>
            <a:off x="5946917" y="6285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E6583A10-21C7-8F13-1DD5-22DC785DD97F}"/>
              </a:ext>
            </a:extLst>
          </p:cNvPr>
          <p:cNvSpPr>
            <a:spLocks/>
          </p:cNvSpPr>
          <p:nvPr/>
        </p:nvSpPr>
        <p:spPr>
          <a:xfrm>
            <a:off x="5946917" y="6278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2ABA3FF-4179-80C8-1B95-BBCAACC2DFA9}"/>
              </a:ext>
            </a:extLst>
          </p:cNvPr>
          <p:cNvSpPr>
            <a:spLocks/>
          </p:cNvSpPr>
          <p:nvPr/>
        </p:nvSpPr>
        <p:spPr>
          <a:xfrm>
            <a:off x="5946917" y="6270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6A88C4FF-339F-99FF-B6A5-580E8878D2FE}"/>
              </a:ext>
            </a:extLst>
          </p:cNvPr>
          <p:cNvSpPr>
            <a:spLocks/>
          </p:cNvSpPr>
          <p:nvPr/>
        </p:nvSpPr>
        <p:spPr>
          <a:xfrm>
            <a:off x="5946917" y="6263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7398F129-AE20-4AC3-A287-2395EED82609}"/>
              </a:ext>
            </a:extLst>
          </p:cNvPr>
          <p:cNvSpPr>
            <a:spLocks/>
          </p:cNvSpPr>
          <p:nvPr/>
        </p:nvSpPr>
        <p:spPr>
          <a:xfrm>
            <a:off x="5946917" y="6256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95CD02F6-1A3D-43AE-D5F9-8341CF29738B}"/>
              </a:ext>
            </a:extLst>
          </p:cNvPr>
          <p:cNvSpPr>
            <a:spLocks/>
          </p:cNvSpPr>
          <p:nvPr/>
        </p:nvSpPr>
        <p:spPr>
          <a:xfrm>
            <a:off x="5946917" y="6248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EA8A6A50-A781-A9E1-B987-9848D88813E3}"/>
              </a:ext>
            </a:extLst>
          </p:cNvPr>
          <p:cNvSpPr>
            <a:spLocks/>
          </p:cNvSpPr>
          <p:nvPr/>
        </p:nvSpPr>
        <p:spPr>
          <a:xfrm>
            <a:off x="5946917" y="6241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69C0A1F3-7DF8-05DE-3B4D-2343A49F335F}"/>
              </a:ext>
            </a:extLst>
          </p:cNvPr>
          <p:cNvSpPr>
            <a:spLocks/>
          </p:cNvSpPr>
          <p:nvPr/>
        </p:nvSpPr>
        <p:spPr>
          <a:xfrm>
            <a:off x="5946917" y="6234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9A1B7F6B-9F12-05AC-62D7-7EB319553F39}"/>
              </a:ext>
            </a:extLst>
          </p:cNvPr>
          <p:cNvSpPr>
            <a:spLocks/>
          </p:cNvSpPr>
          <p:nvPr/>
        </p:nvSpPr>
        <p:spPr>
          <a:xfrm>
            <a:off x="5946917" y="6227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9F8BA313-3BC3-3045-8A10-AF814C59BFD2}"/>
              </a:ext>
            </a:extLst>
          </p:cNvPr>
          <p:cNvSpPr>
            <a:spLocks/>
          </p:cNvSpPr>
          <p:nvPr/>
        </p:nvSpPr>
        <p:spPr>
          <a:xfrm>
            <a:off x="5946917" y="6219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503C1333-E83D-5240-928E-65F1D849481E}"/>
              </a:ext>
            </a:extLst>
          </p:cNvPr>
          <p:cNvSpPr>
            <a:spLocks/>
          </p:cNvSpPr>
          <p:nvPr/>
        </p:nvSpPr>
        <p:spPr>
          <a:xfrm>
            <a:off x="5946917" y="6212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866FA769-7B87-6EB1-4AA2-4888727F3356}"/>
              </a:ext>
            </a:extLst>
          </p:cNvPr>
          <p:cNvSpPr>
            <a:spLocks/>
          </p:cNvSpPr>
          <p:nvPr/>
        </p:nvSpPr>
        <p:spPr>
          <a:xfrm>
            <a:off x="5946917" y="6205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FA15EBD5-415B-E994-6303-D22A39986793}"/>
              </a:ext>
            </a:extLst>
          </p:cNvPr>
          <p:cNvSpPr>
            <a:spLocks/>
          </p:cNvSpPr>
          <p:nvPr/>
        </p:nvSpPr>
        <p:spPr>
          <a:xfrm>
            <a:off x="5946917" y="6197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EDF9D77C-CB96-11F7-11E2-4FC53C31036C}"/>
              </a:ext>
            </a:extLst>
          </p:cNvPr>
          <p:cNvSpPr>
            <a:spLocks/>
          </p:cNvSpPr>
          <p:nvPr/>
        </p:nvSpPr>
        <p:spPr>
          <a:xfrm>
            <a:off x="5946917" y="6190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E456B2E0-B5EE-D916-E551-F11B644B8E2F}"/>
              </a:ext>
            </a:extLst>
          </p:cNvPr>
          <p:cNvSpPr>
            <a:spLocks/>
          </p:cNvSpPr>
          <p:nvPr/>
        </p:nvSpPr>
        <p:spPr>
          <a:xfrm>
            <a:off x="5946917" y="6183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15672826-E163-DD88-64FF-93B144263D59}"/>
              </a:ext>
            </a:extLst>
          </p:cNvPr>
          <p:cNvSpPr>
            <a:spLocks/>
          </p:cNvSpPr>
          <p:nvPr/>
        </p:nvSpPr>
        <p:spPr>
          <a:xfrm>
            <a:off x="5946917" y="6175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411A2EDD-78D7-0B62-659E-6977EC407753}"/>
              </a:ext>
            </a:extLst>
          </p:cNvPr>
          <p:cNvSpPr>
            <a:spLocks/>
          </p:cNvSpPr>
          <p:nvPr/>
        </p:nvSpPr>
        <p:spPr>
          <a:xfrm>
            <a:off x="5946917" y="6168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A576B947-F8A4-1C7D-07C4-C389A6CCB12E}"/>
              </a:ext>
            </a:extLst>
          </p:cNvPr>
          <p:cNvSpPr>
            <a:spLocks/>
          </p:cNvSpPr>
          <p:nvPr/>
        </p:nvSpPr>
        <p:spPr>
          <a:xfrm>
            <a:off x="5946917" y="6161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F63E6A82-53DB-5487-6D5D-9CCDA61B03A3}"/>
              </a:ext>
            </a:extLst>
          </p:cNvPr>
          <p:cNvSpPr>
            <a:spLocks/>
          </p:cNvSpPr>
          <p:nvPr/>
        </p:nvSpPr>
        <p:spPr>
          <a:xfrm>
            <a:off x="5946917" y="6153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BB42BAE3-6243-8F9B-A116-18555617F50D}"/>
              </a:ext>
            </a:extLst>
          </p:cNvPr>
          <p:cNvSpPr>
            <a:spLocks/>
          </p:cNvSpPr>
          <p:nvPr/>
        </p:nvSpPr>
        <p:spPr>
          <a:xfrm>
            <a:off x="5946917" y="6146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1DB6394A-9647-DCC8-4B43-F1274D671C6D}"/>
              </a:ext>
            </a:extLst>
          </p:cNvPr>
          <p:cNvSpPr>
            <a:spLocks/>
          </p:cNvSpPr>
          <p:nvPr/>
        </p:nvSpPr>
        <p:spPr>
          <a:xfrm>
            <a:off x="5946917" y="6139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12446D2E-A377-8299-647E-D0742281DD6B}"/>
              </a:ext>
            </a:extLst>
          </p:cNvPr>
          <p:cNvSpPr>
            <a:spLocks/>
          </p:cNvSpPr>
          <p:nvPr/>
        </p:nvSpPr>
        <p:spPr>
          <a:xfrm>
            <a:off x="5946917" y="6131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01F7A14D-FEFD-AE7D-2C98-E92F80774A14}"/>
              </a:ext>
            </a:extLst>
          </p:cNvPr>
          <p:cNvSpPr>
            <a:spLocks/>
          </p:cNvSpPr>
          <p:nvPr/>
        </p:nvSpPr>
        <p:spPr>
          <a:xfrm>
            <a:off x="5946917" y="6124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95194863-A3C4-D826-B5A0-8FA2C08387DF}"/>
              </a:ext>
            </a:extLst>
          </p:cNvPr>
          <p:cNvSpPr>
            <a:spLocks/>
          </p:cNvSpPr>
          <p:nvPr/>
        </p:nvSpPr>
        <p:spPr>
          <a:xfrm>
            <a:off x="5946917" y="6117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BE514B88-8DCF-31FA-17DB-3582BAA2460F}"/>
              </a:ext>
            </a:extLst>
          </p:cNvPr>
          <p:cNvSpPr>
            <a:spLocks/>
          </p:cNvSpPr>
          <p:nvPr/>
        </p:nvSpPr>
        <p:spPr>
          <a:xfrm>
            <a:off x="5946917" y="6109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6E4407FE-DD6C-F66D-E907-01DF8D5999E3}"/>
              </a:ext>
            </a:extLst>
          </p:cNvPr>
          <p:cNvSpPr>
            <a:spLocks/>
          </p:cNvSpPr>
          <p:nvPr/>
        </p:nvSpPr>
        <p:spPr>
          <a:xfrm>
            <a:off x="5946917" y="6102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E9BA718E-BB70-5F76-90CC-FDBD5816A53A}"/>
              </a:ext>
            </a:extLst>
          </p:cNvPr>
          <p:cNvSpPr>
            <a:spLocks/>
          </p:cNvSpPr>
          <p:nvPr/>
        </p:nvSpPr>
        <p:spPr>
          <a:xfrm>
            <a:off x="5946917" y="6095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72A07503-24A7-61DA-87EE-5895562B6001}"/>
              </a:ext>
            </a:extLst>
          </p:cNvPr>
          <p:cNvSpPr>
            <a:spLocks/>
          </p:cNvSpPr>
          <p:nvPr/>
        </p:nvSpPr>
        <p:spPr>
          <a:xfrm>
            <a:off x="5946917" y="6087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54446A5F-1728-CE83-F285-94FB1A3A4739}"/>
              </a:ext>
            </a:extLst>
          </p:cNvPr>
          <p:cNvSpPr>
            <a:spLocks/>
          </p:cNvSpPr>
          <p:nvPr/>
        </p:nvSpPr>
        <p:spPr>
          <a:xfrm>
            <a:off x="5946917" y="6080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E8F7B4FE-E097-9DD8-45AE-0D2032241136}"/>
              </a:ext>
            </a:extLst>
          </p:cNvPr>
          <p:cNvSpPr>
            <a:spLocks/>
          </p:cNvSpPr>
          <p:nvPr/>
        </p:nvSpPr>
        <p:spPr>
          <a:xfrm>
            <a:off x="5946917" y="6073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8B9BB37F-5F53-CCE3-953A-A16E3AD074DB}"/>
              </a:ext>
            </a:extLst>
          </p:cNvPr>
          <p:cNvSpPr>
            <a:spLocks/>
          </p:cNvSpPr>
          <p:nvPr/>
        </p:nvSpPr>
        <p:spPr>
          <a:xfrm>
            <a:off x="5946917" y="6065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97D81CB5-BD4C-B219-FF52-8B4BC806A04E}"/>
              </a:ext>
            </a:extLst>
          </p:cNvPr>
          <p:cNvSpPr>
            <a:spLocks/>
          </p:cNvSpPr>
          <p:nvPr/>
        </p:nvSpPr>
        <p:spPr>
          <a:xfrm>
            <a:off x="5946917" y="6058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2CABB841-A0E7-51C6-3722-42E20B6CC7D7}"/>
              </a:ext>
            </a:extLst>
          </p:cNvPr>
          <p:cNvSpPr>
            <a:spLocks/>
          </p:cNvSpPr>
          <p:nvPr/>
        </p:nvSpPr>
        <p:spPr>
          <a:xfrm>
            <a:off x="5946917" y="6051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0BA92B18-D570-9932-14A5-39A3B2C1BA03}"/>
              </a:ext>
            </a:extLst>
          </p:cNvPr>
          <p:cNvSpPr>
            <a:spLocks/>
          </p:cNvSpPr>
          <p:nvPr/>
        </p:nvSpPr>
        <p:spPr>
          <a:xfrm>
            <a:off x="5946917" y="6043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0A1C40A1-A450-35B9-0D11-EFBF601419F1}"/>
              </a:ext>
            </a:extLst>
          </p:cNvPr>
          <p:cNvSpPr>
            <a:spLocks/>
          </p:cNvSpPr>
          <p:nvPr/>
        </p:nvSpPr>
        <p:spPr>
          <a:xfrm>
            <a:off x="5946917" y="6036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C100E13-D5A8-F804-6880-E6C442E93F3A}"/>
              </a:ext>
            </a:extLst>
          </p:cNvPr>
          <p:cNvSpPr>
            <a:spLocks/>
          </p:cNvSpPr>
          <p:nvPr/>
        </p:nvSpPr>
        <p:spPr>
          <a:xfrm>
            <a:off x="5946917" y="6029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F32E18C7-C6FC-263B-0C07-C039B102D895}"/>
              </a:ext>
            </a:extLst>
          </p:cNvPr>
          <p:cNvSpPr>
            <a:spLocks/>
          </p:cNvSpPr>
          <p:nvPr/>
        </p:nvSpPr>
        <p:spPr>
          <a:xfrm>
            <a:off x="5946917" y="6022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3BCCF0E2-0F17-F594-1EF4-FBF58AA5D85E}"/>
              </a:ext>
            </a:extLst>
          </p:cNvPr>
          <p:cNvSpPr>
            <a:spLocks/>
          </p:cNvSpPr>
          <p:nvPr/>
        </p:nvSpPr>
        <p:spPr>
          <a:xfrm>
            <a:off x="5946917" y="6014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DE4DDBDA-1152-E12C-5238-F8075B94C7B8}"/>
              </a:ext>
            </a:extLst>
          </p:cNvPr>
          <p:cNvSpPr>
            <a:spLocks/>
          </p:cNvSpPr>
          <p:nvPr/>
        </p:nvSpPr>
        <p:spPr>
          <a:xfrm>
            <a:off x="5946917" y="6007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A8288F44-9C64-207A-3FB6-35EF7AA366B4}"/>
              </a:ext>
            </a:extLst>
          </p:cNvPr>
          <p:cNvSpPr>
            <a:spLocks/>
          </p:cNvSpPr>
          <p:nvPr/>
        </p:nvSpPr>
        <p:spPr>
          <a:xfrm>
            <a:off x="5946917" y="6000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8798AF4-01F2-76BC-8AAF-1674EC126908}"/>
              </a:ext>
            </a:extLst>
          </p:cNvPr>
          <p:cNvSpPr>
            <a:spLocks/>
          </p:cNvSpPr>
          <p:nvPr/>
        </p:nvSpPr>
        <p:spPr>
          <a:xfrm>
            <a:off x="5946917" y="5992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6896AC1B-DAE1-3246-300E-E1831085A249}"/>
              </a:ext>
            </a:extLst>
          </p:cNvPr>
          <p:cNvSpPr>
            <a:spLocks/>
          </p:cNvSpPr>
          <p:nvPr/>
        </p:nvSpPr>
        <p:spPr>
          <a:xfrm>
            <a:off x="5946917" y="5985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79C3F396-565B-EA90-208E-7E5DA2A8433D}"/>
              </a:ext>
            </a:extLst>
          </p:cNvPr>
          <p:cNvSpPr>
            <a:spLocks/>
          </p:cNvSpPr>
          <p:nvPr/>
        </p:nvSpPr>
        <p:spPr>
          <a:xfrm>
            <a:off x="5946917" y="5978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137E7E-FED4-6467-403D-DA03C3C8B1DB}"/>
              </a:ext>
            </a:extLst>
          </p:cNvPr>
          <p:cNvSpPr>
            <a:spLocks/>
          </p:cNvSpPr>
          <p:nvPr/>
        </p:nvSpPr>
        <p:spPr>
          <a:xfrm>
            <a:off x="5946917" y="5970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15514C36-0880-1623-25AC-5F62BC093885}"/>
              </a:ext>
            </a:extLst>
          </p:cNvPr>
          <p:cNvSpPr>
            <a:spLocks/>
          </p:cNvSpPr>
          <p:nvPr/>
        </p:nvSpPr>
        <p:spPr>
          <a:xfrm>
            <a:off x="5946917" y="5963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184FFBAB-DDA8-2FD6-F0DE-BF8A04BC9855}"/>
              </a:ext>
            </a:extLst>
          </p:cNvPr>
          <p:cNvSpPr>
            <a:spLocks/>
          </p:cNvSpPr>
          <p:nvPr/>
        </p:nvSpPr>
        <p:spPr>
          <a:xfrm>
            <a:off x="5946917" y="5956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0BC75E35-7A5B-9C87-52FC-02E8639CC144}"/>
              </a:ext>
            </a:extLst>
          </p:cNvPr>
          <p:cNvSpPr>
            <a:spLocks/>
          </p:cNvSpPr>
          <p:nvPr/>
        </p:nvSpPr>
        <p:spPr>
          <a:xfrm>
            <a:off x="5946917" y="5948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A9BB11A9-176C-4CF5-EBE0-36F6FFC2BD3C}"/>
              </a:ext>
            </a:extLst>
          </p:cNvPr>
          <p:cNvSpPr>
            <a:spLocks/>
          </p:cNvSpPr>
          <p:nvPr/>
        </p:nvSpPr>
        <p:spPr>
          <a:xfrm>
            <a:off x="5946917" y="5941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0CAECE27-1203-5809-9A3E-BD10405E7333}"/>
              </a:ext>
            </a:extLst>
          </p:cNvPr>
          <p:cNvSpPr>
            <a:spLocks/>
          </p:cNvSpPr>
          <p:nvPr/>
        </p:nvSpPr>
        <p:spPr>
          <a:xfrm>
            <a:off x="5946917" y="5934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51811969-BC04-EE3A-E561-09C2E1EEC1FF}"/>
              </a:ext>
            </a:extLst>
          </p:cNvPr>
          <p:cNvSpPr>
            <a:spLocks/>
          </p:cNvSpPr>
          <p:nvPr/>
        </p:nvSpPr>
        <p:spPr>
          <a:xfrm>
            <a:off x="5946917" y="5926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3F6BDFDE-1352-EC0C-F5CD-EA1D44A6E276}"/>
              </a:ext>
            </a:extLst>
          </p:cNvPr>
          <p:cNvSpPr>
            <a:spLocks/>
          </p:cNvSpPr>
          <p:nvPr/>
        </p:nvSpPr>
        <p:spPr>
          <a:xfrm>
            <a:off x="5946917" y="5919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8BCCCE6A-CFC2-5156-DE15-62DC9D5CF91B}"/>
              </a:ext>
            </a:extLst>
          </p:cNvPr>
          <p:cNvSpPr>
            <a:spLocks/>
          </p:cNvSpPr>
          <p:nvPr/>
        </p:nvSpPr>
        <p:spPr>
          <a:xfrm>
            <a:off x="5946917" y="5912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D738A593-DBD9-C9E0-2208-47436537DBE0}"/>
              </a:ext>
            </a:extLst>
          </p:cNvPr>
          <p:cNvSpPr>
            <a:spLocks/>
          </p:cNvSpPr>
          <p:nvPr/>
        </p:nvSpPr>
        <p:spPr>
          <a:xfrm>
            <a:off x="5946917" y="5904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8E2BAFA5-F72D-31B2-9D68-E397FDDC50ED}"/>
              </a:ext>
            </a:extLst>
          </p:cNvPr>
          <p:cNvSpPr>
            <a:spLocks/>
          </p:cNvSpPr>
          <p:nvPr/>
        </p:nvSpPr>
        <p:spPr>
          <a:xfrm>
            <a:off x="5946917" y="5897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DEB4E626-E1A2-5643-0240-8332DDC6B14E}"/>
              </a:ext>
            </a:extLst>
          </p:cNvPr>
          <p:cNvSpPr>
            <a:spLocks/>
          </p:cNvSpPr>
          <p:nvPr/>
        </p:nvSpPr>
        <p:spPr>
          <a:xfrm>
            <a:off x="5946917" y="5890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5D6A8B82-606C-81F9-1648-11AD13DF66A2}"/>
              </a:ext>
            </a:extLst>
          </p:cNvPr>
          <p:cNvSpPr>
            <a:spLocks/>
          </p:cNvSpPr>
          <p:nvPr/>
        </p:nvSpPr>
        <p:spPr>
          <a:xfrm>
            <a:off x="5946917" y="5882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225D6CEB-CF59-AE3B-B885-A4D3FAA16EB2}"/>
              </a:ext>
            </a:extLst>
          </p:cNvPr>
          <p:cNvSpPr>
            <a:spLocks/>
          </p:cNvSpPr>
          <p:nvPr/>
        </p:nvSpPr>
        <p:spPr>
          <a:xfrm>
            <a:off x="5946917" y="5875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C1150FA8-06A1-4D39-8DB3-5917FFF05123}"/>
              </a:ext>
            </a:extLst>
          </p:cNvPr>
          <p:cNvSpPr>
            <a:spLocks/>
          </p:cNvSpPr>
          <p:nvPr/>
        </p:nvSpPr>
        <p:spPr>
          <a:xfrm>
            <a:off x="5946917" y="5868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CF7C08A7-DB38-AE96-A738-C0FFAD18B108}"/>
              </a:ext>
            </a:extLst>
          </p:cNvPr>
          <p:cNvSpPr>
            <a:spLocks/>
          </p:cNvSpPr>
          <p:nvPr/>
        </p:nvSpPr>
        <p:spPr>
          <a:xfrm>
            <a:off x="5946917" y="5860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010BF865-C3CE-D764-305D-582CA881525E}"/>
              </a:ext>
            </a:extLst>
          </p:cNvPr>
          <p:cNvSpPr>
            <a:spLocks/>
          </p:cNvSpPr>
          <p:nvPr/>
        </p:nvSpPr>
        <p:spPr>
          <a:xfrm>
            <a:off x="5946917" y="5853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536FB8D1-8D09-3E0A-796B-965E3FE99C5C}"/>
              </a:ext>
            </a:extLst>
          </p:cNvPr>
          <p:cNvSpPr>
            <a:spLocks/>
          </p:cNvSpPr>
          <p:nvPr/>
        </p:nvSpPr>
        <p:spPr>
          <a:xfrm>
            <a:off x="5946917" y="5846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2781E240-9169-CA3F-3318-26C4EEA5839C}"/>
              </a:ext>
            </a:extLst>
          </p:cNvPr>
          <p:cNvSpPr>
            <a:spLocks/>
          </p:cNvSpPr>
          <p:nvPr/>
        </p:nvSpPr>
        <p:spPr>
          <a:xfrm>
            <a:off x="5946917" y="5838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9386DE64-3324-99D1-6ACF-C17748B5F52F}"/>
              </a:ext>
            </a:extLst>
          </p:cNvPr>
          <p:cNvSpPr>
            <a:spLocks/>
          </p:cNvSpPr>
          <p:nvPr/>
        </p:nvSpPr>
        <p:spPr>
          <a:xfrm>
            <a:off x="5946917" y="5831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D035620A-4477-E46D-D077-6939272B85BF}"/>
              </a:ext>
            </a:extLst>
          </p:cNvPr>
          <p:cNvSpPr>
            <a:spLocks/>
          </p:cNvSpPr>
          <p:nvPr/>
        </p:nvSpPr>
        <p:spPr>
          <a:xfrm>
            <a:off x="5946917" y="5824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1B56247A-6EBE-F577-4664-DC8D36789099}"/>
              </a:ext>
            </a:extLst>
          </p:cNvPr>
          <p:cNvSpPr>
            <a:spLocks/>
          </p:cNvSpPr>
          <p:nvPr/>
        </p:nvSpPr>
        <p:spPr>
          <a:xfrm>
            <a:off x="5946917" y="5817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C88A26AF-07A3-0774-EB30-58C41BE1EF6C}"/>
              </a:ext>
            </a:extLst>
          </p:cNvPr>
          <p:cNvSpPr>
            <a:spLocks/>
          </p:cNvSpPr>
          <p:nvPr/>
        </p:nvSpPr>
        <p:spPr>
          <a:xfrm>
            <a:off x="5946917" y="5809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3323EAA0-F59B-4F09-80E4-B0DE75546D46}"/>
              </a:ext>
            </a:extLst>
          </p:cNvPr>
          <p:cNvSpPr>
            <a:spLocks/>
          </p:cNvSpPr>
          <p:nvPr/>
        </p:nvSpPr>
        <p:spPr>
          <a:xfrm>
            <a:off x="5946917" y="5802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E07AE7C0-C9DF-FC56-B79A-866EA6379901}"/>
              </a:ext>
            </a:extLst>
          </p:cNvPr>
          <p:cNvSpPr>
            <a:spLocks/>
          </p:cNvSpPr>
          <p:nvPr/>
        </p:nvSpPr>
        <p:spPr>
          <a:xfrm>
            <a:off x="5946917" y="5795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D40E90EA-35FC-5743-9265-8CEDC281397A}"/>
              </a:ext>
            </a:extLst>
          </p:cNvPr>
          <p:cNvSpPr>
            <a:spLocks/>
          </p:cNvSpPr>
          <p:nvPr/>
        </p:nvSpPr>
        <p:spPr>
          <a:xfrm>
            <a:off x="5946917" y="5787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F54E2906-A55D-D8CE-BA74-B50FA84BD746}"/>
              </a:ext>
            </a:extLst>
          </p:cNvPr>
          <p:cNvSpPr>
            <a:spLocks/>
          </p:cNvSpPr>
          <p:nvPr/>
        </p:nvSpPr>
        <p:spPr>
          <a:xfrm>
            <a:off x="5946917" y="5780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FF78E89D-CB48-1FFC-C0E9-DD32B479714D}"/>
              </a:ext>
            </a:extLst>
          </p:cNvPr>
          <p:cNvSpPr>
            <a:spLocks/>
          </p:cNvSpPr>
          <p:nvPr/>
        </p:nvSpPr>
        <p:spPr>
          <a:xfrm>
            <a:off x="5946917" y="5773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B5D81644-C885-1842-7111-5AAC54BD7633}"/>
              </a:ext>
            </a:extLst>
          </p:cNvPr>
          <p:cNvSpPr>
            <a:spLocks/>
          </p:cNvSpPr>
          <p:nvPr/>
        </p:nvSpPr>
        <p:spPr>
          <a:xfrm>
            <a:off x="5946917" y="5765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FAC99112-50A8-1756-5448-15C171E52B95}"/>
              </a:ext>
            </a:extLst>
          </p:cNvPr>
          <p:cNvSpPr>
            <a:spLocks/>
          </p:cNvSpPr>
          <p:nvPr/>
        </p:nvSpPr>
        <p:spPr>
          <a:xfrm>
            <a:off x="5946917" y="5758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BAECA8CD-50B9-4B21-249F-23D67ED709CA}"/>
              </a:ext>
            </a:extLst>
          </p:cNvPr>
          <p:cNvSpPr>
            <a:spLocks/>
          </p:cNvSpPr>
          <p:nvPr/>
        </p:nvSpPr>
        <p:spPr>
          <a:xfrm>
            <a:off x="5946917" y="5751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4AA9159-9A16-1B0C-5E7C-DC9BAE2D42EB}"/>
              </a:ext>
            </a:extLst>
          </p:cNvPr>
          <p:cNvSpPr>
            <a:spLocks/>
          </p:cNvSpPr>
          <p:nvPr/>
        </p:nvSpPr>
        <p:spPr>
          <a:xfrm>
            <a:off x="5946917" y="5743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1533F306-9D79-05B8-A1B0-7D9D7917878D}"/>
              </a:ext>
            </a:extLst>
          </p:cNvPr>
          <p:cNvSpPr>
            <a:spLocks/>
          </p:cNvSpPr>
          <p:nvPr/>
        </p:nvSpPr>
        <p:spPr>
          <a:xfrm>
            <a:off x="5946917" y="5736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3C5795ED-A8A1-7611-5E9E-6E2E3869C9BC}"/>
              </a:ext>
            </a:extLst>
          </p:cNvPr>
          <p:cNvSpPr>
            <a:spLocks/>
          </p:cNvSpPr>
          <p:nvPr/>
        </p:nvSpPr>
        <p:spPr>
          <a:xfrm>
            <a:off x="5946917" y="5729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CF3092EC-DFAA-7804-2FA0-3758769FF880}"/>
              </a:ext>
            </a:extLst>
          </p:cNvPr>
          <p:cNvSpPr>
            <a:spLocks/>
          </p:cNvSpPr>
          <p:nvPr/>
        </p:nvSpPr>
        <p:spPr>
          <a:xfrm>
            <a:off x="5946917" y="5721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F6BE448A-FD4C-A9C0-1AA3-8007F1445F5F}"/>
              </a:ext>
            </a:extLst>
          </p:cNvPr>
          <p:cNvSpPr>
            <a:spLocks/>
          </p:cNvSpPr>
          <p:nvPr/>
        </p:nvSpPr>
        <p:spPr>
          <a:xfrm>
            <a:off x="5946917" y="57145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988C321E-AED7-A71B-06DA-228D098EF4D0}"/>
              </a:ext>
            </a:extLst>
          </p:cNvPr>
          <p:cNvSpPr>
            <a:spLocks/>
          </p:cNvSpPr>
          <p:nvPr/>
        </p:nvSpPr>
        <p:spPr>
          <a:xfrm>
            <a:off x="5946917" y="57071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0EC4CC48-BB90-FE41-84A3-8C7BA99993FB}"/>
              </a:ext>
            </a:extLst>
          </p:cNvPr>
          <p:cNvSpPr>
            <a:spLocks/>
          </p:cNvSpPr>
          <p:nvPr/>
        </p:nvSpPr>
        <p:spPr>
          <a:xfrm>
            <a:off x="5946917" y="56998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0C316AA7-7ED4-251F-79EF-BD39C887DB53}"/>
              </a:ext>
            </a:extLst>
          </p:cNvPr>
          <p:cNvSpPr>
            <a:spLocks/>
          </p:cNvSpPr>
          <p:nvPr/>
        </p:nvSpPr>
        <p:spPr>
          <a:xfrm>
            <a:off x="5946917" y="5692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F3802791-BD28-45E7-3BEC-A25C45F91682}"/>
              </a:ext>
            </a:extLst>
          </p:cNvPr>
          <p:cNvSpPr>
            <a:spLocks/>
          </p:cNvSpPr>
          <p:nvPr/>
        </p:nvSpPr>
        <p:spPr>
          <a:xfrm>
            <a:off x="5946917" y="5685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3200A534-B699-7514-71DF-4DD728CA538C}"/>
              </a:ext>
            </a:extLst>
          </p:cNvPr>
          <p:cNvSpPr>
            <a:spLocks/>
          </p:cNvSpPr>
          <p:nvPr/>
        </p:nvSpPr>
        <p:spPr>
          <a:xfrm>
            <a:off x="5946917" y="5677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9423B477-0033-DD1D-A58C-AC62750678CF}"/>
              </a:ext>
            </a:extLst>
          </p:cNvPr>
          <p:cNvSpPr>
            <a:spLocks/>
          </p:cNvSpPr>
          <p:nvPr/>
        </p:nvSpPr>
        <p:spPr>
          <a:xfrm>
            <a:off x="5946917" y="56705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C75181EE-E10B-397C-7E9C-6C4CE4098407}"/>
              </a:ext>
            </a:extLst>
          </p:cNvPr>
          <p:cNvSpPr>
            <a:spLocks/>
          </p:cNvSpPr>
          <p:nvPr/>
        </p:nvSpPr>
        <p:spPr>
          <a:xfrm>
            <a:off x="5946917" y="56632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EBB7EF64-7D8C-E7BF-C43E-14CF4C11ADDB}"/>
              </a:ext>
            </a:extLst>
          </p:cNvPr>
          <p:cNvSpPr>
            <a:spLocks/>
          </p:cNvSpPr>
          <p:nvPr/>
        </p:nvSpPr>
        <p:spPr>
          <a:xfrm>
            <a:off x="5946917" y="5655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769FB480-E254-02B4-5B38-2A57DA2FDCC0}"/>
              </a:ext>
            </a:extLst>
          </p:cNvPr>
          <p:cNvSpPr>
            <a:spLocks/>
          </p:cNvSpPr>
          <p:nvPr/>
        </p:nvSpPr>
        <p:spPr>
          <a:xfrm>
            <a:off x="5946917" y="5648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827F4BA7-278E-F9DA-CE3F-2DF8DAAFB722}"/>
              </a:ext>
            </a:extLst>
          </p:cNvPr>
          <p:cNvSpPr>
            <a:spLocks/>
          </p:cNvSpPr>
          <p:nvPr/>
        </p:nvSpPr>
        <p:spPr>
          <a:xfrm>
            <a:off x="5946917" y="5641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9A3A3BC2-F285-BBD1-A3C5-2486781B9DE0}"/>
              </a:ext>
            </a:extLst>
          </p:cNvPr>
          <p:cNvSpPr>
            <a:spLocks/>
          </p:cNvSpPr>
          <p:nvPr/>
        </p:nvSpPr>
        <p:spPr>
          <a:xfrm>
            <a:off x="5946917" y="56339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33A5EE5F-4065-E41C-BEE9-B6B918EF6189}"/>
              </a:ext>
            </a:extLst>
          </p:cNvPr>
          <p:cNvSpPr>
            <a:spLocks/>
          </p:cNvSpPr>
          <p:nvPr/>
        </p:nvSpPr>
        <p:spPr>
          <a:xfrm>
            <a:off x="5946917" y="56266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38170509-36A3-6774-732E-9F8CB1F8B227}"/>
              </a:ext>
            </a:extLst>
          </p:cNvPr>
          <p:cNvSpPr>
            <a:spLocks/>
          </p:cNvSpPr>
          <p:nvPr/>
        </p:nvSpPr>
        <p:spPr>
          <a:xfrm>
            <a:off x="5946917" y="5619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4D55E9C4-CD2E-4071-B5F4-193131F4A84B}"/>
              </a:ext>
            </a:extLst>
          </p:cNvPr>
          <p:cNvSpPr>
            <a:spLocks/>
          </p:cNvSpPr>
          <p:nvPr/>
        </p:nvSpPr>
        <p:spPr>
          <a:xfrm>
            <a:off x="5946917" y="5612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C3751654-F3D9-7D2A-12F3-2C834DE4AC63}"/>
              </a:ext>
            </a:extLst>
          </p:cNvPr>
          <p:cNvSpPr>
            <a:spLocks/>
          </p:cNvSpPr>
          <p:nvPr/>
        </p:nvSpPr>
        <p:spPr>
          <a:xfrm>
            <a:off x="5946917" y="5604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EE580189-45F0-D2BA-4342-6CA53EB4C68B}"/>
              </a:ext>
            </a:extLst>
          </p:cNvPr>
          <p:cNvSpPr>
            <a:spLocks/>
          </p:cNvSpPr>
          <p:nvPr/>
        </p:nvSpPr>
        <p:spPr>
          <a:xfrm>
            <a:off x="5946917" y="55973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90BECAAD-BA4F-BBDE-CFFE-6B12C7BBB87B}"/>
              </a:ext>
            </a:extLst>
          </p:cNvPr>
          <p:cNvSpPr>
            <a:spLocks/>
          </p:cNvSpPr>
          <p:nvPr/>
        </p:nvSpPr>
        <p:spPr>
          <a:xfrm>
            <a:off x="5946917" y="55900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0CEB2C19-A766-B9D1-297B-A7F2FECD694E}"/>
              </a:ext>
            </a:extLst>
          </p:cNvPr>
          <p:cNvSpPr>
            <a:spLocks/>
          </p:cNvSpPr>
          <p:nvPr/>
        </p:nvSpPr>
        <p:spPr>
          <a:xfrm>
            <a:off x="5946917" y="55827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F0D68983-B35C-2535-6F21-4F381A811E73}"/>
              </a:ext>
            </a:extLst>
          </p:cNvPr>
          <p:cNvSpPr>
            <a:spLocks/>
          </p:cNvSpPr>
          <p:nvPr/>
        </p:nvSpPr>
        <p:spPr>
          <a:xfrm>
            <a:off x="5946917" y="5575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3E2BF706-DEDB-C537-200A-17732AC00828}"/>
              </a:ext>
            </a:extLst>
          </p:cNvPr>
          <p:cNvSpPr>
            <a:spLocks/>
          </p:cNvSpPr>
          <p:nvPr/>
        </p:nvSpPr>
        <p:spPr>
          <a:xfrm>
            <a:off x="5946917" y="5568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C0993DD9-E2A2-F441-5F82-5F0AE3FD3DF7}"/>
              </a:ext>
            </a:extLst>
          </p:cNvPr>
          <p:cNvSpPr>
            <a:spLocks/>
          </p:cNvSpPr>
          <p:nvPr/>
        </p:nvSpPr>
        <p:spPr>
          <a:xfrm>
            <a:off x="5946917" y="5560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642DC284-B8D1-5B98-4AEF-32992F148976}"/>
              </a:ext>
            </a:extLst>
          </p:cNvPr>
          <p:cNvSpPr>
            <a:spLocks/>
          </p:cNvSpPr>
          <p:nvPr/>
        </p:nvSpPr>
        <p:spPr>
          <a:xfrm>
            <a:off x="5946917" y="55534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A4DDC99D-4592-8516-8432-DB5577EFE0E0}"/>
              </a:ext>
            </a:extLst>
          </p:cNvPr>
          <p:cNvSpPr>
            <a:spLocks/>
          </p:cNvSpPr>
          <p:nvPr/>
        </p:nvSpPr>
        <p:spPr>
          <a:xfrm>
            <a:off x="5946917" y="55461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CA3966EC-331D-18CF-A386-2F4CFBBD9ECE}"/>
              </a:ext>
            </a:extLst>
          </p:cNvPr>
          <p:cNvSpPr>
            <a:spLocks/>
          </p:cNvSpPr>
          <p:nvPr/>
        </p:nvSpPr>
        <p:spPr>
          <a:xfrm>
            <a:off x="5946917" y="5538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BDA2B85F-3EA7-8321-DEFD-C49B9E977553}"/>
              </a:ext>
            </a:extLst>
          </p:cNvPr>
          <p:cNvSpPr>
            <a:spLocks/>
          </p:cNvSpPr>
          <p:nvPr/>
        </p:nvSpPr>
        <p:spPr>
          <a:xfrm>
            <a:off x="5946917" y="5531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F2B3EB61-599E-A27B-E183-68D91ECC8B37}"/>
              </a:ext>
            </a:extLst>
          </p:cNvPr>
          <p:cNvSpPr>
            <a:spLocks/>
          </p:cNvSpPr>
          <p:nvPr/>
        </p:nvSpPr>
        <p:spPr>
          <a:xfrm>
            <a:off x="5946917" y="5524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E562B14D-4119-B267-B29E-A1211D0B8387}"/>
              </a:ext>
            </a:extLst>
          </p:cNvPr>
          <p:cNvSpPr>
            <a:spLocks/>
          </p:cNvSpPr>
          <p:nvPr/>
        </p:nvSpPr>
        <p:spPr>
          <a:xfrm>
            <a:off x="5946917" y="55168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58F686B9-7864-5EBC-E126-943C7922274C}"/>
              </a:ext>
            </a:extLst>
          </p:cNvPr>
          <p:cNvSpPr>
            <a:spLocks/>
          </p:cNvSpPr>
          <p:nvPr/>
        </p:nvSpPr>
        <p:spPr>
          <a:xfrm>
            <a:off x="5946917" y="55094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C3A43CDB-8A8C-F4FE-016B-3A62810AA5CF}"/>
              </a:ext>
            </a:extLst>
          </p:cNvPr>
          <p:cNvSpPr>
            <a:spLocks/>
          </p:cNvSpPr>
          <p:nvPr/>
        </p:nvSpPr>
        <p:spPr>
          <a:xfrm>
            <a:off x="5946917" y="5502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510D8077-C919-79AE-0393-4AC9D0D5E7E6}"/>
              </a:ext>
            </a:extLst>
          </p:cNvPr>
          <p:cNvSpPr>
            <a:spLocks/>
          </p:cNvSpPr>
          <p:nvPr/>
        </p:nvSpPr>
        <p:spPr>
          <a:xfrm>
            <a:off x="5946917" y="5494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FCF4A35B-A217-9B18-2D18-E8A20F61B534}"/>
              </a:ext>
            </a:extLst>
          </p:cNvPr>
          <p:cNvSpPr>
            <a:spLocks/>
          </p:cNvSpPr>
          <p:nvPr/>
        </p:nvSpPr>
        <p:spPr>
          <a:xfrm>
            <a:off x="5946917" y="5487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B7C29B5F-A229-ED9D-AED7-657F2E7B3649}"/>
              </a:ext>
            </a:extLst>
          </p:cNvPr>
          <p:cNvSpPr>
            <a:spLocks/>
          </p:cNvSpPr>
          <p:nvPr/>
        </p:nvSpPr>
        <p:spPr>
          <a:xfrm>
            <a:off x="5946917" y="54802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E13A61CD-D7CA-02C9-142B-70CC9B30CA91}"/>
              </a:ext>
            </a:extLst>
          </p:cNvPr>
          <p:cNvSpPr>
            <a:spLocks/>
          </p:cNvSpPr>
          <p:nvPr/>
        </p:nvSpPr>
        <p:spPr>
          <a:xfrm>
            <a:off x="5946917" y="54728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8142AC99-350F-EAB3-CB65-19FD3DDF1412}"/>
              </a:ext>
            </a:extLst>
          </p:cNvPr>
          <p:cNvSpPr>
            <a:spLocks/>
          </p:cNvSpPr>
          <p:nvPr/>
        </p:nvSpPr>
        <p:spPr>
          <a:xfrm>
            <a:off x="5946917" y="54655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1050A69E-63BE-7A07-1AA2-5E93274BB999}"/>
              </a:ext>
            </a:extLst>
          </p:cNvPr>
          <p:cNvSpPr>
            <a:spLocks/>
          </p:cNvSpPr>
          <p:nvPr/>
        </p:nvSpPr>
        <p:spPr>
          <a:xfrm>
            <a:off x="5946917" y="5458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3573CFDD-D2FD-90DD-7271-2ED6675CE666}"/>
              </a:ext>
            </a:extLst>
          </p:cNvPr>
          <p:cNvSpPr>
            <a:spLocks/>
          </p:cNvSpPr>
          <p:nvPr/>
        </p:nvSpPr>
        <p:spPr>
          <a:xfrm>
            <a:off x="5946917" y="5450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00EB0080-632E-D599-024E-F6CACA1838FC}"/>
              </a:ext>
            </a:extLst>
          </p:cNvPr>
          <p:cNvSpPr>
            <a:spLocks/>
          </p:cNvSpPr>
          <p:nvPr/>
        </p:nvSpPr>
        <p:spPr>
          <a:xfrm>
            <a:off x="5946917" y="5443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431E0FE6-F90D-9EB6-01F7-4D71CFD26609}"/>
              </a:ext>
            </a:extLst>
          </p:cNvPr>
          <p:cNvSpPr>
            <a:spLocks/>
          </p:cNvSpPr>
          <p:nvPr/>
        </p:nvSpPr>
        <p:spPr>
          <a:xfrm>
            <a:off x="5946917" y="54362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AD78FB08-B4D7-7CCA-546E-AE2F4F1BCA50}"/>
              </a:ext>
            </a:extLst>
          </p:cNvPr>
          <p:cNvSpPr>
            <a:spLocks/>
          </p:cNvSpPr>
          <p:nvPr/>
        </p:nvSpPr>
        <p:spPr>
          <a:xfrm>
            <a:off x="5946917" y="54289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7F8D71D1-3051-DA7A-087F-4F2A37AD4091}"/>
              </a:ext>
            </a:extLst>
          </p:cNvPr>
          <p:cNvSpPr>
            <a:spLocks/>
          </p:cNvSpPr>
          <p:nvPr/>
        </p:nvSpPr>
        <p:spPr>
          <a:xfrm>
            <a:off x="5946917" y="5421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686460ED-4237-5841-BEDA-99D86376238F}"/>
              </a:ext>
            </a:extLst>
          </p:cNvPr>
          <p:cNvSpPr>
            <a:spLocks/>
          </p:cNvSpPr>
          <p:nvPr/>
        </p:nvSpPr>
        <p:spPr>
          <a:xfrm>
            <a:off x="5946917" y="5414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1C011C9D-A1D1-0E32-813A-D8E5545A30EF}"/>
              </a:ext>
            </a:extLst>
          </p:cNvPr>
          <p:cNvSpPr>
            <a:spLocks/>
          </p:cNvSpPr>
          <p:nvPr/>
        </p:nvSpPr>
        <p:spPr>
          <a:xfrm>
            <a:off x="5946917" y="5406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C29D9B50-6F63-0288-3AAF-1EAB56F72C89}"/>
              </a:ext>
            </a:extLst>
          </p:cNvPr>
          <p:cNvSpPr>
            <a:spLocks/>
          </p:cNvSpPr>
          <p:nvPr/>
        </p:nvSpPr>
        <p:spPr>
          <a:xfrm>
            <a:off x="5946917" y="53996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ADF1FF73-5247-1570-7899-3DA99CDA2833}"/>
              </a:ext>
            </a:extLst>
          </p:cNvPr>
          <p:cNvSpPr>
            <a:spLocks/>
          </p:cNvSpPr>
          <p:nvPr/>
        </p:nvSpPr>
        <p:spPr>
          <a:xfrm>
            <a:off x="5946917" y="53923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3D9A714-5BF2-A305-B5CE-4398CDC73C33}"/>
              </a:ext>
            </a:extLst>
          </p:cNvPr>
          <p:cNvSpPr>
            <a:spLocks/>
          </p:cNvSpPr>
          <p:nvPr/>
        </p:nvSpPr>
        <p:spPr>
          <a:xfrm>
            <a:off x="5946917" y="5385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51FECCF1-61BF-36E4-1A17-047C806004E9}"/>
              </a:ext>
            </a:extLst>
          </p:cNvPr>
          <p:cNvSpPr>
            <a:spLocks/>
          </p:cNvSpPr>
          <p:nvPr/>
        </p:nvSpPr>
        <p:spPr>
          <a:xfrm>
            <a:off x="5946917" y="5377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3FCF96EE-6D4F-D877-8AE9-862B07CB8990}"/>
              </a:ext>
            </a:extLst>
          </p:cNvPr>
          <p:cNvSpPr>
            <a:spLocks/>
          </p:cNvSpPr>
          <p:nvPr/>
        </p:nvSpPr>
        <p:spPr>
          <a:xfrm>
            <a:off x="5946917" y="5370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E2B8B0EA-5937-B5F1-21BD-7C891836A9AE}"/>
              </a:ext>
            </a:extLst>
          </p:cNvPr>
          <p:cNvSpPr>
            <a:spLocks/>
          </p:cNvSpPr>
          <p:nvPr/>
        </p:nvSpPr>
        <p:spPr>
          <a:xfrm>
            <a:off x="5946917" y="53630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E67CC523-DB4D-3894-CD81-C8A55C46CE20}"/>
              </a:ext>
            </a:extLst>
          </p:cNvPr>
          <p:cNvSpPr>
            <a:spLocks/>
          </p:cNvSpPr>
          <p:nvPr/>
        </p:nvSpPr>
        <p:spPr>
          <a:xfrm>
            <a:off x="5946917" y="53557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876E79D1-67A0-9FBC-2A7A-175E9D259F86}"/>
              </a:ext>
            </a:extLst>
          </p:cNvPr>
          <p:cNvSpPr>
            <a:spLocks/>
          </p:cNvSpPr>
          <p:nvPr/>
        </p:nvSpPr>
        <p:spPr>
          <a:xfrm>
            <a:off x="5946917" y="53484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3C85207C-F591-2E85-057A-0932AAAF4820}"/>
              </a:ext>
            </a:extLst>
          </p:cNvPr>
          <p:cNvSpPr>
            <a:spLocks/>
          </p:cNvSpPr>
          <p:nvPr/>
        </p:nvSpPr>
        <p:spPr>
          <a:xfrm>
            <a:off x="5946917" y="5341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14791C3E-D520-4E70-3575-ACC0DF42BB75}"/>
              </a:ext>
            </a:extLst>
          </p:cNvPr>
          <p:cNvSpPr>
            <a:spLocks/>
          </p:cNvSpPr>
          <p:nvPr/>
        </p:nvSpPr>
        <p:spPr>
          <a:xfrm>
            <a:off x="5946917" y="5333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114F435F-D107-9DC6-5AC8-B52671F4FE91}"/>
              </a:ext>
            </a:extLst>
          </p:cNvPr>
          <p:cNvSpPr>
            <a:spLocks/>
          </p:cNvSpPr>
          <p:nvPr/>
        </p:nvSpPr>
        <p:spPr>
          <a:xfrm>
            <a:off x="5946917" y="5326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09709D81-B289-BF05-E947-181961778760}"/>
              </a:ext>
            </a:extLst>
          </p:cNvPr>
          <p:cNvSpPr>
            <a:spLocks/>
          </p:cNvSpPr>
          <p:nvPr/>
        </p:nvSpPr>
        <p:spPr>
          <a:xfrm>
            <a:off x="5946917" y="53191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918B14F5-E062-BD94-018E-F243BF52FC6B}"/>
              </a:ext>
            </a:extLst>
          </p:cNvPr>
          <p:cNvSpPr>
            <a:spLocks/>
          </p:cNvSpPr>
          <p:nvPr/>
        </p:nvSpPr>
        <p:spPr>
          <a:xfrm>
            <a:off x="5946917" y="53118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33CD3B23-FC3F-2794-FEC7-D6D9D4A951C2}"/>
              </a:ext>
            </a:extLst>
          </p:cNvPr>
          <p:cNvSpPr>
            <a:spLocks/>
          </p:cNvSpPr>
          <p:nvPr/>
        </p:nvSpPr>
        <p:spPr>
          <a:xfrm>
            <a:off x="5946917" y="5304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66162347-BA36-94E6-8CE6-3A317B77794A}"/>
              </a:ext>
            </a:extLst>
          </p:cNvPr>
          <p:cNvSpPr>
            <a:spLocks/>
          </p:cNvSpPr>
          <p:nvPr/>
        </p:nvSpPr>
        <p:spPr>
          <a:xfrm>
            <a:off x="5946917" y="5297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2C9526D0-D2F3-992A-4BE5-A6C45A156BB8}"/>
              </a:ext>
            </a:extLst>
          </p:cNvPr>
          <p:cNvSpPr>
            <a:spLocks/>
          </p:cNvSpPr>
          <p:nvPr/>
        </p:nvSpPr>
        <p:spPr>
          <a:xfrm>
            <a:off x="5946917" y="5289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E0C1B7CA-ED13-FFC0-C9A8-E989EE05E12A}"/>
              </a:ext>
            </a:extLst>
          </p:cNvPr>
          <p:cNvSpPr>
            <a:spLocks/>
          </p:cNvSpPr>
          <p:nvPr/>
        </p:nvSpPr>
        <p:spPr>
          <a:xfrm>
            <a:off x="5946917" y="52825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F65344E9-CDFF-E663-9061-874C574D1CDB}"/>
              </a:ext>
            </a:extLst>
          </p:cNvPr>
          <p:cNvSpPr>
            <a:spLocks/>
          </p:cNvSpPr>
          <p:nvPr/>
        </p:nvSpPr>
        <p:spPr>
          <a:xfrm>
            <a:off x="5946917" y="52751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B1C97BAD-62EE-6985-5624-97C9FA411613}"/>
              </a:ext>
            </a:extLst>
          </p:cNvPr>
          <p:cNvSpPr>
            <a:spLocks/>
          </p:cNvSpPr>
          <p:nvPr/>
        </p:nvSpPr>
        <p:spPr>
          <a:xfrm>
            <a:off x="5946917" y="5267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813AC9-5612-4F48-0022-4ACCE5D92434}"/>
              </a:ext>
            </a:extLst>
          </p:cNvPr>
          <p:cNvSpPr>
            <a:spLocks/>
          </p:cNvSpPr>
          <p:nvPr/>
        </p:nvSpPr>
        <p:spPr>
          <a:xfrm>
            <a:off x="5946917" y="5260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DA097490-53A5-6D0C-09D0-A33F04C240D6}"/>
              </a:ext>
            </a:extLst>
          </p:cNvPr>
          <p:cNvSpPr>
            <a:spLocks/>
          </p:cNvSpPr>
          <p:nvPr/>
        </p:nvSpPr>
        <p:spPr>
          <a:xfrm>
            <a:off x="5946917" y="5253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793E0FC6-C12B-9598-F7BD-B3D268D83589}"/>
              </a:ext>
            </a:extLst>
          </p:cNvPr>
          <p:cNvSpPr>
            <a:spLocks/>
          </p:cNvSpPr>
          <p:nvPr/>
        </p:nvSpPr>
        <p:spPr>
          <a:xfrm>
            <a:off x="5946917" y="52459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D087329E-56D3-8DD8-69D5-FA42C834CA99}"/>
              </a:ext>
            </a:extLst>
          </p:cNvPr>
          <p:cNvSpPr>
            <a:spLocks/>
          </p:cNvSpPr>
          <p:nvPr/>
        </p:nvSpPr>
        <p:spPr>
          <a:xfrm>
            <a:off x="5946917" y="52385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14F3F213-9EB9-682A-67C3-2E9CCF37BA8B}"/>
              </a:ext>
            </a:extLst>
          </p:cNvPr>
          <p:cNvSpPr>
            <a:spLocks/>
          </p:cNvSpPr>
          <p:nvPr/>
        </p:nvSpPr>
        <p:spPr>
          <a:xfrm>
            <a:off x="5946917" y="52312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0A42B2D1-F279-DD15-156E-43E4A325FE72}"/>
              </a:ext>
            </a:extLst>
          </p:cNvPr>
          <p:cNvSpPr>
            <a:spLocks/>
          </p:cNvSpPr>
          <p:nvPr/>
        </p:nvSpPr>
        <p:spPr>
          <a:xfrm>
            <a:off x="5946917" y="5223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07D2AD92-6C78-5BE2-5BEA-50C2F0797067}"/>
              </a:ext>
            </a:extLst>
          </p:cNvPr>
          <p:cNvSpPr>
            <a:spLocks/>
          </p:cNvSpPr>
          <p:nvPr/>
        </p:nvSpPr>
        <p:spPr>
          <a:xfrm>
            <a:off x="5946917" y="5216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743805E6-394F-25A3-2065-9A3289A3C451}"/>
              </a:ext>
            </a:extLst>
          </p:cNvPr>
          <p:cNvSpPr>
            <a:spLocks/>
          </p:cNvSpPr>
          <p:nvPr/>
        </p:nvSpPr>
        <p:spPr>
          <a:xfrm>
            <a:off x="5946917" y="5209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10759DE5-59D5-C8AD-6A18-6F20C24B29EB}"/>
              </a:ext>
            </a:extLst>
          </p:cNvPr>
          <p:cNvSpPr>
            <a:spLocks/>
          </p:cNvSpPr>
          <p:nvPr/>
        </p:nvSpPr>
        <p:spPr>
          <a:xfrm>
            <a:off x="5946917" y="52019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FE29924E-3D82-3AC0-018A-38A1D133DA07}"/>
              </a:ext>
            </a:extLst>
          </p:cNvPr>
          <p:cNvSpPr>
            <a:spLocks/>
          </p:cNvSpPr>
          <p:nvPr/>
        </p:nvSpPr>
        <p:spPr>
          <a:xfrm>
            <a:off x="5946917" y="51946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A74637DD-8A2C-C1AD-EA4D-8F3C48B9AB27}"/>
              </a:ext>
            </a:extLst>
          </p:cNvPr>
          <p:cNvSpPr>
            <a:spLocks/>
          </p:cNvSpPr>
          <p:nvPr/>
        </p:nvSpPr>
        <p:spPr>
          <a:xfrm>
            <a:off x="5946917" y="5187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1DFBFE19-E24F-D728-7303-ACEBE29568C5}"/>
              </a:ext>
            </a:extLst>
          </p:cNvPr>
          <p:cNvSpPr>
            <a:spLocks/>
          </p:cNvSpPr>
          <p:nvPr/>
        </p:nvSpPr>
        <p:spPr>
          <a:xfrm>
            <a:off x="5946917" y="5180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7203E47F-EB3C-893D-38FB-66C5CC5E7080}"/>
              </a:ext>
            </a:extLst>
          </p:cNvPr>
          <p:cNvSpPr>
            <a:spLocks/>
          </p:cNvSpPr>
          <p:nvPr/>
        </p:nvSpPr>
        <p:spPr>
          <a:xfrm>
            <a:off x="5946917" y="5172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58041F5A-0928-C997-7BF5-DD3747A015ED}"/>
              </a:ext>
            </a:extLst>
          </p:cNvPr>
          <p:cNvSpPr>
            <a:spLocks/>
          </p:cNvSpPr>
          <p:nvPr/>
        </p:nvSpPr>
        <p:spPr>
          <a:xfrm>
            <a:off x="5946917" y="51653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C62F76E6-9E4B-97E6-1309-E2F09DEE8AF2}"/>
              </a:ext>
            </a:extLst>
          </p:cNvPr>
          <p:cNvSpPr>
            <a:spLocks/>
          </p:cNvSpPr>
          <p:nvPr/>
        </p:nvSpPr>
        <p:spPr>
          <a:xfrm>
            <a:off x="5946917" y="51580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7C3843E7-EFA5-2734-1FAB-6AD7AF2E0360}"/>
              </a:ext>
            </a:extLst>
          </p:cNvPr>
          <p:cNvSpPr>
            <a:spLocks/>
          </p:cNvSpPr>
          <p:nvPr/>
        </p:nvSpPr>
        <p:spPr>
          <a:xfrm>
            <a:off x="5946917" y="5150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714DB2D6-70B8-42F7-6082-7E30A160E3AA}"/>
              </a:ext>
            </a:extLst>
          </p:cNvPr>
          <p:cNvSpPr>
            <a:spLocks/>
          </p:cNvSpPr>
          <p:nvPr/>
        </p:nvSpPr>
        <p:spPr>
          <a:xfrm>
            <a:off x="5946917" y="5143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B835847B-5F10-B435-1653-70779C114AF3}"/>
              </a:ext>
            </a:extLst>
          </p:cNvPr>
          <p:cNvSpPr>
            <a:spLocks/>
          </p:cNvSpPr>
          <p:nvPr/>
        </p:nvSpPr>
        <p:spPr>
          <a:xfrm>
            <a:off x="5946917" y="5136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7FA1DEBB-C1CD-2AB6-77A2-3E4E1E6DF59C}"/>
              </a:ext>
            </a:extLst>
          </p:cNvPr>
          <p:cNvSpPr>
            <a:spLocks/>
          </p:cNvSpPr>
          <p:nvPr/>
        </p:nvSpPr>
        <p:spPr>
          <a:xfrm>
            <a:off x="5946917" y="51287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D6FC844F-081C-A433-C74A-FF6086C086DF}"/>
              </a:ext>
            </a:extLst>
          </p:cNvPr>
          <p:cNvSpPr>
            <a:spLocks/>
          </p:cNvSpPr>
          <p:nvPr/>
        </p:nvSpPr>
        <p:spPr>
          <a:xfrm>
            <a:off x="5946917" y="51214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EF37F2E2-DE5E-945D-AD14-726E950B7274}"/>
              </a:ext>
            </a:extLst>
          </p:cNvPr>
          <p:cNvSpPr>
            <a:spLocks/>
          </p:cNvSpPr>
          <p:nvPr/>
        </p:nvSpPr>
        <p:spPr>
          <a:xfrm>
            <a:off x="5946917" y="51141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1EC24971-84A2-712E-C912-BE83A0E4183D}"/>
              </a:ext>
            </a:extLst>
          </p:cNvPr>
          <p:cNvSpPr>
            <a:spLocks/>
          </p:cNvSpPr>
          <p:nvPr/>
        </p:nvSpPr>
        <p:spPr>
          <a:xfrm>
            <a:off x="5946917" y="5106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46459023-24BE-5226-48A6-D6A0A6B33CC5}"/>
              </a:ext>
            </a:extLst>
          </p:cNvPr>
          <p:cNvSpPr>
            <a:spLocks/>
          </p:cNvSpPr>
          <p:nvPr/>
        </p:nvSpPr>
        <p:spPr>
          <a:xfrm>
            <a:off x="5946917" y="5099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CE708D73-9280-DCAD-77CF-17387F1B5FD8}"/>
              </a:ext>
            </a:extLst>
          </p:cNvPr>
          <p:cNvSpPr>
            <a:spLocks/>
          </p:cNvSpPr>
          <p:nvPr/>
        </p:nvSpPr>
        <p:spPr>
          <a:xfrm>
            <a:off x="5946917" y="5092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52EE0B45-3EC1-F2BB-F7BC-FC3A6552599A}"/>
              </a:ext>
            </a:extLst>
          </p:cNvPr>
          <p:cNvSpPr>
            <a:spLocks/>
          </p:cNvSpPr>
          <p:nvPr/>
        </p:nvSpPr>
        <p:spPr>
          <a:xfrm>
            <a:off x="5946917" y="50848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B53E0E94-23E4-15EA-ADCA-427030032B85}"/>
              </a:ext>
            </a:extLst>
          </p:cNvPr>
          <p:cNvSpPr>
            <a:spLocks/>
          </p:cNvSpPr>
          <p:nvPr/>
        </p:nvSpPr>
        <p:spPr>
          <a:xfrm>
            <a:off x="5946917" y="50775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9ECEC5CB-B029-1D7F-A98F-C950ECECE4A3}"/>
              </a:ext>
            </a:extLst>
          </p:cNvPr>
          <p:cNvSpPr>
            <a:spLocks/>
          </p:cNvSpPr>
          <p:nvPr/>
        </p:nvSpPr>
        <p:spPr>
          <a:xfrm>
            <a:off x="5946917" y="5070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58AED89B-146E-6CC4-EED0-2051536182ED}"/>
              </a:ext>
            </a:extLst>
          </p:cNvPr>
          <p:cNvSpPr>
            <a:spLocks/>
          </p:cNvSpPr>
          <p:nvPr/>
        </p:nvSpPr>
        <p:spPr>
          <a:xfrm>
            <a:off x="5946917" y="5062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E94B0CFB-9D73-64AB-A24B-FB00DD74DA21}"/>
              </a:ext>
            </a:extLst>
          </p:cNvPr>
          <p:cNvSpPr>
            <a:spLocks/>
          </p:cNvSpPr>
          <p:nvPr/>
        </p:nvSpPr>
        <p:spPr>
          <a:xfrm>
            <a:off x="5946917" y="5055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AC2DD24B-2963-A0BF-69B8-E0C5E28DDF34}"/>
              </a:ext>
            </a:extLst>
          </p:cNvPr>
          <p:cNvSpPr>
            <a:spLocks/>
          </p:cNvSpPr>
          <p:nvPr/>
        </p:nvSpPr>
        <p:spPr>
          <a:xfrm>
            <a:off x="5946917" y="50482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FE03AF31-6B35-95F3-198B-619CB7B367D7}"/>
              </a:ext>
            </a:extLst>
          </p:cNvPr>
          <p:cNvSpPr>
            <a:spLocks/>
          </p:cNvSpPr>
          <p:nvPr/>
        </p:nvSpPr>
        <p:spPr>
          <a:xfrm>
            <a:off x="5946917" y="50408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A3B01F8A-1794-773E-BC5C-878FB119DA1F}"/>
              </a:ext>
            </a:extLst>
          </p:cNvPr>
          <p:cNvSpPr>
            <a:spLocks/>
          </p:cNvSpPr>
          <p:nvPr/>
        </p:nvSpPr>
        <p:spPr>
          <a:xfrm>
            <a:off x="5946917" y="5033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69D83312-C471-EB54-9EBE-6298358C320D}"/>
              </a:ext>
            </a:extLst>
          </p:cNvPr>
          <p:cNvSpPr>
            <a:spLocks/>
          </p:cNvSpPr>
          <p:nvPr/>
        </p:nvSpPr>
        <p:spPr>
          <a:xfrm>
            <a:off x="5946917" y="5026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FF8A0EDD-6E49-6541-C67F-142D1E46D9AA}"/>
              </a:ext>
            </a:extLst>
          </p:cNvPr>
          <p:cNvSpPr>
            <a:spLocks/>
          </p:cNvSpPr>
          <p:nvPr/>
        </p:nvSpPr>
        <p:spPr>
          <a:xfrm>
            <a:off x="5946917" y="5018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C5A8D313-6519-FFD4-FAA3-FBEC93D546FA}"/>
              </a:ext>
            </a:extLst>
          </p:cNvPr>
          <p:cNvSpPr>
            <a:spLocks/>
          </p:cNvSpPr>
          <p:nvPr/>
        </p:nvSpPr>
        <p:spPr>
          <a:xfrm>
            <a:off x="5946917" y="50116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B86E7B1F-6534-1EA9-AAB1-98197243FB14}"/>
              </a:ext>
            </a:extLst>
          </p:cNvPr>
          <p:cNvSpPr>
            <a:spLocks/>
          </p:cNvSpPr>
          <p:nvPr/>
        </p:nvSpPr>
        <p:spPr>
          <a:xfrm>
            <a:off x="5946917" y="50042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C220237F-7219-6B28-EC60-C82AA0404E99}"/>
              </a:ext>
            </a:extLst>
          </p:cNvPr>
          <p:cNvSpPr>
            <a:spLocks/>
          </p:cNvSpPr>
          <p:nvPr/>
        </p:nvSpPr>
        <p:spPr>
          <a:xfrm>
            <a:off x="5946917" y="49969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042A58E-6371-DE49-E2ED-283AD702B17C}"/>
              </a:ext>
            </a:extLst>
          </p:cNvPr>
          <p:cNvSpPr>
            <a:spLocks/>
          </p:cNvSpPr>
          <p:nvPr/>
        </p:nvSpPr>
        <p:spPr>
          <a:xfrm>
            <a:off x="5946917" y="4989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B3EA3732-D245-9060-DFA9-C235F255BBB4}"/>
              </a:ext>
            </a:extLst>
          </p:cNvPr>
          <p:cNvSpPr>
            <a:spLocks/>
          </p:cNvSpPr>
          <p:nvPr/>
        </p:nvSpPr>
        <p:spPr>
          <a:xfrm>
            <a:off x="5946917" y="4982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6C005EAC-E467-F336-4BF7-5357BEBD6CFF}"/>
              </a:ext>
            </a:extLst>
          </p:cNvPr>
          <p:cNvSpPr>
            <a:spLocks/>
          </p:cNvSpPr>
          <p:nvPr/>
        </p:nvSpPr>
        <p:spPr>
          <a:xfrm>
            <a:off x="5946917" y="4975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1F0D5821-84FE-5F5B-AA5B-7486C5B65427}"/>
              </a:ext>
            </a:extLst>
          </p:cNvPr>
          <p:cNvSpPr>
            <a:spLocks/>
          </p:cNvSpPr>
          <p:nvPr/>
        </p:nvSpPr>
        <p:spPr>
          <a:xfrm>
            <a:off x="5946917" y="49676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645CFCE6-6440-F063-4221-65D7C00AE279}"/>
              </a:ext>
            </a:extLst>
          </p:cNvPr>
          <p:cNvSpPr>
            <a:spLocks/>
          </p:cNvSpPr>
          <p:nvPr/>
        </p:nvSpPr>
        <p:spPr>
          <a:xfrm>
            <a:off x="5946917" y="49603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64224FC7-02AE-F35B-92E6-49060AE5256F}"/>
              </a:ext>
            </a:extLst>
          </p:cNvPr>
          <p:cNvSpPr>
            <a:spLocks/>
          </p:cNvSpPr>
          <p:nvPr/>
        </p:nvSpPr>
        <p:spPr>
          <a:xfrm>
            <a:off x="5946917" y="4953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110E9122-A4C4-DFD5-506C-9355547734D7}"/>
              </a:ext>
            </a:extLst>
          </p:cNvPr>
          <p:cNvSpPr>
            <a:spLocks/>
          </p:cNvSpPr>
          <p:nvPr/>
        </p:nvSpPr>
        <p:spPr>
          <a:xfrm>
            <a:off x="5946917" y="4945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5E91069A-B24B-7A52-09C5-8CD0958E799A}"/>
              </a:ext>
            </a:extLst>
          </p:cNvPr>
          <p:cNvSpPr>
            <a:spLocks/>
          </p:cNvSpPr>
          <p:nvPr/>
        </p:nvSpPr>
        <p:spPr>
          <a:xfrm>
            <a:off x="5946917" y="4938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B0FD0DEB-4B0C-E7FC-66C3-5D99E585F196}"/>
              </a:ext>
            </a:extLst>
          </p:cNvPr>
          <p:cNvSpPr>
            <a:spLocks/>
          </p:cNvSpPr>
          <p:nvPr/>
        </p:nvSpPr>
        <p:spPr>
          <a:xfrm>
            <a:off x="5946917" y="49310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32045A50-38DB-F5ED-E7B6-8D686CC0ACDF}"/>
              </a:ext>
            </a:extLst>
          </p:cNvPr>
          <p:cNvSpPr>
            <a:spLocks/>
          </p:cNvSpPr>
          <p:nvPr/>
        </p:nvSpPr>
        <p:spPr>
          <a:xfrm>
            <a:off x="5946917" y="49237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6F8F6B8A-3222-19B2-73CB-AC6BEA6BD7EA}"/>
              </a:ext>
            </a:extLst>
          </p:cNvPr>
          <p:cNvSpPr>
            <a:spLocks/>
          </p:cNvSpPr>
          <p:nvPr/>
        </p:nvSpPr>
        <p:spPr>
          <a:xfrm>
            <a:off x="5946917" y="4916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98594070-9D5A-0D2F-86BF-785FCC5BA875}"/>
              </a:ext>
            </a:extLst>
          </p:cNvPr>
          <p:cNvSpPr>
            <a:spLocks/>
          </p:cNvSpPr>
          <p:nvPr/>
        </p:nvSpPr>
        <p:spPr>
          <a:xfrm>
            <a:off x="5946917" y="4909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8718707D-B64D-9EC2-57B0-EE3A60B52BC7}"/>
              </a:ext>
            </a:extLst>
          </p:cNvPr>
          <p:cNvSpPr>
            <a:spLocks/>
          </p:cNvSpPr>
          <p:nvPr/>
        </p:nvSpPr>
        <p:spPr>
          <a:xfrm>
            <a:off x="5946917" y="4901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24E9FDD8-AE75-E825-5B47-D8FD8875535E}"/>
              </a:ext>
            </a:extLst>
          </p:cNvPr>
          <p:cNvSpPr>
            <a:spLocks/>
          </p:cNvSpPr>
          <p:nvPr/>
        </p:nvSpPr>
        <p:spPr>
          <a:xfrm>
            <a:off x="5946917" y="48944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7C181F90-8AB3-2368-151B-44087A87FDA6}"/>
              </a:ext>
            </a:extLst>
          </p:cNvPr>
          <p:cNvSpPr>
            <a:spLocks/>
          </p:cNvSpPr>
          <p:nvPr/>
        </p:nvSpPr>
        <p:spPr>
          <a:xfrm>
            <a:off x="5946917" y="48871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0E491741-6CF1-89A2-C24C-C85AE5ABF45D}"/>
              </a:ext>
            </a:extLst>
          </p:cNvPr>
          <p:cNvSpPr>
            <a:spLocks/>
          </p:cNvSpPr>
          <p:nvPr/>
        </p:nvSpPr>
        <p:spPr>
          <a:xfrm>
            <a:off x="5946917" y="48798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8586E5F4-7747-1EBA-05F1-3B3C2D8646E9}"/>
              </a:ext>
            </a:extLst>
          </p:cNvPr>
          <p:cNvSpPr>
            <a:spLocks/>
          </p:cNvSpPr>
          <p:nvPr/>
        </p:nvSpPr>
        <p:spPr>
          <a:xfrm>
            <a:off x="5946917" y="4872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2C8AAE30-8066-117E-E1EE-60B992DF4479}"/>
              </a:ext>
            </a:extLst>
          </p:cNvPr>
          <p:cNvSpPr>
            <a:spLocks/>
          </p:cNvSpPr>
          <p:nvPr/>
        </p:nvSpPr>
        <p:spPr>
          <a:xfrm>
            <a:off x="5946917" y="4865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80035AD6-7EA4-0B57-688B-C7BC9BAB3DDE}"/>
              </a:ext>
            </a:extLst>
          </p:cNvPr>
          <p:cNvSpPr>
            <a:spLocks/>
          </p:cNvSpPr>
          <p:nvPr/>
        </p:nvSpPr>
        <p:spPr>
          <a:xfrm>
            <a:off x="5946917" y="4857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69B4A7B5-D804-025D-CB36-5FD360ABB378}"/>
              </a:ext>
            </a:extLst>
          </p:cNvPr>
          <p:cNvSpPr>
            <a:spLocks/>
          </p:cNvSpPr>
          <p:nvPr/>
        </p:nvSpPr>
        <p:spPr>
          <a:xfrm>
            <a:off x="5946917" y="48505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2116364-8033-51CE-DA7F-18BE3067161C}"/>
              </a:ext>
            </a:extLst>
          </p:cNvPr>
          <p:cNvSpPr>
            <a:spLocks/>
          </p:cNvSpPr>
          <p:nvPr/>
        </p:nvSpPr>
        <p:spPr>
          <a:xfrm>
            <a:off x="5946917" y="48432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137F655F-2256-A2D8-2172-C3F97B5D65C2}"/>
              </a:ext>
            </a:extLst>
          </p:cNvPr>
          <p:cNvSpPr>
            <a:spLocks/>
          </p:cNvSpPr>
          <p:nvPr/>
        </p:nvSpPr>
        <p:spPr>
          <a:xfrm>
            <a:off x="5946917" y="4835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6B807D5F-B462-F52C-36DD-19731B4A2E14}"/>
              </a:ext>
            </a:extLst>
          </p:cNvPr>
          <p:cNvSpPr>
            <a:spLocks/>
          </p:cNvSpPr>
          <p:nvPr/>
        </p:nvSpPr>
        <p:spPr>
          <a:xfrm>
            <a:off x="5946917" y="4828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6F49F197-5B61-DBAC-2CB2-5EABEA83E4D2}"/>
              </a:ext>
            </a:extLst>
          </p:cNvPr>
          <p:cNvSpPr>
            <a:spLocks/>
          </p:cNvSpPr>
          <p:nvPr/>
        </p:nvSpPr>
        <p:spPr>
          <a:xfrm>
            <a:off x="5946917" y="4821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3CAE6804-3AA7-25AC-954A-1F205EDE712E}"/>
              </a:ext>
            </a:extLst>
          </p:cNvPr>
          <p:cNvSpPr>
            <a:spLocks/>
          </p:cNvSpPr>
          <p:nvPr/>
        </p:nvSpPr>
        <p:spPr>
          <a:xfrm>
            <a:off x="5946917" y="48139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73655935-1610-6FF8-B653-597F1071AA4D}"/>
              </a:ext>
            </a:extLst>
          </p:cNvPr>
          <p:cNvSpPr>
            <a:spLocks/>
          </p:cNvSpPr>
          <p:nvPr/>
        </p:nvSpPr>
        <p:spPr>
          <a:xfrm>
            <a:off x="5946917" y="48066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B5DBC9B0-DE66-AF87-DE02-8B6A7EB8D6AB}"/>
              </a:ext>
            </a:extLst>
          </p:cNvPr>
          <p:cNvSpPr>
            <a:spLocks/>
          </p:cNvSpPr>
          <p:nvPr/>
        </p:nvSpPr>
        <p:spPr>
          <a:xfrm>
            <a:off x="5946917" y="4799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E3EA31B0-F7C1-103E-1D82-ED233EE18488}"/>
              </a:ext>
            </a:extLst>
          </p:cNvPr>
          <p:cNvSpPr>
            <a:spLocks/>
          </p:cNvSpPr>
          <p:nvPr/>
        </p:nvSpPr>
        <p:spPr>
          <a:xfrm>
            <a:off x="5946917" y="4791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FC6FDACA-2F69-E13A-8CB3-E6F9CB8B9AAC}"/>
              </a:ext>
            </a:extLst>
          </p:cNvPr>
          <p:cNvSpPr>
            <a:spLocks/>
          </p:cNvSpPr>
          <p:nvPr/>
        </p:nvSpPr>
        <p:spPr>
          <a:xfrm>
            <a:off x="5946917" y="4784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3F59500B-232C-E37B-41F8-EA49438FF742}"/>
              </a:ext>
            </a:extLst>
          </p:cNvPr>
          <p:cNvSpPr>
            <a:spLocks/>
          </p:cNvSpPr>
          <p:nvPr/>
        </p:nvSpPr>
        <p:spPr>
          <a:xfrm>
            <a:off x="5946917" y="47773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677F9932-B55C-1043-4F44-1022286F3DF2}"/>
              </a:ext>
            </a:extLst>
          </p:cNvPr>
          <p:cNvSpPr>
            <a:spLocks/>
          </p:cNvSpPr>
          <p:nvPr/>
        </p:nvSpPr>
        <p:spPr>
          <a:xfrm>
            <a:off x="5946917" y="47699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3252C82D-ECFA-366E-1098-22F4C4873BC5}"/>
              </a:ext>
            </a:extLst>
          </p:cNvPr>
          <p:cNvSpPr>
            <a:spLocks/>
          </p:cNvSpPr>
          <p:nvPr/>
        </p:nvSpPr>
        <p:spPr>
          <a:xfrm>
            <a:off x="5946917" y="47626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32F4030-B26C-D63D-26C2-BED931FAA6D8}"/>
              </a:ext>
            </a:extLst>
          </p:cNvPr>
          <p:cNvSpPr>
            <a:spLocks/>
          </p:cNvSpPr>
          <p:nvPr/>
        </p:nvSpPr>
        <p:spPr>
          <a:xfrm>
            <a:off x="5946917" y="4755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6102864-A6A3-372E-A3FF-9F4934AB09B0}"/>
              </a:ext>
            </a:extLst>
          </p:cNvPr>
          <p:cNvSpPr>
            <a:spLocks/>
          </p:cNvSpPr>
          <p:nvPr/>
        </p:nvSpPr>
        <p:spPr>
          <a:xfrm>
            <a:off x="5946917" y="4748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FEF82721-8DEE-0BA4-8297-3E789555353C}"/>
              </a:ext>
            </a:extLst>
          </p:cNvPr>
          <p:cNvSpPr>
            <a:spLocks/>
          </p:cNvSpPr>
          <p:nvPr/>
        </p:nvSpPr>
        <p:spPr>
          <a:xfrm>
            <a:off x="5946917" y="4740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05E41365-D042-2C5E-6E0E-351E1BC9A3AC}"/>
              </a:ext>
            </a:extLst>
          </p:cNvPr>
          <p:cNvSpPr>
            <a:spLocks/>
          </p:cNvSpPr>
          <p:nvPr/>
        </p:nvSpPr>
        <p:spPr>
          <a:xfrm>
            <a:off x="5946917" y="47333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1E6A36A7-A895-1767-4EEC-D123551C3E27}"/>
              </a:ext>
            </a:extLst>
          </p:cNvPr>
          <p:cNvSpPr>
            <a:spLocks/>
          </p:cNvSpPr>
          <p:nvPr/>
        </p:nvSpPr>
        <p:spPr>
          <a:xfrm>
            <a:off x="5946917" y="47260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7CE4AE26-7F5B-24B2-D5DB-37BABDF07D00}"/>
              </a:ext>
            </a:extLst>
          </p:cNvPr>
          <p:cNvSpPr>
            <a:spLocks/>
          </p:cNvSpPr>
          <p:nvPr/>
        </p:nvSpPr>
        <p:spPr>
          <a:xfrm>
            <a:off x="5946917" y="4718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DEE7FD40-675F-2F9D-7886-4CD5FC75366B}"/>
              </a:ext>
            </a:extLst>
          </p:cNvPr>
          <p:cNvSpPr>
            <a:spLocks/>
          </p:cNvSpPr>
          <p:nvPr/>
        </p:nvSpPr>
        <p:spPr>
          <a:xfrm>
            <a:off x="5946917" y="4711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0028C8E3-1FCB-D0E3-0238-D035303002AD}"/>
              </a:ext>
            </a:extLst>
          </p:cNvPr>
          <p:cNvSpPr>
            <a:spLocks/>
          </p:cNvSpPr>
          <p:nvPr/>
        </p:nvSpPr>
        <p:spPr>
          <a:xfrm>
            <a:off x="5946917" y="4704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FBF7F5D8-A2AF-DC39-0163-386DDED8DACD}"/>
              </a:ext>
            </a:extLst>
          </p:cNvPr>
          <p:cNvSpPr>
            <a:spLocks/>
          </p:cNvSpPr>
          <p:nvPr/>
        </p:nvSpPr>
        <p:spPr>
          <a:xfrm>
            <a:off x="5946917" y="46967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DB0688FD-529B-47A3-99A4-D319CCFE6719}"/>
              </a:ext>
            </a:extLst>
          </p:cNvPr>
          <p:cNvSpPr>
            <a:spLocks/>
          </p:cNvSpPr>
          <p:nvPr/>
        </p:nvSpPr>
        <p:spPr>
          <a:xfrm>
            <a:off x="5946917" y="46894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498A66F8-251F-C6C1-04D6-456D53811032}"/>
              </a:ext>
            </a:extLst>
          </p:cNvPr>
          <p:cNvSpPr>
            <a:spLocks/>
          </p:cNvSpPr>
          <p:nvPr/>
        </p:nvSpPr>
        <p:spPr>
          <a:xfrm>
            <a:off x="5946917" y="4682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9DE82484-E683-A1D3-244A-927B54586B55}"/>
              </a:ext>
            </a:extLst>
          </p:cNvPr>
          <p:cNvSpPr>
            <a:spLocks/>
          </p:cNvSpPr>
          <p:nvPr/>
        </p:nvSpPr>
        <p:spPr>
          <a:xfrm>
            <a:off x="5946917" y="46748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F7433F63-6781-FE01-439A-2CB8248F6051}"/>
              </a:ext>
            </a:extLst>
          </p:cNvPr>
          <p:cNvSpPr>
            <a:spLocks/>
          </p:cNvSpPr>
          <p:nvPr/>
        </p:nvSpPr>
        <p:spPr>
          <a:xfrm>
            <a:off x="5946917" y="46674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43F00CC4-950F-9B26-F2AE-D993FD6DBE81}"/>
              </a:ext>
            </a:extLst>
          </p:cNvPr>
          <p:cNvSpPr>
            <a:spLocks/>
          </p:cNvSpPr>
          <p:nvPr/>
        </p:nvSpPr>
        <p:spPr>
          <a:xfrm>
            <a:off x="5946917" y="46601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34F85C89-DB35-A7F5-8E3E-446CA53CF6D6}"/>
              </a:ext>
            </a:extLst>
          </p:cNvPr>
          <p:cNvSpPr>
            <a:spLocks/>
          </p:cNvSpPr>
          <p:nvPr/>
        </p:nvSpPr>
        <p:spPr>
          <a:xfrm>
            <a:off x="5946917" y="46528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E9843D4A-31CF-313B-1ED5-50990A339170}"/>
              </a:ext>
            </a:extLst>
          </p:cNvPr>
          <p:cNvSpPr>
            <a:spLocks/>
          </p:cNvSpPr>
          <p:nvPr/>
        </p:nvSpPr>
        <p:spPr>
          <a:xfrm>
            <a:off x="5946917" y="46455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E0F45F01-7F98-C29B-1970-63F1E6172589}"/>
              </a:ext>
            </a:extLst>
          </p:cNvPr>
          <p:cNvSpPr>
            <a:spLocks/>
          </p:cNvSpPr>
          <p:nvPr/>
        </p:nvSpPr>
        <p:spPr>
          <a:xfrm>
            <a:off x="5946917" y="46381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2434909D-40A2-5787-8197-457F558CB02B}"/>
              </a:ext>
            </a:extLst>
          </p:cNvPr>
          <p:cNvSpPr>
            <a:spLocks/>
          </p:cNvSpPr>
          <p:nvPr/>
        </p:nvSpPr>
        <p:spPr>
          <a:xfrm>
            <a:off x="5946917" y="46308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3D665611-3EA0-4394-02AB-476D01DA39C4}"/>
              </a:ext>
            </a:extLst>
          </p:cNvPr>
          <p:cNvSpPr>
            <a:spLocks/>
          </p:cNvSpPr>
          <p:nvPr/>
        </p:nvSpPr>
        <p:spPr>
          <a:xfrm>
            <a:off x="5946917" y="46235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69AF57CC-5EFE-E502-B8B0-D7F95A287942}"/>
              </a:ext>
            </a:extLst>
          </p:cNvPr>
          <p:cNvSpPr>
            <a:spLocks/>
          </p:cNvSpPr>
          <p:nvPr/>
        </p:nvSpPr>
        <p:spPr>
          <a:xfrm>
            <a:off x="5946917" y="46162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AB85EEE3-37E7-12B3-0EDE-E48CCA6AA739}"/>
              </a:ext>
            </a:extLst>
          </p:cNvPr>
          <p:cNvSpPr>
            <a:spLocks/>
          </p:cNvSpPr>
          <p:nvPr/>
        </p:nvSpPr>
        <p:spPr>
          <a:xfrm>
            <a:off x="5946917" y="46089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368D8473-28AC-028A-1EDC-D93D4980129C}"/>
              </a:ext>
            </a:extLst>
          </p:cNvPr>
          <p:cNvSpPr>
            <a:spLocks/>
          </p:cNvSpPr>
          <p:nvPr/>
        </p:nvSpPr>
        <p:spPr>
          <a:xfrm>
            <a:off x="5946917" y="46015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A8D89B17-1DC1-4877-15DC-B53FFBEF985A}"/>
              </a:ext>
            </a:extLst>
          </p:cNvPr>
          <p:cNvSpPr>
            <a:spLocks/>
          </p:cNvSpPr>
          <p:nvPr/>
        </p:nvSpPr>
        <p:spPr>
          <a:xfrm>
            <a:off x="5946917" y="45942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5F6DCEEB-A26F-E041-C5A7-70B3664E8C25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1F3894FB-B8C4-9916-DAB1-933A6B2A4819}"/>
              </a:ext>
            </a:extLst>
          </p:cNvPr>
          <p:cNvSpPr>
            <a:spLocks/>
          </p:cNvSpPr>
          <p:nvPr/>
        </p:nvSpPr>
        <p:spPr>
          <a:xfrm>
            <a:off x="6037404" y="64613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AA312313-614C-8B4C-6411-21D7763ACD6B}"/>
              </a:ext>
            </a:extLst>
          </p:cNvPr>
          <p:cNvSpPr>
            <a:spLocks/>
          </p:cNvSpPr>
          <p:nvPr/>
        </p:nvSpPr>
        <p:spPr>
          <a:xfrm>
            <a:off x="6134944" y="64046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7BBCA1F4-8265-0B71-D80B-DC25E8CA4BC2}"/>
              </a:ext>
            </a:extLst>
          </p:cNvPr>
          <p:cNvSpPr>
            <a:spLocks/>
          </p:cNvSpPr>
          <p:nvPr/>
        </p:nvSpPr>
        <p:spPr>
          <a:xfrm>
            <a:off x="6037404" y="583653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F6BA9ACB-12D7-95C6-0D8F-B14BBFB73FB6}"/>
              </a:ext>
            </a:extLst>
          </p:cNvPr>
          <p:cNvSpPr>
            <a:spLocks/>
          </p:cNvSpPr>
          <p:nvPr/>
        </p:nvSpPr>
        <p:spPr>
          <a:xfrm>
            <a:off x="6134944" y="577988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2FD03850-C437-4124-D64A-64338952DCA3}"/>
              </a:ext>
            </a:extLst>
          </p:cNvPr>
          <p:cNvSpPr>
            <a:spLocks/>
          </p:cNvSpPr>
          <p:nvPr/>
        </p:nvSpPr>
        <p:spPr>
          <a:xfrm>
            <a:off x="6037404" y="521174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D579B3BD-DDED-B439-EDC8-2205EBA44C19}"/>
              </a:ext>
            </a:extLst>
          </p:cNvPr>
          <p:cNvSpPr>
            <a:spLocks/>
          </p:cNvSpPr>
          <p:nvPr/>
        </p:nvSpPr>
        <p:spPr>
          <a:xfrm>
            <a:off x="6134944" y="515508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CE229AE7-7CBC-D2C7-45CB-7D1AAE596617}"/>
              </a:ext>
            </a:extLst>
          </p:cNvPr>
          <p:cNvSpPr>
            <a:spLocks/>
          </p:cNvSpPr>
          <p:nvPr/>
        </p:nvSpPr>
        <p:spPr>
          <a:xfrm>
            <a:off x="6037404" y="458694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2E3D62FB-59CA-EE56-E994-74FA9C06EACC}"/>
              </a:ext>
            </a:extLst>
          </p:cNvPr>
          <p:cNvSpPr>
            <a:spLocks/>
          </p:cNvSpPr>
          <p:nvPr/>
        </p:nvSpPr>
        <p:spPr>
          <a:xfrm>
            <a:off x="6134944" y="453029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98FBE801-87AA-C9F0-E889-C44F7C953375}"/>
              </a:ext>
            </a:extLst>
          </p:cNvPr>
          <p:cNvSpPr>
            <a:spLocks/>
          </p:cNvSpPr>
          <p:nvPr/>
        </p:nvSpPr>
        <p:spPr>
          <a:xfrm rot="-5400000">
            <a:off x="5933461" y="544322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8D3AD73D-EC81-ABE0-E130-FC7E27C01E97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B9AB2DDF-DE4C-6DD2-737D-E2798DE63575}"/>
              </a:ext>
            </a:extLst>
          </p:cNvPr>
          <p:cNvSpPr>
            <a:spLocks/>
          </p:cNvSpPr>
          <p:nvPr/>
        </p:nvSpPr>
        <p:spPr>
          <a:xfrm>
            <a:off x="738089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3EBAB39C-FAA0-8E1E-21F0-AA4EE50A9A94}"/>
              </a:ext>
            </a:extLst>
          </p:cNvPr>
          <p:cNvSpPr>
            <a:spLocks/>
          </p:cNvSpPr>
          <p:nvPr/>
        </p:nvSpPr>
        <p:spPr>
          <a:xfrm>
            <a:off x="702079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79A3BE5B-77DA-6D20-5DF1-B010AC83B00A}"/>
              </a:ext>
            </a:extLst>
          </p:cNvPr>
          <p:cNvSpPr>
            <a:spLocks/>
          </p:cNvSpPr>
          <p:nvPr/>
        </p:nvSpPr>
        <p:spPr>
          <a:xfrm>
            <a:off x="7144846" y="672496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09ADBDD8-1CCE-03AB-CEE5-63B7D66011BF}"/>
              </a:ext>
            </a:extLst>
          </p:cNvPr>
          <p:cNvSpPr>
            <a:spLocks/>
          </p:cNvSpPr>
          <p:nvPr/>
        </p:nvSpPr>
        <p:spPr>
          <a:xfrm>
            <a:off x="841940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A6109E27-5DC6-1EEF-0A56-DFD65E139397}"/>
              </a:ext>
            </a:extLst>
          </p:cNvPr>
          <p:cNvSpPr>
            <a:spLocks/>
          </p:cNvSpPr>
          <p:nvPr/>
        </p:nvSpPr>
        <p:spPr>
          <a:xfrm>
            <a:off x="805930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C4844EBE-D303-52A5-FE92-3C710EF69D42}"/>
              </a:ext>
            </a:extLst>
          </p:cNvPr>
          <p:cNvSpPr>
            <a:spLocks/>
          </p:cNvSpPr>
          <p:nvPr/>
        </p:nvSpPr>
        <p:spPr>
          <a:xfrm>
            <a:off x="8278504" y="672496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89062F6-BB7A-A64B-57E9-B61E856CF6DA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09631821-A4DE-2B1D-82B6-F488D3D57A14}"/>
              </a:ext>
            </a:extLst>
          </p:cNvPr>
          <p:cNvSpPr>
            <a:spLocks/>
          </p:cNvSpPr>
          <p:nvPr/>
        </p:nvSpPr>
        <p:spPr>
          <a:xfrm>
            <a:off x="6918626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2D9C1BA4-C874-38C8-AB14-B56598924700}"/>
              </a:ext>
            </a:extLst>
          </p:cNvPr>
          <p:cNvSpPr>
            <a:spLocks/>
          </p:cNvSpPr>
          <p:nvPr/>
        </p:nvSpPr>
        <p:spPr>
          <a:xfrm>
            <a:off x="6694903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73621E59-7F15-24B0-DFFB-0E3C9E5ABB97}"/>
              </a:ext>
            </a:extLst>
          </p:cNvPr>
          <p:cNvSpPr>
            <a:spLocks/>
          </p:cNvSpPr>
          <p:nvPr/>
        </p:nvSpPr>
        <p:spPr>
          <a:xfrm>
            <a:off x="6962962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1A49660C-7E47-4CDE-AD87-BF36E722B458}"/>
              </a:ext>
            </a:extLst>
          </p:cNvPr>
          <p:cNvSpPr>
            <a:spLocks/>
          </p:cNvSpPr>
          <p:nvPr/>
        </p:nvSpPr>
        <p:spPr>
          <a:xfrm>
            <a:off x="6918626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E01185FD-4181-CE2C-D968-A7796FE46A3A}"/>
              </a:ext>
            </a:extLst>
          </p:cNvPr>
          <p:cNvSpPr>
            <a:spLocks/>
          </p:cNvSpPr>
          <p:nvPr/>
        </p:nvSpPr>
        <p:spPr>
          <a:xfrm>
            <a:off x="6694903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9F87894-A09C-7DF1-06ED-F5BD37D99746}"/>
              </a:ext>
            </a:extLst>
          </p:cNvPr>
          <p:cNvSpPr>
            <a:spLocks/>
          </p:cNvSpPr>
          <p:nvPr/>
        </p:nvSpPr>
        <p:spPr>
          <a:xfrm>
            <a:off x="6962962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4A06091A-04CF-3C7C-05C5-6C1BECCC5995}"/>
              </a:ext>
            </a:extLst>
          </p:cNvPr>
          <p:cNvSpPr>
            <a:spLocks/>
          </p:cNvSpPr>
          <p:nvPr/>
        </p:nvSpPr>
        <p:spPr>
          <a:xfrm>
            <a:off x="6918626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B38E8179-AB31-86D5-63F4-A0C9D822AABF}"/>
              </a:ext>
            </a:extLst>
          </p:cNvPr>
          <p:cNvSpPr>
            <a:spLocks/>
          </p:cNvSpPr>
          <p:nvPr/>
        </p:nvSpPr>
        <p:spPr>
          <a:xfrm>
            <a:off x="6694903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C4D53AC0-8FD6-3CBD-5437-B9F1A6950BD0}"/>
              </a:ext>
            </a:extLst>
          </p:cNvPr>
          <p:cNvSpPr>
            <a:spLocks/>
          </p:cNvSpPr>
          <p:nvPr/>
        </p:nvSpPr>
        <p:spPr>
          <a:xfrm rot="-5400000">
            <a:off x="6459563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0EF39297-2A75-E953-FA6F-47C3FA034A74}"/>
              </a:ext>
            </a:extLst>
          </p:cNvPr>
          <p:cNvSpPr>
            <a:spLocks/>
          </p:cNvSpPr>
          <p:nvPr/>
        </p:nvSpPr>
        <p:spPr>
          <a:xfrm>
            <a:off x="70338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80507988-8CB9-8681-91C2-A45E8D45E41F}"/>
              </a:ext>
            </a:extLst>
          </p:cNvPr>
          <p:cNvSpPr>
            <a:spLocks/>
          </p:cNvSpPr>
          <p:nvPr/>
        </p:nvSpPr>
        <p:spPr>
          <a:xfrm>
            <a:off x="728718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F36F8B38-4CDD-06B6-8732-49A1E24D35A9}"/>
              </a:ext>
            </a:extLst>
          </p:cNvPr>
          <p:cNvSpPr>
            <a:spLocks/>
          </p:cNvSpPr>
          <p:nvPr/>
        </p:nvSpPr>
        <p:spPr>
          <a:xfrm>
            <a:off x="754047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1D4C82CB-1C2B-5E9F-256A-23E675228E13}"/>
              </a:ext>
            </a:extLst>
          </p:cNvPr>
          <p:cNvSpPr>
            <a:spLocks/>
          </p:cNvSpPr>
          <p:nvPr/>
        </p:nvSpPr>
        <p:spPr>
          <a:xfrm>
            <a:off x="807239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A7AE48EF-7988-7716-2EC3-4757774682C9}"/>
              </a:ext>
            </a:extLst>
          </p:cNvPr>
          <p:cNvSpPr>
            <a:spLocks/>
          </p:cNvSpPr>
          <p:nvPr/>
        </p:nvSpPr>
        <p:spPr>
          <a:xfrm>
            <a:off x="832569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5EA59863-E637-0DCB-3FB1-7A960023EFCC}"/>
              </a:ext>
            </a:extLst>
          </p:cNvPr>
          <p:cNvSpPr>
            <a:spLocks/>
          </p:cNvSpPr>
          <p:nvPr/>
        </p:nvSpPr>
        <p:spPr>
          <a:xfrm>
            <a:off x="85789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66FA8B48-677F-79C0-9044-3FD8A895CDBC}"/>
              </a:ext>
            </a:extLst>
          </p:cNvPr>
          <p:cNvSpPr>
            <a:spLocks/>
          </p:cNvSpPr>
          <p:nvPr/>
        </p:nvSpPr>
        <p:spPr>
          <a:xfrm>
            <a:off x="716430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A2921CF4-446A-4E71-7108-20F658965547}"/>
              </a:ext>
            </a:extLst>
          </p:cNvPr>
          <p:cNvSpPr>
            <a:spLocks/>
          </p:cNvSpPr>
          <p:nvPr/>
        </p:nvSpPr>
        <p:spPr>
          <a:xfrm>
            <a:off x="7131535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AE931782-DA30-15E3-49F8-14CB0CEE72F1}"/>
              </a:ext>
            </a:extLst>
          </p:cNvPr>
          <p:cNvSpPr>
            <a:spLocks/>
          </p:cNvSpPr>
          <p:nvPr/>
        </p:nvSpPr>
        <p:spPr>
          <a:xfrm>
            <a:off x="705369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CEB24E6A-1F7C-DADC-4F95-8363C2B558B3}"/>
              </a:ext>
            </a:extLst>
          </p:cNvPr>
          <p:cNvSpPr>
            <a:spLocks/>
          </p:cNvSpPr>
          <p:nvPr/>
        </p:nvSpPr>
        <p:spPr>
          <a:xfrm>
            <a:off x="7088655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1E23329C-C812-4658-6C74-F1D8FA395AA6}"/>
              </a:ext>
            </a:extLst>
          </p:cNvPr>
          <p:cNvSpPr>
            <a:spLocks/>
          </p:cNvSpPr>
          <p:nvPr/>
        </p:nvSpPr>
        <p:spPr>
          <a:xfrm>
            <a:off x="708085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499E5F34-6728-E8F4-5070-A0149AA76C6C}"/>
              </a:ext>
            </a:extLst>
          </p:cNvPr>
          <p:cNvSpPr>
            <a:spLocks/>
          </p:cNvSpPr>
          <p:nvPr/>
        </p:nvSpPr>
        <p:spPr>
          <a:xfrm>
            <a:off x="7073855" y="51355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A136B69-564D-7BD2-25CB-52CCDE101996}"/>
              </a:ext>
            </a:extLst>
          </p:cNvPr>
          <p:cNvSpPr>
            <a:spLocks/>
          </p:cNvSpPr>
          <p:nvPr/>
        </p:nvSpPr>
        <p:spPr>
          <a:xfrm>
            <a:off x="7119661" y="59235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22C5DD77-F5F2-394B-929C-F8502C1FEDC1}"/>
              </a:ext>
            </a:extLst>
          </p:cNvPr>
          <p:cNvSpPr>
            <a:spLocks/>
          </p:cNvSpPr>
          <p:nvPr/>
        </p:nvSpPr>
        <p:spPr>
          <a:xfrm>
            <a:off x="7083278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1A54B9BC-2585-EF7C-4A1F-7272DA225BC1}"/>
              </a:ext>
            </a:extLst>
          </p:cNvPr>
          <p:cNvSpPr>
            <a:spLocks/>
          </p:cNvSpPr>
          <p:nvPr/>
        </p:nvSpPr>
        <p:spPr>
          <a:xfrm>
            <a:off x="7152369" y="6171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55C995F-B323-16E3-1EF3-576749E09004}"/>
              </a:ext>
            </a:extLst>
          </p:cNvPr>
          <p:cNvSpPr>
            <a:spLocks/>
          </p:cNvSpPr>
          <p:nvPr/>
        </p:nvSpPr>
        <p:spPr>
          <a:xfrm>
            <a:off x="7103746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C0077355-42D4-AB99-3D1F-88FC8BED4AF7}"/>
              </a:ext>
            </a:extLst>
          </p:cNvPr>
          <p:cNvSpPr>
            <a:spLocks/>
          </p:cNvSpPr>
          <p:nvPr/>
        </p:nvSpPr>
        <p:spPr>
          <a:xfrm>
            <a:off x="708305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B8874427-0CBD-B37C-0122-D4A701683D1E}"/>
              </a:ext>
            </a:extLst>
          </p:cNvPr>
          <p:cNvSpPr>
            <a:spLocks/>
          </p:cNvSpPr>
          <p:nvPr/>
        </p:nvSpPr>
        <p:spPr>
          <a:xfrm>
            <a:off x="7156098" y="55173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E6D74FF-202B-67FB-3298-64D4EAD88205}"/>
              </a:ext>
            </a:extLst>
          </p:cNvPr>
          <p:cNvSpPr>
            <a:spLocks/>
          </p:cNvSpPr>
          <p:nvPr/>
        </p:nvSpPr>
        <p:spPr>
          <a:xfrm>
            <a:off x="7146494" y="6218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FCDA5C73-3594-155E-1071-5857073033D1}"/>
              </a:ext>
            </a:extLst>
          </p:cNvPr>
          <p:cNvSpPr>
            <a:spLocks/>
          </p:cNvSpPr>
          <p:nvPr/>
        </p:nvSpPr>
        <p:spPr>
          <a:xfrm>
            <a:off x="716270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EEFD5011-95D4-87DF-620A-40A3558B4D9C}"/>
              </a:ext>
            </a:extLst>
          </p:cNvPr>
          <p:cNvSpPr>
            <a:spLocks/>
          </p:cNvSpPr>
          <p:nvPr/>
        </p:nvSpPr>
        <p:spPr>
          <a:xfrm>
            <a:off x="709545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1ED4CD96-D150-DD54-6ACF-184E62AD38E3}"/>
              </a:ext>
            </a:extLst>
          </p:cNvPr>
          <p:cNvSpPr>
            <a:spLocks/>
          </p:cNvSpPr>
          <p:nvPr/>
        </p:nvSpPr>
        <p:spPr>
          <a:xfrm>
            <a:off x="713320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12EB9DCE-219E-52F2-D47F-45989861507A}"/>
              </a:ext>
            </a:extLst>
          </p:cNvPr>
          <p:cNvSpPr>
            <a:spLocks/>
          </p:cNvSpPr>
          <p:nvPr/>
        </p:nvSpPr>
        <p:spPr>
          <a:xfrm>
            <a:off x="7083564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B656884A-0EA7-B0B1-23C3-330FD028DF86}"/>
              </a:ext>
            </a:extLst>
          </p:cNvPr>
          <p:cNvSpPr>
            <a:spLocks/>
          </p:cNvSpPr>
          <p:nvPr/>
        </p:nvSpPr>
        <p:spPr>
          <a:xfrm>
            <a:off x="7170433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5451DE32-D044-5424-1ECD-B5EB993F3EA2}"/>
              </a:ext>
            </a:extLst>
          </p:cNvPr>
          <p:cNvSpPr>
            <a:spLocks/>
          </p:cNvSpPr>
          <p:nvPr/>
        </p:nvSpPr>
        <p:spPr>
          <a:xfrm>
            <a:off x="7138053" y="59484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380D1FC5-6FF3-47F6-0DE7-6A911F679BC3}"/>
              </a:ext>
            </a:extLst>
          </p:cNvPr>
          <p:cNvSpPr>
            <a:spLocks/>
          </p:cNvSpPr>
          <p:nvPr/>
        </p:nvSpPr>
        <p:spPr>
          <a:xfrm>
            <a:off x="71703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E6C93731-4A5B-BD4E-B7DB-2C6F2C3426A2}"/>
              </a:ext>
            </a:extLst>
          </p:cNvPr>
          <p:cNvSpPr>
            <a:spLocks/>
          </p:cNvSpPr>
          <p:nvPr/>
        </p:nvSpPr>
        <p:spPr>
          <a:xfrm>
            <a:off x="706434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243F1F16-9F4F-049E-6186-B7DF29FCE0D8}"/>
              </a:ext>
            </a:extLst>
          </p:cNvPr>
          <p:cNvSpPr>
            <a:spLocks/>
          </p:cNvSpPr>
          <p:nvPr/>
        </p:nvSpPr>
        <p:spPr>
          <a:xfrm>
            <a:off x="7075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8F776B7B-38E7-9B7B-30AF-60BF838AE571}"/>
              </a:ext>
            </a:extLst>
          </p:cNvPr>
          <p:cNvSpPr>
            <a:spLocks/>
          </p:cNvSpPr>
          <p:nvPr/>
        </p:nvSpPr>
        <p:spPr>
          <a:xfrm>
            <a:off x="713262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A1516892-3A54-FA58-97FF-E668CAED749C}"/>
              </a:ext>
            </a:extLst>
          </p:cNvPr>
          <p:cNvSpPr>
            <a:spLocks/>
          </p:cNvSpPr>
          <p:nvPr/>
        </p:nvSpPr>
        <p:spPr>
          <a:xfrm>
            <a:off x="7092191" y="50289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B5457A67-8970-F0EC-70A6-1353A7AD33AA}"/>
              </a:ext>
            </a:extLst>
          </p:cNvPr>
          <p:cNvSpPr>
            <a:spLocks/>
          </p:cNvSpPr>
          <p:nvPr/>
        </p:nvSpPr>
        <p:spPr>
          <a:xfrm>
            <a:off x="714327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7C2218AB-3F58-AF65-B8AA-24C8B6B9C8CE}"/>
              </a:ext>
            </a:extLst>
          </p:cNvPr>
          <p:cNvSpPr>
            <a:spLocks/>
          </p:cNvSpPr>
          <p:nvPr/>
        </p:nvSpPr>
        <p:spPr>
          <a:xfrm>
            <a:off x="7053918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7ECE43D9-ACD5-2739-AFCB-1C3996549337}"/>
              </a:ext>
            </a:extLst>
          </p:cNvPr>
          <p:cNvSpPr>
            <a:spLocks/>
          </p:cNvSpPr>
          <p:nvPr/>
        </p:nvSpPr>
        <p:spPr>
          <a:xfrm>
            <a:off x="706582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74D9C3F0-37AD-2446-8490-C628621D7658}"/>
              </a:ext>
            </a:extLst>
          </p:cNvPr>
          <p:cNvSpPr>
            <a:spLocks/>
          </p:cNvSpPr>
          <p:nvPr/>
        </p:nvSpPr>
        <p:spPr>
          <a:xfrm>
            <a:off x="7091556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0722DC25-E596-FA32-2385-A06C6A7D3411}"/>
              </a:ext>
            </a:extLst>
          </p:cNvPr>
          <p:cNvSpPr>
            <a:spLocks/>
          </p:cNvSpPr>
          <p:nvPr/>
        </p:nvSpPr>
        <p:spPr>
          <a:xfrm>
            <a:off x="706480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CD164F19-8ED3-7038-9185-183629625275}"/>
              </a:ext>
            </a:extLst>
          </p:cNvPr>
          <p:cNvSpPr>
            <a:spLocks/>
          </p:cNvSpPr>
          <p:nvPr/>
        </p:nvSpPr>
        <p:spPr>
          <a:xfrm>
            <a:off x="7164548" y="63667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A273947A-125B-A6C7-FBEF-7A5F44C7956F}"/>
              </a:ext>
            </a:extLst>
          </p:cNvPr>
          <p:cNvSpPr>
            <a:spLocks/>
          </p:cNvSpPr>
          <p:nvPr/>
        </p:nvSpPr>
        <p:spPr>
          <a:xfrm>
            <a:off x="7160245" y="63172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2BAF31DA-D1F0-3360-95E1-19FD4434E53F}"/>
              </a:ext>
            </a:extLst>
          </p:cNvPr>
          <p:cNvSpPr>
            <a:spLocks/>
          </p:cNvSpPr>
          <p:nvPr/>
        </p:nvSpPr>
        <p:spPr>
          <a:xfrm>
            <a:off x="7132811" y="60646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EE63BC2C-B650-71F5-35CA-4C58997CE73A}"/>
              </a:ext>
            </a:extLst>
          </p:cNvPr>
          <p:cNvSpPr>
            <a:spLocks/>
          </p:cNvSpPr>
          <p:nvPr/>
        </p:nvSpPr>
        <p:spPr>
          <a:xfrm>
            <a:off x="714018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4C2B346C-2630-4D82-DE54-4F07E9EE263B}"/>
              </a:ext>
            </a:extLst>
          </p:cNvPr>
          <p:cNvSpPr>
            <a:spLocks/>
          </p:cNvSpPr>
          <p:nvPr/>
        </p:nvSpPr>
        <p:spPr>
          <a:xfrm>
            <a:off x="711594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3304F32A-6B19-0D5E-37B0-B47AD817E2A7}"/>
              </a:ext>
            </a:extLst>
          </p:cNvPr>
          <p:cNvSpPr>
            <a:spLocks/>
          </p:cNvSpPr>
          <p:nvPr/>
        </p:nvSpPr>
        <p:spPr>
          <a:xfrm>
            <a:off x="708014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A9DCB385-0821-B674-A5EA-13734E18D93E}"/>
              </a:ext>
            </a:extLst>
          </p:cNvPr>
          <p:cNvSpPr>
            <a:spLocks/>
          </p:cNvSpPr>
          <p:nvPr/>
        </p:nvSpPr>
        <p:spPr>
          <a:xfrm>
            <a:off x="706147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7242196E-6A1F-9561-32E3-9CB54E247F4B}"/>
              </a:ext>
            </a:extLst>
          </p:cNvPr>
          <p:cNvSpPr>
            <a:spLocks/>
          </p:cNvSpPr>
          <p:nvPr/>
        </p:nvSpPr>
        <p:spPr>
          <a:xfrm>
            <a:off x="7168917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21C00244-88D7-D7E6-BD0F-12F1678C2886}"/>
              </a:ext>
            </a:extLst>
          </p:cNvPr>
          <p:cNvSpPr>
            <a:spLocks/>
          </p:cNvSpPr>
          <p:nvPr/>
        </p:nvSpPr>
        <p:spPr>
          <a:xfrm>
            <a:off x="707846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D6FAC623-275C-96EE-8455-80BBCA1FFB4B}"/>
              </a:ext>
            </a:extLst>
          </p:cNvPr>
          <p:cNvSpPr>
            <a:spLocks/>
          </p:cNvSpPr>
          <p:nvPr/>
        </p:nvSpPr>
        <p:spPr>
          <a:xfrm>
            <a:off x="714769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7484FA96-248E-82BA-BF93-3FFB645573AD}"/>
              </a:ext>
            </a:extLst>
          </p:cNvPr>
          <p:cNvSpPr>
            <a:spLocks/>
          </p:cNvSpPr>
          <p:nvPr/>
        </p:nvSpPr>
        <p:spPr>
          <a:xfrm>
            <a:off x="7073453" y="60506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6D046320-72C7-A745-D91F-B1E44C56779A}"/>
              </a:ext>
            </a:extLst>
          </p:cNvPr>
          <p:cNvSpPr>
            <a:spLocks/>
          </p:cNvSpPr>
          <p:nvPr/>
        </p:nvSpPr>
        <p:spPr>
          <a:xfrm>
            <a:off x="7160849" y="62875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46D877A-C94E-81B0-89D9-8B9B75EBAC59}"/>
              </a:ext>
            </a:extLst>
          </p:cNvPr>
          <p:cNvSpPr>
            <a:spLocks/>
          </p:cNvSpPr>
          <p:nvPr/>
        </p:nvSpPr>
        <p:spPr>
          <a:xfrm>
            <a:off x="7139865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750C2D4A-EDA2-F500-BDE7-E1BA191C8C97}"/>
              </a:ext>
            </a:extLst>
          </p:cNvPr>
          <p:cNvSpPr>
            <a:spLocks/>
          </p:cNvSpPr>
          <p:nvPr/>
        </p:nvSpPr>
        <p:spPr>
          <a:xfrm>
            <a:off x="7145807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4451A0A3-32F7-6FA8-7B7E-4B683ECAD038}"/>
              </a:ext>
            </a:extLst>
          </p:cNvPr>
          <p:cNvSpPr>
            <a:spLocks/>
          </p:cNvSpPr>
          <p:nvPr/>
        </p:nvSpPr>
        <p:spPr>
          <a:xfrm>
            <a:off x="712689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BEDFAF1F-49EA-7EBE-25CF-CB6ECF1DC2BE}"/>
              </a:ext>
            </a:extLst>
          </p:cNvPr>
          <p:cNvSpPr>
            <a:spLocks/>
          </p:cNvSpPr>
          <p:nvPr/>
        </p:nvSpPr>
        <p:spPr>
          <a:xfrm>
            <a:off x="7084260" y="58005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FDD14196-9345-0822-5FEA-549A0FA5CD92}"/>
              </a:ext>
            </a:extLst>
          </p:cNvPr>
          <p:cNvSpPr>
            <a:spLocks/>
          </p:cNvSpPr>
          <p:nvPr/>
        </p:nvSpPr>
        <p:spPr>
          <a:xfrm>
            <a:off x="709811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76B371DD-31B7-B2B0-5CC0-A4327758A3E0}"/>
              </a:ext>
            </a:extLst>
          </p:cNvPr>
          <p:cNvSpPr>
            <a:spLocks/>
          </p:cNvSpPr>
          <p:nvPr/>
        </p:nvSpPr>
        <p:spPr>
          <a:xfrm>
            <a:off x="712436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A73230DA-4C4C-D399-762C-10DC0530E086}"/>
              </a:ext>
            </a:extLst>
          </p:cNvPr>
          <p:cNvSpPr>
            <a:spLocks/>
          </p:cNvSpPr>
          <p:nvPr/>
        </p:nvSpPr>
        <p:spPr>
          <a:xfrm>
            <a:off x="7087073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13A91315-041A-CA38-356D-A22FC6893AF2}"/>
              </a:ext>
            </a:extLst>
          </p:cNvPr>
          <p:cNvSpPr>
            <a:spLocks/>
          </p:cNvSpPr>
          <p:nvPr/>
        </p:nvSpPr>
        <p:spPr>
          <a:xfrm>
            <a:off x="7156344" y="58278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E9C23352-05FE-8993-8E12-31C323B7BB48}"/>
              </a:ext>
            </a:extLst>
          </p:cNvPr>
          <p:cNvSpPr>
            <a:spLocks/>
          </p:cNvSpPr>
          <p:nvPr/>
        </p:nvSpPr>
        <p:spPr>
          <a:xfrm>
            <a:off x="710627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3744302F-5F60-025F-E640-5DD5160614BD}"/>
              </a:ext>
            </a:extLst>
          </p:cNvPr>
          <p:cNvSpPr>
            <a:spLocks/>
          </p:cNvSpPr>
          <p:nvPr/>
        </p:nvSpPr>
        <p:spPr>
          <a:xfrm>
            <a:off x="711741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8214B6BC-ACB1-AA0C-D29A-2ECF29997E16}"/>
              </a:ext>
            </a:extLst>
          </p:cNvPr>
          <p:cNvSpPr>
            <a:spLocks/>
          </p:cNvSpPr>
          <p:nvPr/>
        </p:nvSpPr>
        <p:spPr>
          <a:xfrm>
            <a:off x="7050430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C2044B7C-22B7-4EFD-7E0B-E66B81A9CBD3}"/>
              </a:ext>
            </a:extLst>
          </p:cNvPr>
          <p:cNvSpPr>
            <a:spLocks/>
          </p:cNvSpPr>
          <p:nvPr/>
        </p:nvSpPr>
        <p:spPr>
          <a:xfrm>
            <a:off x="708918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1A593E68-F50A-AF26-3A3B-1628B7501D5F}"/>
              </a:ext>
            </a:extLst>
          </p:cNvPr>
          <p:cNvSpPr>
            <a:spLocks/>
          </p:cNvSpPr>
          <p:nvPr/>
        </p:nvSpPr>
        <p:spPr>
          <a:xfrm>
            <a:off x="7098101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99146244-3F7A-BFCE-99B3-DDCB9072DC12}"/>
              </a:ext>
            </a:extLst>
          </p:cNvPr>
          <p:cNvSpPr>
            <a:spLocks/>
          </p:cNvSpPr>
          <p:nvPr/>
        </p:nvSpPr>
        <p:spPr>
          <a:xfrm>
            <a:off x="707392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93BC1BB9-16BE-158D-D98D-927F421C09E2}"/>
              </a:ext>
            </a:extLst>
          </p:cNvPr>
          <p:cNvSpPr>
            <a:spLocks/>
          </p:cNvSpPr>
          <p:nvPr/>
        </p:nvSpPr>
        <p:spPr>
          <a:xfrm>
            <a:off x="706831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CCF57D80-0698-4220-8067-CEB5A159B9C5}"/>
              </a:ext>
            </a:extLst>
          </p:cNvPr>
          <p:cNvSpPr>
            <a:spLocks/>
          </p:cNvSpPr>
          <p:nvPr/>
        </p:nvSpPr>
        <p:spPr>
          <a:xfrm>
            <a:off x="7167587" y="61220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9ED31691-7955-28C3-1D17-820F282AB770}"/>
              </a:ext>
            </a:extLst>
          </p:cNvPr>
          <p:cNvSpPr>
            <a:spLocks/>
          </p:cNvSpPr>
          <p:nvPr/>
        </p:nvSpPr>
        <p:spPr>
          <a:xfrm>
            <a:off x="7058716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652D002D-CA13-FF0F-8E3E-30842F986544}"/>
              </a:ext>
            </a:extLst>
          </p:cNvPr>
          <p:cNvSpPr>
            <a:spLocks/>
          </p:cNvSpPr>
          <p:nvPr/>
        </p:nvSpPr>
        <p:spPr>
          <a:xfrm>
            <a:off x="7060016" y="52057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B013BE1D-58B8-79C5-EC17-24659D1B3265}"/>
              </a:ext>
            </a:extLst>
          </p:cNvPr>
          <p:cNvSpPr>
            <a:spLocks/>
          </p:cNvSpPr>
          <p:nvPr/>
        </p:nvSpPr>
        <p:spPr>
          <a:xfrm>
            <a:off x="714271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2E5F629C-8E76-C3A7-B933-F7E04AE303FE}"/>
              </a:ext>
            </a:extLst>
          </p:cNvPr>
          <p:cNvSpPr>
            <a:spLocks/>
          </p:cNvSpPr>
          <p:nvPr/>
        </p:nvSpPr>
        <p:spPr>
          <a:xfrm>
            <a:off x="7058429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D3375178-2595-CFA6-3A5F-75E9E9537FA2}"/>
              </a:ext>
            </a:extLst>
          </p:cNvPr>
          <p:cNvSpPr>
            <a:spLocks/>
          </p:cNvSpPr>
          <p:nvPr/>
        </p:nvSpPr>
        <p:spPr>
          <a:xfrm>
            <a:off x="713263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92F8B393-2FBC-8CED-2F94-69655C09FE80}"/>
              </a:ext>
            </a:extLst>
          </p:cNvPr>
          <p:cNvSpPr>
            <a:spLocks/>
          </p:cNvSpPr>
          <p:nvPr/>
        </p:nvSpPr>
        <p:spPr>
          <a:xfrm>
            <a:off x="705352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54F85568-8C0D-AC26-1D44-88E18D65F228}"/>
              </a:ext>
            </a:extLst>
          </p:cNvPr>
          <p:cNvSpPr>
            <a:spLocks/>
          </p:cNvSpPr>
          <p:nvPr/>
        </p:nvSpPr>
        <p:spPr>
          <a:xfrm>
            <a:off x="7126164" y="63330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5C02F2BA-139F-03B8-E273-3E77C68C7736}"/>
              </a:ext>
            </a:extLst>
          </p:cNvPr>
          <p:cNvSpPr>
            <a:spLocks/>
          </p:cNvSpPr>
          <p:nvPr/>
        </p:nvSpPr>
        <p:spPr>
          <a:xfrm>
            <a:off x="7120787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9D32CD2D-0818-B17E-58F4-5EF2EF1EC8AA}"/>
              </a:ext>
            </a:extLst>
          </p:cNvPr>
          <p:cNvSpPr>
            <a:spLocks/>
          </p:cNvSpPr>
          <p:nvPr/>
        </p:nvSpPr>
        <p:spPr>
          <a:xfrm>
            <a:off x="71461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3D4043A9-CFEA-23B6-291E-B1D671597866}"/>
              </a:ext>
            </a:extLst>
          </p:cNvPr>
          <p:cNvSpPr>
            <a:spLocks/>
          </p:cNvSpPr>
          <p:nvPr/>
        </p:nvSpPr>
        <p:spPr>
          <a:xfrm>
            <a:off x="710883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F8BFAAAA-5C38-51B1-6648-0A32A49DBB80}"/>
              </a:ext>
            </a:extLst>
          </p:cNvPr>
          <p:cNvSpPr>
            <a:spLocks/>
          </p:cNvSpPr>
          <p:nvPr/>
        </p:nvSpPr>
        <p:spPr>
          <a:xfrm>
            <a:off x="7069229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01701B5D-2AC7-AD96-4801-2A042032735D}"/>
              </a:ext>
            </a:extLst>
          </p:cNvPr>
          <p:cNvSpPr>
            <a:spLocks/>
          </p:cNvSpPr>
          <p:nvPr/>
        </p:nvSpPr>
        <p:spPr>
          <a:xfrm>
            <a:off x="7161754" y="6266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F5BE561-816F-7AEA-1E81-E3A0D0F940E5}"/>
              </a:ext>
            </a:extLst>
          </p:cNvPr>
          <p:cNvSpPr>
            <a:spLocks/>
          </p:cNvSpPr>
          <p:nvPr/>
        </p:nvSpPr>
        <p:spPr>
          <a:xfrm>
            <a:off x="7056146" y="54790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7060629F-DEE9-3F28-7F5F-A9D837F5F9E8}"/>
              </a:ext>
            </a:extLst>
          </p:cNvPr>
          <p:cNvSpPr>
            <a:spLocks/>
          </p:cNvSpPr>
          <p:nvPr/>
        </p:nvSpPr>
        <p:spPr>
          <a:xfrm>
            <a:off x="714632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93E053CC-1A48-3731-7A55-367D4CA8B167}"/>
              </a:ext>
            </a:extLst>
          </p:cNvPr>
          <p:cNvSpPr>
            <a:spLocks/>
          </p:cNvSpPr>
          <p:nvPr/>
        </p:nvSpPr>
        <p:spPr>
          <a:xfrm>
            <a:off x="7052187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9A13C18B-18EA-3BFC-6397-A09ECD7021E8}"/>
              </a:ext>
            </a:extLst>
          </p:cNvPr>
          <p:cNvSpPr>
            <a:spLocks/>
          </p:cNvSpPr>
          <p:nvPr/>
        </p:nvSpPr>
        <p:spPr>
          <a:xfrm>
            <a:off x="712006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8FC5E31B-8E2E-AABB-450B-D8741439BB49}"/>
              </a:ext>
            </a:extLst>
          </p:cNvPr>
          <p:cNvSpPr>
            <a:spLocks/>
          </p:cNvSpPr>
          <p:nvPr/>
        </p:nvSpPr>
        <p:spPr>
          <a:xfrm>
            <a:off x="70551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18F1A736-BA1A-93B9-3EA7-38E768865C8A}"/>
              </a:ext>
            </a:extLst>
          </p:cNvPr>
          <p:cNvSpPr>
            <a:spLocks/>
          </p:cNvSpPr>
          <p:nvPr/>
        </p:nvSpPr>
        <p:spPr>
          <a:xfrm>
            <a:off x="7146758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0831C0B2-D3A7-E420-5AD1-0FD5E376D1D6}"/>
              </a:ext>
            </a:extLst>
          </p:cNvPr>
          <p:cNvSpPr>
            <a:spLocks/>
          </p:cNvSpPr>
          <p:nvPr/>
        </p:nvSpPr>
        <p:spPr>
          <a:xfrm>
            <a:off x="7153075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13FFBA53-BE1A-2E6E-9101-A830F4798CC2}"/>
              </a:ext>
            </a:extLst>
          </p:cNvPr>
          <p:cNvSpPr>
            <a:spLocks/>
          </p:cNvSpPr>
          <p:nvPr/>
        </p:nvSpPr>
        <p:spPr>
          <a:xfrm>
            <a:off x="7127934" y="62828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AD08725-B320-4FE0-C23C-77F6998E7AA6}"/>
              </a:ext>
            </a:extLst>
          </p:cNvPr>
          <p:cNvSpPr>
            <a:spLocks/>
          </p:cNvSpPr>
          <p:nvPr/>
        </p:nvSpPr>
        <p:spPr>
          <a:xfrm>
            <a:off x="708122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44D74E51-F141-EA3F-849F-673E04150F4E}"/>
              </a:ext>
            </a:extLst>
          </p:cNvPr>
          <p:cNvSpPr>
            <a:spLocks/>
          </p:cNvSpPr>
          <p:nvPr/>
        </p:nvSpPr>
        <p:spPr>
          <a:xfrm>
            <a:off x="716675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9442EDF0-AD00-6A07-6075-CA0BA7D54258}"/>
              </a:ext>
            </a:extLst>
          </p:cNvPr>
          <p:cNvSpPr>
            <a:spLocks/>
          </p:cNvSpPr>
          <p:nvPr/>
        </p:nvSpPr>
        <p:spPr>
          <a:xfrm>
            <a:off x="7142883" y="6168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D3EF578C-129A-D9C3-A8E8-A870279E23D0}"/>
              </a:ext>
            </a:extLst>
          </p:cNvPr>
          <p:cNvSpPr>
            <a:spLocks/>
          </p:cNvSpPr>
          <p:nvPr/>
        </p:nvSpPr>
        <p:spPr>
          <a:xfrm>
            <a:off x="710853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38E7CE5A-400B-7E29-B6FB-D38F58967ECA}"/>
              </a:ext>
            </a:extLst>
          </p:cNvPr>
          <p:cNvSpPr>
            <a:spLocks/>
          </p:cNvSpPr>
          <p:nvPr/>
        </p:nvSpPr>
        <p:spPr>
          <a:xfrm>
            <a:off x="7166702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75BB7842-BCE5-0D7B-D949-3DC9CF9A4B9F}"/>
              </a:ext>
            </a:extLst>
          </p:cNvPr>
          <p:cNvSpPr>
            <a:spLocks/>
          </p:cNvSpPr>
          <p:nvPr/>
        </p:nvSpPr>
        <p:spPr>
          <a:xfrm>
            <a:off x="711732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63F4EE02-8935-0E30-444C-F49EB247CF6F}"/>
              </a:ext>
            </a:extLst>
          </p:cNvPr>
          <p:cNvSpPr>
            <a:spLocks/>
          </p:cNvSpPr>
          <p:nvPr/>
        </p:nvSpPr>
        <p:spPr>
          <a:xfrm>
            <a:off x="7096307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22832F42-4B80-963F-9EC3-DC02F1EAC780}"/>
              </a:ext>
            </a:extLst>
          </p:cNvPr>
          <p:cNvSpPr>
            <a:spLocks/>
          </p:cNvSpPr>
          <p:nvPr/>
        </p:nvSpPr>
        <p:spPr>
          <a:xfrm>
            <a:off x="712070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BEC7A877-6D3F-D0CE-F5E5-75177D45D8E2}"/>
              </a:ext>
            </a:extLst>
          </p:cNvPr>
          <p:cNvSpPr>
            <a:spLocks/>
          </p:cNvSpPr>
          <p:nvPr/>
        </p:nvSpPr>
        <p:spPr>
          <a:xfrm>
            <a:off x="7064381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F7A6AC4D-904B-6CDE-3BA3-24CABB654152}"/>
              </a:ext>
            </a:extLst>
          </p:cNvPr>
          <p:cNvSpPr>
            <a:spLocks/>
          </p:cNvSpPr>
          <p:nvPr/>
        </p:nvSpPr>
        <p:spPr>
          <a:xfrm>
            <a:off x="7080041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280CE784-41F1-E56C-4385-86B025A73AC1}"/>
              </a:ext>
            </a:extLst>
          </p:cNvPr>
          <p:cNvSpPr>
            <a:spLocks/>
          </p:cNvSpPr>
          <p:nvPr/>
        </p:nvSpPr>
        <p:spPr>
          <a:xfrm>
            <a:off x="7166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9E315D1D-ECF6-82D7-9AFE-5E3D242BE913}"/>
              </a:ext>
            </a:extLst>
          </p:cNvPr>
          <p:cNvSpPr>
            <a:spLocks/>
          </p:cNvSpPr>
          <p:nvPr/>
        </p:nvSpPr>
        <p:spPr>
          <a:xfrm>
            <a:off x="707856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31247DEC-785E-E0DD-8CBC-CF71C047EFB5}"/>
              </a:ext>
            </a:extLst>
          </p:cNvPr>
          <p:cNvSpPr>
            <a:spLocks/>
          </p:cNvSpPr>
          <p:nvPr/>
        </p:nvSpPr>
        <p:spPr>
          <a:xfrm>
            <a:off x="711208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A801A9A4-98DB-7489-F3D5-8033AC52B0A8}"/>
              </a:ext>
            </a:extLst>
          </p:cNvPr>
          <p:cNvSpPr>
            <a:spLocks/>
          </p:cNvSpPr>
          <p:nvPr/>
        </p:nvSpPr>
        <p:spPr>
          <a:xfrm>
            <a:off x="71387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C5D77623-456C-4AE6-9C12-7986F515A9CF}"/>
              </a:ext>
            </a:extLst>
          </p:cNvPr>
          <p:cNvSpPr>
            <a:spLocks/>
          </p:cNvSpPr>
          <p:nvPr/>
        </p:nvSpPr>
        <p:spPr>
          <a:xfrm>
            <a:off x="7097989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3C20467C-72E8-277C-C533-E87EED2D9531}"/>
              </a:ext>
            </a:extLst>
          </p:cNvPr>
          <p:cNvSpPr>
            <a:spLocks/>
          </p:cNvSpPr>
          <p:nvPr/>
        </p:nvSpPr>
        <p:spPr>
          <a:xfrm>
            <a:off x="7114848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D69C61DD-6EF6-4E60-7B11-B13299D4F30C}"/>
              </a:ext>
            </a:extLst>
          </p:cNvPr>
          <p:cNvSpPr>
            <a:spLocks/>
          </p:cNvSpPr>
          <p:nvPr/>
        </p:nvSpPr>
        <p:spPr>
          <a:xfrm>
            <a:off x="7125679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3E76DC5B-9EDD-15AE-E722-35C945B548FC}"/>
              </a:ext>
            </a:extLst>
          </p:cNvPr>
          <p:cNvSpPr>
            <a:spLocks/>
          </p:cNvSpPr>
          <p:nvPr/>
        </p:nvSpPr>
        <p:spPr>
          <a:xfrm>
            <a:off x="73147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05336804-7516-37EB-601B-4D6B83F37210}"/>
              </a:ext>
            </a:extLst>
          </p:cNvPr>
          <p:cNvSpPr>
            <a:spLocks/>
          </p:cNvSpPr>
          <p:nvPr/>
        </p:nvSpPr>
        <p:spPr>
          <a:xfrm>
            <a:off x="7380587" y="50542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A3852F83-5ED2-A52C-E721-7B4ABAD25447}"/>
              </a:ext>
            </a:extLst>
          </p:cNvPr>
          <p:cNvSpPr>
            <a:spLocks/>
          </p:cNvSpPr>
          <p:nvPr/>
        </p:nvSpPr>
        <p:spPr>
          <a:xfrm>
            <a:off x="737136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CBF21BD5-C711-AAC4-B612-8B255FF1BEAD}"/>
              </a:ext>
            </a:extLst>
          </p:cNvPr>
          <p:cNvSpPr>
            <a:spLocks/>
          </p:cNvSpPr>
          <p:nvPr/>
        </p:nvSpPr>
        <p:spPr>
          <a:xfrm>
            <a:off x="737288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105CC4FA-0F4C-8CB3-08B6-C8967129595E}"/>
              </a:ext>
            </a:extLst>
          </p:cNvPr>
          <p:cNvSpPr>
            <a:spLocks/>
          </p:cNvSpPr>
          <p:nvPr/>
        </p:nvSpPr>
        <p:spPr>
          <a:xfrm>
            <a:off x="735029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FF57B37B-4B93-BF2D-04A8-513680686173}"/>
              </a:ext>
            </a:extLst>
          </p:cNvPr>
          <p:cNvSpPr>
            <a:spLocks/>
          </p:cNvSpPr>
          <p:nvPr/>
        </p:nvSpPr>
        <p:spPr>
          <a:xfrm>
            <a:off x="7383780" y="54185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7ED81AB4-CBF1-4DE6-3C82-9C129A1ECE2A}"/>
              </a:ext>
            </a:extLst>
          </p:cNvPr>
          <p:cNvSpPr>
            <a:spLocks/>
          </p:cNvSpPr>
          <p:nvPr/>
        </p:nvSpPr>
        <p:spPr>
          <a:xfrm>
            <a:off x="731308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C23344C7-14AA-4F9C-96D9-5EB1966AF17E}"/>
              </a:ext>
            </a:extLst>
          </p:cNvPr>
          <p:cNvSpPr>
            <a:spLocks/>
          </p:cNvSpPr>
          <p:nvPr/>
        </p:nvSpPr>
        <p:spPr>
          <a:xfrm>
            <a:off x="7349471" y="5706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6A1C7D41-248C-02FF-73AC-8DED495E35CD}"/>
              </a:ext>
            </a:extLst>
          </p:cNvPr>
          <p:cNvSpPr>
            <a:spLocks/>
          </p:cNvSpPr>
          <p:nvPr/>
        </p:nvSpPr>
        <p:spPr>
          <a:xfrm>
            <a:off x="74168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75745A08-EC54-F163-09BD-4A081949ACD6}"/>
              </a:ext>
            </a:extLst>
          </p:cNvPr>
          <p:cNvSpPr>
            <a:spLocks/>
          </p:cNvSpPr>
          <p:nvPr/>
        </p:nvSpPr>
        <p:spPr>
          <a:xfrm>
            <a:off x="734905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6C6F1394-DF64-D2A7-4112-00EC32DA03DA}"/>
              </a:ext>
            </a:extLst>
          </p:cNvPr>
          <p:cNvSpPr>
            <a:spLocks/>
          </p:cNvSpPr>
          <p:nvPr/>
        </p:nvSpPr>
        <p:spPr>
          <a:xfrm>
            <a:off x="735711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01AED1F4-7E34-BE7A-1BFB-5FF7A50B5705}"/>
              </a:ext>
            </a:extLst>
          </p:cNvPr>
          <p:cNvSpPr>
            <a:spLocks/>
          </p:cNvSpPr>
          <p:nvPr/>
        </p:nvSpPr>
        <p:spPr>
          <a:xfrm>
            <a:off x="7310726" y="5227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5AD7EBD4-B102-72C3-D7DF-632BD33EF1C4}"/>
              </a:ext>
            </a:extLst>
          </p:cNvPr>
          <p:cNvSpPr>
            <a:spLocks/>
          </p:cNvSpPr>
          <p:nvPr/>
        </p:nvSpPr>
        <p:spPr>
          <a:xfrm>
            <a:off x="73263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ECEC8559-1FB3-A425-D6F4-15278539ACE0}"/>
              </a:ext>
            </a:extLst>
          </p:cNvPr>
          <p:cNvSpPr>
            <a:spLocks/>
          </p:cNvSpPr>
          <p:nvPr/>
        </p:nvSpPr>
        <p:spPr>
          <a:xfrm>
            <a:off x="7376358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CB30A4EC-54C7-A59C-B4C4-4E4D8E33044E}"/>
              </a:ext>
            </a:extLst>
          </p:cNvPr>
          <p:cNvSpPr>
            <a:spLocks/>
          </p:cNvSpPr>
          <p:nvPr/>
        </p:nvSpPr>
        <p:spPr>
          <a:xfrm>
            <a:off x="74073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732313E4-F170-AFF1-3EF1-73A0CCA4A5C7}"/>
              </a:ext>
            </a:extLst>
          </p:cNvPr>
          <p:cNvSpPr>
            <a:spLocks/>
          </p:cNvSpPr>
          <p:nvPr/>
        </p:nvSpPr>
        <p:spPr>
          <a:xfrm>
            <a:off x="739651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EA71BCDA-99A4-80BA-3D9E-E40148D81433}"/>
              </a:ext>
            </a:extLst>
          </p:cNvPr>
          <p:cNvSpPr>
            <a:spLocks/>
          </p:cNvSpPr>
          <p:nvPr/>
        </p:nvSpPr>
        <p:spPr>
          <a:xfrm>
            <a:off x="736972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6BD5A8EC-CF0F-3175-22E2-D24604E6DDAD}"/>
              </a:ext>
            </a:extLst>
          </p:cNvPr>
          <p:cNvSpPr>
            <a:spLocks/>
          </p:cNvSpPr>
          <p:nvPr/>
        </p:nvSpPr>
        <p:spPr>
          <a:xfrm>
            <a:off x="73293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290E28DD-C051-F17C-28B0-8655FEED8479}"/>
              </a:ext>
            </a:extLst>
          </p:cNvPr>
          <p:cNvSpPr>
            <a:spLocks/>
          </p:cNvSpPr>
          <p:nvPr/>
        </p:nvSpPr>
        <p:spPr>
          <a:xfrm>
            <a:off x="7367816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7A8F0C74-9190-C178-A726-9853628FA12D}"/>
              </a:ext>
            </a:extLst>
          </p:cNvPr>
          <p:cNvSpPr>
            <a:spLocks/>
          </p:cNvSpPr>
          <p:nvPr/>
        </p:nvSpPr>
        <p:spPr>
          <a:xfrm>
            <a:off x="737664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3E455256-1D9A-4AE8-C39C-A6992E8F1DA2}"/>
              </a:ext>
            </a:extLst>
          </p:cNvPr>
          <p:cNvSpPr>
            <a:spLocks/>
          </p:cNvSpPr>
          <p:nvPr/>
        </p:nvSpPr>
        <p:spPr>
          <a:xfrm>
            <a:off x="733109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62E07349-3762-A29E-ACA3-0F968CB7E552}"/>
              </a:ext>
            </a:extLst>
          </p:cNvPr>
          <p:cNvSpPr>
            <a:spLocks/>
          </p:cNvSpPr>
          <p:nvPr/>
        </p:nvSpPr>
        <p:spPr>
          <a:xfrm>
            <a:off x="73633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09099F2B-312D-5F32-DF5B-72D149F63338}"/>
              </a:ext>
            </a:extLst>
          </p:cNvPr>
          <p:cNvSpPr>
            <a:spLocks/>
          </p:cNvSpPr>
          <p:nvPr/>
        </p:nvSpPr>
        <p:spPr>
          <a:xfrm>
            <a:off x="73256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96B6497D-1356-A5CE-E543-53D9DDB1D38C}"/>
              </a:ext>
            </a:extLst>
          </p:cNvPr>
          <p:cNvSpPr>
            <a:spLocks/>
          </p:cNvSpPr>
          <p:nvPr/>
        </p:nvSpPr>
        <p:spPr>
          <a:xfrm>
            <a:off x="737146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0365D1E4-5C31-B2C9-BB2D-13BA18FFF512}"/>
              </a:ext>
            </a:extLst>
          </p:cNvPr>
          <p:cNvSpPr>
            <a:spLocks/>
          </p:cNvSpPr>
          <p:nvPr/>
        </p:nvSpPr>
        <p:spPr>
          <a:xfrm>
            <a:off x="733212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46530621-FE94-8334-55FF-48A1F7203873}"/>
              </a:ext>
            </a:extLst>
          </p:cNvPr>
          <p:cNvSpPr>
            <a:spLocks/>
          </p:cNvSpPr>
          <p:nvPr/>
        </p:nvSpPr>
        <p:spPr>
          <a:xfrm>
            <a:off x="731241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480B2069-6BDC-E96D-D246-509503BF0BFA}"/>
              </a:ext>
            </a:extLst>
          </p:cNvPr>
          <p:cNvSpPr>
            <a:spLocks/>
          </p:cNvSpPr>
          <p:nvPr/>
        </p:nvSpPr>
        <p:spPr>
          <a:xfrm>
            <a:off x="7361039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ADEE651D-2915-5F59-FA7F-9B02D5D5F698}"/>
              </a:ext>
            </a:extLst>
          </p:cNvPr>
          <p:cNvSpPr>
            <a:spLocks/>
          </p:cNvSpPr>
          <p:nvPr/>
        </p:nvSpPr>
        <p:spPr>
          <a:xfrm>
            <a:off x="737090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10C5FE2F-D230-49BF-ABEA-7DCE8B431488}"/>
              </a:ext>
            </a:extLst>
          </p:cNvPr>
          <p:cNvSpPr>
            <a:spLocks/>
          </p:cNvSpPr>
          <p:nvPr/>
        </p:nvSpPr>
        <p:spPr>
          <a:xfrm>
            <a:off x="742085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7109D173-7DAB-D47C-5224-C0BED7C27516}"/>
              </a:ext>
            </a:extLst>
          </p:cNvPr>
          <p:cNvSpPr>
            <a:spLocks/>
          </p:cNvSpPr>
          <p:nvPr/>
        </p:nvSpPr>
        <p:spPr>
          <a:xfrm>
            <a:off x="741165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536A54BD-7D01-B5A0-EC0D-3F1A7CC1456F}"/>
              </a:ext>
            </a:extLst>
          </p:cNvPr>
          <p:cNvSpPr>
            <a:spLocks/>
          </p:cNvSpPr>
          <p:nvPr/>
        </p:nvSpPr>
        <p:spPr>
          <a:xfrm>
            <a:off x="73496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A099A9A8-CA2E-D88E-9BBE-7088B71F0551}"/>
              </a:ext>
            </a:extLst>
          </p:cNvPr>
          <p:cNvSpPr>
            <a:spLocks/>
          </p:cNvSpPr>
          <p:nvPr/>
        </p:nvSpPr>
        <p:spPr>
          <a:xfrm>
            <a:off x="73585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BE79609-043D-9D0B-2574-EE87B6F46C48}"/>
              </a:ext>
            </a:extLst>
          </p:cNvPr>
          <p:cNvSpPr>
            <a:spLocks/>
          </p:cNvSpPr>
          <p:nvPr/>
        </p:nvSpPr>
        <p:spPr>
          <a:xfrm>
            <a:off x="737670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FBCE6C9C-CA6D-97B1-1D88-BC67915B6A51}"/>
              </a:ext>
            </a:extLst>
          </p:cNvPr>
          <p:cNvSpPr>
            <a:spLocks/>
          </p:cNvSpPr>
          <p:nvPr/>
        </p:nvSpPr>
        <p:spPr>
          <a:xfrm>
            <a:off x="73405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F9858BC8-A44A-A88E-7856-F748727A92EA}"/>
              </a:ext>
            </a:extLst>
          </p:cNvPr>
          <p:cNvSpPr>
            <a:spLocks/>
          </p:cNvSpPr>
          <p:nvPr/>
        </p:nvSpPr>
        <p:spPr>
          <a:xfrm>
            <a:off x="731949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7A7A5907-195B-ABC8-523E-7DC3AEE330AF}"/>
              </a:ext>
            </a:extLst>
          </p:cNvPr>
          <p:cNvSpPr>
            <a:spLocks/>
          </p:cNvSpPr>
          <p:nvPr/>
        </p:nvSpPr>
        <p:spPr>
          <a:xfrm>
            <a:off x="7377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35E04643-D3E2-DDD9-BA41-C2003BB76D9D}"/>
              </a:ext>
            </a:extLst>
          </p:cNvPr>
          <p:cNvSpPr>
            <a:spLocks/>
          </p:cNvSpPr>
          <p:nvPr/>
        </p:nvSpPr>
        <p:spPr>
          <a:xfrm>
            <a:off x="738991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6DCDEBAF-E9A4-36A5-4105-754DC9E4BCD4}"/>
              </a:ext>
            </a:extLst>
          </p:cNvPr>
          <p:cNvSpPr>
            <a:spLocks/>
          </p:cNvSpPr>
          <p:nvPr/>
        </p:nvSpPr>
        <p:spPr>
          <a:xfrm>
            <a:off x="7371331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80B015CA-987F-2276-392B-7A453B1AF43E}"/>
              </a:ext>
            </a:extLst>
          </p:cNvPr>
          <p:cNvSpPr>
            <a:spLocks/>
          </p:cNvSpPr>
          <p:nvPr/>
        </p:nvSpPr>
        <p:spPr>
          <a:xfrm>
            <a:off x="742384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72CA2C4C-8803-6559-AEBF-04628686DDC5}"/>
              </a:ext>
            </a:extLst>
          </p:cNvPr>
          <p:cNvSpPr>
            <a:spLocks/>
          </p:cNvSpPr>
          <p:nvPr/>
        </p:nvSpPr>
        <p:spPr>
          <a:xfrm>
            <a:off x="73323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1B6482E9-CF8B-32B6-C11F-182D98B68321}"/>
              </a:ext>
            </a:extLst>
          </p:cNvPr>
          <p:cNvSpPr>
            <a:spLocks/>
          </p:cNvSpPr>
          <p:nvPr/>
        </p:nvSpPr>
        <p:spPr>
          <a:xfrm>
            <a:off x="7410123" y="5812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3102CEE7-8637-11DB-0CCA-3E3DB06EE724}"/>
              </a:ext>
            </a:extLst>
          </p:cNvPr>
          <p:cNvSpPr>
            <a:spLocks/>
          </p:cNvSpPr>
          <p:nvPr/>
        </p:nvSpPr>
        <p:spPr>
          <a:xfrm>
            <a:off x="735936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A21A33DA-848F-7981-4C55-000070AF8A0E}"/>
              </a:ext>
            </a:extLst>
          </p:cNvPr>
          <p:cNvSpPr>
            <a:spLocks/>
          </p:cNvSpPr>
          <p:nvPr/>
        </p:nvSpPr>
        <p:spPr>
          <a:xfrm>
            <a:off x="73231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30CB1A63-ECA4-62DE-D31B-0F70756337FE}"/>
              </a:ext>
            </a:extLst>
          </p:cNvPr>
          <p:cNvSpPr>
            <a:spLocks/>
          </p:cNvSpPr>
          <p:nvPr/>
        </p:nvSpPr>
        <p:spPr>
          <a:xfrm>
            <a:off x="736650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F057B9BE-659F-FADB-096C-3B51DE65A8DD}"/>
              </a:ext>
            </a:extLst>
          </p:cNvPr>
          <p:cNvSpPr>
            <a:spLocks/>
          </p:cNvSpPr>
          <p:nvPr/>
        </p:nvSpPr>
        <p:spPr>
          <a:xfrm>
            <a:off x="73709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4127178A-10D9-082D-6505-1E8C4A5E943B}"/>
              </a:ext>
            </a:extLst>
          </p:cNvPr>
          <p:cNvSpPr>
            <a:spLocks/>
          </p:cNvSpPr>
          <p:nvPr/>
        </p:nvSpPr>
        <p:spPr>
          <a:xfrm>
            <a:off x="73235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8647164F-68DB-0D5D-D36D-9817562B8A1D}"/>
              </a:ext>
            </a:extLst>
          </p:cNvPr>
          <p:cNvSpPr>
            <a:spLocks/>
          </p:cNvSpPr>
          <p:nvPr/>
        </p:nvSpPr>
        <p:spPr>
          <a:xfrm>
            <a:off x="73425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DA0D12B7-D1E0-A940-4B6F-870363E7DF47}"/>
              </a:ext>
            </a:extLst>
          </p:cNvPr>
          <p:cNvSpPr>
            <a:spLocks/>
          </p:cNvSpPr>
          <p:nvPr/>
        </p:nvSpPr>
        <p:spPr>
          <a:xfrm>
            <a:off x="731541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9B90223F-65DC-2B8A-9F43-2291CB2B2006}"/>
              </a:ext>
            </a:extLst>
          </p:cNvPr>
          <p:cNvSpPr>
            <a:spLocks/>
          </p:cNvSpPr>
          <p:nvPr/>
        </p:nvSpPr>
        <p:spPr>
          <a:xfrm>
            <a:off x="7368115" y="47408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55F39094-5C46-6A00-C8DF-56F8D5C59ACC}"/>
              </a:ext>
            </a:extLst>
          </p:cNvPr>
          <p:cNvSpPr>
            <a:spLocks/>
          </p:cNvSpPr>
          <p:nvPr/>
        </p:nvSpPr>
        <p:spPr>
          <a:xfrm>
            <a:off x="736007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9FBF2154-DE46-A563-9DE3-7E0B7F06114B}"/>
              </a:ext>
            </a:extLst>
          </p:cNvPr>
          <p:cNvSpPr>
            <a:spLocks/>
          </p:cNvSpPr>
          <p:nvPr/>
        </p:nvSpPr>
        <p:spPr>
          <a:xfrm>
            <a:off x="731559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EABCA1FE-24E7-6C0D-E9AF-824B739B5CD3}"/>
              </a:ext>
            </a:extLst>
          </p:cNvPr>
          <p:cNvSpPr>
            <a:spLocks/>
          </p:cNvSpPr>
          <p:nvPr/>
        </p:nvSpPr>
        <p:spPr>
          <a:xfrm>
            <a:off x="738582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81A81EC9-5CFC-21A6-CAAA-4418EF9B28AC}"/>
              </a:ext>
            </a:extLst>
          </p:cNvPr>
          <p:cNvSpPr>
            <a:spLocks/>
          </p:cNvSpPr>
          <p:nvPr/>
        </p:nvSpPr>
        <p:spPr>
          <a:xfrm>
            <a:off x="73752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18E2757D-BD8A-E0A2-D048-6DBA0F03FF15}"/>
              </a:ext>
            </a:extLst>
          </p:cNvPr>
          <p:cNvSpPr>
            <a:spLocks/>
          </p:cNvSpPr>
          <p:nvPr/>
        </p:nvSpPr>
        <p:spPr>
          <a:xfrm>
            <a:off x="734185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FC78E435-C18E-EBC8-3E7B-59749FD97729}"/>
              </a:ext>
            </a:extLst>
          </p:cNvPr>
          <p:cNvSpPr>
            <a:spLocks/>
          </p:cNvSpPr>
          <p:nvPr/>
        </p:nvSpPr>
        <p:spPr>
          <a:xfrm>
            <a:off x="73929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86FF8B2D-9EB2-0102-1263-0CCFC0E3E55A}"/>
              </a:ext>
            </a:extLst>
          </p:cNvPr>
          <p:cNvSpPr>
            <a:spLocks/>
          </p:cNvSpPr>
          <p:nvPr/>
        </p:nvSpPr>
        <p:spPr>
          <a:xfrm>
            <a:off x="73802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E01144ED-6A3E-977F-6EA7-E4AB9B88A9E4}"/>
              </a:ext>
            </a:extLst>
          </p:cNvPr>
          <p:cNvSpPr>
            <a:spLocks/>
          </p:cNvSpPr>
          <p:nvPr/>
        </p:nvSpPr>
        <p:spPr>
          <a:xfrm>
            <a:off x="7404793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1D1BA18B-E385-C36E-E4B2-C32E1F30A48F}"/>
              </a:ext>
            </a:extLst>
          </p:cNvPr>
          <p:cNvSpPr>
            <a:spLocks/>
          </p:cNvSpPr>
          <p:nvPr/>
        </p:nvSpPr>
        <p:spPr>
          <a:xfrm>
            <a:off x="73596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13C1C5C-6981-BF7A-F68D-1BAB01E6B617}"/>
              </a:ext>
            </a:extLst>
          </p:cNvPr>
          <p:cNvSpPr>
            <a:spLocks/>
          </p:cNvSpPr>
          <p:nvPr/>
        </p:nvSpPr>
        <p:spPr>
          <a:xfrm>
            <a:off x="7345156" y="54914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14928B91-FF43-FDCA-6E8E-12F18B805D3A}"/>
              </a:ext>
            </a:extLst>
          </p:cNvPr>
          <p:cNvSpPr>
            <a:spLocks/>
          </p:cNvSpPr>
          <p:nvPr/>
        </p:nvSpPr>
        <p:spPr>
          <a:xfrm>
            <a:off x="73481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EE2F3288-9B1B-5B48-A97B-5EA7D9541720}"/>
              </a:ext>
            </a:extLst>
          </p:cNvPr>
          <p:cNvSpPr>
            <a:spLocks/>
          </p:cNvSpPr>
          <p:nvPr/>
        </p:nvSpPr>
        <p:spPr>
          <a:xfrm>
            <a:off x="735459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31D396AC-83C1-57F8-575C-F50EE41C6D1E}"/>
              </a:ext>
            </a:extLst>
          </p:cNvPr>
          <p:cNvSpPr>
            <a:spLocks/>
          </p:cNvSpPr>
          <p:nvPr/>
        </p:nvSpPr>
        <p:spPr>
          <a:xfrm>
            <a:off x="73775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8E6DD395-6955-3452-EDE2-94BFE1FB01FB}"/>
              </a:ext>
            </a:extLst>
          </p:cNvPr>
          <p:cNvSpPr>
            <a:spLocks/>
          </p:cNvSpPr>
          <p:nvPr/>
        </p:nvSpPr>
        <p:spPr>
          <a:xfrm>
            <a:off x="73888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1F272373-D2D7-3525-0081-73EFDDB1616A}"/>
              </a:ext>
            </a:extLst>
          </p:cNvPr>
          <p:cNvSpPr>
            <a:spLocks/>
          </p:cNvSpPr>
          <p:nvPr/>
        </p:nvSpPr>
        <p:spPr>
          <a:xfrm>
            <a:off x="735278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CB5BA37D-3A06-A0A6-9EC8-CE03EAD4EC36}"/>
              </a:ext>
            </a:extLst>
          </p:cNvPr>
          <p:cNvSpPr>
            <a:spLocks/>
          </p:cNvSpPr>
          <p:nvPr/>
        </p:nvSpPr>
        <p:spPr>
          <a:xfrm>
            <a:off x="740730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5392703B-889D-CFE4-7744-F51A19A6690C}"/>
              </a:ext>
            </a:extLst>
          </p:cNvPr>
          <p:cNvSpPr>
            <a:spLocks/>
          </p:cNvSpPr>
          <p:nvPr/>
        </p:nvSpPr>
        <p:spPr>
          <a:xfrm>
            <a:off x="738483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0A46C612-1FCF-B730-F23D-E084DCA02F83}"/>
              </a:ext>
            </a:extLst>
          </p:cNvPr>
          <p:cNvSpPr>
            <a:spLocks/>
          </p:cNvSpPr>
          <p:nvPr/>
        </p:nvSpPr>
        <p:spPr>
          <a:xfrm>
            <a:off x="741497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33FDB432-B9BB-C38C-F333-5207BA99030A}"/>
              </a:ext>
            </a:extLst>
          </p:cNvPr>
          <p:cNvSpPr>
            <a:spLocks/>
          </p:cNvSpPr>
          <p:nvPr/>
        </p:nvSpPr>
        <p:spPr>
          <a:xfrm>
            <a:off x="740852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117E0002-9602-EF4A-80BD-557CEF492314}"/>
              </a:ext>
            </a:extLst>
          </p:cNvPr>
          <p:cNvSpPr>
            <a:spLocks/>
          </p:cNvSpPr>
          <p:nvPr/>
        </p:nvSpPr>
        <p:spPr>
          <a:xfrm>
            <a:off x="7403317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1EE78CE7-1FDA-2747-23BE-583EB2952DB5}"/>
              </a:ext>
            </a:extLst>
          </p:cNvPr>
          <p:cNvSpPr>
            <a:spLocks/>
          </p:cNvSpPr>
          <p:nvPr/>
        </p:nvSpPr>
        <p:spPr>
          <a:xfrm>
            <a:off x="73079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0E1057B6-1F29-11A5-00A9-E4A4BE176FA4}"/>
              </a:ext>
            </a:extLst>
          </p:cNvPr>
          <p:cNvSpPr>
            <a:spLocks/>
          </p:cNvSpPr>
          <p:nvPr/>
        </p:nvSpPr>
        <p:spPr>
          <a:xfrm>
            <a:off x="742275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45B04DA0-5060-1392-D385-9329D7A39DE7}"/>
              </a:ext>
            </a:extLst>
          </p:cNvPr>
          <p:cNvSpPr>
            <a:spLocks/>
          </p:cNvSpPr>
          <p:nvPr/>
        </p:nvSpPr>
        <p:spPr>
          <a:xfrm>
            <a:off x="736686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F8333D86-ABFE-22F7-6750-F281BF5A8CE7}"/>
              </a:ext>
            </a:extLst>
          </p:cNvPr>
          <p:cNvSpPr>
            <a:spLocks/>
          </p:cNvSpPr>
          <p:nvPr/>
        </p:nvSpPr>
        <p:spPr>
          <a:xfrm>
            <a:off x="740098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466A0EFA-4AAE-0CF1-92FD-8353CE678C9E}"/>
              </a:ext>
            </a:extLst>
          </p:cNvPr>
          <p:cNvSpPr>
            <a:spLocks/>
          </p:cNvSpPr>
          <p:nvPr/>
        </p:nvSpPr>
        <p:spPr>
          <a:xfrm>
            <a:off x="735392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78F56CE1-8A90-DD23-6421-D45387AECDB9}"/>
              </a:ext>
            </a:extLst>
          </p:cNvPr>
          <p:cNvSpPr>
            <a:spLocks/>
          </p:cNvSpPr>
          <p:nvPr/>
        </p:nvSpPr>
        <p:spPr>
          <a:xfrm>
            <a:off x="7309935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D166F5CA-2B22-A454-7482-D5B0C1753CE7}"/>
              </a:ext>
            </a:extLst>
          </p:cNvPr>
          <p:cNvSpPr>
            <a:spLocks/>
          </p:cNvSpPr>
          <p:nvPr/>
        </p:nvSpPr>
        <p:spPr>
          <a:xfrm>
            <a:off x="735798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034EA843-604F-8F29-8E08-69A03BF1A474}"/>
              </a:ext>
            </a:extLst>
          </p:cNvPr>
          <p:cNvSpPr>
            <a:spLocks/>
          </p:cNvSpPr>
          <p:nvPr/>
        </p:nvSpPr>
        <p:spPr>
          <a:xfrm>
            <a:off x="731958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7DADB15-851C-B8C0-E924-F267CC8D2EEF}"/>
              </a:ext>
            </a:extLst>
          </p:cNvPr>
          <p:cNvSpPr>
            <a:spLocks/>
          </p:cNvSpPr>
          <p:nvPr/>
        </p:nvSpPr>
        <p:spPr>
          <a:xfrm>
            <a:off x="733997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ADC5B014-A66B-48B3-7A6B-09E1783D54E3}"/>
              </a:ext>
            </a:extLst>
          </p:cNvPr>
          <p:cNvSpPr>
            <a:spLocks/>
          </p:cNvSpPr>
          <p:nvPr/>
        </p:nvSpPr>
        <p:spPr>
          <a:xfrm>
            <a:off x="738162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AB1E5365-608B-3B1A-809A-B1E66539C687}"/>
              </a:ext>
            </a:extLst>
          </p:cNvPr>
          <p:cNvSpPr>
            <a:spLocks/>
          </p:cNvSpPr>
          <p:nvPr/>
        </p:nvSpPr>
        <p:spPr>
          <a:xfrm>
            <a:off x="7344257" y="47931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6FBC459F-70CD-F458-EAE9-42E241C62CFF}"/>
              </a:ext>
            </a:extLst>
          </p:cNvPr>
          <p:cNvSpPr>
            <a:spLocks/>
          </p:cNvSpPr>
          <p:nvPr/>
        </p:nvSpPr>
        <p:spPr>
          <a:xfrm>
            <a:off x="74045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446C1880-F035-2517-AC20-C3A7AA0F36E1}"/>
              </a:ext>
            </a:extLst>
          </p:cNvPr>
          <p:cNvSpPr>
            <a:spLocks/>
          </p:cNvSpPr>
          <p:nvPr/>
        </p:nvSpPr>
        <p:spPr>
          <a:xfrm>
            <a:off x="74193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4F6393B5-48ED-E13C-06A6-32F1BB0112AE}"/>
              </a:ext>
            </a:extLst>
          </p:cNvPr>
          <p:cNvSpPr>
            <a:spLocks/>
          </p:cNvSpPr>
          <p:nvPr/>
        </p:nvSpPr>
        <p:spPr>
          <a:xfrm>
            <a:off x="7366905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630EDD94-4718-DB72-B838-85D2FF0E043C}"/>
              </a:ext>
            </a:extLst>
          </p:cNvPr>
          <p:cNvSpPr>
            <a:spLocks/>
          </p:cNvSpPr>
          <p:nvPr/>
        </p:nvSpPr>
        <p:spPr>
          <a:xfrm>
            <a:off x="734991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2A8B7D68-FBA2-231D-CF05-7F18EDD19F7D}"/>
              </a:ext>
            </a:extLst>
          </p:cNvPr>
          <p:cNvSpPr>
            <a:spLocks/>
          </p:cNvSpPr>
          <p:nvPr/>
        </p:nvSpPr>
        <p:spPr>
          <a:xfrm>
            <a:off x="735294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F8EE1DED-B5CC-0A48-B61A-B28E0D94656B}"/>
              </a:ext>
            </a:extLst>
          </p:cNvPr>
          <p:cNvSpPr>
            <a:spLocks/>
          </p:cNvSpPr>
          <p:nvPr/>
        </p:nvSpPr>
        <p:spPr>
          <a:xfrm>
            <a:off x="73466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2D541495-0F41-888E-0979-FEEC013FD431}"/>
              </a:ext>
            </a:extLst>
          </p:cNvPr>
          <p:cNvSpPr>
            <a:spLocks/>
          </p:cNvSpPr>
          <p:nvPr/>
        </p:nvSpPr>
        <p:spPr>
          <a:xfrm>
            <a:off x="741598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68867536-F34B-F7BF-E96E-D953F09178BF}"/>
              </a:ext>
            </a:extLst>
          </p:cNvPr>
          <p:cNvSpPr>
            <a:spLocks/>
          </p:cNvSpPr>
          <p:nvPr/>
        </p:nvSpPr>
        <p:spPr>
          <a:xfrm>
            <a:off x="73260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09CBA84-4EFC-526D-10D5-EAA292E26CC5}"/>
              </a:ext>
            </a:extLst>
          </p:cNvPr>
          <p:cNvSpPr>
            <a:spLocks/>
          </p:cNvSpPr>
          <p:nvPr/>
        </p:nvSpPr>
        <p:spPr>
          <a:xfrm>
            <a:off x="73458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4EB13001-F0F9-5087-5443-2A63035965BA}"/>
              </a:ext>
            </a:extLst>
          </p:cNvPr>
          <p:cNvSpPr>
            <a:spLocks/>
          </p:cNvSpPr>
          <p:nvPr/>
        </p:nvSpPr>
        <p:spPr>
          <a:xfrm>
            <a:off x="735259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83D1B92E-EE3F-1097-A66D-F22BB98E65FE}"/>
              </a:ext>
            </a:extLst>
          </p:cNvPr>
          <p:cNvSpPr>
            <a:spLocks/>
          </p:cNvSpPr>
          <p:nvPr/>
        </p:nvSpPr>
        <p:spPr>
          <a:xfrm>
            <a:off x="738979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EA02B25C-4622-3EB6-61C0-2C6FC5CE54C1}"/>
              </a:ext>
            </a:extLst>
          </p:cNvPr>
          <p:cNvSpPr>
            <a:spLocks/>
          </p:cNvSpPr>
          <p:nvPr/>
        </p:nvSpPr>
        <p:spPr>
          <a:xfrm>
            <a:off x="735585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9F10F822-38C6-694B-CC60-F30DEE6A65DC}"/>
              </a:ext>
            </a:extLst>
          </p:cNvPr>
          <p:cNvSpPr>
            <a:spLocks/>
          </p:cNvSpPr>
          <p:nvPr/>
        </p:nvSpPr>
        <p:spPr>
          <a:xfrm>
            <a:off x="7393484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FD01BDE0-6FAA-4382-915F-3172CD0EDCB0}"/>
              </a:ext>
            </a:extLst>
          </p:cNvPr>
          <p:cNvSpPr>
            <a:spLocks/>
          </p:cNvSpPr>
          <p:nvPr/>
        </p:nvSpPr>
        <p:spPr>
          <a:xfrm>
            <a:off x="737754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59A9ED2E-C3F7-10FB-34D6-42AEB4FB4A5B}"/>
              </a:ext>
            </a:extLst>
          </p:cNvPr>
          <p:cNvSpPr>
            <a:spLocks/>
          </p:cNvSpPr>
          <p:nvPr/>
        </p:nvSpPr>
        <p:spPr>
          <a:xfrm>
            <a:off x="76498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52DD27FB-2EAA-610A-52AB-13EAE1347E87}"/>
              </a:ext>
            </a:extLst>
          </p:cNvPr>
          <p:cNvSpPr>
            <a:spLocks/>
          </p:cNvSpPr>
          <p:nvPr/>
        </p:nvSpPr>
        <p:spPr>
          <a:xfrm>
            <a:off x="7649768" y="49473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E4D3331D-C01C-0BDA-8D0F-7EAAECB427A8}"/>
              </a:ext>
            </a:extLst>
          </p:cNvPr>
          <p:cNvSpPr>
            <a:spLocks/>
          </p:cNvSpPr>
          <p:nvPr/>
        </p:nvSpPr>
        <p:spPr>
          <a:xfrm>
            <a:off x="76433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4745DD65-7DFA-136F-F553-48413B030083}"/>
              </a:ext>
            </a:extLst>
          </p:cNvPr>
          <p:cNvSpPr>
            <a:spLocks/>
          </p:cNvSpPr>
          <p:nvPr/>
        </p:nvSpPr>
        <p:spPr>
          <a:xfrm>
            <a:off x="76552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84C8B1A8-EC9F-36FB-1033-D74BAD7EDE05}"/>
              </a:ext>
            </a:extLst>
          </p:cNvPr>
          <p:cNvSpPr>
            <a:spLocks/>
          </p:cNvSpPr>
          <p:nvPr/>
        </p:nvSpPr>
        <p:spPr>
          <a:xfrm>
            <a:off x="7604030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DB1A2CC-38D4-C279-E1E5-DF72B5EE7C96}"/>
              </a:ext>
            </a:extLst>
          </p:cNvPr>
          <p:cNvSpPr>
            <a:spLocks/>
          </p:cNvSpPr>
          <p:nvPr/>
        </p:nvSpPr>
        <p:spPr>
          <a:xfrm>
            <a:off x="7666735" y="55210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EB736A76-5E70-4912-072E-AE81D98AB76F}"/>
              </a:ext>
            </a:extLst>
          </p:cNvPr>
          <p:cNvSpPr>
            <a:spLocks/>
          </p:cNvSpPr>
          <p:nvPr/>
        </p:nvSpPr>
        <p:spPr>
          <a:xfrm>
            <a:off x="76239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F57AC36A-F252-10CD-D7FF-954CCAFA557A}"/>
              </a:ext>
            </a:extLst>
          </p:cNvPr>
          <p:cNvSpPr>
            <a:spLocks/>
          </p:cNvSpPr>
          <p:nvPr/>
        </p:nvSpPr>
        <p:spPr>
          <a:xfrm>
            <a:off x="75679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33D397EA-7ED4-313F-A7BA-8EEB89A95875}"/>
              </a:ext>
            </a:extLst>
          </p:cNvPr>
          <p:cNvSpPr>
            <a:spLocks/>
          </p:cNvSpPr>
          <p:nvPr/>
        </p:nvSpPr>
        <p:spPr>
          <a:xfrm>
            <a:off x="755741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FD94885F-B507-876C-EF3A-AB9B1EA913D6}"/>
              </a:ext>
            </a:extLst>
          </p:cNvPr>
          <p:cNvSpPr>
            <a:spLocks/>
          </p:cNvSpPr>
          <p:nvPr/>
        </p:nvSpPr>
        <p:spPr>
          <a:xfrm>
            <a:off x="76514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AF8452D9-015F-252E-975A-8008173743A8}"/>
              </a:ext>
            </a:extLst>
          </p:cNvPr>
          <p:cNvSpPr>
            <a:spLocks/>
          </p:cNvSpPr>
          <p:nvPr/>
        </p:nvSpPr>
        <p:spPr>
          <a:xfrm>
            <a:off x="76231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350C10A0-C06A-A79D-5B5F-BD0D39FAEDC6}"/>
              </a:ext>
            </a:extLst>
          </p:cNvPr>
          <p:cNvSpPr>
            <a:spLocks/>
          </p:cNvSpPr>
          <p:nvPr/>
        </p:nvSpPr>
        <p:spPr>
          <a:xfrm>
            <a:off x="758553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746CD894-7060-7182-33C0-FD8A53AB0723}"/>
              </a:ext>
            </a:extLst>
          </p:cNvPr>
          <p:cNvSpPr>
            <a:spLocks/>
          </p:cNvSpPr>
          <p:nvPr/>
        </p:nvSpPr>
        <p:spPr>
          <a:xfrm>
            <a:off x="7619933" y="48226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B911BEB7-F3D8-537D-7096-EA2B96BED4FB}"/>
              </a:ext>
            </a:extLst>
          </p:cNvPr>
          <p:cNvSpPr>
            <a:spLocks/>
          </p:cNvSpPr>
          <p:nvPr/>
        </p:nvSpPr>
        <p:spPr>
          <a:xfrm>
            <a:off x="7624785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F31A233C-DAF1-E205-71A9-20E8BE8B8930}"/>
              </a:ext>
            </a:extLst>
          </p:cNvPr>
          <p:cNvSpPr>
            <a:spLocks/>
          </p:cNvSpPr>
          <p:nvPr/>
        </p:nvSpPr>
        <p:spPr>
          <a:xfrm>
            <a:off x="75597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75E1BA3A-8F72-F2B9-32E5-0886BB000AFC}"/>
              </a:ext>
            </a:extLst>
          </p:cNvPr>
          <p:cNvSpPr>
            <a:spLocks/>
          </p:cNvSpPr>
          <p:nvPr/>
        </p:nvSpPr>
        <p:spPr>
          <a:xfrm>
            <a:off x="76460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B859AF62-F117-FBED-EED3-EF9133595AEC}"/>
              </a:ext>
            </a:extLst>
          </p:cNvPr>
          <p:cNvSpPr>
            <a:spLocks/>
          </p:cNvSpPr>
          <p:nvPr/>
        </p:nvSpPr>
        <p:spPr>
          <a:xfrm>
            <a:off x="76665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56FA0708-1DA8-0E69-1381-3D2F531BB828}"/>
              </a:ext>
            </a:extLst>
          </p:cNvPr>
          <p:cNvSpPr>
            <a:spLocks/>
          </p:cNvSpPr>
          <p:nvPr/>
        </p:nvSpPr>
        <p:spPr>
          <a:xfrm>
            <a:off x="760747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6A349183-F043-2377-A1A4-C1F301C92C71}"/>
              </a:ext>
            </a:extLst>
          </p:cNvPr>
          <p:cNvSpPr>
            <a:spLocks/>
          </p:cNvSpPr>
          <p:nvPr/>
        </p:nvSpPr>
        <p:spPr>
          <a:xfrm>
            <a:off x="7631007" y="49968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58408FB9-5813-5ABA-6886-476525925095}"/>
              </a:ext>
            </a:extLst>
          </p:cNvPr>
          <p:cNvSpPr>
            <a:spLocks/>
          </p:cNvSpPr>
          <p:nvPr/>
        </p:nvSpPr>
        <p:spPr>
          <a:xfrm>
            <a:off x="765123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0D59E519-4CC9-35D5-DC10-73FB9595D4FE}"/>
              </a:ext>
            </a:extLst>
          </p:cNvPr>
          <p:cNvSpPr>
            <a:spLocks/>
          </p:cNvSpPr>
          <p:nvPr/>
        </p:nvSpPr>
        <p:spPr>
          <a:xfrm>
            <a:off x="7579744" y="62225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1AB64162-655B-562E-23AF-6B224260D93A}"/>
              </a:ext>
            </a:extLst>
          </p:cNvPr>
          <p:cNvSpPr>
            <a:spLocks/>
          </p:cNvSpPr>
          <p:nvPr/>
        </p:nvSpPr>
        <p:spPr>
          <a:xfrm>
            <a:off x="762566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9820C217-ED16-7E21-103B-C0AB07AFD591}"/>
              </a:ext>
            </a:extLst>
          </p:cNvPr>
          <p:cNvSpPr>
            <a:spLocks/>
          </p:cNvSpPr>
          <p:nvPr/>
        </p:nvSpPr>
        <p:spPr>
          <a:xfrm>
            <a:off x="76750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DFFE74C6-CF75-5F98-FF16-70D78ADE1ED9}"/>
              </a:ext>
            </a:extLst>
          </p:cNvPr>
          <p:cNvSpPr>
            <a:spLocks/>
          </p:cNvSpPr>
          <p:nvPr/>
        </p:nvSpPr>
        <p:spPr>
          <a:xfrm>
            <a:off x="7582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263A8F5D-374A-0CD6-E1D6-668EADA009F8}"/>
              </a:ext>
            </a:extLst>
          </p:cNvPr>
          <p:cNvSpPr>
            <a:spLocks/>
          </p:cNvSpPr>
          <p:nvPr/>
        </p:nvSpPr>
        <p:spPr>
          <a:xfrm>
            <a:off x="76143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59BE0B3C-9B22-32E6-DC43-D3C966A9CC04}"/>
              </a:ext>
            </a:extLst>
          </p:cNvPr>
          <p:cNvSpPr>
            <a:spLocks/>
          </p:cNvSpPr>
          <p:nvPr/>
        </p:nvSpPr>
        <p:spPr>
          <a:xfrm>
            <a:off x="759076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159195B5-165F-DEC5-5F26-2485EF04AC3B}"/>
              </a:ext>
            </a:extLst>
          </p:cNvPr>
          <p:cNvSpPr>
            <a:spLocks/>
          </p:cNvSpPr>
          <p:nvPr/>
        </p:nvSpPr>
        <p:spPr>
          <a:xfrm>
            <a:off x="76203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5ABCD165-3817-9AF1-6260-C2FB45993AEB}"/>
              </a:ext>
            </a:extLst>
          </p:cNvPr>
          <p:cNvSpPr>
            <a:spLocks/>
          </p:cNvSpPr>
          <p:nvPr/>
        </p:nvSpPr>
        <p:spPr>
          <a:xfrm>
            <a:off x="76452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1C69F5EF-1134-ECEE-2609-DB2FF398ECCA}"/>
              </a:ext>
            </a:extLst>
          </p:cNvPr>
          <p:cNvSpPr>
            <a:spLocks/>
          </p:cNvSpPr>
          <p:nvPr/>
        </p:nvSpPr>
        <p:spPr>
          <a:xfrm>
            <a:off x="76329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C73E002E-7E11-FC65-2700-A7BF85030B85}"/>
              </a:ext>
            </a:extLst>
          </p:cNvPr>
          <p:cNvSpPr>
            <a:spLocks/>
          </p:cNvSpPr>
          <p:nvPr/>
        </p:nvSpPr>
        <p:spPr>
          <a:xfrm>
            <a:off x="760317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CD4BDCBB-20DA-A680-CCE2-6FB893F3F4C7}"/>
              </a:ext>
            </a:extLst>
          </p:cNvPr>
          <p:cNvSpPr>
            <a:spLocks/>
          </p:cNvSpPr>
          <p:nvPr/>
        </p:nvSpPr>
        <p:spPr>
          <a:xfrm>
            <a:off x="761612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150230EB-4D3E-F7CF-5181-FCBED9630D37}"/>
              </a:ext>
            </a:extLst>
          </p:cNvPr>
          <p:cNvSpPr>
            <a:spLocks/>
          </p:cNvSpPr>
          <p:nvPr/>
        </p:nvSpPr>
        <p:spPr>
          <a:xfrm>
            <a:off x="75693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A52C05AE-F615-9838-7283-1A62B00F5AA6}"/>
              </a:ext>
            </a:extLst>
          </p:cNvPr>
          <p:cNvSpPr>
            <a:spLocks/>
          </p:cNvSpPr>
          <p:nvPr/>
        </p:nvSpPr>
        <p:spPr>
          <a:xfrm>
            <a:off x="7662756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BFD7A0FE-5F67-ED25-2B27-DBBE1274FEF0}"/>
              </a:ext>
            </a:extLst>
          </p:cNvPr>
          <p:cNvSpPr>
            <a:spLocks/>
          </p:cNvSpPr>
          <p:nvPr/>
        </p:nvSpPr>
        <p:spPr>
          <a:xfrm>
            <a:off x="75631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6B84F101-84EC-7A97-CBCB-758CDA5D5D46}"/>
              </a:ext>
            </a:extLst>
          </p:cNvPr>
          <p:cNvSpPr>
            <a:spLocks/>
          </p:cNvSpPr>
          <p:nvPr/>
        </p:nvSpPr>
        <p:spPr>
          <a:xfrm>
            <a:off x="761857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C14DBFCC-F250-0915-78E4-1CF644B25175}"/>
              </a:ext>
            </a:extLst>
          </p:cNvPr>
          <p:cNvSpPr>
            <a:spLocks/>
          </p:cNvSpPr>
          <p:nvPr/>
        </p:nvSpPr>
        <p:spPr>
          <a:xfrm>
            <a:off x="759178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26F8ECB1-AFE7-DB75-B97A-FF9B571D03BB}"/>
              </a:ext>
            </a:extLst>
          </p:cNvPr>
          <p:cNvSpPr>
            <a:spLocks/>
          </p:cNvSpPr>
          <p:nvPr/>
        </p:nvSpPr>
        <p:spPr>
          <a:xfrm>
            <a:off x="75984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DDF74F28-F4EF-0FA7-BF2E-98162E5A1C77}"/>
              </a:ext>
            </a:extLst>
          </p:cNvPr>
          <p:cNvSpPr>
            <a:spLocks/>
          </p:cNvSpPr>
          <p:nvPr/>
        </p:nvSpPr>
        <p:spPr>
          <a:xfrm>
            <a:off x="762238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E6DB0A68-580B-A98E-0083-3725487E2B13}"/>
              </a:ext>
            </a:extLst>
          </p:cNvPr>
          <p:cNvSpPr>
            <a:spLocks/>
          </p:cNvSpPr>
          <p:nvPr/>
        </p:nvSpPr>
        <p:spPr>
          <a:xfrm>
            <a:off x="7562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23964996-19D1-B305-93E9-4AE4A30D4394}"/>
              </a:ext>
            </a:extLst>
          </p:cNvPr>
          <p:cNvSpPr>
            <a:spLocks/>
          </p:cNvSpPr>
          <p:nvPr/>
        </p:nvSpPr>
        <p:spPr>
          <a:xfrm>
            <a:off x="76747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17129191-D867-748A-9D96-2DDD41293A66}"/>
              </a:ext>
            </a:extLst>
          </p:cNvPr>
          <p:cNvSpPr>
            <a:spLocks/>
          </p:cNvSpPr>
          <p:nvPr/>
        </p:nvSpPr>
        <p:spPr>
          <a:xfrm>
            <a:off x="764419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8B6B7F6E-21C2-64CB-8540-8196D1A94761}"/>
              </a:ext>
            </a:extLst>
          </p:cNvPr>
          <p:cNvSpPr>
            <a:spLocks/>
          </p:cNvSpPr>
          <p:nvPr/>
        </p:nvSpPr>
        <p:spPr>
          <a:xfrm>
            <a:off x="76405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F6025889-3F58-53B5-BD76-F278EAF92D76}"/>
              </a:ext>
            </a:extLst>
          </p:cNvPr>
          <p:cNvSpPr>
            <a:spLocks/>
          </p:cNvSpPr>
          <p:nvPr/>
        </p:nvSpPr>
        <p:spPr>
          <a:xfrm>
            <a:off x="767378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34C16AC0-6483-C699-A865-23613FDD1E6B}"/>
              </a:ext>
            </a:extLst>
          </p:cNvPr>
          <p:cNvSpPr>
            <a:spLocks/>
          </p:cNvSpPr>
          <p:nvPr/>
        </p:nvSpPr>
        <p:spPr>
          <a:xfrm>
            <a:off x="76264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E848B98-87DB-837E-F490-EC1CF6443ACF}"/>
              </a:ext>
            </a:extLst>
          </p:cNvPr>
          <p:cNvSpPr>
            <a:spLocks/>
          </p:cNvSpPr>
          <p:nvPr/>
        </p:nvSpPr>
        <p:spPr>
          <a:xfrm>
            <a:off x="7648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7DB90383-0E78-8238-4789-6E65DA676F1B}"/>
              </a:ext>
            </a:extLst>
          </p:cNvPr>
          <p:cNvSpPr>
            <a:spLocks/>
          </p:cNvSpPr>
          <p:nvPr/>
        </p:nvSpPr>
        <p:spPr>
          <a:xfrm>
            <a:off x="75961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B07BFA84-4FDB-D8C2-612B-832DE69C45E0}"/>
              </a:ext>
            </a:extLst>
          </p:cNvPr>
          <p:cNvSpPr>
            <a:spLocks/>
          </p:cNvSpPr>
          <p:nvPr/>
        </p:nvSpPr>
        <p:spPr>
          <a:xfrm>
            <a:off x="757836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59FDC6F9-B78F-C795-8AF4-C888C333679A}"/>
              </a:ext>
            </a:extLst>
          </p:cNvPr>
          <p:cNvSpPr>
            <a:spLocks/>
          </p:cNvSpPr>
          <p:nvPr/>
        </p:nvSpPr>
        <p:spPr>
          <a:xfrm>
            <a:off x="7624618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C803ED37-0959-0DF4-83B7-0F266BA69F65}"/>
              </a:ext>
            </a:extLst>
          </p:cNvPr>
          <p:cNvSpPr>
            <a:spLocks/>
          </p:cNvSpPr>
          <p:nvPr/>
        </p:nvSpPr>
        <p:spPr>
          <a:xfrm>
            <a:off x="75577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26CCDDFA-E853-461E-C63C-B1864390F42C}"/>
              </a:ext>
            </a:extLst>
          </p:cNvPr>
          <p:cNvSpPr>
            <a:spLocks/>
          </p:cNvSpPr>
          <p:nvPr/>
        </p:nvSpPr>
        <p:spPr>
          <a:xfrm>
            <a:off x="760006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00C429A-3C18-80CE-DE91-331E96828DCE}"/>
              </a:ext>
            </a:extLst>
          </p:cNvPr>
          <p:cNvSpPr>
            <a:spLocks/>
          </p:cNvSpPr>
          <p:nvPr/>
        </p:nvSpPr>
        <p:spPr>
          <a:xfrm>
            <a:off x="76069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74A6632C-8C39-370F-B7B6-282CF7C91339}"/>
              </a:ext>
            </a:extLst>
          </p:cNvPr>
          <p:cNvSpPr>
            <a:spLocks/>
          </p:cNvSpPr>
          <p:nvPr/>
        </p:nvSpPr>
        <p:spPr>
          <a:xfrm>
            <a:off x="763699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C2AD93EE-45EB-D685-F55B-8BC1CB88DCB1}"/>
              </a:ext>
            </a:extLst>
          </p:cNvPr>
          <p:cNvSpPr>
            <a:spLocks/>
          </p:cNvSpPr>
          <p:nvPr/>
        </p:nvSpPr>
        <p:spPr>
          <a:xfrm>
            <a:off x="765980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72934E7B-5904-9D02-A011-06C4CAF2C22A}"/>
              </a:ext>
            </a:extLst>
          </p:cNvPr>
          <p:cNvSpPr>
            <a:spLocks/>
          </p:cNvSpPr>
          <p:nvPr/>
        </p:nvSpPr>
        <p:spPr>
          <a:xfrm>
            <a:off x="76213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3BBA09B3-ECCC-FD7C-7B7C-44E143B5306D}"/>
              </a:ext>
            </a:extLst>
          </p:cNvPr>
          <p:cNvSpPr>
            <a:spLocks/>
          </p:cNvSpPr>
          <p:nvPr/>
        </p:nvSpPr>
        <p:spPr>
          <a:xfrm>
            <a:off x="7655778" y="49279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E558FCA5-339B-84E6-96C9-5AF6708D5ED7}"/>
              </a:ext>
            </a:extLst>
          </p:cNvPr>
          <p:cNvSpPr>
            <a:spLocks/>
          </p:cNvSpPr>
          <p:nvPr/>
        </p:nvSpPr>
        <p:spPr>
          <a:xfrm>
            <a:off x="7558241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35AA50B2-C7F7-0BE9-6D76-10D87CF1F3D1}"/>
              </a:ext>
            </a:extLst>
          </p:cNvPr>
          <p:cNvSpPr>
            <a:spLocks/>
          </p:cNvSpPr>
          <p:nvPr/>
        </p:nvSpPr>
        <p:spPr>
          <a:xfrm>
            <a:off x="756024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C55A9956-DA96-874E-689E-07FCD5EBC00E}"/>
              </a:ext>
            </a:extLst>
          </p:cNvPr>
          <p:cNvSpPr>
            <a:spLocks/>
          </p:cNvSpPr>
          <p:nvPr/>
        </p:nvSpPr>
        <p:spPr>
          <a:xfrm>
            <a:off x="75867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E7F0E933-5E80-E409-019D-B529974138FC}"/>
              </a:ext>
            </a:extLst>
          </p:cNvPr>
          <p:cNvSpPr>
            <a:spLocks/>
          </p:cNvSpPr>
          <p:nvPr/>
        </p:nvSpPr>
        <p:spPr>
          <a:xfrm>
            <a:off x="7622030" y="54120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94A839E8-F322-655C-78AD-0CC92C639522}"/>
              </a:ext>
            </a:extLst>
          </p:cNvPr>
          <p:cNvSpPr>
            <a:spLocks/>
          </p:cNvSpPr>
          <p:nvPr/>
        </p:nvSpPr>
        <p:spPr>
          <a:xfrm>
            <a:off x="758090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A712793D-CCF4-97EB-BB78-6F92C624FC49}"/>
              </a:ext>
            </a:extLst>
          </p:cNvPr>
          <p:cNvSpPr>
            <a:spLocks/>
          </p:cNvSpPr>
          <p:nvPr/>
        </p:nvSpPr>
        <p:spPr>
          <a:xfrm>
            <a:off x="76118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A663C0F6-2B66-A160-39BF-974D1EF83ACD}"/>
              </a:ext>
            </a:extLst>
          </p:cNvPr>
          <p:cNvSpPr>
            <a:spLocks/>
          </p:cNvSpPr>
          <p:nvPr/>
        </p:nvSpPr>
        <p:spPr>
          <a:xfrm>
            <a:off x="76274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E4C5A478-EA7C-8071-BEB9-A9D660EBE54D}"/>
              </a:ext>
            </a:extLst>
          </p:cNvPr>
          <p:cNvSpPr>
            <a:spLocks/>
          </p:cNvSpPr>
          <p:nvPr/>
        </p:nvSpPr>
        <p:spPr>
          <a:xfrm>
            <a:off x="76283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F7DAC5F7-0D3F-ECAB-BD4B-BBF6F92721EC}"/>
              </a:ext>
            </a:extLst>
          </p:cNvPr>
          <p:cNvSpPr>
            <a:spLocks/>
          </p:cNvSpPr>
          <p:nvPr/>
        </p:nvSpPr>
        <p:spPr>
          <a:xfrm>
            <a:off x="759136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A4BDA907-132D-ABD8-94FD-4D907BE21C17}"/>
              </a:ext>
            </a:extLst>
          </p:cNvPr>
          <p:cNvSpPr>
            <a:spLocks/>
          </p:cNvSpPr>
          <p:nvPr/>
        </p:nvSpPr>
        <p:spPr>
          <a:xfrm>
            <a:off x="7644407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367C5AD0-58BA-FB7F-35DB-10D140D6264C}"/>
              </a:ext>
            </a:extLst>
          </p:cNvPr>
          <p:cNvSpPr>
            <a:spLocks/>
          </p:cNvSpPr>
          <p:nvPr/>
        </p:nvSpPr>
        <p:spPr>
          <a:xfrm>
            <a:off x="763245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A8DB10E9-6102-C9BA-228B-A1C618C66818}"/>
              </a:ext>
            </a:extLst>
          </p:cNvPr>
          <p:cNvSpPr>
            <a:spLocks/>
          </p:cNvSpPr>
          <p:nvPr/>
        </p:nvSpPr>
        <p:spPr>
          <a:xfrm>
            <a:off x="76476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657403D8-A3A9-D6A5-715E-31320E155F3B}"/>
              </a:ext>
            </a:extLst>
          </p:cNvPr>
          <p:cNvSpPr>
            <a:spLocks/>
          </p:cNvSpPr>
          <p:nvPr/>
        </p:nvSpPr>
        <p:spPr>
          <a:xfrm>
            <a:off x="7597897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38C324AC-ED8D-C394-C3B0-836B4147A4FE}"/>
              </a:ext>
            </a:extLst>
          </p:cNvPr>
          <p:cNvSpPr>
            <a:spLocks/>
          </p:cNvSpPr>
          <p:nvPr/>
        </p:nvSpPr>
        <p:spPr>
          <a:xfrm>
            <a:off x="763136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1276E2A3-2609-5559-8CD8-C5AC258F8DC8}"/>
              </a:ext>
            </a:extLst>
          </p:cNvPr>
          <p:cNvSpPr>
            <a:spLocks/>
          </p:cNvSpPr>
          <p:nvPr/>
        </p:nvSpPr>
        <p:spPr>
          <a:xfrm>
            <a:off x="76620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0815DDA-3827-2B12-E44B-C8A5876DDDF4}"/>
              </a:ext>
            </a:extLst>
          </p:cNvPr>
          <p:cNvSpPr>
            <a:spLocks/>
          </p:cNvSpPr>
          <p:nvPr/>
        </p:nvSpPr>
        <p:spPr>
          <a:xfrm>
            <a:off x="761576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F8217892-E85F-C01C-8D69-A3E10B0A95C7}"/>
              </a:ext>
            </a:extLst>
          </p:cNvPr>
          <p:cNvSpPr>
            <a:spLocks/>
          </p:cNvSpPr>
          <p:nvPr/>
        </p:nvSpPr>
        <p:spPr>
          <a:xfrm>
            <a:off x="75619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2400A9C3-006F-C0FB-28D8-757E219FB2EA}"/>
              </a:ext>
            </a:extLst>
          </p:cNvPr>
          <p:cNvSpPr>
            <a:spLocks/>
          </p:cNvSpPr>
          <p:nvPr/>
        </p:nvSpPr>
        <p:spPr>
          <a:xfrm>
            <a:off x="76417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30F307E7-E37B-FDE3-FB4A-8F92088B3B8A}"/>
              </a:ext>
            </a:extLst>
          </p:cNvPr>
          <p:cNvSpPr>
            <a:spLocks/>
          </p:cNvSpPr>
          <p:nvPr/>
        </p:nvSpPr>
        <p:spPr>
          <a:xfrm>
            <a:off x="75859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173575F9-C3D1-5AC0-B7BB-1CD33F43C84D}"/>
              </a:ext>
            </a:extLst>
          </p:cNvPr>
          <p:cNvSpPr>
            <a:spLocks/>
          </p:cNvSpPr>
          <p:nvPr/>
        </p:nvSpPr>
        <p:spPr>
          <a:xfrm>
            <a:off x="7668714" y="56576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AB53E348-DA59-9FE4-5B52-45E02A4C5297}"/>
              </a:ext>
            </a:extLst>
          </p:cNvPr>
          <p:cNvSpPr>
            <a:spLocks/>
          </p:cNvSpPr>
          <p:nvPr/>
        </p:nvSpPr>
        <p:spPr>
          <a:xfrm>
            <a:off x="759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F0814913-9B57-7014-57DF-71711A6ECBF6}"/>
              </a:ext>
            </a:extLst>
          </p:cNvPr>
          <p:cNvSpPr>
            <a:spLocks/>
          </p:cNvSpPr>
          <p:nvPr/>
        </p:nvSpPr>
        <p:spPr>
          <a:xfrm>
            <a:off x="755610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F2AAED72-18E4-A6E1-803C-ABB02B6F008D}"/>
              </a:ext>
            </a:extLst>
          </p:cNvPr>
          <p:cNvSpPr>
            <a:spLocks/>
          </p:cNvSpPr>
          <p:nvPr/>
        </p:nvSpPr>
        <p:spPr>
          <a:xfrm>
            <a:off x="765400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81B7098E-51FA-2A10-4A31-3F8761A18F05}"/>
              </a:ext>
            </a:extLst>
          </p:cNvPr>
          <p:cNvSpPr>
            <a:spLocks/>
          </p:cNvSpPr>
          <p:nvPr/>
        </p:nvSpPr>
        <p:spPr>
          <a:xfrm>
            <a:off x="761643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FD8C1157-BA59-FE87-0248-CB8C36C2839B}"/>
              </a:ext>
            </a:extLst>
          </p:cNvPr>
          <p:cNvSpPr>
            <a:spLocks/>
          </p:cNvSpPr>
          <p:nvPr/>
        </p:nvSpPr>
        <p:spPr>
          <a:xfrm>
            <a:off x="7653853" y="51406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A8F85656-6A38-F987-0E9F-8C4EE0156060}"/>
              </a:ext>
            </a:extLst>
          </p:cNvPr>
          <p:cNvSpPr>
            <a:spLocks/>
          </p:cNvSpPr>
          <p:nvPr/>
        </p:nvSpPr>
        <p:spPr>
          <a:xfrm>
            <a:off x="75780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224999B1-3CC8-B157-0104-05FDC562C8D6}"/>
              </a:ext>
            </a:extLst>
          </p:cNvPr>
          <p:cNvSpPr>
            <a:spLocks/>
          </p:cNvSpPr>
          <p:nvPr/>
        </p:nvSpPr>
        <p:spPr>
          <a:xfrm>
            <a:off x="75919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F827D419-1CCD-649E-1B79-95BDB66043B7}"/>
              </a:ext>
            </a:extLst>
          </p:cNvPr>
          <p:cNvSpPr>
            <a:spLocks/>
          </p:cNvSpPr>
          <p:nvPr/>
        </p:nvSpPr>
        <p:spPr>
          <a:xfrm>
            <a:off x="7565276" y="6089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36F00633-FD32-14F6-28D8-386E23A599D0}"/>
              </a:ext>
            </a:extLst>
          </p:cNvPr>
          <p:cNvSpPr>
            <a:spLocks/>
          </p:cNvSpPr>
          <p:nvPr/>
        </p:nvSpPr>
        <p:spPr>
          <a:xfrm>
            <a:off x="76179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C3095A4-9686-1EA3-364B-DEFC43E60987}"/>
              </a:ext>
            </a:extLst>
          </p:cNvPr>
          <p:cNvSpPr>
            <a:spLocks/>
          </p:cNvSpPr>
          <p:nvPr/>
        </p:nvSpPr>
        <p:spPr>
          <a:xfrm>
            <a:off x="765853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C6E7B394-DE43-7082-C3B9-A0ECF810E5B3}"/>
              </a:ext>
            </a:extLst>
          </p:cNvPr>
          <p:cNvSpPr>
            <a:spLocks/>
          </p:cNvSpPr>
          <p:nvPr/>
        </p:nvSpPr>
        <p:spPr>
          <a:xfrm>
            <a:off x="763388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BE8AF805-34E3-3D4D-F946-DC361C9D9699}"/>
              </a:ext>
            </a:extLst>
          </p:cNvPr>
          <p:cNvSpPr>
            <a:spLocks/>
          </p:cNvSpPr>
          <p:nvPr/>
        </p:nvSpPr>
        <p:spPr>
          <a:xfrm>
            <a:off x="757134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57778FAF-D1C8-2664-2DEB-0F0CD903D119}"/>
              </a:ext>
            </a:extLst>
          </p:cNvPr>
          <p:cNvSpPr>
            <a:spLocks/>
          </p:cNvSpPr>
          <p:nvPr/>
        </p:nvSpPr>
        <p:spPr>
          <a:xfrm>
            <a:off x="75650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3C356B2A-7AAA-D481-F0E7-BE4C5560D590}"/>
              </a:ext>
            </a:extLst>
          </p:cNvPr>
          <p:cNvSpPr>
            <a:spLocks/>
          </p:cNvSpPr>
          <p:nvPr/>
        </p:nvSpPr>
        <p:spPr>
          <a:xfrm>
            <a:off x="76125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93FDE42F-34D6-E20D-2869-26A2482B5759}"/>
              </a:ext>
            </a:extLst>
          </p:cNvPr>
          <p:cNvSpPr>
            <a:spLocks/>
          </p:cNvSpPr>
          <p:nvPr/>
        </p:nvSpPr>
        <p:spPr>
          <a:xfrm>
            <a:off x="7592087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A2D7B8CC-619E-458A-7C33-B0D2F65DDB40}"/>
              </a:ext>
            </a:extLst>
          </p:cNvPr>
          <p:cNvSpPr>
            <a:spLocks/>
          </p:cNvSpPr>
          <p:nvPr/>
        </p:nvSpPr>
        <p:spPr>
          <a:xfrm>
            <a:off x="76039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6FFF71C7-DBC6-9EE0-BCEA-9D03A9C55D85}"/>
              </a:ext>
            </a:extLst>
          </p:cNvPr>
          <p:cNvSpPr>
            <a:spLocks/>
          </p:cNvSpPr>
          <p:nvPr/>
        </p:nvSpPr>
        <p:spPr>
          <a:xfrm>
            <a:off x="76443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FF148E31-A943-1394-D169-CD7C627BF850}"/>
              </a:ext>
            </a:extLst>
          </p:cNvPr>
          <p:cNvSpPr>
            <a:spLocks/>
          </p:cNvSpPr>
          <p:nvPr/>
        </p:nvSpPr>
        <p:spPr>
          <a:xfrm>
            <a:off x="75933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1E24BB70-8C0C-F40C-5CA9-50A82301C7A6}"/>
              </a:ext>
            </a:extLst>
          </p:cNvPr>
          <p:cNvSpPr>
            <a:spLocks/>
          </p:cNvSpPr>
          <p:nvPr/>
        </p:nvSpPr>
        <p:spPr>
          <a:xfrm>
            <a:off x="759785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01ABADAC-8D66-D519-4215-860C0D5B82C9}"/>
              </a:ext>
            </a:extLst>
          </p:cNvPr>
          <p:cNvSpPr>
            <a:spLocks/>
          </p:cNvSpPr>
          <p:nvPr/>
        </p:nvSpPr>
        <p:spPr>
          <a:xfrm>
            <a:off x="815046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33B26397-2635-63A7-F843-11E257CF5C6C}"/>
              </a:ext>
            </a:extLst>
          </p:cNvPr>
          <p:cNvSpPr>
            <a:spLocks/>
          </p:cNvSpPr>
          <p:nvPr/>
        </p:nvSpPr>
        <p:spPr>
          <a:xfrm>
            <a:off x="8159161" y="48360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7C0D063C-3AE0-9369-1312-662908DE5B33}"/>
              </a:ext>
            </a:extLst>
          </p:cNvPr>
          <p:cNvSpPr>
            <a:spLocks/>
          </p:cNvSpPr>
          <p:nvPr/>
        </p:nvSpPr>
        <p:spPr>
          <a:xfrm>
            <a:off x="813413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E0569FCD-B5C2-CDD4-DF81-C7885B6FCE8D}"/>
              </a:ext>
            </a:extLst>
          </p:cNvPr>
          <p:cNvSpPr>
            <a:spLocks/>
          </p:cNvSpPr>
          <p:nvPr/>
        </p:nvSpPr>
        <p:spPr>
          <a:xfrm>
            <a:off x="813277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03706CD2-9037-903B-2634-E2CE8BE4F546}"/>
              </a:ext>
            </a:extLst>
          </p:cNvPr>
          <p:cNvSpPr>
            <a:spLocks/>
          </p:cNvSpPr>
          <p:nvPr/>
        </p:nvSpPr>
        <p:spPr>
          <a:xfrm>
            <a:off x="813341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310B0AE0-1C4B-DB45-6CF0-94DF97B2B5DB}"/>
              </a:ext>
            </a:extLst>
          </p:cNvPr>
          <p:cNvSpPr>
            <a:spLocks/>
          </p:cNvSpPr>
          <p:nvPr/>
        </p:nvSpPr>
        <p:spPr>
          <a:xfrm>
            <a:off x="8179826" y="4852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C44D1EEF-9F98-154F-FEB9-7EA91646D962}"/>
              </a:ext>
            </a:extLst>
          </p:cNvPr>
          <p:cNvSpPr>
            <a:spLocks/>
          </p:cNvSpPr>
          <p:nvPr/>
        </p:nvSpPr>
        <p:spPr>
          <a:xfrm>
            <a:off x="8144946" y="49700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FDCC5BB6-C498-5C88-E172-07BD19DB995A}"/>
              </a:ext>
            </a:extLst>
          </p:cNvPr>
          <p:cNvSpPr>
            <a:spLocks/>
          </p:cNvSpPr>
          <p:nvPr/>
        </p:nvSpPr>
        <p:spPr>
          <a:xfrm>
            <a:off x="81553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AA0F394C-EB25-BBE7-1F67-F9AF200BACE5}"/>
              </a:ext>
            </a:extLst>
          </p:cNvPr>
          <p:cNvSpPr>
            <a:spLocks/>
          </p:cNvSpPr>
          <p:nvPr/>
        </p:nvSpPr>
        <p:spPr>
          <a:xfrm>
            <a:off x="8095517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E579BE2-9EE2-6092-0CD9-51F75CA7F56F}"/>
              </a:ext>
            </a:extLst>
          </p:cNvPr>
          <p:cNvSpPr>
            <a:spLocks/>
          </p:cNvSpPr>
          <p:nvPr/>
        </p:nvSpPr>
        <p:spPr>
          <a:xfrm>
            <a:off x="820293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B342DB01-6CF9-6F64-83DE-9D5887C8CABF}"/>
              </a:ext>
            </a:extLst>
          </p:cNvPr>
          <p:cNvSpPr>
            <a:spLocks/>
          </p:cNvSpPr>
          <p:nvPr/>
        </p:nvSpPr>
        <p:spPr>
          <a:xfrm>
            <a:off x="8187572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4D61EA03-4BA2-0051-16F2-9F612BE5C0BD}"/>
              </a:ext>
            </a:extLst>
          </p:cNvPr>
          <p:cNvSpPr>
            <a:spLocks/>
          </p:cNvSpPr>
          <p:nvPr/>
        </p:nvSpPr>
        <p:spPr>
          <a:xfrm>
            <a:off x="810842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CC52ADF1-EF52-9BE9-35A4-4365C668AA04}"/>
              </a:ext>
            </a:extLst>
          </p:cNvPr>
          <p:cNvSpPr>
            <a:spLocks/>
          </p:cNvSpPr>
          <p:nvPr/>
        </p:nvSpPr>
        <p:spPr>
          <a:xfrm>
            <a:off x="8135932" y="57559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79CFD848-54CE-AE36-0C18-FCE90AB70DBA}"/>
              </a:ext>
            </a:extLst>
          </p:cNvPr>
          <p:cNvSpPr>
            <a:spLocks/>
          </p:cNvSpPr>
          <p:nvPr/>
        </p:nvSpPr>
        <p:spPr>
          <a:xfrm>
            <a:off x="820702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8F6FCCC2-7BD6-586D-A582-4BF248D756B0}"/>
              </a:ext>
            </a:extLst>
          </p:cNvPr>
          <p:cNvSpPr>
            <a:spLocks/>
          </p:cNvSpPr>
          <p:nvPr/>
        </p:nvSpPr>
        <p:spPr>
          <a:xfrm>
            <a:off x="80920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2AB2AEDF-3674-30EB-ECAF-62A6D35D7F38}"/>
              </a:ext>
            </a:extLst>
          </p:cNvPr>
          <p:cNvSpPr>
            <a:spLocks/>
          </p:cNvSpPr>
          <p:nvPr/>
        </p:nvSpPr>
        <p:spPr>
          <a:xfrm>
            <a:off x="814949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6A451B9B-3F0D-545C-7678-8588FCCA5788}"/>
              </a:ext>
            </a:extLst>
          </p:cNvPr>
          <p:cNvSpPr>
            <a:spLocks/>
          </p:cNvSpPr>
          <p:nvPr/>
        </p:nvSpPr>
        <p:spPr>
          <a:xfrm>
            <a:off x="8155485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6C82725E-D85E-85F8-2BB5-93BD41B08CF6}"/>
              </a:ext>
            </a:extLst>
          </p:cNvPr>
          <p:cNvSpPr>
            <a:spLocks/>
          </p:cNvSpPr>
          <p:nvPr/>
        </p:nvSpPr>
        <p:spPr>
          <a:xfrm>
            <a:off x="814791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5E62AFA7-EE0F-F9DD-DD96-524FE1C6020E}"/>
              </a:ext>
            </a:extLst>
          </p:cNvPr>
          <p:cNvSpPr>
            <a:spLocks/>
          </p:cNvSpPr>
          <p:nvPr/>
        </p:nvSpPr>
        <p:spPr>
          <a:xfrm>
            <a:off x="8207736" y="58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EE2C9098-01F2-96EC-6A99-92113B536ECE}"/>
              </a:ext>
            </a:extLst>
          </p:cNvPr>
          <p:cNvSpPr>
            <a:spLocks/>
          </p:cNvSpPr>
          <p:nvPr/>
        </p:nvSpPr>
        <p:spPr>
          <a:xfrm>
            <a:off x="819089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D479C070-D7B8-2C03-5D90-3D5469C10F82}"/>
              </a:ext>
            </a:extLst>
          </p:cNvPr>
          <p:cNvSpPr>
            <a:spLocks/>
          </p:cNvSpPr>
          <p:nvPr/>
        </p:nvSpPr>
        <p:spPr>
          <a:xfrm>
            <a:off x="810073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1A2B515F-585F-D60B-8489-5BAB2BDD9CDF}"/>
              </a:ext>
            </a:extLst>
          </p:cNvPr>
          <p:cNvSpPr>
            <a:spLocks/>
          </p:cNvSpPr>
          <p:nvPr/>
        </p:nvSpPr>
        <p:spPr>
          <a:xfrm>
            <a:off x="811408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4AABB0FA-B035-15EE-0915-E27C8D638027}"/>
              </a:ext>
            </a:extLst>
          </p:cNvPr>
          <p:cNvSpPr>
            <a:spLocks/>
          </p:cNvSpPr>
          <p:nvPr/>
        </p:nvSpPr>
        <p:spPr>
          <a:xfrm>
            <a:off x="8127620" y="48963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512E9BE9-8FD9-3CA5-9322-B4FCB6AD2104}"/>
              </a:ext>
            </a:extLst>
          </p:cNvPr>
          <p:cNvSpPr>
            <a:spLocks/>
          </p:cNvSpPr>
          <p:nvPr/>
        </p:nvSpPr>
        <p:spPr>
          <a:xfrm>
            <a:off x="814944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0EC9A5C2-CDD7-381A-67D1-C56AB28CFA41}"/>
              </a:ext>
            </a:extLst>
          </p:cNvPr>
          <p:cNvSpPr>
            <a:spLocks/>
          </p:cNvSpPr>
          <p:nvPr/>
        </p:nvSpPr>
        <p:spPr>
          <a:xfrm>
            <a:off x="818548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AC704BB8-5162-733D-94BD-C03E15F6DB97}"/>
              </a:ext>
            </a:extLst>
          </p:cNvPr>
          <p:cNvSpPr>
            <a:spLocks/>
          </p:cNvSpPr>
          <p:nvPr/>
        </p:nvSpPr>
        <p:spPr>
          <a:xfrm>
            <a:off x="8163990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CA361DB5-CC7C-FF75-B14D-495B5F1FAB11}"/>
              </a:ext>
            </a:extLst>
          </p:cNvPr>
          <p:cNvSpPr>
            <a:spLocks/>
          </p:cNvSpPr>
          <p:nvPr/>
        </p:nvSpPr>
        <p:spPr>
          <a:xfrm>
            <a:off x="819215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81BDD51C-7AB5-3E44-80C3-0FC53DCC6A9E}"/>
              </a:ext>
            </a:extLst>
          </p:cNvPr>
          <p:cNvSpPr>
            <a:spLocks/>
          </p:cNvSpPr>
          <p:nvPr/>
        </p:nvSpPr>
        <p:spPr>
          <a:xfrm>
            <a:off x="81165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7895205C-3303-5785-8825-471021F71013}"/>
              </a:ext>
            </a:extLst>
          </p:cNvPr>
          <p:cNvSpPr>
            <a:spLocks/>
          </p:cNvSpPr>
          <p:nvPr/>
        </p:nvSpPr>
        <p:spPr>
          <a:xfrm>
            <a:off x="8157546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DB42FF84-1DE5-16AA-D42A-0FEFC481FBCB}"/>
              </a:ext>
            </a:extLst>
          </p:cNvPr>
          <p:cNvSpPr>
            <a:spLocks/>
          </p:cNvSpPr>
          <p:nvPr/>
        </p:nvSpPr>
        <p:spPr>
          <a:xfrm>
            <a:off x="815821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2467C4F2-6800-FA4F-0CC5-7A02F1B10654}"/>
              </a:ext>
            </a:extLst>
          </p:cNvPr>
          <p:cNvSpPr>
            <a:spLocks/>
          </p:cNvSpPr>
          <p:nvPr/>
        </p:nvSpPr>
        <p:spPr>
          <a:xfrm>
            <a:off x="8091295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02F07289-FF60-8687-992D-FCBFCBF0CF79}"/>
              </a:ext>
            </a:extLst>
          </p:cNvPr>
          <p:cNvSpPr>
            <a:spLocks/>
          </p:cNvSpPr>
          <p:nvPr/>
        </p:nvSpPr>
        <p:spPr>
          <a:xfrm>
            <a:off x="8094876" y="57804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B62793BB-067B-F3BB-C2D5-0A4AA1685773}"/>
              </a:ext>
            </a:extLst>
          </p:cNvPr>
          <p:cNvSpPr>
            <a:spLocks/>
          </p:cNvSpPr>
          <p:nvPr/>
        </p:nvSpPr>
        <p:spPr>
          <a:xfrm>
            <a:off x="8125768" y="64120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B8A9892F-8692-1C9C-138F-56150F294A65}"/>
              </a:ext>
            </a:extLst>
          </p:cNvPr>
          <p:cNvSpPr>
            <a:spLocks/>
          </p:cNvSpPr>
          <p:nvPr/>
        </p:nvSpPr>
        <p:spPr>
          <a:xfrm>
            <a:off x="81124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9ADB9758-BBAD-B524-935D-6037A7C2834D}"/>
              </a:ext>
            </a:extLst>
          </p:cNvPr>
          <p:cNvSpPr>
            <a:spLocks/>
          </p:cNvSpPr>
          <p:nvPr/>
        </p:nvSpPr>
        <p:spPr>
          <a:xfrm>
            <a:off x="814160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72276EB7-E11E-3A11-CF86-879FC1AE3580}"/>
              </a:ext>
            </a:extLst>
          </p:cNvPr>
          <p:cNvSpPr>
            <a:spLocks/>
          </p:cNvSpPr>
          <p:nvPr/>
        </p:nvSpPr>
        <p:spPr>
          <a:xfrm>
            <a:off x="81256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178386D8-AB6B-6361-B027-01B767D157C3}"/>
              </a:ext>
            </a:extLst>
          </p:cNvPr>
          <p:cNvSpPr>
            <a:spLocks/>
          </p:cNvSpPr>
          <p:nvPr/>
        </p:nvSpPr>
        <p:spPr>
          <a:xfrm>
            <a:off x="817861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E65DBA7F-D9B4-1633-8F43-2FCB18A71D8C}"/>
              </a:ext>
            </a:extLst>
          </p:cNvPr>
          <p:cNvSpPr>
            <a:spLocks/>
          </p:cNvSpPr>
          <p:nvPr/>
        </p:nvSpPr>
        <p:spPr>
          <a:xfrm>
            <a:off x="817547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C12DC1B1-879F-4B8C-9F37-5C35EFC0E175}"/>
              </a:ext>
            </a:extLst>
          </p:cNvPr>
          <p:cNvSpPr>
            <a:spLocks/>
          </p:cNvSpPr>
          <p:nvPr/>
        </p:nvSpPr>
        <p:spPr>
          <a:xfrm>
            <a:off x="808874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A42CFA82-8EDF-6197-41F9-14AA3FC5A84C}"/>
              </a:ext>
            </a:extLst>
          </p:cNvPr>
          <p:cNvSpPr>
            <a:spLocks/>
          </p:cNvSpPr>
          <p:nvPr/>
        </p:nvSpPr>
        <p:spPr>
          <a:xfrm>
            <a:off x="81364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DA628DC8-BEA8-5ED1-C383-AD4BA02C2E1D}"/>
              </a:ext>
            </a:extLst>
          </p:cNvPr>
          <p:cNvSpPr>
            <a:spLocks/>
          </p:cNvSpPr>
          <p:nvPr/>
        </p:nvSpPr>
        <p:spPr>
          <a:xfrm>
            <a:off x="814923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4289174C-CD56-AFDD-26DD-AE8BE28FEDC9}"/>
              </a:ext>
            </a:extLst>
          </p:cNvPr>
          <p:cNvSpPr>
            <a:spLocks/>
          </p:cNvSpPr>
          <p:nvPr/>
        </p:nvSpPr>
        <p:spPr>
          <a:xfrm>
            <a:off x="815175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92E22409-F84E-3A9E-795F-A0F93250104D}"/>
              </a:ext>
            </a:extLst>
          </p:cNvPr>
          <p:cNvSpPr>
            <a:spLocks/>
          </p:cNvSpPr>
          <p:nvPr/>
        </p:nvSpPr>
        <p:spPr>
          <a:xfrm>
            <a:off x="814669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6215EB36-6CEC-2AF4-2104-B815255322A7}"/>
              </a:ext>
            </a:extLst>
          </p:cNvPr>
          <p:cNvSpPr>
            <a:spLocks/>
          </p:cNvSpPr>
          <p:nvPr/>
        </p:nvSpPr>
        <p:spPr>
          <a:xfrm>
            <a:off x="818526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815C13EE-A1A1-2F28-E3B9-FE0D8CA59A1F}"/>
              </a:ext>
            </a:extLst>
          </p:cNvPr>
          <p:cNvSpPr>
            <a:spLocks/>
          </p:cNvSpPr>
          <p:nvPr/>
        </p:nvSpPr>
        <p:spPr>
          <a:xfrm>
            <a:off x="8099423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1A817EA5-EA0F-5A8D-1A76-D30B85FD2FCA}"/>
              </a:ext>
            </a:extLst>
          </p:cNvPr>
          <p:cNvSpPr>
            <a:spLocks/>
          </p:cNvSpPr>
          <p:nvPr/>
        </p:nvSpPr>
        <p:spPr>
          <a:xfrm>
            <a:off x="809859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DA944E42-5742-82A4-6A05-E1CA5AA98F87}"/>
              </a:ext>
            </a:extLst>
          </p:cNvPr>
          <p:cNvSpPr>
            <a:spLocks/>
          </p:cNvSpPr>
          <p:nvPr/>
        </p:nvSpPr>
        <p:spPr>
          <a:xfrm>
            <a:off x="811443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113F0887-1B09-54A4-5143-CA2E25439464}"/>
              </a:ext>
            </a:extLst>
          </p:cNvPr>
          <p:cNvSpPr>
            <a:spLocks/>
          </p:cNvSpPr>
          <p:nvPr/>
        </p:nvSpPr>
        <p:spPr>
          <a:xfrm>
            <a:off x="8159392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58E44A1F-8518-F8DE-9BE8-DD09A671F1CE}"/>
              </a:ext>
            </a:extLst>
          </p:cNvPr>
          <p:cNvSpPr>
            <a:spLocks/>
          </p:cNvSpPr>
          <p:nvPr/>
        </p:nvSpPr>
        <p:spPr>
          <a:xfrm>
            <a:off x="813827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5967078A-E3FD-36C4-C6F8-5C5A8870717A}"/>
              </a:ext>
            </a:extLst>
          </p:cNvPr>
          <p:cNvSpPr>
            <a:spLocks/>
          </p:cNvSpPr>
          <p:nvPr/>
        </p:nvSpPr>
        <p:spPr>
          <a:xfrm>
            <a:off x="818714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43044EE8-B3E9-97C2-FD6B-8D7473E94232}"/>
              </a:ext>
            </a:extLst>
          </p:cNvPr>
          <p:cNvSpPr>
            <a:spLocks/>
          </p:cNvSpPr>
          <p:nvPr/>
        </p:nvSpPr>
        <p:spPr>
          <a:xfrm>
            <a:off x="818978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4F0834A1-E2EF-42FA-1989-30C9BF86D39D}"/>
              </a:ext>
            </a:extLst>
          </p:cNvPr>
          <p:cNvSpPr>
            <a:spLocks/>
          </p:cNvSpPr>
          <p:nvPr/>
        </p:nvSpPr>
        <p:spPr>
          <a:xfrm>
            <a:off x="812365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30191CF-6ECB-D8AB-A8DD-33AD54F51CC9}"/>
              </a:ext>
            </a:extLst>
          </p:cNvPr>
          <p:cNvSpPr>
            <a:spLocks/>
          </p:cNvSpPr>
          <p:nvPr/>
        </p:nvSpPr>
        <p:spPr>
          <a:xfrm>
            <a:off x="81296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58D8A16D-6BAF-66FA-84FE-4C76DBAECE96}"/>
              </a:ext>
            </a:extLst>
          </p:cNvPr>
          <p:cNvSpPr>
            <a:spLocks/>
          </p:cNvSpPr>
          <p:nvPr/>
        </p:nvSpPr>
        <p:spPr>
          <a:xfrm>
            <a:off x="8117024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F924C4E4-EAED-F9E3-1441-1EAB1BBA30B4}"/>
              </a:ext>
            </a:extLst>
          </p:cNvPr>
          <p:cNvSpPr>
            <a:spLocks/>
          </p:cNvSpPr>
          <p:nvPr/>
        </p:nvSpPr>
        <p:spPr>
          <a:xfrm>
            <a:off x="8155797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77FFB9EE-9396-32C3-C503-703C79A374D6}"/>
              </a:ext>
            </a:extLst>
          </p:cNvPr>
          <p:cNvSpPr>
            <a:spLocks/>
          </p:cNvSpPr>
          <p:nvPr/>
        </p:nvSpPr>
        <p:spPr>
          <a:xfrm>
            <a:off x="8172863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58FD3021-882F-0857-2B54-BC9A9A77288F}"/>
              </a:ext>
            </a:extLst>
          </p:cNvPr>
          <p:cNvSpPr>
            <a:spLocks/>
          </p:cNvSpPr>
          <p:nvPr/>
        </p:nvSpPr>
        <p:spPr>
          <a:xfrm>
            <a:off x="81506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0490DD3D-DDF4-6FE5-0FF8-8377DE0E5812}"/>
              </a:ext>
            </a:extLst>
          </p:cNvPr>
          <p:cNvSpPr>
            <a:spLocks/>
          </p:cNvSpPr>
          <p:nvPr/>
        </p:nvSpPr>
        <p:spPr>
          <a:xfrm>
            <a:off x="820048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CCC98B4B-D4DC-9C42-C027-5AA4A496EE68}"/>
              </a:ext>
            </a:extLst>
          </p:cNvPr>
          <p:cNvSpPr>
            <a:spLocks/>
          </p:cNvSpPr>
          <p:nvPr/>
        </p:nvSpPr>
        <p:spPr>
          <a:xfrm>
            <a:off x="820570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A03D080F-EB67-3C3B-5A62-66A72C916EC8}"/>
              </a:ext>
            </a:extLst>
          </p:cNvPr>
          <p:cNvSpPr>
            <a:spLocks/>
          </p:cNvSpPr>
          <p:nvPr/>
        </p:nvSpPr>
        <p:spPr>
          <a:xfrm>
            <a:off x="815801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CFADE1D5-37AA-051C-59C8-9FE213AE1963}"/>
              </a:ext>
            </a:extLst>
          </p:cNvPr>
          <p:cNvSpPr>
            <a:spLocks/>
          </p:cNvSpPr>
          <p:nvPr/>
        </p:nvSpPr>
        <p:spPr>
          <a:xfrm>
            <a:off x="8145713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3479776A-181B-A9C3-08C2-0E23D9CAB283}"/>
              </a:ext>
            </a:extLst>
          </p:cNvPr>
          <p:cNvSpPr>
            <a:spLocks/>
          </p:cNvSpPr>
          <p:nvPr/>
        </p:nvSpPr>
        <p:spPr>
          <a:xfrm>
            <a:off x="815973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C77C330A-25DB-44A6-C97B-31F63A016225}"/>
              </a:ext>
            </a:extLst>
          </p:cNvPr>
          <p:cNvSpPr>
            <a:spLocks/>
          </p:cNvSpPr>
          <p:nvPr/>
        </p:nvSpPr>
        <p:spPr>
          <a:xfrm>
            <a:off x="816398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EF358301-15C7-BAD0-62DE-4519142FDC31}"/>
              </a:ext>
            </a:extLst>
          </p:cNvPr>
          <p:cNvSpPr>
            <a:spLocks/>
          </p:cNvSpPr>
          <p:nvPr/>
        </p:nvSpPr>
        <p:spPr>
          <a:xfrm>
            <a:off x="8113222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C2F66E83-6155-AD04-0F5D-D976162D4672}"/>
              </a:ext>
            </a:extLst>
          </p:cNvPr>
          <p:cNvSpPr>
            <a:spLocks/>
          </p:cNvSpPr>
          <p:nvPr/>
        </p:nvSpPr>
        <p:spPr>
          <a:xfrm>
            <a:off x="817223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EBB93986-277C-E1A5-812E-E0DF4A7EA425}"/>
              </a:ext>
            </a:extLst>
          </p:cNvPr>
          <p:cNvSpPr>
            <a:spLocks/>
          </p:cNvSpPr>
          <p:nvPr/>
        </p:nvSpPr>
        <p:spPr>
          <a:xfrm>
            <a:off x="8194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1E9151B2-9A85-A175-2807-C09E980C2036}"/>
              </a:ext>
            </a:extLst>
          </p:cNvPr>
          <p:cNvSpPr>
            <a:spLocks/>
          </p:cNvSpPr>
          <p:nvPr/>
        </p:nvSpPr>
        <p:spPr>
          <a:xfrm>
            <a:off x="81177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06320333-5AD6-4597-22D5-120CD98EC2B3}"/>
              </a:ext>
            </a:extLst>
          </p:cNvPr>
          <p:cNvSpPr>
            <a:spLocks/>
          </p:cNvSpPr>
          <p:nvPr/>
        </p:nvSpPr>
        <p:spPr>
          <a:xfrm>
            <a:off x="8089697" y="6254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635FD66E-43AB-FBF0-1D0A-5961175A010F}"/>
              </a:ext>
            </a:extLst>
          </p:cNvPr>
          <p:cNvSpPr>
            <a:spLocks/>
          </p:cNvSpPr>
          <p:nvPr/>
        </p:nvSpPr>
        <p:spPr>
          <a:xfrm>
            <a:off x="81763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FC7D81EB-E1A5-A124-D077-26D965BCDAE6}"/>
              </a:ext>
            </a:extLst>
          </p:cNvPr>
          <p:cNvSpPr>
            <a:spLocks/>
          </p:cNvSpPr>
          <p:nvPr/>
        </p:nvSpPr>
        <p:spPr>
          <a:xfrm>
            <a:off x="811264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2D4DD433-522E-8D5F-809F-B9B18040F51D}"/>
              </a:ext>
            </a:extLst>
          </p:cNvPr>
          <p:cNvSpPr>
            <a:spLocks/>
          </p:cNvSpPr>
          <p:nvPr/>
        </p:nvSpPr>
        <p:spPr>
          <a:xfrm>
            <a:off x="813194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0F9A96DA-C4B2-5BE1-F606-A21A74C3A667}"/>
              </a:ext>
            </a:extLst>
          </p:cNvPr>
          <p:cNvSpPr>
            <a:spLocks/>
          </p:cNvSpPr>
          <p:nvPr/>
        </p:nvSpPr>
        <p:spPr>
          <a:xfrm>
            <a:off x="811632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DBB98073-291F-0F61-293D-4C2CAE36FEDF}"/>
              </a:ext>
            </a:extLst>
          </p:cNvPr>
          <p:cNvSpPr>
            <a:spLocks/>
          </p:cNvSpPr>
          <p:nvPr/>
        </p:nvSpPr>
        <p:spPr>
          <a:xfrm>
            <a:off x="81034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EC9F4CDD-9C06-2528-9E84-FAE6F4EE20BE}"/>
              </a:ext>
            </a:extLst>
          </p:cNvPr>
          <p:cNvSpPr>
            <a:spLocks/>
          </p:cNvSpPr>
          <p:nvPr/>
        </p:nvSpPr>
        <p:spPr>
          <a:xfrm>
            <a:off x="816279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7C093F19-0EB7-FF7A-066C-A46643A1D062}"/>
              </a:ext>
            </a:extLst>
          </p:cNvPr>
          <p:cNvSpPr>
            <a:spLocks/>
          </p:cNvSpPr>
          <p:nvPr/>
        </p:nvSpPr>
        <p:spPr>
          <a:xfrm>
            <a:off x="8183811" y="6296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7FD6EFA9-B2DF-CDEE-8B97-E08C10C3BDF2}"/>
              </a:ext>
            </a:extLst>
          </p:cNvPr>
          <p:cNvSpPr>
            <a:spLocks/>
          </p:cNvSpPr>
          <p:nvPr/>
        </p:nvSpPr>
        <p:spPr>
          <a:xfrm>
            <a:off x="8103694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92EACDFD-18B0-1C01-8768-784CC2771D82}"/>
              </a:ext>
            </a:extLst>
          </p:cNvPr>
          <p:cNvSpPr>
            <a:spLocks/>
          </p:cNvSpPr>
          <p:nvPr/>
        </p:nvSpPr>
        <p:spPr>
          <a:xfrm>
            <a:off x="8122874" y="63846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152EAFBD-3926-3306-642B-D93649E15043}"/>
              </a:ext>
            </a:extLst>
          </p:cNvPr>
          <p:cNvSpPr>
            <a:spLocks/>
          </p:cNvSpPr>
          <p:nvPr/>
        </p:nvSpPr>
        <p:spPr>
          <a:xfrm>
            <a:off x="818492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45796187-0F19-2288-AE23-258A74FA27CD}"/>
              </a:ext>
            </a:extLst>
          </p:cNvPr>
          <p:cNvSpPr>
            <a:spLocks/>
          </p:cNvSpPr>
          <p:nvPr/>
        </p:nvSpPr>
        <p:spPr>
          <a:xfrm>
            <a:off x="813463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EDFA86D9-AA6E-9ACF-3617-02DA3DCFBA85}"/>
              </a:ext>
            </a:extLst>
          </p:cNvPr>
          <p:cNvSpPr>
            <a:spLocks/>
          </p:cNvSpPr>
          <p:nvPr/>
        </p:nvSpPr>
        <p:spPr>
          <a:xfrm>
            <a:off x="8131981" y="49279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EAB5FB55-46DC-83B4-4623-5B1A1A55DAC4}"/>
              </a:ext>
            </a:extLst>
          </p:cNvPr>
          <p:cNvSpPr>
            <a:spLocks/>
          </p:cNvSpPr>
          <p:nvPr/>
        </p:nvSpPr>
        <p:spPr>
          <a:xfrm>
            <a:off x="81050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60DDAEA7-E791-D066-26D6-86E52659B17E}"/>
              </a:ext>
            </a:extLst>
          </p:cNvPr>
          <p:cNvSpPr>
            <a:spLocks/>
          </p:cNvSpPr>
          <p:nvPr/>
        </p:nvSpPr>
        <p:spPr>
          <a:xfrm>
            <a:off x="8206822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E1FEC767-7C5D-F4DE-5B31-171DE32ED015}"/>
              </a:ext>
            </a:extLst>
          </p:cNvPr>
          <p:cNvSpPr>
            <a:spLocks/>
          </p:cNvSpPr>
          <p:nvPr/>
        </p:nvSpPr>
        <p:spPr>
          <a:xfrm>
            <a:off x="816980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B4BDD30B-1E59-DDBF-87E7-E76921D16B37}"/>
              </a:ext>
            </a:extLst>
          </p:cNvPr>
          <p:cNvSpPr>
            <a:spLocks/>
          </p:cNvSpPr>
          <p:nvPr/>
        </p:nvSpPr>
        <p:spPr>
          <a:xfrm>
            <a:off x="8134256" y="5952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579177CC-7D5D-79E3-8F0A-40AD56F62888}"/>
              </a:ext>
            </a:extLst>
          </p:cNvPr>
          <p:cNvSpPr>
            <a:spLocks/>
          </p:cNvSpPr>
          <p:nvPr/>
        </p:nvSpPr>
        <p:spPr>
          <a:xfrm>
            <a:off x="810738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8A6F0391-CAE8-971A-E56C-809FC2F3515E}"/>
              </a:ext>
            </a:extLst>
          </p:cNvPr>
          <p:cNvSpPr>
            <a:spLocks/>
          </p:cNvSpPr>
          <p:nvPr/>
        </p:nvSpPr>
        <p:spPr>
          <a:xfrm>
            <a:off x="816814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853FE1E5-3ACF-24CB-1E78-315D7B42FF2C}"/>
              </a:ext>
            </a:extLst>
          </p:cNvPr>
          <p:cNvSpPr>
            <a:spLocks/>
          </p:cNvSpPr>
          <p:nvPr/>
        </p:nvSpPr>
        <p:spPr>
          <a:xfrm>
            <a:off x="8138985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7770283D-6B9C-639D-BB33-BDD4732D1048}"/>
              </a:ext>
            </a:extLst>
          </p:cNvPr>
          <p:cNvSpPr>
            <a:spLocks/>
          </p:cNvSpPr>
          <p:nvPr/>
        </p:nvSpPr>
        <p:spPr>
          <a:xfrm>
            <a:off x="81359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76254C2F-DD41-22C1-9E64-323A498FE935}"/>
              </a:ext>
            </a:extLst>
          </p:cNvPr>
          <p:cNvSpPr>
            <a:spLocks/>
          </p:cNvSpPr>
          <p:nvPr/>
        </p:nvSpPr>
        <p:spPr>
          <a:xfrm>
            <a:off x="8119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C51B1813-923D-4E8F-622D-C937FC9074DB}"/>
              </a:ext>
            </a:extLst>
          </p:cNvPr>
          <p:cNvSpPr>
            <a:spLocks/>
          </p:cNvSpPr>
          <p:nvPr/>
        </p:nvSpPr>
        <p:spPr>
          <a:xfrm>
            <a:off x="814348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9060C16A-9A22-A9D5-C1E5-9600737D7319}"/>
              </a:ext>
            </a:extLst>
          </p:cNvPr>
          <p:cNvSpPr>
            <a:spLocks/>
          </p:cNvSpPr>
          <p:nvPr/>
        </p:nvSpPr>
        <p:spPr>
          <a:xfrm>
            <a:off x="813243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34352D87-9801-418D-874D-64D4702809ED}"/>
              </a:ext>
            </a:extLst>
          </p:cNvPr>
          <p:cNvSpPr>
            <a:spLocks/>
          </p:cNvSpPr>
          <p:nvPr/>
        </p:nvSpPr>
        <p:spPr>
          <a:xfrm>
            <a:off x="814197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BED14138-D7DB-1F9B-1B5B-8E081791C9EE}"/>
              </a:ext>
            </a:extLst>
          </p:cNvPr>
          <p:cNvSpPr>
            <a:spLocks/>
          </p:cNvSpPr>
          <p:nvPr/>
        </p:nvSpPr>
        <p:spPr>
          <a:xfrm>
            <a:off x="820192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08C4F730-3CBB-0CFF-CF0E-3AFBCA087D67}"/>
              </a:ext>
            </a:extLst>
          </p:cNvPr>
          <p:cNvSpPr>
            <a:spLocks/>
          </p:cNvSpPr>
          <p:nvPr/>
        </p:nvSpPr>
        <p:spPr>
          <a:xfrm>
            <a:off x="8098272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E0E62FEF-51F3-9BCF-6C5F-F6C7953AF88B}"/>
              </a:ext>
            </a:extLst>
          </p:cNvPr>
          <p:cNvSpPr>
            <a:spLocks/>
          </p:cNvSpPr>
          <p:nvPr/>
        </p:nvSpPr>
        <p:spPr>
          <a:xfrm>
            <a:off x="83643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CA0FC71C-618D-891E-3DA5-F3D0CBB73199}"/>
              </a:ext>
            </a:extLst>
          </p:cNvPr>
          <p:cNvSpPr>
            <a:spLocks/>
          </p:cNvSpPr>
          <p:nvPr/>
        </p:nvSpPr>
        <p:spPr>
          <a:xfrm>
            <a:off x="840728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0557E4F7-6702-9082-24BE-959F1FFAE274}"/>
              </a:ext>
            </a:extLst>
          </p:cNvPr>
          <p:cNvSpPr>
            <a:spLocks/>
          </p:cNvSpPr>
          <p:nvPr/>
        </p:nvSpPr>
        <p:spPr>
          <a:xfrm>
            <a:off x="84099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65D60433-67AC-5C84-FB15-BF25B2B7BFB9}"/>
              </a:ext>
            </a:extLst>
          </p:cNvPr>
          <p:cNvSpPr>
            <a:spLocks/>
          </p:cNvSpPr>
          <p:nvPr/>
        </p:nvSpPr>
        <p:spPr>
          <a:xfrm>
            <a:off x="83907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E22E7647-7AA9-A840-1781-59D8C3002A15}"/>
              </a:ext>
            </a:extLst>
          </p:cNvPr>
          <p:cNvSpPr>
            <a:spLocks/>
          </p:cNvSpPr>
          <p:nvPr/>
        </p:nvSpPr>
        <p:spPr>
          <a:xfrm>
            <a:off x="83715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ADE9E754-EC73-706E-6106-E3565CBE8830}"/>
              </a:ext>
            </a:extLst>
          </p:cNvPr>
          <p:cNvSpPr>
            <a:spLocks/>
          </p:cNvSpPr>
          <p:nvPr/>
        </p:nvSpPr>
        <p:spPr>
          <a:xfrm>
            <a:off x="839794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8A7E4BE0-208E-9E5E-2991-506C1F87E316}"/>
              </a:ext>
            </a:extLst>
          </p:cNvPr>
          <p:cNvSpPr>
            <a:spLocks/>
          </p:cNvSpPr>
          <p:nvPr/>
        </p:nvSpPr>
        <p:spPr>
          <a:xfrm>
            <a:off x="836945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9845353B-6E5E-11C9-2952-412C4B908C60}"/>
              </a:ext>
            </a:extLst>
          </p:cNvPr>
          <p:cNvSpPr>
            <a:spLocks/>
          </p:cNvSpPr>
          <p:nvPr/>
        </p:nvSpPr>
        <p:spPr>
          <a:xfrm>
            <a:off x="838357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2979C166-2924-FF43-A72F-E2DF6A42500C}"/>
              </a:ext>
            </a:extLst>
          </p:cNvPr>
          <p:cNvSpPr>
            <a:spLocks/>
          </p:cNvSpPr>
          <p:nvPr/>
        </p:nvSpPr>
        <p:spPr>
          <a:xfrm>
            <a:off x="8462422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11CD2226-458B-7872-1A65-7A4690066100}"/>
              </a:ext>
            </a:extLst>
          </p:cNvPr>
          <p:cNvSpPr>
            <a:spLocks/>
          </p:cNvSpPr>
          <p:nvPr/>
        </p:nvSpPr>
        <p:spPr>
          <a:xfrm>
            <a:off x="84492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619781CF-334F-E000-0B87-E7B49EF43E3A}"/>
              </a:ext>
            </a:extLst>
          </p:cNvPr>
          <p:cNvSpPr>
            <a:spLocks/>
          </p:cNvSpPr>
          <p:nvPr/>
        </p:nvSpPr>
        <p:spPr>
          <a:xfrm>
            <a:off x="841701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746129BC-3939-93E3-8955-3BF3ADB48CCC}"/>
              </a:ext>
            </a:extLst>
          </p:cNvPr>
          <p:cNvSpPr>
            <a:spLocks/>
          </p:cNvSpPr>
          <p:nvPr/>
        </p:nvSpPr>
        <p:spPr>
          <a:xfrm>
            <a:off x="83769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62996773-FC31-C75F-EB01-20259A8FF9FB}"/>
              </a:ext>
            </a:extLst>
          </p:cNvPr>
          <p:cNvSpPr>
            <a:spLocks/>
          </p:cNvSpPr>
          <p:nvPr/>
        </p:nvSpPr>
        <p:spPr>
          <a:xfrm>
            <a:off x="8358622" y="5952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29259227-B2EE-6E0B-0379-E8507B03B058}"/>
              </a:ext>
            </a:extLst>
          </p:cNvPr>
          <p:cNvSpPr>
            <a:spLocks/>
          </p:cNvSpPr>
          <p:nvPr/>
        </p:nvSpPr>
        <p:spPr>
          <a:xfrm>
            <a:off x="836993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0C8F1D91-210A-C22F-0622-B0BC5BA73C6E}"/>
              </a:ext>
            </a:extLst>
          </p:cNvPr>
          <p:cNvSpPr>
            <a:spLocks/>
          </p:cNvSpPr>
          <p:nvPr/>
        </p:nvSpPr>
        <p:spPr>
          <a:xfrm>
            <a:off x="83817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8DF3A2DB-73D6-BFAA-6D1F-156A805750BF}"/>
              </a:ext>
            </a:extLst>
          </p:cNvPr>
          <p:cNvSpPr>
            <a:spLocks/>
          </p:cNvSpPr>
          <p:nvPr/>
        </p:nvSpPr>
        <p:spPr>
          <a:xfrm>
            <a:off x="837808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DFFD9612-D4AD-936F-998E-42885C82F2E5}"/>
              </a:ext>
            </a:extLst>
          </p:cNvPr>
          <p:cNvSpPr>
            <a:spLocks/>
          </p:cNvSpPr>
          <p:nvPr/>
        </p:nvSpPr>
        <p:spPr>
          <a:xfrm>
            <a:off x="83539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ED97A6AE-D671-C956-881B-8A0CF4752774}"/>
              </a:ext>
            </a:extLst>
          </p:cNvPr>
          <p:cNvSpPr>
            <a:spLocks/>
          </p:cNvSpPr>
          <p:nvPr/>
        </p:nvSpPr>
        <p:spPr>
          <a:xfrm>
            <a:off x="84139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BA1306B-ECD0-82F4-DAF1-FBF689C34AD3}"/>
              </a:ext>
            </a:extLst>
          </p:cNvPr>
          <p:cNvSpPr>
            <a:spLocks/>
          </p:cNvSpPr>
          <p:nvPr/>
        </p:nvSpPr>
        <p:spPr>
          <a:xfrm>
            <a:off x="8448165" y="60899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24BF1DCE-3C80-D3DD-FBB0-9B375FF3F97C}"/>
              </a:ext>
            </a:extLst>
          </p:cNvPr>
          <p:cNvSpPr>
            <a:spLocks/>
          </p:cNvSpPr>
          <p:nvPr/>
        </p:nvSpPr>
        <p:spPr>
          <a:xfrm>
            <a:off x="8359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F45C22CB-DBA4-6242-A5B7-F4BD6901C3D7}"/>
              </a:ext>
            </a:extLst>
          </p:cNvPr>
          <p:cNvSpPr>
            <a:spLocks/>
          </p:cNvSpPr>
          <p:nvPr/>
        </p:nvSpPr>
        <p:spPr>
          <a:xfrm>
            <a:off x="84257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5441137-A4E5-55B7-B118-EE5D933D5596}"/>
              </a:ext>
            </a:extLst>
          </p:cNvPr>
          <p:cNvSpPr>
            <a:spLocks/>
          </p:cNvSpPr>
          <p:nvPr/>
        </p:nvSpPr>
        <p:spPr>
          <a:xfrm>
            <a:off x="84366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712346B1-A87F-21F4-EAD4-1E8A755057AA}"/>
              </a:ext>
            </a:extLst>
          </p:cNvPr>
          <p:cNvSpPr>
            <a:spLocks/>
          </p:cNvSpPr>
          <p:nvPr/>
        </p:nvSpPr>
        <p:spPr>
          <a:xfrm>
            <a:off x="8386051" y="48963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05263238-6A28-3641-203E-4EC25D15CECA}"/>
              </a:ext>
            </a:extLst>
          </p:cNvPr>
          <p:cNvSpPr>
            <a:spLocks/>
          </p:cNvSpPr>
          <p:nvPr/>
        </p:nvSpPr>
        <p:spPr>
          <a:xfrm>
            <a:off x="844433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ED5B5E56-46A8-F8B3-17FF-82B227C58ECC}"/>
              </a:ext>
            </a:extLst>
          </p:cNvPr>
          <p:cNvSpPr>
            <a:spLocks/>
          </p:cNvSpPr>
          <p:nvPr/>
        </p:nvSpPr>
        <p:spPr>
          <a:xfrm>
            <a:off x="840395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0C10C812-FF6D-1A6E-2AF3-D1E39F67823E}"/>
              </a:ext>
            </a:extLst>
          </p:cNvPr>
          <p:cNvSpPr>
            <a:spLocks/>
          </p:cNvSpPr>
          <p:nvPr/>
        </p:nvSpPr>
        <p:spPr>
          <a:xfrm>
            <a:off x="840671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3D5C0607-0A22-9F76-012B-FFAFBEF10F18}"/>
              </a:ext>
            </a:extLst>
          </p:cNvPr>
          <p:cNvSpPr>
            <a:spLocks/>
          </p:cNvSpPr>
          <p:nvPr/>
        </p:nvSpPr>
        <p:spPr>
          <a:xfrm>
            <a:off x="845412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2566CE70-8D46-FF82-7B2C-FC8CC3B9B08E}"/>
              </a:ext>
            </a:extLst>
          </p:cNvPr>
          <p:cNvSpPr>
            <a:spLocks/>
          </p:cNvSpPr>
          <p:nvPr/>
        </p:nvSpPr>
        <p:spPr>
          <a:xfrm>
            <a:off x="84424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CEE0512D-DFB9-42C6-BB69-33FA19F570E0}"/>
              </a:ext>
            </a:extLst>
          </p:cNvPr>
          <p:cNvSpPr>
            <a:spLocks/>
          </p:cNvSpPr>
          <p:nvPr/>
        </p:nvSpPr>
        <p:spPr>
          <a:xfrm>
            <a:off x="842824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8C47089-06A4-27D7-04DD-F69A8F84D306}"/>
              </a:ext>
            </a:extLst>
          </p:cNvPr>
          <p:cNvSpPr>
            <a:spLocks/>
          </p:cNvSpPr>
          <p:nvPr/>
        </p:nvSpPr>
        <p:spPr>
          <a:xfrm>
            <a:off x="839009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3335BB91-7DB0-4E78-198F-37F99F347451}"/>
              </a:ext>
            </a:extLst>
          </p:cNvPr>
          <p:cNvSpPr>
            <a:spLocks/>
          </p:cNvSpPr>
          <p:nvPr/>
        </p:nvSpPr>
        <p:spPr>
          <a:xfrm>
            <a:off x="843588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32F896F7-4B6A-DE27-8578-4032FAC10579}"/>
              </a:ext>
            </a:extLst>
          </p:cNvPr>
          <p:cNvSpPr>
            <a:spLocks/>
          </p:cNvSpPr>
          <p:nvPr/>
        </p:nvSpPr>
        <p:spPr>
          <a:xfrm>
            <a:off x="843891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0A679AC9-944E-6CAB-CB80-768A6ADA1566}"/>
              </a:ext>
            </a:extLst>
          </p:cNvPr>
          <p:cNvSpPr>
            <a:spLocks/>
          </p:cNvSpPr>
          <p:nvPr/>
        </p:nvSpPr>
        <p:spPr>
          <a:xfrm>
            <a:off x="8394830" y="6401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585556DB-53C4-2C1B-5C65-7082DA22DBC8}"/>
              </a:ext>
            </a:extLst>
          </p:cNvPr>
          <p:cNvSpPr>
            <a:spLocks/>
          </p:cNvSpPr>
          <p:nvPr/>
        </p:nvSpPr>
        <p:spPr>
          <a:xfrm>
            <a:off x="83508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C2C67DAC-7AD7-8D83-5422-890605687649}"/>
              </a:ext>
            </a:extLst>
          </p:cNvPr>
          <p:cNvSpPr>
            <a:spLocks/>
          </p:cNvSpPr>
          <p:nvPr/>
        </p:nvSpPr>
        <p:spPr>
          <a:xfrm>
            <a:off x="83810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57186754-F82F-5E06-C49A-5188689010E1}"/>
              </a:ext>
            </a:extLst>
          </p:cNvPr>
          <p:cNvSpPr>
            <a:spLocks/>
          </p:cNvSpPr>
          <p:nvPr/>
        </p:nvSpPr>
        <p:spPr>
          <a:xfrm>
            <a:off x="836233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FADAC142-AEA4-15A7-060B-0E656DC478D5}"/>
              </a:ext>
            </a:extLst>
          </p:cNvPr>
          <p:cNvSpPr>
            <a:spLocks/>
          </p:cNvSpPr>
          <p:nvPr/>
        </p:nvSpPr>
        <p:spPr>
          <a:xfrm>
            <a:off x="838183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D63B12B5-88C3-1636-1EDB-7AB262FC9422}"/>
              </a:ext>
            </a:extLst>
          </p:cNvPr>
          <p:cNvSpPr>
            <a:spLocks/>
          </p:cNvSpPr>
          <p:nvPr/>
        </p:nvSpPr>
        <p:spPr>
          <a:xfrm>
            <a:off x="835279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FCFFDED6-F599-7501-3B8A-5107B246DA9D}"/>
              </a:ext>
            </a:extLst>
          </p:cNvPr>
          <p:cNvSpPr>
            <a:spLocks/>
          </p:cNvSpPr>
          <p:nvPr/>
        </p:nvSpPr>
        <p:spPr>
          <a:xfrm>
            <a:off x="845060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9FC994FB-0D8C-B6FF-E233-322795A4EE86}"/>
              </a:ext>
            </a:extLst>
          </p:cNvPr>
          <p:cNvSpPr>
            <a:spLocks/>
          </p:cNvSpPr>
          <p:nvPr/>
        </p:nvSpPr>
        <p:spPr>
          <a:xfrm>
            <a:off x="84277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453FB4B1-BF5F-9A92-EE22-EC72920EAC7B}"/>
              </a:ext>
            </a:extLst>
          </p:cNvPr>
          <p:cNvSpPr>
            <a:spLocks/>
          </p:cNvSpPr>
          <p:nvPr/>
        </p:nvSpPr>
        <p:spPr>
          <a:xfrm>
            <a:off x="8448871" y="49700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F05D0738-F75A-513B-C5DA-E71E6290BF0B}"/>
              </a:ext>
            </a:extLst>
          </p:cNvPr>
          <p:cNvSpPr>
            <a:spLocks/>
          </p:cNvSpPr>
          <p:nvPr/>
        </p:nvSpPr>
        <p:spPr>
          <a:xfrm>
            <a:off x="835014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43619D2F-1AEE-01BB-4C30-1A41E1B9EE45}"/>
              </a:ext>
            </a:extLst>
          </p:cNvPr>
          <p:cNvSpPr>
            <a:spLocks/>
          </p:cNvSpPr>
          <p:nvPr/>
        </p:nvSpPr>
        <p:spPr>
          <a:xfrm>
            <a:off x="84386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4287E9B-414E-597C-F175-1ABC53A976CE}"/>
              </a:ext>
            </a:extLst>
          </p:cNvPr>
          <p:cNvSpPr>
            <a:spLocks/>
          </p:cNvSpPr>
          <p:nvPr/>
        </p:nvSpPr>
        <p:spPr>
          <a:xfrm>
            <a:off x="844475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E83B3C3A-2B25-73E6-AADB-51239D3FFDAB}"/>
              </a:ext>
            </a:extLst>
          </p:cNvPr>
          <p:cNvSpPr>
            <a:spLocks/>
          </p:cNvSpPr>
          <p:nvPr/>
        </p:nvSpPr>
        <p:spPr>
          <a:xfrm>
            <a:off x="8347446" y="51805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EC747A0F-225B-DE67-8E7E-CB54F8C2A8CD}"/>
              </a:ext>
            </a:extLst>
          </p:cNvPr>
          <p:cNvSpPr>
            <a:spLocks/>
          </p:cNvSpPr>
          <p:nvPr/>
        </p:nvSpPr>
        <p:spPr>
          <a:xfrm>
            <a:off x="83961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992F6487-D974-EC89-2975-EAB5C870FF9D}"/>
              </a:ext>
            </a:extLst>
          </p:cNvPr>
          <p:cNvSpPr>
            <a:spLocks/>
          </p:cNvSpPr>
          <p:nvPr/>
        </p:nvSpPr>
        <p:spPr>
          <a:xfrm>
            <a:off x="84261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5EB07BBF-C0E0-20FE-E130-B630A6BCE0BB}"/>
              </a:ext>
            </a:extLst>
          </p:cNvPr>
          <p:cNvSpPr>
            <a:spLocks/>
          </p:cNvSpPr>
          <p:nvPr/>
        </p:nvSpPr>
        <p:spPr>
          <a:xfrm>
            <a:off x="8365479" y="63075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3FCC0731-3390-A43B-F144-D1299CBC81EF}"/>
              </a:ext>
            </a:extLst>
          </p:cNvPr>
          <p:cNvSpPr>
            <a:spLocks/>
          </p:cNvSpPr>
          <p:nvPr/>
        </p:nvSpPr>
        <p:spPr>
          <a:xfrm>
            <a:off x="840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6A03CF7-0919-04E8-804D-7A9E31E1A154}"/>
              </a:ext>
            </a:extLst>
          </p:cNvPr>
          <p:cNvSpPr>
            <a:spLocks/>
          </p:cNvSpPr>
          <p:nvPr/>
        </p:nvSpPr>
        <p:spPr>
          <a:xfrm>
            <a:off x="8446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57B364F3-19FD-749F-2B39-87C44CDCCBCA}"/>
              </a:ext>
            </a:extLst>
          </p:cNvPr>
          <p:cNvSpPr>
            <a:spLocks/>
          </p:cNvSpPr>
          <p:nvPr/>
        </p:nvSpPr>
        <p:spPr>
          <a:xfrm>
            <a:off x="839082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EAFDEA5A-D03E-E7A1-772F-F2103EE1D83F}"/>
              </a:ext>
            </a:extLst>
          </p:cNvPr>
          <p:cNvSpPr>
            <a:spLocks/>
          </p:cNvSpPr>
          <p:nvPr/>
        </p:nvSpPr>
        <p:spPr>
          <a:xfrm>
            <a:off x="835564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994CBBB-EA26-59A7-FF65-50A372AAC19C}"/>
              </a:ext>
            </a:extLst>
          </p:cNvPr>
          <p:cNvSpPr>
            <a:spLocks/>
          </p:cNvSpPr>
          <p:nvPr/>
        </p:nvSpPr>
        <p:spPr>
          <a:xfrm>
            <a:off x="844044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D9ABAE7B-DDBD-1669-25A2-89A4F9F95FE0}"/>
              </a:ext>
            </a:extLst>
          </p:cNvPr>
          <p:cNvSpPr>
            <a:spLocks/>
          </p:cNvSpPr>
          <p:nvPr/>
        </p:nvSpPr>
        <p:spPr>
          <a:xfrm>
            <a:off x="837071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3E280D81-11E2-4F75-234D-6B0DAAE9AD8A}"/>
              </a:ext>
            </a:extLst>
          </p:cNvPr>
          <p:cNvSpPr>
            <a:spLocks/>
          </p:cNvSpPr>
          <p:nvPr/>
        </p:nvSpPr>
        <p:spPr>
          <a:xfrm>
            <a:off x="8393118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858E5872-C5FE-9A06-758B-DC05DD723A35}"/>
              </a:ext>
            </a:extLst>
          </p:cNvPr>
          <p:cNvSpPr>
            <a:spLocks/>
          </p:cNvSpPr>
          <p:nvPr/>
        </p:nvSpPr>
        <p:spPr>
          <a:xfrm>
            <a:off x="840525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1C573DF8-5A89-1E36-3849-B6777F01CE01}"/>
              </a:ext>
            </a:extLst>
          </p:cNvPr>
          <p:cNvSpPr>
            <a:spLocks/>
          </p:cNvSpPr>
          <p:nvPr/>
        </p:nvSpPr>
        <p:spPr>
          <a:xfrm>
            <a:off x="834247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676A48FE-45D9-6180-591A-86BFDCFA784A}"/>
              </a:ext>
            </a:extLst>
          </p:cNvPr>
          <p:cNvSpPr>
            <a:spLocks/>
          </p:cNvSpPr>
          <p:nvPr/>
        </p:nvSpPr>
        <p:spPr>
          <a:xfrm>
            <a:off x="84430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9F9DA984-7B1A-112D-6057-8527C3B3E46E}"/>
              </a:ext>
            </a:extLst>
          </p:cNvPr>
          <p:cNvSpPr>
            <a:spLocks/>
          </p:cNvSpPr>
          <p:nvPr/>
        </p:nvSpPr>
        <p:spPr>
          <a:xfrm>
            <a:off x="845555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D0B6669F-E6C5-13B5-B0FB-1A43824E2656}"/>
              </a:ext>
            </a:extLst>
          </p:cNvPr>
          <p:cNvSpPr>
            <a:spLocks/>
          </p:cNvSpPr>
          <p:nvPr/>
        </p:nvSpPr>
        <p:spPr>
          <a:xfrm>
            <a:off x="83761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9B991923-3354-D5D4-7B33-4037E06E2458}"/>
              </a:ext>
            </a:extLst>
          </p:cNvPr>
          <p:cNvSpPr>
            <a:spLocks/>
          </p:cNvSpPr>
          <p:nvPr/>
        </p:nvSpPr>
        <p:spPr>
          <a:xfrm>
            <a:off x="841901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D3F763B4-8586-3EF6-BD40-5AEE783850E8}"/>
              </a:ext>
            </a:extLst>
          </p:cNvPr>
          <p:cNvSpPr>
            <a:spLocks/>
          </p:cNvSpPr>
          <p:nvPr/>
        </p:nvSpPr>
        <p:spPr>
          <a:xfrm>
            <a:off x="838280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8784B98D-2FF1-CD82-FC1B-3F05A6435AE5}"/>
              </a:ext>
            </a:extLst>
          </p:cNvPr>
          <p:cNvSpPr>
            <a:spLocks/>
          </p:cNvSpPr>
          <p:nvPr/>
        </p:nvSpPr>
        <p:spPr>
          <a:xfrm>
            <a:off x="839520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9FDB4711-AF4E-A784-3289-F8CFFEA9B396}"/>
              </a:ext>
            </a:extLst>
          </p:cNvPr>
          <p:cNvSpPr>
            <a:spLocks/>
          </p:cNvSpPr>
          <p:nvPr/>
        </p:nvSpPr>
        <p:spPr>
          <a:xfrm>
            <a:off x="845695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461E8AA-9AB7-74BD-7BEF-1A2B8621218D}"/>
              </a:ext>
            </a:extLst>
          </p:cNvPr>
          <p:cNvSpPr>
            <a:spLocks/>
          </p:cNvSpPr>
          <p:nvPr/>
        </p:nvSpPr>
        <p:spPr>
          <a:xfrm>
            <a:off x="840148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82516C7B-A207-AB63-71DD-1BDC547D1FB6}"/>
              </a:ext>
            </a:extLst>
          </p:cNvPr>
          <p:cNvSpPr>
            <a:spLocks/>
          </p:cNvSpPr>
          <p:nvPr/>
        </p:nvSpPr>
        <p:spPr>
          <a:xfrm>
            <a:off x="84552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A3E2371F-3801-51D5-EF1F-386BFCF6A133}"/>
              </a:ext>
            </a:extLst>
          </p:cNvPr>
          <p:cNvSpPr>
            <a:spLocks/>
          </p:cNvSpPr>
          <p:nvPr/>
        </p:nvSpPr>
        <p:spPr>
          <a:xfrm>
            <a:off x="83938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A237E285-6CFC-38EE-D570-0E28D9E01DB4}"/>
              </a:ext>
            </a:extLst>
          </p:cNvPr>
          <p:cNvSpPr>
            <a:spLocks/>
          </p:cNvSpPr>
          <p:nvPr/>
        </p:nvSpPr>
        <p:spPr>
          <a:xfrm>
            <a:off x="843449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065AABEA-8A74-67E7-5C40-A949C8896DD9}"/>
              </a:ext>
            </a:extLst>
          </p:cNvPr>
          <p:cNvSpPr>
            <a:spLocks/>
          </p:cNvSpPr>
          <p:nvPr/>
        </p:nvSpPr>
        <p:spPr>
          <a:xfrm>
            <a:off x="84179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2DFE610B-03E5-07AB-5EBF-1FF2B545C1A9}"/>
              </a:ext>
            </a:extLst>
          </p:cNvPr>
          <p:cNvSpPr>
            <a:spLocks/>
          </p:cNvSpPr>
          <p:nvPr/>
        </p:nvSpPr>
        <p:spPr>
          <a:xfrm>
            <a:off x="84131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1A28D4A0-0508-B9E7-8020-8741A43B31E1}"/>
              </a:ext>
            </a:extLst>
          </p:cNvPr>
          <p:cNvSpPr>
            <a:spLocks/>
          </p:cNvSpPr>
          <p:nvPr/>
        </p:nvSpPr>
        <p:spPr>
          <a:xfrm>
            <a:off x="83466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4BC1EFA4-27E4-1981-FE42-416CDD7C2C83}"/>
              </a:ext>
            </a:extLst>
          </p:cNvPr>
          <p:cNvSpPr>
            <a:spLocks/>
          </p:cNvSpPr>
          <p:nvPr/>
        </p:nvSpPr>
        <p:spPr>
          <a:xfrm>
            <a:off x="836821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92A811C1-71AA-2AE4-2AC5-513F4794BE56}"/>
              </a:ext>
            </a:extLst>
          </p:cNvPr>
          <p:cNvSpPr>
            <a:spLocks/>
          </p:cNvSpPr>
          <p:nvPr/>
        </p:nvSpPr>
        <p:spPr>
          <a:xfrm>
            <a:off x="846138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B8B1FEF3-861F-8BC4-C9B0-9346A35017ED}"/>
              </a:ext>
            </a:extLst>
          </p:cNvPr>
          <p:cNvSpPr>
            <a:spLocks/>
          </p:cNvSpPr>
          <p:nvPr/>
        </p:nvSpPr>
        <p:spPr>
          <a:xfrm>
            <a:off x="84319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78A6F646-E53E-9CC5-C0DD-75BEAFAF7ECB}"/>
              </a:ext>
            </a:extLst>
          </p:cNvPr>
          <p:cNvSpPr>
            <a:spLocks/>
          </p:cNvSpPr>
          <p:nvPr/>
        </p:nvSpPr>
        <p:spPr>
          <a:xfrm>
            <a:off x="8429108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D7D9C1B7-1F08-6DB2-B4A2-9161E1A16E7D}"/>
              </a:ext>
            </a:extLst>
          </p:cNvPr>
          <p:cNvSpPr>
            <a:spLocks/>
          </p:cNvSpPr>
          <p:nvPr/>
        </p:nvSpPr>
        <p:spPr>
          <a:xfrm>
            <a:off x="83725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2DCB9F43-18B1-97B9-03FE-2B76F2857797}"/>
              </a:ext>
            </a:extLst>
          </p:cNvPr>
          <p:cNvSpPr>
            <a:spLocks/>
          </p:cNvSpPr>
          <p:nvPr/>
        </p:nvSpPr>
        <p:spPr>
          <a:xfrm>
            <a:off x="842182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57BA1D81-02FF-10F5-890B-30AF1DB3BA89}"/>
              </a:ext>
            </a:extLst>
          </p:cNvPr>
          <p:cNvSpPr>
            <a:spLocks/>
          </p:cNvSpPr>
          <p:nvPr/>
        </p:nvSpPr>
        <p:spPr>
          <a:xfrm>
            <a:off x="8388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29DA77A1-C410-3B80-2E78-F090A0BE0C43}"/>
              </a:ext>
            </a:extLst>
          </p:cNvPr>
          <p:cNvSpPr>
            <a:spLocks/>
          </p:cNvSpPr>
          <p:nvPr/>
        </p:nvSpPr>
        <p:spPr>
          <a:xfrm>
            <a:off x="834609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B0F1344E-4020-1899-689D-FE4891AAAB46}"/>
              </a:ext>
            </a:extLst>
          </p:cNvPr>
          <p:cNvSpPr>
            <a:spLocks/>
          </p:cNvSpPr>
          <p:nvPr/>
        </p:nvSpPr>
        <p:spPr>
          <a:xfrm>
            <a:off x="83587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D59D327A-828A-908D-5E15-1B4D6F77A934}"/>
              </a:ext>
            </a:extLst>
          </p:cNvPr>
          <p:cNvSpPr>
            <a:spLocks/>
          </p:cNvSpPr>
          <p:nvPr/>
        </p:nvSpPr>
        <p:spPr>
          <a:xfrm>
            <a:off x="843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65AF9227-829C-A284-583B-17CDF2293A88}"/>
              </a:ext>
            </a:extLst>
          </p:cNvPr>
          <p:cNvSpPr>
            <a:spLocks/>
          </p:cNvSpPr>
          <p:nvPr/>
        </p:nvSpPr>
        <p:spPr>
          <a:xfrm>
            <a:off x="845083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6F3727E0-15B2-323F-4FC3-B3ECA8D57E23}"/>
              </a:ext>
            </a:extLst>
          </p:cNvPr>
          <p:cNvSpPr>
            <a:spLocks/>
          </p:cNvSpPr>
          <p:nvPr/>
        </p:nvSpPr>
        <p:spPr>
          <a:xfrm>
            <a:off x="840218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87E29329-F02A-9BF4-A84D-8F15D3E0A2BB}"/>
              </a:ext>
            </a:extLst>
          </p:cNvPr>
          <p:cNvSpPr>
            <a:spLocks/>
          </p:cNvSpPr>
          <p:nvPr/>
        </p:nvSpPr>
        <p:spPr>
          <a:xfrm>
            <a:off x="8414354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76D6E479-3F5B-85E8-4B11-E4B30B2886C1}"/>
              </a:ext>
            </a:extLst>
          </p:cNvPr>
          <p:cNvSpPr>
            <a:spLocks/>
          </p:cNvSpPr>
          <p:nvPr/>
        </p:nvSpPr>
        <p:spPr>
          <a:xfrm>
            <a:off x="838229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2548F7A0-CF71-8A9E-F257-7B7BA34FBCE2}"/>
              </a:ext>
            </a:extLst>
          </p:cNvPr>
          <p:cNvSpPr>
            <a:spLocks/>
          </p:cNvSpPr>
          <p:nvPr/>
        </p:nvSpPr>
        <p:spPr>
          <a:xfrm>
            <a:off x="835552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7F28E5CA-7604-A140-EB32-1836D1671A50}"/>
              </a:ext>
            </a:extLst>
          </p:cNvPr>
          <p:cNvSpPr>
            <a:spLocks/>
          </p:cNvSpPr>
          <p:nvPr/>
        </p:nvSpPr>
        <p:spPr>
          <a:xfrm>
            <a:off x="8367989" y="5382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7797AF1F-80A6-CCB4-AB6D-673430C4E10A}"/>
              </a:ext>
            </a:extLst>
          </p:cNvPr>
          <p:cNvSpPr>
            <a:spLocks/>
          </p:cNvSpPr>
          <p:nvPr/>
        </p:nvSpPr>
        <p:spPr>
          <a:xfrm>
            <a:off x="835235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A233808A-F3E6-9F7E-7D83-BCE53774283E}"/>
              </a:ext>
            </a:extLst>
          </p:cNvPr>
          <p:cNvSpPr>
            <a:spLocks/>
          </p:cNvSpPr>
          <p:nvPr/>
        </p:nvSpPr>
        <p:spPr>
          <a:xfrm>
            <a:off x="83763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E3B1D5A0-1E06-21A4-8F3E-2911E7B7C9EA}"/>
              </a:ext>
            </a:extLst>
          </p:cNvPr>
          <p:cNvSpPr>
            <a:spLocks/>
          </p:cNvSpPr>
          <p:nvPr/>
        </p:nvSpPr>
        <p:spPr>
          <a:xfrm>
            <a:off x="83649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A193AF79-AB77-430F-253E-991638EBDFD5}"/>
              </a:ext>
            </a:extLst>
          </p:cNvPr>
          <p:cNvSpPr>
            <a:spLocks/>
          </p:cNvSpPr>
          <p:nvPr/>
        </p:nvSpPr>
        <p:spPr>
          <a:xfrm>
            <a:off x="83870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45177664-9894-700F-8B98-65E3B5879372}"/>
              </a:ext>
            </a:extLst>
          </p:cNvPr>
          <p:cNvSpPr>
            <a:spLocks/>
          </p:cNvSpPr>
          <p:nvPr/>
        </p:nvSpPr>
        <p:spPr>
          <a:xfrm>
            <a:off x="843216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59F1A35B-BC25-F0FA-8855-74FCDE52E6FD}"/>
              </a:ext>
            </a:extLst>
          </p:cNvPr>
          <p:cNvSpPr>
            <a:spLocks/>
          </p:cNvSpPr>
          <p:nvPr/>
        </p:nvSpPr>
        <p:spPr>
          <a:xfrm>
            <a:off x="83870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669C0231-C19D-20C8-F998-1E0CB3B90507}"/>
              </a:ext>
            </a:extLst>
          </p:cNvPr>
          <p:cNvSpPr>
            <a:spLocks/>
          </p:cNvSpPr>
          <p:nvPr/>
        </p:nvSpPr>
        <p:spPr>
          <a:xfrm>
            <a:off x="844138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11B1F190-0D05-647F-79F4-6C6DB3813A0C}"/>
              </a:ext>
            </a:extLst>
          </p:cNvPr>
          <p:cNvSpPr>
            <a:spLocks/>
          </p:cNvSpPr>
          <p:nvPr/>
        </p:nvSpPr>
        <p:spPr>
          <a:xfrm>
            <a:off x="86244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6BBF7B52-8013-A5A3-74EF-6D815E715735}"/>
              </a:ext>
            </a:extLst>
          </p:cNvPr>
          <p:cNvSpPr>
            <a:spLocks/>
          </p:cNvSpPr>
          <p:nvPr/>
        </p:nvSpPr>
        <p:spPr>
          <a:xfrm>
            <a:off x="85955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158D4FE1-5263-CD9C-E56C-39BF193FAAFA}"/>
              </a:ext>
            </a:extLst>
          </p:cNvPr>
          <p:cNvSpPr>
            <a:spLocks/>
          </p:cNvSpPr>
          <p:nvPr/>
        </p:nvSpPr>
        <p:spPr>
          <a:xfrm>
            <a:off x="862617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75451FDA-38D7-DEAF-99F2-0F9221A78B70}"/>
              </a:ext>
            </a:extLst>
          </p:cNvPr>
          <p:cNvSpPr>
            <a:spLocks/>
          </p:cNvSpPr>
          <p:nvPr/>
        </p:nvSpPr>
        <p:spPr>
          <a:xfrm>
            <a:off x="86117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49441607-7200-E419-EB62-BB00EF8BB442}"/>
              </a:ext>
            </a:extLst>
          </p:cNvPr>
          <p:cNvSpPr>
            <a:spLocks/>
          </p:cNvSpPr>
          <p:nvPr/>
        </p:nvSpPr>
        <p:spPr>
          <a:xfrm>
            <a:off x="862972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99681034-0267-ADFE-2807-8CA1A14EEFC4}"/>
              </a:ext>
            </a:extLst>
          </p:cNvPr>
          <p:cNvSpPr>
            <a:spLocks/>
          </p:cNvSpPr>
          <p:nvPr/>
        </p:nvSpPr>
        <p:spPr>
          <a:xfrm>
            <a:off x="8686634" y="50289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681DDAD7-32A6-3DE5-DD6E-06D59B576CB8}"/>
              </a:ext>
            </a:extLst>
          </p:cNvPr>
          <p:cNvSpPr>
            <a:spLocks/>
          </p:cNvSpPr>
          <p:nvPr/>
        </p:nvSpPr>
        <p:spPr>
          <a:xfrm>
            <a:off x="865472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6F5CE74C-CA67-D7C1-09BB-0FE4DF64FC7E}"/>
              </a:ext>
            </a:extLst>
          </p:cNvPr>
          <p:cNvSpPr>
            <a:spLocks/>
          </p:cNvSpPr>
          <p:nvPr/>
        </p:nvSpPr>
        <p:spPr>
          <a:xfrm>
            <a:off x="859797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6B58E66C-A711-6699-23DF-5A90DA3A8702}"/>
              </a:ext>
            </a:extLst>
          </p:cNvPr>
          <p:cNvSpPr>
            <a:spLocks/>
          </p:cNvSpPr>
          <p:nvPr/>
        </p:nvSpPr>
        <p:spPr>
          <a:xfrm>
            <a:off x="8649762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21113174-EF2F-8E76-4CFE-739D8204D972}"/>
              </a:ext>
            </a:extLst>
          </p:cNvPr>
          <p:cNvSpPr>
            <a:spLocks/>
          </p:cNvSpPr>
          <p:nvPr/>
        </p:nvSpPr>
        <p:spPr>
          <a:xfrm>
            <a:off x="860871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4F32E2B0-5CC9-0AB8-2CCA-A7842D5C8D95}"/>
              </a:ext>
            </a:extLst>
          </p:cNvPr>
          <p:cNvSpPr>
            <a:spLocks/>
          </p:cNvSpPr>
          <p:nvPr/>
        </p:nvSpPr>
        <p:spPr>
          <a:xfrm>
            <a:off x="86307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E88197C7-72D5-09C8-1ED2-83B481E41A56}"/>
              </a:ext>
            </a:extLst>
          </p:cNvPr>
          <p:cNvSpPr>
            <a:spLocks/>
          </p:cNvSpPr>
          <p:nvPr/>
        </p:nvSpPr>
        <p:spPr>
          <a:xfrm>
            <a:off x="86054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BA686327-60FA-9C9C-1628-763E7BFFBB2B}"/>
              </a:ext>
            </a:extLst>
          </p:cNvPr>
          <p:cNvSpPr>
            <a:spLocks/>
          </p:cNvSpPr>
          <p:nvPr/>
        </p:nvSpPr>
        <p:spPr>
          <a:xfrm>
            <a:off x="8696748" y="53629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0DBB47EA-D47C-1DF8-BB95-2801DAD09B17}"/>
              </a:ext>
            </a:extLst>
          </p:cNvPr>
          <p:cNvSpPr>
            <a:spLocks/>
          </p:cNvSpPr>
          <p:nvPr/>
        </p:nvSpPr>
        <p:spPr>
          <a:xfrm>
            <a:off x="86118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61B9FBB7-1256-2F43-8157-54E30EB488C4}"/>
              </a:ext>
            </a:extLst>
          </p:cNvPr>
          <p:cNvSpPr>
            <a:spLocks/>
          </p:cNvSpPr>
          <p:nvPr/>
        </p:nvSpPr>
        <p:spPr>
          <a:xfrm>
            <a:off x="86149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0F25AC92-80C1-FD69-E738-0D61003DAF6C}"/>
              </a:ext>
            </a:extLst>
          </p:cNvPr>
          <p:cNvSpPr>
            <a:spLocks/>
          </p:cNvSpPr>
          <p:nvPr/>
        </p:nvSpPr>
        <p:spPr>
          <a:xfrm>
            <a:off x="86469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7BA440C4-8877-F869-5E42-37D565A63774}"/>
              </a:ext>
            </a:extLst>
          </p:cNvPr>
          <p:cNvSpPr>
            <a:spLocks/>
          </p:cNvSpPr>
          <p:nvPr/>
        </p:nvSpPr>
        <p:spPr>
          <a:xfrm>
            <a:off x="8677879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636C58C6-E309-0F8C-4755-29AEE29B4F5A}"/>
              </a:ext>
            </a:extLst>
          </p:cNvPr>
          <p:cNvSpPr>
            <a:spLocks/>
          </p:cNvSpPr>
          <p:nvPr/>
        </p:nvSpPr>
        <p:spPr>
          <a:xfrm>
            <a:off x="86822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89BC9A18-4F18-8671-64BA-012FDD3F99ED}"/>
              </a:ext>
            </a:extLst>
          </p:cNvPr>
          <p:cNvSpPr>
            <a:spLocks/>
          </p:cNvSpPr>
          <p:nvPr/>
        </p:nvSpPr>
        <p:spPr>
          <a:xfrm>
            <a:off x="8616070" y="56478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7A140E29-E6F4-9C57-8FE4-347C3FB64AA0}"/>
              </a:ext>
            </a:extLst>
          </p:cNvPr>
          <p:cNvSpPr>
            <a:spLocks/>
          </p:cNvSpPr>
          <p:nvPr/>
        </p:nvSpPr>
        <p:spPr>
          <a:xfrm>
            <a:off x="859783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42E6A958-E086-A80D-35B5-618DE3958B3D}"/>
              </a:ext>
            </a:extLst>
          </p:cNvPr>
          <p:cNvSpPr>
            <a:spLocks/>
          </p:cNvSpPr>
          <p:nvPr/>
        </p:nvSpPr>
        <p:spPr>
          <a:xfrm>
            <a:off x="866333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CF026543-8CE4-84D2-CC26-C9DD54139CFA}"/>
              </a:ext>
            </a:extLst>
          </p:cNvPr>
          <p:cNvSpPr>
            <a:spLocks/>
          </p:cNvSpPr>
          <p:nvPr/>
        </p:nvSpPr>
        <p:spPr>
          <a:xfrm>
            <a:off x="865475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C443ED77-3FE0-06B4-6AC1-76A29DF50233}"/>
              </a:ext>
            </a:extLst>
          </p:cNvPr>
          <p:cNvSpPr>
            <a:spLocks/>
          </p:cNvSpPr>
          <p:nvPr/>
        </p:nvSpPr>
        <p:spPr>
          <a:xfrm>
            <a:off x="8699618" y="48963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5DBECEF2-1F9E-18D1-A2E0-DF3C56B05752}"/>
              </a:ext>
            </a:extLst>
          </p:cNvPr>
          <p:cNvSpPr>
            <a:spLocks/>
          </p:cNvSpPr>
          <p:nvPr/>
        </p:nvSpPr>
        <p:spPr>
          <a:xfrm>
            <a:off x="86451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4F7ADB92-3FC6-811F-17B8-5AFBBE172463}"/>
              </a:ext>
            </a:extLst>
          </p:cNvPr>
          <p:cNvSpPr>
            <a:spLocks/>
          </p:cNvSpPr>
          <p:nvPr/>
        </p:nvSpPr>
        <p:spPr>
          <a:xfrm>
            <a:off x="87155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2C65BFD2-A7C5-6C97-0A68-7B20FF0AD0DB}"/>
              </a:ext>
            </a:extLst>
          </p:cNvPr>
          <p:cNvSpPr>
            <a:spLocks/>
          </p:cNvSpPr>
          <p:nvPr/>
        </p:nvSpPr>
        <p:spPr>
          <a:xfrm>
            <a:off x="865036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C32A250C-ED08-5D0B-0656-1401CC4586C2}"/>
              </a:ext>
            </a:extLst>
          </p:cNvPr>
          <p:cNvSpPr>
            <a:spLocks/>
          </p:cNvSpPr>
          <p:nvPr/>
        </p:nvSpPr>
        <p:spPr>
          <a:xfrm>
            <a:off x="86342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DB681EC-DD3A-3DDE-A150-C86B5372192D}"/>
              </a:ext>
            </a:extLst>
          </p:cNvPr>
          <p:cNvSpPr>
            <a:spLocks/>
          </p:cNvSpPr>
          <p:nvPr/>
        </p:nvSpPr>
        <p:spPr>
          <a:xfrm>
            <a:off x="867800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B2A4BC7F-30D7-D8A3-9187-1659A017B89C}"/>
              </a:ext>
            </a:extLst>
          </p:cNvPr>
          <p:cNvSpPr>
            <a:spLocks/>
          </p:cNvSpPr>
          <p:nvPr/>
        </p:nvSpPr>
        <p:spPr>
          <a:xfrm>
            <a:off x="86136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C279F54A-C867-9DF1-06FA-ED5E0E5B759B}"/>
              </a:ext>
            </a:extLst>
          </p:cNvPr>
          <p:cNvSpPr>
            <a:spLocks/>
          </p:cNvSpPr>
          <p:nvPr/>
        </p:nvSpPr>
        <p:spPr>
          <a:xfrm>
            <a:off x="869011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25267F92-2D67-35C1-E791-106723F9433F}"/>
              </a:ext>
            </a:extLst>
          </p:cNvPr>
          <p:cNvSpPr>
            <a:spLocks/>
          </p:cNvSpPr>
          <p:nvPr/>
        </p:nvSpPr>
        <p:spPr>
          <a:xfrm>
            <a:off x="8662603" y="61488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71052A43-49FA-BB40-CB40-0BDC04D5BCFB}"/>
              </a:ext>
            </a:extLst>
          </p:cNvPr>
          <p:cNvSpPr>
            <a:spLocks/>
          </p:cNvSpPr>
          <p:nvPr/>
        </p:nvSpPr>
        <p:spPr>
          <a:xfrm>
            <a:off x="8655385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7B6C947F-4446-2EB5-66A0-B8C669D15055}"/>
              </a:ext>
            </a:extLst>
          </p:cNvPr>
          <p:cNvSpPr>
            <a:spLocks/>
          </p:cNvSpPr>
          <p:nvPr/>
        </p:nvSpPr>
        <p:spPr>
          <a:xfrm>
            <a:off x="8669537" y="639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C8F4B62A-82FD-E6A0-2C7E-4CACE310A272}"/>
              </a:ext>
            </a:extLst>
          </p:cNvPr>
          <p:cNvSpPr>
            <a:spLocks/>
          </p:cNvSpPr>
          <p:nvPr/>
        </p:nvSpPr>
        <p:spPr>
          <a:xfrm>
            <a:off x="869649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04B7DFE9-ECCE-FAD5-97E0-1B9DC763ABBE}"/>
              </a:ext>
            </a:extLst>
          </p:cNvPr>
          <p:cNvSpPr>
            <a:spLocks/>
          </p:cNvSpPr>
          <p:nvPr/>
        </p:nvSpPr>
        <p:spPr>
          <a:xfrm>
            <a:off x="863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F4AF124C-0CA3-AB8B-7A98-93EFC957FF9D}"/>
              </a:ext>
            </a:extLst>
          </p:cNvPr>
          <p:cNvSpPr>
            <a:spLocks/>
          </p:cNvSpPr>
          <p:nvPr/>
        </p:nvSpPr>
        <p:spPr>
          <a:xfrm>
            <a:off x="862281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FED54906-B83D-06D1-D9CF-CC376E50B858}"/>
              </a:ext>
            </a:extLst>
          </p:cNvPr>
          <p:cNvSpPr>
            <a:spLocks/>
          </p:cNvSpPr>
          <p:nvPr/>
        </p:nvSpPr>
        <p:spPr>
          <a:xfrm>
            <a:off x="86860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40C3171C-02EF-DBBB-10D2-E8FFB143522B}"/>
              </a:ext>
            </a:extLst>
          </p:cNvPr>
          <p:cNvSpPr>
            <a:spLocks/>
          </p:cNvSpPr>
          <p:nvPr/>
        </p:nvSpPr>
        <p:spPr>
          <a:xfrm>
            <a:off x="86592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99D70EC-54F1-4686-5B8F-DD5242D9386F}"/>
              </a:ext>
            </a:extLst>
          </p:cNvPr>
          <p:cNvSpPr>
            <a:spLocks/>
          </p:cNvSpPr>
          <p:nvPr/>
        </p:nvSpPr>
        <p:spPr>
          <a:xfrm>
            <a:off x="866801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7991F409-5516-6414-9806-F5748CD46BE0}"/>
              </a:ext>
            </a:extLst>
          </p:cNvPr>
          <p:cNvSpPr>
            <a:spLocks/>
          </p:cNvSpPr>
          <p:nvPr/>
        </p:nvSpPr>
        <p:spPr>
          <a:xfrm>
            <a:off x="8594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52967413-599D-EFDD-B08A-50FFC8FB3237}"/>
              </a:ext>
            </a:extLst>
          </p:cNvPr>
          <p:cNvSpPr>
            <a:spLocks/>
          </p:cNvSpPr>
          <p:nvPr/>
        </p:nvSpPr>
        <p:spPr>
          <a:xfrm>
            <a:off x="8674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1EBAEDEC-1E12-CB3A-265A-961A513A7F7F}"/>
              </a:ext>
            </a:extLst>
          </p:cNvPr>
          <p:cNvSpPr>
            <a:spLocks/>
          </p:cNvSpPr>
          <p:nvPr/>
        </p:nvSpPr>
        <p:spPr>
          <a:xfrm>
            <a:off x="86930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E6AADA5E-DC66-608F-DA17-7F06CC4295A6}"/>
              </a:ext>
            </a:extLst>
          </p:cNvPr>
          <p:cNvSpPr>
            <a:spLocks/>
          </p:cNvSpPr>
          <p:nvPr/>
        </p:nvSpPr>
        <p:spPr>
          <a:xfrm>
            <a:off x="860165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38CD9FDD-D5BA-EC0F-BEBB-7487672E0F71}"/>
              </a:ext>
            </a:extLst>
          </p:cNvPr>
          <p:cNvSpPr>
            <a:spLocks/>
          </p:cNvSpPr>
          <p:nvPr/>
        </p:nvSpPr>
        <p:spPr>
          <a:xfrm>
            <a:off x="863570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BB9A3845-DCA2-46DB-A10F-E0D9CE1DD6A2}"/>
              </a:ext>
            </a:extLst>
          </p:cNvPr>
          <p:cNvSpPr>
            <a:spLocks/>
          </p:cNvSpPr>
          <p:nvPr/>
        </p:nvSpPr>
        <p:spPr>
          <a:xfrm>
            <a:off x="8700684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412FF44E-0A3E-AF03-93D6-03D964FC35E8}"/>
              </a:ext>
            </a:extLst>
          </p:cNvPr>
          <p:cNvSpPr>
            <a:spLocks/>
          </p:cNvSpPr>
          <p:nvPr/>
        </p:nvSpPr>
        <p:spPr>
          <a:xfrm>
            <a:off x="86070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A0D54641-F177-4676-7E4B-F60F9DF7DAAB}"/>
              </a:ext>
            </a:extLst>
          </p:cNvPr>
          <p:cNvSpPr>
            <a:spLocks/>
          </p:cNvSpPr>
          <p:nvPr/>
        </p:nvSpPr>
        <p:spPr>
          <a:xfrm>
            <a:off x="86406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338876A1-AC12-AF86-5A9F-4B660C2DC139}"/>
              </a:ext>
            </a:extLst>
          </p:cNvPr>
          <p:cNvSpPr>
            <a:spLocks/>
          </p:cNvSpPr>
          <p:nvPr/>
        </p:nvSpPr>
        <p:spPr>
          <a:xfrm>
            <a:off x="8647330" y="62395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523A27BC-79F1-2316-6445-E9AE80645567}"/>
              </a:ext>
            </a:extLst>
          </p:cNvPr>
          <p:cNvSpPr>
            <a:spLocks/>
          </p:cNvSpPr>
          <p:nvPr/>
        </p:nvSpPr>
        <p:spPr>
          <a:xfrm>
            <a:off x="86624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7118159A-B409-4D19-2C31-66AD1CC705C9}"/>
              </a:ext>
            </a:extLst>
          </p:cNvPr>
          <p:cNvSpPr>
            <a:spLocks/>
          </p:cNvSpPr>
          <p:nvPr/>
        </p:nvSpPr>
        <p:spPr>
          <a:xfrm>
            <a:off x="866063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BA7846C6-CEF4-424B-FAC3-09C680BA973F}"/>
              </a:ext>
            </a:extLst>
          </p:cNvPr>
          <p:cNvSpPr>
            <a:spLocks/>
          </p:cNvSpPr>
          <p:nvPr/>
        </p:nvSpPr>
        <p:spPr>
          <a:xfrm>
            <a:off x="8672910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A82CE68F-F553-3E55-14CC-DF37EF566F29}"/>
              </a:ext>
            </a:extLst>
          </p:cNvPr>
          <p:cNvSpPr>
            <a:spLocks/>
          </p:cNvSpPr>
          <p:nvPr/>
        </p:nvSpPr>
        <p:spPr>
          <a:xfrm>
            <a:off x="870565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0DA7413B-62C7-8FFA-3DFF-D6D6B540E2FD}"/>
              </a:ext>
            </a:extLst>
          </p:cNvPr>
          <p:cNvSpPr>
            <a:spLocks/>
          </p:cNvSpPr>
          <p:nvPr/>
        </p:nvSpPr>
        <p:spPr>
          <a:xfrm>
            <a:off x="8663617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43138AC0-F8FF-B06D-FBD0-756C3E4F14D8}"/>
              </a:ext>
            </a:extLst>
          </p:cNvPr>
          <p:cNvSpPr>
            <a:spLocks/>
          </p:cNvSpPr>
          <p:nvPr/>
        </p:nvSpPr>
        <p:spPr>
          <a:xfrm>
            <a:off x="8623502" y="61909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9A993D80-F4D9-70F2-8ABA-4D43D5BD5A09}"/>
              </a:ext>
            </a:extLst>
          </p:cNvPr>
          <p:cNvSpPr>
            <a:spLocks/>
          </p:cNvSpPr>
          <p:nvPr/>
        </p:nvSpPr>
        <p:spPr>
          <a:xfrm>
            <a:off x="8708380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C0B7579A-D387-EFFB-F786-24BDB39DB86B}"/>
              </a:ext>
            </a:extLst>
          </p:cNvPr>
          <p:cNvSpPr>
            <a:spLocks/>
          </p:cNvSpPr>
          <p:nvPr/>
        </p:nvSpPr>
        <p:spPr>
          <a:xfrm>
            <a:off x="8651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1C1D7BF3-A9CA-5C31-3946-E3633F72077F}"/>
              </a:ext>
            </a:extLst>
          </p:cNvPr>
          <p:cNvSpPr>
            <a:spLocks/>
          </p:cNvSpPr>
          <p:nvPr/>
        </p:nvSpPr>
        <p:spPr>
          <a:xfrm>
            <a:off x="868447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A7DB48B7-F4BD-8A0D-FFC3-ED59BB84A659}"/>
              </a:ext>
            </a:extLst>
          </p:cNvPr>
          <p:cNvSpPr>
            <a:spLocks/>
          </p:cNvSpPr>
          <p:nvPr/>
        </p:nvSpPr>
        <p:spPr>
          <a:xfrm>
            <a:off x="862906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127B44D4-B761-2A05-7CCF-BB9A3450DC63}"/>
              </a:ext>
            </a:extLst>
          </p:cNvPr>
          <p:cNvSpPr>
            <a:spLocks/>
          </p:cNvSpPr>
          <p:nvPr/>
        </p:nvSpPr>
        <p:spPr>
          <a:xfrm>
            <a:off x="8644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DCD92E4D-9F37-F853-E8B6-7434AEB19D29}"/>
              </a:ext>
            </a:extLst>
          </p:cNvPr>
          <p:cNvSpPr>
            <a:spLocks/>
          </p:cNvSpPr>
          <p:nvPr/>
        </p:nvSpPr>
        <p:spPr>
          <a:xfrm>
            <a:off x="86735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3A2D01F9-E878-3C71-4B9E-69F2BEB14FAB}"/>
              </a:ext>
            </a:extLst>
          </p:cNvPr>
          <p:cNvSpPr>
            <a:spLocks/>
          </p:cNvSpPr>
          <p:nvPr/>
        </p:nvSpPr>
        <p:spPr>
          <a:xfrm>
            <a:off x="8667383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A7D46ACE-E30F-EB2F-C806-5F8726EB6B57}"/>
              </a:ext>
            </a:extLst>
          </p:cNvPr>
          <p:cNvSpPr>
            <a:spLocks/>
          </p:cNvSpPr>
          <p:nvPr/>
        </p:nvSpPr>
        <p:spPr>
          <a:xfrm>
            <a:off x="864566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627A86FC-3D25-EAB1-2F2F-BBE629F36101}"/>
              </a:ext>
            </a:extLst>
          </p:cNvPr>
          <p:cNvSpPr>
            <a:spLocks/>
          </p:cNvSpPr>
          <p:nvPr/>
        </p:nvSpPr>
        <p:spPr>
          <a:xfrm>
            <a:off x="863463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15F804F3-AEB5-C366-789D-8E57E321223D}"/>
              </a:ext>
            </a:extLst>
          </p:cNvPr>
          <p:cNvSpPr>
            <a:spLocks/>
          </p:cNvSpPr>
          <p:nvPr/>
        </p:nvSpPr>
        <p:spPr>
          <a:xfrm>
            <a:off x="86830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376D1DEC-C84F-0531-3341-149332DCDBD8}"/>
              </a:ext>
            </a:extLst>
          </p:cNvPr>
          <p:cNvSpPr>
            <a:spLocks/>
          </p:cNvSpPr>
          <p:nvPr/>
        </p:nvSpPr>
        <p:spPr>
          <a:xfrm>
            <a:off x="860326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7EA35BCE-DC6C-5F78-6B2A-2B27AC968A81}"/>
              </a:ext>
            </a:extLst>
          </p:cNvPr>
          <p:cNvSpPr>
            <a:spLocks/>
          </p:cNvSpPr>
          <p:nvPr/>
        </p:nvSpPr>
        <p:spPr>
          <a:xfrm>
            <a:off x="867347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418CFC9F-E097-FBDA-8E53-FDEBBC43E787}"/>
              </a:ext>
            </a:extLst>
          </p:cNvPr>
          <p:cNvSpPr>
            <a:spLocks/>
          </p:cNvSpPr>
          <p:nvPr/>
        </p:nvSpPr>
        <p:spPr>
          <a:xfrm>
            <a:off x="8621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CBEC5476-931D-76FF-6E44-B3475108F6A4}"/>
              </a:ext>
            </a:extLst>
          </p:cNvPr>
          <p:cNvSpPr>
            <a:spLocks/>
          </p:cNvSpPr>
          <p:nvPr/>
        </p:nvSpPr>
        <p:spPr>
          <a:xfrm>
            <a:off x="8692740" y="63172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237892F8-C72E-F051-4585-51A45046728F}"/>
              </a:ext>
            </a:extLst>
          </p:cNvPr>
          <p:cNvSpPr>
            <a:spLocks/>
          </p:cNvSpPr>
          <p:nvPr/>
        </p:nvSpPr>
        <p:spPr>
          <a:xfrm>
            <a:off x="86864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FEBFC7DB-F794-5C55-1843-88A697933892}"/>
              </a:ext>
            </a:extLst>
          </p:cNvPr>
          <p:cNvSpPr>
            <a:spLocks/>
          </p:cNvSpPr>
          <p:nvPr/>
        </p:nvSpPr>
        <p:spPr>
          <a:xfrm>
            <a:off x="8710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55993A7F-3596-CAC8-66D4-2CAA114E9883}"/>
              </a:ext>
            </a:extLst>
          </p:cNvPr>
          <p:cNvSpPr>
            <a:spLocks/>
          </p:cNvSpPr>
          <p:nvPr/>
        </p:nvSpPr>
        <p:spPr>
          <a:xfrm>
            <a:off x="864383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956DAE57-1313-D675-31C1-6D29FDC3D681}"/>
              </a:ext>
            </a:extLst>
          </p:cNvPr>
          <p:cNvSpPr>
            <a:spLocks/>
          </p:cNvSpPr>
          <p:nvPr/>
        </p:nvSpPr>
        <p:spPr>
          <a:xfrm>
            <a:off x="865974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7960C913-D833-E0A8-C630-24D3CEE875EF}"/>
              </a:ext>
            </a:extLst>
          </p:cNvPr>
          <p:cNvSpPr>
            <a:spLocks/>
          </p:cNvSpPr>
          <p:nvPr/>
        </p:nvSpPr>
        <p:spPr>
          <a:xfrm>
            <a:off x="867823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4549D56B-7AEB-FC53-E63B-FF678618CBC4}"/>
              </a:ext>
            </a:extLst>
          </p:cNvPr>
          <p:cNvSpPr>
            <a:spLocks/>
          </p:cNvSpPr>
          <p:nvPr/>
        </p:nvSpPr>
        <p:spPr>
          <a:xfrm>
            <a:off x="868596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097A9F1D-C17E-8EE6-3FA8-FB21B4A7B9AC}"/>
              </a:ext>
            </a:extLst>
          </p:cNvPr>
          <p:cNvSpPr>
            <a:spLocks/>
          </p:cNvSpPr>
          <p:nvPr/>
        </p:nvSpPr>
        <p:spPr>
          <a:xfrm>
            <a:off x="8622377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3934D473-5549-D5DD-FE0A-3EB44A525622}"/>
              </a:ext>
            </a:extLst>
          </p:cNvPr>
          <p:cNvSpPr>
            <a:spLocks/>
          </p:cNvSpPr>
          <p:nvPr/>
        </p:nvSpPr>
        <p:spPr>
          <a:xfrm>
            <a:off x="8649192" y="63453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043475AB-59BA-771F-B863-941E5D05D0EF}"/>
              </a:ext>
            </a:extLst>
          </p:cNvPr>
          <p:cNvSpPr>
            <a:spLocks/>
          </p:cNvSpPr>
          <p:nvPr/>
        </p:nvSpPr>
        <p:spPr>
          <a:xfrm>
            <a:off x="8639948" y="60309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5BEC2459-036B-2834-C23D-49B147A57BAC}"/>
              </a:ext>
            </a:extLst>
          </p:cNvPr>
          <p:cNvSpPr>
            <a:spLocks/>
          </p:cNvSpPr>
          <p:nvPr/>
        </p:nvSpPr>
        <p:spPr>
          <a:xfrm>
            <a:off x="860658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F07A6921-54CF-0CA2-E5BD-2BFDF1D94E33}"/>
              </a:ext>
            </a:extLst>
          </p:cNvPr>
          <p:cNvSpPr>
            <a:spLocks/>
          </p:cNvSpPr>
          <p:nvPr/>
        </p:nvSpPr>
        <p:spPr>
          <a:xfrm>
            <a:off x="86076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83B00F46-65A3-9819-8035-0876732D9D70}"/>
              </a:ext>
            </a:extLst>
          </p:cNvPr>
          <p:cNvSpPr>
            <a:spLocks/>
          </p:cNvSpPr>
          <p:nvPr/>
        </p:nvSpPr>
        <p:spPr>
          <a:xfrm>
            <a:off x="863736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D1561895-AE35-F0D9-009F-822FB5558E09}"/>
              </a:ext>
            </a:extLst>
          </p:cNvPr>
          <p:cNvSpPr>
            <a:spLocks/>
          </p:cNvSpPr>
          <p:nvPr/>
        </p:nvSpPr>
        <p:spPr>
          <a:xfrm>
            <a:off x="870639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C03A265A-7A50-AEED-3521-7D64EC53657E}"/>
              </a:ext>
            </a:extLst>
          </p:cNvPr>
          <p:cNvSpPr>
            <a:spLocks/>
          </p:cNvSpPr>
          <p:nvPr/>
        </p:nvSpPr>
        <p:spPr>
          <a:xfrm>
            <a:off x="8625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0B2E51C1-F70A-FB6F-2116-F96AEFDD2075}"/>
              </a:ext>
            </a:extLst>
          </p:cNvPr>
          <p:cNvSpPr>
            <a:spLocks/>
          </p:cNvSpPr>
          <p:nvPr/>
        </p:nvSpPr>
        <p:spPr>
          <a:xfrm>
            <a:off x="87057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8474BC6E-356E-C6E0-76A2-11901CD1D9BE}"/>
              </a:ext>
            </a:extLst>
          </p:cNvPr>
          <p:cNvSpPr>
            <a:spLocks/>
          </p:cNvSpPr>
          <p:nvPr/>
        </p:nvSpPr>
        <p:spPr>
          <a:xfrm>
            <a:off x="8611454" y="62471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D200D9F-470D-E489-FA2C-D9E9EDD083C8}"/>
              </a:ext>
            </a:extLst>
          </p:cNvPr>
          <p:cNvSpPr>
            <a:spLocks/>
          </p:cNvSpPr>
          <p:nvPr/>
        </p:nvSpPr>
        <p:spPr>
          <a:xfrm>
            <a:off x="86958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B987BC91-75E7-95B1-6D16-DFC6F6A2476B}"/>
              </a:ext>
            </a:extLst>
          </p:cNvPr>
          <p:cNvSpPr>
            <a:spLocks/>
          </p:cNvSpPr>
          <p:nvPr/>
        </p:nvSpPr>
        <p:spPr>
          <a:xfrm>
            <a:off x="863725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AEB8874F-520C-3BF0-466C-6C6B528A3E7C}"/>
              </a:ext>
            </a:extLst>
          </p:cNvPr>
          <p:cNvSpPr>
            <a:spLocks/>
          </p:cNvSpPr>
          <p:nvPr/>
        </p:nvSpPr>
        <p:spPr>
          <a:xfrm>
            <a:off x="8641290" y="57362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6D2FD8AF-FAC8-ABF6-8328-A8BC4615BA79}"/>
              </a:ext>
            </a:extLst>
          </p:cNvPr>
          <p:cNvSpPr>
            <a:spLocks/>
          </p:cNvSpPr>
          <p:nvPr/>
        </p:nvSpPr>
        <p:spPr>
          <a:xfrm>
            <a:off x="86041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F275C313-DCDB-E70B-BBE0-A1ADBC741075}"/>
              </a:ext>
            </a:extLst>
          </p:cNvPr>
          <p:cNvSpPr>
            <a:spLocks/>
          </p:cNvSpPr>
          <p:nvPr/>
        </p:nvSpPr>
        <p:spPr>
          <a:xfrm>
            <a:off x="86584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8345BE53-A9EB-96BE-DCF8-894CDE088466}"/>
              </a:ext>
            </a:extLst>
          </p:cNvPr>
          <p:cNvSpPr>
            <a:spLocks/>
          </p:cNvSpPr>
          <p:nvPr/>
        </p:nvSpPr>
        <p:spPr>
          <a:xfrm>
            <a:off x="866345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9D2DC1D3-BF1F-D2CD-F315-B2C4C71F8AB6}"/>
              </a:ext>
            </a:extLst>
          </p:cNvPr>
          <p:cNvSpPr>
            <a:spLocks/>
          </p:cNvSpPr>
          <p:nvPr/>
        </p:nvSpPr>
        <p:spPr>
          <a:xfrm>
            <a:off x="86797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7B7E8563-94B2-4558-245A-F6710F423DB0}"/>
              </a:ext>
            </a:extLst>
          </p:cNvPr>
          <p:cNvSpPr>
            <a:spLocks/>
          </p:cNvSpPr>
          <p:nvPr/>
        </p:nvSpPr>
        <p:spPr>
          <a:xfrm>
            <a:off x="86581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4AC3FE9D-2CEF-45A3-AB8B-C7163DD74E18}"/>
              </a:ext>
            </a:extLst>
          </p:cNvPr>
          <p:cNvSpPr>
            <a:spLocks/>
          </p:cNvSpPr>
          <p:nvPr/>
        </p:nvSpPr>
        <p:spPr>
          <a:xfrm>
            <a:off x="86929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F230677E-6DF0-A09B-C5D1-C40BB96E23E9}"/>
              </a:ext>
            </a:extLst>
          </p:cNvPr>
          <p:cNvSpPr>
            <a:spLocks/>
          </p:cNvSpPr>
          <p:nvPr/>
        </p:nvSpPr>
        <p:spPr>
          <a:xfrm>
            <a:off x="867327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38B6707F-7A1D-15E6-96E6-51B0CD277449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D217B221-B9FA-982A-D996-74FD04586950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07FB80FE-250C-4DE5-9528-7BA19A2A80BD}"/>
              </a:ext>
            </a:extLst>
          </p:cNvPr>
          <p:cNvSpPr>
            <a:spLocks/>
          </p:cNvSpPr>
          <p:nvPr/>
        </p:nvSpPr>
        <p:spPr>
          <a:xfrm>
            <a:off x="6484133" y="4273545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AC539545-D957-DB26-7FDE-B06728B5029A}"/>
              </a:ext>
            </a:extLst>
          </p:cNvPr>
          <p:cNvSpPr>
            <a:spLocks/>
          </p:cNvSpPr>
          <p:nvPr/>
        </p:nvSpPr>
        <p:spPr>
          <a:xfrm>
            <a:off x="6962962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F69D5448-1817-7461-8437-AA72210AB7A9}"/>
              </a:ext>
            </a:extLst>
          </p:cNvPr>
          <p:cNvSpPr>
            <a:spLocks/>
          </p:cNvSpPr>
          <p:nvPr/>
        </p:nvSpPr>
        <p:spPr>
          <a:xfrm>
            <a:off x="7127604" y="5577187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933B1F00-DE09-7DB5-379E-C292200119BE}"/>
              </a:ext>
            </a:extLst>
          </p:cNvPr>
          <p:cNvSpPr>
            <a:spLocks/>
          </p:cNvSpPr>
          <p:nvPr/>
        </p:nvSpPr>
        <p:spPr>
          <a:xfrm>
            <a:off x="7380899" y="4693043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319470D0-C921-F055-04DF-099BBD38E561}"/>
              </a:ext>
            </a:extLst>
          </p:cNvPr>
          <p:cNvSpPr>
            <a:spLocks/>
          </p:cNvSpPr>
          <p:nvPr/>
        </p:nvSpPr>
        <p:spPr>
          <a:xfrm>
            <a:off x="7634194" y="4693043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2D3DDC1-21FF-C706-46CC-334FBD715ABD}"/>
              </a:ext>
            </a:extLst>
          </p:cNvPr>
          <p:cNvSpPr>
            <a:spLocks/>
          </p:cNvSpPr>
          <p:nvPr/>
        </p:nvSpPr>
        <p:spPr>
          <a:xfrm>
            <a:off x="8166114" y="4693043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E39E4788-934B-5DD0-8DBE-78B76A592A1F}"/>
              </a:ext>
            </a:extLst>
          </p:cNvPr>
          <p:cNvSpPr>
            <a:spLocks/>
          </p:cNvSpPr>
          <p:nvPr/>
        </p:nvSpPr>
        <p:spPr>
          <a:xfrm>
            <a:off x="8419409" y="4693043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0EE1A0F5-3F30-4343-70C3-7B79558E1A18}"/>
              </a:ext>
            </a:extLst>
          </p:cNvPr>
          <p:cNvSpPr>
            <a:spLocks/>
          </p:cNvSpPr>
          <p:nvPr/>
        </p:nvSpPr>
        <p:spPr>
          <a:xfrm>
            <a:off x="8672704" y="4693043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DA27F228-9032-787F-6E5E-0072C957B6EF}"/>
              </a:ext>
            </a:extLst>
          </p:cNvPr>
          <p:cNvSpPr>
            <a:spLocks/>
          </p:cNvSpPr>
          <p:nvPr/>
        </p:nvSpPr>
        <p:spPr>
          <a:xfrm>
            <a:off x="7092135" y="59882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3F910AFA-551E-E0FB-D8D8-F2468C45A124}"/>
              </a:ext>
            </a:extLst>
          </p:cNvPr>
          <p:cNvSpPr>
            <a:spLocks/>
          </p:cNvSpPr>
          <p:nvPr/>
        </p:nvSpPr>
        <p:spPr>
          <a:xfrm>
            <a:off x="7345430" y="524700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AB3832F2-BEDD-4EF7-5DB2-BFF8226F9126}"/>
              </a:ext>
            </a:extLst>
          </p:cNvPr>
          <p:cNvSpPr>
            <a:spLocks/>
          </p:cNvSpPr>
          <p:nvPr/>
        </p:nvSpPr>
        <p:spPr>
          <a:xfrm>
            <a:off x="759872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06D7D5CD-675D-AEFD-8D8D-006B99F5C0C5}"/>
              </a:ext>
            </a:extLst>
          </p:cNvPr>
          <p:cNvSpPr>
            <a:spLocks/>
          </p:cNvSpPr>
          <p:nvPr/>
        </p:nvSpPr>
        <p:spPr>
          <a:xfrm>
            <a:off x="8130645" y="530594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C1336766-3F5E-5D0E-C264-B48EA56DF0D6}"/>
              </a:ext>
            </a:extLst>
          </p:cNvPr>
          <p:cNvSpPr>
            <a:spLocks/>
          </p:cNvSpPr>
          <p:nvPr/>
        </p:nvSpPr>
        <p:spPr>
          <a:xfrm>
            <a:off x="8383940" y="491544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FD8A25D9-003F-60FF-B216-88D5742215B4}"/>
              </a:ext>
            </a:extLst>
          </p:cNvPr>
          <p:cNvSpPr>
            <a:spLocks/>
          </p:cNvSpPr>
          <p:nvPr/>
        </p:nvSpPr>
        <p:spPr>
          <a:xfrm>
            <a:off x="863723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86EB646A-27B5-F038-9BC6-FFE5BD4F00BE}"/>
              </a:ext>
            </a:extLst>
          </p:cNvPr>
          <p:cNvSpPr>
            <a:spLocks/>
          </p:cNvSpPr>
          <p:nvPr/>
        </p:nvSpPr>
        <p:spPr>
          <a:xfrm>
            <a:off x="2685611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81B5F8B8-E63C-F45E-6722-D909EA9E75DB}"/>
              </a:ext>
            </a:extLst>
          </p:cNvPr>
          <p:cNvSpPr>
            <a:spLocks/>
          </p:cNvSpPr>
          <p:nvPr/>
        </p:nvSpPr>
        <p:spPr>
          <a:xfrm>
            <a:off x="2955175" y="82659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F971BD1E-A1D8-15DD-3C31-A1D0C7759171}"/>
              </a:ext>
            </a:extLst>
          </p:cNvPr>
          <p:cNvSpPr>
            <a:spLocks/>
          </p:cNvSpPr>
          <p:nvPr/>
        </p:nvSpPr>
        <p:spPr>
          <a:xfrm>
            <a:off x="3895214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CC88599C-1B5D-0A97-E198-886D7B0F20C5}"/>
              </a:ext>
            </a:extLst>
          </p:cNvPr>
          <p:cNvSpPr>
            <a:spLocks/>
          </p:cNvSpPr>
          <p:nvPr/>
        </p:nvSpPr>
        <p:spPr>
          <a:xfrm>
            <a:off x="4164777" y="82659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 err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</a:t>
            </a: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53A5B1F0-76DA-E4AF-A06F-884134DB4B92}"/>
              </a:ext>
            </a:extLst>
          </p:cNvPr>
          <p:cNvSpPr>
            <a:spLocks/>
          </p:cNvSpPr>
          <p:nvPr/>
        </p:nvSpPr>
        <p:spPr>
          <a:xfrm>
            <a:off x="5547279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6EE47E31-70CF-A7F5-990D-21EB298EDE31}"/>
              </a:ext>
            </a:extLst>
          </p:cNvPr>
          <p:cNvSpPr>
            <a:spLocks/>
          </p:cNvSpPr>
          <p:nvPr/>
        </p:nvSpPr>
        <p:spPr>
          <a:xfrm>
            <a:off x="5816843" y="82659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7364731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4330">
            <a:extLst>
              <a:ext uri="{FF2B5EF4-FFF2-40B4-BE49-F238E27FC236}">
                <a16:creationId xmlns:a16="http://schemas.microsoft.com/office/drawing/2014/main" id="{88B19EF4-CE2D-468F-9490-2B9A10107E05}"/>
              </a:ext>
            </a:extLst>
          </p:cNvPr>
          <p:cNvSpPr>
            <a:spLocks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331">
            <a:extLst>
              <a:ext uri="{FF2B5EF4-FFF2-40B4-BE49-F238E27FC236}">
                <a16:creationId xmlns:a16="http://schemas.microsoft.com/office/drawing/2014/main" id="{EE2F65F4-0795-4ADC-B64D-7C100793068F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332">
            <a:extLst>
              <a:ext uri="{FF2B5EF4-FFF2-40B4-BE49-F238E27FC236}">
                <a16:creationId xmlns:a16="http://schemas.microsoft.com/office/drawing/2014/main" id="{342B5389-23D5-456B-BA2A-A8D196CA520C}"/>
              </a:ext>
            </a:extLst>
          </p:cNvPr>
          <p:cNvSpPr>
            <a:spLocks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333">
            <a:extLst>
              <a:ext uri="{FF2B5EF4-FFF2-40B4-BE49-F238E27FC236}">
                <a16:creationId xmlns:a16="http://schemas.microsoft.com/office/drawing/2014/main" id="{7C913AEA-083A-4373-819C-5435AAA3D38D}"/>
              </a:ext>
            </a:extLst>
          </p:cNvPr>
          <p:cNvSpPr>
            <a:spLocks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4334">
            <a:extLst>
              <a:ext uri="{FF2B5EF4-FFF2-40B4-BE49-F238E27FC236}">
                <a16:creationId xmlns:a16="http://schemas.microsoft.com/office/drawing/2014/main" id="{BD18818A-D4C6-4977-B449-053A25540ADE}"/>
              </a:ext>
            </a:extLst>
          </p:cNvPr>
          <p:cNvSpPr>
            <a:spLocks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4335">
            <a:extLst>
              <a:ext uri="{FF2B5EF4-FFF2-40B4-BE49-F238E27FC236}">
                <a16:creationId xmlns:a16="http://schemas.microsoft.com/office/drawing/2014/main" id="{BE863186-7186-4C8D-9F58-F2C3B0C72496}"/>
              </a:ext>
            </a:extLst>
          </p:cNvPr>
          <p:cNvSpPr>
            <a:spLocks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4336">
            <a:extLst>
              <a:ext uri="{FF2B5EF4-FFF2-40B4-BE49-F238E27FC236}">
                <a16:creationId xmlns:a16="http://schemas.microsoft.com/office/drawing/2014/main" id="{7AF0681F-7F72-4A7A-A6AC-6DCD75E883F7}"/>
              </a:ext>
            </a:extLst>
          </p:cNvPr>
          <p:cNvSpPr>
            <a:spLocks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4337">
            <a:extLst>
              <a:ext uri="{FF2B5EF4-FFF2-40B4-BE49-F238E27FC236}">
                <a16:creationId xmlns:a16="http://schemas.microsoft.com/office/drawing/2014/main" id="{CE258229-90CC-4F30-8BE3-B83C835239FB}"/>
              </a:ext>
            </a:extLst>
          </p:cNvPr>
          <p:cNvSpPr>
            <a:spLocks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4338">
            <a:extLst>
              <a:ext uri="{FF2B5EF4-FFF2-40B4-BE49-F238E27FC236}">
                <a16:creationId xmlns:a16="http://schemas.microsoft.com/office/drawing/2014/main" id="{6859C015-7F9C-4F2F-8013-52B63D0E5D4C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4339">
            <a:extLst>
              <a:ext uri="{FF2B5EF4-FFF2-40B4-BE49-F238E27FC236}">
                <a16:creationId xmlns:a16="http://schemas.microsoft.com/office/drawing/2014/main" id="{15725709-F67D-4B4E-BD4E-60ABC0B9318C}"/>
              </a:ext>
            </a:extLst>
          </p:cNvPr>
          <p:cNvSpPr>
            <a:spLocks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4340">
            <a:extLst>
              <a:ext uri="{FF2B5EF4-FFF2-40B4-BE49-F238E27FC236}">
                <a16:creationId xmlns:a16="http://schemas.microsoft.com/office/drawing/2014/main" id="{3C90FE2F-8E83-4EA9-A52A-CB1A0CA72E32}"/>
              </a:ext>
            </a:extLst>
          </p:cNvPr>
          <p:cNvSpPr>
            <a:spLocks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4341">
            <a:extLst>
              <a:ext uri="{FF2B5EF4-FFF2-40B4-BE49-F238E27FC236}">
                <a16:creationId xmlns:a16="http://schemas.microsoft.com/office/drawing/2014/main" id="{FEAAE9A4-390D-45B8-B198-7D5555808A69}"/>
              </a:ext>
            </a:extLst>
          </p:cNvPr>
          <p:cNvSpPr>
            <a:spLocks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4342">
            <a:extLst>
              <a:ext uri="{FF2B5EF4-FFF2-40B4-BE49-F238E27FC236}">
                <a16:creationId xmlns:a16="http://schemas.microsoft.com/office/drawing/2014/main" id="{32C262FA-4A97-4371-826C-D0EB31C369C3}"/>
              </a:ext>
            </a:extLst>
          </p:cNvPr>
          <p:cNvSpPr>
            <a:spLocks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4343">
            <a:extLst>
              <a:ext uri="{FF2B5EF4-FFF2-40B4-BE49-F238E27FC236}">
                <a16:creationId xmlns:a16="http://schemas.microsoft.com/office/drawing/2014/main" id="{C2270AAB-CA9D-4D52-ADDA-E252A3F08176}"/>
              </a:ext>
            </a:extLst>
          </p:cNvPr>
          <p:cNvSpPr>
            <a:spLocks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4344">
            <a:extLst>
              <a:ext uri="{FF2B5EF4-FFF2-40B4-BE49-F238E27FC236}">
                <a16:creationId xmlns:a16="http://schemas.microsoft.com/office/drawing/2014/main" id="{434E1542-D0F8-4220-8082-00AE87329922}"/>
              </a:ext>
            </a:extLst>
          </p:cNvPr>
          <p:cNvSpPr>
            <a:spLocks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4345">
            <a:extLst>
              <a:ext uri="{FF2B5EF4-FFF2-40B4-BE49-F238E27FC236}">
                <a16:creationId xmlns:a16="http://schemas.microsoft.com/office/drawing/2014/main" id="{190C9F93-FDD8-4FF2-B371-1707DE55CC21}"/>
              </a:ext>
            </a:extLst>
          </p:cNvPr>
          <p:cNvSpPr>
            <a:spLocks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4346">
            <a:extLst>
              <a:ext uri="{FF2B5EF4-FFF2-40B4-BE49-F238E27FC236}">
                <a16:creationId xmlns:a16="http://schemas.microsoft.com/office/drawing/2014/main" id="{A8C6F2BC-C083-44A7-B917-3C51A80E6625}"/>
              </a:ext>
            </a:extLst>
          </p:cNvPr>
          <p:cNvSpPr>
            <a:spLocks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4347">
            <a:extLst>
              <a:ext uri="{FF2B5EF4-FFF2-40B4-BE49-F238E27FC236}">
                <a16:creationId xmlns:a16="http://schemas.microsoft.com/office/drawing/2014/main" id="{C8C735AF-122E-4643-9352-151D817DE568}"/>
              </a:ext>
            </a:extLst>
          </p:cNvPr>
          <p:cNvSpPr>
            <a:spLocks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4348">
            <a:extLst>
              <a:ext uri="{FF2B5EF4-FFF2-40B4-BE49-F238E27FC236}">
                <a16:creationId xmlns:a16="http://schemas.microsoft.com/office/drawing/2014/main" id="{41840699-319B-4B2B-B1D2-3F7C24CB1460}"/>
              </a:ext>
            </a:extLst>
          </p:cNvPr>
          <p:cNvSpPr>
            <a:spLocks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54" y="1674889"/>
                </a:lnTo>
                <a:lnTo>
                  <a:pt x="7282" y="1664355"/>
                </a:lnTo>
                <a:lnTo>
                  <a:pt x="15903" y="1653821"/>
                </a:lnTo>
                <a:lnTo>
                  <a:pt x="27132" y="1643287"/>
                </a:lnTo>
                <a:lnTo>
                  <a:pt x="40242" y="1632753"/>
                </a:lnTo>
                <a:lnTo>
                  <a:pt x="54449" y="1622219"/>
                </a:lnTo>
                <a:lnTo>
                  <a:pt x="68984" y="1611685"/>
                </a:lnTo>
                <a:lnTo>
                  <a:pt x="83163" y="1601152"/>
                </a:lnTo>
                <a:lnTo>
                  <a:pt x="96429" y="1590618"/>
                </a:lnTo>
                <a:lnTo>
                  <a:pt x="108388" y="1580084"/>
                </a:lnTo>
                <a:lnTo>
                  <a:pt x="118804" y="1569550"/>
                </a:lnTo>
                <a:lnTo>
                  <a:pt x="127592" y="1559016"/>
                </a:lnTo>
                <a:lnTo>
                  <a:pt x="134787" y="1548482"/>
                </a:lnTo>
                <a:lnTo>
                  <a:pt x="140512" y="1537948"/>
                </a:lnTo>
                <a:lnTo>
                  <a:pt x="144945" y="1527414"/>
                </a:lnTo>
                <a:lnTo>
                  <a:pt x="148287" y="1516880"/>
                </a:lnTo>
                <a:lnTo>
                  <a:pt x="150740" y="1506347"/>
                </a:lnTo>
                <a:lnTo>
                  <a:pt x="152489" y="1495813"/>
                </a:lnTo>
                <a:lnTo>
                  <a:pt x="153695" y="1485279"/>
                </a:lnTo>
                <a:lnTo>
                  <a:pt x="154489" y="1474745"/>
                </a:lnTo>
                <a:lnTo>
                  <a:pt x="154975" y="1464211"/>
                </a:lnTo>
                <a:lnTo>
                  <a:pt x="155234" y="1453677"/>
                </a:lnTo>
                <a:lnTo>
                  <a:pt x="155325" y="1443143"/>
                </a:lnTo>
                <a:lnTo>
                  <a:pt x="155297" y="1432609"/>
                </a:lnTo>
                <a:lnTo>
                  <a:pt x="155185" y="1422075"/>
                </a:lnTo>
                <a:lnTo>
                  <a:pt x="155019" y="1411542"/>
                </a:lnTo>
                <a:lnTo>
                  <a:pt x="154827" y="1401008"/>
                </a:lnTo>
                <a:lnTo>
                  <a:pt x="154633" y="1390474"/>
                </a:lnTo>
                <a:lnTo>
                  <a:pt x="154457" y="1379940"/>
                </a:lnTo>
                <a:lnTo>
                  <a:pt x="154321" y="1369406"/>
                </a:lnTo>
                <a:lnTo>
                  <a:pt x="154239" y="1358872"/>
                </a:lnTo>
                <a:lnTo>
                  <a:pt x="154222" y="1348338"/>
                </a:lnTo>
                <a:lnTo>
                  <a:pt x="154274" y="1337804"/>
                </a:lnTo>
                <a:lnTo>
                  <a:pt x="154392" y="1327270"/>
                </a:lnTo>
                <a:lnTo>
                  <a:pt x="154566" y="1316736"/>
                </a:lnTo>
                <a:lnTo>
                  <a:pt x="154777" y="1306203"/>
                </a:lnTo>
                <a:lnTo>
                  <a:pt x="155001" y="1295669"/>
                </a:lnTo>
                <a:lnTo>
                  <a:pt x="155210" y="1285135"/>
                </a:lnTo>
                <a:lnTo>
                  <a:pt x="155376" y="1274601"/>
                </a:lnTo>
                <a:lnTo>
                  <a:pt x="155471" y="1264067"/>
                </a:lnTo>
                <a:lnTo>
                  <a:pt x="155469" y="1253533"/>
                </a:lnTo>
                <a:lnTo>
                  <a:pt x="155354" y="1242999"/>
                </a:lnTo>
                <a:lnTo>
                  <a:pt x="155116" y="1232465"/>
                </a:lnTo>
                <a:lnTo>
                  <a:pt x="154755" y="1221931"/>
                </a:lnTo>
                <a:lnTo>
                  <a:pt x="154282" y="1211398"/>
                </a:lnTo>
                <a:lnTo>
                  <a:pt x="153718" y="1200864"/>
                </a:lnTo>
                <a:lnTo>
                  <a:pt x="153093" y="1190330"/>
                </a:lnTo>
                <a:lnTo>
                  <a:pt x="152446" y="1179796"/>
                </a:lnTo>
                <a:lnTo>
                  <a:pt x="151821" y="1169262"/>
                </a:lnTo>
                <a:lnTo>
                  <a:pt x="151261" y="1158728"/>
                </a:lnTo>
                <a:lnTo>
                  <a:pt x="150810" y="1148194"/>
                </a:lnTo>
                <a:lnTo>
                  <a:pt x="150501" y="1137660"/>
                </a:lnTo>
                <a:lnTo>
                  <a:pt x="150361" y="1127126"/>
                </a:lnTo>
                <a:lnTo>
                  <a:pt x="150400" y="1116593"/>
                </a:lnTo>
                <a:lnTo>
                  <a:pt x="150618" y="1106059"/>
                </a:lnTo>
                <a:lnTo>
                  <a:pt x="150998" y="1095525"/>
                </a:lnTo>
                <a:lnTo>
                  <a:pt x="151516" y="1084991"/>
                </a:lnTo>
                <a:lnTo>
                  <a:pt x="152139" y="1074457"/>
                </a:lnTo>
                <a:lnTo>
                  <a:pt x="152831" y="1063923"/>
                </a:lnTo>
                <a:lnTo>
                  <a:pt x="153558" y="1053389"/>
                </a:lnTo>
                <a:lnTo>
                  <a:pt x="154290" y="1042855"/>
                </a:lnTo>
                <a:lnTo>
                  <a:pt x="155002" y="1032321"/>
                </a:lnTo>
                <a:lnTo>
                  <a:pt x="155678" y="1021788"/>
                </a:lnTo>
                <a:lnTo>
                  <a:pt x="156305" y="1011254"/>
                </a:lnTo>
                <a:lnTo>
                  <a:pt x="156878" y="1000720"/>
                </a:lnTo>
                <a:lnTo>
                  <a:pt x="157392" y="990186"/>
                </a:lnTo>
                <a:lnTo>
                  <a:pt x="157846" y="979652"/>
                </a:lnTo>
                <a:lnTo>
                  <a:pt x="158237" y="969118"/>
                </a:lnTo>
                <a:lnTo>
                  <a:pt x="158563" y="958584"/>
                </a:lnTo>
                <a:lnTo>
                  <a:pt x="158825" y="948050"/>
                </a:lnTo>
                <a:lnTo>
                  <a:pt x="159020" y="937516"/>
                </a:lnTo>
                <a:lnTo>
                  <a:pt x="159153" y="926982"/>
                </a:lnTo>
                <a:lnTo>
                  <a:pt x="159228" y="916449"/>
                </a:lnTo>
                <a:lnTo>
                  <a:pt x="159254" y="905915"/>
                </a:lnTo>
                <a:lnTo>
                  <a:pt x="159243" y="895381"/>
                </a:lnTo>
                <a:lnTo>
                  <a:pt x="159211" y="884847"/>
                </a:lnTo>
                <a:lnTo>
                  <a:pt x="159174" y="874313"/>
                </a:lnTo>
                <a:lnTo>
                  <a:pt x="159148" y="863779"/>
                </a:lnTo>
                <a:lnTo>
                  <a:pt x="159146" y="853245"/>
                </a:lnTo>
                <a:lnTo>
                  <a:pt x="159180" y="842711"/>
                </a:lnTo>
                <a:lnTo>
                  <a:pt x="159255" y="832177"/>
                </a:lnTo>
                <a:lnTo>
                  <a:pt x="159375" y="821644"/>
                </a:lnTo>
                <a:lnTo>
                  <a:pt x="159538" y="811110"/>
                </a:lnTo>
                <a:lnTo>
                  <a:pt x="159740" y="800576"/>
                </a:lnTo>
                <a:lnTo>
                  <a:pt x="159976" y="790042"/>
                </a:lnTo>
                <a:lnTo>
                  <a:pt x="160241" y="779508"/>
                </a:lnTo>
                <a:lnTo>
                  <a:pt x="160532" y="768974"/>
                </a:lnTo>
                <a:lnTo>
                  <a:pt x="160846" y="758440"/>
                </a:lnTo>
                <a:lnTo>
                  <a:pt x="161183" y="747906"/>
                </a:lnTo>
                <a:lnTo>
                  <a:pt x="161541" y="737372"/>
                </a:lnTo>
                <a:lnTo>
                  <a:pt x="161919" y="726839"/>
                </a:lnTo>
                <a:lnTo>
                  <a:pt x="162314" y="716305"/>
                </a:lnTo>
                <a:lnTo>
                  <a:pt x="162719" y="705771"/>
                </a:lnTo>
                <a:lnTo>
                  <a:pt x="163124" y="695237"/>
                </a:lnTo>
                <a:lnTo>
                  <a:pt x="163516" y="684703"/>
                </a:lnTo>
                <a:lnTo>
                  <a:pt x="163879" y="674169"/>
                </a:lnTo>
                <a:lnTo>
                  <a:pt x="164197" y="663635"/>
                </a:lnTo>
                <a:lnTo>
                  <a:pt x="164455" y="653101"/>
                </a:lnTo>
                <a:lnTo>
                  <a:pt x="164643" y="642567"/>
                </a:lnTo>
                <a:lnTo>
                  <a:pt x="164757" y="632034"/>
                </a:lnTo>
                <a:lnTo>
                  <a:pt x="164799" y="621500"/>
                </a:lnTo>
                <a:lnTo>
                  <a:pt x="164777" y="610966"/>
                </a:lnTo>
                <a:lnTo>
                  <a:pt x="164707" y="600432"/>
                </a:lnTo>
                <a:lnTo>
                  <a:pt x="164607" y="589898"/>
                </a:lnTo>
                <a:lnTo>
                  <a:pt x="164497" y="579364"/>
                </a:lnTo>
                <a:lnTo>
                  <a:pt x="164397" y="568830"/>
                </a:lnTo>
                <a:lnTo>
                  <a:pt x="164323" y="558296"/>
                </a:lnTo>
                <a:lnTo>
                  <a:pt x="164285" y="547762"/>
                </a:lnTo>
                <a:lnTo>
                  <a:pt x="164287" y="537228"/>
                </a:lnTo>
                <a:lnTo>
                  <a:pt x="164330" y="526695"/>
                </a:lnTo>
                <a:lnTo>
                  <a:pt x="164408" y="516161"/>
                </a:lnTo>
                <a:lnTo>
                  <a:pt x="164514" y="505627"/>
                </a:lnTo>
                <a:lnTo>
                  <a:pt x="164641" y="495093"/>
                </a:lnTo>
                <a:lnTo>
                  <a:pt x="164780" y="484559"/>
                </a:lnTo>
                <a:lnTo>
                  <a:pt x="164929" y="474025"/>
                </a:lnTo>
                <a:lnTo>
                  <a:pt x="165085" y="463491"/>
                </a:lnTo>
                <a:lnTo>
                  <a:pt x="165249" y="452957"/>
                </a:lnTo>
                <a:lnTo>
                  <a:pt x="165423" y="442423"/>
                </a:lnTo>
                <a:lnTo>
                  <a:pt x="165612" y="431890"/>
                </a:lnTo>
                <a:lnTo>
                  <a:pt x="165817" y="421356"/>
                </a:lnTo>
                <a:lnTo>
                  <a:pt x="166041" y="410822"/>
                </a:lnTo>
                <a:lnTo>
                  <a:pt x="166284" y="400288"/>
                </a:lnTo>
                <a:lnTo>
                  <a:pt x="166545" y="389754"/>
                </a:lnTo>
                <a:lnTo>
                  <a:pt x="166821" y="379220"/>
                </a:lnTo>
                <a:lnTo>
                  <a:pt x="167107" y="368686"/>
                </a:lnTo>
                <a:lnTo>
                  <a:pt x="167400" y="358152"/>
                </a:lnTo>
                <a:lnTo>
                  <a:pt x="167696" y="347618"/>
                </a:lnTo>
                <a:lnTo>
                  <a:pt x="167991" y="337085"/>
                </a:lnTo>
                <a:lnTo>
                  <a:pt x="168282" y="326551"/>
                </a:lnTo>
                <a:lnTo>
                  <a:pt x="168565" y="316017"/>
                </a:lnTo>
                <a:lnTo>
                  <a:pt x="168841" y="305483"/>
                </a:lnTo>
                <a:lnTo>
                  <a:pt x="169107" y="294949"/>
                </a:lnTo>
                <a:lnTo>
                  <a:pt x="169363" y="284415"/>
                </a:lnTo>
                <a:lnTo>
                  <a:pt x="169608" y="273881"/>
                </a:lnTo>
                <a:lnTo>
                  <a:pt x="169842" y="263347"/>
                </a:lnTo>
                <a:lnTo>
                  <a:pt x="170064" y="252813"/>
                </a:lnTo>
                <a:lnTo>
                  <a:pt x="170273" y="242280"/>
                </a:lnTo>
                <a:lnTo>
                  <a:pt x="170465" y="231746"/>
                </a:lnTo>
                <a:lnTo>
                  <a:pt x="170635" y="221212"/>
                </a:lnTo>
                <a:lnTo>
                  <a:pt x="170776" y="210678"/>
                </a:lnTo>
                <a:lnTo>
                  <a:pt x="170876" y="200144"/>
                </a:lnTo>
                <a:lnTo>
                  <a:pt x="170922" y="189610"/>
                </a:lnTo>
                <a:lnTo>
                  <a:pt x="170896" y="179076"/>
                </a:lnTo>
                <a:lnTo>
                  <a:pt x="170775" y="168542"/>
                </a:lnTo>
                <a:lnTo>
                  <a:pt x="170537" y="158008"/>
                </a:lnTo>
                <a:lnTo>
                  <a:pt x="170156" y="147474"/>
                </a:lnTo>
                <a:lnTo>
                  <a:pt x="169609" y="136941"/>
                </a:lnTo>
                <a:lnTo>
                  <a:pt x="168874" y="126407"/>
                </a:lnTo>
                <a:lnTo>
                  <a:pt x="167940" y="115873"/>
                </a:lnTo>
                <a:lnTo>
                  <a:pt x="166805" y="105339"/>
                </a:lnTo>
                <a:lnTo>
                  <a:pt x="165482" y="94805"/>
                </a:lnTo>
                <a:lnTo>
                  <a:pt x="163999" y="84271"/>
                </a:lnTo>
                <a:lnTo>
                  <a:pt x="162406" y="73737"/>
                </a:lnTo>
                <a:lnTo>
                  <a:pt x="160767" y="63203"/>
                </a:lnTo>
                <a:lnTo>
                  <a:pt x="159163" y="52669"/>
                </a:lnTo>
                <a:lnTo>
                  <a:pt x="157682" y="42136"/>
                </a:lnTo>
                <a:lnTo>
                  <a:pt x="156413" y="31602"/>
                </a:lnTo>
                <a:lnTo>
                  <a:pt x="155439" y="21068"/>
                </a:lnTo>
                <a:lnTo>
                  <a:pt x="154826" y="10534"/>
                </a:lnTo>
                <a:lnTo>
                  <a:pt x="154617" y="0"/>
                </a:lnTo>
                <a:lnTo>
                  <a:pt x="190098" y="0"/>
                </a:lnTo>
                <a:lnTo>
                  <a:pt x="190098" y="0"/>
                </a:lnTo>
                <a:lnTo>
                  <a:pt x="189888" y="10534"/>
                </a:lnTo>
                <a:lnTo>
                  <a:pt x="189275" y="21068"/>
                </a:lnTo>
                <a:lnTo>
                  <a:pt x="188301" y="31602"/>
                </a:lnTo>
                <a:lnTo>
                  <a:pt x="187032" y="42136"/>
                </a:lnTo>
                <a:lnTo>
                  <a:pt x="185551" y="52669"/>
                </a:lnTo>
                <a:lnTo>
                  <a:pt x="183947" y="63203"/>
                </a:lnTo>
                <a:lnTo>
                  <a:pt x="182309" y="73737"/>
                </a:lnTo>
                <a:lnTo>
                  <a:pt x="180715" y="84271"/>
                </a:lnTo>
                <a:lnTo>
                  <a:pt x="179233" y="94805"/>
                </a:lnTo>
                <a:lnTo>
                  <a:pt x="177909" y="105339"/>
                </a:lnTo>
                <a:lnTo>
                  <a:pt x="176774" y="115873"/>
                </a:lnTo>
                <a:lnTo>
                  <a:pt x="175840" y="126407"/>
                </a:lnTo>
                <a:lnTo>
                  <a:pt x="175106" y="136941"/>
                </a:lnTo>
                <a:lnTo>
                  <a:pt x="174558" y="147474"/>
                </a:lnTo>
                <a:lnTo>
                  <a:pt x="174177" y="158008"/>
                </a:lnTo>
                <a:lnTo>
                  <a:pt x="173939" y="168542"/>
                </a:lnTo>
                <a:lnTo>
                  <a:pt x="173819" y="179076"/>
                </a:lnTo>
                <a:lnTo>
                  <a:pt x="173792" y="189610"/>
                </a:lnTo>
                <a:lnTo>
                  <a:pt x="173838" y="200144"/>
                </a:lnTo>
                <a:lnTo>
                  <a:pt x="173938" y="210678"/>
                </a:lnTo>
                <a:lnTo>
                  <a:pt x="174079" y="221212"/>
                </a:lnTo>
                <a:lnTo>
                  <a:pt x="174249" y="231746"/>
                </a:lnTo>
                <a:lnTo>
                  <a:pt x="174442" y="242280"/>
                </a:lnTo>
                <a:lnTo>
                  <a:pt x="174650" y="252813"/>
                </a:lnTo>
                <a:lnTo>
                  <a:pt x="174872" y="263347"/>
                </a:lnTo>
                <a:lnTo>
                  <a:pt x="175107" y="273881"/>
                </a:lnTo>
                <a:lnTo>
                  <a:pt x="175352" y="284415"/>
                </a:lnTo>
                <a:lnTo>
                  <a:pt x="175608" y="294949"/>
                </a:lnTo>
                <a:lnTo>
                  <a:pt x="175873" y="305483"/>
                </a:lnTo>
                <a:lnTo>
                  <a:pt x="176149" y="316017"/>
                </a:lnTo>
                <a:lnTo>
                  <a:pt x="176433" y="326551"/>
                </a:lnTo>
                <a:lnTo>
                  <a:pt x="176723" y="337085"/>
                </a:lnTo>
                <a:lnTo>
                  <a:pt x="177018" y="347618"/>
                </a:lnTo>
                <a:lnTo>
                  <a:pt x="177314" y="358152"/>
                </a:lnTo>
                <a:lnTo>
                  <a:pt x="177607" y="368686"/>
                </a:lnTo>
                <a:lnTo>
                  <a:pt x="177894" y="379220"/>
                </a:lnTo>
                <a:lnTo>
                  <a:pt x="178169" y="389754"/>
                </a:lnTo>
                <a:lnTo>
                  <a:pt x="178430" y="400288"/>
                </a:lnTo>
                <a:lnTo>
                  <a:pt x="178673" y="410822"/>
                </a:lnTo>
                <a:lnTo>
                  <a:pt x="178897" y="421356"/>
                </a:lnTo>
                <a:lnTo>
                  <a:pt x="179103" y="431890"/>
                </a:lnTo>
                <a:lnTo>
                  <a:pt x="179291" y="442423"/>
                </a:lnTo>
                <a:lnTo>
                  <a:pt x="179466" y="452957"/>
                </a:lnTo>
                <a:lnTo>
                  <a:pt x="179629" y="463491"/>
                </a:lnTo>
                <a:lnTo>
                  <a:pt x="179785" y="474025"/>
                </a:lnTo>
                <a:lnTo>
                  <a:pt x="179934" y="484559"/>
                </a:lnTo>
                <a:lnTo>
                  <a:pt x="180074" y="495093"/>
                </a:lnTo>
                <a:lnTo>
                  <a:pt x="180200" y="505627"/>
                </a:lnTo>
                <a:lnTo>
                  <a:pt x="180306" y="516161"/>
                </a:lnTo>
                <a:lnTo>
                  <a:pt x="180384" y="526695"/>
                </a:lnTo>
                <a:lnTo>
                  <a:pt x="180427" y="537228"/>
                </a:lnTo>
                <a:lnTo>
                  <a:pt x="180429" y="547762"/>
                </a:lnTo>
                <a:lnTo>
                  <a:pt x="180391" y="558296"/>
                </a:lnTo>
                <a:lnTo>
                  <a:pt x="180317" y="568830"/>
                </a:lnTo>
                <a:lnTo>
                  <a:pt x="180217" y="579364"/>
                </a:lnTo>
                <a:lnTo>
                  <a:pt x="180108" y="589898"/>
                </a:lnTo>
                <a:lnTo>
                  <a:pt x="180008" y="600432"/>
                </a:lnTo>
                <a:lnTo>
                  <a:pt x="179937" y="610966"/>
                </a:lnTo>
                <a:lnTo>
                  <a:pt x="179915" y="621500"/>
                </a:lnTo>
                <a:lnTo>
                  <a:pt x="179957" y="632034"/>
                </a:lnTo>
                <a:lnTo>
                  <a:pt x="180071" y="642567"/>
                </a:lnTo>
                <a:lnTo>
                  <a:pt x="180259" y="653101"/>
                </a:lnTo>
                <a:lnTo>
                  <a:pt x="180518" y="663635"/>
                </a:lnTo>
                <a:lnTo>
                  <a:pt x="180835" y="674169"/>
                </a:lnTo>
                <a:lnTo>
                  <a:pt x="181198" y="684703"/>
                </a:lnTo>
                <a:lnTo>
                  <a:pt x="181590" y="695237"/>
                </a:lnTo>
                <a:lnTo>
                  <a:pt x="181996" y="705771"/>
                </a:lnTo>
                <a:lnTo>
                  <a:pt x="182401" y="716305"/>
                </a:lnTo>
                <a:lnTo>
                  <a:pt x="182796" y="726839"/>
                </a:lnTo>
                <a:lnTo>
                  <a:pt x="183174" y="737372"/>
                </a:lnTo>
                <a:lnTo>
                  <a:pt x="183532" y="747906"/>
                </a:lnTo>
                <a:lnTo>
                  <a:pt x="183868" y="758440"/>
                </a:lnTo>
                <a:lnTo>
                  <a:pt x="184182" y="768974"/>
                </a:lnTo>
                <a:lnTo>
                  <a:pt x="184473" y="779508"/>
                </a:lnTo>
                <a:lnTo>
                  <a:pt x="184739" y="790042"/>
                </a:lnTo>
                <a:lnTo>
                  <a:pt x="184975" y="800576"/>
                </a:lnTo>
                <a:lnTo>
                  <a:pt x="185177" y="811110"/>
                </a:lnTo>
                <a:lnTo>
                  <a:pt x="185339" y="821644"/>
                </a:lnTo>
                <a:lnTo>
                  <a:pt x="185459" y="832177"/>
                </a:lnTo>
                <a:lnTo>
                  <a:pt x="185534" y="842711"/>
                </a:lnTo>
                <a:lnTo>
                  <a:pt x="185568" y="853245"/>
                </a:lnTo>
                <a:lnTo>
                  <a:pt x="185566" y="863779"/>
                </a:lnTo>
                <a:lnTo>
                  <a:pt x="185540" y="874313"/>
                </a:lnTo>
                <a:lnTo>
                  <a:pt x="185503" y="884847"/>
                </a:lnTo>
                <a:lnTo>
                  <a:pt x="185471" y="895381"/>
                </a:lnTo>
                <a:lnTo>
                  <a:pt x="185461" y="905915"/>
                </a:lnTo>
                <a:lnTo>
                  <a:pt x="185487" y="916449"/>
                </a:lnTo>
                <a:lnTo>
                  <a:pt x="185561" y="926982"/>
                </a:lnTo>
                <a:lnTo>
                  <a:pt x="185694" y="937516"/>
                </a:lnTo>
                <a:lnTo>
                  <a:pt x="185890" y="948050"/>
                </a:lnTo>
                <a:lnTo>
                  <a:pt x="186151" y="958584"/>
                </a:lnTo>
                <a:lnTo>
                  <a:pt x="186478" y="969118"/>
                </a:lnTo>
                <a:lnTo>
                  <a:pt x="186869" y="979652"/>
                </a:lnTo>
                <a:lnTo>
                  <a:pt x="187322" y="990186"/>
                </a:lnTo>
                <a:lnTo>
                  <a:pt x="187836" y="1000720"/>
                </a:lnTo>
                <a:lnTo>
                  <a:pt x="188409" y="1011254"/>
                </a:lnTo>
                <a:lnTo>
                  <a:pt x="189036" y="1021788"/>
                </a:lnTo>
                <a:lnTo>
                  <a:pt x="189712" y="1032321"/>
                </a:lnTo>
                <a:lnTo>
                  <a:pt x="190424" y="1042855"/>
                </a:lnTo>
                <a:lnTo>
                  <a:pt x="191156" y="1053389"/>
                </a:lnTo>
                <a:lnTo>
                  <a:pt x="191883" y="1063923"/>
                </a:lnTo>
                <a:lnTo>
                  <a:pt x="192576" y="1074457"/>
                </a:lnTo>
                <a:lnTo>
                  <a:pt x="193198" y="1084991"/>
                </a:lnTo>
                <a:lnTo>
                  <a:pt x="193716" y="1095525"/>
                </a:lnTo>
                <a:lnTo>
                  <a:pt x="194097" y="1106059"/>
                </a:lnTo>
                <a:lnTo>
                  <a:pt x="194314" y="1116593"/>
                </a:lnTo>
                <a:lnTo>
                  <a:pt x="194353" y="1127126"/>
                </a:lnTo>
                <a:lnTo>
                  <a:pt x="194213" y="1137660"/>
                </a:lnTo>
                <a:lnTo>
                  <a:pt x="193905" y="1148194"/>
                </a:lnTo>
                <a:lnTo>
                  <a:pt x="193453" y="1158728"/>
                </a:lnTo>
                <a:lnTo>
                  <a:pt x="192894" y="1169262"/>
                </a:lnTo>
                <a:lnTo>
                  <a:pt x="192268" y="1179796"/>
                </a:lnTo>
                <a:lnTo>
                  <a:pt x="191621" y="1190330"/>
                </a:lnTo>
                <a:lnTo>
                  <a:pt x="190996" y="1200864"/>
                </a:lnTo>
                <a:lnTo>
                  <a:pt x="190432" y="1211398"/>
                </a:lnTo>
                <a:lnTo>
                  <a:pt x="189959" y="1221931"/>
                </a:lnTo>
                <a:lnTo>
                  <a:pt x="189598" y="1232465"/>
                </a:lnTo>
                <a:lnTo>
                  <a:pt x="189360" y="1242999"/>
                </a:lnTo>
                <a:lnTo>
                  <a:pt x="189245" y="1253533"/>
                </a:lnTo>
                <a:lnTo>
                  <a:pt x="189244" y="1264067"/>
                </a:lnTo>
                <a:lnTo>
                  <a:pt x="189338" y="1274601"/>
                </a:lnTo>
                <a:lnTo>
                  <a:pt x="189504" y="1285135"/>
                </a:lnTo>
                <a:lnTo>
                  <a:pt x="189714" y="1295669"/>
                </a:lnTo>
                <a:lnTo>
                  <a:pt x="189938" y="1306203"/>
                </a:lnTo>
                <a:lnTo>
                  <a:pt x="190148" y="1316736"/>
                </a:lnTo>
                <a:lnTo>
                  <a:pt x="190322" y="1327270"/>
                </a:lnTo>
                <a:lnTo>
                  <a:pt x="190440" y="1337804"/>
                </a:lnTo>
                <a:lnTo>
                  <a:pt x="190492" y="1348338"/>
                </a:lnTo>
                <a:lnTo>
                  <a:pt x="190475" y="1358872"/>
                </a:lnTo>
                <a:lnTo>
                  <a:pt x="190393" y="1369406"/>
                </a:lnTo>
                <a:lnTo>
                  <a:pt x="190257" y="1379940"/>
                </a:lnTo>
                <a:lnTo>
                  <a:pt x="190082" y="1390474"/>
                </a:lnTo>
                <a:lnTo>
                  <a:pt x="189887" y="1401008"/>
                </a:lnTo>
                <a:lnTo>
                  <a:pt x="189695" y="1411542"/>
                </a:lnTo>
                <a:lnTo>
                  <a:pt x="189530" y="1422075"/>
                </a:lnTo>
                <a:lnTo>
                  <a:pt x="189418" y="1432609"/>
                </a:lnTo>
                <a:lnTo>
                  <a:pt x="189389" y="1443143"/>
                </a:lnTo>
                <a:lnTo>
                  <a:pt x="189481" y="1453677"/>
                </a:lnTo>
                <a:lnTo>
                  <a:pt x="189739" y="1464211"/>
                </a:lnTo>
                <a:lnTo>
                  <a:pt x="190225" y="1474745"/>
                </a:lnTo>
                <a:lnTo>
                  <a:pt x="191019" y="1485279"/>
                </a:lnTo>
                <a:lnTo>
                  <a:pt x="192225" y="1495813"/>
                </a:lnTo>
                <a:lnTo>
                  <a:pt x="193974" y="1506347"/>
                </a:lnTo>
                <a:lnTo>
                  <a:pt x="196427" y="1516880"/>
                </a:lnTo>
                <a:lnTo>
                  <a:pt x="199769" y="1527414"/>
                </a:lnTo>
                <a:lnTo>
                  <a:pt x="204202" y="1537948"/>
                </a:lnTo>
                <a:lnTo>
                  <a:pt x="209927" y="1548482"/>
                </a:lnTo>
                <a:lnTo>
                  <a:pt x="217122" y="1559016"/>
                </a:lnTo>
                <a:lnTo>
                  <a:pt x="225910" y="1569550"/>
                </a:lnTo>
                <a:lnTo>
                  <a:pt x="236326" y="1580084"/>
                </a:lnTo>
                <a:lnTo>
                  <a:pt x="248285" y="1590618"/>
                </a:lnTo>
                <a:lnTo>
                  <a:pt x="261552" y="1601152"/>
                </a:lnTo>
                <a:lnTo>
                  <a:pt x="275730" y="1611685"/>
                </a:lnTo>
                <a:lnTo>
                  <a:pt x="290265" y="1622219"/>
                </a:lnTo>
                <a:lnTo>
                  <a:pt x="304472" y="1632753"/>
                </a:lnTo>
                <a:lnTo>
                  <a:pt x="317583" y="1643287"/>
                </a:lnTo>
                <a:lnTo>
                  <a:pt x="328811" y="1653821"/>
                </a:lnTo>
                <a:lnTo>
                  <a:pt x="337432" y="1664355"/>
                </a:lnTo>
                <a:lnTo>
                  <a:pt x="342861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4349">
            <a:extLst>
              <a:ext uri="{FF2B5EF4-FFF2-40B4-BE49-F238E27FC236}">
                <a16:creationId xmlns:a16="http://schemas.microsoft.com/office/drawing/2014/main" id="{38C73904-9908-496B-AD37-C4B29A3E7804}"/>
              </a:ext>
            </a:extLst>
          </p:cNvPr>
          <p:cNvSpPr>
            <a:spLocks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4350">
            <a:extLst>
              <a:ext uri="{FF2B5EF4-FFF2-40B4-BE49-F238E27FC236}">
                <a16:creationId xmlns:a16="http://schemas.microsoft.com/office/drawing/2014/main" id="{C9FD26E6-DE9F-46E6-93CB-AF6D3C813435}"/>
              </a:ext>
            </a:extLst>
          </p:cNvPr>
          <p:cNvSpPr>
            <a:spLocks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4351">
            <a:extLst>
              <a:ext uri="{FF2B5EF4-FFF2-40B4-BE49-F238E27FC236}">
                <a16:creationId xmlns:a16="http://schemas.microsoft.com/office/drawing/2014/main" id="{21A78BF4-C246-42D2-8C78-2473D2D572B5}"/>
              </a:ext>
            </a:extLst>
          </p:cNvPr>
          <p:cNvSpPr>
            <a:spLocks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77" y="1674889"/>
                </a:lnTo>
                <a:lnTo>
                  <a:pt x="7376" y="1664355"/>
                </a:lnTo>
                <a:lnTo>
                  <a:pt x="16122" y="1653821"/>
                </a:lnTo>
                <a:lnTo>
                  <a:pt x="27535" y="1643287"/>
                </a:lnTo>
                <a:lnTo>
                  <a:pt x="40896" y="1632753"/>
                </a:lnTo>
                <a:lnTo>
                  <a:pt x="55421" y="1622219"/>
                </a:lnTo>
                <a:lnTo>
                  <a:pt x="70334" y="1611685"/>
                </a:lnTo>
                <a:lnTo>
                  <a:pt x="84938" y="1601152"/>
                </a:lnTo>
                <a:lnTo>
                  <a:pt x="98660" y="1590618"/>
                </a:lnTo>
                <a:lnTo>
                  <a:pt x="111079" y="1580084"/>
                </a:lnTo>
                <a:lnTo>
                  <a:pt x="121938" y="1569550"/>
                </a:lnTo>
                <a:lnTo>
                  <a:pt x="131129" y="1559016"/>
                </a:lnTo>
                <a:lnTo>
                  <a:pt x="138673" y="1548482"/>
                </a:lnTo>
                <a:lnTo>
                  <a:pt x="144687" y="1537948"/>
                </a:lnTo>
                <a:lnTo>
                  <a:pt x="149353" y="1527414"/>
                </a:lnTo>
                <a:lnTo>
                  <a:pt x="152885" y="1516880"/>
                </a:lnTo>
                <a:lnTo>
                  <a:pt x="155506" y="1506347"/>
                </a:lnTo>
                <a:lnTo>
                  <a:pt x="157427" y="1495813"/>
                </a:lnTo>
                <a:lnTo>
                  <a:pt x="158834" y="1485279"/>
                </a:lnTo>
                <a:lnTo>
                  <a:pt x="159884" y="1474745"/>
                </a:lnTo>
                <a:lnTo>
                  <a:pt x="160700" y="1464211"/>
                </a:lnTo>
                <a:lnTo>
                  <a:pt x="161375" y="1453677"/>
                </a:lnTo>
                <a:lnTo>
                  <a:pt x="161973" y="1443143"/>
                </a:lnTo>
                <a:lnTo>
                  <a:pt x="162534" y="1432609"/>
                </a:lnTo>
                <a:lnTo>
                  <a:pt x="163078" y="1422075"/>
                </a:lnTo>
                <a:lnTo>
                  <a:pt x="163612" y="1411542"/>
                </a:lnTo>
                <a:lnTo>
                  <a:pt x="164132" y="1401008"/>
                </a:lnTo>
                <a:lnTo>
                  <a:pt x="164629" y="1390474"/>
                </a:lnTo>
                <a:lnTo>
                  <a:pt x="165089" y="1379940"/>
                </a:lnTo>
                <a:lnTo>
                  <a:pt x="165499" y="1369406"/>
                </a:lnTo>
                <a:lnTo>
                  <a:pt x="165846" y="1358872"/>
                </a:lnTo>
                <a:lnTo>
                  <a:pt x="166120" y="1348338"/>
                </a:lnTo>
                <a:lnTo>
                  <a:pt x="166314" y="1337804"/>
                </a:lnTo>
                <a:lnTo>
                  <a:pt x="166421" y="1327270"/>
                </a:lnTo>
                <a:lnTo>
                  <a:pt x="166440" y="1316736"/>
                </a:lnTo>
                <a:lnTo>
                  <a:pt x="166371" y="1306203"/>
                </a:lnTo>
                <a:lnTo>
                  <a:pt x="166214" y="1295669"/>
                </a:lnTo>
                <a:lnTo>
                  <a:pt x="165973" y="1285135"/>
                </a:lnTo>
                <a:lnTo>
                  <a:pt x="165652" y="1274601"/>
                </a:lnTo>
                <a:lnTo>
                  <a:pt x="165257" y="1264067"/>
                </a:lnTo>
                <a:lnTo>
                  <a:pt x="164793" y="1253533"/>
                </a:lnTo>
                <a:lnTo>
                  <a:pt x="164268" y="1242999"/>
                </a:lnTo>
                <a:lnTo>
                  <a:pt x="163691" y="1232465"/>
                </a:lnTo>
                <a:lnTo>
                  <a:pt x="163072" y="1221931"/>
                </a:lnTo>
                <a:lnTo>
                  <a:pt x="162424" y="1211398"/>
                </a:lnTo>
                <a:lnTo>
                  <a:pt x="161763" y="1200864"/>
                </a:lnTo>
                <a:lnTo>
                  <a:pt x="161107" y="1190330"/>
                </a:lnTo>
                <a:lnTo>
                  <a:pt x="160477" y="1179796"/>
                </a:lnTo>
                <a:lnTo>
                  <a:pt x="159897" y="1169262"/>
                </a:lnTo>
                <a:lnTo>
                  <a:pt x="159388" y="1158728"/>
                </a:lnTo>
                <a:lnTo>
                  <a:pt x="158973" y="1148194"/>
                </a:lnTo>
                <a:lnTo>
                  <a:pt x="158669" y="1137660"/>
                </a:lnTo>
                <a:lnTo>
                  <a:pt x="158490" y="1127126"/>
                </a:lnTo>
                <a:lnTo>
                  <a:pt x="158439" y="1116593"/>
                </a:lnTo>
                <a:lnTo>
                  <a:pt x="158513" y="1106059"/>
                </a:lnTo>
                <a:lnTo>
                  <a:pt x="158703" y="1095525"/>
                </a:lnTo>
                <a:lnTo>
                  <a:pt x="158989" y="1084991"/>
                </a:lnTo>
                <a:lnTo>
                  <a:pt x="159348" y="1074457"/>
                </a:lnTo>
                <a:lnTo>
                  <a:pt x="159755" y="1063923"/>
                </a:lnTo>
                <a:lnTo>
                  <a:pt x="160182" y="1053389"/>
                </a:lnTo>
                <a:lnTo>
                  <a:pt x="160600" y="1042855"/>
                </a:lnTo>
                <a:lnTo>
                  <a:pt x="160982" y="1032321"/>
                </a:lnTo>
                <a:lnTo>
                  <a:pt x="161302" y="1021788"/>
                </a:lnTo>
                <a:lnTo>
                  <a:pt x="161531" y="1011254"/>
                </a:lnTo>
                <a:lnTo>
                  <a:pt x="161642" y="1000720"/>
                </a:lnTo>
                <a:lnTo>
                  <a:pt x="161607" y="990186"/>
                </a:lnTo>
                <a:lnTo>
                  <a:pt x="161397" y="979652"/>
                </a:lnTo>
                <a:lnTo>
                  <a:pt x="160985" y="969118"/>
                </a:lnTo>
                <a:lnTo>
                  <a:pt x="160350" y="958584"/>
                </a:lnTo>
                <a:lnTo>
                  <a:pt x="159481" y="948050"/>
                </a:lnTo>
                <a:lnTo>
                  <a:pt x="158380" y="937516"/>
                </a:lnTo>
                <a:lnTo>
                  <a:pt x="157066" y="926982"/>
                </a:lnTo>
                <a:lnTo>
                  <a:pt x="155583" y="916449"/>
                </a:lnTo>
                <a:lnTo>
                  <a:pt x="153993" y="905915"/>
                </a:lnTo>
                <a:lnTo>
                  <a:pt x="152377" y="895381"/>
                </a:lnTo>
                <a:lnTo>
                  <a:pt x="150831" y="884847"/>
                </a:lnTo>
                <a:lnTo>
                  <a:pt x="149454" y="874313"/>
                </a:lnTo>
                <a:lnTo>
                  <a:pt x="148343" y="863779"/>
                </a:lnTo>
                <a:lnTo>
                  <a:pt x="147577" y="853245"/>
                </a:lnTo>
                <a:lnTo>
                  <a:pt x="147213" y="842711"/>
                </a:lnTo>
                <a:lnTo>
                  <a:pt x="147278" y="832177"/>
                </a:lnTo>
                <a:lnTo>
                  <a:pt x="147763" y="821644"/>
                </a:lnTo>
                <a:lnTo>
                  <a:pt x="148631" y="811110"/>
                </a:lnTo>
                <a:lnTo>
                  <a:pt x="149815" y="800576"/>
                </a:lnTo>
                <a:lnTo>
                  <a:pt x="151229" y="790042"/>
                </a:lnTo>
                <a:lnTo>
                  <a:pt x="152778" y="779508"/>
                </a:lnTo>
                <a:lnTo>
                  <a:pt x="154369" y="768974"/>
                </a:lnTo>
                <a:lnTo>
                  <a:pt x="155917" y="758440"/>
                </a:lnTo>
                <a:lnTo>
                  <a:pt x="157354" y="747906"/>
                </a:lnTo>
                <a:lnTo>
                  <a:pt x="158632" y="737372"/>
                </a:lnTo>
                <a:lnTo>
                  <a:pt x="159724" y="726839"/>
                </a:lnTo>
                <a:lnTo>
                  <a:pt x="160623" y="716305"/>
                </a:lnTo>
                <a:lnTo>
                  <a:pt x="161337" y="705771"/>
                </a:lnTo>
                <a:lnTo>
                  <a:pt x="161886" y="695237"/>
                </a:lnTo>
                <a:lnTo>
                  <a:pt x="162296" y="684703"/>
                </a:lnTo>
                <a:lnTo>
                  <a:pt x="162597" y="674169"/>
                </a:lnTo>
                <a:lnTo>
                  <a:pt x="162816" y="663635"/>
                </a:lnTo>
                <a:lnTo>
                  <a:pt x="162977" y="653101"/>
                </a:lnTo>
                <a:lnTo>
                  <a:pt x="163100" y="642567"/>
                </a:lnTo>
                <a:lnTo>
                  <a:pt x="163202" y="632034"/>
                </a:lnTo>
                <a:lnTo>
                  <a:pt x="163294" y="621500"/>
                </a:lnTo>
                <a:lnTo>
                  <a:pt x="163384" y="610966"/>
                </a:lnTo>
                <a:lnTo>
                  <a:pt x="163478" y="600432"/>
                </a:lnTo>
                <a:lnTo>
                  <a:pt x="163581" y="589898"/>
                </a:lnTo>
                <a:lnTo>
                  <a:pt x="163692" y="579364"/>
                </a:lnTo>
                <a:lnTo>
                  <a:pt x="163811" y="568830"/>
                </a:lnTo>
                <a:lnTo>
                  <a:pt x="163936" y="558296"/>
                </a:lnTo>
                <a:lnTo>
                  <a:pt x="164061" y="547762"/>
                </a:lnTo>
                <a:lnTo>
                  <a:pt x="164179" y="537228"/>
                </a:lnTo>
                <a:lnTo>
                  <a:pt x="164285" y="526695"/>
                </a:lnTo>
                <a:lnTo>
                  <a:pt x="164371" y="516161"/>
                </a:lnTo>
                <a:lnTo>
                  <a:pt x="164433" y="505627"/>
                </a:lnTo>
                <a:lnTo>
                  <a:pt x="164470" y="495093"/>
                </a:lnTo>
                <a:lnTo>
                  <a:pt x="164486" y="484559"/>
                </a:lnTo>
                <a:lnTo>
                  <a:pt x="164489" y="474025"/>
                </a:lnTo>
                <a:lnTo>
                  <a:pt x="164490" y="463491"/>
                </a:lnTo>
                <a:lnTo>
                  <a:pt x="164502" y="452957"/>
                </a:lnTo>
                <a:lnTo>
                  <a:pt x="164541" y="442423"/>
                </a:lnTo>
                <a:lnTo>
                  <a:pt x="164618" y="431890"/>
                </a:lnTo>
                <a:lnTo>
                  <a:pt x="164742" y="421356"/>
                </a:lnTo>
                <a:lnTo>
                  <a:pt x="164916" y="410822"/>
                </a:lnTo>
                <a:lnTo>
                  <a:pt x="165138" y="400288"/>
                </a:lnTo>
                <a:lnTo>
                  <a:pt x="165399" y="389754"/>
                </a:lnTo>
                <a:lnTo>
                  <a:pt x="165685" y="379220"/>
                </a:lnTo>
                <a:lnTo>
                  <a:pt x="165979" y="368686"/>
                </a:lnTo>
                <a:lnTo>
                  <a:pt x="166264" y="358152"/>
                </a:lnTo>
                <a:lnTo>
                  <a:pt x="166525" y="347618"/>
                </a:lnTo>
                <a:lnTo>
                  <a:pt x="166748" y="337085"/>
                </a:lnTo>
                <a:lnTo>
                  <a:pt x="166926" y="326551"/>
                </a:lnTo>
                <a:lnTo>
                  <a:pt x="167057" y="316017"/>
                </a:lnTo>
                <a:lnTo>
                  <a:pt x="167145" y="305483"/>
                </a:lnTo>
                <a:lnTo>
                  <a:pt x="167197" y="294949"/>
                </a:lnTo>
                <a:lnTo>
                  <a:pt x="167227" y="284415"/>
                </a:lnTo>
                <a:lnTo>
                  <a:pt x="167245" y="273881"/>
                </a:lnTo>
                <a:lnTo>
                  <a:pt x="167265" y="263347"/>
                </a:lnTo>
                <a:lnTo>
                  <a:pt x="167295" y="252813"/>
                </a:lnTo>
                <a:lnTo>
                  <a:pt x="167341" y="242280"/>
                </a:lnTo>
                <a:lnTo>
                  <a:pt x="167402" y="231746"/>
                </a:lnTo>
                <a:lnTo>
                  <a:pt x="167468" y="221212"/>
                </a:lnTo>
                <a:lnTo>
                  <a:pt x="167521" y="210678"/>
                </a:lnTo>
                <a:lnTo>
                  <a:pt x="167536" y="200144"/>
                </a:lnTo>
                <a:lnTo>
                  <a:pt x="167474" y="189610"/>
                </a:lnTo>
                <a:lnTo>
                  <a:pt x="167287" y="179076"/>
                </a:lnTo>
                <a:lnTo>
                  <a:pt x="166918" y="168542"/>
                </a:lnTo>
                <a:lnTo>
                  <a:pt x="166303" y="158008"/>
                </a:lnTo>
                <a:lnTo>
                  <a:pt x="165374" y="147474"/>
                </a:lnTo>
                <a:lnTo>
                  <a:pt x="164066" y="136941"/>
                </a:lnTo>
                <a:lnTo>
                  <a:pt x="162322" y="126407"/>
                </a:lnTo>
                <a:lnTo>
                  <a:pt x="160106" y="115873"/>
                </a:lnTo>
                <a:lnTo>
                  <a:pt x="157406" y="105339"/>
                </a:lnTo>
                <a:lnTo>
                  <a:pt x="154250" y="94805"/>
                </a:lnTo>
                <a:lnTo>
                  <a:pt x="150707" y="84271"/>
                </a:lnTo>
                <a:lnTo>
                  <a:pt x="146892" y="73737"/>
                </a:lnTo>
                <a:lnTo>
                  <a:pt x="142962" y="63203"/>
                </a:lnTo>
                <a:lnTo>
                  <a:pt x="139109" y="52669"/>
                </a:lnTo>
                <a:lnTo>
                  <a:pt x="135549" y="42136"/>
                </a:lnTo>
                <a:lnTo>
                  <a:pt x="132498" y="31602"/>
                </a:lnTo>
                <a:lnTo>
                  <a:pt x="130154" y="21068"/>
                </a:lnTo>
                <a:lnTo>
                  <a:pt x="128678" y="10534"/>
                </a:lnTo>
                <a:lnTo>
                  <a:pt x="128174" y="0"/>
                </a:lnTo>
                <a:lnTo>
                  <a:pt x="216540" y="0"/>
                </a:lnTo>
                <a:lnTo>
                  <a:pt x="216540" y="0"/>
                </a:lnTo>
                <a:lnTo>
                  <a:pt x="216036" y="10534"/>
                </a:lnTo>
                <a:lnTo>
                  <a:pt x="214560" y="21068"/>
                </a:lnTo>
                <a:lnTo>
                  <a:pt x="212217" y="31602"/>
                </a:lnTo>
                <a:lnTo>
                  <a:pt x="209165" y="42136"/>
                </a:lnTo>
                <a:lnTo>
                  <a:pt x="205605" y="52669"/>
                </a:lnTo>
                <a:lnTo>
                  <a:pt x="201753" y="63203"/>
                </a:lnTo>
                <a:lnTo>
                  <a:pt x="197822" y="73737"/>
                </a:lnTo>
                <a:lnTo>
                  <a:pt x="194007" y="84271"/>
                </a:lnTo>
                <a:lnTo>
                  <a:pt x="190464" y="94805"/>
                </a:lnTo>
                <a:lnTo>
                  <a:pt x="187308" y="105339"/>
                </a:lnTo>
                <a:lnTo>
                  <a:pt x="184609" y="115873"/>
                </a:lnTo>
                <a:lnTo>
                  <a:pt x="182392" y="126407"/>
                </a:lnTo>
                <a:lnTo>
                  <a:pt x="180648" y="136941"/>
                </a:lnTo>
                <a:lnTo>
                  <a:pt x="179340" y="147474"/>
                </a:lnTo>
                <a:lnTo>
                  <a:pt x="178411" y="158008"/>
                </a:lnTo>
                <a:lnTo>
                  <a:pt x="177796" y="168542"/>
                </a:lnTo>
                <a:lnTo>
                  <a:pt x="177427" y="179076"/>
                </a:lnTo>
                <a:lnTo>
                  <a:pt x="177241" y="189610"/>
                </a:lnTo>
                <a:lnTo>
                  <a:pt x="177178" y="200144"/>
                </a:lnTo>
                <a:lnTo>
                  <a:pt x="177193" y="210678"/>
                </a:lnTo>
                <a:lnTo>
                  <a:pt x="177247" y="221212"/>
                </a:lnTo>
                <a:lnTo>
                  <a:pt x="177313" y="231746"/>
                </a:lnTo>
                <a:lnTo>
                  <a:pt x="177373" y="242280"/>
                </a:lnTo>
                <a:lnTo>
                  <a:pt x="177419" y="252813"/>
                </a:lnTo>
                <a:lnTo>
                  <a:pt x="177449" y="263347"/>
                </a:lnTo>
                <a:lnTo>
                  <a:pt x="177469" y="273881"/>
                </a:lnTo>
                <a:lnTo>
                  <a:pt x="177487" y="284415"/>
                </a:lnTo>
                <a:lnTo>
                  <a:pt x="177517" y="294949"/>
                </a:lnTo>
                <a:lnTo>
                  <a:pt x="177570" y="305483"/>
                </a:lnTo>
                <a:lnTo>
                  <a:pt x="177658" y="316017"/>
                </a:lnTo>
                <a:lnTo>
                  <a:pt x="177789" y="326551"/>
                </a:lnTo>
                <a:lnTo>
                  <a:pt x="177967" y="337085"/>
                </a:lnTo>
                <a:lnTo>
                  <a:pt x="178190" y="347618"/>
                </a:lnTo>
                <a:lnTo>
                  <a:pt x="178450" y="358152"/>
                </a:lnTo>
                <a:lnTo>
                  <a:pt x="178735" y="368686"/>
                </a:lnTo>
                <a:lnTo>
                  <a:pt x="179030" y="379220"/>
                </a:lnTo>
                <a:lnTo>
                  <a:pt x="179316" y="389754"/>
                </a:lnTo>
                <a:lnTo>
                  <a:pt x="179576" y="400288"/>
                </a:lnTo>
                <a:lnTo>
                  <a:pt x="179798" y="410822"/>
                </a:lnTo>
                <a:lnTo>
                  <a:pt x="179973" y="421356"/>
                </a:lnTo>
                <a:lnTo>
                  <a:pt x="180097" y="431890"/>
                </a:lnTo>
                <a:lnTo>
                  <a:pt x="180173" y="442423"/>
                </a:lnTo>
                <a:lnTo>
                  <a:pt x="180212" y="452957"/>
                </a:lnTo>
                <a:lnTo>
                  <a:pt x="180224" y="463491"/>
                </a:lnTo>
                <a:lnTo>
                  <a:pt x="180225" y="474025"/>
                </a:lnTo>
                <a:lnTo>
                  <a:pt x="180228" y="484559"/>
                </a:lnTo>
                <a:lnTo>
                  <a:pt x="180244" y="495093"/>
                </a:lnTo>
                <a:lnTo>
                  <a:pt x="180282" y="505627"/>
                </a:lnTo>
                <a:lnTo>
                  <a:pt x="180344" y="516161"/>
                </a:lnTo>
                <a:lnTo>
                  <a:pt x="180429" y="526695"/>
                </a:lnTo>
                <a:lnTo>
                  <a:pt x="180535" y="537228"/>
                </a:lnTo>
                <a:lnTo>
                  <a:pt x="180653" y="547762"/>
                </a:lnTo>
                <a:lnTo>
                  <a:pt x="180778" y="558296"/>
                </a:lnTo>
                <a:lnTo>
                  <a:pt x="180903" y="568830"/>
                </a:lnTo>
                <a:lnTo>
                  <a:pt x="181023" y="579364"/>
                </a:lnTo>
                <a:lnTo>
                  <a:pt x="181134" y="589898"/>
                </a:lnTo>
                <a:lnTo>
                  <a:pt x="181236" y="600432"/>
                </a:lnTo>
                <a:lnTo>
                  <a:pt x="181330" y="610966"/>
                </a:lnTo>
                <a:lnTo>
                  <a:pt x="181421" y="621500"/>
                </a:lnTo>
                <a:lnTo>
                  <a:pt x="181512" y="632034"/>
                </a:lnTo>
                <a:lnTo>
                  <a:pt x="181614" y="642567"/>
                </a:lnTo>
                <a:lnTo>
                  <a:pt x="181738" y="653101"/>
                </a:lnTo>
                <a:lnTo>
                  <a:pt x="181899" y="663635"/>
                </a:lnTo>
                <a:lnTo>
                  <a:pt x="182117" y="674169"/>
                </a:lnTo>
                <a:lnTo>
                  <a:pt x="182418" y="684703"/>
                </a:lnTo>
                <a:lnTo>
                  <a:pt x="182829" y="695237"/>
                </a:lnTo>
                <a:lnTo>
                  <a:pt x="183377" y="705771"/>
                </a:lnTo>
                <a:lnTo>
                  <a:pt x="184091" y="716305"/>
                </a:lnTo>
                <a:lnTo>
                  <a:pt x="184990" y="726839"/>
                </a:lnTo>
                <a:lnTo>
                  <a:pt x="186082" y="737372"/>
                </a:lnTo>
                <a:lnTo>
                  <a:pt x="187360" y="747906"/>
                </a:lnTo>
                <a:lnTo>
                  <a:pt x="188797" y="758440"/>
                </a:lnTo>
                <a:lnTo>
                  <a:pt x="190345" y="768974"/>
                </a:lnTo>
                <a:lnTo>
                  <a:pt x="191936" y="779508"/>
                </a:lnTo>
                <a:lnTo>
                  <a:pt x="193486" y="790042"/>
                </a:lnTo>
                <a:lnTo>
                  <a:pt x="194899" y="800576"/>
                </a:lnTo>
                <a:lnTo>
                  <a:pt x="196083" y="811110"/>
                </a:lnTo>
                <a:lnTo>
                  <a:pt x="196951" y="821644"/>
                </a:lnTo>
                <a:lnTo>
                  <a:pt x="197437" y="832177"/>
                </a:lnTo>
                <a:lnTo>
                  <a:pt x="197501" y="842711"/>
                </a:lnTo>
                <a:lnTo>
                  <a:pt x="197137" y="853245"/>
                </a:lnTo>
                <a:lnTo>
                  <a:pt x="196372" y="863779"/>
                </a:lnTo>
                <a:lnTo>
                  <a:pt x="195260" y="874313"/>
                </a:lnTo>
                <a:lnTo>
                  <a:pt x="193883" y="884847"/>
                </a:lnTo>
                <a:lnTo>
                  <a:pt x="192337" y="895381"/>
                </a:lnTo>
                <a:lnTo>
                  <a:pt x="190721" y="905915"/>
                </a:lnTo>
                <a:lnTo>
                  <a:pt x="189131" y="916449"/>
                </a:lnTo>
                <a:lnTo>
                  <a:pt x="187648" y="926982"/>
                </a:lnTo>
                <a:lnTo>
                  <a:pt x="186335" y="937516"/>
                </a:lnTo>
                <a:lnTo>
                  <a:pt x="185233" y="948050"/>
                </a:lnTo>
                <a:lnTo>
                  <a:pt x="184364" y="958584"/>
                </a:lnTo>
                <a:lnTo>
                  <a:pt x="183729" y="969118"/>
                </a:lnTo>
                <a:lnTo>
                  <a:pt x="183317" y="979652"/>
                </a:lnTo>
                <a:lnTo>
                  <a:pt x="183107" y="990186"/>
                </a:lnTo>
                <a:lnTo>
                  <a:pt x="183072" y="1000720"/>
                </a:lnTo>
                <a:lnTo>
                  <a:pt x="183183" y="1011254"/>
                </a:lnTo>
                <a:lnTo>
                  <a:pt x="183413" y="1021788"/>
                </a:lnTo>
                <a:lnTo>
                  <a:pt x="183732" y="1032321"/>
                </a:lnTo>
                <a:lnTo>
                  <a:pt x="184114" y="1042855"/>
                </a:lnTo>
                <a:lnTo>
                  <a:pt x="184532" y="1053389"/>
                </a:lnTo>
                <a:lnTo>
                  <a:pt x="184959" y="1063923"/>
                </a:lnTo>
                <a:lnTo>
                  <a:pt x="185366" y="1074457"/>
                </a:lnTo>
                <a:lnTo>
                  <a:pt x="185726" y="1084991"/>
                </a:lnTo>
                <a:lnTo>
                  <a:pt x="186012" y="1095525"/>
                </a:lnTo>
                <a:lnTo>
                  <a:pt x="186201" y="1106059"/>
                </a:lnTo>
                <a:lnTo>
                  <a:pt x="186275" y="1116593"/>
                </a:lnTo>
                <a:lnTo>
                  <a:pt x="186224" y="1127126"/>
                </a:lnTo>
                <a:lnTo>
                  <a:pt x="186045" y="1137660"/>
                </a:lnTo>
                <a:lnTo>
                  <a:pt x="185741" y="1148194"/>
                </a:lnTo>
                <a:lnTo>
                  <a:pt x="185326" y="1158728"/>
                </a:lnTo>
                <a:lnTo>
                  <a:pt x="184818" y="1169262"/>
                </a:lnTo>
                <a:lnTo>
                  <a:pt x="184237" y="1179796"/>
                </a:lnTo>
                <a:lnTo>
                  <a:pt x="183607" y="1190330"/>
                </a:lnTo>
                <a:lnTo>
                  <a:pt x="182951" y="1200864"/>
                </a:lnTo>
                <a:lnTo>
                  <a:pt x="182290" y="1211398"/>
                </a:lnTo>
                <a:lnTo>
                  <a:pt x="181642" y="1221931"/>
                </a:lnTo>
                <a:lnTo>
                  <a:pt x="181023" y="1232465"/>
                </a:lnTo>
                <a:lnTo>
                  <a:pt x="180446" y="1242999"/>
                </a:lnTo>
                <a:lnTo>
                  <a:pt x="179921" y="1253533"/>
                </a:lnTo>
                <a:lnTo>
                  <a:pt x="179457" y="1264067"/>
                </a:lnTo>
                <a:lnTo>
                  <a:pt x="179062" y="1274601"/>
                </a:lnTo>
                <a:lnTo>
                  <a:pt x="178741" y="1285135"/>
                </a:lnTo>
                <a:lnTo>
                  <a:pt x="178500" y="1295669"/>
                </a:lnTo>
                <a:lnTo>
                  <a:pt x="178343" y="1306203"/>
                </a:lnTo>
                <a:lnTo>
                  <a:pt x="178274" y="1316736"/>
                </a:lnTo>
                <a:lnTo>
                  <a:pt x="178293" y="1327270"/>
                </a:lnTo>
                <a:lnTo>
                  <a:pt x="178400" y="1337804"/>
                </a:lnTo>
                <a:lnTo>
                  <a:pt x="178594" y="1348338"/>
                </a:lnTo>
                <a:lnTo>
                  <a:pt x="178868" y="1358872"/>
                </a:lnTo>
                <a:lnTo>
                  <a:pt x="179216" y="1369406"/>
                </a:lnTo>
                <a:lnTo>
                  <a:pt x="179626" y="1379940"/>
                </a:lnTo>
                <a:lnTo>
                  <a:pt x="180086" y="1390474"/>
                </a:lnTo>
                <a:lnTo>
                  <a:pt x="180582" y="1401008"/>
                </a:lnTo>
                <a:lnTo>
                  <a:pt x="181103" y="1411542"/>
                </a:lnTo>
                <a:lnTo>
                  <a:pt x="181636" y="1422075"/>
                </a:lnTo>
                <a:lnTo>
                  <a:pt x="182180" y="1432609"/>
                </a:lnTo>
                <a:lnTo>
                  <a:pt x="182741" y="1443143"/>
                </a:lnTo>
                <a:lnTo>
                  <a:pt x="183339" y="1453677"/>
                </a:lnTo>
                <a:lnTo>
                  <a:pt x="184014" y="1464211"/>
                </a:lnTo>
                <a:lnTo>
                  <a:pt x="184830" y="1474745"/>
                </a:lnTo>
                <a:lnTo>
                  <a:pt x="185880" y="1485279"/>
                </a:lnTo>
                <a:lnTo>
                  <a:pt x="187287" y="1495813"/>
                </a:lnTo>
                <a:lnTo>
                  <a:pt x="189208" y="1506347"/>
                </a:lnTo>
                <a:lnTo>
                  <a:pt x="191829" y="1516880"/>
                </a:lnTo>
                <a:lnTo>
                  <a:pt x="195361" y="1527414"/>
                </a:lnTo>
                <a:lnTo>
                  <a:pt x="200027" y="1537948"/>
                </a:lnTo>
                <a:lnTo>
                  <a:pt x="206042" y="1548482"/>
                </a:lnTo>
                <a:lnTo>
                  <a:pt x="213585" y="1559016"/>
                </a:lnTo>
                <a:lnTo>
                  <a:pt x="222776" y="1569550"/>
                </a:lnTo>
                <a:lnTo>
                  <a:pt x="233635" y="1580084"/>
                </a:lnTo>
                <a:lnTo>
                  <a:pt x="246054" y="1590618"/>
                </a:lnTo>
                <a:lnTo>
                  <a:pt x="259776" y="1601152"/>
                </a:lnTo>
                <a:lnTo>
                  <a:pt x="274380" y="1611685"/>
                </a:lnTo>
                <a:lnTo>
                  <a:pt x="289294" y="1622219"/>
                </a:lnTo>
                <a:lnTo>
                  <a:pt x="303818" y="1632753"/>
                </a:lnTo>
                <a:lnTo>
                  <a:pt x="317179" y="1643287"/>
                </a:lnTo>
                <a:lnTo>
                  <a:pt x="328592" y="1653821"/>
                </a:lnTo>
                <a:lnTo>
                  <a:pt x="337338" y="1664355"/>
                </a:lnTo>
                <a:lnTo>
                  <a:pt x="342838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4352">
            <a:extLst>
              <a:ext uri="{FF2B5EF4-FFF2-40B4-BE49-F238E27FC236}">
                <a16:creationId xmlns:a16="http://schemas.microsoft.com/office/drawing/2014/main" id="{5F96F37F-82B0-47A8-B94E-8889A3177722}"/>
              </a:ext>
            </a:extLst>
          </p:cNvPr>
          <p:cNvSpPr>
            <a:spLocks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4353">
            <a:extLst>
              <a:ext uri="{FF2B5EF4-FFF2-40B4-BE49-F238E27FC236}">
                <a16:creationId xmlns:a16="http://schemas.microsoft.com/office/drawing/2014/main" id="{7CE4A29B-3CFF-46AE-B169-F9970A10E4DE}"/>
              </a:ext>
            </a:extLst>
          </p:cNvPr>
          <p:cNvSpPr>
            <a:spLocks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4354">
            <a:extLst>
              <a:ext uri="{FF2B5EF4-FFF2-40B4-BE49-F238E27FC236}">
                <a16:creationId xmlns:a16="http://schemas.microsoft.com/office/drawing/2014/main" id="{B68B350E-CB2B-49F4-B2B0-C2599B0B9BD4}"/>
              </a:ext>
            </a:extLst>
          </p:cNvPr>
          <p:cNvSpPr>
            <a:spLocks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4355">
            <a:extLst>
              <a:ext uri="{FF2B5EF4-FFF2-40B4-BE49-F238E27FC236}">
                <a16:creationId xmlns:a16="http://schemas.microsoft.com/office/drawing/2014/main" id="{75BAFDEA-76A6-49D2-B1F7-515EB972B4B2}"/>
              </a:ext>
            </a:extLst>
          </p:cNvPr>
          <p:cNvSpPr>
            <a:spLocks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4356">
            <a:extLst>
              <a:ext uri="{FF2B5EF4-FFF2-40B4-BE49-F238E27FC236}">
                <a16:creationId xmlns:a16="http://schemas.microsoft.com/office/drawing/2014/main" id="{695BAF3B-5849-46DF-AC07-632CC2A0FEC2}"/>
              </a:ext>
            </a:extLst>
          </p:cNvPr>
          <p:cNvSpPr>
            <a:spLocks/>
          </p:cNvSpPr>
          <p:nvPr/>
        </p:nvSpPr>
        <p:spPr>
          <a:xfrm>
            <a:off x="13699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4357">
            <a:extLst>
              <a:ext uri="{FF2B5EF4-FFF2-40B4-BE49-F238E27FC236}">
                <a16:creationId xmlns:a16="http://schemas.microsoft.com/office/drawing/2014/main" id="{52F5F1A3-41BC-4265-B8D7-E7D4787C37ED}"/>
              </a:ext>
            </a:extLst>
          </p:cNvPr>
          <p:cNvSpPr>
            <a:spLocks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4358">
            <a:extLst>
              <a:ext uri="{FF2B5EF4-FFF2-40B4-BE49-F238E27FC236}">
                <a16:creationId xmlns:a16="http://schemas.microsoft.com/office/drawing/2014/main" id="{44D80D27-5F25-43A7-AE70-9C60C9CD05F0}"/>
              </a:ext>
            </a:extLst>
          </p:cNvPr>
          <p:cNvSpPr>
            <a:spLocks/>
          </p:cNvSpPr>
          <p:nvPr/>
        </p:nvSpPr>
        <p:spPr>
          <a:xfrm>
            <a:off x="1419945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4359">
            <a:extLst>
              <a:ext uri="{FF2B5EF4-FFF2-40B4-BE49-F238E27FC236}">
                <a16:creationId xmlns:a16="http://schemas.microsoft.com/office/drawing/2014/main" id="{6BDC469F-C810-4FDF-A594-D59B4FDB539E}"/>
              </a:ext>
            </a:extLst>
          </p:cNvPr>
          <p:cNvSpPr>
            <a:spLocks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4360">
            <a:extLst>
              <a:ext uri="{FF2B5EF4-FFF2-40B4-BE49-F238E27FC236}">
                <a16:creationId xmlns:a16="http://schemas.microsoft.com/office/drawing/2014/main" id="{A2D92418-5EA3-4F93-A859-E64E0E0E1287}"/>
              </a:ext>
            </a:extLst>
          </p:cNvPr>
          <p:cNvSpPr>
            <a:spLocks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4361">
            <a:extLst>
              <a:ext uri="{FF2B5EF4-FFF2-40B4-BE49-F238E27FC236}">
                <a16:creationId xmlns:a16="http://schemas.microsoft.com/office/drawing/2014/main" id="{EB4870A1-176D-4370-81C1-F405C6348F0F}"/>
              </a:ext>
            </a:extLst>
          </p:cNvPr>
          <p:cNvSpPr>
            <a:spLocks/>
          </p:cNvSpPr>
          <p:nvPr/>
        </p:nvSpPr>
        <p:spPr>
          <a:xfrm>
            <a:off x="142439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4362">
            <a:extLst>
              <a:ext uri="{FF2B5EF4-FFF2-40B4-BE49-F238E27FC236}">
                <a16:creationId xmlns:a16="http://schemas.microsoft.com/office/drawing/2014/main" id="{5C201B43-39D3-4681-99AB-783C0A411981}"/>
              </a:ext>
            </a:extLst>
          </p:cNvPr>
          <p:cNvSpPr>
            <a:spLocks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4363">
            <a:extLst>
              <a:ext uri="{FF2B5EF4-FFF2-40B4-BE49-F238E27FC236}">
                <a16:creationId xmlns:a16="http://schemas.microsoft.com/office/drawing/2014/main" id="{A2948D0D-36E9-41F6-B49D-F09C1B7C89F2}"/>
              </a:ext>
            </a:extLst>
          </p:cNvPr>
          <p:cNvSpPr>
            <a:spLocks/>
          </p:cNvSpPr>
          <p:nvPr/>
        </p:nvSpPr>
        <p:spPr>
          <a:xfrm>
            <a:off x="146203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4364">
            <a:extLst>
              <a:ext uri="{FF2B5EF4-FFF2-40B4-BE49-F238E27FC236}">
                <a16:creationId xmlns:a16="http://schemas.microsoft.com/office/drawing/2014/main" id="{101FA6B5-1B2C-48D3-9ACF-08CA790C62AC}"/>
              </a:ext>
            </a:extLst>
          </p:cNvPr>
          <p:cNvSpPr>
            <a:spLocks/>
          </p:cNvSpPr>
          <p:nvPr/>
        </p:nvSpPr>
        <p:spPr>
          <a:xfrm>
            <a:off x="1423991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4365">
            <a:extLst>
              <a:ext uri="{FF2B5EF4-FFF2-40B4-BE49-F238E27FC236}">
                <a16:creationId xmlns:a16="http://schemas.microsoft.com/office/drawing/2014/main" id="{342FCB40-BD4F-43D1-8D14-76CBDC0781FB}"/>
              </a:ext>
            </a:extLst>
          </p:cNvPr>
          <p:cNvSpPr>
            <a:spLocks/>
          </p:cNvSpPr>
          <p:nvPr/>
        </p:nvSpPr>
        <p:spPr>
          <a:xfrm>
            <a:off x="1558316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4366">
            <a:extLst>
              <a:ext uri="{FF2B5EF4-FFF2-40B4-BE49-F238E27FC236}">
                <a16:creationId xmlns:a16="http://schemas.microsoft.com/office/drawing/2014/main" id="{51F0F1D5-B250-454B-A98B-478F059A1798}"/>
              </a:ext>
            </a:extLst>
          </p:cNvPr>
          <p:cNvSpPr>
            <a:spLocks/>
          </p:cNvSpPr>
          <p:nvPr/>
        </p:nvSpPr>
        <p:spPr>
          <a:xfrm>
            <a:off x="1540654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4367">
            <a:extLst>
              <a:ext uri="{FF2B5EF4-FFF2-40B4-BE49-F238E27FC236}">
                <a16:creationId xmlns:a16="http://schemas.microsoft.com/office/drawing/2014/main" id="{586B03D6-5338-4F70-BA64-E388F0461E14}"/>
              </a:ext>
            </a:extLst>
          </p:cNvPr>
          <p:cNvSpPr>
            <a:spLocks/>
          </p:cNvSpPr>
          <p:nvPr/>
        </p:nvSpPr>
        <p:spPr>
          <a:xfrm>
            <a:off x="1570475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4368">
            <a:extLst>
              <a:ext uri="{FF2B5EF4-FFF2-40B4-BE49-F238E27FC236}">
                <a16:creationId xmlns:a16="http://schemas.microsoft.com/office/drawing/2014/main" id="{B0E347AA-ED00-458E-8D38-F6FE13422B5F}"/>
              </a:ext>
            </a:extLst>
          </p:cNvPr>
          <p:cNvSpPr>
            <a:spLocks/>
          </p:cNvSpPr>
          <p:nvPr/>
        </p:nvSpPr>
        <p:spPr>
          <a:xfrm>
            <a:off x="1446788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4369">
            <a:extLst>
              <a:ext uri="{FF2B5EF4-FFF2-40B4-BE49-F238E27FC236}">
                <a16:creationId xmlns:a16="http://schemas.microsoft.com/office/drawing/2014/main" id="{0D5DDA61-F2BB-4285-853A-253F01893064}"/>
              </a:ext>
            </a:extLst>
          </p:cNvPr>
          <p:cNvSpPr>
            <a:spLocks/>
          </p:cNvSpPr>
          <p:nvPr/>
        </p:nvSpPr>
        <p:spPr>
          <a:xfrm>
            <a:off x="151621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4370">
            <a:extLst>
              <a:ext uri="{FF2B5EF4-FFF2-40B4-BE49-F238E27FC236}">
                <a16:creationId xmlns:a16="http://schemas.microsoft.com/office/drawing/2014/main" id="{1B1D4067-6903-49A7-842F-19B3D8EEB36F}"/>
              </a:ext>
            </a:extLst>
          </p:cNvPr>
          <p:cNvSpPr>
            <a:spLocks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4371">
            <a:extLst>
              <a:ext uri="{FF2B5EF4-FFF2-40B4-BE49-F238E27FC236}">
                <a16:creationId xmlns:a16="http://schemas.microsoft.com/office/drawing/2014/main" id="{6D6BAE01-B9B5-4CE8-9620-3F3810EFD62A}"/>
              </a:ext>
            </a:extLst>
          </p:cNvPr>
          <p:cNvSpPr>
            <a:spLocks/>
          </p:cNvSpPr>
          <p:nvPr/>
        </p:nvSpPr>
        <p:spPr>
          <a:xfrm>
            <a:off x="158467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4372">
            <a:extLst>
              <a:ext uri="{FF2B5EF4-FFF2-40B4-BE49-F238E27FC236}">
                <a16:creationId xmlns:a16="http://schemas.microsoft.com/office/drawing/2014/main" id="{FE4B9F59-371B-4FEA-87D8-7333C4023FA8}"/>
              </a:ext>
            </a:extLst>
          </p:cNvPr>
          <p:cNvSpPr>
            <a:spLocks/>
          </p:cNvSpPr>
          <p:nvPr/>
        </p:nvSpPr>
        <p:spPr>
          <a:xfrm>
            <a:off x="1525131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4373">
            <a:extLst>
              <a:ext uri="{FF2B5EF4-FFF2-40B4-BE49-F238E27FC236}">
                <a16:creationId xmlns:a16="http://schemas.microsoft.com/office/drawing/2014/main" id="{EDB52623-CD0F-4426-ADE3-B4FF4471A426}"/>
              </a:ext>
            </a:extLst>
          </p:cNvPr>
          <p:cNvSpPr>
            <a:spLocks/>
          </p:cNvSpPr>
          <p:nvPr/>
        </p:nvSpPr>
        <p:spPr>
          <a:xfrm>
            <a:off x="158456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4374">
            <a:extLst>
              <a:ext uri="{FF2B5EF4-FFF2-40B4-BE49-F238E27FC236}">
                <a16:creationId xmlns:a16="http://schemas.microsoft.com/office/drawing/2014/main" id="{C3FC8A57-DCA2-4504-AE2C-DDEAEA09A2B2}"/>
              </a:ext>
            </a:extLst>
          </p:cNvPr>
          <p:cNvSpPr>
            <a:spLocks/>
          </p:cNvSpPr>
          <p:nvPr/>
        </p:nvSpPr>
        <p:spPr>
          <a:xfrm>
            <a:off x="1389567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4375">
            <a:extLst>
              <a:ext uri="{FF2B5EF4-FFF2-40B4-BE49-F238E27FC236}">
                <a16:creationId xmlns:a16="http://schemas.microsoft.com/office/drawing/2014/main" id="{896A6A5F-BEFB-4947-80BB-54437FD45B46}"/>
              </a:ext>
            </a:extLst>
          </p:cNvPr>
          <p:cNvSpPr>
            <a:spLocks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4376">
            <a:extLst>
              <a:ext uri="{FF2B5EF4-FFF2-40B4-BE49-F238E27FC236}">
                <a16:creationId xmlns:a16="http://schemas.microsoft.com/office/drawing/2014/main" id="{9CED0D0A-3D45-40A1-8CF0-034C110E1D60}"/>
              </a:ext>
            </a:extLst>
          </p:cNvPr>
          <p:cNvSpPr>
            <a:spLocks/>
          </p:cNvSpPr>
          <p:nvPr/>
        </p:nvSpPr>
        <p:spPr>
          <a:xfrm>
            <a:off x="1515154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4377">
            <a:extLst>
              <a:ext uri="{FF2B5EF4-FFF2-40B4-BE49-F238E27FC236}">
                <a16:creationId xmlns:a16="http://schemas.microsoft.com/office/drawing/2014/main" id="{E03DF8C6-4184-47D2-81B3-548F5C667A33}"/>
              </a:ext>
            </a:extLst>
          </p:cNvPr>
          <p:cNvSpPr>
            <a:spLocks/>
          </p:cNvSpPr>
          <p:nvPr/>
        </p:nvSpPr>
        <p:spPr>
          <a:xfrm>
            <a:off x="1440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4378">
            <a:extLst>
              <a:ext uri="{FF2B5EF4-FFF2-40B4-BE49-F238E27FC236}">
                <a16:creationId xmlns:a16="http://schemas.microsoft.com/office/drawing/2014/main" id="{CF35BBB3-FDA6-46E2-850E-A46CFE76EB5F}"/>
              </a:ext>
            </a:extLst>
          </p:cNvPr>
          <p:cNvSpPr>
            <a:spLocks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4379">
            <a:extLst>
              <a:ext uri="{FF2B5EF4-FFF2-40B4-BE49-F238E27FC236}">
                <a16:creationId xmlns:a16="http://schemas.microsoft.com/office/drawing/2014/main" id="{A1EB37FF-3828-4ADE-9CFE-B87715DA9DBA}"/>
              </a:ext>
            </a:extLst>
          </p:cNvPr>
          <p:cNvSpPr>
            <a:spLocks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4380">
            <a:extLst>
              <a:ext uri="{FF2B5EF4-FFF2-40B4-BE49-F238E27FC236}">
                <a16:creationId xmlns:a16="http://schemas.microsoft.com/office/drawing/2014/main" id="{2FDC07ED-715A-4E1A-9AEF-A6780E062F02}"/>
              </a:ext>
            </a:extLst>
          </p:cNvPr>
          <p:cNvSpPr>
            <a:spLocks/>
          </p:cNvSpPr>
          <p:nvPr/>
        </p:nvSpPr>
        <p:spPr>
          <a:xfrm>
            <a:off x="139229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4381">
            <a:extLst>
              <a:ext uri="{FF2B5EF4-FFF2-40B4-BE49-F238E27FC236}">
                <a16:creationId xmlns:a16="http://schemas.microsoft.com/office/drawing/2014/main" id="{92E200A0-DC4C-41B4-BB70-782718B688E9}"/>
              </a:ext>
            </a:extLst>
          </p:cNvPr>
          <p:cNvSpPr>
            <a:spLocks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4382">
            <a:extLst>
              <a:ext uri="{FF2B5EF4-FFF2-40B4-BE49-F238E27FC236}">
                <a16:creationId xmlns:a16="http://schemas.microsoft.com/office/drawing/2014/main" id="{FBE88B38-2E73-4D6A-9102-A43EDF984601}"/>
              </a:ext>
            </a:extLst>
          </p:cNvPr>
          <p:cNvSpPr>
            <a:spLocks/>
          </p:cNvSpPr>
          <p:nvPr/>
        </p:nvSpPr>
        <p:spPr>
          <a:xfrm>
            <a:off x="1390415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4383">
            <a:extLst>
              <a:ext uri="{FF2B5EF4-FFF2-40B4-BE49-F238E27FC236}">
                <a16:creationId xmlns:a16="http://schemas.microsoft.com/office/drawing/2014/main" id="{240E0D6B-9786-4F92-A963-1DAEEDCFE51A}"/>
              </a:ext>
            </a:extLst>
          </p:cNvPr>
          <p:cNvSpPr>
            <a:spLocks/>
          </p:cNvSpPr>
          <p:nvPr/>
        </p:nvSpPr>
        <p:spPr>
          <a:xfrm>
            <a:off x="157385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4384">
            <a:extLst>
              <a:ext uri="{FF2B5EF4-FFF2-40B4-BE49-F238E27FC236}">
                <a16:creationId xmlns:a16="http://schemas.microsoft.com/office/drawing/2014/main" id="{56C7A436-B0E5-48E7-B5BD-8C9679D87319}"/>
              </a:ext>
            </a:extLst>
          </p:cNvPr>
          <p:cNvSpPr>
            <a:spLocks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4385">
            <a:extLst>
              <a:ext uri="{FF2B5EF4-FFF2-40B4-BE49-F238E27FC236}">
                <a16:creationId xmlns:a16="http://schemas.microsoft.com/office/drawing/2014/main" id="{022B082F-1163-4A8B-A687-899069445E7B}"/>
              </a:ext>
            </a:extLst>
          </p:cNvPr>
          <p:cNvSpPr>
            <a:spLocks/>
          </p:cNvSpPr>
          <p:nvPr/>
        </p:nvSpPr>
        <p:spPr>
          <a:xfrm>
            <a:off x="1515489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4386">
            <a:extLst>
              <a:ext uri="{FF2B5EF4-FFF2-40B4-BE49-F238E27FC236}">
                <a16:creationId xmlns:a16="http://schemas.microsoft.com/office/drawing/2014/main" id="{EABBBEF0-9BB1-4604-B879-406E130DE375}"/>
              </a:ext>
            </a:extLst>
          </p:cNvPr>
          <p:cNvSpPr>
            <a:spLocks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4387">
            <a:extLst>
              <a:ext uri="{FF2B5EF4-FFF2-40B4-BE49-F238E27FC236}">
                <a16:creationId xmlns:a16="http://schemas.microsoft.com/office/drawing/2014/main" id="{334F4F2E-6CE1-48AB-946D-77A4078CBFD8}"/>
              </a:ext>
            </a:extLst>
          </p:cNvPr>
          <p:cNvSpPr>
            <a:spLocks/>
          </p:cNvSpPr>
          <p:nvPr/>
        </p:nvSpPr>
        <p:spPr>
          <a:xfrm>
            <a:off x="148447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4388">
            <a:extLst>
              <a:ext uri="{FF2B5EF4-FFF2-40B4-BE49-F238E27FC236}">
                <a16:creationId xmlns:a16="http://schemas.microsoft.com/office/drawing/2014/main" id="{875AA464-945E-48BD-8274-7F6E9A5E67B2}"/>
              </a:ext>
            </a:extLst>
          </p:cNvPr>
          <p:cNvSpPr>
            <a:spLocks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4389">
            <a:extLst>
              <a:ext uri="{FF2B5EF4-FFF2-40B4-BE49-F238E27FC236}">
                <a16:creationId xmlns:a16="http://schemas.microsoft.com/office/drawing/2014/main" id="{B6EAAEFC-CD4D-4676-9276-84072671E84F}"/>
              </a:ext>
            </a:extLst>
          </p:cNvPr>
          <p:cNvSpPr>
            <a:spLocks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4390">
            <a:extLst>
              <a:ext uri="{FF2B5EF4-FFF2-40B4-BE49-F238E27FC236}">
                <a16:creationId xmlns:a16="http://schemas.microsoft.com/office/drawing/2014/main" id="{0FAFDF95-2548-41E9-9B08-3A428179CA7D}"/>
              </a:ext>
            </a:extLst>
          </p:cNvPr>
          <p:cNvSpPr>
            <a:spLocks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4391">
            <a:extLst>
              <a:ext uri="{FF2B5EF4-FFF2-40B4-BE49-F238E27FC236}">
                <a16:creationId xmlns:a16="http://schemas.microsoft.com/office/drawing/2014/main" id="{9E161763-4BF2-4495-8AF7-96367259FB51}"/>
              </a:ext>
            </a:extLst>
          </p:cNvPr>
          <p:cNvSpPr>
            <a:spLocks/>
          </p:cNvSpPr>
          <p:nvPr/>
        </p:nvSpPr>
        <p:spPr>
          <a:xfrm>
            <a:off x="141554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4392">
            <a:extLst>
              <a:ext uri="{FF2B5EF4-FFF2-40B4-BE49-F238E27FC236}">
                <a16:creationId xmlns:a16="http://schemas.microsoft.com/office/drawing/2014/main" id="{9A826FF0-C04C-4213-813F-20FD7BE82C97}"/>
              </a:ext>
            </a:extLst>
          </p:cNvPr>
          <p:cNvSpPr>
            <a:spLocks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4393">
            <a:extLst>
              <a:ext uri="{FF2B5EF4-FFF2-40B4-BE49-F238E27FC236}">
                <a16:creationId xmlns:a16="http://schemas.microsoft.com/office/drawing/2014/main" id="{5AB6FD8C-7C4A-49BA-BCCA-A0FC33C00CB0}"/>
              </a:ext>
            </a:extLst>
          </p:cNvPr>
          <p:cNvSpPr>
            <a:spLocks/>
          </p:cNvSpPr>
          <p:nvPr/>
        </p:nvSpPr>
        <p:spPr>
          <a:xfrm>
            <a:off x="140632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4394">
            <a:extLst>
              <a:ext uri="{FF2B5EF4-FFF2-40B4-BE49-F238E27FC236}">
                <a16:creationId xmlns:a16="http://schemas.microsoft.com/office/drawing/2014/main" id="{DC7127F6-71B9-42DF-9871-DAD5345AEABF}"/>
              </a:ext>
            </a:extLst>
          </p:cNvPr>
          <p:cNvSpPr>
            <a:spLocks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4395">
            <a:extLst>
              <a:ext uri="{FF2B5EF4-FFF2-40B4-BE49-F238E27FC236}">
                <a16:creationId xmlns:a16="http://schemas.microsoft.com/office/drawing/2014/main" id="{0F4DDC17-BC6B-45C4-88AD-DCEAA2A09454}"/>
              </a:ext>
            </a:extLst>
          </p:cNvPr>
          <p:cNvSpPr>
            <a:spLocks/>
          </p:cNvSpPr>
          <p:nvPr/>
        </p:nvSpPr>
        <p:spPr>
          <a:xfrm>
            <a:off x="152846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4396">
            <a:extLst>
              <a:ext uri="{FF2B5EF4-FFF2-40B4-BE49-F238E27FC236}">
                <a16:creationId xmlns:a16="http://schemas.microsoft.com/office/drawing/2014/main" id="{8C745184-1C58-4CE9-B12B-D4F8CBBB6788}"/>
              </a:ext>
            </a:extLst>
          </p:cNvPr>
          <p:cNvSpPr>
            <a:spLocks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4397">
            <a:extLst>
              <a:ext uri="{FF2B5EF4-FFF2-40B4-BE49-F238E27FC236}">
                <a16:creationId xmlns:a16="http://schemas.microsoft.com/office/drawing/2014/main" id="{B7610276-7C61-4C25-97F1-345D89EDF1B1}"/>
              </a:ext>
            </a:extLst>
          </p:cNvPr>
          <p:cNvSpPr>
            <a:spLocks/>
          </p:cNvSpPr>
          <p:nvPr/>
        </p:nvSpPr>
        <p:spPr>
          <a:xfrm>
            <a:off x="1504602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4398">
            <a:extLst>
              <a:ext uri="{FF2B5EF4-FFF2-40B4-BE49-F238E27FC236}">
                <a16:creationId xmlns:a16="http://schemas.microsoft.com/office/drawing/2014/main" id="{58F0A240-EC87-4F5A-B9C4-F2C0224DB5E2}"/>
              </a:ext>
            </a:extLst>
          </p:cNvPr>
          <p:cNvSpPr>
            <a:spLocks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4399">
            <a:extLst>
              <a:ext uri="{FF2B5EF4-FFF2-40B4-BE49-F238E27FC236}">
                <a16:creationId xmlns:a16="http://schemas.microsoft.com/office/drawing/2014/main" id="{150EE775-30C4-4BFC-B80B-3A5A842CFCC8}"/>
              </a:ext>
            </a:extLst>
          </p:cNvPr>
          <p:cNvSpPr>
            <a:spLocks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4400">
            <a:extLst>
              <a:ext uri="{FF2B5EF4-FFF2-40B4-BE49-F238E27FC236}">
                <a16:creationId xmlns:a16="http://schemas.microsoft.com/office/drawing/2014/main" id="{8008DA4D-A04D-4031-8849-7190734D6C23}"/>
              </a:ext>
            </a:extLst>
          </p:cNvPr>
          <p:cNvSpPr>
            <a:spLocks/>
          </p:cNvSpPr>
          <p:nvPr/>
        </p:nvSpPr>
        <p:spPr>
          <a:xfrm>
            <a:off x="1499953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4401">
            <a:extLst>
              <a:ext uri="{FF2B5EF4-FFF2-40B4-BE49-F238E27FC236}">
                <a16:creationId xmlns:a16="http://schemas.microsoft.com/office/drawing/2014/main" id="{DBBD62B2-B542-4538-96D6-7939690D27F7}"/>
              </a:ext>
            </a:extLst>
          </p:cNvPr>
          <p:cNvSpPr>
            <a:spLocks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4402">
            <a:extLst>
              <a:ext uri="{FF2B5EF4-FFF2-40B4-BE49-F238E27FC236}">
                <a16:creationId xmlns:a16="http://schemas.microsoft.com/office/drawing/2014/main" id="{06C8CC23-D183-42FA-BBC4-266AC9E781FF}"/>
              </a:ext>
            </a:extLst>
          </p:cNvPr>
          <p:cNvSpPr>
            <a:spLocks/>
          </p:cNvSpPr>
          <p:nvPr/>
        </p:nvSpPr>
        <p:spPr>
          <a:xfrm>
            <a:off x="155876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4403">
            <a:extLst>
              <a:ext uri="{FF2B5EF4-FFF2-40B4-BE49-F238E27FC236}">
                <a16:creationId xmlns:a16="http://schemas.microsoft.com/office/drawing/2014/main" id="{A35DA9E7-4E84-4289-995A-198883515D7E}"/>
              </a:ext>
            </a:extLst>
          </p:cNvPr>
          <p:cNvSpPr>
            <a:spLocks/>
          </p:cNvSpPr>
          <p:nvPr/>
        </p:nvSpPr>
        <p:spPr>
          <a:xfrm>
            <a:off x="1466687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4404">
            <a:extLst>
              <a:ext uri="{FF2B5EF4-FFF2-40B4-BE49-F238E27FC236}">
                <a16:creationId xmlns:a16="http://schemas.microsoft.com/office/drawing/2014/main" id="{64B9FCD6-EA49-4A2C-AE4F-7980C22ACE7D}"/>
              </a:ext>
            </a:extLst>
          </p:cNvPr>
          <p:cNvSpPr>
            <a:spLocks/>
          </p:cNvSpPr>
          <p:nvPr/>
        </p:nvSpPr>
        <p:spPr>
          <a:xfrm>
            <a:off x="1487166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4405">
            <a:extLst>
              <a:ext uri="{FF2B5EF4-FFF2-40B4-BE49-F238E27FC236}">
                <a16:creationId xmlns:a16="http://schemas.microsoft.com/office/drawing/2014/main" id="{E04EB0C2-700F-41C6-B18A-093F2F140636}"/>
              </a:ext>
            </a:extLst>
          </p:cNvPr>
          <p:cNvSpPr>
            <a:spLocks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4406">
            <a:extLst>
              <a:ext uri="{FF2B5EF4-FFF2-40B4-BE49-F238E27FC236}">
                <a16:creationId xmlns:a16="http://schemas.microsoft.com/office/drawing/2014/main" id="{1E20A1F0-FE80-4BC4-AF52-FCDA08843389}"/>
              </a:ext>
            </a:extLst>
          </p:cNvPr>
          <p:cNvSpPr>
            <a:spLocks/>
          </p:cNvSpPr>
          <p:nvPr/>
        </p:nvSpPr>
        <p:spPr>
          <a:xfrm>
            <a:off x="1435250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4407">
            <a:extLst>
              <a:ext uri="{FF2B5EF4-FFF2-40B4-BE49-F238E27FC236}">
                <a16:creationId xmlns:a16="http://schemas.microsoft.com/office/drawing/2014/main" id="{E6E84520-A878-4D0C-AC07-2C74128276F8}"/>
              </a:ext>
            </a:extLst>
          </p:cNvPr>
          <p:cNvSpPr>
            <a:spLocks/>
          </p:cNvSpPr>
          <p:nvPr/>
        </p:nvSpPr>
        <p:spPr>
          <a:xfrm>
            <a:off x="1451655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4408">
            <a:extLst>
              <a:ext uri="{FF2B5EF4-FFF2-40B4-BE49-F238E27FC236}">
                <a16:creationId xmlns:a16="http://schemas.microsoft.com/office/drawing/2014/main" id="{5EBF200A-9D80-44E1-941F-6B34345CC3AC}"/>
              </a:ext>
            </a:extLst>
          </p:cNvPr>
          <p:cNvSpPr>
            <a:spLocks/>
          </p:cNvSpPr>
          <p:nvPr/>
        </p:nvSpPr>
        <p:spPr>
          <a:xfrm>
            <a:off x="140719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4409">
            <a:extLst>
              <a:ext uri="{FF2B5EF4-FFF2-40B4-BE49-F238E27FC236}">
                <a16:creationId xmlns:a16="http://schemas.microsoft.com/office/drawing/2014/main" id="{0422ECBA-F6AC-48A1-9C32-ECC8EB67F420}"/>
              </a:ext>
            </a:extLst>
          </p:cNvPr>
          <p:cNvSpPr>
            <a:spLocks/>
          </p:cNvSpPr>
          <p:nvPr/>
        </p:nvSpPr>
        <p:spPr>
          <a:xfrm>
            <a:off x="139688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4410">
            <a:extLst>
              <a:ext uri="{FF2B5EF4-FFF2-40B4-BE49-F238E27FC236}">
                <a16:creationId xmlns:a16="http://schemas.microsoft.com/office/drawing/2014/main" id="{4187A801-B120-4B8B-9F8F-E0865C26BD61}"/>
              </a:ext>
            </a:extLst>
          </p:cNvPr>
          <p:cNvSpPr>
            <a:spLocks/>
          </p:cNvSpPr>
          <p:nvPr/>
        </p:nvSpPr>
        <p:spPr>
          <a:xfrm>
            <a:off x="1579446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4411">
            <a:extLst>
              <a:ext uri="{FF2B5EF4-FFF2-40B4-BE49-F238E27FC236}">
                <a16:creationId xmlns:a16="http://schemas.microsoft.com/office/drawing/2014/main" id="{395BA7E3-9CA4-4DBE-9D8C-E4F7C9079594}"/>
              </a:ext>
            </a:extLst>
          </p:cNvPr>
          <p:cNvSpPr>
            <a:spLocks/>
          </p:cNvSpPr>
          <p:nvPr/>
        </p:nvSpPr>
        <p:spPr>
          <a:xfrm>
            <a:off x="1379223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4412">
            <a:extLst>
              <a:ext uri="{FF2B5EF4-FFF2-40B4-BE49-F238E27FC236}">
                <a16:creationId xmlns:a16="http://schemas.microsoft.com/office/drawing/2014/main" id="{8CD63B72-9E32-4B57-BB06-B49566BB8440}"/>
              </a:ext>
            </a:extLst>
          </p:cNvPr>
          <p:cNvSpPr>
            <a:spLocks/>
          </p:cNvSpPr>
          <p:nvPr/>
        </p:nvSpPr>
        <p:spPr>
          <a:xfrm>
            <a:off x="138161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4413">
            <a:extLst>
              <a:ext uri="{FF2B5EF4-FFF2-40B4-BE49-F238E27FC236}">
                <a16:creationId xmlns:a16="http://schemas.microsoft.com/office/drawing/2014/main" id="{656CA514-5F04-4C64-84AB-779B068D13D0}"/>
              </a:ext>
            </a:extLst>
          </p:cNvPr>
          <p:cNvSpPr>
            <a:spLocks/>
          </p:cNvSpPr>
          <p:nvPr/>
        </p:nvSpPr>
        <p:spPr>
          <a:xfrm>
            <a:off x="153370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4414">
            <a:extLst>
              <a:ext uri="{FF2B5EF4-FFF2-40B4-BE49-F238E27FC236}">
                <a16:creationId xmlns:a16="http://schemas.microsoft.com/office/drawing/2014/main" id="{F8573BFE-7FAC-4F9B-B8F6-3157BC21C168}"/>
              </a:ext>
            </a:extLst>
          </p:cNvPr>
          <p:cNvSpPr>
            <a:spLocks/>
          </p:cNvSpPr>
          <p:nvPr/>
        </p:nvSpPr>
        <p:spPr>
          <a:xfrm>
            <a:off x="137869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4415">
            <a:extLst>
              <a:ext uri="{FF2B5EF4-FFF2-40B4-BE49-F238E27FC236}">
                <a16:creationId xmlns:a16="http://schemas.microsoft.com/office/drawing/2014/main" id="{42A6AC7B-03ED-46C0-8EA9-50C96CCE894E}"/>
              </a:ext>
            </a:extLst>
          </p:cNvPr>
          <p:cNvSpPr>
            <a:spLocks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4416">
            <a:extLst>
              <a:ext uri="{FF2B5EF4-FFF2-40B4-BE49-F238E27FC236}">
                <a16:creationId xmlns:a16="http://schemas.microsoft.com/office/drawing/2014/main" id="{E1CCDEFC-AE0C-4FC3-88C5-FAA66C4CB1E7}"/>
              </a:ext>
            </a:extLst>
          </p:cNvPr>
          <p:cNvSpPr>
            <a:spLocks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4417">
            <a:extLst>
              <a:ext uri="{FF2B5EF4-FFF2-40B4-BE49-F238E27FC236}">
                <a16:creationId xmlns:a16="http://schemas.microsoft.com/office/drawing/2014/main" id="{0BCA7990-1E8F-4945-84D9-100973D13E8D}"/>
              </a:ext>
            </a:extLst>
          </p:cNvPr>
          <p:cNvSpPr>
            <a:spLocks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4418">
            <a:extLst>
              <a:ext uri="{FF2B5EF4-FFF2-40B4-BE49-F238E27FC236}">
                <a16:creationId xmlns:a16="http://schemas.microsoft.com/office/drawing/2014/main" id="{01B5062D-F03B-4C61-89F0-1BDAC599DF54}"/>
              </a:ext>
            </a:extLst>
          </p:cNvPr>
          <p:cNvSpPr>
            <a:spLocks/>
          </p:cNvSpPr>
          <p:nvPr/>
        </p:nvSpPr>
        <p:spPr>
          <a:xfrm>
            <a:off x="149337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4419">
            <a:extLst>
              <a:ext uri="{FF2B5EF4-FFF2-40B4-BE49-F238E27FC236}">
                <a16:creationId xmlns:a16="http://schemas.microsoft.com/office/drawing/2014/main" id="{7ED3F180-6072-4A36-B791-D7280C6B4C7A}"/>
              </a:ext>
            </a:extLst>
          </p:cNvPr>
          <p:cNvSpPr>
            <a:spLocks/>
          </p:cNvSpPr>
          <p:nvPr/>
        </p:nvSpPr>
        <p:spPr>
          <a:xfrm>
            <a:off x="1539989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4420">
            <a:extLst>
              <a:ext uri="{FF2B5EF4-FFF2-40B4-BE49-F238E27FC236}">
                <a16:creationId xmlns:a16="http://schemas.microsoft.com/office/drawing/2014/main" id="{06AE64E6-CCDB-4BE4-8504-7782BC4945BA}"/>
              </a:ext>
            </a:extLst>
          </p:cNvPr>
          <p:cNvSpPr>
            <a:spLocks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4421">
            <a:extLst>
              <a:ext uri="{FF2B5EF4-FFF2-40B4-BE49-F238E27FC236}">
                <a16:creationId xmlns:a16="http://schemas.microsoft.com/office/drawing/2014/main" id="{A20C0D0F-300B-4D02-9F32-FFC52A4C2414}"/>
              </a:ext>
            </a:extLst>
          </p:cNvPr>
          <p:cNvSpPr>
            <a:spLocks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4422">
            <a:extLst>
              <a:ext uri="{FF2B5EF4-FFF2-40B4-BE49-F238E27FC236}">
                <a16:creationId xmlns:a16="http://schemas.microsoft.com/office/drawing/2014/main" id="{156B791F-FAD5-4608-801D-8B343B99FF4C}"/>
              </a:ext>
            </a:extLst>
          </p:cNvPr>
          <p:cNvSpPr>
            <a:spLocks/>
          </p:cNvSpPr>
          <p:nvPr/>
        </p:nvSpPr>
        <p:spPr>
          <a:xfrm>
            <a:off x="15687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4423">
            <a:extLst>
              <a:ext uri="{FF2B5EF4-FFF2-40B4-BE49-F238E27FC236}">
                <a16:creationId xmlns:a16="http://schemas.microsoft.com/office/drawing/2014/main" id="{3085B330-4A6E-491B-89B5-EFFD64F632B2}"/>
              </a:ext>
            </a:extLst>
          </p:cNvPr>
          <p:cNvSpPr>
            <a:spLocks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4424">
            <a:extLst>
              <a:ext uri="{FF2B5EF4-FFF2-40B4-BE49-F238E27FC236}">
                <a16:creationId xmlns:a16="http://schemas.microsoft.com/office/drawing/2014/main" id="{FDF867BA-FD62-4880-AA9C-4ACD28B07E89}"/>
              </a:ext>
            </a:extLst>
          </p:cNvPr>
          <p:cNvSpPr>
            <a:spLocks/>
          </p:cNvSpPr>
          <p:nvPr/>
        </p:nvSpPr>
        <p:spPr>
          <a:xfrm>
            <a:off x="1540348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4425">
            <a:extLst>
              <a:ext uri="{FF2B5EF4-FFF2-40B4-BE49-F238E27FC236}">
                <a16:creationId xmlns:a16="http://schemas.microsoft.com/office/drawing/2014/main" id="{5C1DC787-31B9-46C4-AAAB-45C0DB6D65D0}"/>
              </a:ext>
            </a:extLst>
          </p:cNvPr>
          <p:cNvSpPr>
            <a:spLocks/>
          </p:cNvSpPr>
          <p:nvPr/>
        </p:nvSpPr>
        <p:spPr>
          <a:xfrm>
            <a:off x="136721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4426">
            <a:extLst>
              <a:ext uri="{FF2B5EF4-FFF2-40B4-BE49-F238E27FC236}">
                <a16:creationId xmlns:a16="http://schemas.microsoft.com/office/drawing/2014/main" id="{0AC79905-C00A-495D-A4D3-5D34BCF61C2E}"/>
              </a:ext>
            </a:extLst>
          </p:cNvPr>
          <p:cNvSpPr>
            <a:spLocks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4427">
            <a:extLst>
              <a:ext uri="{FF2B5EF4-FFF2-40B4-BE49-F238E27FC236}">
                <a16:creationId xmlns:a16="http://schemas.microsoft.com/office/drawing/2014/main" id="{99EC483A-A3AD-4969-B2F4-3AD567C80C12}"/>
              </a:ext>
            </a:extLst>
          </p:cNvPr>
          <p:cNvSpPr>
            <a:spLocks/>
          </p:cNvSpPr>
          <p:nvPr/>
        </p:nvSpPr>
        <p:spPr>
          <a:xfrm>
            <a:off x="1372600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4428">
            <a:extLst>
              <a:ext uri="{FF2B5EF4-FFF2-40B4-BE49-F238E27FC236}">
                <a16:creationId xmlns:a16="http://schemas.microsoft.com/office/drawing/2014/main" id="{C6BD6E2A-54AC-43A7-ADD8-8E940219F505}"/>
              </a:ext>
            </a:extLst>
          </p:cNvPr>
          <p:cNvSpPr>
            <a:spLocks/>
          </p:cNvSpPr>
          <p:nvPr/>
        </p:nvSpPr>
        <p:spPr>
          <a:xfrm>
            <a:off x="154114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4429">
            <a:extLst>
              <a:ext uri="{FF2B5EF4-FFF2-40B4-BE49-F238E27FC236}">
                <a16:creationId xmlns:a16="http://schemas.microsoft.com/office/drawing/2014/main" id="{79FD25D5-00BA-4EF7-8D25-188EF44B0A15}"/>
              </a:ext>
            </a:extLst>
          </p:cNvPr>
          <p:cNvSpPr>
            <a:spLocks/>
          </p:cNvSpPr>
          <p:nvPr/>
        </p:nvSpPr>
        <p:spPr>
          <a:xfrm>
            <a:off x="1552757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4430">
            <a:extLst>
              <a:ext uri="{FF2B5EF4-FFF2-40B4-BE49-F238E27FC236}">
                <a16:creationId xmlns:a16="http://schemas.microsoft.com/office/drawing/2014/main" id="{3F17D045-BBF2-4DA2-9D1A-84AEA36C3FA0}"/>
              </a:ext>
            </a:extLst>
          </p:cNvPr>
          <p:cNvSpPr>
            <a:spLocks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4431">
            <a:extLst>
              <a:ext uri="{FF2B5EF4-FFF2-40B4-BE49-F238E27FC236}">
                <a16:creationId xmlns:a16="http://schemas.microsoft.com/office/drawing/2014/main" id="{0F51C4DA-5397-4F0D-8502-4E3A83118760}"/>
              </a:ext>
            </a:extLst>
          </p:cNvPr>
          <p:cNvSpPr>
            <a:spLocks/>
          </p:cNvSpPr>
          <p:nvPr/>
        </p:nvSpPr>
        <p:spPr>
          <a:xfrm>
            <a:off x="142061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4432">
            <a:extLst>
              <a:ext uri="{FF2B5EF4-FFF2-40B4-BE49-F238E27FC236}">
                <a16:creationId xmlns:a16="http://schemas.microsoft.com/office/drawing/2014/main" id="{A9A2DD87-51AD-4E96-912E-36EF300171C4}"/>
              </a:ext>
            </a:extLst>
          </p:cNvPr>
          <p:cNvSpPr>
            <a:spLocks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4433">
            <a:extLst>
              <a:ext uri="{FF2B5EF4-FFF2-40B4-BE49-F238E27FC236}">
                <a16:creationId xmlns:a16="http://schemas.microsoft.com/office/drawing/2014/main" id="{809E3F54-A575-4DCD-B8B2-B7822B539B84}"/>
              </a:ext>
            </a:extLst>
          </p:cNvPr>
          <p:cNvSpPr>
            <a:spLocks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4434">
            <a:extLst>
              <a:ext uri="{FF2B5EF4-FFF2-40B4-BE49-F238E27FC236}">
                <a16:creationId xmlns:a16="http://schemas.microsoft.com/office/drawing/2014/main" id="{8A5B697C-AC6A-4D73-9A40-92139D3945E6}"/>
              </a:ext>
            </a:extLst>
          </p:cNvPr>
          <p:cNvSpPr>
            <a:spLocks/>
          </p:cNvSpPr>
          <p:nvPr/>
        </p:nvSpPr>
        <p:spPr>
          <a:xfrm>
            <a:off x="147084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4435">
            <a:extLst>
              <a:ext uri="{FF2B5EF4-FFF2-40B4-BE49-F238E27FC236}">
                <a16:creationId xmlns:a16="http://schemas.microsoft.com/office/drawing/2014/main" id="{F2994A6D-3AD5-420B-8270-1CF2EA22AB63}"/>
              </a:ext>
            </a:extLst>
          </p:cNvPr>
          <p:cNvSpPr>
            <a:spLocks/>
          </p:cNvSpPr>
          <p:nvPr/>
        </p:nvSpPr>
        <p:spPr>
          <a:xfrm>
            <a:off x="157781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4436">
            <a:extLst>
              <a:ext uri="{FF2B5EF4-FFF2-40B4-BE49-F238E27FC236}">
                <a16:creationId xmlns:a16="http://schemas.microsoft.com/office/drawing/2014/main" id="{E3AF728A-994B-4D3E-9187-B721492AFDEA}"/>
              </a:ext>
            </a:extLst>
          </p:cNvPr>
          <p:cNvSpPr>
            <a:spLocks/>
          </p:cNvSpPr>
          <p:nvPr/>
        </p:nvSpPr>
        <p:spPr>
          <a:xfrm>
            <a:off x="148700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4437">
            <a:extLst>
              <a:ext uri="{FF2B5EF4-FFF2-40B4-BE49-F238E27FC236}">
                <a16:creationId xmlns:a16="http://schemas.microsoft.com/office/drawing/2014/main" id="{3B32198E-66ED-4167-BAE0-31C7C84B8906}"/>
              </a:ext>
            </a:extLst>
          </p:cNvPr>
          <p:cNvSpPr>
            <a:spLocks/>
          </p:cNvSpPr>
          <p:nvPr/>
        </p:nvSpPr>
        <p:spPr>
          <a:xfrm>
            <a:off x="14483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4438">
            <a:extLst>
              <a:ext uri="{FF2B5EF4-FFF2-40B4-BE49-F238E27FC236}">
                <a16:creationId xmlns:a16="http://schemas.microsoft.com/office/drawing/2014/main" id="{39E2EFE6-4474-4A66-A30C-CE444C8C836C}"/>
              </a:ext>
            </a:extLst>
          </p:cNvPr>
          <p:cNvSpPr>
            <a:spLocks/>
          </p:cNvSpPr>
          <p:nvPr/>
        </p:nvSpPr>
        <p:spPr>
          <a:xfrm>
            <a:off x="14932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4439">
            <a:extLst>
              <a:ext uri="{FF2B5EF4-FFF2-40B4-BE49-F238E27FC236}">
                <a16:creationId xmlns:a16="http://schemas.microsoft.com/office/drawing/2014/main" id="{3CC5B050-2271-4DB5-AA3B-4CF205B77FE4}"/>
              </a:ext>
            </a:extLst>
          </p:cNvPr>
          <p:cNvSpPr>
            <a:spLocks/>
          </p:cNvSpPr>
          <p:nvPr/>
        </p:nvSpPr>
        <p:spPr>
          <a:xfrm>
            <a:off x="1389642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4440">
            <a:extLst>
              <a:ext uri="{FF2B5EF4-FFF2-40B4-BE49-F238E27FC236}">
                <a16:creationId xmlns:a16="http://schemas.microsoft.com/office/drawing/2014/main" id="{2DDEE252-F5A4-48F1-AC6E-FAF65AA75AE6}"/>
              </a:ext>
            </a:extLst>
          </p:cNvPr>
          <p:cNvSpPr>
            <a:spLocks/>
          </p:cNvSpPr>
          <p:nvPr/>
        </p:nvSpPr>
        <p:spPr>
          <a:xfrm>
            <a:off x="14184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4441">
            <a:extLst>
              <a:ext uri="{FF2B5EF4-FFF2-40B4-BE49-F238E27FC236}">
                <a16:creationId xmlns:a16="http://schemas.microsoft.com/office/drawing/2014/main" id="{76463006-8D7C-4581-B554-52549E44C6DA}"/>
              </a:ext>
            </a:extLst>
          </p:cNvPr>
          <p:cNvSpPr>
            <a:spLocks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4442">
            <a:extLst>
              <a:ext uri="{FF2B5EF4-FFF2-40B4-BE49-F238E27FC236}">
                <a16:creationId xmlns:a16="http://schemas.microsoft.com/office/drawing/2014/main" id="{8079A705-FE01-4DC1-BD01-7783C5D04864}"/>
              </a:ext>
            </a:extLst>
          </p:cNvPr>
          <p:cNvSpPr>
            <a:spLocks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4443">
            <a:extLst>
              <a:ext uri="{FF2B5EF4-FFF2-40B4-BE49-F238E27FC236}">
                <a16:creationId xmlns:a16="http://schemas.microsoft.com/office/drawing/2014/main" id="{C281D1AE-81B1-4F36-934A-EB18A5E46DE9}"/>
              </a:ext>
            </a:extLst>
          </p:cNvPr>
          <p:cNvSpPr>
            <a:spLocks/>
          </p:cNvSpPr>
          <p:nvPr/>
        </p:nvSpPr>
        <p:spPr>
          <a:xfrm>
            <a:off x="1477370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4444">
            <a:extLst>
              <a:ext uri="{FF2B5EF4-FFF2-40B4-BE49-F238E27FC236}">
                <a16:creationId xmlns:a16="http://schemas.microsoft.com/office/drawing/2014/main" id="{0C64B6BA-8EA3-4BC6-ADE9-D500A20610D9}"/>
              </a:ext>
            </a:extLst>
          </p:cNvPr>
          <p:cNvSpPr>
            <a:spLocks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4445">
            <a:extLst>
              <a:ext uri="{FF2B5EF4-FFF2-40B4-BE49-F238E27FC236}">
                <a16:creationId xmlns:a16="http://schemas.microsoft.com/office/drawing/2014/main" id="{CDE0A8CD-2A02-4069-B152-15A02E1814D0}"/>
              </a:ext>
            </a:extLst>
          </p:cNvPr>
          <p:cNvSpPr>
            <a:spLocks/>
          </p:cNvSpPr>
          <p:nvPr/>
        </p:nvSpPr>
        <p:spPr>
          <a:xfrm>
            <a:off x="14514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4446">
            <a:extLst>
              <a:ext uri="{FF2B5EF4-FFF2-40B4-BE49-F238E27FC236}">
                <a16:creationId xmlns:a16="http://schemas.microsoft.com/office/drawing/2014/main" id="{A6FA44DE-3752-4522-9AF1-80E39DF22595}"/>
              </a:ext>
            </a:extLst>
          </p:cNvPr>
          <p:cNvSpPr>
            <a:spLocks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4447">
            <a:extLst>
              <a:ext uri="{FF2B5EF4-FFF2-40B4-BE49-F238E27FC236}">
                <a16:creationId xmlns:a16="http://schemas.microsoft.com/office/drawing/2014/main" id="{1734C494-21B1-459C-8832-7F4957012C95}"/>
              </a:ext>
            </a:extLst>
          </p:cNvPr>
          <p:cNvSpPr>
            <a:spLocks/>
          </p:cNvSpPr>
          <p:nvPr/>
        </p:nvSpPr>
        <p:spPr>
          <a:xfrm>
            <a:off x="150237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4448">
            <a:extLst>
              <a:ext uri="{FF2B5EF4-FFF2-40B4-BE49-F238E27FC236}">
                <a16:creationId xmlns:a16="http://schemas.microsoft.com/office/drawing/2014/main" id="{915B1FAD-EDB8-4F1A-A84D-0D3B78903576}"/>
              </a:ext>
            </a:extLst>
          </p:cNvPr>
          <p:cNvSpPr>
            <a:spLocks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4449">
            <a:extLst>
              <a:ext uri="{FF2B5EF4-FFF2-40B4-BE49-F238E27FC236}">
                <a16:creationId xmlns:a16="http://schemas.microsoft.com/office/drawing/2014/main" id="{ADF73C30-89A0-4592-988C-E5EA0BA80284}"/>
              </a:ext>
            </a:extLst>
          </p:cNvPr>
          <p:cNvSpPr>
            <a:spLocks/>
          </p:cNvSpPr>
          <p:nvPr/>
        </p:nvSpPr>
        <p:spPr>
          <a:xfrm>
            <a:off x="156941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4450">
            <a:extLst>
              <a:ext uri="{FF2B5EF4-FFF2-40B4-BE49-F238E27FC236}">
                <a16:creationId xmlns:a16="http://schemas.microsoft.com/office/drawing/2014/main" id="{BA5FCFC7-C2DA-49F3-8B2D-4CBB685F7AC0}"/>
              </a:ext>
            </a:extLst>
          </p:cNvPr>
          <p:cNvSpPr>
            <a:spLocks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4451">
            <a:extLst>
              <a:ext uri="{FF2B5EF4-FFF2-40B4-BE49-F238E27FC236}">
                <a16:creationId xmlns:a16="http://schemas.microsoft.com/office/drawing/2014/main" id="{678D61A3-9A20-47B8-8C09-B36BB79A8A57}"/>
              </a:ext>
            </a:extLst>
          </p:cNvPr>
          <p:cNvSpPr>
            <a:spLocks/>
          </p:cNvSpPr>
          <p:nvPr/>
        </p:nvSpPr>
        <p:spPr>
          <a:xfrm>
            <a:off x="14469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4452">
            <a:extLst>
              <a:ext uri="{FF2B5EF4-FFF2-40B4-BE49-F238E27FC236}">
                <a16:creationId xmlns:a16="http://schemas.microsoft.com/office/drawing/2014/main" id="{FF4F2FEB-88D5-4F60-9EAE-3F19379A9C1B}"/>
              </a:ext>
            </a:extLst>
          </p:cNvPr>
          <p:cNvSpPr>
            <a:spLocks/>
          </p:cNvSpPr>
          <p:nvPr/>
        </p:nvSpPr>
        <p:spPr>
          <a:xfrm>
            <a:off x="147006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4453">
            <a:extLst>
              <a:ext uri="{FF2B5EF4-FFF2-40B4-BE49-F238E27FC236}">
                <a16:creationId xmlns:a16="http://schemas.microsoft.com/office/drawing/2014/main" id="{57D9ED43-7323-48E1-A119-069344CFEFA0}"/>
              </a:ext>
            </a:extLst>
          </p:cNvPr>
          <p:cNvSpPr>
            <a:spLocks/>
          </p:cNvSpPr>
          <p:nvPr/>
        </p:nvSpPr>
        <p:spPr>
          <a:xfrm>
            <a:off x="1553435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4454">
            <a:extLst>
              <a:ext uri="{FF2B5EF4-FFF2-40B4-BE49-F238E27FC236}">
                <a16:creationId xmlns:a16="http://schemas.microsoft.com/office/drawing/2014/main" id="{99DF6CBD-CCEF-44CA-A1A7-C023C8DA27F7}"/>
              </a:ext>
            </a:extLst>
          </p:cNvPr>
          <p:cNvSpPr>
            <a:spLocks/>
          </p:cNvSpPr>
          <p:nvPr/>
        </p:nvSpPr>
        <p:spPr>
          <a:xfrm>
            <a:off x="139120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4455">
            <a:extLst>
              <a:ext uri="{FF2B5EF4-FFF2-40B4-BE49-F238E27FC236}">
                <a16:creationId xmlns:a16="http://schemas.microsoft.com/office/drawing/2014/main" id="{71107D4F-F6B4-4773-965F-150C70DDAE48}"/>
              </a:ext>
            </a:extLst>
          </p:cNvPr>
          <p:cNvSpPr>
            <a:spLocks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4456">
            <a:extLst>
              <a:ext uri="{FF2B5EF4-FFF2-40B4-BE49-F238E27FC236}">
                <a16:creationId xmlns:a16="http://schemas.microsoft.com/office/drawing/2014/main" id="{66A165C3-558F-42F6-9DD4-BBF075D63C2E}"/>
              </a:ext>
            </a:extLst>
          </p:cNvPr>
          <p:cNvSpPr>
            <a:spLocks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4457">
            <a:extLst>
              <a:ext uri="{FF2B5EF4-FFF2-40B4-BE49-F238E27FC236}">
                <a16:creationId xmlns:a16="http://schemas.microsoft.com/office/drawing/2014/main" id="{21E4AF0F-BC1B-43F8-A462-92568A7BE43E}"/>
              </a:ext>
            </a:extLst>
          </p:cNvPr>
          <p:cNvSpPr>
            <a:spLocks/>
          </p:cNvSpPr>
          <p:nvPr/>
        </p:nvSpPr>
        <p:spPr>
          <a:xfrm>
            <a:off x="1564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4458">
            <a:extLst>
              <a:ext uri="{FF2B5EF4-FFF2-40B4-BE49-F238E27FC236}">
                <a16:creationId xmlns:a16="http://schemas.microsoft.com/office/drawing/2014/main" id="{553B8DA6-14DE-4A78-9177-295E3E6B9BED}"/>
              </a:ext>
            </a:extLst>
          </p:cNvPr>
          <p:cNvSpPr>
            <a:spLocks/>
          </p:cNvSpPr>
          <p:nvPr/>
        </p:nvSpPr>
        <p:spPr>
          <a:xfrm>
            <a:off x="1417595" y="36220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4459">
            <a:extLst>
              <a:ext uri="{FF2B5EF4-FFF2-40B4-BE49-F238E27FC236}">
                <a16:creationId xmlns:a16="http://schemas.microsoft.com/office/drawing/2014/main" id="{4F4A27AF-61CE-4D6E-AAC9-6624FA2AADD0}"/>
              </a:ext>
            </a:extLst>
          </p:cNvPr>
          <p:cNvSpPr>
            <a:spLocks/>
          </p:cNvSpPr>
          <p:nvPr/>
        </p:nvSpPr>
        <p:spPr>
          <a:xfrm>
            <a:off x="1491025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4460">
            <a:extLst>
              <a:ext uri="{FF2B5EF4-FFF2-40B4-BE49-F238E27FC236}">
                <a16:creationId xmlns:a16="http://schemas.microsoft.com/office/drawing/2014/main" id="{52BCB0DF-FA93-46E8-B483-987B101A6977}"/>
              </a:ext>
            </a:extLst>
          </p:cNvPr>
          <p:cNvSpPr>
            <a:spLocks/>
          </p:cNvSpPr>
          <p:nvPr/>
        </p:nvSpPr>
        <p:spPr>
          <a:xfrm>
            <a:off x="147023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4461">
            <a:extLst>
              <a:ext uri="{FF2B5EF4-FFF2-40B4-BE49-F238E27FC236}">
                <a16:creationId xmlns:a16="http://schemas.microsoft.com/office/drawing/2014/main" id="{4AE17F8A-7D93-4141-A82F-F117E58C8431}"/>
              </a:ext>
            </a:extLst>
          </p:cNvPr>
          <p:cNvSpPr>
            <a:spLocks/>
          </p:cNvSpPr>
          <p:nvPr/>
        </p:nvSpPr>
        <p:spPr>
          <a:xfrm>
            <a:off x="1438881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4462">
            <a:extLst>
              <a:ext uri="{FF2B5EF4-FFF2-40B4-BE49-F238E27FC236}">
                <a16:creationId xmlns:a16="http://schemas.microsoft.com/office/drawing/2014/main" id="{B75E8C82-BBC4-4B35-A944-DF4C629E63C7}"/>
              </a:ext>
            </a:extLst>
          </p:cNvPr>
          <p:cNvSpPr>
            <a:spLocks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4463">
            <a:extLst>
              <a:ext uri="{FF2B5EF4-FFF2-40B4-BE49-F238E27FC236}">
                <a16:creationId xmlns:a16="http://schemas.microsoft.com/office/drawing/2014/main" id="{AC9AD231-8FF5-4FB7-ACC0-E9664A64E9BD}"/>
              </a:ext>
            </a:extLst>
          </p:cNvPr>
          <p:cNvSpPr>
            <a:spLocks/>
          </p:cNvSpPr>
          <p:nvPr/>
        </p:nvSpPr>
        <p:spPr>
          <a:xfrm>
            <a:off x="14716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4464">
            <a:extLst>
              <a:ext uri="{FF2B5EF4-FFF2-40B4-BE49-F238E27FC236}">
                <a16:creationId xmlns:a16="http://schemas.microsoft.com/office/drawing/2014/main" id="{486767B1-1B55-4C3B-91DA-9D7B91BD3BDA}"/>
              </a:ext>
            </a:extLst>
          </p:cNvPr>
          <p:cNvSpPr>
            <a:spLocks/>
          </p:cNvSpPr>
          <p:nvPr/>
        </p:nvSpPr>
        <p:spPr>
          <a:xfrm>
            <a:off x="1364364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4465">
            <a:extLst>
              <a:ext uri="{FF2B5EF4-FFF2-40B4-BE49-F238E27FC236}">
                <a16:creationId xmlns:a16="http://schemas.microsoft.com/office/drawing/2014/main" id="{EB9077D9-E6FE-4A90-B384-DD333D8C70D5}"/>
              </a:ext>
            </a:extLst>
          </p:cNvPr>
          <p:cNvSpPr>
            <a:spLocks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4466">
            <a:extLst>
              <a:ext uri="{FF2B5EF4-FFF2-40B4-BE49-F238E27FC236}">
                <a16:creationId xmlns:a16="http://schemas.microsoft.com/office/drawing/2014/main" id="{87284F49-C51B-4ABC-8882-4DF5A83C2C2B}"/>
              </a:ext>
            </a:extLst>
          </p:cNvPr>
          <p:cNvSpPr>
            <a:spLocks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4467">
            <a:extLst>
              <a:ext uri="{FF2B5EF4-FFF2-40B4-BE49-F238E27FC236}">
                <a16:creationId xmlns:a16="http://schemas.microsoft.com/office/drawing/2014/main" id="{9BF97AE0-1880-4DE5-91B3-606FC293B999}"/>
              </a:ext>
            </a:extLst>
          </p:cNvPr>
          <p:cNvSpPr>
            <a:spLocks/>
          </p:cNvSpPr>
          <p:nvPr/>
        </p:nvSpPr>
        <p:spPr>
          <a:xfrm>
            <a:off x="1503547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4468">
            <a:extLst>
              <a:ext uri="{FF2B5EF4-FFF2-40B4-BE49-F238E27FC236}">
                <a16:creationId xmlns:a16="http://schemas.microsoft.com/office/drawing/2014/main" id="{09544D52-ECF5-448F-AA24-B95E48336714}"/>
              </a:ext>
            </a:extLst>
          </p:cNvPr>
          <p:cNvSpPr>
            <a:spLocks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4469">
            <a:extLst>
              <a:ext uri="{FF2B5EF4-FFF2-40B4-BE49-F238E27FC236}">
                <a16:creationId xmlns:a16="http://schemas.microsoft.com/office/drawing/2014/main" id="{CC344598-E335-41ED-9DAF-944995749BF6}"/>
              </a:ext>
            </a:extLst>
          </p:cNvPr>
          <p:cNvSpPr>
            <a:spLocks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4470">
            <a:extLst>
              <a:ext uri="{FF2B5EF4-FFF2-40B4-BE49-F238E27FC236}">
                <a16:creationId xmlns:a16="http://schemas.microsoft.com/office/drawing/2014/main" id="{C85D0DD6-6FBC-414B-B3A7-58C7B34C9286}"/>
              </a:ext>
            </a:extLst>
          </p:cNvPr>
          <p:cNvSpPr>
            <a:spLocks/>
          </p:cNvSpPr>
          <p:nvPr/>
        </p:nvSpPr>
        <p:spPr>
          <a:xfrm>
            <a:off x="1486553" y="35426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4471">
            <a:extLst>
              <a:ext uri="{FF2B5EF4-FFF2-40B4-BE49-F238E27FC236}">
                <a16:creationId xmlns:a16="http://schemas.microsoft.com/office/drawing/2014/main" id="{4E53DA8C-9499-48F4-B3FA-F1130FAF9FD5}"/>
              </a:ext>
            </a:extLst>
          </p:cNvPr>
          <p:cNvSpPr>
            <a:spLocks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4472">
            <a:extLst>
              <a:ext uri="{FF2B5EF4-FFF2-40B4-BE49-F238E27FC236}">
                <a16:creationId xmlns:a16="http://schemas.microsoft.com/office/drawing/2014/main" id="{6F205030-3444-4F32-9673-BC1A08734698}"/>
              </a:ext>
            </a:extLst>
          </p:cNvPr>
          <p:cNvSpPr>
            <a:spLocks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4473">
            <a:extLst>
              <a:ext uri="{FF2B5EF4-FFF2-40B4-BE49-F238E27FC236}">
                <a16:creationId xmlns:a16="http://schemas.microsoft.com/office/drawing/2014/main" id="{CD3C5213-10C9-45B0-8AFF-6D57DCE32028}"/>
              </a:ext>
            </a:extLst>
          </p:cNvPr>
          <p:cNvSpPr>
            <a:spLocks/>
          </p:cNvSpPr>
          <p:nvPr/>
        </p:nvSpPr>
        <p:spPr>
          <a:xfrm>
            <a:off x="150325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4474">
            <a:extLst>
              <a:ext uri="{FF2B5EF4-FFF2-40B4-BE49-F238E27FC236}">
                <a16:creationId xmlns:a16="http://schemas.microsoft.com/office/drawing/2014/main" id="{C7A416D0-6B0A-4B1A-9619-7DA8C1F18CF7}"/>
              </a:ext>
            </a:extLst>
          </p:cNvPr>
          <p:cNvSpPr>
            <a:spLocks/>
          </p:cNvSpPr>
          <p:nvPr/>
        </p:nvSpPr>
        <p:spPr>
          <a:xfrm>
            <a:off x="1366159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4475">
            <a:extLst>
              <a:ext uri="{FF2B5EF4-FFF2-40B4-BE49-F238E27FC236}">
                <a16:creationId xmlns:a16="http://schemas.microsoft.com/office/drawing/2014/main" id="{8ED8B5D2-AFE3-43BB-8338-F52D47626DCB}"/>
              </a:ext>
            </a:extLst>
          </p:cNvPr>
          <p:cNvSpPr>
            <a:spLocks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4476">
            <a:extLst>
              <a:ext uri="{FF2B5EF4-FFF2-40B4-BE49-F238E27FC236}">
                <a16:creationId xmlns:a16="http://schemas.microsoft.com/office/drawing/2014/main" id="{ABAF5A0E-23F9-452C-A08F-F38CA518769E}"/>
              </a:ext>
            </a:extLst>
          </p:cNvPr>
          <p:cNvSpPr>
            <a:spLocks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4477">
            <a:extLst>
              <a:ext uri="{FF2B5EF4-FFF2-40B4-BE49-F238E27FC236}">
                <a16:creationId xmlns:a16="http://schemas.microsoft.com/office/drawing/2014/main" id="{CA9A0E68-2441-4F3C-93DF-CCC424F3D9CB}"/>
              </a:ext>
            </a:extLst>
          </p:cNvPr>
          <p:cNvSpPr>
            <a:spLocks/>
          </p:cNvSpPr>
          <p:nvPr/>
        </p:nvSpPr>
        <p:spPr>
          <a:xfrm>
            <a:off x="1398698" y="3193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4478">
            <a:extLst>
              <a:ext uri="{FF2B5EF4-FFF2-40B4-BE49-F238E27FC236}">
                <a16:creationId xmlns:a16="http://schemas.microsoft.com/office/drawing/2014/main" id="{415CE994-3C15-4BCE-8BD6-C11E1629F347}"/>
              </a:ext>
            </a:extLst>
          </p:cNvPr>
          <p:cNvSpPr>
            <a:spLocks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4479">
            <a:extLst>
              <a:ext uri="{FF2B5EF4-FFF2-40B4-BE49-F238E27FC236}">
                <a16:creationId xmlns:a16="http://schemas.microsoft.com/office/drawing/2014/main" id="{3BD600F7-18F6-4E3D-9DB6-1FDC09901498}"/>
              </a:ext>
            </a:extLst>
          </p:cNvPr>
          <p:cNvSpPr>
            <a:spLocks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4480">
            <a:extLst>
              <a:ext uri="{FF2B5EF4-FFF2-40B4-BE49-F238E27FC236}">
                <a16:creationId xmlns:a16="http://schemas.microsoft.com/office/drawing/2014/main" id="{946E171E-447E-47DC-B0FF-68BBB9323405}"/>
              </a:ext>
            </a:extLst>
          </p:cNvPr>
          <p:cNvSpPr>
            <a:spLocks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4481">
            <a:extLst>
              <a:ext uri="{FF2B5EF4-FFF2-40B4-BE49-F238E27FC236}">
                <a16:creationId xmlns:a16="http://schemas.microsoft.com/office/drawing/2014/main" id="{5B53BA97-BE6C-4426-9DC9-6E2A35ED180C}"/>
              </a:ext>
            </a:extLst>
          </p:cNvPr>
          <p:cNvSpPr>
            <a:spLocks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4482">
            <a:extLst>
              <a:ext uri="{FF2B5EF4-FFF2-40B4-BE49-F238E27FC236}">
                <a16:creationId xmlns:a16="http://schemas.microsoft.com/office/drawing/2014/main" id="{8932F2B3-2E4C-4C18-B2F7-50B62AE90B9A}"/>
              </a:ext>
            </a:extLst>
          </p:cNvPr>
          <p:cNvSpPr>
            <a:spLocks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4483">
            <a:extLst>
              <a:ext uri="{FF2B5EF4-FFF2-40B4-BE49-F238E27FC236}">
                <a16:creationId xmlns:a16="http://schemas.microsoft.com/office/drawing/2014/main" id="{D64797DC-5D3E-4F6E-B00A-ECE15EBE21AA}"/>
              </a:ext>
            </a:extLst>
          </p:cNvPr>
          <p:cNvSpPr>
            <a:spLocks/>
          </p:cNvSpPr>
          <p:nvPr/>
        </p:nvSpPr>
        <p:spPr>
          <a:xfrm>
            <a:off x="1576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4484">
            <a:extLst>
              <a:ext uri="{FF2B5EF4-FFF2-40B4-BE49-F238E27FC236}">
                <a16:creationId xmlns:a16="http://schemas.microsoft.com/office/drawing/2014/main" id="{F94903DF-63CE-4D2D-9A7C-DB392C0E8A5C}"/>
              </a:ext>
            </a:extLst>
          </p:cNvPr>
          <p:cNvSpPr>
            <a:spLocks/>
          </p:cNvSpPr>
          <p:nvPr/>
        </p:nvSpPr>
        <p:spPr>
          <a:xfrm>
            <a:off x="1444414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4485">
            <a:extLst>
              <a:ext uri="{FF2B5EF4-FFF2-40B4-BE49-F238E27FC236}">
                <a16:creationId xmlns:a16="http://schemas.microsoft.com/office/drawing/2014/main" id="{5FFDB1F9-DF22-468A-B84C-0B01B081511D}"/>
              </a:ext>
            </a:extLst>
          </p:cNvPr>
          <p:cNvSpPr>
            <a:spLocks/>
          </p:cNvSpPr>
          <p:nvPr/>
        </p:nvSpPr>
        <p:spPr>
          <a:xfrm>
            <a:off x="142744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4486">
            <a:extLst>
              <a:ext uri="{FF2B5EF4-FFF2-40B4-BE49-F238E27FC236}">
                <a16:creationId xmlns:a16="http://schemas.microsoft.com/office/drawing/2014/main" id="{6A04275A-229F-4288-B153-525EAB54639F}"/>
              </a:ext>
            </a:extLst>
          </p:cNvPr>
          <p:cNvSpPr>
            <a:spLocks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4487">
            <a:extLst>
              <a:ext uri="{FF2B5EF4-FFF2-40B4-BE49-F238E27FC236}">
                <a16:creationId xmlns:a16="http://schemas.microsoft.com/office/drawing/2014/main" id="{021D0C18-8A38-4C3D-AC9E-8AC139919C92}"/>
              </a:ext>
            </a:extLst>
          </p:cNvPr>
          <p:cNvSpPr>
            <a:spLocks/>
          </p:cNvSpPr>
          <p:nvPr/>
        </p:nvSpPr>
        <p:spPr>
          <a:xfrm>
            <a:off x="1566408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4488">
            <a:extLst>
              <a:ext uri="{FF2B5EF4-FFF2-40B4-BE49-F238E27FC236}">
                <a16:creationId xmlns:a16="http://schemas.microsoft.com/office/drawing/2014/main" id="{341D9DE9-4EA3-401F-B6F1-68050A3584BF}"/>
              </a:ext>
            </a:extLst>
          </p:cNvPr>
          <p:cNvSpPr>
            <a:spLocks/>
          </p:cNvSpPr>
          <p:nvPr/>
        </p:nvSpPr>
        <p:spPr>
          <a:xfrm>
            <a:off x="1471861" y="3277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4489">
            <a:extLst>
              <a:ext uri="{FF2B5EF4-FFF2-40B4-BE49-F238E27FC236}">
                <a16:creationId xmlns:a16="http://schemas.microsoft.com/office/drawing/2014/main" id="{C4373089-5789-4A26-B4EB-6A1DAC507103}"/>
              </a:ext>
            </a:extLst>
          </p:cNvPr>
          <p:cNvSpPr>
            <a:spLocks/>
          </p:cNvSpPr>
          <p:nvPr/>
        </p:nvSpPr>
        <p:spPr>
          <a:xfrm>
            <a:off x="142651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4490">
            <a:extLst>
              <a:ext uri="{FF2B5EF4-FFF2-40B4-BE49-F238E27FC236}">
                <a16:creationId xmlns:a16="http://schemas.microsoft.com/office/drawing/2014/main" id="{F60ED9DE-3326-4283-9D66-B0669CB40F34}"/>
              </a:ext>
            </a:extLst>
          </p:cNvPr>
          <p:cNvSpPr>
            <a:spLocks/>
          </p:cNvSpPr>
          <p:nvPr/>
        </p:nvSpPr>
        <p:spPr>
          <a:xfrm>
            <a:off x="1517138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4491">
            <a:extLst>
              <a:ext uri="{FF2B5EF4-FFF2-40B4-BE49-F238E27FC236}">
                <a16:creationId xmlns:a16="http://schemas.microsoft.com/office/drawing/2014/main" id="{76FD3914-3677-4992-AAA9-3E17D7B89089}"/>
              </a:ext>
            </a:extLst>
          </p:cNvPr>
          <p:cNvSpPr>
            <a:spLocks/>
          </p:cNvSpPr>
          <p:nvPr/>
        </p:nvSpPr>
        <p:spPr>
          <a:xfrm>
            <a:off x="139394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4492">
            <a:extLst>
              <a:ext uri="{FF2B5EF4-FFF2-40B4-BE49-F238E27FC236}">
                <a16:creationId xmlns:a16="http://schemas.microsoft.com/office/drawing/2014/main" id="{0D4EDF97-3CAA-43D9-9CA2-86043A5821DD}"/>
              </a:ext>
            </a:extLst>
          </p:cNvPr>
          <p:cNvSpPr>
            <a:spLocks/>
          </p:cNvSpPr>
          <p:nvPr/>
        </p:nvSpPr>
        <p:spPr>
          <a:xfrm>
            <a:off x="149073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4493">
            <a:extLst>
              <a:ext uri="{FF2B5EF4-FFF2-40B4-BE49-F238E27FC236}">
                <a16:creationId xmlns:a16="http://schemas.microsoft.com/office/drawing/2014/main" id="{56AF6ECA-6C7A-4253-82A0-EFD877C2B59A}"/>
              </a:ext>
            </a:extLst>
          </p:cNvPr>
          <p:cNvSpPr>
            <a:spLocks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4494">
            <a:extLst>
              <a:ext uri="{FF2B5EF4-FFF2-40B4-BE49-F238E27FC236}">
                <a16:creationId xmlns:a16="http://schemas.microsoft.com/office/drawing/2014/main" id="{687099C6-0A21-4D60-A205-BAD81177B6C8}"/>
              </a:ext>
            </a:extLst>
          </p:cNvPr>
          <p:cNvSpPr>
            <a:spLocks/>
          </p:cNvSpPr>
          <p:nvPr/>
        </p:nvSpPr>
        <p:spPr>
          <a:xfrm>
            <a:off x="1478102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4495">
            <a:extLst>
              <a:ext uri="{FF2B5EF4-FFF2-40B4-BE49-F238E27FC236}">
                <a16:creationId xmlns:a16="http://schemas.microsoft.com/office/drawing/2014/main" id="{E839CA96-8725-4543-B9C5-0BBEAFEC2E88}"/>
              </a:ext>
            </a:extLst>
          </p:cNvPr>
          <p:cNvSpPr>
            <a:spLocks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4496">
            <a:extLst>
              <a:ext uri="{FF2B5EF4-FFF2-40B4-BE49-F238E27FC236}">
                <a16:creationId xmlns:a16="http://schemas.microsoft.com/office/drawing/2014/main" id="{9A558D66-579C-4939-B132-0187AA77D25C}"/>
              </a:ext>
            </a:extLst>
          </p:cNvPr>
          <p:cNvSpPr>
            <a:spLocks/>
          </p:cNvSpPr>
          <p:nvPr/>
        </p:nvSpPr>
        <p:spPr>
          <a:xfrm>
            <a:off x="1482734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4497">
            <a:extLst>
              <a:ext uri="{FF2B5EF4-FFF2-40B4-BE49-F238E27FC236}">
                <a16:creationId xmlns:a16="http://schemas.microsoft.com/office/drawing/2014/main" id="{C2310519-5C66-4E94-997D-4969F60DCC11}"/>
              </a:ext>
            </a:extLst>
          </p:cNvPr>
          <p:cNvSpPr>
            <a:spLocks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4498">
            <a:extLst>
              <a:ext uri="{FF2B5EF4-FFF2-40B4-BE49-F238E27FC236}">
                <a16:creationId xmlns:a16="http://schemas.microsoft.com/office/drawing/2014/main" id="{9340DDB2-A4DB-49AE-9A49-C3C9859CE677}"/>
              </a:ext>
            </a:extLst>
          </p:cNvPr>
          <p:cNvSpPr>
            <a:spLocks/>
          </p:cNvSpPr>
          <p:nvPr/>
        </p:nvSpPr>
        <p:spPr>
          <a:xfrm>
            <a:off x="149930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4499">
            <a:extLst>
              <a:ext uri="{FF2B5EF4-FFF2-40B4-BE49-F238E27FC236}">
                <a16:creationId xmlns:a16="http://schemas.microsoft.com/office/drawing/2014/main" id="{8D645A41-4A46-4FE3-B7D9-A0D1B852FC39}"/>
              </a:ext>
            </a:extLst>
          </p:cNvPr>
          <p:cNvSpPr>
            <a:spLocks/>
          </p:cNvSpPr>
          <p:nvPr/>
        </p:nvSpPr>
        <p:spPr>
          <a:xfrm>
            <a:off x="143835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4500">
            <a:extLst>
              <a:ext uri="{FF2B5EF4-FFF2-40B4-BE49-F238E27FC236}">
                <a16:creationId xmlns:a16="http://schemas.microsoft.com/office/drawing/2014/main" id="{D1599F20-64A6-40FE-9968-675E0F35D815}"/>
              </a:ext>
            </a:extLst>
          </p:cNvPr>
          <p:cNvSpPr>
            <a:spLocks/>
          </p:cNvSpPr>
          <p:nvPr/>
        </p:nvSpPr>
        <p:spPr>
          <a:xfrm>
            <a:off x="1576286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4501">
            <a:extLst>
              <a:ext uri="{FF2B5EF4-FFF2-40B4-BE49-F238E27FC236}">
                <a16:creationId xmlns:a16="http://schemas.microsoft.com/office/drawing/2014/main" id="{5D15F39E-9BF1-4E47-9F55-6E09F5F736F3}"/>
              </a:ext>
            </a:extLst>
          </p:cNvPr>
          <p:cNvSpPr>
            <a:spLocks/>
          </p:cNvSpPr>
          <p:nvPr/>
        </p:nvSpPr>
        <p:spPr>
          <a:xfrm>
            <a:off x="15192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4502">
            <a:extLst>
              <a:ext uri="{FF2B5EF4-FFF2-40B4-BE49-F238E27FC236}">
                <a16:creationId xmlns:a16="http://schemas.microsoft.com/office/drawing/2014/main" id="{8FA42CE3-FBF2-4996-AE9E-020B1E9E2642}"/>
              </a:ext>
            </a:extLst>
          </p:cNvPr>
          <p:cNvSpPr>
            <a:spLocks/>
          </p:cNvSpPr>
          <p:nvPr/>
        </p:nvSpPr>
        <p:spPr>
          <a:xfrm>
            <a:off x="14002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4503">
            <a:extLst>
              <a:ext uri="{FF2B5EF4-FFF2-40B4-BE49-F238E27FC236}">
                <a16:creationId xmlns:a16="http://schemas.microsoft.com/office/drawing/2014/main" id="{99E3CC87-1E6D-4528-8206-4BAAB63C886F}"/>
              </a:ext>
            </a:extLst>
          </p:cNvPr>
          <p:cNvSpPr>
            <a:spLocks/>
          </p:cNvSpPr>
          <p:nvPr/>
        </p:nvSpPr>
        <p:spPr>
          <a:xfrm>
            <a:off x="1386726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4504">
            <a:extLst>
              <a:ext uri="{FF2B5EF4-FFF2-40B4-BE49-F238E27FC236}">
                <a16:creationId xmlns:a16="http://schemas.microsoft.com/office/drawing/2014/main" id="{258BAD59-173E-486F-9BB1-5A3CEC1945E6}"/>
              </a:ext>
            </a:extLst>
          </p:cNvPr>
          <p:cNvSpPr>
            <a:spLocks/>
          </p:cNvSpPr>
          <p:nvPr/>
        </p:nvSpPr>
        <p:spPr>
          <a:xfrm>
            <a:off x="15228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4505">
            <a:extLst>
              <a:ext uri="{FF2B5EF4-FFF2-40B4-BE49-F238E27FC236}">
                <a16:creationId xmlns:a16="http://schemas.microsoft.com/office/drawing/2014/main" id="{5E0212EC-8603-441B-A6D8-45B1F77AB0CF}"/>
              </a:ext>
            </a:extLst>
          </p:cNvPr>
          <p:cNvSpPr>
            <a:spLocks/>
          </p:cNvSpPr>
          <p:nvPr/>
        </p:nvSpPr>
        <p:spPr>
          <a:xfrm>
            <a:off x="1570507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4506">
            <a:extLst>
              <a:ext uri="{FF2B5EF4-FFF2-40B4-BE49-F238E27FC236}">
                <a16:creationId xmlns:a16="http://schemas.microsoft.com/office/drawing/2014/main" id="{2AF9E2F9-2B05-49C2-9C11-BBF5A4B8D831}"/>
              </a:ext>
            </a:extLst>
          </p:cNvPr>
          <p:cNvSpPr>
            <a:spLocks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4507">
            <a:extLst>
              <a:ext uri="{FF2B5EF4-FFF2-40B4-BE49-F238E27FC236}">
                <a16:creationId xmlns:a16="http://schemas.microsoft.com/office/drawing/2014/main" id="{1AFD01D1-488D-4856-B995-551B86C07312}"/>
              </a:ext>
            </a:extLst>
          </p:cNvPr>
          <p:cNvSpPr>
            <a:spLocks/>
          </p:cNvSpPr>
          <p:nvPr/>
        </p:nvSpPr>
        <p:spPr>
          <a:xfrm>
            <a:off x="1534698" y="3473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4508">
            <a:extLst>
              <a:ext uri="{FF2B5EF4-FFF2-40B4-BE49-F238E27FC236}">
                <a16:creationId xmlns:a16="http://schemas.microsoft.com/office/drawing/2014/main" id="{9E12841C-E2D2-412C-A77E-996C15ED7372}"/>
              </a:ext>
            </a:extLst>
          </p:cNvPr>
          <p:cNvSpPr>
            <a:spLocks/>
          </p:cNvSpPr>
          <p:nvPr/>
        </p:nvSpPr>
        <p:spPr>
          <a:xfrm>
            <a:off x="1511722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4509">
            <a:extLst>
              <a:ext uri="{FF2B5EF4-FFF2-40B4-BE49-F238E27FC236}">
                <a16:creationId xmlns:a16="http://schemas.microsoft.com/office/drawing/2014/main" id="{739B292F-D0F7-427E-A848-73A263405A36}"/>
              </a:ext>
            </a:extLst>
          </p:cNvPr>
          <p:cNvSpPr>
            <a:spLocks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4510">
            <a:extLst>
              <a:ext uri="{FF2B5EF4-FFF2-40B4-BE49-F238E27FC236}">
                <a16:creationId xmlns:a16="http://schemas.microsoft.com/office/drawing/2014/main" id="{9BD357A6-03A3-4922-8743-86C35B7FDA06}"/>
              </a:ext>
            </a:extLst>
          </p:cNvPr>
          <p:cNvSpPr>
            <a:spLocks/>
          </p:cNvSpPr>
          <p:nvPr/>
        </p:nvSpPr>
        <p:spPr>
          <a:xfrm>
            <a:off x="151682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4511">
            <a:extLst>
              <a:ext uri="{FF2B5EF4-FFF2-40B4-BE49-F238E27FC236}">
                <a16:creationId xmlns:a16="http://schemas.microsoft.com/office/drawing/2014/main" id="{A72684A6-170D-4C47-93B4-EA9C42C6151A}"/>
              </a:ext>
            </a:extLst>
          </p:cNvPr>
          <p:cNvSpPr>
            <a:spLocks/>
          </p:cNvSpPr>
          <p:nvPr/>
        </p:nvSpPr>
        <p:spPr>
          <a:xfrm>
            <a:off x="144983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4512">
            <a:extLst>
              <a:ext uri="{FF2B5EF4-FFF2-40B4-BE49-F238E27FC236}">
                <a16:creationId xmlns:a16="http://schemas.microsoft.com/office/drawing/2014/main" id="{45DCD312-1352-49B2-884B-F4105BCCDED1}"/>
              </a:ext>
            </a:extLst>
          </p:cNvPr>
          <p:cNvSpPr>
            <a:spLocks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4513">
            <a:extLst>
              <a:ext uri="{FF2B5EF4-FFF2-40B4-BE49-F238E27FC236}">
                <a16:creationId xmlns:a16="http://schemas.microsoft.com/office/drawing/2014/main" id="{139A0DD8-192B-4298-B7BD-1B961C3D91AA}"/>
              </a:ext>
            </a:extLst>
          </p:cNvPr>
          <p:cNvSpPr>
            <a:spLocks/>
          </p:cNvSpPr>
          <p:nvPr/>
        </p:nvSpPr>
        <p:spPr>
          <a:xfrm>
            <a:off x="146380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4514">
            <a:extLst>
              <a:ext uri="{FF2B5EF4-FFF2-40B4-BE49-F238E27FC236}">
                <a16:creationId xmlns:a16="http://schemas.microsoft.com/office/drawing/2014/main" id="{EA4BFBF8-D7E6-4E40-BA70-4AAD14765E4A}"/>
              </a:ext>
            </a:extLst>
          </p:cNvPr>
          <p:cNvSpPr>
            <a:spLocks/>
          </p:cNvSpPr>
          <p:nvPr/>
        </p:nvSpPr>
        <p:spPr>
          <a:xfrm>
            <a:off x="1407384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4515">
            <a:extLst>
              <a:ext uri="{FF2B5EF4-FFF2-40B4-BE49-F238E27FC236}">
                <a16:creationId xmlns:a16="http://schemas.microsoft.com/office/drawing/2014/main" id="{FB7D7B04-DB29-4984-BCE7-A181734892CA}"/>
              </a:ext>
            </a:extLst>
          </p:cNvPr>
          <p:cNvSpPr>
            <a:spLocks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4516">
            <a:extLst>
              <a:ext uri="{FF2B5EF4-FFF2-40B4-BE49-F238E27FC236}">
                <a16:creationId xmlns:a16="http://schemas.microsoft.com/office/drawing/2014/main" id="{D24E65E2-DEB6-487C-8490-0586747ABA84}"/>
              </a:ext>
            </a:extLst>
          </p:cNvPr>
          <p:cNvSpPr>
            <a:spLocks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4517">
            <a:extLst>
              <a:ext uri="{FF2B5EF4-FFF2-40B4-BE49-F238E27FC236}">
                <a16:creationId xmlns:a16="http://schemas.microsoft.com/office/drawing/2014/main" id="{A91245AC-9901-4C4E-B807-DE1BDEDACB85}"/>
              </a:ext>
            </a:extLst>
          </p:cNvPr>
          <p:cNvSpPr>
            <a:spLocks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4518">
            <a:extLst>
              <a:ext uri="{FF2B5EF4-FFF2-40B4-BE49-F238E27FC236}">
                <a16:creationId xmlns:a16="http://schemas.microsoft.com/office/drawing/2014/main" id="{6C32A2BF-ED13-455E-B442-DDF637B073E5}"/>
              </a:ext>
            </a:extLst>
          </p:cNvPr>
          <p:cNvSpPr>
            <a:spLocks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4519">
            <a:extLst>
              <a:ext uri="{FF2B5EF4-FFF2-40B4-BE49-F238E27FC236}">
                <a16:creationId xmlns:a16="http://schemas.microsoft.com/office/drawing/2014/main" id="{C19AD20E-DB15-4BF1-997D-7D90A4B1DA34}"/>
              </a:ext>
            </a:extLst>
          </p:cNvPr>
          <p:cNvSpPr>
            <a:spLocks/>
          </p:cNvSpPr>
          <p:nvPr/>
        </p:nvSpPr>
        <p:spPr>
          <a:xfrm>
            <a:off x="1530703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4520">
            <a:extLst>
              <a:ext uri="{FF2B5EF4-FFF2-40B4-BE49-F238E27FC236}">
                <a16:creationId xmlns:a16="http://schemas.microsoft.com/office/drawing/2014/main" id="{A5AA07D1-2D0D-4C24-A4C8-8CEB6154CD2A}"/>
              </a:ext>
            </a:extLst>
          </p:cNvPr>
          <p:cNvSpPr>
            <a:spLocks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4521">
            <a:extLst>
              <a:ext uri="{FF2B5EF4-FFF2-40B4-BE49-F238E27FC236}">
                <a16:creationId xmlns:a16="http://schemas.microsoft.com/office/drawing/2014/main" id="{E7EA0D11-824D-4ECC-83B6-CABC14AAB2BF}"/>
              </a:ext>
            </a:extLst>
          </p:cNvPr>
          <p:cNvSpPr>
            <a:spLocks/>
          </p:cNvSpPr>
          <p:nvPr/>
        </p:nvSpPr>
        <p:spPr>
          <a:xfrm>
            <a:off x="14072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4522">
            <a:extLst>
              <a:ext uri="{FF2B5EF4-FFF2-40B4-BE49-F238E27FC236}">
                <a16:creationId xmlns:a16="http://schemas.microsoft.com/office/drawing/2014/main" id="{9FD10419-4E98-4F18-AB2D-86AAD33CCCBB}"/>
              </a:ext>
            </a:extLst>
          </p:cNvPr>
          <p:cNvSpPr>
            <a:spLocks/>
          </p:cNvSpPr>
          <p:nvPr/>
        </p:nvSpPr>
        <p:spPr>
          <a:xfrm>
            <a:off x="1363147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4523">
            <a:extLst>
              <a:ext uri="{FF2B5EF4-FFF2-40B4-BE49-F238E27FC236}">
                <a16:creationId xmlns:a16="http://schemas.microsoft.com/office/drawing/2014/main" id="{5BCE86BB-A145-4647-A61F-22F90DE85376}"/>
              </a:ext>
            </a:extLst>
          </p:cNvPr>
          <p:cNvSpPr>
            <a:spLocks/>
          </p:cNvSpPr>
          <p:nvPr/>
        </p:nvSpPr>
        <p:spPr>
          <a:xfrm>
            <a:off x="149098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4524">
            <a:extLst>
              <a:ext uri="{FF2B5EF4-FFF2-40B4-BE49-F238E27FC236}">
                <a16:creationId xmlns:a16="http://schemas.microsoft.com/office/drawing/2014/main" id="{B88BF24C-9FAB-4009-A6AC-9784593B855C}"/>
              </a:ext>
            </a:extLst>
          </p:cNvPr>
          <p:cNvSpPr>
            <a:spLocks/>
          </p:cNvSpPr>
          <p:nvPr/>
        </p:nvSpPr>
        <p:spPr>
          <a:xfrm>
            <a:off x="13883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4525">
            <a:extLst>
              <a:ext uri="{FF2B5EF4-FFF2-40B4-BE49-F238E27FC236}">
                <a16:creationId xmlns:a16="http://schemas.microsoft.com/office/drawing/2014/main" id="{8504FD62-02E0-4E0A-8106-A59C9EEB2641}"/>
              </a:ext>
            </a:extLst>
          </p:cNvPr>
          <p:cNvSpPr>
            <a:spLocks/>
          </p:cNvSpPr>
          <p:nvPr/>
        </p:nvSpPr>
        <p:spPr>
          <a:xfrm>
            <a:off x="15474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4526">
            <a:extLst>
              <a:ext uri="{FF2B5EF4-FFF2-40B4-BE49-F238E27FC236}">
                <a16:creationId xmlns:a16="http://schemas.microsoft.com/office/drawing/2014/main" id="{30333627-40A0-4F45-821B-78B1E1262EB9}"/>
              </a:ext>
            </a:extLst>
          </p:cNvPr>
          <p:cNvSpPr>
            <a:spLocks/>
          </p:cNvSpPr>
          <p:nvPr/>
        </p:nvSpPr>
        <p:spPr>
          <a:xfrm>
            <a:off x="1432952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4527">
            <a:extLst>
              <a:ext uri="{FF2B5EF4-FFF2-40B4-BE49-F238E27FC236}">
                <a16:creationId xmlns:a16="http://schemas.microsoft.com/office/drawing/2014/main" id="{CE60809B-39A3-4B83-BFF4-FA0C6863001C}"/>
              </a:ext>
            </a:extLst>
          </p:cNvPr>
          <p:cNvSpPr>
            <a:spLocks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4528">
            <a:extLst>
              <a:ext uri="{FF2B5EF4-FFF2-40B4-BE49-F238E27FC236}">
                <a16:creationId xmlns:a16="http://schemas.microsoft.com/office/drawing/2014/main" id="{96D046CB-8E55-4187-B001-6827899CE001}"/>
              </a:ext>
            </a:extLst>
          </p:cNvPr>
          <p:cNvSpPr>
            <a:spLocks/>
          </p:cNvSpPr>
          <p:nvPr/>
        </p:nvSpPr>
        <p:spPr>
          <a:xfrm>
            <a:off x="1387804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4529">
            <a:extLst>
              <a:ext uri="{FF2B5EF4-FFF2-40B4-BE49-F238E27FC236}">
                <a16:creationId xmlns:a16="http://schemas.microsoft.com/office/drawing/2014/main" id="{3176196B-F210-4B8C-A41A-E2A5F14A75FD}"/>
              </a:ext>
            </a:extLst>
          </p:cNvPr>
          <p:cNvSpPr>
            <a:spLocks/>
          </p:cNvSpPr>
          <p:nvPr/>
        </p:nvSpPr>
        <p:spPr>
          <a:xfrm>
            <a:off x="144442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4530">
            <a:extLst>
              <a:ext uri="{FF2B5EF4-FFF2-40B4-BE49-F238E27FC236}">
                <a16:creationId xmlns:a16="http://schemas.microsoft.com/office/drawing/2014/main" id="{81B98E7D-432C-4B40-9B3A-49D108FC0A21}"/>
              </a:ext>
            </a:extLst>
          </p:cNvPr>
          <p:cNvSpPr>
            <a:spLocks/>
          </p:cNvSpPr>
          <p:nvPr/>
        </p:nvSpPr>
        <p:spPr>
          <a:xfrm>
            <a:off x="1537530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4531">
            <a:extLst>
              <a:ext uri="{FF2B5EF4-FFF2-40B4-BE49-F238E27FC236}">
                <a16:creationId xmlns:a16="http://schemas.microsoft.com/office/drawing/2014/main" id="{337B6244-DCBE-4B43-AD83-C25B822CCCE7}"/>
              </a:ext>
            </a:extLst>
          </p:cNvPr>
          <p:cNvSpPr>
            <a:spLocks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4532">
            <a:extLst>
              <a:ext uri="{FF2B5EF4-FFF2-40B4-BE49-F238E27FC236}">
                <a16:creationId xmlns:a16="http://schemas.microsoft.com/office/drawing/2014/main" id="{B11E8580-9898-4CAF-8525-2C949038E2EE}"/>
              </a:ext>
            </a:extLst>
          </p:cNvPr>
          <p:cNvSpPr>
            <a:spLocks/>
          </p:cNvSpPr>
          <p:nvPr/>
        </p:nvSpPr>
        <p:spPr>
          <a:xfrm>
            <a:off x="1403893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4533">
            <a:extLst>
              <a:ext uri="{FF2B5EF4-FFF2-40B4-BE49-F238E27FC236}">
                <a16:creationId xmlns:a16="http://schemas.microsoft.com/office/drawing/2014/main" id="{14723C69-DACB-4423-9D6D-58B37D27C0D7}"/>
              </a:ext>
            </a:extLst>
          </p:cNvPr>
          <p:cNvSpPr>
            <a:spLocks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4534">
            <a:extLst>
              <a:ext uri="{FF2B5EF4-FFF2-40B4-BE49-F238E27FC236}">
                <a16:creationId xmlns:a16="http://schemas.microsoft.com/office/drawing/2014/main" id="{8078B583-04A5-450E-9831-15101DA7419A}"/>
              </a:ext>
            </a:extLst>
          </p:cNvPr>
          <p:cNvSpPr>
            <a:spLocks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4535">
            <a:extLst>
              <a:ext uri="{FF2B5EF4-FFF2-40B4-BE49-F238E27FC236}">
                <a16:creationId xmlns:a16="http://schemas.microsoft.com/office/drawing/2014/main" id="{3FABFDEE-904B-40C5-871E-0806104D97D2}"/>
              </a:ext>
            </a:extLst>
          </p:cNvPr>
          <p:cNvSpPr>
            <a:spLocks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4536">
            <a:extLst>
              <a:ext uri="{FF2B5EF4-FFF2-40B4-BE49-F238E27FC236}">
                <a16:creationId xmlns:a16="http://schemas.microsoft.com/office/drawing/2014/main" id="{787D04E7-A7BC-4154-9F44-72B476FD6AE3}"/>
              </a:ext>
            </a:extLst>
          </p:cNvPr>
          <p:cNvSpPr>
            <a:spLocks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4537">
            <a:extLst>
              <a:ext uri="{FF2B5EF4-FFF2-40B4-BE49-F238E27FC236}">
                <a16:creationId xmlns:a16="http://schemas.microsoft.com/office/drawing/2014/main" id="{88936B25-8BB1-4997-9054-4E60A276453F}"/>
              </a:ext>
            </a:extLst>
          </p:cNvPr>
          <p:cNvSpPr>
            <a:spLocks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4538">
            <a:extLst>
              <a:ext uri="{FF2B5EF4-FFF2-40B4-BE49-F238E27FC236}">
                <a16:creationId xmlns:a16="http://schemas.microsoft.com/office/drawing/2014/main" id="{9D80F66D-88B6-4872-92B0-8B0FFCC5656B}"/>
              </a:ext>
            </a:extLst>
          </p:cNvPr>
          <p:cNvSpPr>
            <a:spLocks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4539">
            <a:extLst>
              <a:ext uri="{FF2B5EF4-FFF2-40B4-BE49-F238E27FC236}">
                <a16:creationId xmlns:a16="http://schemas.microsoft.com/office/drawing/2014/main" id="{23265993-F1FC-46C0-A890-1CA72C11B811}"/>
              </a:ext>
            </a:extLst>
          </p:cNvPr>
          <p:cNvSpPr>
            <a:spLocks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4540">
            <a:extLst>
              <a:ext uri="{FF2B5EF4-FFF2-40B4-BE49-F238E27FC236}">
                <a16:creationId xmlns:a16="http://schemas.microsoft.com/office/drawing/2014/main" id="{E20892BC-C0C1-4889-B9EC-2E3F0C4C0929}"/>
              </a:ext>
            </a:extLst>
          </p:cNvPr>
          <p:cNvSpPr>
            <a:spLocks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4541">
            <a:extLst>
              <a:ext uri="{FF2B5EF4-FFF2-40B4-BE49-F238E27FC236}">
                <a16:creationId xmlns:a16="http://schemas.microsoft.com/office/drawing/2014/main" id="{1DB60159-B555-44FF-89C0-172DD4362805}"/>
              </a:ext>
            </a:extLst>
          </p:cNvPr>
          <p:cNvSpPr>
            <a:spLocks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4542">
            <a:extLst>
              <a:ext uri="{FF2B5EF4-FFF2-40B4-BE49-F238E27FC236}">
                <a16:creationId xmlns:a16="http://schemas.microsoft.com/office/drawing/2014/main" id="{236C4BE1-85AE-4E45-A479-30675A09F4A7}"/>
              </a:ext>
            </a:extLst>
          </p:cNvPr>
          <p:cNvSpPr>
            <a:spLocks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4543">
            <a:extLst>
              <a:ext uri="{FF2B5EF4-FFF2-40B4-BE49-F238E27FC236}">
                <a16:creationId xmlns:a16="http://schemas.microsoft.com/office/drawing/2014/main" id="{4DED591C-B114-400E-AD54-4167B1A14C08}"/>
              </a:ext>
            </a:extLst>
          </p:cNvPr>
          <p:cNvSpPr>
            <a:spLocks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4544">
            <a:extLst>
              <a:ext uri="{FF2B5EF4-FFF2-40B4-BE49-F238E27FC236}">
                <a16:creationId xmlns:a16="http://schemas.microsoft.com/office/drawing/2014/main" id="{51E2D0F8-17D5-484A-A09F-BC19AA76A9EB}"/>
              </a:ext>
            </a:extLst>
          </p:cNvPr>
          <p:cNvSpPr>
            <a:spLocks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4545">
            <a:extLst>
              <a:ext uri="{FF2B5EF4-FFF2-40B4-BE49-F238E27FC236}">
                <a16:creationId xmlns:a16="http://schemas.microsoft.com/office/drawing/2014/main" id="{B076FC00-5FDA-4AB0-9487-71059BE24400}"/>
              </a:ext>
            </a:extLst>
          </p:cNvPr>
          <p:cNvSpPr>
            <a:spLocks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4546">
            <a:extLst>
              <a:ext uri="{FF2B5EF4-FFF2-40B4-BE49-F238E27FC236}">
                <a16:creationId xmlns:a16="http://schemas.microsoft.com/office/drawing/2014/main" id="{0AFBA5CE-FC2F-4233-A6E7-C49766325EC6}"/>
              </a:ext>
            </a:extLst>
          </p:cNvPr>
          <p:cNvSpPr>
            <a:spLocks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4547">
            <a:extLst>
              <a:ext uri="{FF2B5EF4-FFF2-40B4-BE49-F238E27FC236}">
                <a16:creationId xmlns:a16="http://schemas.microsoft.com/office/drawing/2014/main" id="{42C6F851-7B95-4AAE-ACFE-8224B2068F1B}"/>
              </a:ext>
            </a:extLst>
          </p:cNvPr>
          <p:cNvSpPr>
            <a:spLocks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4548">
            <a:extLst>
              <a:ext uri="{FF2B5EF4-FFF2-40B4-BE49-F238E27FC236}">
                <a16:creationId xmlns:a16="http://schemas.microsoft.com/office/drawing/2014/main" id="{47D6734C-0C31-43E8-9A09-F67E1406AD45}"/>
              </a:ext>
            </a:extLst>
          </p:cNvPr>
          <p:cNvSpPr>
            <a:spLocks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4549">
            <a:extLst>
              <a:ext uri="{FF2B5EF4-FFF2-40B4-BE49-F238E27FC236}">
                <a16:creationId xmlns:a16="http://schemas.microsoft.com/office/drawing/2014/main" id="{2CDA5974-A992-4D9B-A87E-17E4B26A7DCD}"/>
              </a:ext>
            </a:extLst>
          </p:cNvPr>
          <p:cNvSpPr>
            <a:spLocks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4550">
            <a:extLst>
              <a:ext uri="{FF2B5EF4-FFF2-40B4-BE49-F238E27FC236}">
                <a16:creationId xmlns:a16="http://schemas.microsoft.com/office/drawing/2014/main" id="{C78E9055-2F62-4BAC-A96E-E822002CE279}"/>
              </a:ext>
            </a:extLst>
          </p:cNvPr>
          <p:cNvSpPr>
            <a:spLocks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4551">
            <a:extLst>
              <a:ext uri="{FF2B5EF4-FFF2-40B4-BE49-F238E27FC236}">
                <a16:creationId xmlns:a16="http://schemas.microsoft.com/office/drawing/2014/main" id="{B88D590A-3177-43D8-8A5C-D9465994656D}"/>
              </a:ext>
            </a:extLst>
          </p:cNvPr>
          <p:cNvSpPr>
            <a:spLocks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4552">
            <a:extLst>
              <a:ext uri="{FF2B5EF4-FFF2-40B4-BE49-F238E27FC236}">
                <a16:creationId xmlns:a16="http://schemas.microsoft.com/office/drawing/2014/main" id="{2DB9FBDE-C212-4B65-A22C-E14854A36C4E}"/>
              </a:ext>
            </a:extLst>
          </p:cNvPr>
          <p:cNvSpPr>
            <a:spLocks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4553">
            <a:extLst>
              <a:ext uri="{FF2B5EF4-FFF2-40B4-BE49-F238E27FC236}">
                <a16:creationId xmlns:a16="http://schemas.microsoft.com/office/drawing/2014/main" id="{16220EF7-BB87-460A-91F7-ADF34AA3C08F}"/>
              </a:ext>
            </a:extLst>
          </p:cNvPr>
          <p:cNvSpPr>
            <a:spLocks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4554">
            <a:extLst>
              <a:ext uri="{FF2B5EF4-FFF2-40B4-BE49-F238E27FC236}">
                <a16:creationId xmlns:a16="http://schemas.microsoft.com/office/drawing/2014/main" id="{FD99DE9B-DF6E-4E80-B767-69C176113714}"/>
              </a:ext>
            </a:extLst>
          </p:cNvPr>
          <p:cNvSpPr>
            <a:spLocks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4555">
            <a:extLst>
              <a:ext uri="{FF2B5EF4-FFF2-40B4-BE49-F238E27FC236}">
                <a16:creationId xmlns:a16="http://schemas.microsoft.com/office/drawing/2014/main" id="{852698BC-0269-464F-9BA5-3DAC81F69B2D}"/>
              </a:ext>
            </a:extLst>
          </p:cNvPr>
          <p:cNvSpPr>
            <a:spLocks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4556">
            <a:extLst>
              <a:ext uri="{FF2B5EF4-FFF2-40B4-BE49-F238E27FC236}">
                <a16:creationId xmlns:a16="http://schemas.microsoft.com/office/drawing/2014/main" id="{151DD1CE-D7B1-4A7C-814D-9315C5994FBC}"/>
              </a:ext>
            </a:extLst>
          </p:cNvPr>
          <p:cNvSpPr>
            <a:spLocks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4557">
            <a:extLst>
              <a:ext uri="{FF2B5EF4-FFF2-40B4-BE49-F238E27FC236}">
                <a16:creationId xmlns:a16="http://schemas.microsoft.com/office/drawing/2014/main" id="{629B8425-B811-4412-BD1A-ED81688F8ECC}"/>
              </a:ext>
            </a:extLst>
          </p:cNvPr>
          <p:cNvSpPr>
            <a:spLocks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4558">
            <a:extLst>
              <a:ext uri="{FF2B5EF4-FFF2-40B4-BE49-F238E27FC236}">
                <a16:creationId xmlns:a16="http://schemas.microsoft.com/office/drawing/2014/main" id="{745B340D-1CF6-402A-AA5A-39C2FA1C48CD}"/>
              </a:ext>
            </a:extLst>
          </p:cNvPr>
          <p:cNvSpPr>
            <a:spLocks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4559">
            <a:extLst>
              <a:ext uri="{FF2B5EF4-FFF2-40B4-BE49-F238E27FC236}">
                <a16:creationId xmlns:a16="http://schemas.microsoft.com/office/drawing/2014/main" id="{4738C031-FE08-4D44-80E3-529C1593E2C3}"/>
              </a:ext>
            </a:extLst>
          </p:cNvPr>
          <p:cNvSpPr>
            <a:spLocks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4560">
            <a:extLst>
              <a:ext uri="{FF2B5EF4-FFF2-40B4-BE49-F238E27FC236}">
                <a16:creationId xmlns:a16="http://schemas.microsoft.com/office/drawing/2014/main" id="{C54C5386-D339-4547-9D77-F8C6F29C9B8D}"/>
              </a:ext>
            </a:extLst>
          </p:cNvPr>
          <p:cNvSpPr>
            <a:spLocks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4561">
            <a:extLst>
              <a:ext uri="{FF2B5EF4-FFF2-40B4-BE49-F238E27FC236}">
                <a16:creationId xmlns:a16="http://schemas.microsoft.com/office/drawing/2014/main" id="{4B9C5D6C-9FC1-4013-838D-E879319F8AF1}"/>
              </a:ext>
            </a:extLst>
          </p:cNvPr>
          <p:cNvSpPr>
            <a:spLocks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4562">
            <a:extLst>
              <a:ext uri="{FF2B5EF4-FFF2-40B4-BE49-F238E27FC236}">
                <a16:creationId xmlns:a16="http://schemas.microsoft.com/office/drawing/2014/main" id="{ADA2EE82-47D5-4D28-A57C-62BB8D589F75}"/>
              </a:ext>
            </a:extLst>
          </p:cNvPr>
          <p:cNvSpPr>
            <a:spLocks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4563">
            <a:extLst>
              <a:ext uri="{FF2B5EF4-FFF2-40B4-BE49-F238E27FC236}">
                <a16:creationId xmlns:a16="http://schemas.microsoft.com/office/drawing/2014/main" id="{EF95E9B6-522E-4AB7-9885-1A6FB24F7AF0}"/>
              </a:ext>
            </a:extLst>
          </p:cNvPr>
          <p:cNvSpPr>
            <a:spLocks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4564">
            <a:extLst>
              <a:ext uri="{FF2B5EF4-FFF2-40B4-BE49-F238E27FC236}">
                <a16:creationId xmlns:a16="http://schemas.microsoft.com/office/drawing/2014/main" id="{D797041F-4ACA-43BD-80CB-0A15C4D35BFB}"/>
              </a:ext>
            </a:extLst>
          </p:cNvPr>
          <p:cNvSpPr>
            <a:spLocks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4565">
            <a:extLst>
              <a:ext uri="{FF2B5EF4-FFF2-40B4-BE49-F238E27FC236}">
                <a16:creationId xmlns:a16="http://schemas.microsoft.com/office/drawing/2014/main" id="{C8C36070-26A2-4E39-9A4F-2D245FA9598C}"/>
              </a:ext>
            </a:extLst>
          </p:cNvPr>
          <p:cNvSpPr>
            <a:spLocks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4566">
            <a:extLst>
              <a:ext uri="{FF2B5EF4-FFF2-40B4-BE49-F238E27FC236}">
                <a16:creationId xmlns:a16="http://schemas.microsoft.com/office/drawing/2014/main" id="{9F441B79-A48A-4011-80CD-2CFBBB28DB6F}"/>
              </a:ext>
            </a:extLst>
          </p:cNvPr>
          <p:cNvSpPr>
            <a:spLocks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4567">
            <a:extLst>
              <a:ext uri="{FF2B5EF4-FFF2-40B4-BE49-F238E27FC236}">
                <a16:creationId xmlns:a16="http://schemas.microsoft.com/office/drawing/2014/main" id="{A46027B3-5526-4D44-957B-16B7FD616AC1}"/>
              </a:ext>
            </a:extLst>
          </p:cNvPr>
          <p:cNvSpPr>
            <a:spLocks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4568">
            <a:extLst>
              <a:ext uri="{FF2B5EF4-FFF2-40B4-BE49-F238E27FC236}">
                <a16:creationId xmlns:a16="http://schemas.microsoft.com/office/drawing/2014/main" id="{64614EF5-5A55-4093-AF8D-C86691571297}"/>
              </a:ext>
            </a:extLst>
          </p:cNvPr>
          <p:cNvSpPr>
            <a:spLocks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4569">
            <a:extLst>
              <a:ext uri="{FF2B5EF4-FFF2-40B4-BE49-F238E27FC236}">
                <a16:creationId xmlns:a16="http://schemas.microsoft.com/office/drawing/2014/main" id="{32F57BAC-CE3A-4585-82EA-324D628184B6}"/>
              </a:ext>
            </a:extLst>
          </p:cNvPr>
          <p:cNvSpPr>
            <a:spLocks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4570">
            <a:extLst>
              <a:ext uri="{FF2B5EF4-FFF2-40B4-BE49-F238E27FC236}">
                <a16:creationId xmlns:a16="http://schemas.microsoft.com/office/drawing/2014/main" id="{8860365E-C527-4ECA-AD2B-BCE07349EA22}"/>
              </a:ext>
            </a:extLst>
          </p:cNvPr>
          <p:cNvSpPr>
            <a:spLocks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4571">
            <a:extLst>
              <a:ext uri="{FF2B5EF4-FFF2-40B4-BE49-F238E27FC236}">
                <a16:creationId xmlns:a16="http://schemas.microsoft.com/office/drawing/2014/main" id="{28851330-011B-43AF-8D8C-9228D86515D0}"/>
              </a:ext>
            </a:extLst>
          </p:cNvPr>
          <p:cNvSpPr>
            <a:spLocks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4572">
            <a:extLst>
              <a:ext uri="{FF2B5EF4-FFF2-40B4-BE49-F238E27FC236}">
                <a16:creationId xmlns:a16="http://schemas.microsoft.com/office/drawing/2014/main" id="{09A9A716-FF84-4C49-8D11-6220B567EDF7}"/>
              </a:ext>
            </a:extLst>
          </p:cNvPr>
          <p:cNvSpPr>
            <a:spLocks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4573">
            <a:extLst>
              <a:ext uri="{FF2B5EF4-FFF2-40B4-BE49-F238E27FC236}">
                <a16:creationId xmlns:a16="http://schemas.microsoft.com/office/drawing/2014/main" id="{67DABABF-4885-4E9C-9CF5-3F772B367261}"/>
              </a:ext>
            </a:extLst>
          </p:cNvPr>
          <p:cNvSpPr>
            <a:spLocks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4574">
            <a:extLst>
              <a:ext uri="{FF2B5EF4-FFF2-40B4-BE49-F238E27FC236}">
                <a16:creationId xmlns:a16="http://schemas.microsoft.com/office/drawing/2014/main" id="{4A317CDF-089A-4EB8-BBC1-98421923D3B1}"/>
              </a:ext>
            </a:extLst>
          </p:cNvPr>
          <p:cNvSpPr>
            <a:spLocks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4575">
            <a:extLst>
              <a:ext uri="{FF2B5EF4-FFF2-40B4-BE49-F238E27FC236}">
                <a16:creationId xmlns:a16="http://schemas.microsoft.com/office/drawing/2014/main" id="{8F729031-5989-489E-A6D9-149B31C7DCF0}"/>
              </a:ext>
            </a:extLst>
          </p:cNvPr>
          <p:cNvSpPr>
            <a:spLocks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4576">
            <a:extLst>
              <a:ext uri="{FF2B5EF4-FFF2-40B4-BE49-F238E27FC236}">
                <a16:creationId xmlns:a16="http://schemas.microsoft.com/office/drawing/2014/main" id="{483E70E2-CAC6-4A48-BA5B-35ADB1C028E7}"/>
              </a:ext>
            </a:extLst>
          </p:cNvPr>
          <p:cNvSpPr>
            <a:spLocks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4577">
            <a:extLst>
              <a:ext uri="{FF2B5EF4-FFF2-40B4-BE49-F238E27FC236}">
                <a16:creationId xmlns:a16="http://schemas.microsoft.com/office/drawing/2014/main" id="{10480CAB-7870-4B06-B226-C914296F98F2}"/>
              </a:ext>
            </a:extLst>
          </p:cNvPr>
          <p:cNvSpPr>
            <a:spLocks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4578">
            <a:extLst>
              <a:ext uri="{FF2B5EF4-FFF2-40B4-BE49-F238E27FC236}">
                <a16:creationId xmlns:a16="http://schemas.microsoft.com/office/drawing/2014/main" id="{ADE3A08F-C412-4718-B1D3-79CCF1D64C54}"/>
              </a:ext>
            </a:extLst>
          </p:cNvPr>
          <p:cNvSpPr>
            <a:spLocks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4579">
            <a:extLst>
              <a:ext uri="{FF2B5EF4-FFF2-40B4-BE49-F238E27FC236}">
                <a16:creationId xmlns:a16="http://schemas.microsoft.com/office/drawing/2014/main" id="{26842D40-D578-452C-93EF-1334156C01C5}"/>
              </a:ext>
            </a:extLst>
          </p:cNvPr>
          <p:cNvSpPr>
            <a:spLocks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4580">
            <a:extLst>
              <a:ext uri="{FF2B5EF4-FFF2-40B4-BE49-F238E27FC236}">
                <a16:creationId xmlns:a16="http://schemas.microsoft.com/office/drawing/2014/main" id="{39872BC7-CF31-4770-8F07-6E26981F7E9D}"/>
              </a:ext>
            </a:extLst>
          </p:cNvPr>
          <p:cNvSpPr>
            <a:spLocks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4581">
            <a:extLst>
              <a:ext uri="{FF2B5EF4-FFF2-40B4-BE49-F238E27FC236}">
                <a16:creationId xmlns:a16="http://schemas.microsoft.com/office/drawing/2014/main" id="{9C66A015-EFAD-4832-A27B-59C82288F0C3}"/>
              </a:ext>
            </a:extLst>
          </p:cNvPr>
          <p:cNvSpPr>
            <a:spLocks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4582">
            <a:extLst>
              <a:ext uri="{FF2B5EF4-FFF2-40B4-BE49-F238E27FC236}">
                <a16:creationId xmlns:a16="http://schemas.microsoft.com/office/drawing/2014/main" id="{C822B73B-8F24-4E52-BC33-8F14B50A316D}"/>
              </a:ext>
            </a:extLst>
          </p:cNvPr>
          <p:cNvSpPr>
            <a:spLocks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4583">
            <a:extLst>
              <a:ext uri="{FF2B5EF4-FFF2-40B4-BE49-F238E27FC236}">
                <a16:creationId xmlns:a16="http://schemas.microsoft.com/office/drawing/2014/main" id="{3A1B95D1-CFE9-44DA-9900-67552D3AC86F}"/>
              </a:ext>
            </a:extLst>
          </p:cNvPr>
          <p:cNvSpPr>
            <a:spLocks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4584">
            <a:extLst>
              <a:ext uri="{FF2B5EF4-FFF2-40B4-BE49-F238E27FC236}">
                <a16:creationId xmlns:a16="http://schemas.microsoft.com/office/drawing/2014/main" id="{535378DC-BBAB-485A-84C5-9F1404074AA4}"/>
              </a:ext>
            </a:extLst>
          </p:cNvPr>
          <p:cNvSpPr>
            <a:spLocks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4585">
            <a:extLst>
              <a:ext uri="{FF2B5EF4-FFF2-40B4-BE49-F238E27FC236}">
                <a16:creationId xmlns:a16="http://schemas.microsoft.com/office/drawing/2014/main" id="{EA8F34D2-8602-47C5-A188-174D664A673E}"/>
              </a:ext>
            </a:extLst>
          </p:cNvPr>
          <p:cNvSpPr>
            <a:spLocks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4586">
            <a:extLst>
              <a:ext uri="{FF2B5EF4-FFF2-40B4-BE49-F238E27FC236}">
                <a16:creationId xmlns:a16="http://schemas.microsoft.com/office/drawing/2014/main" id="{FF944F6C-90C0-4E6A-AABF-97B801F8B8D0}"/>
              </a:ext>
            </a:extLst>
          </p:cNvPr>
          <p:cNvSpPr>
            <a:spLocks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4587">
            <a:extLst>
              <a:ext uri="{FF2B5EF4-FFF2-40B4-BE49-F238E27FC236}">
                <a16:creationId xmlns:a16="http://schemas.microsoft.com/office/drawing/2014/main" id="{D9400439-EA8E-43DD-94B3-581E544BD395}"/>
              </a:ext>
            </a:extLst>
          </p:cNvPr>
          <p:cNvSpPr>
            <a:spLocks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4588">
            <a:extLst>
              <a:ext uri="{FF2B5EF4-FFF2-40B4-BE49-F238E27FC236}">
                <a16:creationId xmlns:a16="http://schemas.microsoft.com/office/drawing/2014/main" id="{F343AB33-48BB-45E7-82A7-D3CF8BC262D9}"/>
              </a:ext>
            </a:extLst>
          </p:cNvPr>
          <p:cNvSpPr>
            <a:spLocks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4589">
            <a:extLst>
              <a:ext uri="{FF2B5EF4-FFF2-40B4-BE49-F238E27FC236}">
                <a16:creationId xmlns:a16="http://schemas.microsoft.com/office/drawing/2014/main" id="{99664662-3DC1-4BF3-8F81-71F158E36E58}"/>
              </a:ext>
            </a:extLst>
          </p:cNvPr>
          <p:cNvSpPr>
            <a:spLocks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4590">
            <a:extLst>
              <a:ext uri="{FF2B5EF4-FFF2-40B4-BE49-F238E27FC236}">
                <a16:creationId xmlns:a16="http://schemas.microsoft.com/office/drawing/2014/main" id="{45BBE03C-E4AE-4F69-903F-B3BE0D4BC978}"/>
              </a:ext>
            </a:extLst>
          </p:cNvPr>
          <p:cNvSpPr>
            <a:spLocks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4591">
            <a:extLst>
              <a:ext uri="{FF2B5EF4-FFF2-40B4-BE49-F238E27FC236}">
                <a16:creationId xmlns:a16="http://schemas.microsoft.com/office/drawing/2014/main" id="{7E29BEDC-951F-4B5E-A937-23D6CF25A2F6}"/>
              </a:ext>
            </a:extLst>
          </p:cNvPr>
          <p:cNvSpPr>
            <a:spLocks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4592">
            <a:extLst>
              <a:ext uri="{FF2B5EF4-FFF2-40B4-BE49-F238E27FC236}">
                <a16:creationId xmlns:a16="http://schemas.microsoft.com/office/drawing/2014/main" id="{623218B3-80CF-4279-A6CE-957DCCCD0DCC}"/>
              </a:ext>
            </a:extLst>
          </p:cNvPr>
          <p:cNvSpPr>
            <a:spLocks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4593">
            <a:extLst>
              <a:ext uri="{FF2B5EF4-FFF2-40B4-BE49-F238E27FC236}">
                <a16:creationId xmlns:a16="http://schemas.microsoft.com/office/drawing/2014/main" id="{7F29A70C-7E74-401B-9691-C88497AA30DA}"/>
              </a:ext>
            </a:extLst>
          </p:cNvPr>
          <p:cNvSpPr>
            <a:spLocks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4594">
            <a:extLst>
              <a:ext uri="{FF2B5EF4-FFF2-40B4-BE49-F238E27FC236}">
                <a16:creationId xmlns:a16="http://schemas.microsoft.com/office/drawing/2014/main" id="{AB59C1F2-DF48-462C-8358-4430DC732A0F}"/>
              </a:ext>
            </a:extLst>
          </p:cNvPr>
          <p:cNvSpPr>
            <a:spLocks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4595">
            <a:extLst>
              <a:ext uri="{FF2B5EF4-FFF2-40B4-BE49-F238E27FC236}">
                <a16:creationId xmlns:a16="http://schemas.microsoft.com/office/drawing/2014/main" id="{1CDFE490-57AF-401B-8F86-06A380B53EE4}"/>
              </a:ext>
            </a:extLst>
          </p:cNvPr>
          <p:cNvSpPr>
            <a:spLocks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4596">
            <a:extLst>
              <a:ext uri="{FF2B5EF4-FFF2-40B4-BE49-F238E27FC236}">
                <a16:creationId xmlns:a16="http://schemas.microsoft.com/office/drawing/2014/main" id="{A8D11521-4CF6-449B-BC86-086D6D3E2C74}"/>
              </a:ext>
            </a:extLst>
          </p:cNvPr>
          <p:cNvSpPr>
            <a:spLocks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4597">
            <a:extLst>
              <a:ext uri="{FF2B5EF4-FFF2-40B4-BE49-F238E27FC236}">
                <a16:creationId xmlns:a16="http://schemas.microsoft.com/office/drawing/2014/main" id="{82FAEE15-E11F-4092-AE14-FC81DE1164EF}"/>
              </a:ext>
            </a:extLst>
          </p:cNvPr>
          <p:cNvSpPr>
            <a:spLocks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4598">
            <a:extLst>
              <a:ext uri="{FF2B5EF4-FFF2-40B4-BE49-F238E27FC236}">
                <a16:creationId xmlns:a16="http://schemas.microsoft.com/office/drawing/2014/main" id="{D5AE42E2-F0A2-4EE9-B5E9-054A4D1FDBDA}"/>
              </a:ext>
            </a:extLst>
          </p:cNvPr>
          <p:cNvSpPr>
            <a:spLocks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4599">
            <a:extLst>
              <a:ext uri="{FF2B5EF4-FFF2-40B4-BE49-F238E27FC236}">
                <a16:creationId xmlns:a16="http://schemas.microsoft.com/office/drawing/2014/main" id="{9381B789-B2EF-49BD-AA6B-44DFC4562B71}"/>
              </a:ext>
            </a:extLst>
          </p:cNvPr>
          <p:cNvSpPr>
            <a:spLocks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4600">
            <a:extLst>
              <a:ext uri="{FF2B5EF4-FFF2-40B4-BE49-F238E27FC236}">
                <a16:creationId xmlns:a16="http://schemas.microsoft.com/office/drawing/2014/main" id="{BAABD69D-D413-4C8D-B1D1-436671C1D51A}"/>
              </a:ext>
            </a:extLst>
          </p:cNvPr>
          <p:cNvSpPr>
            <a:spLocks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4601">
            <a:extLst>
              <a:ext uri="{FF2B5EF4-FFF2-40B4-BE49-F238E27FC236}">
                <a16:creationId xmlns:a16="http://schemas.microsoft.com/office/drawing/2014/main" id="{F7CCD731-474B-4B43-BF25-D9F0F84E1AD5}"/>
              </a:ext>
            </a:extLst>
          </p:cNvPr>
          <p:cNvSpPr>
            <a:spLocks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4602">
            <a:extLst>
              <a:ext uri="{FF2B5EF4-FFF2-40B4-BE49-F238E27FC236}">
                <a16:creationId xmlns:a16="http://schemas.microsoft.com/office/drawing/2014/main" id="{190D3DAE-FEDF-4F87-A984-52ED759D15DE}"/>
              </a:ext>
            </a:extLst>
          </p:cNvPr>
          <p:cNvSpPr>
            <a:spLocks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4603">
            <a:extLst>
              <a:ext uri="{FF2B5EF4-FFF2-40B4-BE49-F238E27FC236}">
                <a16:creationId xmlns:a16="http://schemas.microsoft.com/office/drawing/2014/main" id="{1391BB3A-72CA-4578-B5B9-78CED16B79D5}"/>
              </a:ext>
            </a:extLst>
          </p:cNvPr>
          <p:cNvSpPr>
            <a:spLocks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4604">
            <a:extLst>
              <a:ext uri="{FF2B5EF4-FFF2-40B4-BE49-F238E27FC236}">
                <a16:creationId xmlns:a16="http://schemas.microsoft.com/office/drawing/2014/main" id="{574D7D93-91B5-460D-BEFF-DAFF440D5354}"/>
              </a:ext>
            </a:extLst>
          </p:cNvPr>
          <p:cNvSpPr>
            <a:spLocks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4605">
            <a:extLst>
              <a:ext uri="{FF2B5EF4-FFF2-40B4-BE49-F238E27FC236}">
                <a16:creationId xmlns:a16="http://schemas.microsoft.com/office/drawing/2014/main" id="{CCBB0539-4517-4A1C-A985-14404C34D233}"/>
              </a:ext>
            </a:extLst>
          </p:cNvPr>
          <p:cNvSpPr>
            <a:spLocks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4606">
            <a:extLst>
              <a:ext uri="{FF2B5EF4-FFF2-40B4-BE49-F238E27FC236}">
                <a16:creationId xmlns:a16="http://schemas.microsoft.com/office/drawing/2014/main" id="{B951C65F-E000-468B-BF77-44498905E995}"/>
              </a:ext>
            </a:extLst>
          </p:cNvPr>
          <p:cNvSpPr>
            <a:spLocks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4607">
            <a:extLst>
              <a:ext uri="{FF2B5EF4-FFF2-40B4-BE49-F238E27FC236}">
                <a16:creationId xmlns:a16="http://schemas.microsoft.com/office/drawing/2014/main" id="{83E85228-5F75-47DE-9681-1C555B49ECC0}"/>
              </a:ext>
            </a:extLst>
          </p:cNvPr>
          <p:cNvSpPr>
            <a:spLocks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4608">
            <a:extLst>
              <a:ext uri="{FF2B5EF4-FFF2-40B4-BE49-F238E27FC236}">
                <a16:creationId xmlns:a16="http://schemas.microsoft.com/office/drawing/2014/main" id="{F4ED0F0F-D3DE-458F-AA6A-7183D4A4B270}"/>
              </a:ext>
            </a:extLst>
          </p:cNvPr>
          <p:cNvSpPr>
            <a:spLocks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4609">
            <a:extLst>
              <a:ext uri="{FF2B5EF4-FFF2-40B4-BE49-F238E27FC236}">
                <a16:creationId xmlns:a16="http://schemas.microsoft.com/office/drawing/2014/main" id="{37347056-FAB7-4397-9804-7F139695A0A0}"/>
              </a:ext>
            </a:extLst>
          </p:cNvPr>
          <p:cNvSpPr>
            <a:spLocks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4610">
            <a:extLst>
              <a:ext uri="{FF2B5EF4-FFF2-40B4-BE49-F238E27FC236}">
                <a16:creationId xmlns:a16="http://schemas.microsoft.com/office/drawing/2014/main" id="{03C3506B-3FE8-4F0B-BED6-7BBAD1825899}"/>
              </a:ext>
            </a:extLst>
          </p:cNvPr>
          <p:cNvSpPr>
            <a:spLocks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4611">
            <a:extLst>
              <a:ext uri="{FF2B5EF4-FFF2-40B4-BE49-F238E27FC236}">
                <a16:creationId xmlns:a16="http://schemas.microsoft.com/office/drawing/2014/main" id="{499B6670-08DF-4531-8533-7021A753A0BC}"/>
              </a:ext>
            </a:extLst>
          </p:cNvPr>
          <p:cNvSpPr>
            <a:spLocks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4612">
            <a:extLst>
              <a:ext uri="{FF2B5EF4-FFF2-40B4-BE49-F238E27FC236}">
                <a16:creationId xmlns:a16="http://schemas.microsoft.com/office/drawing/2014/main" id="{11AAED41-53E3-4813-A77C-77692553DB82}"/>
              </a:ext>
            </a:extLst>
          </p:cNvPr>
          <p:cNvSpPr>
            <a:spLocks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4613">
            <a:extLst>
              <a:ext uri="{FF2B5EF4-FFF2-40B4-BE49-F238E27FC236}">
                <a16:creationId xmlns:a16="http://schemas.microsoft.com/office/drawing/2014/main" id="{F16F0CFF-BCFA-4362-818C-1C6B6526F18F}"/>
              </a:ext>
            </a:extLst>
          </p:cNvPr>
          <p:cNvSpPr>
            <a:spLocks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4614">
            <a:extLst>
              <a:ext uri="{FF2B5EF4-FFF2-40B4-BE49-F238E27FC236}">
                <a16:creationId xmlns:a16="http://schemas.microsoft.com/office/drawing/2014/main" id="{8C437728-8F19-40DD-8E51-FB22B337813B}"/>
              </a:ext>
            </a:extLst>
          </p:cNvPr>
          <p:cNvSpPr>
            <a:spLocks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4615">
            <a:extLst>
              <a:ext uri="{FF2B5EF4-FFF2-40B4-BE49-F238E27FC236}">
                <a16:creationId xmlns:a16="http://schemas.microsoft.com/office/drawing/2014/main" id="{FAAAA1E8-0923-4D70-A3B7-E32FF5D0F5EC}"/>
              </a:ext>
            </a:extLst>
          </p:cNvPr>
          <p:cNvSpPr>
            <a:spLocks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4616">
            <a:extLst>
              <a:ext uri="{FF2B5EF4-FFF2-40B4-BE49-F238E27FC236}">
                <a16:creationId xmlns:a16="http://schemas.microsoft.com/office/drawing/2014/main" id="{95951BF2-5872-443E-AA08-EEA5D2C0414C}"/>
              </a:ext>
            </a:extLst>
          </p:cNvPr>
          <p:cNvSpPr>
            <a:spLocks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4617">
            <a:extLst>
              <a:ext uri="{FF2B5EF4-FFF2-40B4-BE49-F238E27FC236}">
                <a16:creationId xmlns:a16="http://schemas.microsoft.com/office/drawing/2014/main" id="{F4EFF587-AE1E-44E6-BB19-EFD34AD9FF6F}"/>
              </a:ext>
            </a:extLst>
          </p:cNvPr>
          <p:cNvSpPr>
            <a:spLocks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4618">
            <a:extLst>
              <a:ext uri="{FF2B5EF4-FFF2-40B4-BE49-F238E27FC236}">
                <a16:creationId xmlns:a16="http://schemas.microsoft.com/office/drawing/2014/main" id="{94556894-F490-40AD-9778-2EEC3E7C9AC4}"/>
              </a:ext>
            </a:extLst>
          </p:cNvPr>
          <p:cNvSpPr>
            <a:spLocks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4619">
            <a:extLst>
              <a:ext uri="{FF2B5EF4-FFF2-40B4-BE49-F238E27FC236}">
                <a16:creationId xmlns:a16="http://schemas.microsoft.com/office/drawing/2014/main" id="{30864BE7-8F17-41D2-B743-C428FAED3F2B}"/>
              </a:ext>
            </a:extLst>
          </p:cNvPr>
          <p:cNvSpPr>
            <a:spLocks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4620">
            <a:extLst>
              <a:ext uri="{FF2B5EF4-FFF2-40B4-BE49-F238E27FC236}">
                <a16:creationId xmlns:a16="http://schemas.microsoft.com/office/drawing/2014/main" id="{93CD1C19-0818-424A-A7B1-B1E8109713D8}"/>
              </a:ext>
            </a:extLst>
          </p:cNvPr>
          <p:cNvSpPr>
            <a:spLocks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4621">
            <a:extLst>
              <a:ext uri="{FF2B5EF4-FFF2-40B4-BE49-F238E27FC236}">
                <a16:creationId xmlns:a16="http://schemas.microsoft.com/office/drawing/2014/main" id="{12AA4836-51D9-40BF-B50B-8E9A7D0DC026}"/>
              </a:ext>
            </a:extLst>
          </p:cNvPr>
          <p:cNvSpPr>
            <a:spLocks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4622">
            <a:extLst>
              <a:ext uri="{FF2B5EF4-FFF2-40B4-BE49-F238E27FC236}">
                <a16:creationId xmlns:a16="http://schemas.microsoft.com/office/drawing/2014/main" id="{44D595BD-29B0-4B8A-86F9-D7B3C86420B6}"/>
              </a:ext>
            </a:extLst>
          </p:cNvPr>
          <p:cNvSpPr>
            <a:spLocks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4623">
            <a:extLst>
              <a:ext uri="{FF2B5EF4-FFF2-40B4-BE49-F238E27FC236}">
                <a16:creationId xmlns:a16="http://schemas.microsoft.com/office/drawing/2014/main" id="{A43B443C-10C9-4D58-97EC-E2C5667ED214}"/>
              </a:ext>
            </a:extLst>
          </p:cNvPr>
          <p:cNvSpPr>
            <a:spLocks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4624">
            <a:extLst>
              <a:ext uri="{FF2B5EF4-FFF2-40B4-BE49-F238E27FC236}">
                <a16:creationId xmlns:a16="http://schemas.microsoft.com/office/drawing/2014/main" id="{89F5809C-ED10-45DD-9B5F-7F698CB6D23F}"/>
              </a:ext>
            </a:extLst>
          </p:cNvPr>
          <p:cNvSpPr>
            <a:spLocks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4625">
            <a:extLst>
              <a:ext uri="{FF2B5EF4-FFF2-40B4-BE49-F238E27FC236}">
                <a16:creationId xmlns:a16="http://schemas.microsoft.com/office/drawing/2014/main" id="{C780CAE5-6FD7-4C95-B28B-A6DCD901D8F4}"/>
              </a:ext>
            </a:extLst>
          </p:cNvPr>
          <p:cNvSpPr>
            <a:spLocks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4626">
            <a:extLst>
              <a:ext uri="{FF2B5EF4-FFF2-40B4-BE49-F238E27FC236}">
                <a16:creationId xmlns:a16="http://schemas.microsoft.com/office/drawing/2014/main" id="{7AEE35E4-5F43-4B89-A4F1-6D8E42D8271B}"/>
              </a:ext>
            </a:extLst>
          </p:cNvPr>
          <p:cNvSpPr>
            <a:spLocks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4627">
            <a:extLst>
              <a:ext uri="{FF2B5EF4-FFF2-40B4-BE49-F238E27FC236}">
                <a16:creationId xmlns:a16="http://schemas.microsoft.com/office/drawing/2014/main" id="{B3D86D7A-700B-4F31-A5C1-C06AD651241B}"/>
              </a:ext>
            </a:extLst>
          </p:cNvPr>
          <p:cNvSpPr>
            <a:spLocks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4628">
            <a:extLst>
              <a:ext uri="{FF2B5EF4-FFF2-40B4-BE49-F238E27FC236}">
                <a16:creationId xmlns:a16="http://schemas.microsoft.com/office/drawing/2014/main" id="{0CD84E71-A652-4E68-AE9F-3EB40E55879A}"/>
              </a:ext>
            </a:extLst>
          </p:cNvPr>
          <p:cNvSpPr>
            <a:spLocks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4629">
            <a:extLst>
              <a:ext uri="{FF2B5EF4-FFF2-40B4-BE49-F238E27FC236}">
                <a16:creationId xmlns:a16="http://schemas.microsoft.com/office/drawing/2014/main" id="{5EB705B2-755C-4517-9305-69D4C7F308AF}"/>
              </a:ext>
            </a:extLst>
          </p:cNvPr>
          <p:cNvSpPr>
            <a:spLocks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4630">
            <a:extLst>
              <a:ext uri="{FF2B5EF4-FFF2-40B4-BE49-F238E27FC236}">
                <a16:creationId xmlns:a16="http://schemas.microsoft.com/office/drawing/2014/main" id="{0F1A9F8C-E96D-4C71-B62F-9D675C9535AD}"/>
              </a:ext>
            </a:extLst>
          </p:cNvPr>
          <p:cNvSpPr>
            <a:spLocks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4631">
            <a:extLst>
              <a:ext uri="{FF2B5EF4-FFF2-40B4-BE49-F238E27FC236}">
                <a16:creationId xmlns:a16="http://schemas.microsoft.com/office/drawing/2014/main" id="{E1D7765B-1031-432D-8C02-553151CCF723}"/>
              </a:ext>
            </a:extLst>
          </p:cNvPr>
          <p:cNvSpPr>
            <a:spLocks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4632">
            <a:extLst>
              <a:ext uri="{FF2B5EF4-FFF2-40B4-BE49-F238E27FC236}">
                <a16:creationId xmlns:a16="http://schemas.microsoft.com/office/drawing/2014/main" id="{25A6B1E1-B362-4123-942B-FDDB7814AA35}"/>
              </a:ext>
            </a:extLst>
          </p:cNvPr>
          <p:cNvSpPr>
            <a:spLocks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4633">
            <a:extLst>
              <a:ext uri="{FF2B5EF4-FFF2-40B4-BE49-F238E27FC236}">
                <a16:creationId xmlns:a16="http://schemas.microsoft.com/office/drawing/2014/main" id="{4171E6AA-55B3-41BD-8559-53F50F7E3A92}"/>
              </a:ext>
            </a:extLst>
          </p:cNvPr>
          <p:cNvSpPr>
            <a:spLocks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4634">
            <a:extLst>
              <a:ext uri="{FF2B5EF4-FFF2-40B4-BE49-F238E27FC236}">
                <a16:creationId xmlns:a16="http://schemas.microsoft.com/office/drawing/2014/main" id="{B877EE05-66F3-4324-9F49-501EF97A9FA1}"/>
              </a:ext>
            </a:extLst>
          </p:cNvPr>
          <p:cNvSpPr>
            <a:spLocks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4635">
            <a:extLst>
              <a:ext uri="{FF2B5EF4-FFF2-40B4-BE49-F238E27FC236}">
                <a16:creationId xmlns:a16="http://schemas.microsoft.com/office/drawing/2014/main" id="{02FC0531-664C-40EE-937C-B7275C20BB2E}"/>
              </a:ext>
            </a:extLst>
          </p:cNvPr>
          <p:cNvSpPr>
            <a:spLocks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4636">
            <a:extLst>
              <a:ext uri="{FF2B5EF4-FFF2-40B4-BE49-F238E27FC236}">
                <a16:creationId xmlns:a16="http://schemas.microsoft.com/office/drawing/2014/main" id="{7C1C2E83-B005-40E0-B32A-C7AEE235A81D}"/>
              </a:ext>
            </a:extLst>
          </p:cNvPr>
          <p:cNvSpPr>
            <a:spLocks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4637">
            <a:extLst>
              <a:ext uri="{FF2B5EF4-FFF2-40B4-BE49-F238E27FC236}">
                <a16:creationId xmlns:a16="http://schemas.microsoft.com/office/drawing/2014/main" id="{5DB50FAC-18EB-423B-8E24-0590CBA99F96}"/>
              </a:ext>
            </a:extLst>
          </p:cNvPr>
          <p:cNvSpPr>
            <a:spLocks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4638">
            <a:extLst>
              <a:ext uri="{FF2B5EF4-FFF2-40B4-BE49-F238E27FC236}">
                <a16:creationId xmlns:a16="http://schemas.microsoft.com/office/drawing/2014/main" id="{B7110759-752B-4180-A248-1D3D48ADE6B7}"/>
              </a:ext>
            </a:extLst>
          </p:cNvPr>
          <p:cNvSpPr>
            <a:spLocks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4639">
            <a:extLst>
              <a:ext uri="{FF2B5EF4-FFF2-40B4-BE49-F238E27FC236}">
                <a16:creationId xmlns:a16="http://schemas.microsoft.com/office/drawing/2014/main" id="{3E70D90B-959C-4DFD-AF52-0615FF8E5196}"/>
              </a:ext>
            </a:extLst>
          </p:cNvPr>
          <p:cNvSpPr>
            <a:spLocks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4640">
            <a:extLst>
              <a:ext uri="{FF2B5EF4-FFF2-40B4-BE49-F238E27FC236}">
                <a16:creationId xmlns:a16="http://schemas.microsoft.com/office/drawing/2014/main" id="{DA963822-C224-4A22-8CCE-17F2122FBD27}"/>
              </a:ext>
            </a:extLst>
          </p:cNvPr>
          <p:cNvSpPr>
            <a:spLocks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4641">
            <a:extLst>
              <a:ext uri="{FF2B5EF4-FFF2-40B4-BE49-F238E27FC236}">
                <a16:creationId xmlns:a16="http://schemas.microsoft.com/office/drawing/2014/main" id="{3C4E8CB8-7811-4336-A89F-3EC4BA361AD5}"/>
              </a:ext>
            </a:extLst>
          </p:cNvPr>
          <p:cNvSpPr>
            <a:spLocks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4642">
            <a:extLst>
              <a:ext uri="{FF2B5EF4-FFF2-40B4-BE49-F238E27FC236}">
                <a16:creationId xmlns:a16="http://schemas.microsoft.com/office/drawing/2014/main" id="{F753FFD2-7A20-4D93-B963-6A20CB7D2AB7}"/>
              </a:ext>
            </a:extLst>
          </p:cNvPr>
          <p:cNvSpPr>
            <a:spLocks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4643">
            <a:extLst>
              <a:ext uri="{FF2B5EF4-FFF2-40B4-BE49-F238E27FC236}">
                <a16:creationId xmlns:a16="http://schemas.microsoft.com/office/drawing/2014/main" id="{E13AE2F5-0A73-42C1-8B7E-88A8D3C0534B}"/>
              </a:ext>
            </a:extLst>
          </p:cNvPr>
          <p:cNvSpPr>
            <a:spLocks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4644">
            <a:extLst>
              <a:ext uri="{FF2B5EF4-FFF2-40B4-BE49-F238E27FC236}">
                <a16:creationId xmlns:a16="http://schemas.microsoft.com/office/drawing/2014/main" id="{46CD7BAD-80F3-4443-BE7F-BB54AFC1BB30}"/>
              </a:ext>
            </a:extLst>
          </p:cNvPr>
          <p:cNvSpPr>
            <a:spLocks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4645">
            <a:extLst>
              <a:ext uri="{FF2B5EF4-FFF2-40B4-BE49-F238E27FC236}">
                <a16:creationId xmlns:a16="http://schemas.microsoft.com/office/drawing/2014/main" id="{979DA1A6-2B9E-4370-B236-F0E5A22CBE0E}"/>
              </a:ext>
            </a:extLst>
          </p:cNvPr>
          <p:cNvSpPr>
            <a:spLocks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4646">
            <a:extLst>
              <a:ext uri="{FF2B5EF4-FFF2-40B4-BE49-F238E27FC236}">
                <a16:creationId xmlns:a16="http://schemas.microsoft.com/office/drawing/2014/main" id="{6BEA45A1-90E2-46E3-B69C-7974900DA61B}"/>
              </a:ext>
            </a:extLst>
          </p:cNvPr>
          <p:cNvSpPr>
            <a:spLocks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4647">
            <a:extLst>
              <a:ext uri="{FF2B5EF4-FFF2-40B4-BE49-F238E27FC236}">
                <a16:creationId xmlns:a16="http://schemas.microsoft.com/office/drawing/2014/main" id="{6D08EADA-7115-40B2-98DD-2D0FAB022A89}"/>
              </a:ext>
            </a:extLst>
          </p:cNvPr>
          <p:cNvSpPr>
            <a:spLocks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4648">
            <a:extLst>
              <a:ext uri="{FF2B5EF4-FFF2-40B4-BE49-F238E27FC236}">
                <a16:creationId xmlns:a16="http://schemas.microsoft.com/office/drawing/2014/main" id="{395FEB35-5A4A-44CD-81F4-368C1E268798}"/>
              </a:ext>
            </a:extLst>
          </p:cNvPr>
          <p:cNvSpPr>
            <a:spLocks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4649">
            <a:extLst>
              <a:ext uri="{FF2B5EF4-FFF2-40B4-BE49-F238E27FC236}">
                <a16:creationId xmlns:a16="http://schemas.microsoft.com/office/drawing/2014/main" id="{8C1E0457-7209-41FB-962C-BFCBD92C21D0}"/>
              </a:ext>
            </a:extLst>
          </p:cNvPr>
          <p:cNvSpPr>
            <a:spLocks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4650">
            <a:extLst>
              <a:ext uri="{FF2B5EF4-FFF2-40B4-BE49-F238E27FC236}">
                <a16:creationId xmlns:a16="http://schemas.microsoft.com/office/drawing/2014/main" id="{9F429977-6839-4EDD-882D-533D2799BDE5}"/>
              </a:ext>
            </a:extLst>
          </p:cNvPr>
          <p:cNvSpPr>
            <a:spLocks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4651">
            <a:extLst>
              <a:ext uri="{FF2B5EF4-FFF2-40B4-BE49-F238E27FC236}">
                <a16:creationId xmlns:a16="http://schemas.microsoft.com/office/drawing/2014/main" id="{F3A185AB-277E-4555-9789-9F10E9C9D896}"/>
              </a:ext>
            </a:extLst>
          </p:cNvPr>
          <p:cNvSpPr>
            <a:spLocks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4652">
            <a:extLst>
              <a:ext uri="{FF2B5EF4-FFF2-40B4-BE49-F238E27FC236}">
                <a16:creationId xmlns:a16="http://schemas.microsoft.com/office/drawing/2014/main" id="{8A2AC61F-37F1-440E-A7E9-D057F03AF14E}"/>
              </a:ext>
            </a:extLst>
          </p:cNvPr>
          <p:cNvSpPr>
            <a:spLocks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4653">
            <a:extLst>
              <a:ext uri="{FF2B5EF4-FFF2-40B4-BE49-F238E27FC236}">
                <a16:creationId xmlns:a16="http://schemas.microsoft.com/office/drawing/2014/main" id="{923D1D17-94DA-439A-A3E2-EBF7EBAC52C6}"/>
              </a:ext>
            </a:extLst>
          </p:cNvPr>
          <p:cNvSpPr>
            <a:spLocks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4654">
            <a:extLst>
              <a:ext uri="{FF2B5EF4-FFF2-40B4-BE49-F238E27FC236}">
                <a16:creationId xmlns:a16="http://schemas.microsoft.com/office/drawing/2014/main" id="{12B75D46-22FC-4AE1-A4D8-5B042B1B2E2E}"/>
              </a:ext>
            </a:extLst>
          </p:cNvPr>
          <p:cNvSpPr>
            <a:spLocks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4655">
            <a:extLst>
              <a:ext uri="{FF2B5EF4-FFF2-40B4-BE49-F238E27FC236}">
                <a16:creationId xmlns:a16="http://schemas.microsoft.com/office/drawing/2014/main" id="{A2B32FAA-1938-488A-80B9-81B691F6E54F}"/>
              </a:ext>
            </a:extLst>
          </p:cNvPr>
          <p:cNvSpPr>
            <a:spLocks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4656">
            <a:extLst>
              <a:ext uri="{FF2B5EF4-FFF2-40B4-BE49-F238E27FC236}">
                <a16:creationId xmlns:a16="http://schemas.microsoft.com/office/drawing/2014/main" id="{055E1677-A5EA-4A74-945D-A0807C9E1F91}"/>
              </a:ext>
            </a:extLst>
          </p:cNvPr>
          <p:cNvSpPr>
            <a:spLocks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4657">
            <a:extLst>
              <a:ext uri="{FF2B5EF4-FFF2-40B4-BE49-F238E27FC236}">
                <a16:creationId xmlns:a16="http://schemas.microsoft.com/office/drawing/2014/main" id="{6CEFE206-A0E2-4888-BEF7-0D255950F31E}"/>
              </a:ext>
            </a:extLst>
          </p:cNvPr>
          <p:cNvSpPr>
            <a:spLocks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4658">
            <a:extLst>
              <a:ext uri="{FF2B5EF4-FFF2-40B4-BE49-F238E27FC236}">
                <a16:creationId xmlns:a16="http://schemas.microsoft.com/office/drawing/2014/main" id="{902AAF42-3F86-4B5E-B016-C06A9C423C0D}"/>
              </a:ext>
            </a:extLst>
          </p:cNvPr>
          <p:cNvSpPr>
            <a:spLocks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4659">
            <a:extLst>
              <a:ext uri="{FF2B5EF4-FFF2-40B4-BE49-F238E27FC236}">
                <a16:creationId xmlns:a16="http://schemas.microsoft.com/office/drawing/2014/main" id="{968F38F7-988A-4B63-899F-5892C6207582}"/>
              </a:ext>
            </a:extLst>
          </p:cNvPr>
          <p:cNvSpPr>
            <a:spLocks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4660">
            <a:extLst>
              <a:ext uri="{FF2B5EF4-FFF2-40B4-BE49-F238E27FC236}">
                <a16:creationId xmlns:a16="http://schemas.microsoft.com/office/drawing/2014/main" id="{44865423-AC7C-4D86-8FC2-DF15B23C3588}"/>
              </a:ext>
            </a:extLst>
          </p:cNvPr>
          <p:cNvSpPr>
            <a:spLocks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4661">
            <a:extLst>
              <a:ext uri="{FF2B5EF4-FFF2-40B4-BE49-F238E27FC236}">
                <a16:creationId xmlns:a16="http://schemas.microsoft.com/office/drawing/2014/main" id="{89EB03FD-98B9-4371-8F6D-72B5897520CC}"/>
              </a:ext>
            </a:extLst>
          </p:cNvPr>
          <p:cNvSpPr>
            <a:spLocks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4662">
            <a:extLst>
              <a:ext uri="{FF2B5EF4-FFF2-40B4-BE49-F238E27FC236}">
                <a16:creationId xmlns:a16="http://schemas.microsoft.com/office/drawing/2014/main" id="{37BB222D-D306-4139-BEB6-3626A8A0CA1B}"/>
              </a:ext>
            </a:extLst>
          </p:cNvPr>
          <p:cNvSpPr>
            <a:spLocks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4663">
            <a:extLst>
              <a:ext uri="{FF2B5EF4-FFF2-40B4-BE49-F238E27FC236}">
                <a16:creationId xmlns:a16="http://schemas.microsoft.com/office/drawing/2014/main" id="{171D3E99-C0A6-47AF-A7BE-46FB8B9EE0A8}"/>
              </a:ext>
            </a:extLst>
          </p:cNvPr>
          <p:cNvSpPr>
            <a:spLocks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4664">
            <a:extLst>
              <a:ext uri="{FF2B5EF4-FFF2-40B4-BE49-F238E27FC236}">
                <a16:creationId xmlns:a16="http://schemas.microsoft.com/office/drawing/2014/main" id="{3CA3E3E2-FAE5-43E6-A59F-3A7D00C4DA67}"/>
              </a:ext>
            </a:extLst>
          </p:cNvPr>
          <p:cNvSpPr>
            <a:spLocks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4665">
            <a:extLst>
              <a:ext uri="{FF2B5EF4-FFF2-40B4-BE49-F238E27FC236}">
                <a16:creationId xmlns:a16="http://schemas.microsoft.com/office/drawing/2014/main" id="{40F47D91-84D9-4C3D-9B4A-333AEEC0A63C}"/>
              </a:ext>
            </a:extLst>
          </p:cNvPr>
          <p:cNvSpPr>
            <a:spLocks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4666">
            <a:extLst>
              <a:ext uri="{FF2B5EF4-FFF2-40B4-BE49-F238E27FC236}">
                <a16:creationId xmlns:a16="http://schemas.microsoft.com/office/drawing/2014/main" id="{DA90DAE7-655D-4A2D-8324-8DB3228A8C99}"/>
              </a:ext>
            </a:extLst>
          </p:cNvPr>
          <p:cNvSpPr>
            <a:spLocks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4667">
            <a:extLst>
              <a:ext uri="{FF2B5EF4-FFF2-40B4-BE49-F238E27FC236}">
                <a16:creationId xmlns:a16="http://schemas.microsoft.com/office/drawing/2014/main" id="{2CBD6FC0-C50D-4CC3-A963-662F089EB5C2}"/>
              </a:ext>
            </a:extLst>
          </p:cNvPr>
          <p:cNvSpPr>
            <a:spLocks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4668">
            <a:extLst>
              <a:ext uri="{FF2B5EF4-FFF2-40B4-BE49-F238E27FC236}">
                <a16:creationId xmlns:a16="http://schemas.microsoft.com/office/drawing/2014/main" id="{FCB8CDA0-9A1E-4682-BC6A-6D1B64C2CAB3}"/>
              </a:ext>
            </a:extLst>
          </p:cNvPr>
          <p:cNvSpPr>
            <a:spLocks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4669">
            <a:extLst>
              <a:ext uri="{FF2B5EF4-FFF2-40B4-BE49-F238E27FC236}">
                <a16:creationId xmlns:a16="http://schemas.microsoft.com/office/drawing/2014/main" id="{138F73B3-C43C-4227-AD98-A13BD72D88F5}"/>
              </a:ext>
            </a:extLst>
          </p:cNvPr>
          <p:cNvSpPr>
            <a:spLocks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4670">
            <a:extLst>
              <a:ext uri="{FF2B5EF4-FFF2-40B4-BE49-F238E27FC236}">
                <a16:creationId xmlns:a16="http://schemas.microsoft.com/office/drawing/2014/main" id="{74FF5B71-78DD-4E70-A664-20A4F12BDD77}"/>
              </a:ext>
            </a:extLst>
          </p:cNvPr>
          <p:cNvSpPr>
            <a:spLocks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4671">
            <a:extLst>
              <a:ext uri="{FF2B5EF4-FFF2-40B4-BE49-F238E27FC236}">
                <a16:creationId xmlns:a16="http://schemas.microsoft.com/office/drawing/2014/main" id="{14553FB6-4675-43D9-8F8F-B14E14559300}"/>
              </a:ext>
            </a:extLst>
          </p:cNvPr>
          <p:cNvSpPr>
            <a:spLocks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4672">
            <a:extLst>
              <a:ext uri="{FF2B5EF4-FFF2-40B4-BE49-F238E27FC236}">
                <a16:creationId xmlns:a16="http://schemas.microsoft.com/office/drawing/2014/main" id="{4EA0327F-CBAB-4A6C-BDFC-FE120303BF90}"/>
              </a:ext>
            </a:extLst>
          </p:cNvPr>
          <p:cNvSpPr>
            <a:spLocks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4673">
            <a:extLst>
              <a:ext uri="{FF2B5EF4-FFF2-40B4-BE49-F238E27FC236}">
                <a16:creationId xmlns:a16="http://schemas.microsoft.com/office/drawing/2014/main" id="{B98F4A83-93CB-4F96-B207-2634E5B8BEEB}"/>
              </a:ext>
            </a:extLst>
          </p:cNvPr>
          <p:cNvSpPr>
            <a:spLocks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4674">
            <a:extLst>
              <a:ext uri="{FF2B5EF4-FFF2-40B4-BE49-F238E27FC236}">
                <a16:creationId xmlns:a16="http://schemas.microsoft.com/office/drawing/2014/main" id="{76DCDA8B-7D35-445A-95A2-91C2CD1A0395}"/>
              </a:ext>
            </a:extLst>
          </p:cNvPr>
          <p:cNvSpPr>
            <a:spLocks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4675">
            <a:extLst>
              <a:ext uri="{FF2B5EF4-FFF2-40B4-BE49-F238E27FC236}">
                <a16:creationId xmlns:a16="http://schemas.microsoft.com/office/drawing/2014/main" id="{6BDAF183-D0F9-4E39-A211-A0E353055142}"/>
              </a:ext>
            </a:extLst>
          </p:cNvPr>
          <p:cNvSpPr>
            <a:spLocks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4676">
            <a:extLst>
              <a:ext uri="{FF2B5EF4-FFF2-40B4-BE49-F238E27FC236}">
                <a16:creationId xmlns:a16="http://schemas.microsoft.com/office/drawing/2014/main" id="{4FB1BA38-CAAE-40F1-BE5A-84C5CF7DA26F}"/>
              </a:ext>
            </a:extLst>
          </p:cNvPr>
          <p:cNvSpPr>
            <a:spLocks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4677">
            <a:extLst>
              <a:ext uri="{FF2B5EF4-FFF2-40B4-BE49-F238E27FC236}">
                <a16:creationId xmlns:a16="http://schemas.microsoft.com/office/drawing/2014/main" id="{2517CBFD-1531-4BF2-B77E-A6791F0D7FBF}"/>
              </a:ext>
            </a:extLst>
          </p:cNvPr>
          <p:cNvSpPr>
            <a:spLocks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4678">
            <a:extLst>
              <a:ext uri="{FF2B5EF4-FFF2-40B4-BE49-F238E27FC236}">
                <a16:creationId xmlns:a16="http://schemas.microsoft.com/office/drawing/2014/main" id="{F927BE6F-A8FE-4146-84B2-A61A5FD45AD8}"/>
              </a:ext>
            </a:extLst>
          </p:cNvPr>
          <p:cNvSpPr>
            <a:spLocks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4679">
            <a:extLst>
              <a:ext uri="{FF2B5EF4-FFF2-40B4-BE49-F238E27FC236}">
                <a16:creationId xmlns:a16="http://schemas.microsoft.com/office/drawing/2014/main" id="{48491B49-DF49-4B9C-959E-FCC5059F056D}"/>
              </a:ext>
            </a:extLst>
          </p:cNvPr>
          <p:cNvSpPr>
            <a:spLocks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4680">
            <a:extLst>
              <a:ext uri="{FF2B5EF4-FFF2-40B4-BE49-F238E27FC236}">
                <a16:creationId xmlns:a16="http://schemas.microsoft.com/office/drawing/2014/main" id="{B7E081F0-3636-4AB4-AB46-87B753860E2F}"/>
              </a:ext>
            </a:extLst>
          </p:cNvPr>
          <p:cNvSpPr>
            <a:spLocks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4681">
            <a:extLst>
              <a:ext uri="{FF2B5EF4-FFF2-40B4-BE49-F238E27FC236}">
                <a16:creationId xmlns:a16="http://schemas.microsoft.com/office/drawing/2014/main" id="{1B311D91-929D-44D7-8AFD-65661C550CF9}"/>
              </a:ext>
            </a:extLst>
          </p:cNvPr>
          <p:cNvSpPr>
            <a:spLocks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4682">
            <a:extLst>
              <a:ext uri="{FF2B5EF4-FFF2-40B4-BE49-F238E27FC236}">
                <a16:creationId xmlns:a16="http://schemas.microsoft.com/office/drawing/2014/main" id="{F7CB00D2-AAF2-4667-9F97-826D7732B087}"/>
              </a:ext>
            </a:extLst>
          </p:cNvPr>
          <p:cNvSpPr>
            <a:spLocks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4683">
            <a:extLst>
              <a:ext uri="{FF2B5EF4-FFF2-40B4-BE49-F238E27FC236}">
                <a16:creationId xmlns:a16="http://schemas.microsoft.com/office/drawing/2014/main" id="{0D9A74E2-F12C-4E6F-B4B2-6AFEEBFA50B5}"/>
              </a:ext>
            </a:extLst>
          </p:cNvPr>
          <p:cNvSpPr>
            <a:spLocks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4684">
            <a:extLst>
              <a:ext uri="{FF2B5EF4-FFF2-40B4-BE49-F238E27FC236}">
                <a16:creationId xmlns:a16="http://schemas.microsoft.com/office/drawing/2014/main" id="{C7159F19-86E6-429F-BB9C-181F568B30EE}"/>
              </a:ext>
            </a:extLst>
          </p:cNvPr>
          <p:cNvSpPr>
            <a:spLocks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4685">
            <a:extLst>
              <a:ext uri="{FF2B5EF4-FFF2-40B4-BE49-F238E27FC236}">
                <a16:creationId xmlns:a16="http://schemas.microsoft.com/office/drawing/2014/main" id="{961012CE-EC93-4E25-A7F9-0282B702EDB3}"/>
              </a:ext>
            </a:extLst>
          </p:cNvPr>
          <p:cNvSpPr>
            <a:spLocks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4686">
            <a:extLst>
              <a:ext uri="{FF2B5EF4-FFF2-40B4-BE49-F238E27FC236}">
                <a16:creationId xmlns:a16="http://schemas.microsoft.com/office/drawing/2014/main" id="{4DA7B4F5-34EF-450D-82F5-61D842DD439E}"/>
              </a:ext>
            </a:extLst>
          </p:cNvPr>
          <p:cNvSpPr>
            <a:spLocks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4687">
            <a:extLst>
              <a:ext uri="{FF2B5EF4-FFF2-40B4-BE49-F238E27FC236}">
                <a16:creationId xmlns:a16="http://schemas.microsoft.com/office/drawing/2014/main" id="{1CE891F2-3E3B-43DE-A6F8-824EC92F696D}"/>
              </a:ext>
            </a:extLst>
          </p:cNvPr>
          <p:cNvSpPr>
            <a:spLocks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4688">
            <a:extLst>
              <a:ext uri="{FF2B5EF4-FFF2-40B4-BE49-F238E27FC236}">
                <a16:creationId xmlns:a16="http://schemas.microsoft.com/office/drawing/2014/main" id="{99923EC1-D859-4170-8FF6-50056DBAD625}"/>
              </a:ext>
            </a:extLst>
          </p:cNvPr>
          <p:cNvSpPr>
            <a:spLocks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4689">
            <a:extLst>
              <a:ext uri="{FF2B5EF4-FFF2-40B4-BE49-F238E27FC236}">
                <a16:creationId xmlns:a16="http://schemas.microsoft.com/office/drawing/2014/main" id="{32FE54A9-8FB4-4B46-B0DA-6C47649F96BF}"/>
              </a:ext>
            </a:extLst>
          </p:cNvPr>
          <p:cNvSpPr>
            <a:spLocks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4690">
            <a:extLst>
              <a:ext uri="{FF2B5EF4-FFF2-40B4-BE49-F238E27FC236}">
                <a16:creationId xmlns:a16="http://schemas.microsoft.com/office/drawing/2014/main" id="{0F09DF11-5585-481E-B3E3-CC124C99FA16}"/>
              </a:ext>
            </a:extLst>
          </p:cNvPr>
          <p:cNvSpPr>
            <a:spLocks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4691">
            <a:extLst>
              <a:ext uri="{FF2B5EF4-FFF2-40B4-BE49-F238E27FC236}">
                <a16:creationId xmlns:a16="http://schemas.microsoft.com/office/drawing/2014/main" id="{E197C282-526F-4491-A85D-599C5DE1AFA0}"/>
              </a:ext>
            </a:extLst>
          </p:cNvPr>
          <p:cNvSpPr>
            <a:spLocks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4692">
            <a:extLst>
              <a:ext uri="{FF2B5EF4-FFF2-40B4-BE49-F238E27FC236}">
                <a16:creationId xmlns:a16="http://schemas.microsoft.com/office/drawing/2014/main" id="{29309CA3-3836-4A0A-B687-4A5460960713}"/>
              </a:ext>
            </a:extLst>
          </p:cNvPr>
          <p:cNvSpPr>
            <a:spLocks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4693">
            <a:extLst>
              <a:ext uri="{FF2B5EF4-FFF2-40B4-BE49-F238E27FC236}">
                <a16:creationId xmlns:a16="http://schemas.microsoft.com/office/drawing/2014/main" id="{BBA57A5C-4142-4EBF-A108-292A85F0D467}"/>
              </a:ext>
            </a:extLst>
          </p:cNvPr>
          <p:cNvSpPr>
            <a:spLocks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4694">
            <a:extLst>
              <a:ext uri="{FF2B5EF4-FFF2-40B4-BE49-F238E27FC236}">
                <a16:creationId xmlns:a16="http://schemas.microsoft.com/office/drawing/2014/main" id="{9CFD560E-81A2-4338-8AFB-046734D6CA98}"/>
              </a:ext>
            </a:extLst>
          </p:cNvPr>
          <p:cNvSpPr>
            <a:spLocks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4695">
            <a:extLst>
              <a:ext uri="{FF2B5EF4-FFF2-40B4-BE49-F238E27FC236}">
                <a16:creationId xmlns:a16="http://schemas.microsoft.com/office/drawing/2014/main" id="{AF74E1CF-779D-4996-8BBA-314718760B7C}"/>
              </a:ext>
            </a:extLst>
          </p:cNvPr>
          <p:cNvSpPr>
            <a:spLocks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4696">
            <a:extLst>
              <a:ext uri="{FF2B5EF4-FFF2-40B4-BE49-F238E27FC236}">
                <a16:creationId xmlns:a16="http://schemas.microsoft.com/office/drawing/2014/main" id="{DA37BA35-EAE7-4A3A-8725-505A2927B10B}"/>
              </a:ext>
            </a:extLst>
          </p:cNvPr>
          <p:cNvSpPr>
            <a:spLocks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4697">
            <a:extLst>
              <a:ext uri="{FF2B5EF4-FFF2-40B4-BE49-F238E27FC236}">
                <a16:creationId xmlns:a16="http://schemas.microsoft.com/office/drawing/2014/main" id="{E43466FD-AF8B-427E-AEA6-1811F67818D2}"/>
              </a:ext>
            </a:extLst>
          </p:cNvPr>
          <p:cNvSpPr>
            <a:spLocks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4698">
            <a:extLst>
              <a:ext uri="{FF2B5EF4-FFF2-40B4-BE49-F238E27FC236}">
                <a16:creationId xmlns:a16="http://schemas.microsoft.com/office/drawing/2014/main" id="{1517918F-E3C7-4681-B22E-0DDF5735D762}"/>
              </a:ext>
            </a:extLst>
          </p:cNvPr>
          <p:cNvSpPr>
            <a:spLocks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4699">
            <a:extLst>
              <a:ext uri="{FF2B5EF4-FFF2-40B4-BE49-F238E27FC236}">
                <a16:creationId xmlns:a16="http://schemas.microsoft.com/office/drawing/2014/main" id="{5BCA2C5B-714E-4E03-AC90-750572B8B7B2}"/>
              </a:ext>
            </a:extLst>
          </p:cNvPr>
          <p:cNvSpPr>
            <a:spLocks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4700">
            <a:extLst>
              <a:ext uri="{FF2B5EF4-FFF2-40B4-BE49-F238E27FC236}">
                <a16:creationId xmlns:a16="http://schemas.microsoft.com/office/drawing/2014/main" id="{38F7E88C-4605-4794-9882-03880D68F50E}"/>
              </a:ext>
            </a:extLst>
          </p:cNvPr>
          <p:cNvSpPr>
            <a:spLocks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4701">
            <a:extLst>
              <a:ext uri="{FF2B5EF4-FFF2-40B4-BE49-F238E27FC236}">
                <a16:creationId xmlns:a16="http://schemas.microsoft.com/office/drawing/2014/main" id="{B1BEAF10-A46A-4345-9DE5-FE2ED0A2F2BA}"/>
              </a:ext>
            </a:extLst>
          </p:cNvPr>
          <p:cNvSpPr>
            <a:spLocks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4702">
            <a:extLst>
              <a:ext uri="{FF2B5EF4-FFF2-40B4-BE49-F238E27FC236}">
                <a16:creationId xmlns:a16="http://schemas.microsoft.com/office/drawing/2014/main" id="{EA96EAE5-7850-42D3-AFEC-0DA46C17DF3B}"/>
              </a:ext>
            </a:extLst>
          </p:cNvPr>
          <p:cNvSpPr>
            <a:spLocks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4703">
            <a:extLst>
              <a:ext uri="{FF2B5EF4-FFF2-40B4-BE49-F238E27FC236}">
                <a16:creationId xmlns:a16="http://schemas.microsoft.com/office/drawing/2014/main" id="{BA652313-949E-4494-80C3-7F3CDC4A93AC}"/>
              </a:ext>
            </a:extLst>
          </p:cNvPr>
          <p:cNvSpPr>
            <a:spLocks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4704">
            <a:extLst>
              <a:ext uri="{FF2B5EF4-FFF2-40B4-BE49-F238E27FC236}">
                <a16:creationId xmlns:a16="http://schemas.microsoft.com/office/drawing/2014/main" id="{E3F47B9A-993A-4B0C-A2B2-DFEE16BD7B84}"/>
              </a:ext>
            </a:extLst>
          </p:cNvPr>
          <p:cNvSpPr>
            <a:spLocks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4705">
            <a:extLst>
              <a:ext uri="{FF2B5EF4-FFF2-40B4-BE49-F238E27FC236}">
                <a16:creationId xmlns:a16="http://schemas.microsoft.com/office/drawing/2014/main" id="{D545C185-7CC2-46FB-A7B8-E508C92EF19F}"/>
              </a:ext>
            </a:extLst>
          </p:cNvPr>
          <p:cNvSpPr>
            <a:spLocks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4706">
            <a:extLst>
              <a:ext uri="{FF2B5EF4-FFF2-40B4-BE49-F238E27FC236}">
                <a16:creationId xmlns:a16="http://schemas.microsoft.com/office/drawing/2014/main" id="{DB68129F-01A1-4427-894E-5687506F7894}"/>
              </a:ext>
            </a:extLst>
          </p:cNvPr>
          <p:cNvSpPr>
            <a:spLocks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4707">
            <a:extLst>
              <a:ext uri="{FF2B5EF4-FFF2-40B4-BE49-F238E27FC236}">
                <a16:creationId xmlns:a16="http://schemas.microsoft.com/office/drawing/2014/main" id="{8E6ACAFC-16C4-4BC1-A986-CAB91A22B493}"/>
              </a:ext>
            </a:extLst>
          </p:cNvPr>
          <p:cNvSpPr>
            <a:spLocks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4708">
            <a:extLst>
              <a:ext uri="{FF2B5EF4-FFF2-40B4-BE49-F238E27FC236}">
                <a16:creationId xmlns:a16="http://schemas.microsoft.com/office/drawing/2014/main" id="{C07E901A-3012-4423-A7EA-973E47456882}"/>
              </a:ext>
            </a:extLst>
          </p:cNvPr>
          <p:cNvSpPr>
            <a:spLocks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4709">
            <a:extLst>
              <a:ext uri="{FF2B5EF4-FFF2-40B4-BE49-F238E27FC236}">
                <a16:creationId xmlns:a16="http://schemas.microsoft.com/office/drawing/2014/main" id="{D8AB697B-7821-4F68-B430-03C310D7B997}"/>
              </a:ext>
            </a:extLst>
          </p:cNvPr>
          <p:cNvSpPr>
            <a:spLocks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4710">
            <a:extLst>
              <a:ext uri="{FF2B5EF4-FFF2-40B4-BE49-F238E27FC236}">
                <a16:creationId xmlns:a16="http://schemas.microsoft.com/office/drawing/2014/main" id="{693136D2-4419-4C23-96A6-53CD64C7E694}"/>
              </a:ext>
            </a:extLst>
          </p:cNvPr>
          <p:cNvSpPr>
            <a:spLocks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4711">
            <a:extLst>
              <a:ext uri="{FF2B5EF4-FFF2-40B4-BE49-F238E27FC236}">
                <a16:creationId xmlns:a16="http://schemas.microsoft.com/office/drawing/2014/main" id="{89F02FFE-D0C0-49AD-A9AF-B2D495101C51}"/>
              </a:ext>
            </a:extLst>
          </p:cNvPr>
          <p:cNvSpPr>
            <a:spLocks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4712">
            <a:extLst>
              <a:ext uri="{FF2B5EF4-FFF2-40B4-BE49-F238E27FC236}">
                <a16:creationId xmlns:a16="http://schemas.microsoft.com/office/drawing/2014/main" id="{9B742211-B878-49A5-883A-32A62FA3D563}"/>
              </a:ext>
            </a:extLst>
          </p:cNvPr>
          <p:cNvSpPr>
            <a:spLocks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4713">
            <a:extLst>
              <a:ext uri="{FF2B5EF4-FFF2-40B4-BE49-F238E27FC236}">
                <a16:creationId xmlns:a16="http://schemas.microsoft.com/office/drawing/2014/main" id="{698044D8-7876-4189-8531-515761D830EC}"/>
              </a:ext>
            </a:extLst>
          </p:cNvPr>
          <p:cNvSpPr>
            <a:spLocks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4714">
            <a:extLst>
              <a:ext uri="{FF2B5EF4-FFF2-40B4-BE49-F238E27FC236}">
                <a16:creationId xmlns:a16="http://schemas.microsoft.com/office/drawing/2014/main" id="{D5C499C1-16DF-427B-95C7-0F9190F460AA}"/>
              </a:ext>
            </a:extLst>
          </p:cNvPr>
          <p:cNvSpPr>
            <a:spLocks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4715">
            <a:extLst>
              <a:ext uri="{FF2B5EF4-FFF2-40B4-BE49-F238E27FC236}">
                <a16:creationId xmlns:a16="http://schemas.microsoft.com/office/drawing/2014/main" id="{285EC44D-742A-47C9-930B-BB4F5C7C6262}"/>
              </a:ext>
            </a:extLst>
          </p:cNvPr>
          <p:cNvSpPr>
            <a:spLocks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4716">
            <a:extLst>
              <a:ext uri="{FF2B5EF4-FFF2-40B4-BE49-F238E27FC236}">
                <a16:creationId xmlns:a16="http://schemas.microsoft.com/office/drawing/2014/main" id="{EE160FA6-08E1-4D8F-9D22-8F238F9B3C36}"/>
              </a:ext>
            </a:extLst>
          </p:cNvPr>
          <p:cNvSpPr>
            <a:spLocks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4717">
            <a:extLst>
              <a:ext uri="{FF2B5EF4-FFF2-40B4-BE49-F238E27FC236}">
                <a16:creationId xmlns:a16="http://schemas.microsoft.com/office/drawing/2014/main" id="{C760E739-33E4-4AAF-9B02-EEB44CBF2200}"/>
              </a:ext>
            </a:extLst>
          </p:cNvPr>
          <p:cNvSpPr>
            <a:spLocks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4718">
            <a:extLst>
              <a:ext uri="{FF2B5EF4-FFF2-40B4-BE49-F238E27FC236}">
                <a16:creationId xmlns:a16="http://schemas.microsoft.com/office/drawing/2014/main" id="{DE1E01AC-E223-4407-BE80-75770BD96D41}"/>
              </a:ext>
            </a:extLst>
          </p:cNvPr>
          <p:cNvSpPr>
            <a:spLocks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4719">
            <a:extLst>
              <a:ext uri="{FF2B5EF4-FFF2-40B4-BE49-F238E27FC236}">
                <a16:creationId xmlns:a16="http://schemas.microsoft.com/office/drawing/2014/main" id="{284BA55E-E695-4483-B027-9F01C145A417}"/>
              </a:ext>
            </a:extLst>
          </p:cNvPr>
          <p:cNvSpPr>
            <a:spLocks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4720">
            <a:extLst>
              <a:ext uri="{FF2B5EF4-FFF2-40B4-BE49-F238E27FC236}">
                <a16:creationId xmlns:a16="http://schemas.microsoft.com/office/drawing/2014/main" id="{732C64C7-D2D4-493B-B546-53BEF44CB319}"/>
              </a:ext>
            </a:extLst>
          </p:cNvPr>
          <p:cNvSpPr>
            <a:spLocks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4721">
            <a:extLst>
              <a:ext uri="{FF2B5EF4-FFF2-40B4-BE49-F238E27FC236}">
                <a16:creationId xmlns:a16="http://schemas.microsoft.com/office/drawing/2014/main" id="{B6BA23DC-1B6D-42A5-B575-34C201F9726D}"/>
              </a:ext>
            </a:extLst>
          </p:cNvPr>
          <p:cNvSpPr>
            <a:spLocks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4722">
            <a:extLst>
              <a:ext uri="{FF2B5EF4-FFF2-40B4-BE49-F238E27FC236}">
                <a16:creationId xmlns:a16="http://schemas.microsoft.com/office/drawing/2014/main" id="{6E629707-4C2D-4A0D-9540-32FCF3E06F29}"/>
              </a:ext>
            </a:extLst>
          </p:cNvPr>
          <p:cNvSpPr>
            <a:spLocks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4723">
            <a:extLst>
              <a:ext uri="{FF2B5EF4-FFF2-40B4-BE49-F238E27FC236}">
                <a16:creationId xmlns:a16="http://schemas.microsoft.com/office/drawing/2014/main" id="{568CAE5A-4EB9-4E44-85EB-67CDC2CE4E13}"/>
              </a:ext>
            </a:extLst>
          </p:cNvPr>
          <p:cNvSpPr>
            <a:spLocks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4724">
            <a:extLst>
              <a:ext uri="{FF2B5EF4-FFF2-40B4-BE49-F238E27FC236}">
                <a16:creationId xmlns:a16="http://schemas.microsoft.com/office/drawing/2014/main" id="{FCA4CA8C-CE5E-4133-9593-F1A97EFB35CA}"/>
              </a:ext>
            </a:extLst>
          </p:cNvPr>
          <p:cNvSpPr>
            <a:spLocks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4725">
            <a:extLst>
              <a:ext uri="{FF2B5EF4-FFF2-40B4-BE49-F238E27FC236}">
                <a16:creationId xmlns:a16="http://schemas.microsoft.com/office/drawing/2014/main" id="{2F79AD9F-E9FC-4926-B1FF-BB16F07DC097}"/>
              </a:ext>
            </a:extLst>
          </p:cNvPr>
          <p:cNvSpPr>
            <a:spLocks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4726">
            <a:extLst>
              <a:ext uri="{FF2B5EF4-FFF2-40B4-BE49-F238E27FC236}">
                <a16:creationId xmlns:a16="http://schemas.microsoft.com/office/drawing/2014/main" id="{1CA992E6-0D68-4529-AD9E-03FF7811CFEB}"/>
              </a:ext>
            </a:extLst>
          </p:cNvPr>
          <p:cNvSpPr>
            <a:spLocks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4727">
            <a:extLst>
              <a:ext uri="{FF2B5EF4-FFF2-40B4-BE49-F238E27FC236}">
                <a16:creationId xmlns:a16="http://schemas.microsoft.com/office/drawing/2014/main" id="{B2EB7C1F-E7BF-4DD6-B366-0F9DD866B590}"/>
              </a:ext>
            </a:extLst>
          </p:cNvPr>
          <p:cNvSpPr>
            <a:spLocks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4728">
            <a:extLst>
              <a:ext uri="{FF2B5EF4-FFF2-40B4-BE49-F238E27FC236}">
                <a16:creationId xmlns:a16="http://schemas.microsoft.com/office/drawing/2014/main" id="{3F8F2969-0E87-49FD-82A8-DCE312713DF6}"/>
              </a:ext>
            </a:extLst>
          </p:cNvPr>
          <p:cNvSpPr>
            <a:spLocks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4729">
            <a:extLst>
              <a:ext uri="{FF2B5EF4-FFF2-40B4-BE49-F238E27FC236}">
                <a16:creationId xmlns:a16="http://schemas.microsoft.com/office/drawing/2014/main" id="{945346B8-0CDC-4D1C-82F1-A08A56C17404}"/>
              </a:ext>
            </a:extLst>
          </p:cNvPr>
          <p:cNvSpPr>
            <a:spLocks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4730">
            <a:extLst>
              <a:ext uri="{FF2B5EF4-FFF2-40B4-BE49-F238E27FC236}">
                <a16:creationId xmlns:a16="http://schemas.microsoft.com/office/drawing/2014/main" id="{8E9C0CCE-BD30-4ABD-9CC5-A7F15919A0E7}"/>
              </a:ext>
            </a:extLst>
          </p:cNvPr>
          <p:cNvSpPr>
            <a:spLocks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4731">
            <a:extLst>
              <a:ext uri="{FF2B5EF4-FFF2-40B4-BE49-F238E27FC236}">
                <a16:creationId xmlns:a16="http://schemas.microsoft.com/office/drawing/2014/main" id="{2DB2D35F-ADE3-4D36-ABA0-E71F2B629B37}"/>
              </a:ext>
            </a:extLst>
          </p:cNvPr>
          <p:cNvSpPr>
            <a:spLocks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4732">
            <a:extLst>
              <a:ext uri="{FF2B5EF4-FFF2-40B4-BE49-F238E27FC236}">
                <a16:creationId xmlns:a16="http://schemas.microsoft.com/office/drawing/2014/main" id="{9BF3F313-5306-4041-89D3-EB830A1ADB2C}"/>
              </a:ext>
            </a:extLst>
          </p:cNvPr>
          <p:cNvSpPr>
            <a:spLocks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4733">
            <a:extLst>
              <a:ext uri="{FF2B5EF4-FFF2-40B4-BE49-F238E27FC236}">
                <a16:creationId xmlns:a16="http://schemas.microsoft.com/office/drawing/2014/main" id="{B8C80332-74F4-4F9C-8B72-CADC776FEB1A}"/>
              </a:ext>
            </a:extLst>
          </p:cNvPr>
          <p:cNvSpPr>
            <a:spLocks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4734">
            <a:extLst>
              <a:ext uri="{FF2B5EF4-FFF2-40B4-BE49-F238E27FC236}">
                <a16:creationId xmlns:a16="http://schemas.microsoft.com/office/drawing/2014/main" id="{A6900348-7B04-4335-A03F-8950D8FCE01C}"/>
              </a:ext>
            </a:extLst>
          </p:cNvPr>
          <p:cNvSpPr>
            <a:spLocks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4735">
            <a:extLst>
              <a:ext uri="{FF2B5EF4-FFF2-40B4-BE49-F238E27FC236}">
                <a16:creationId xmlns:a16="http://schemas.microsoft.com/office/drawing/2014/main" id="{BCA4CA4A-7927-407F-B6C8-2609021F2AE4}"/>
              </a:ext>
            </a:extLst>
          </p:cNvPr>
          <p:cNvSpPr>
            <a:spLocks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4736">
            <a:extLst>
              <a:ext uri="{FF2B5EF4-FFF2-40B4-BE49-F238E27FC236}">
                <a16:creationId xmlns:a16="http://schemas.microsoft.com/office/drawing/2014/main" id="{053DF42C-B0A1-4DC9-8EE2-DF74E9A9CCC4}"/>
              </a:ext>
            </a:extLst>
          </p:cNvPr>
          <p:cNvSpPr>
            <a:spLocks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4737">
            <a:extLst>
              <a:ext uri="{FF2B5EF4-FFF2-40B4-BE49-F238E27FC236}">
                <a16:creationId xmlns:a16="http://schemas.microsoft.com/office/drawing/2014/main" id="{5F3F3059-12AF-4575-B1A8-43D7D0B5EBF9}"/>
              </a:ext>
            </a:extLst>
          </p:cNvPr>
          <p:cNvSpPr>
            <a:spLocks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4738">
            <a:extLst>
              <a:ext uri="{FF2B5EF4-FFF2-40B4-BE49-F238E27FC236}">
                <a16:creationId xmlns:a16="http://schemas.microsoft.com/office/drawing/2014/main" id="{2F0C4F55-952F-4D1E-8D0A-1E8A441020B5}"/>
              </a:ext>
            </a:extLst>
          </p:cNvPr>
          <p:cNvSpPr>
            <a:spLocks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4739">
            <a:extLst>
              <a:ext uri="{FF2B5EF4-FFF2-40B4-BE49-F238E27FC236}">
                <a16:creationId xmlns:a16="http://schemas.microsoft.com/office/drawing/2014/main" id="{6F01E818-ACEF-49BB-BD78-709EC6BC08AE}"/>
              </a:ext>
            </a:extLst>
          </p:cNvPr>
          <p:cNvSpPr>
            <a:spLocks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4740">
            <a:extLst>
              <a:ext uri="{FF2B5EF4-FFF2-40B4-BE49-F238E27FC236}">
                <a16:creationId xmlns:a16="http://schemas.microsoft.com/office/drawing/2014/main" id="{4C3174BB-81D4-4F12-AE2C-F81D1439E48A}"/>
              </a:ext>
            </a:extLst>
          </p:cNvPr>
          <p:cNvSpPr>
            <a:spLocks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4741">
            <a:extLst>
              <a:ext uri="{FF2B5EF4-FFF2-40B4-BE49-F238E27FC236}">
                <a16:creationId xmlns:a16="http://schemas.microsoft.com/office/drawing/2014/main" id="{4202BC4B-CEEB-460A-981E-A7E52D4E94DD}"/>
              </a:ext>
            </a:extLst>
          </p:cNvPr>
          <p:cNvSpPr>
            <a:spLocks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4742">
            <a:extLst>
              <a:ext uri="{FF2B5EF4-FFF2-40B4-BE49-F238E27FC236}">
                <a16:creationId xmlns:a16="http://schemas.microsoft.com/office/drawing/2014/main" id="{0DE947CC-03E1-42F2-BB86-0DCDEAA7D2B9}"/>
              </a:ext>
            </a:extLst>
          </p:cNvPr>
          <p:cNvSpPr>
            <a:spLocks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4743">
            <a:extLst>
              <a:ext uri="{FF2B5EF4-FFF2-40B4-BE49-F238E27FC236}">
                <a16:creationId xmlns:a16="http://schemas.microsoft.com/office/drawing/2014/main" id="{9C01DC4D-2832-4737-8861-CE6D469DEA83}"/>
              </a:ext>
            </a:extLst>
          </p:cNvPr>
          <p:cNvSpPr>
            <a:spLocks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4744">
            <a:extLst>
              <a:ext uri="{FF2B5EF4-FFF2-40B4-BE49-F238E27FC236}">
                <a16:creationId xmlns:a16="http://schemas.microsoft.com/office/drawing/2014/main" id="{B2622767-36B9-4FF3-AAAD-D251CCD3B4C5}"/>
              </a:ext>
            </a:extLst>
          </p:cNvPr>
          <p:cNvSpPr>
            <a:spLocks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4745">
            <a:extLst>
              <a:ext uri="{FF2B5EF4-FFF2-40B4-BE49-F238E27FC236}">
                <a16:creationId xmlns:a16="http://schemas.microsoft.com/office/drawing/2014/main" id="{62A688A4-552F-445F-8029-F01366537F71}"/>
              </a:ext>
            </a:extLst>
          </p:cNvPr>
          <p:cNvSpPr>
            <a:spLocks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4746">
            <a:extLst>
              <a:ext uri="{FF2B5EF4-FFF2-40B4-BE49-F238E27FC236}">
                <a16:creationId xmlns:a16="http://schemas.microsoft.com/office/drawing/2014/main" id="{340973C0-DEA1-43FB-9179-D32D0DA3E0CA}"/>
              </a:ext>
            </a:extLst>
          </p:cNvPr>
          <p:cNvSpPr>
            <a:spLocks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4747">
            <a:extLst>
              <a:ext uri="{FF2B5EF4-FFF2-40B4-BE49-F238E27FC236}">
                <a16:creationId xmlns:a16="http://schemas.microsoft.com/office/drawing/2014/main" id="{5EEB50C0-03C9-46F2-88FA-D2917A12CE5F}"/>
              </a:ext>
            </a:extLst>
          </p:cNvPr>
          <p:cNvSpPr>
            <a:spLocks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4748">
            <a:extLst>
              <a:ext uri="{FF2B5EF4-FFF2-40B4-BE49-F238E27FC236}">
                <a16:creationId xmlns:a16="http://schemas.microsoft.com/office/drawing/2014/main" id="{AD8FFFB5-2066-41B4-BE4E-6B16CE707A7F}"/>
              </a:ext>
            </a:extLst>
          </p:cNvPr>
          <p:cNvSpPr>
            <a:spLocks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4749">
            <a:extLst>
              <a:ext uri="{FF2B5EF4-FFF2-40B4-BE49-F238E27FC236}">
                <a16:creationId xmlns:a16="http://schemas.microsoft.com/office/drawing/2014/main" id="{3554E45E-CFED-4F55-AC03-0A0520E2142F}"/>
              </a:ext>
            </a:extLst>
          </p:cNvPr>
          <p:cNvSpPr>
            <a:spLocks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4750">
            <a:extLst>
              <a:ext uri="{FF2B5EF4-FFF2-40B4-BE49-F238E27FC236}">
                <a16:creationId xmlns:a16="http://schemas.microsoft.com/office/drawing/2014/main" id="{6B3CBCBF-2C85-40F3-A0B8-3FA12E7CFA37}"/>
              </a:ext>
            </a:extLst>
          </p:cNvPr>
          <p:cNvSpPr>
            <a:spLocks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4751">
            <a:extLst>
              <a:ext uri="{FF2B5EF4-FFF2-40B4-BE49-F238E27FC236}">
                <a16:creationId xmlns:a16="http://schemas.microsoft.com/office/drawing/2014/main" id="{3D31143F-0BF1-4CAA-890E-38E699859AE2}"/>
              </a:ext>
            </a:extLst>
          </p:cNvPr>
          <p:cNvSpPr>
            <a:spLocks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4752">
            <a:extLst>
              <a:ext uri="{FF2B5EF4-FFF2-40B4-BE49-F238E27FC236}">
                <a16:creationId xmlns:a16="http://schemas.microsoft.com/office/drawing/2014/main" id="{4946998D-35AE-424C-9285-079C6287B0D8}"/>
              </a:ext>
            </a:extLst>
          </p:cNvPr>
          <p:cNvSpPr>
            <a:spLocks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4753">
            <a:extLst>
              <a:ext uri="{FF2B5EF4-FFF2-40B4-BE49-F238E27FC236}">
                <a16:creationId xmlns:a16="http://schemas.microsoft.com/office/drawing/2014/main" id="{693496D5-8627-4EE6-8E56-7EB06E1C66E3}"/>
              </a:ext>
            </a:extLst>
          </p:cNvPr>
          <p:cNvSpPr>
            <a:spLocks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4754">
            <a:extLst>
              <a:ext uri="{FF2B5EF4-FFF2-40B4-BE49-F238E27FC236}">
                <a16:creationId xmlns:a16="http://schemas.microsoft.com/office/drawing/2014/main" id="{E06BA9C7-33B5-4D22-A1E9-072041E7C389}"/>
              </a:ext>
            </a:extLst>
          </p:cNvPr>
          <p:cNvSpPr>
            <a:spLocks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4755">
            <a:extLst>
              <a:ext uri="{FF2B5EF4-FFF2-40B4-BE49-F238E27FC236}">
                <a16:creationId xmlns:a16="http://schemas.microsoft.com/office/drawing/2014/main" id="{F805E044-08D1-4591-8032-146045E712DF}"/>
              </a:ext>
            </a:extLst>
          </p:cNvPr>
          <p:cNvSpPr>
            <a:spLocks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4756">
            <a:extLst>
              <a:ext uri="{FF2B5EF4-FFF2-40B4-BE49-F238E27FC236}">
                <a16:creationId xmlns:a16="http://schemas.microsoft.com/office/drawing/2014/main" id="{37A61B1E-FCE5-4BF1-9E8A-66B8F7C2FD1A}"/>
              </a:ext>
            </a:extLst>
          </p:cNvPr>
          <p:cNvSpPr>
            <a:spLocks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4757">
            <a:extLst>
              <a:ext uri="{FF2B5EF4-FFF2-40B4-BE49-F238E27FC236}">
                <a16:creationId xmlns:a16="http://schemas.microsoft.com/office/drawing/2014/main" id="{A40E5617-9051-4A71-A2EC-66A0BD9D6902}"/>
              </a:ext>
            </a:extLst>
          </p:cNvPr>
          <p:cNvSpPr>
            <a:spLocks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4758">
            <a:extLst>
              <a:ext uri="{FF2B5EF4-FFF2-40B4-BE49-F238E27FC236}">
                <a16:creationId xmlns:a16="http://schemas.microsoft.com/office/drawing/2014/main" id="{1DB87F10-4507-4587-AADC-466299D16F41}"/>
              </a:ext>
            </a:extLst>
          </p:cNvPr>
          <p:cNvSpPr>
            <a:spLocks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4759">
            <a:extLst>
              <a:ext uri="{FF2B5EF4-FFF2-40B4-BE49-F238E27FC236}">
                <a16:creationId xmlns:a16="http://schemas.microsoft.com/office/drawing/2014/main" id="{146DB822-8890-41DD-B3E6-925ED64B18D3}"/>
              </a:ext>
            </a:extLst>
          </p:cNvPr>
          <p:cNvSpPr>
            <a:spLocks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4760">
            <a:extLst>
              <a:ext uri="{FF2B5EF4-FFF2-40B4-BE49-F238E27FC236}">
                <a16:creationId xmlns:a16="http://schemas.microsoft.com/office/drawing/2014/main" id="{73733B36-E10A-4BB5-AF41-2E961EEAD8B0}"/>
              </a:ext>
            </a:extLst>
          </p:cNvPr>
          <p:cNvSpPr>
            <a:spLocks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4761">
            <a:extLst>
              <a:ext uri="{FF2B5EF4-FFF2-40B4-BE49-F238E27FC236}">
                <a16:creationId xmlns:a16="http://schemas.microsoft.com/office/drawing/2014/main" id="{41E3E262-D2AC-456D-8A01-27F55EC4CD40}"/>
              </a:ext>
            </a:extLst>
          </p:cNvPr>
          <p:cNvSpPr>
            <a:spLocks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4762">
            <a:extLst>
              <a:ext uri="{FF2B5EF4-FFF2-40B4-BE49-F238E27FC236}">
                <a16:creationId xmlns:a16="http://schemas.microsoft.com/office/drawing/2014/main" id="{944CADAB-EB49-4D2B-8BC1-89B06F11CD6B}"/>
              </a:ext>
            </a:extLst>
          </p:cNvPr>
          <p:cNvSpPr>
            <a:spLocks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4763">
            <a:extLst>
              <a:ext uri="{FF2B5EF4-FFF2-40B4-BE49-F238E27FC236}">
                <a16:creationId xmlns:a16="http://schemas.microsoft.com/office/drawing/2014/main" id="{BB5FB6B4-58F2-440F-97AE-8288E5A253EF}"/>
              </a:ext>
            </a:extLst>
          </p:cNvPr>
          <p:cNvSpPr>
            <a:spLocks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4764">
            <a:extLst>
              <a:ext uri="{FF2B5EF4-FFF2-40B4-BE49-F238E27FC236}">
                <a16:creationId xmlns:a16="http://schemas.microsoft.com/office/drawing/2014/main" id="{4EF3A002-0775-4077-984B-7EAB4B5A0538}"/>
              </a:ext>
            </a:extLst>
          </p:cNvPr>
          <p:cNvSpPr>
            <a:spLocks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4765">
            <a:extLst>
              <a:ext uri="{FF2B5EF4-FFF2-40B4-BE49-F238E27FC236}">
                <a16:creationId xmlns:a16="http://schemas.microsoft.com/office/drawing/2014/main" id="{8BD4EE4B-E493-466C-A278-9DE6614DE92D}"/>
              </a:ext>
            </a:extLst>
          </p:cNvPr>
          <p:cNvSpPr>
            <a:spLocks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4766">
            <a:extLst>
              <a:ext uri="{FF2B5EF4-FFF2-40B4-BE49-F238E27FC236}">
                <a16:creationId xmlns:a16="http://schemas.microsoft.com/office/drawing/2014/main" id="{0543AA73-90F1-48D9-BEC1-3EF5392DE986}"/>
              </a:ext>
            </a:extLst>
          </p:cNvPr>
          <p:cNvSpPr>
            <a:spLocks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4767">
            <a:extLst>
              <a:ext uri="{FF2B5EF4-FFF2-40B4-BE49-F238E27FC236}">
                <a16:creationId xmlns:a16="http://schemas.microsoft.com/office/drawing/2014/main" id="{8B7DE98F-E2E6-4D2A-96B9-68B7F91D2C3B}"/>
              </a:ext>
            </a:extLst>
          </p:cNvPr>
          <p:cNvSpPr>
            <a:spLocks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4768">
            <a:extLst>
              <a:ext uri="{FF2B5EF4-FFF2-40B4-BE49-F238E27FC236}">
                <a16:creationId xmlns:a16="http://schemas.microsoft.com/office/drawing/2014/main" id="{79ED971E-BA66-43DD-983E-EC15EE54F856}"/>
              </a:ext>
            </a:extLst>
          </p:cNvPr>
          <p:cNvSpPr>
            <a:spLocks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4769">
            <a:extLst>
              <a:ext uri="{FF2B5EF4-FFF2-40B4-BE49-F238E27FC236}">
                <a16:creationId xmlns:a16="http://schemas.microsoft.com/office/drawing/2014/main" id="{6DAEFE35-093F-453F-85E4-93123D98E603}"/>
              </a:ext>
            </a:extLst>
          </p:cNvPr>
          <p:cNvSpPr>
            <a:spLocks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4770">
            <a:extLst>
              <a:ext uri="{FF2B5EF4-FFF2-40B4-BE49-F238E27FC236}">
                <a16:creationId xmlns:a16="http://schemas.microsoft.com/office/drawing/2014/main" id="{FFF403DC-4D00-4173-973A-8B4E8C5203BE}"/>
              </a:ext>
            </a:extLst>
          </p:cNvPr>
          <p:cNvSpPr>
            <a:spLocks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4771">
            <a:extLst>
              <a:ext uri="{FF2B5EF4-FFF2-40B4-BE49-F238E27FC236}">
                <a16:creationId xmlns:a16="http://schemas.microsoft.com/office/drawing/2014/main" id="{C2004831-9AEE-4C48-86F5-E916372A118C}"/>
              </a:ext>
            </a:extLst>
          </p:cNvPr>
          <p:cNvSpPr>
            <a:spLocks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4772">
            <a:extLst>
              <a:ext uri="{FF2B5EF4-FFF2-40B4-BE49-F238E27FC236}">
                <a16:creationId xmlns:a16="http://schemas.microsoft.com/office/drawing/2014/main" id="{760F5AAB-CEFA-44FD-BACD-B02B47AECD9E}"/>
              </a:ext>
            </a:extLst>
          </p:cNvPr>
          <p:cNvSpPr>
            <a:spLocks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4773">
            <a:extLst>
              <a:ext uri="{FF2B5EF4-FFF2-40B4-BE49-F238E27FC236}">
                <a16:creationId xmlns:a16="http://schemas.microsoft.com/office/drawing/2014/main" id="{DCD21B4C-BFE1-4059-9E61-58D19F4D9E8A}"/>
              </a:ext>
            </a:extLst>
          </p:cNvPr>
          <p:cNvSpPr>
            <a:spLocks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4774">
            <a:extLst>
              <a:ext uri="{FF2B5EF4-FFF2-40B4-BE49-F238E27FC236}">
                <a16:creationId xmlns:a16="http://schemas.microsoft.com/office/drawing/2014/main" id="{3604620E-7237-4B56-A3C4-E6AFD1226373}"/>
              </a:ext>
            </a:extLst>
          </p:cNvPr>
          <p:cNvSpPr>
            <a:spLocks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4775">
            <a:extLst>
              <a:ext uri="{FF2B5EF4-FFF2-40B4-BE49-F238E27FC236}">
                <a16:creationId xmlns:a16="http://schemas.microsoft.com/office/drawing/2014/main" id="{6CEC94A7-3BF7-460F-9264-DC47C466BCE1}"/>
              </a:ext>
            </a:extLst>
          </p:cNvPr>
          <p:cNvSpPr>
            <a:spLocks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4776">
            <a:extLst>
              <a:ext uri="{FF2B5EF4-FFF2-40B4-BE49-F238E27FC236}">
                <a16:creationId xmlns:a16="http://schemas.microsoft.com/office/drawing/2014/main" id="{0D757E50-E1C3-4D64-8C72-DEF840855BBA}"/>
              </a:ext>
            </a:extLst>
          </p:cNvPr>
          <p:cNvSpPr>
            <a:spLocks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4777">
            <a:extLst>
              <a:ext uri="{FF2B5EF4-FFF2-40B4-BE49-F238E27FC236}">
                <a16:creationId xmlns:a16="http://schemas.microsoft.com/office/drawing/2014/main" id="{23BFB94C-0CA6-44FC-AA75-FA509A02CA4A}"/>
              </a:ext>
            </a:extLst>
          </p:cNvPr>
          <p:cNvSpPr>
            <a:spLocks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4778">
            <a:extLst>
              <a:ext uri="{FF2B5EF4-FFF2-40B4-BE49-F238E27FC236}">
                <a16:creationId xmlns:a16="http://schemas.microsoft.com/office/drawing/2014/main" id="{9630F39B-A191-4525-A5C3-C1942C0F5568}"/>
              </a:ext>
            </a:extLst>
          </p:cNvPr>
          <p:cNvSpPr>
            <a:spLocks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4779">
            <a:extLst>
              <a:ext uri="{FF2B5EF4-FFF2-40B4-BE49-F238E27FC236}">
                <a16:creationId xmlns:a16="http://schemas.microsoft.com/office/drawing/2014/main" id="{A7D56B5F-2EFD-4B0A-AACD-D6F709A00F02}"/>
              </a:ext>
            </a:extLst>
          </p:cNvPr>
          <p:cNvSpPr>
            <a:spLocks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4780">
            <a:extLst>
              <a:ext uri="{FF2B5EF4-FFF2-40B4-BE49-F238E27FC236}">
                <a16:creationId xmlns:a16="http://schemas.microsoft.com/office/drawing/2014/main" id="{2BF5CF08-6BED-415E-B988-A3F7F0F9F3FB}"/>
              </a:ext>
            </a:extLst>
          </p:cNvPr>
          <p:cNvSpPr>
            <a:spLocks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4781">
            <a:extLst>
              <a:ext uri="{FF2B5EF4-FFF2-40B4-BE49-F238E27FC236}">
                <a16:creationId xmlns:a16="http://schemas.microsoft.com/office/drawing/2014/main" id="{6813BB7D-12B0-4FB4-A034-424EF44D6B22}"/>
              </a:ext>
            </a:extLst>
          </p:cNvPr>
          <p:cNvSpPr>
            <a:spLocks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4782">
            <a:extLst>
              <a:ext uri="{FF2B5EF4-FFF2-40B4-BE49-F238E27FC236}">
                <a16:creationId xmlns:a16="http://schemas.microsoft.com/office/drawing/2014/main" id="{7D5CA26A-7832-4A41-BB28-1029AF1E3C04}"/>
              </a:ext>
            </a:extLst>
          </p:cNvPr>
          <p:cNvSpPr>
            <a:spLocks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4783">
            <a:extLst>
              <a:ext uri="{FF2B5EF4-FFF2-40B4-BE49-F238E27FC236}">
                <a16:creationId xmlns:a16="http://schemas.microsoft.com/office/drawing/2014/main" id="{7501ECD0-ECCB-4876-92F7-11743CB87F57}"/>
              </a:ext>
            </a:extLst>
          </p:cNvPr>
          <p:cNvSpPr>
            <a:spLocks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4784">
            <a:extLst>
              <a:ext uri="{FF2B5EF4-FFF2-40B4-BE49-F238E27FC236}">
                <a16:creationId xmlns:a16="http://schemas.microsoft.com/office/drawing/2014/main" id="{CF9D44B1-FC49-4863-9D88-A119AB0E92A1}"/>
              </a:ext>
            </a:extLst>
          </p:cNvPr>
          <p:cNvSpPr>
            <a:spLocks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4785">
            <a:extLst>
              <a:ext uri="{FF2B5EF4-FFF2-40B4-BE49-F238E27FC236}">
                <a16:creationId xmlns:a16="http://schemas.microsoft.com/office/drawing/2014/main" id="{BEE8E8B9-354C-4F3E-932A-EE62B741D5C3}"/>
              </a:ext>
            </a:extLst>
          </p:cNvPr>
          <p:cNvSpPr>
            <a:spLocks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4786">
            <a:extLst>
              <a:ext uri="{FF2B5EF4-FFF2-40B4-BE49-F238E27FC236}">
                <a16:creationId xmlns:a16="http://schemas.microsoft.com/office/drawing/2014/main" id="{55080B8F-2ED2-4B1B-8F53-1A16E3C6C329}"/>
              </a:ext>
            </a:extLst>
          </p:cNvPr>
          <p:cNvSpPr>
            <a:spLocks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4787">
            <a:extLst>
              <a:ext uri="{FF2B5EF4-FFF2-40B4-BE49-F238E27FC236}">
                <a16:creationId xmlns:a16="http://schemas.microsoft.com/office/drawing/2014/main" id="{9D120D9A-995A-4310-8713-50B22156AF35}"/>
              </a:ext>
            </a:extLst>
          </p:cNvPr>
          <p:cNvSpPr>
            <a:spLocks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4788">
            <a:extLst>
              <a:ext uri="{FF2B5EF4-FFF2-40B4-BE49-F238E27FC236}">
                <a16:creationId xmlns:a16="http://schemas.microsoft.com/office/drawing/2014/main" id="{A9ADAC51-57F8-413E-A42A-EC3CD91794D0}"/>
              </a:ext>
            </a:extLst>
          </p:cNvPr>
          <p:cNvSpPr>
            <a:spLocks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4789">
            <a:extLst>
              <a:ext uri="{FF2B5EF4-FFF2-40B4-BE49-F238E27FC236}">
                <a16:creationId xmlns:a16="http://schemas.microsoft.com/office/drawing/2014/main" id="{71A2D87C-3ABC-4084-8B2C-6100CB2C5073}"/>
              </a:ext>
            </a:extLst>
          </p:cNvPr>
          <p:cNvSpPr>
            <a:spLocks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4790">
            <a:extLst>
              <a:ext uri="{FF2B5EF4-FFF2-40B4-BE49-F238E27FC236}">
                <a16:creationId xmlns:a16="http://schemas.microsoft.com/office/drawing/2014/main" id="{DDFF7F88-1FB3-4DFA-BFFC-489A1CD5D696}"/>
              </a:ext>
            </a:extLst>
          </p:cNvPr>
          <p:cNvSpPr>
            <a:spLocks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4791">
            <a:extLst>
              <a:ext uri="{FF2B5EF4-FFF2-40B4-BE49-F238E27FC236}">
                <a16:creationId xmlns:a16="http://schemas.microsoft.com/office/drawing/2014/main" id="{759AC464-3000-4A33-92C2-6FA0997153B2}"/>
              </a:ext>
            </a:extLst>
          </p:cNvPr>
          <p:cNvSpPr>
            <a:spLocks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4792">
            <a:extLst>
              <a:ext uri="{FF2B5EF4-FFF2-40B4-BE49-F238E27FC236}">
                <a16:creationId xmlns:a16="http://schemas.microsoft.com/office/drawing/2014/main" id="{13A3C32E-FB7A-47F2-B165-64354D9C0B65}"/>
              </a:ext>
            </a:extLst>
          </p:cNvPr>
          <p:cNvSpPr>
            <a:spLocks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4793">
            <a:extLst>
              <a:ext uri="{FF2B5EF4-FFF2-40B4-BE49-F238E27FC236}">
                <a16:creationId xmlns:a16="http://schemas.microsoft.com/office/drawing/2014/main" id="{4A3C9DCC-BFA0-4853-8592-BF9B9CF7FC9B}"/>
              </a:ext>
            </a:extLst>
          </p:cNvPr>
          <p:cNvSpPr>
            <a:spLocks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4794">
            <a:extLst>
              <a:ext uri="{FF2B5EF4-FFF2-40B4-BE49-F238E27FC236}">
                <a16:creationId xmlns:a16="http://schemas.microsoft.com/office/drawing/2014/main" id="{101194B3-E5B7-4800-AEE1-34B3A89D8C38}"/>
              </a:ext>
            </a:extLst>
          </p:cNvPr>
          <p:cNvSpPr>
            <a:spLocks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4795">
            <a:extLst>
              <a:ext uri="{FF2B5EF4-FFF2-40B4-BE49-F238E27FC236}">
                <a16:creationId xmlns:a16="http://schemas.microsoft.com/office/drawing/2014/main" id="{AA739D4D-A8D8-4A46-ACB1-A43C77C3E3A9}"/>
              </a:ext>
            </a:extLst>
          </p:cNvPr>
          <p:cNvSpPr>
            <a:spLocks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4796">
            <a:extLst>
              <a:ext uri="{FF2B5EF4-FFF2-40B4-BE49-F238E27FC236}">
                <a16:creationId xmlns:a16="http://schemas.microsoft.com/office/drawing/2014/main" id="{20E33330-A2CF-4CC8-A915-314E6A9A458F}"/>
              </a:ext>
            </a:extLst>
          </p:cNvPr>
          <p:cNvSpPr>
            <a:spLocks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4797">
            <a:extLst>
              <a:ext uri="{FF2B5EF4-FFF2-40B4-BE49-F238E27FC236}">
                <a16:creationId xmlns:a16="http://schemas.microsoft.com/office/drawing/2014/main" id="{AFE663C1-32BE-4AE6-98A3-426E9AAB6517}"/>
              </a:ext>
            </a:extLst>
          </p:cNvPr>
          <p:cNvSpPr>
            <a:spLocks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4798">
            <a:extLst>
              <a:ext uri="{FF2B5EF4-FFF2-40B4-BE49-F238E27FC236}">
                <a16:creationId xmlns:a16="http://schemas.microsoft.com/office/drawing/2014/main" id="{BC4B391D-797D-4EE5-809A-CDBE23EF872A}"/>
              </a:ext>
            </a:extLst>
          </p:cNvPr>
          <p:cNvSpPr>
            <a:spLocks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4799">
            <a:extLst>
              <a:ext uri="{FF2B5EF4-FFF2-40B4-BE49-F238E27FC236}">
                <a16:creationId xmlns:a16="http://schemas.microsoft.com/office/drawing/2014/main" id="{8AB752DA-BE0E-471C-BC85-709CCCF22BF7}"/>
              </a:ext>
            </a:extLst>
          </p:cNvPr>
          <p:cNvSpPr>
            <a:spLocks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4800">
            <a:extLst>
              <a:ext uri="{FF2B5EF4-FFF2-40B4-BE49-F238E27FC236}">
                <a16:creationId xmlns:a16="http://schemas.microsoft.com/office/drawing/2014/main" id="{48E810EA-AF24-4BF7-AA8A-556C3559FBB2}"/>
              </a:ext>
            </a:extLst>
          </p:cNvPr>
          <p:cNvSpPr>
            <a:spLocks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4801">
            <a:extLst>
              <a:ext uri="{FF2B5EF4-FFF2-40B4-BE49-F238E27FC236}">
                <a16:creationId xmlns:a16="http://schemas.microsoft.com/office/drawing/2014/main" id="{75C1340C-4264-4D53-9EC3-55E63327852A}"/>
              </a:ext>
            </a:extLst>
          </p:cNvPr>
          <p:cNvSpPr>
            <a:spLocks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4802">
            <a:extLst>
              <a:ext uri="{FF2B5EF4-FFF2-40B4-BE49-F238E27FC236}">
                <a16:creationId xmlns:a16="http://schemas.microsoft.com/office/drawing/2014/main" id="{7F7F3E78-017D-489A-93F7-D729139AFCE9}"/>
              </a:ext>
            </a:extLst>
          </p:cNvPr>
          <p:cNvSpPr>
            <a:spLocks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4803">
            <a:extLst>
              <a:ext uri="{FF2B5EF4-FFF2-40B4-BE49-F238E27FC236}">
                <a16:creationId xmlns:a16="http://schemas.microsoft.com/office/drawing/2014/main" id="{64A2D74C-8FB3-41BD-A41C-B4AB854AD9F0}"/>
              </a:ext>
            </a:extLst>
          </p:cNvPr>
          <p:cNvSpPr>
            <a:spLocks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4804">
            <a:extLst>
              <a:ext uri="{FF2B5EF4-FFF2-40B4-BE49-F238E27FC236}">
                <a16:creationId xmlns:a16="http://schemas.microsoft.com/office/drawing/2014/main" id="{17760530-7562-4D9C-BEE2-8BF329D021E7}"/>
              </a:ext>
            </a:extLst>
          </p:cNvPr>
          <p:cNvSpPr>
            <a:spLocks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4805">
            <a:extLst>
              <a:ext uri="{FF2B5EF4-FFF2-40B4-BE49-F238E27FC236}">
                <a16:creationId xmlns:a16="http://schemas.microsoft.com/office/drawing/2014/main" id="{B074A2D8-8C75-449E-8301-DA8339255A66}"/>
              </a:ext>
            </a:extLst>
          </p:cNvPr>
          <p:cNvSpPr>
            <a:spLocks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4806">
            <a:extLst>
              <a:ext uri="{FF2B5EF4-FFF2-40B4-BE49-F238E27FC236}">
                <a16:creationId xmlns:a16="http://schemas.microsoft.com/office/drawing/2014/main" id="{03C82BBA-6963-4404-91FF-2D69F043C235}"/>
              </a:ext>
            </a:extLst>
          </p:cNvPr>
          <p:cNvSpPr>
            <a:spLocks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4807">
            <a:extLst>
              <a:ext uri="{FF2B5EF4-FFF2-40B4-BE49-F238E27FC236}">
                <a16:creationId xmlns:a16="http://schemas.microsoft.com/office/drawing/2014/main" id="{2A3E0955-9E7A-498F-9256-C4B90577E64E}"/>
              </a:ext>
            </a:extLst>
          </p:cNvPr>
          <p:cNvSpPr>
            <a:spLocks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4808">
            <a:extLst>
              <a:ext uri="{FF2B5EF4-FFF2-40B4-BE49-F238E27FC236}">
                <a16:creationId xmlns:a16="http://schemas.microsoft.com/office/drawing/2014/main" id="{ED784DE1-3E0D-47F9-8549-586AEBD333E1}"/>
              </a:ext>
            </a:extLst>
          </p:cNvPr>
          <p:cNvSpPr>
            <a:spLocks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4809">
            <a:extLst>
              <a:ext uri="{FF2B5EF4-FFF2-40B4-BE49-F238E27FC236}">
                <a16:creationId xmlns:a16="http://schemas.microsoft.com/office/drawing/2014/main" id="{F86B1E37-0CD5-45D6-B19F-5CC4061B2017}"/>
              </a:ext>
            </a:extLst>
          </p:cNvPr>
          <p:cNvSpPr>
            <a:spLocks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4810">
            <a:extLst>
              <a:ext uri="{FF2B5EF4-FFF2-40B4-BE49-F238E27FC236}">
                <a16:creationId xmlns:a16="http://schemas.microsoft.com/office/drawing/2014/main" id="{517ED892-5B63-4DD1-AE9F-6775AE817C3A}"/>
              </a:ext>
            </a:extLst>
          </p:cNvPr>
          <p:cNvSpPr>
            <a:spLocks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4811">
            <a:extLst>
              <a:ext uri="{FF2B5EF4-FFF2-40B4-BE49-F238E27FC236}">
                <a16:creationId xmlns:a16="http://schemas.microsoft.com/office/drawing/2014/main" id="{B5758165-F8CD-4987-889D-B175708F3C3E}"/>
              </a:ext>
            </a:extLst>
          </p:cNvPr>
          <p:cNvSpPr>
            <a:spLocks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4812">
            <a:extLst>
              <a:ext uri="{FF2B5EF4-FFF2-40B4-BE49-F238E27FC236}">
                <a16:creationId xmlns:a16="http://schemas.microsoft.com/office/drawing/2014/main" id="{226C7A51-8A93-4DB3-98FB-8CD15EBB8F43}"/>
              </a:ext>
            </a:extLst>
          </p:cNvPr>
          <p:cNvSpPr>
            <a:spLocks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4813">
            <a:extLst>
              <a:ext uri="{FF2B5EF4-FFF2-40B4-BE49-F238E27FC236}">
                <a16:creationId xmlns:a16="http://schemas.microsoft.com/office/drawing/2014/main" id="{CD496EBA-5AE0-4976-BBD2-6A55B7472F6C}"/>
              </a:ext>
            </a:extLst>
          </p:cNvPr>
          <p:cNvSpPr>
            <a:spLocks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4814">
            <a:extLst>
              <a:ext uri="{FF2B5EF4-FFF2-40B4-BE49-F238E27FC236}">
                <a16:creationId xmlns:a16="http://schemas.microsoft.com/office/drawing/2014/main" id="{D9A8801F-A731-4744-BFEE-401483FC6A55}"/>
              </a:ext>
            </a:extLst>
          </p:cNvPr>
          <p:cNvSpPr>
            <a:spLocks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4815">
            <a:extLst>
              <a:ext uri="{FF2B5EF4-FFF2-40B4-BE49-F238E27FC236}">
                <a16:creationId xmlns:a16="http://schemas.microsoft.com/office/drawing/2014/main" id="{5D9F965B-1710-4777-9092-B3C092DD2110}"/>
              </a:ext>
            </a:extLst>
          </p:cNvPr>
          <p:cNvSpPr>
            <a:spLocks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4816">
            <a:extLst>
              <a:ext uri="{FF2B5EF4-FFF2-40B4-BE49-F238E27FC236}">
                <a16:creationId xmlns:a16="http://schemas.microsoft.com/office/drawing/2014/main" id="{A6BA30FD-F439-4CCD-9795-1663BCE6FCBF}"/>
              </a:ext>
            </a:extLst>
          </p:cNvPr>
          <p:cNvSpPr>
            <a:spLocks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4817">
            <a:extLst>
              <a:ext uri="{FF2B5EF4-FFF2-40B4-BE49-F238E27FC236}">
                <a16:creationId xmlns:a16="http://schemas.microsoft.com/office/drawing/2014/main" id="{B8B68DAF-BFF9-473A-8CF1-6D14F657650D}"/>
              </a:ext>
            </a:extLst>
          </p:cNvPr>
          <p:cNvSpPr>
            <a:spLocks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4818">
            <a:extLst>
              <a:ext uri="{FF2B5EF4-FFF2-40B4-BE49-F238E27FC236}">
                <a16:creationId xmlns:a16="http://schemas.microsoft.com/office/drawing/2014/main" id="{58BFF342-567F-4854-8746-B1034718F9F1}"/>
              </a:ext>
            </a:extLst>
          </p:cNvPr>
          <p:cNvSpPr>
            <a:spLocks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4819">
            <a:extLst>
              <a:ext uri="{FF2B5EF4-FFF2-40B4-BE49-F238E27FC236}">
                <a16:creationId xmlns:a16="http://schemas.microsoft.com/office/drawing/2014/main" id="{E4120E44-9A50-4629-9165-330F2673385C}"/>
              </a:ext>
            </a:extLst>
          </p:cNvPr>
          <p:cNvSpPr>
            <a:spLocks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4820">
            <a:extLst>
              <a:ext uri="{FF2B5EF4-FFF2-40B4-BE49-F238E27FC236}">
                <a16:creationId xmlns:a16="http://schemas.microsoft.com/office/drawing/2014/main" id="{0263FD5B-940E-45DF-B2BD-EE3C1C277A4E}"/>
              </a:ext>
            </a:extLst>
          </p:cNvPr>
          <p:cNvSpPr>
            <a:spLocks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4821">
            <a:extLst>
              <a:ext uri="{FF2B5EF4-FFF2-40B4-BE49-F238E27FC236}">
                <a16:creationId xmlns:a16="http://schemas.microsoft.com/office/drawing/2014/main" id="{F8C1E105-4285-41F1-B5AE-D5B1129A1C09}"/>
              </a:ext>
            </a:extLst>
          </p:cNvPr>
          <p:cNvSpPr>
            <a:spLocks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4822">
            <a:extLst>
              <a:ext uri="{FF2B5EF4-FFF2-40B4-BE49-F238E27FC236}">
                <a16:creationId xmlns:a16="http://schemas.microsoft.com/office/drawing/2014/main" id="{B95DC3A8-F593-4A52-8B09-6C7ADDC7901A}"/>
              </a:ext>
            </a:extLst>
          </p:cNvPr>
          <p:cNvSpPr>
            <a:spLocks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4823">
            <a:extLst>
              <a:ext uri="{FF2B5EF4-FFF2-40B4-BE49-F238E27FC236}">
                <a16:creationId xmlns:a16="http://schemas.microsoft.com/office/drawing/2014/main" id="{8B4A5A1D-02D6-40B1-B88E-34A876FD4768}"/>
              </a:ext>
            </a:extLst>
          </p:cNvPr>
          <p:cNvSpPr>
            <a:spLocks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4824">
            <a:extLst>
              <a:ext uri="{FF2B5EF4-FFF2-40B4-BE49-F238E27FC236}">
                <a16:creationId xmlns:a16="http://schemas.microsoft.com/office/drawing/2014/main" id="{BF356771-32A4-4FEC-BCFA-D76D114DD47E}"/>
              </a:ext>
            </a:extLst>
          </p:cNvPr>
          <p:cNvSpPr>
            <a:spLocks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4825">
            <a:extLst>
              <a:ext uri="{FF2B5EF4-FFF2-40B4-BE49-F238E27FC236}">
                <a16:creationId xmlns:a16="http://schemas.microsoft.com/office/drawing/2014/main" id="{21D54E2C-7959-4FB8-8FF5-3063390C37E8}"/>
              </a:ext>
            </a:extLst>
          </p:cNvPr>
          <p:cNvSpPr>
            <a:spLocks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4826">
            <a:extLst>
              <a:ext uri="{FF2B5EF4-FFF2-40B4-BE49-F238E27FC236}">
                <a16:creationId xmlns:a16="http://schemas.microsoft.com/office/drawing/2014/main" id="{1973FD1A-4328-4D07-B5C4-6C5CFB573520}"/>
              </a:ext>
            </a:extLst>
          </p:cNvPr>
          <p:cNvSpPr>
            <a:spLocks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4827">
            <a:extLst>
              <a:ext uri="{FF2B5EF4-FFF2-40B4-BE49-F238E27FC236}">
                <a16:creationId xmlns:a16="http://schemas.microsoft.com/office/drawing/2014/main" id="{DB7D9871-338A-4E7C-98EA-99E848716C35}"/>
              </a:ext>
            </a:extLst>
          </p:cNvPr>
          <p:cNvSpPr>
            <a:spLocks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4828">
            <a:extLst>
              <a:ext uri="{FF2B5EF4-FFF2-40B4-BE49-F238E27FC236}">
                <a16:creationId xmlns:a16="http://schemas.microsoft.com/office/drawing/2014/main" id="{92891092-2364-4D6D-A8AB-C80E851F96FB}"/>
              </a:ext>
            </a:extLst>
          </p:cNvPr>
          <p:cNvSpPr>
            <a:spLocks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4829">
            <a:extLst>
              <a:ext uri="{FF2B5EF4-FFF2-40B4-BE49-F238E27FC236}">
                <a16:creationId xmlns:a16="http://schemas.microsoft.com/office/drawing/2014/main" id="{E21B3A28-3700-4BD7-9C22-3C6614446722}"/>
              </a:ext>
            </a:extLst>
          </p:cNvPr>
          <p:cNvSpPr>
            <a:spLocks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4830">
            <a:extLst>
              <a:ext uri="{FF2B5EF4-FFF2-40B4-BE49-F238E27FC236}">
                <a16:creationId xmlns:a16="http://schemas.microsoft.com/office/drawing/2014/main" id="{8CF246BD-DC96-4DD5-B89F-B15822520744}"/>
              </a:ext>
            </a:extLst>
          </p:cNvPr>
          <p:cNvSpPr>
            <a:spLocks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4831">
            <a:extLst>
              <a:ext uri="{FF2B5EF4-FFF2-40B4-BE49-F238E27FC236}">
                <a16:creationId xmlns:a16="http://schemas.microsoft.com/office/drawing/2014/main" id="{9514FE65-22B9-40F7-A497-31379B526A67}"/>
              </a:ext>
            </a:extLst>
          </p:cNvPr>
          <p:cNvSpPr>
            <a:spLocks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4832">
            <a:extLst>
              <a:ext uri="{FF2B5EF4-FFF2-40B4-BE49-F238E27FC236}">
                <a16:creationId xmlns:a16="http://schemas.microsoft.com/office/drawing/2014/main" id="{92ACFA88-B23B-40DC-A6C6-5A85D85C90C4}"/>
              </a:ext>
            </a:extLst>
          </p:cNvPr>
          <p:cNvSpPr>
            <a:spLocks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4833">
            <a:extLst>
              <a:ext uri="{FF2B5EF4-FFF2-40B4-BE49-F238E27FC236}">
                <a16:creationId xmlns:a16="http://schemas.microsoft.com/office/drawing/2014/main" id="{7A0EEAE5-998A-419D-AB48-27C10211DF62}"/>
              </a:ext>
            </a:extLst>
          </p:cNvPr>
          <p:cNvSpPr>
            <a:spLocks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4834">
            <a:extLst>
              <a:ext uri="{FF2B5EF4-FFF2-40B4-BE49-F238E27FC236}">
                <a16:creationId xmlns:a16="http://schemas.microsoft.com/office/drawing/2014/main" id="{9CA8395B-374F-4B6B-B272-54102DF0CEE8}"/>
              </a:ext>
            </a:extLst>
          </p:cNvPr>
          <p:cNvSpPr>
            <a:spLocks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4835">
            <a:extLst>
              <a:ext uri="{FF2B5EF4-FFF2-40B4-BE49-F238E27FC236}">
                <a16:creationId xmlns:a16="http://schemas.microsoft.com/office/drawing/2014/main" id="{73FBB1D9-2699-4737-9A71-D07FC3DDFF1C}"/>
              </a:ext>
            </a:extLst>
          </p:cNvPr>
          <p:cNvSpPr>
            <a:spLocks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4836">
            <a:extLst>
              <a:ext uri="{FF2B5EF4-FFF2-40B4-BE49-F238E27FC236}">
                <a16:creationId xmlns:a16="http://schemas.microsoft.com/office/drawing/2014/main" id="{78C72ADB-27A1-4058-8D5A-F983B544F98D}"/>
              </a:ext>
            </a:extLst>
          </p:cNvPr>
          <p:cNvSpPr>
            <a:spLocks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4837">
            <a:extLst>
              <a:ext uri="{FF2B5EF4-FFF2-40B4-BE49-F238E27FC236}">
                <a16:creationId xmlns:a16="http://schemas.microsoft.com/office/drawing/2014/main" id="{1EF873E1-FBA8-4568-8E9D-422D48ADC7B7}"/>
              </a:ext>
            </a:extLst>
          </p:cNvPr>
          <p:cNvSpPr>
            <a:spLocks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4838">
            <a:extLst>
              <a:ext uri="{FF2B5EF4-FFF2-40B4-BE49-F238E27FC236}">
                <a16:creationId xmlns:a16="http://schemas.microsoft.com/office/drawing/2014/main" id="{BA120EFC-2453-412B-9755-C4A3A296F72E}"/>
              </a:ext>
            </a:extLst>
          </p:cNvPr>
          <p:cNvSpPr>
            <a:spLocks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4839">
            <a:extLst>
              <a:ext uri="{FF2B5EF4-FFF2-40B4-BE49-F238E27FC236}">
                <a16:creationId xmlns:a16="http://schemas.microsoft.com/office/drawing/2014/main" id="{2FA1439E-C750-44C0-9443-0E805A89B799}"/>
              </a:ext>
            </a:extLst>
          </p:cNvPr>
          <p:cNvSpPr>
            <a:spLocks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4840">
            <a:extLst>
              <a:ext uri="{FF2B5EF4-FFF2-40B4-BE49-F238E27FC236}">
                <a16:creationId xmlns:a16="http://schemas.microsoft.com/office/drawing/2014/main" id="{284527CA-B914-4250-9711-BC9587DEC265}"/>
              </a:ext>
            </a:extLst>
          </p:cNvPr>
          <p:cNvSpPr>
            <a:spLocks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4841">
            <a:extLst>
              <a:ext uri="{FF2B5EF4-FFF2-40B4-BE49-F238E27FC236}">
                <a16:creationId xmlns:a16="http://schemas.microsoft.com/office/drawing/2014/main" id="{3F3FE003-9D7B-44B6-BF2D-085D0EFAE3E7}"/>
              </a:ext>
            </a:extLst>
          </p:cNvPr>
          <p:cNvSpPr>
            <a:spLocks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4842">
            <a:extLst>
              <a:ext uri="{FF2B5EF4-FFF2-40B4-BE49-F238E27FC236}">
                <a16:creationId xmlns:a16="http://schemas.microsoft.com/office/drawing/2014/main" id="{245657E5-DC2E-4C31-B5D6-14209C5B7E84}"/>
              </a:ext>
            </a:extLst>
          </p:cNvPr>
          <p:cNvSpPr>
            <a:spLocks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4843">
            <a:extLst>
              <a:ext uri="{FF2B5EF4-FFF2-40B4-BE49-F238E27FC236}">
                <a16:creationId xmlns:a16="http://schemas.microsoft.com/office/drawing/2014/main" id="{66C6BDEA-95CB-4777-8464-E93B03DC80D9}"/>
              </a:ext>
            </a:extLst>
          </p:cNvPr>
          <p:cNvSpPr>
            <a:spLocks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4844">
            <a:extLst>
              <a:ext uri="{FF2B5EF4-FFF2-40B4-BE49-F238E27FC236}">
                <a16:creationId xmlns:a16="http://schemas.microsoft.com/office/drawing/2014/main" id="{2B43E660-D885-4160-9ABA-2AD69CB56FE0}"/>
              </a:ext>
            </a:extLst>
          </p:cNvPr>
          <p:cNvSpPr>
            <a:spLocks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4845">
            <a:extLst>
              <a:ext uri="{FF2B5EF4-FFF2-40B4-BE49-F238E27FC236}">
                <a16:creationId xmlns:a16="http://schemas.microsoft.com/office/drawing/2014/main" id="{0A93687D-33F9-4CB2-935D-1A70A52262EE}"/>
              </a:ext>
            </a:extLst>
          </p:cNvPr>
          <p:cNvSpPr>
            <a:spLocks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4846">
            <a:extLst>
              <a:ext uri="{FF2B5EF4-FFF2-40B4-BE49-F238E27FC236}">
                <a16:creationId xmlns:a16="http://schemas.microsoft.com/office/drawing/2014/main" id="{978219FC-897A-447E-ACF3-C32F5E9E4CEB}"/>
              </a:ext>
            </a:extLst>
          </p:cNvPr>
          <p:cNvSpPr>
            <a:spLocks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4847">
            <a:extLst>
              <a:ext uri="{FF2B5EF4-FFF2-40B4-BE49-F238E27FC236}">
                <a16:creationId xmlns:a16="http://schemas.microsoft.com/office/drawing/2014/main" id="{83D7FB66-1470-4D1A-AEB8-EE726FF8AA1F}"/>
              </a:ext>
            </a:extLst>
          </p:cNvPr>
          <p:cNvSpPr>
            <a:spLocks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4848">
            <a:extLst>
              <a:ext uri="{FF2B5EF4-FFF2-40B4-BE49-F238E27FC236}">
                <a16:creationId xmlns:a16="http://schemas.microsoft.com/office/drawing/2014/main" id="{A8A8AD6A-7609-403F-B8AF-4F1EFBB67EA6}"/>
              </a:ext>
            </a:extLst>
          </p:cNvPr>
          <p:cNvSpPr>
            <a:spLocks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4849">
            <a:extLst>
              <a:ext uri="{FF2B5EF4-FFF2-40B4-BE49-F238E27FC236}">
                <a16:creationId xmlns:a16="http://schemas.microsoft.com/office/drawing/2014/main" id="{B510A80E-0F43-4432-87A0-6DF852952F6F}"/>
              </a:ext>
            </a:extLst>
          </p:cNvPr>
          <p:cNvSpPr>
            <a:spLocks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4850">
            <a:extLst>
              <a:ext uri="{FF2B5EF4-FFF2-40B4-BE49-F238E27FC236}">
                <a16:creationId xmlns:a16="http://schemas.microsoft.com/office/drawing/2014/main" id="{D6918B8E-49C4-433D-B176-62D0EBFC06E2}"/>
              </a:ext>
            </a:extLst>
          </p:cNvPr>
          <p:cNvSpPr>
            <a:spLocks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4851">
            <a:extLst>
              <a:ext uri="{FF2B5EF4-FFF2-40B4-BE49-F238E27FC236}">
                <a16:creationId xmlns:a16="http://schemas.microsoft.com/office/drawing/2014/main" id="{873E25D1-700F-4725-A463-DD3C1B1DAE03}"/>
              </a:ext>
            </a:extLst>
          </p:cNvPr>
          <p:cNvSpPr>
            <a:spLocks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4852">
            <a:extLst>
              <a:ext uri="{FF2B5EF4-FFF2-40B4-BE49-F238E27FC236}">
                <a16:creationId xmlns:a16="http://schemas.microsoft.com/office/drawing/2014/main" id="{D5891849-FD71-4D00-8C4E-0BD89D519455}"/>
              </a:ext>
            </a:extLst>
          </p:cNvPr>
          <p:cNvSpPr>
            <a:spLocks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4853">
            <a:extLst>
              <a:ext uri="{FF2B5EF4-FFF2-40B4-BE49-F238E27FC236}">
                <a16:creationId xmlns:a16="http://schemas.microsoft.com/office/drawing/2014/main" id="{DC41082E-0BF5-44B6-8BD6-E8011985D624}"/>
              </a:ext>
            </a:extLst>
          </p:cNvPr>
          <p:cNvSpPr>
            <a:spLocks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4854">
            <a:extLst>
              <a:ext uri="{FF2B5EF4-FFF2-40B4-BE49-F238E27FC236}">
                <a16:creationId xmlns:a16="http://schemas.microsoft.com/office/drawing/2014/main" id="{623469D4-7168-43D9-9068-5F85C32C3431}"/>
              </a:ext>
            </a:extLst>
          </p:cNvPr>
          <p:cNvSpPr>
            <a:spLocks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4855">
            <a:extLst>
              <a:ext uri="{FF2B5EF4-FFF2-40B4-BE49-F238E27FC236}">
                <a16:creationId xmlns:a16="http://schemas.microsoft.com/office/drawing/2014/main" id="{6CFD567D-B957-4ABA-9119-5BEF515C2F82}"/>
              </a:ext>
            </a:extLst>
          </p:cNvPr>
          <p:cNvSpPr>
            <a:spLocks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4856">
            <a:extLst>
              <a:ext uri="{FF2B5EF4-FFF2-40B4-BE49-F238E27FC236}">
                <a16:creationId xmlns:a16="http://schemas.microsoft.com/office/drawing/2014/main" id="{D8C84283-755F-407E-937F-5E644A5C4A94}"/>
              </a:ext>
            </a:extLst>
          </p:cNvPr>
          <p:cNvSpPr>
            <a:spLocks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4857">
            <a:extLst>
              <a:ext uri="{FF2B5EF4-FFF2-40B4-BE49-F238E27FC236}">
                <a16:creationId xmlns:a16="http://schemas.microsoft.com/office/drawing/2014/main" id="{7B493135-F916-4DB0-9A31-3E627F7D04FD}"/>
              </a:ext>
            </a:extLst>
          </p:cNvPr>
          <p:cNvSpPr>
            <a:spLocks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4858">
            <a:extLst>
              <a:ext uri="{FF2B5EF4-FFF2-40B4-BE49-F238E27FC236}">
                <a16:creationId xmlns:a16="http://schemas.microsoft.com/office/drawing/2014/main" id="{B06AEB99-23DD-4A19-BA1B-EFEFD49DA6A3}"/>
              </a:ext>
            </a:extLst>
          </p:cNvPr>
          <p:cNvSpPr>
            <a:spLocks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4859">
            <a:extLst>
              <a:ext uri="{FF2B5EF4-FFF2-40B4-BE49-F238E27FC236}">
                <a16:creationId xmlns:a16="http://schemas.microsoft.com/office/drawing/2014/main" id="{69DB7E88-6F8A-4CC8-B27C-3B23D4E6DD22}"/>
              </a:ext>
            </a:extLst>
          </p:cNvPr>
          <p:cNvSpPr>
            <a:spLocks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4860">
            <a:extLst>
              <a:ext uri="{FF2B5EF4-FFF2-40B4-BE49-F238E27FC236}">
                <a16:creationId xmlns:a16="http://schemas.microsoft.com/office/drawing/2014/main" id="{B7263D37-444D-447B-9593-C6C1923016A4}"/>
              </a:ext>
            </a:extLst>
          </p:cNvPr>
          <p:cNvSpPr>
            <a:spLocks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4861">
            <a:extLst>
              <a:ext uri="{FF2B5EF4-FFF2-40B4-BE49-F238E27FC236}">
                <a16:creationId xmlns:a16="http://schemas.microsoft.com/office/drawing/2014/main" id="{070FB710-EC47-4D08-9AAD-CD2F4EA948A4}"/>
              </a:ext>
            </a:extLst>
          </p:cNvPr>
          <p:cNvSpPr>
            <a:spLocks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4862">
            <a:extLst>
              <a:ext uri="{FF2B5EF4-FFF2-40B4-BE49-F238E27FC236}">
                <a16:creationId xmlns:a16="http://schemas.microsoft.com/office/drawing/2014/main" id="{939E1B1A-9AD0-44D5-8D9E-284D566173CD}"/>
              </a:ext>
            </a:extLst>
          </p:cNvPr>
          <p:cNvSpPr>
            <a:spLocks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4863">
            <a:extLst>
              <a:ext uri="{FF2B5EF4-FFF2-40B4-BE49-F238E27FC236}">
                <a16:creationId xmlns:a16="http://schemas.microsoft.com/office/drawing/2014/main" id="{1DACCAF0-3941-431E-8B7E-DF1B722720E1}"/>
              </a:ext>
            </a:extLst>
          </p:cNvPr>
          <p:cNvSpPr>
            <a:spLocks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4864">
            <a:extLst>
              <a:ext uri="{FF2B5EF4-FFF2-40B4-BE49-F238E27FC236}">
                <a16:creationId xmlns:a16="http://schemas.microsoft.com/office/drawing/2014/main" id="{541A591D-887F-49BB-BE0F-7AA7E47B17A8}"/>
              </a:ext>
            </a:extLst>
          </p:cNvPr>
          <p:cNvSpPr>
            <a:spLocks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4865">
            <a:extLst>
              <a:ext uri="{FF2B5EF4-FFF2-40B4-BE49-F238E27FC236}">
                <a16:creationId xmlns:a16="http://schemas.microsoft.com/office/drawing/2014/main" id="{5746EFF6-89CB-4EEF-980F-994707E5EF00}"/>
              </a:ext>
            </a:extLst>
          </p:cNvPr>
          <p:cNvSpPr>
            <a:spLocks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4866">
            <a:extLst>
              <a:ext uri="{FF2B5EF4-FFF2-40B4-BE49-F238E27FC236}">
                <a16:creationId xmlns:a16="http://schemas.microsoft.com/office/drawing/2014/main" id="{C15A6AF0-3120-40FD-A433-85CD8F55E482}"/>
              </a:ext>
            </a:extLst>
          </p:cNvPr>
          <p:cNvSpPr>
            <a:spLocks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4867">
            <a:extLst>
              <a:ext uri="{FF2B5EF4-FFF2-40B4-BE49-F238E27FC236}">
                <a16:creationId xmlns:a16="http://schemas.microsoft.com/office/drawing/2014/main" id="{0AA8F8B1-8900-4629-A025-F28ABFB0678C}"/>
              </a:ext>
            </a:extLst>
          </p:cNvPr>
          <p:cNvSpPr>
            <a:spLocks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4868">
            <a:extLst>
              <a:ext uri="{FF2B5EF4-FFF2-40B4-BE49-F238E27FC236}">
                <a16:creationId xmlns:a16="http://schemas.microsoft.com/office/drawing/2014/main" id="{907068FB-C74B-4BBC-A4F0-8BDB362AD4EF}"/>
              </a:ext>
            </a:extLst>
          </p:cNvPr>
          <p:cNvSpPr>
            <a:spLocks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4869">
            <a:extLst>
              <a:ext uri="{FF2B5EF4-FFF2-40B4-BE49-F238E27FC236}">
                <a16:creationId xmlns:a16="http://schemas.microsoft.com/office/drawing/2014/main" id="{BC8A05D4-725B-40B5-87E4-F39ECAEC61E8}"/>
              </a:ext>
            </a:extLst>
          </p:cNvPr>
          <p:cNvSpPr>
            <a:spLocks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4870">
            <a:extLst>
              <a:ext uri="{FF2B5EF4-FFF2-40B4-BE49-F238E27FC236}">
                <a16:creationId xmlns:a16="http://schemas.microsoft.com/office/drawing/2014/main" id="{FF5529D9-6A47-4B09-BB3C-E9FB908FA1C0}"/>
              </a:ext>
            </a:extLst>
          </p:cNvPr>
          <p:cNvSpPr>
            <a:spLocks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4871">
            <a:extLst>
              <a:ext uri="{FF2B5EF4-FFF2-40B4-BE49-F238E27FC236}">
                <a16:creationId xmlns:a16="http://schemas.microsoft.com/office/drawing/2014/main" id="{AAB46CB0-3A2F-4894-AAC7-5D364560799E}"/>
              </a:ext>
            </a:extLst>
          </p:cNvPr>
          <p:cNvSpPr>
            <a:spLocks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4872">
            <a:extLst>
              <a:ext uri="{FF2B5EF4-FFF2-40B4-BE49-F238E27FC236}">
                <a16:creationId xmlns:a16="http://schemas.microsoft.com/office/drawing/2014/main" id="{C7B3A063-A0A5-4391-B18F-35C4DBB0A8C1}"/>
              </a:ext>
            </a:extLst>
          </p:cNvPr>
          <p:cNvSpPr>
            <a:spLocks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4873">
            <a:extLst>
              <a:ext uri="{FF2B5EF4-FFF2-40B4-BE49-F238E27FC236}">
                <a16:creationId xmlns:a16="http://schemas.microsoft.com/office/drawing/2014/main" id="{FA5DE58E-AE33-45A6-AA1D-0855DD5BE859}"/>
              </a:ext>
            </a:extLst>
          </p:cNvPr>
          <p:cNvSpPr>
            <a:spLocks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4874">
            <a:extLst>
              <a:ext uri="{FF2B5EF4-FFF2-40B4-BE49-F238E27FC236}">
                <a16:creationId xmlns:a16="http://schemas.microsoft.com/office/drawing/2014/main" id="{581B0A83-493B-4C1F-A5CB-387EDDA44AFC}"/>
              </a:ext>
            </a:extLst>
          </p:cNvPr>
          <p:cNvSpPr>
            <a:spLocks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4875">
            <a:extLst>
              <a:ext uri="{FF2B5EF4-FFF2-40B4-BE49-F238E27FC236}">
                <a16:creationId xmlns:a16="http://schemas.microsoft.com/office/drawing/2014/main" id="{ECD318DD-82AC-4B42-928F-72C54EE2D6AB}"/>
              </a:ext>
            </a:extLst>
          </p:cNvPr>
          <p:cNvSpPr>
            <a:spLocks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4876">
            <a:extLst>
              <a:ext uri="{FF2B5EF4-FFF2-40B4-BE49-F238E27FC236}">
                <a16:creationId xmlns:a16="http://schemas.microsoft.com/office/drawing/2014/main" id="{4D0495E0-314A-453F-8424-B9D5E47A3FE8}"/>
              </a:ext>
            </a:extLst>
          </p:cNvPr>
          <p:cNvSpPr>
            <a:spLocks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4877">
            <a:extLst>
              <a:ext uri="{FF2B5EF4-FFF2-40B4-BE49-F238E27FC236}">
                <a16:creationId xmlns:a16="http://schemas.microsoft.com/office/drawing/2014/main" id="{62B15F01-83B4-45EC-8763-67BCEB18E3E2}"/>
              </a:ext>
            </a:extLst>
          </p:cNvPr>
          <p:cNvSpPr>
            <a:spLocks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4878">
            <a:extLst>
              <a:ext uri="{FF2B5EF4-FFF2-40B4-BE49-F238E27FC236}">
                <a16:creationId xmlns:a16="http://schemas.microsoft.com/office/drawing/2014/main" id="{0E14A2AE-5267-4DB8-8A5A-5DEA1BA19873}"/>
              </a:ext>
            </a:extLst>
          </p:cNvPr>
          <p:cNvSpPr>
            <a:spLocks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4879">
            <a:extLst>
              <a:ext uri="{FF2B5EF4-FFF2-40B4-BE49-F238E27FC236}">
                <a16:creationId xmlns:a16="http://schemas.microsoft.com/office/drawing/2014/main" id="{CDCE9CAD-B216-4452-B2C7-F50845816750}"/>
              </a:ext>
            </a:extLst>
          </p:cNvPr>
          <p:cNvSpPr>
            <a:spLocks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4880">
            <a:extLst>
              <a:ext uri="{FF2B5EF4-FFF2-40B4-BE49-F238E27FC236}">
                <a16:creationId xmlns:a16="http://schemas.microsoft.com/office/drawing/2014/main" id="{5FCCD588-417D-4244-A6CA-2E40C9B6C129}"/>
              </a:ext>
            </a:extLst>
          </p:cNvPr>
          <p:cNvSpPr>
            <a:spLocks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4881">
            <a:extLst>
              <a:ext uri="{FF2B5EF4-FFF2-40B4-BE49-F238E27FC236}">
                <a16:creationId xmlns:a16="http://schemas.microsoft.com/office/drawing/2014/main" id="{FE3742B3-F172-4306-9381-A784D3455E00}"/>
              </a:ext>
            </a:extLst>
          </p:cNvPr>
          <p:cNvSpPr>
            <a:spLocks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4882">
            <a:extLst>
              <a:ext uri="{FF2B5EF4-FFF2-40B4-BE49-F238E27FC236}">
                <a16:creationId xmlns:a16="http://schemas.microsoft.com/office/drawing/2014/main" id="{AA1F2C07-8DC4-46B7-AB51-0407ECC18F0B}"/>
              </a:ext>
            </a:extLst>
          </p:cNvPr>
          <p:cNvSpPr>
            <a:spLocks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4883">
            <a:extLst>
              <a:ext uri="{FF2B5EF4-FFF2-40B4-BE49-F238E27FC236}">
                <a16:creationId xmlns:a16="http://schemas.microsoft.com/office/drawing/2014/main" id="{711AE034-914B-4BD3-A884-295FC89428AC}"/>
              </a:ext>
            </a:extLst>
          </p:cNvPr>
          <p:cNvSpPr>
            <a:spLocks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4884">
            <a:extLst>
              <a:ext uri="{FF2B5EF4-FFF2-40B4-BE49-F238E27FC236}">
                <a16:creationId xmlns:a16="http://schemas.microsoft.com/office/drawing/2014/main" id="{4FAA3C42-6C77-4A3B-AE6C-90937AED058E}"/>
              </a:ext>
            </a:extLst>
          </p:cNvPr>
          <p:cNvSpPr>
            <a:spLocks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4885">
            <a:extLst>
              <a:ext uri="{FF2B5EF4-FFF2-40B4-BE49-F238E27FC236}">
                <a16:creationId xmlns:a16="http://schemas.microsoft.com/office/drawing/2014/main" id="{C97679DF-7F56-4FFA-85E5-34E07997B777}"/>
              </a:ext>
            </a:extLst>
          </p:cNvPr>
          <p:cNvSpPr>
            <a:spLocks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4886">
            <a:extLst>
              <a:ext uri="{FF2B5EF4-FFF2-40B4-BE49-F238E27FC236}">
                <a16:creationId xmlns:a16="http://schemas.microsoft.com/office/drawing/2014/main" id="{D414E51E-3691-4F11-A182-29612B3CF789}"/>
              </a:ext>
            </a:extLst>
          </p:cNvPr>
          <p:cNvSpPr>
            <a:spLocks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4887">
            <a:extLst>
              <a:ext uri="{FF2B5EF4-FFF2-40B4-BE49-F238E27FC236}">
                <a16:creationId xmlns:a16="http://schemas.microsoft.com/office/drawing/2014/main" id="{8B6FA47E-9F41-4DE6-96F0-5FEACE929BBC}"/>
              </a:ext>
            </a:extLst>
          </p:cNvPr>
          <p:cNvSpPr>
            <a:spLocks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4888">
            <a:extLst>
              <a:ext uri="{FF2B5EF4-FFF2-40B4-BE49-F238E27FC236}">
                <a16:creationId xmlns:a16="http://schemas.microsoft.com/office/drawing/2014/main" id="{7C724FDB-D0F9-44B4-932C-EFC6EBFA27BB}"/>
              </a:ext>
            </a:extLst>
          </p:cNvPr>
          <p:cNvSpPr>
            <a:spLocks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4889">
            <a:extLst>
              <a:ext uri="{FF2B5EF4-FFF2-40B4-BE49-F238E27FC236}">
                <a16:creationId xmlns:a16="http://schemas.microsoft.com/office/drawing/2014/main" id="{28CDD3B2-22F1-4520-87D0-BB727BED9CC8}"/>
              </a:ext>
            </a:extLst>
          </p:cNvPr>
          <p:cNvSpPr>
            <a:spLocks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4890">
            <a:extLst>
              <a:ext uri="{FF2B5EF4-FFF2-40B4-BE49-F238E27FC236}">
                <a16:creationId xmlns:a16="http://schemas.microsoft.com/office/drawing/2014/main" id="{54E48FFC-6293-422B-A43A-96BA90EF6E07}"/>
              </a:ext>
            </a:extLst>
          </p:cNvPr>
          <p:cNvSpPr>
            <a:spLocks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4891">
            <a:extLst>
              <a:ext uri="{FF2B5EF4-FFF2-40B4-BE49-F238E27FC236}">
                <a16:creationId xmlns:a16="http://schemas.microsoft.com/office/drawing/2014/main" id="{6521630E-C03A-44DB-92C4-DDEF37FC4338}"/>
              </a:ext>
            </a:extLst>
          </p:cNvPr>
          <p:cNvSpPr>
            <a:spLocks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4892">
            <a:extLst>
              <a:ext uri="{FF2B5EF4-FFF2-40B4-BE49-F238E27FC236}">
                <a16:creationId xmlns:a16="http://schemas.microsoft.com/office/drawing/2014/main" id="{434BCF53-88CF-4173-9C56-80302DE98364}"/>
              </a:ext>
            </a:extLst>
          </p:cNvPr>
          <p:cNvSpPr>
            <a:spLocks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4893">
            <a:extLst>
              <a:ext uri="{FF2B5EF4-FFF2-40B4-BE49-F238E27FC236}">
                <a16:creationId xmlns:a16="http://schemas.microsoft.com/office/drawing/2014/main" id="{7F34A6EE-AE0F-498A-9F83-41D6AC88A3B9}"/>
              </a:ext>
            </a:extLst>
          </p:cNvPr>
          <p:cNvSpPr>
            <a:spLocks/>
          </p:cNvSpPr>
          <p:nvPr/>
        </p:nvSpPr>
        <p:spPr>
          <a:xfrm>
            <a:off x="33570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4894">
            <a:extLst>
              <a:ext uri="{FF2B5EF4-FFF2-40B4-BE49-F238E27FC236}">
                <a16:creationId xmlns:a16="http://schemas.microsoft.com/office/drawing/2014/main" id="{33B2FD28-11D5-4B65-915B-F32C5EF25326}"/>
              </a:ext>
            </a:extLst>
          </p:cNvPr>
          <p:cNvSpPr>
            <a:spLocks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4895">
            <a:extLst>
              <a:ext uri="{FF2B5EF4-FFF2-40B4-BE49-F238E27FC236}">
                <a16:creationId xmlns:a16="http://schemas.microsoft.com/office/drawing/2014/main" id="{81A47AE4-DC2F-49E3-B254-2791040FEA8C}"/>
              </a:ext>
            </a:extLst>
          </p:cNvPr>
          <p:cNvSpPr>
            <a:spLocks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4896">
            <a:extLst>
              <a:ext uri="{FF2B5EF4-FFF2-40B4-BE49-F238E27FC236}">
                <a16:creationId xmlns:a16="http://schemas.microsoft.com/office/drawing/2014/main" id="{458AAB0E-1AEC-4785-A1B4-FC3EA517CCE6}"/>
              </a:ext>
            </a:extLst>
          </p:cNvPr>
          <p:cNvSpPr>
            <a:spLocks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4897">
            <a:extLst>
              <a:ext uri="{FF2B5EF4-FFF2-40B4-BE49-F238E27FC236}">
                <a16:creationId xmlns:a16="http://schemas.microsoft.com/office/drawing/2014/main" id="{5177F7AC-C222-42FC-A7EF-9DA8DD26B3A5}"/>
              </a:ext>
            </a:extLst>
          </p:cNvPr>
          <p:cNvSpPr>
            <a:spLocks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4898">
            <a:extLst>
              <a:ext uri="{FF2B5EF4-FFF2-40B4-BE49-F238E27FC236}">
                <a16:creationId xmlns:a16="http://schemas.microsoft.com/office/drawing/2014/main" id="{0AC775D3-65A6-4A17-8AC5-E227B8F24735}"/>
              </a:ext>
            </a:extLst>
          </p:cNvPr>
          <p:cNvSpPr>
            <a:spLocks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4899">
            <a:extLst>
              <a:ext uri="{FF2B5EF4-FFF2-40B4-BE49-F238E27FC236}">
                <a16:creationId xmlns:a16="http://schemas.microsoft.com/office/drawing/2014/main" id="{6EE47196-5E1E-41B2-9CF3-92DEA2903C0E}"/>
              </a:ext>
            </a:extLst>
          </p:cNvPr>
          <p:cNvSpPr>
            <a:spLocks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4900">
            <a:extLst>
              <a:ext uri="{FF2B5EF4-FFF2-40B4-BE49-F238E27FC236}">
                <a16:creationId xmlns:a16="http://schemas.microsoft.com/office/drawing/2014/main" id="{C51E0AE6-4C8A-45E7-9C76-6C0F4A7C5CC1}"/>
              </a:ext>
            </a:extLst>
          </p:cNvPr>
          <p:cNvSpPr>
            <a:spLocks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4901">
            <a:extLst>
              <a:ext uri="{FF2B5EF4-FFF2-40B4-BE49-F238E27FC236}">
                <a16:creationId xmlns:a16="http://schemas.microsoft.com/office/drawing/2014/main" id="{4A2AEEAC-6F00-401B-8B73-A88730714EB2}"/>
              </a:ext>
            </a:extLst>
          </p:cNvPr>
          <p:cNvSpPr>
            <a:spLocks/>
          </p:cNvSpPr>
          <p:nvPr/>
        </p:nvSpPr>
        <p:spPr>
          <a:xfrm>
            <a:off x="3455280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4902">
            <a:extLst>
              <a:ext uri="{FF2B5EF4-FFF2-40B4-BE49-F238E27FC236}">
                <a16:creationId xmlns:a16="http://schemas.microsoft.com/office/drawing/2014/main" id="{6D53B09A-BD14-403F-A2FC-09CF0903B51B}"/>
              </a:ext>
            </a:extLst>
          </p:cNvPr>
          <p:cNvSpPr>
            <a:spLocks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4903">
            <a:extLst>
              <a:ext uri="{FF2B5EF4-FFF2-40B4-BE49-F238E27FC236}">
                <a16:creationId xmlns:a16="http://schemas.microsoft.com/office/drawing/2014/main" id="{C84182DB-4990-4651-AEE3-C596C33FDA78}"/>
              </a:ext>
            </a:extLst>
          </p:cNvPr>
          <p:cNvSpPr>
            <a:spLocks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4904">
            <a:extLst>
              <a:ext uri="{FF2B5EF4-FFF2-40B4-BE49-F238E27FC236}">
                <a16:creationId xmlns:a16="http://schemas.microsoft.com/office/drawing/2014/main" id="{B8EA995E-F0E7-493F-A8DF-8854275DE899}"/>
              </a:ext>
            </a:extLst>
          </p:cNvPr>
          <p:cNvSpPr>
            <a:spLocks/>
          </p:cNvSpPr>
          <p:nvPr/>
        </p:nvSpPr>
        <p:spPr>
          <a:xfrm>
            <a:off x="34910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4905">
            <a:extLst>
              <a:ext uri="{FF2B5EF4-FFF2-40B4-BE49-F238E27FC236}">
                <a16:creationId xmlns:a16="http://schemas.microsoft.com/office/drawing/2014/main" id="{A0B53DCB-69C8-487E-9D7E-7478F6F398DA}"/>
              </a:ext>
            </a:extLst>
          </p:cNvPr>
          <p:cNvSpPr>
            <a:spLocks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4906">
            <a:extLst>
              <a:ext uri="{FF2B5EF4-FFF2-40B4-BE49-F238E27FC236}">
                <a16:creationId xmlns:a16="http://schemas.microsoft.com/office/drawing/2014/main" id="{B1420C25-B083-494E-AAE6-CA8C1240A9E0}"/>
              </a:ext>
            </a:extLst>
          </p:cNvPr>
          <p:cNvSpPr>
            <a:spLocks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4907">
            <a:extLst>
              <a:ext uri="{FF2B5EF4-FFF2-40B4-BE49-F238E27FC236}">
                <a16:creationId xmlns:a16="http://schemas.microsoft.com/office/drawing/2014/main" id="{14505FC8-A551-430F-80B4-13058C412A9B}"/>
              </a:ext>
            </a:extLst>
          </p:cNvPr>
          <p:cNvSpPr>
            <a:spLocks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4908">
            <a:extLst>
              <a:ext uri="{FF2B5EF4-FFF2-40B4-BE49-F238E27FC236}">
                <a16:creationId xmlns:a16="http://schemas.microsoft.com/office/drawing/2014/main" id="{6689A989-15F3-4646-94BB-B967C7790749}"/>
              </a:ext>
            </a:extLst>
          </p:cNvPr>
          <p:cNvSpPr>
            <a:spLocks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4909">
            <a:extLst>
              <a:ext uri="{FF2B5EF4-FFF2-40B4-BE49-F238E27FC236}">
                <a16:creationId xmlns:a16="http://schemas.microsoft.com/office/drawing/2014/main" id="{F85C32BA-B2B4-472F-9B13-39B8DC6AF833}"/>
              </a:ext>
            </a:extLst>
          </p:cNvPr>
          <p:cNvSpPr>
            <a:spLocks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4910">
            <a:extLst>
              <a:ext uri="{FF2B5EF4-FFF2-40B4-BE49-F238E27FC236}">
                <a16:creationId xmlns:a16="http://schemas.microsoft.com/office/drawing/2014/main" id="{17DB5FC1-F92A-44F1-83A7-F49F7A6FE533}"/>
              </a:ext>
            </a:extLst>
          </p:cNvPr>
          <p:cNvSpPr>
            <a:spLocks/>
          </p:cNvSpPr>
          <p:nvPr/>
        </p:nvSpPr>
        <p:spPr>
          <a:xfrm>
            <a:off x="346139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4911">
            <a:extLst>
              <a:ext uri="{FF2B5EF4-FFF2-40B4-BE49-F238E27FC236}">
                <a16:creationId xmlns:a16="http://schemas.microsoft.com/office/drawing/2014/main" id="{496F49DE-CA18-4955-B826-130859965830}"/>
              </a:ext>
            </a:extLst>
          </p:cNvPr>
          <p:cNvSpPr>
            <a:spLocks/>
          </p:cNvSpPr>
          <p:nvPr/>
        </p:nvSpPr>
        <p:spPr>
          <a:xfrm>
            <a:off x="3295574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4912">
            <a:extLst>
              <a:ext uri="{FF2B5EF4-FFF2-40B4-BE49-F238E27FC236}">
                <a16:creationId xmlns:a16="http://schemas.microsoft.com/office/drawing/2014/main" id="{054E6C4C-177E-4905-B567-FCB2D14510A1}"/>
              </a:ext>
            </a:extLst>
          </p:cNvPr>
          <p:cNvSpPr>
            <a:spLocks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4913">
            <a:extLst>
              <a:ext uri="{FF2B5EF4-FFF2-40B4-BE49-F238E27FC236}">
                <a16:creationId xmlns:a16="http://schemas.microsoft.com/office/drawing/2014/main" id="{E066179A-17F7-4359-908B-238541A3009F}"/>
              </a:ext>
            </a:extLst>
          </p:cNvPr>
          <p:cNvSpPr>
            <a:spLocks/>
          </p:cNvSpPr>
          <p:nvPr/>
        </p:nvSpPr>
        <p:spPr>
          <a:xfrm>
            <a:off x="3345024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4914">
            <a:extLst>
              <a:ext uri="{FF2B5EF4-FFF2-40B4-BE49-F238E27FC236}">
                <a16:creationId xmlns:a16="http://schemas.microsoft.com/office/drawing/2014/main" id="{FEAA13DC-49E3-42AB-A019-654B4662BEFF}"/>
              </a:ext>
            </a:extLst>
          </p:cNvPr>
          <p:cNvSpPr>
            <a:spLocks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4915">
            <a:extLst>
              <a:ext uri="{FF2B5EF4-FFF2-40B4-BE49-F238E27FC236}">
                <a16:creationId xmlns:a16="http://schemas.microsoft.com/office/drawing/2014/main" id="{D5C8BCE6-2E96-48D6-83B8-014F91E9FF4C}"/>
              </a:ext>
            </a:extLst>
          </p:cNvPr>
          <p:cNvSpPr>
            <a:spLocks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4916">
            <a:extLst>
              <a:ext uri="{FF2B5EF4-FFF2-40B4-BE49-F238E27FC236}">
                <a16:creationId xmlns:a16="http://schemas.microsoft.com/office/drawing/2014/main" id="{99D4844E-7BE6-403C-8D6F-32058C913545}"/>
              </a:ext>
            </a:extLst>
          </p:cNvPr>
          <p:cNvSpPr>
            <a:spLocks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4917">
            <a:extLst>
              <a:ext uri="{FF2B5EF4-FFF2-40B4-BE49-F238E27FC236}">
                <a16:creationId xmlns:a16="http://schemas.microsoft.com/office/drawing/2014/main" id="{3CDF4F40-85C9-47A6-B037-0D7D469756DE}"/>
              </a:ext>
            </a:extLst>
          </p:cNvPr>
          <p:cNvSpPr>
            <a:spLocks/>
          </p:cNvSpPr>
          <p:nvPr/>
        </p:nvSpPr>
        <p:spPr>
          <a:xfrm>
            <a:off x="346370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4918">
            <a:extLst>
              <a:ext uri="{FF2B5EF4-FFF2-40B4-BE49-F238E27FC236}">
                <a16:creationId xmlns:a16="http://schemas.microsoft.com/office/drawing/2014/main" id="{4D082252-0A60-4BC5-BD71-BBCB0C508CE7}"/>
              </a:ext>
            </a:extLst>
          </p:cNvPr>
          <p:cNvSpPr>
            <a:spLocks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4919">
            <a:extLst>
              <a:ext uri="{FF2B5EF4-FFF2-40B4-BE49-F238E27FC236}">
                <a16:creationId xmlns:a16="http://schemas.microsoft.com/office/drawing/2014/main" id="{6F140D86-00CA-426E-916E-79D68AA400FB}"/>
              </a:ext>
            </a:extLst>
          </p:cNvPr>
          <p:cNvSpPr>
            <a:spLocks/>
          </p:cNvSpPr>
          <p:nvPr/>
        </p:nvSpPr>
        <p:spPr>
          <a:xfrm>
            <a:off x="3400060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4920">
            <a:extLst>
              <a:ext uri="{FF2B5EF4-FFF2-40B4-BE49-F238E27FC236}">
                <a16:creationId xmlns:a16="http://schemas.microsoft.com/office/drawing/2014/main" id="{16C35E70-E24B-44E5-A0B0-824C76979F3D}"/>
              </a:ext>
            </a:extLst>
          </p:cNvPr>
          <p:cNvSpPr>
            <a:spLocks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4921">
            <a:extLst>
              <a:ext uri="{FF2B5EF4-FFF2-40B4-BE49-F238E27FC236}">
                <a16:creationId xmlns:a16="http://schemas.microsoft.com/office/drawing/2014/main" id="{77A586BE-BA39-4930-AD57-D73CB111039F}"/>
              </a:ext>
            </a:extLst>
          </p:cNvPr>
          <p:cNvSpPr>
            <a:spLocks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4922">
            <a:extLst>
              <a:ext uri="{FF2B5EF4-FFF2-40B4-BE49-F238E27FC236}">
                <a16:creationId xmlns:a16="http://schemas.microsoft.com/office/drawing/2014/main" id="{3ECD50AE-D61A-49E1-AAF2-A6ED631FE3F9}"/>
              </a:ext>
            </a:extLst>
          </p:cNvPr>
          <p:cNvSpPr>
            <a:spLocks/>
          </p:cNvSpPr>
          <p:nvPr/>
        </p:nvSpPr>
        <p:spPr>
          <a:xfrm>
            <a:off x="3284804" y="35257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4923">
            <a:extLst>
              <a:ext uri="{FF2B5EF4-FFF2-40B4-BE49-F238E27FC236}">
                <a16:creationId xmlns:a16="http://schemas.microsoft.com/office/drawing/2014/main" id="{7987B29D-BB6C-4567-8B5A-099528AC0617}"/>
              </a:ext>
            </a:extLst>
          </p:cNvPr>
          <p:cNvSpPr>
            <a:spLocks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4924">
            <a:extLst>
              <a:ext uri="{FF2B5EF4-FFF2-40B4-BE49-F238E27FC236}">
                <a16:creationId xmlns:a16="http://schemas.microsoft.com/office/drawing/2014/main" id="{944D68D5-6A2F-4E20-AFF5-8FA457BCCCF4}"/>
              </a:ext>
            </a:extLst>
          </p:cNvPr>
          <p:cNvSpPr>
            <a:spLocks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4925">
            <a:extLst>
              <a:ext uri="{FF2B5EF4-FFF2-40B4-BE49-F238E27FC236}">
                <a16:creationId xmlns:a16="http://schemas.microsoft.com/office/drawing/2014/main" id="{EE638FB7-66AE-4E80-AE5A-126E7C7F2968}"/>
              </a:ext>
            </a:extLst>
          </p:cNvPr>
          <p:cNvSpPr>
            <a:spLocks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4926">
            <a:extLst>
              <a:ext uri="{FF2B5EF4-FFF2-40B4-BE49-F238E27FC236}">
                <a16:creationId xmlns:a16="http://schemas.microsoft.com/office/drawing/2014/main" id="{0A8682A3-A6D3-492C-88D8-9DCCEFAA77EC}"/>
              </a:ext>
            </a:extLst>
          </p:cNvPr>
          <p:cNvSpPr>
            <a:spLocks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4927">
            <a:extLst>
              <a:ext uri="{FF2B5EF4-FFF2-40B4-BE49-F238E27FC236}">
                <a16:creationId xmlns:a16="http://schemas.microsoft.com/office/drawing/2014/main" id="{8939E8AE-CFEB-4237-960B-FBB5A34C6612}"/>
              </a:ext>
            </a:extLst>
          </p:cNvPr>
          <p:cNvSpPr>
            <a:spLocks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4928">
            <a:extLst>
              <a:ext uri="{FF2B5EF4-FFF2-40B4-BE49-F238E27FC236}">
                <a16:creationId xmlns:a16="http://schemas.microsoft.com/office/drawing/2014/main" id="{244089BB-4C79-4E84-AC1A-4A309AE30135}"/>
              </a:ext>
            </a:extLst>
          </p:cNvPr>
          <p:cNvSpPr>
            <a:spLocks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4929">
            <a:extLst>
              <a:ext uri="{FF2B5EF4-FFF2-40B4-BE49-F238E27FC236}">
                <a16:creationId xmlns:a16="http://schemas.microsoft.com/office/drawing/2014/main" id="{D7301224-4F24-48F3-8A5A-C86F3349D941}"/>
              </a:ext>
            </a:extLst>
          </p:cNvPr>
          <p:cNvSpPr>
            <a:spLocks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4930">
            <a:extLst>
              <a:ext uri="{FF2B5EF4-FFF2-40B4-BE49-F238E27FC236}">
                <a16:creationId xmlns:a16="http://schemas.microsoft.com/office/drawing/2014/main" id="{8961F985-0494-4C4F-98A4-E924076CF57C}"/>
              </a:ext>
            </a:extLst>
          </p:cNvPr>
          <p:cNvSpPr>
            <a:spLocks/>
          </p:cNvSpPr>
          <p:nvPr/>
        </p:nvSpPr>
        <p:spPr>
          <a:xfrm>
            <a:off x="3361222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4931">
            <a:extLst>
              <a:ext uri="{FF2B5EF4-FFF2-40B4-BE49-F238E27FC236}">
                <a16:creationId xmlns:a16="http://schemas.microsoft.com/office/drawing/2014/main" id="{DD3F9E4D-642D-4426-9AAB-B75108CF0943}"/>
              </a:ext>
            </a:extLst>
          </p:cNvPr>
          <p:cNvSpPr>
            <a:spLocks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4932">
            <a:extLst>
              <a:ext uri="{FF2B5EF4-FFF2-40B4-BE49-F238E27FC236}">
                <a16:creationId xmlns:a16="http://schemas.microsoft.com/office/drawing/2014/main" id="{CDE049F1-7CA4-4E7C-A530-04CAE9FBF859}"/>
              </a:ext>
            </a:extLst>
          </p:cNvPr>
          <p:cNvSpPr>
            <a:spLocks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4933">
            <a:extLst>
              <a:ext uri="{FF2B5EF4-FFF2-40B4-BE49-F238E27FC236}">
                <a16:creationId xmlns:a16="http://schemas.microsoft.com/office/drawing/2014/main" id="{AA3EFE55-156E-4F8F-AA11-5C64ACFFC34D}"/>
              </a:ext>
            </a:extLst>
          </p:cNvPr>
          <p:cNvSpPr>
            <a:spLocks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4934">
            <a:extLst>
              <a:ext uri="{FF2B5EF4-FFF2-40B4-BE49-F238E27FC236}">
                <a16:creationId xmlns:a16="http://schemas.microsoft.com/office/drawing/2014/main" id="{E00FD51A-8769-43B9-82BA-88B1962AFFA8}"/>
              </a:ext>
            </a:extLst>
          </p:cNvPr>
          <p:cNvSpPr>
            <a:spLocks/>
          </p:cNvSpPr>
          <p:nvPr/>
        </p:nvSpPr>
        <p:spPr>
          <a:xfrm>
            <a:off x="3451043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4935">
            <a:extLst>
              <a:ext uri="{FF2B5EF4-FFF2-40B4-BE49-F238E27FC236}">
                <a16:creationId xmlns:a16="http://schemas.microsoft.com/office/drawing/2014/main" id="{E37D15A2-DCBC-4128-B604-3F6B94870C61}"/>
              </a:ext>
            </a:extLst>
          </p:cNvPr>
          <p:cNvSpPr>
            <a:spLocks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4936">
            <a:extLst>
              <a:ext uri="{FF2B5EF4-FFF2-40B4-BE49-F238E27FC236}">
                <a16:creationId xmlns:a16="http://schemas.microsoft.com/office/drawing/2014/main" id="{75EE657D-ED75-48C2-A281-36A0A6642670}"/>
              </a:ext>
            </a:extLst>
          </p:cNvPr>
          <p:cNvSpPr>
            <a:spLocks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4937">
            <a:extLst>
              <a:ext uri="{FF2B5EF4-FFF2-40B4-BE49-F238E27FC236}">
                <a16:creationId xmlns:a16="http://schemas.microsoft.com/office/drawing/2014/main" id="{EF5DBA03-947E-4906-A304-69C2A05C3F54}"/>
              </a:ext>
            </a:extLst>
          </p:cNvPr>
          <p:cNvSpPr>
            <a:spLocks/>
          </p:cNvSpPr>
          <p:nvPr/>
        </p:nvSpPr>
        <p:spPr>
          <a:xfrm>
            <a:off x="3320771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4938">
            <a:extLst>
              <a:ext uri="{FF2B5EF4-FFF2-40B4-BE49-F238E27FC236}">
                <a16:creationId xmlns:a16="http://schemas.microsoft.com/office/drawing/2014/main" id="{2CBB6E4C-5868-4307-9361-7945DDDFB66E}"/>
              </a:ext>
            </a:extLst>
          </p:cNvPr>
          <p:cNvSpPr>
            <a:spLocks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4939">
            <a:extLst>
              <a:ext uri="{FF2B5EF4-FFF2-40B4-BE49-F238E27FC236}">
                <a16:creationId xmlns:a16="http://schemas.microsoft.com/office/drawing/2014/main" id="{91A3FA00-C6B6-4E6D-BE6A-308AF4970D32}"/>
              </a:ext>
            </a:extLst>
          </p:cNvPr>
          <p:cNvSpPr>
            <a:spLocks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4940">
            <a:extLst>
              <a:ext uri="{FF2B5EF4-FFF2-40B4-BE49-F238E27FC236}">
                <a16:creationId xmlns:a16="http://schemas.microsoft.com/office/drawing/2014/main" id="{3B7245C3-B94F-4826-9BB6-4F7ACE19C79B}"/>
              </a:ext>
            </a:extLst>
          </p:cNvPr>
          <p:cNvSpPr>
            <a:spLocks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4941">
            <a:extLst>
              <a:ext uri="{FF2B5EF4-FFF2-40B4-BE49-F238E27FC236}">
                <a16:creationId xmlns:a16="http://schemas.microsoft.com/office/drawing/2014/main" id="{E9F02625-887F-41D4-9AD9-442AAA362762}"/>
              </a:ext>
            </a:extLst>
          </p:cNvPr>
          <p:cNvSpPr>
            <a:spLocks/>
          </p:cNvSpPr>
          <p:nvPr/>
        </p:nvSpPr>
        <p:spPr>
          <a:xfrm>
            <a:off x="3459346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4942">
            <a:extLst>
              <a:ext uri="{FF2B5EF4-FFF2-40B4-BE49-F238E27FC236}">
                <a16:creationId xmlns:a16="http://schemas.microsoft.com/office/drawing/2014/main" id="{27DD56AF-1AE3-43CB-8CCF-5E9C85626C89}"/>
              </a:ext>
            </a:extLst>
          </p:cNvPr>
          <p:cNvSpPr>
            <a:spLocks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4943">
            <a:extLst>
              <a:ext uri="{FF2B5EF4-FFF2-40B4-BE49-F238E27FC236}">
                <a16:creationId xmlns:a16="http://schemas.microsoft.com/office/drawing/2014/main" id="{1A4C9938-11F0-44E8-A1B3-44C2195572D3}"/>
              </a:ext>
            </a:extLst>
          </p:cNvPr>
          <p:cNvSpPr>
            <a:spLocks/>
          </p:cNvSpPr>
          <p:nvPr/>
        </p:nvSpPr>
        <p:spPr>
          <a:xfrm>
            <a:off x="3348690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4944">
            <a:extLst>
              <a:ext uri="{FF2B5EF4-FFF2-40B4-BE49-F238E27FC236}">
                <a16:creationId xmlns:a16="http://schemas.microsoft.com/office/drawing/2014/main" id="{6EF81238-354F-4993-8A9E-CBEC2C0AF399}"/>
              </a:ext>
            </a:extLst>
          </p:cNvPr>
          <p:cNvSpPr>
            <a:spLocks/>
          </p:cNvSpPr>
          <p:nvPr/>
        </p:nvSpPr>
        <p:spPr>
          <a:xfrm>
            <a:off x="3325537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4945">
            <a:extLst>
              <a:ext uri="{FF2B5EF4-FFF2-40B4-BE49-F238E27FC236}">
                <a16:creationId xmlns:a16="http://schemas.microsoft.com/office/drawing/2014/main" id="{D0C629BD-0E4D-4E2A-BA94-37663FBC55E8}"/>
              </a:ext>
            </a:extLst>
          </p:cNvPr>
          <p:cNvSpPr>
            <a:spLocks/>
          </p:cNvSpPr>
          <p:nvPr/>
        </p:nvSpPr>
        <p:spPr>
          <a:xfrm>
            <a:off x="339684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4946">
            <a:extLst>
              <a:ext uri="{FF2B5EF4-FFF2-40B4-BE49-F238E27FC236}">
                <a16:creationId xmlns:a16="http://schemas.microsoft.com/office/drawing/2014/main" id="{8E8F6629-B63D-4385-97D9-7F791A1B68AE}"/>
              </a:ext>
            </a:extLst>
          </p:cNvPr>
          <p:cNvSpPr>
            <a:spLocks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4947">
            <a:extLst>
              <a:ext uri="{FF2B5EF4-FFF2-40B4-BE49-F238E27FC236}">
                <a16:creationId xmlns:a16="http://schemas.microsoft.com/office/drawing/2014/main" id="{A20A5ECB-0394-42DE-AF54-A8D3675F1CE9}"/>
              </a:ext>
            </a:extLst>
          </p:cNvPr>
          <p:cNvSpPr>
            <a:spLocks/>
          </p:cNvSpPr>
          <p:nvPr/>
        </p:nvSpPr>
        <p:spPr>
          <a:xfrm>
            <a:off x="33873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4948">
            <a:extLst>
              <a:ext uri="{FF2B5EF4-FFF2-40B4-BE49-F238E27FC236}">
                <a16:creationId xmlns:a16="http://schemas.microsoft.com/office/drawing/2014/main" id="{981A7AD3-B006-4770-8F06-59BAB02DC22A}"/>
              </a:ext>
            </a:extLst>
          </p:cNvPr>
          <p:cNvSpPr>
            <a:spLocks/>
          </p:cNvSpPr>
          <p:nvPr/>
        </p:nvSpPr>
        <p:spPr>
          <a:xfrm>
            <a:off x="3479034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4949">
            <a:extLst>
              <a:ext uri="{FF2B5EF4-FFF2-40B4-BE49-F238E27FC236}">
                <a16:creationId xmlns:a16="http://schemas.microsoft.com/office/drawing/2014/main" id="{91602C6C-5CDB-4CE4-9AB8-AEC6452CFF09}"/>
              </a:ext>
            </a:extLst>
          </p:cNvPr>
          <p:cNvSpPr>
            <a:spLocks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4950">
            <a:extLst>
              <a:ext uri="{FF2B5EF4-FFF2-40B4-BE49-F238E27FC236}">
                <a16:creationId xmlns:a16="http://schemas.microsoft.com/office/drawing/2014/main" id="{9E40848E-5510-42F3-92CD-1B68A2572E88}"/>
              </a:ext>
            </a:extLst>
          </p:cNvPr>
          <p:cNvSpPr>
            <a:spLocks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4951">
            <a:extLst>
              <a:ext uri="{FF2B5EF4-FFF2-40B4-BE49-F238E27FC236}">
                <a16:creationId xmlns:a16="http://schemas.microsoft.com/office/drawing/2014/main" id="{C0149FDD-FAC8-4B8D-B7A0-1986CA6818EA}"/>
              </a:ext>
            </a:extLst>
          </p:cNvPr>
          <p:cNvSpPr>
            <a:spLocks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4952">
            <a:extLst>
              <a:ext uri="{FF2B5EF4-FFF2-40B4-BE49-F238E27FC236}">
                <a16:creationId xmlns:a16="http://schemas.microsoft.com/office/drawing/2014/main" id="{6F8CE31C-1812-44EE-B0F3-85823AD9A965}"/>
              </a:ext>
            </a:extLst>
          </p:cNvPr>
          <p:cNvSpPr>
            <a:spLocks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4953">
            <a:extLst>
              <a:ext uri="{FF2B5EF4-FFF2-40B4-BE49-F238E27FC236}">
                <a16:creationId xmlns:a16="http://schemas.microsoft.com/office/drawing/2014/main" id="{8B761EAB-DD33-4922-B28F-B94A5344DC2A}"/>
              </a:ext>
            </a:extLst>
          </p:cNvPr>
          <p:cNvSpPr>
            <a:spLocks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4954">
            <a:extLst>
              <a:ext uri="{FF2B5EF4-FFF2-40B4-BE49-F238E27FC236}">
                <a16:creationId xmlns:a16="http://schemas.microsoft.com/office/drawing/2014/main" id="{3525935F-0FBE-43B1-BAF7-E330AC50421F}"/>
              </a:ext>
            </a:extLst>
          </p:cNvPr>
          <p:cNvSpPr>
            <a:spLocks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4955">
            <a:extLst>
              <a:ext uri="{FF2B5EF4-FFF2-40B4-BE49-F238E27FC236}">
                <a16:creationId xmlns:a16="http://schemas.microsoft.com/office/drawing/2014/main" id="{EC783858-5BB0-4380-84BA-A8C058AD1D68}"/>
              </a:ext>
            </a:extLst>
          </p:cNvPr>
          <p:cNvSpPr>
            <a:spLocks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4956">
            <a:extLst>
              <a:ext uri="{FF2B5EF4-FFF2-40B4-BE49-F238E27FC236}">
                <a16:creationId xmlns:a16="http://schemas.microsoft.com/office/drawing/2014/main" id="{A861D283-BFC6-4704-9D5A-200E9E16CBC6}"/>
              </a:ext>
            </a:extLst>
          </p:cNvPr>
          <p:cNvSpPr>
            <a:spLocks/>
          </p:cNvSpPr>
          <p:nvPr/>
        </p:nvSpPr>
        <p:spPr>
          <a:xfrm>
            <a:off x="346859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4957">
            <a:extLst>
              <a:ext uri="{FF2B5EF4-FFF2-40B4-BE49-F238E27FC236}">
                <a16:creationId xmlns:a16="http://schemas.microsoft.com/office/drawing/2014/main" id="{FA508DEB-7F4C-4FBB-A372-61DA27958E42}"/>
              </a:ext>
            </a:extLst>
          </p:cNvPr>
          <p:cNvSpPr>
            <a:spLocks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4958">
            <a:extLst>
              <a:ext uri="{FF2B5EF4-FFF2-40B4-BE49-F238E27FC236}">
                <a16:creationId xmlns:a16="http://schemas.microsoft.com/office/drawing/2014/main" id="{B3559A8A-B3A2-4427-BFD2-316119DA70B7}"/>
              </a:ext>
            </a:extLst>
          </p:cNvPr>
          <p:cNvSpPr>
            <a:spLocks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4959">
            <a:extLst>
              <a:ext uri="{FF2B5EF4-FFF2-40B4-BE49-F238E27FC236}">
                <a16:creationId xmlns:a16="http://schemas.microsoft.com/office/drawing/2014/main" id="{0E353633-C4FC-4A5F-A326-AB815E720D6D}"/>
              </a:ext>
            </a:extLst>
          </p:cNvPr>
          <p:cNvSpPr>
            <a:spLocks/>
          </p:cNvSpPr>
          <p:nvPr/>
        </p:nvSpPr>
        <p:spPr>
          <a:xfrm>
            <a:off x="3434561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4960">
            <a:extLst>
              <a:ext uri="{FF2B5EF4-FFF2-40B4-BE49-F238E27FC236}">
                <a16:creationId xmlns:a16="http://schemas.microsoft.com/office/drawing/2014/main" id="{9558E0E4-03CE-4AC1-8758-06C07DE14EA8}"/>
              </a:ext>
            </a:extLst>
          </p:cNvPr>
          <p:cNvSpPr>
            <a:spLocks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4961">
            <a:extLst>
              <a:ext uri="{FF2B5EF4-FFF2-40B4-BE49-F238E27FC236}">
                <a16:creationId xmlns:a16="http://schemas.microsoft.com/office/drawing/2014/main" id="{AC79556D-FA0E-4BBA-881B-6CF231EE5A6D}"/>
              </a:ext>
            </a:extLst>
          </p:cNvPr>
          <p:cNvSpPr>
            <a:spLocks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4962">
            <a:extLst>
              <a:ext uri="{FF2B5EF4-FFF2-40B4-BE49-F238E27FC236}">
                <a16:creationId xmlns:a16="http://schemas.microsoft.com/office/drawing/2014/main" id="{4DB6C371-DA23-43C0-B100-F0FDEBE17442}"/>
              </a:ext>
            </a:extLst>
          </p:cNvPr>
          <p:cNvSpPr>
            <a:spLocks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4963">
            <a:extLst>
              <a:ext uri="{FF2B5EF4-FFF2-40B4-BE49-F238E27FC236}">
                <a16:creationId xmlns:a16="http://schemas.microsoft.com/office/drawing/2014/main" id="{67E91C0F-3943-42E6-9D97-D1DC69B839C2}"/>
              </a:ext>
            </a:extLst>
          </p:cNvPr>
          <p:cNvSpPr>
            <a:spLocks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4964">
            <a:extLst>
              <a:ext uri="{FF2B5EF4-FFF2-40B4-BE49-F238E27FC236}">
                <a16:creationId xmlns:a16="http://schemas.microsoft.com/office/drawing/2014/main" id="{CA79B308-ECAB-490D-ADFE-E4107658818F}"/>
              </a:ext>
            </a:extLst>
          </p:cNvPr>
          <p:cNvSpPr>
            <a:spLocks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4965">
            <a:extLst>
              <a:ext uri="{FF2B5EF4-FFF2-40B4-BE49-F238E27FC236}">
                <a16:creationId xmlns:a16="http://schemas.microsoft.com/office/drawing/2014/main" id="{882C3D24-264C-4D77-8C4F-DB776181D3A7}"/>
              </a:ext>
            </a:extLst>
          </p:cNvPr>
          <p:cNvSpPr>
            <a:spLocks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4966">
            <a:extLst>
              <a:ext uri="{FF2B5EF4-FFF2-40B4-BE49-F238E27FC236}">
                <a16:creationId xmlns:a16="http://schemas.microsoft.com/office/drawing/2014/main" id="{CC9D1C7F-609D-45D5-9963-91112F472FBD}"/>
              </a:ext>
            </a:extLst>
          </p:cNvPr>
          <p:cNvSpPr>
            <a:spLocks/>
          </p:cNvSpPr>
          <p:nvPr/>
        </p:nvSpPr>
        <p:spPr>
          <a:xfrm>
            <a:off x="330102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4967">
            <a:extLst>
              <a:ext uri="{FF2B5EF4-FFF2-40B4-BE49-F238E27FC236}">
                <a16:creationId xmlns:a16="http://schemas.microsoft.com/office/drawing/2014/main" id="{D1F05483-3BBD-4E57-902F-5740C802CE20}"/>
              </a:ext>
            </a:extLst>
          </p:cNvPr>
          <p:cNvSpPr>
            <a:spLocks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4968">
            <a:extLst>
              <a:ext uri="{FF2B5EF4-FFF2-40B4-BE49-F238E27FC236}">
                <a16:creationId xmlns:a16="http://schemas.microsoft.com/office/drawing/2014/main" id="{DD3D1D42-8364-4C0F-9584-7C77D41A34F2}"/>
              </a:ext>
            </a:extLst>
          </p:cNvPr>
          <p:cNvSpPr>
            <a:spLocks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4969">
            <a:extLst>
              <a:ext uri="{FF2B5EF4-FFF2-40B4-BE49-F238E27FC236}">
                <a16:creationId xmlns:a16="http://schemas.microsoft.com/office/drawing/2014/main" id="{C3C0BECF-810A-4EF5-94FC-F1AACE8F1953}"/>
              </a:ext>
            </a:extLst>
          </p:cNvPr>
          <p:cNvSpPr>
            <a:spLocks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4970">
            <a:extLst>
              <a:ext uri="{FF2B5EF4-FFF2-40B4-BE49-F238E27FC236}">
                <a16:creationId xmlns:a16="http://schemas.microsoft.com/office/drawing/2014/main" id="{702BB4BE-BFA2-411F-B893-7BDB51898F7B}"/>
              </a:ext>
            </a:extLst>
          </p:cNvPr>
          <p:cNvSpPr>
            <a:spLocks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4971">
            <a:extLst>
              <a:ext uri="{FF2B5EF4-FFF2-40B4-BE49-F238E27FC236}">
                <a16:creationId xmlns:a16="http://schemas.microsoft.com/office/drawing/2014/main" id="{A0754C6C-2B7C-452A-AB99-D88DC000692B}"/>
              </a:ext>
            </a:extLst>
          </p:cNvPr>
          <p:cNvSpPr>
            <a:spLocks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4972">
            <a:extLst>
              <a:ext uri="{FF2B5EF4-FFF2-40B4-BE49-F238E27FC236}">
                <a16:creationId xmlns:a16="http://schemas.microsoft.com/office/drawing/2014/main" id="{FD1DF046-8E5A-49D9-A87E-91D7A65F3291}"/>
              </a:ext>
            </a:extLst>
          </p:cNvPr>
          <p:cNvSpPr>
            <a:spLocks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4973">
            <a:extLst>
              <a:ext uri="{FF2B5EF4-FFF2-40B4-BE49-F238E27FC236}">
                <a16:creationId xmlns:a16="http://schemas.microsoft.com/office/drawing/2014/main" id="{8D53561D-65B2-4109-9B00-E573F15B7649}"/>
              </a:ext>
            </a:extLst>
          </p:cNvPr>
          <p:cNvSpPr>
            <a:spLocks/>
          </p:cNvSpPr>
          <p:nvPr/>
        </p:nvSpPr>
        <p:spPr>
          <a:xfrm>
            <a:off x="3422598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4974">
            <a:extLst>
              <a:ext uri="{FF2B5EF4-FFF2-40B4-BE49-F238E27FC236}">
                <a16:creationId xmlns:a16="http://schemas.microsoft.com/office/drawing/2014/main" id="{383D9E12-90F7-4D70-A8F8-379A953747C4}"/>
              </a:ext>
            </a:extLst>
          </p:cNvPr>
          <p:cNvSpPr>
            <a:spLocks/>
          </p:cNvSpPr>
          <p:nvPr/>
        </p:nvSpPr>
        <p:spPr>
          <a:xfrm>
            <a:off x="335722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4975">
            <a:extLst>
              <a:ext uri="{FF2B5EF4-FFF2-40B4-BE49-F238E27FC236}">
                <a16:creationId xmlns:a16="http://schemas.microsoft.com/office/drawing/2014/main" id="{D362621C-0780-4D47-A6C0-4C04F624F088}"/>
              </a:ext>
            </a:extLst>
          </p:cNvPr>
          <p:cNvSpPr>
            <a:spLocks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4976">
            <a:extLst>
              <a:ext uri="{FF2B5EF4-FFF2-40B4-BE49-F238E27FC236}">
                <a16:creationId xmlns:a16="http://schemas.microsoft.com/office/drawing/2014/main" id="{6933FF9B-E2C5-4744-A36F-B001B718BD56}"/>
              </a:ext>
            </a:extLst>
          </p:cNvPr>
          <p:cNvSpPr>
            <a:spLocks/>
          </p:cNvSpPr>
          <p:nvPr/>
        </p:nvSpPr>
        <p:spPr>
          <a:xfrm>
            <a:off x="3419557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4977">
            <a:extLst>
              <a:ext uri="{FF2B5EF4-FFF2-40B4-BE49-F238E27FC236}">
                <a16:creationId xmlns:a16="http://schemas.microsoft.com/office/drawing/2014/main" id="{6CC99847-E24C-47C0-A11D-30D22F3C3988}"/>
              </a:ext>
            </a:extLst>
          </p:cNvPr>
          <p:cNvSpPr>
            <a:spLocks/>
          </p:cNvSpPr>
          <p:nvPr/>
        </p:nvSpPr>
        <p:spPr>
          <a:xfrm>
            <a:off x="33659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4978">
            <a:extLst>
              <a:ext uri="{FF2B5EF4-FFF2-40B4-BE49-F238E27FC236}">
                <a16:creationId xmlns:a16="http://schemas.microsoft.com/office/drawing/2014/main" id="{D1769BCD-1CEC-458C-A028-3A92263D2DDC}"/>
              </a:ext>
            </a:extLst>
          </p:cNvPr>
          <p:cNvSpPr>
            <a:spLocks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4979">
            <a:extLst>
              <a:ext uri="{FF2B5EF4-FFF2-40B4-BE49-F238E27FC236}">
                <a16:creationId xmlns:a16="http://schemas.microsoft.com/office/drawing/2014/main" id="{6B2FCC54-4D84-4666-8956-818B607D1C86}"/>
              </a:ext>
            </a:extLst>
          </p:cNvPr>
          <p:cNvSpPr>
            <a:spLocks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4980">
            <a:extLst>
              <a:ext uri="{FF2B5EF4-FFF2-40B4-BE49-F238E27FC236}">
                <a16:creationId xmlns:a16="http://schemas.microsoft.com/office/drawing/2014/main" id="{165E47E7-5043-4127-BE9F-30A59E008C1C}"/>
              </a:ext>
            </a:extLst>
          </p:cNvPr>
          <p:cNvSpPr>
            <a:spLocks/>
          </p:cNvSpPr>
          <p:nvPr/>
        </p:nvSpPr>
        <p:spPr>
          <a:xfrm>
            <a:off x="337419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4981">
            <a:extLst>
              <a:ext uri="{FF2B5EF4-FFF2-40B4-BE49-F238E27FC236}">
                <a16:creationId xmlns:a16="http://schemas.microsoft.com/office/drawing/2014/main" id="{EAAEB829-1F1D-4934-B816-7A7DBF584675}"/>
              </a:ext>
            </a:extLst>
          </p:cNvPr>
          <p:cNvSpPr>
            <a:spLocks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4982">
            <a:extLst>
              <a:ext uri="{FF2B5EF4-FFF2-40B4-BE49-F238E27FC236}">
                <a16:creationId xmlns:a16="http://schemas.microsoft.com/office/drawing/2014/main" id="{8CDEDAAD-9572-4BEA-A93F-853CB2CCAD61}"/>
              </a:ext>
            </a:extLst>
          </p:cNvPr>
          <p:cNvSpPr>
            <a:spLocks/>
          </p:cNvSpPr>
          <p:nvPr/>
        </p:nvSpPr>
        <p:spPr>
          <a:xfrm>
            <a:off x="33714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4983">
            <a:extLst>
              <a:ext uri="{FF2B5EF4-FFF2-40B4-BE49-F238E27FC236}">
                <a16:creationId xmlns:a16="http://schemas.microsoft.com/office/drawing/2014/main" id="{A55C5372-92E9-459B-96A3-D23CF2A21121}"/>
              </a:ext>
            </a:extLst>
          </p:cNvPr>
          <p:cNvSpPr>
            <a:spLocks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4984">
            <a:extLst>
              <a:ext uri="{FF2B5EF4-FFF2-40B4-BE49-F238E27FC236}">
                <a16:creationId xmlns:a16="http://schemas.microsoft.com/office/drawing/2014/main" id="{160A6D63-DBE5-4480-A9DC-F9BD7AC0CB60}"/>
              </a:ext>
            </a:extLst>
          </p:cNvPr>
          <p:cNvSpPr>
            <a:spLocks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4985">
            <a:extLst>
              <a:ext uri="{FF2B5EF4-FFF2-40B4-BE49-F238E27FC236}">
                <a16:creationId xmlns:a16="http://schemas.microsoft.com/office/drawing/2014/main" id="{1B5FD708-9DD2-466C-BD22-679F8ED4CD4F}"/>
              </a:ext>
            </a:extLst>
          </p:cNvPr>
          <p:cNvSpPr>
            <a:spLocks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4986">
            <a:extLst>
              <a:ext uri="{FF2B5EF4-FFF2-40B4-BE49-F238E27FC236}">
                <a16:creationId xmlns:a16="http://schemas.microsoft.com/office/drawing/2014/main" id="{AB9A332E-111C-4365-AD5A-C2F587C971B3}"/>
              </a:ext>
            </a:extLst>
          </p:cNvPr>
          <p:cNvSpPr>
            <a:spLocks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4987">
            <a:extLst>
              <a:ext uri="{FF2B5EF4-FFF2-40B4-BE49-F238E27FC236}">
                <a16:creationId xmlns:a16="http://schemas.microsoft.com/office/drawing/2014/main" id="{D229F13E-B65B-4AA7-A341-6ACEB6FF45C8}"/>
              </a:ext>
            </a:extLst>
          </p:cNvPr>
          <p:cNvSpPr>
            <a:spLocks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4988">
            <a:extLst>
              <a:ext uri="{FF2B5EF4-FFF2-40B4-BE49-F238E27FC236}">
                <a16:creationId xmlns:a16="http://schemas.microsoft.com/office/drawing/2014/main" id="{189DCD62-28FA-436C-966B-9E84BDAFAA72}"/>
              </a:ext>
            </a:extLst>
          </p:cNvPr>
          <p:cNvSpPr>
            <a:spLocks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4989">
            <a:extLst>
              <a:ext uri="{FF2B5EF4-FFF2-40B4-BE49-F238E27FC236}">
                <a16:creationId xmlns:a16="http://schemas.microsoft.com/office/drawing/2014/main" id="{BB2FCAE2-3E4B-4D69-A44F-DB11AA39BB6E}"/>
              </a:ext>
            </a:extLst>
          </p:cNvPr>
          <p:cNvSpPr>
            <a:spLocks/>
          </p:cNvSpPr>
          <p:nvPr/>
        </p:nvSpPr>
        <p:spPr>
          <a:xfrm>
            <a:off x="3292051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4990">
            <a:extLst>
              <a:ext uri="{FF2B5EF4-FFF2-40B4-BE49-F238E27FC236}">
                <a16:creationId xmlns:a16="http://schemas.microsoft.com/office/drawing/2014/main" id="{4E39FAB9-BF2A-48F1-9F29-2DB1B737E829}"/>
              </a:ext>
            </a:extLst>
          </p:cNvPr>
          <p:cNvSpPr>
            <a:spLocks/>
          </p:cNvSpPr>
          <p:nvPr/>
        </p:nvSpPr>
        <p:spPr>
          <a:xfrm>
            <a:off x="3361646" y="2807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4991">
            <a:extLst>
              <a:ext uri="{FF2B5EF4-FFF2-40B4-BE49-F238E27FC236}">
                <a16:creationId xmlns:a16="http://schemas.microsoft.com/office/drawing/2014/main" id="{CB0C714B-D956-48AB-87DD-44A33D5AEA2A}"/>
              </a:ext>
            </a:extLst>
          </p:cNvPr>
          <p:cNvSpPr>
            <a:spLocks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4992">
            <a:extLst>
              <a:ext uri="{FF2B5EF4-FFF2-40B4-BE49-F238E27FC236}">
                <a16:creationId xmlns:a16="http://schemas.microsoft.com/office/drawing/2014/main" id="{9F12E740-5B8C-4127-9D81-ED9F3F1DB306}"/>
              </a:ext>
            </a:extLst>
          </p:cNvPr>
          <p:cNvSpPr>
            <a:spLocks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4993">
            <a:extLst>
              <a:ext uri="{FF2B5EF4-FFF2-40B4-BE49-F238E27FC236}">
                <a16:creationId xmlns:a16="http://schemas.microsoft.com/office/drawing/2014/main" id="{441343DB-4EE6-464E-8861-FDAD096A6D58}"/>
              </a:ext>
            </a:extLst>
          </p:cNvPr>
          <p:cNvSpPr>
            <a:spLocks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4994">
            <a:extLst>
              <a:ext uri="{FF2B5EF4-FFF2-40B4-BE49-F238E27FC236}">
                <a16:creationId xmlns:a16="http://schemas.microsoft.com/office/drawing/2014/main" id="{5D0AE020-6B0B-48B0-A9A2-CEEEE3075528}"/>
              </a:ext>
            </a:extLst>
          </p:cNvPr>
          <p:cNvSpPr>
            <a:spLocks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4995">
            <a:extLst>
              <a:ext uri="{FF2B5EF4-FFF2-40B4-BE49-F238E27FC236}">
                <a16:creationId xmlns:a16="http://schemas.microsoft.com/office/drawing/2014/main" id="{EA39D101-58AF-45D3-B2E6-370BF9DA4338}"/>
              </a:ext>
            </a:extLst>
          </p:cNvPr>
          <p:cNvSpPr>
            <a:spLocks/>
          </p:cNvSpPr>
          <p:nvPr/>
        </p:nvSpPr>
        <p:spPr>
          <a:xfrm>
            <a:off x="3315400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4996">
            <a:extLst>
              <a:ext uri="{FF2B5EF4-FFF2-40B4-BE49-F238E27FC236}">
                <a16:creationId xmlns:a16="http://schemas.microsoft.com/office/drawing/2014/main" id="{CD4B6FA8-3F0F-43BD-9E90-B51A6C775476}"/>
              </a:ext>
            </a:extLst>
          </p:cNvPr>
          <p:cNvSpPr>
            <a:spLocks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4997">
            <a:extLst>
              <a:ext uri="{FF2B5EF4-FFF2-40B4-BE49-F238E27FC236}">
                <a16:creationId xmlns:a16="http://schemas.microsoft.com/office/drawing/2014/main" id="{394FE2EF-5BCD-4D77-A31E-A8E59A9FABC5}"/>
              </a:ext>
            </a:extLst>
          </p:cNvPr>
          <p:cNvSpPr>
            <a:spLocks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4998">
            <a:extLst>
              <a:ext uri="{FF2B5EF4-FFF2-40B4-BE49-F238E27FC236}">
                <a16:creationId xmlns:a16="http://schemas.microsoft.com/office/drawing/2014/main" id="{5C474403-58A5-4DF5-9323-39C555FB65A3}"/>
              </a:ext>
            </a:extLst>
          </p:cNvPr>
          <p:cNvSpPr>
            <a:spLocks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4999">
            <a:extLst>
              <a:ext uri="{FF2B5EF4-FFF2-40B4-BE49-F238E27FC236}">
                <a16:creationId xmlns:a16="http://schemas.microsoft.com/office/drawing/2014/main" id="{45D14563-83C9-44FB-955F-8116B50B8E5A}"/>
              </a:ext>
            </a:extLst>
          </p:cNvPr>
          <p:cNvSpPr>
            <a:spLocks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5000">
            <a:extLst>
              <a:ext uri="{FF2B5EF4-FFF2-40B4-BE49-F238E27FC236}">
                <a16:creationId xmlns:a16="http://schemas.microsoft.com/office/drawing/2014/main" id="{DEFF8155-CBCB-4236-A788-E1F9BE7C2639}"/>
              </a:ext>
            </a:extLst>
          </p:cNvPr>
          <p:cNvSpPr>
            <a:spLocks/>
          </p:cNvSpPr>
          <p:nvPr/>
        </p:nvSpPr>
        <p:spPr>
          <a:xfrm>
            <a:off x="32913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5001">
            <a:extLst>
              <a:ext uri="{FF2B5EF4-FFF2-40B4-BE49-F238E27FC236}">
                <a16:creationId xmlns:a16="http://schemas.microsoft.com/office/drawing/2014/main" id="{6DCEBB87-0B3C-46EB-BC64-35C6AA8BBEE6}"/>
              </a:ext>
            </a:extLst>
          </p:cNvPr>
          <p:cNvSpPr>
            <a:spLocks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5002">
            <a:extLst>
              <a:ext uri="{FF2B5EF4-FFF2-40B4-BE49-F238E27FC236}">
                <a16:creationId xmlns:a16="http://schemas.microsoft.com/office/drawing/2014/main" id="{CDD49380-B6B4-4A13-8F48-79884A3A3ED2}"/>
              </a:ext>
            </a:extLst>
          </p:cNvPr>
          <p:cNvSpPr>
            <a:spLocks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5003">
            <a:extLst>
              <a:ext uri="{FF2B5EF4-FFF2-40B4-BE49-F238E27FC236}">
                <a16:creationId xmlns:a16="http://schemas.microsoft.com/office/drawing/2014/main" id="{03629A31-9D00-422F-AB9B-EB25874B0B66}"/>
              </a:ext>
            </a:extLst>
          </p:cNvPr>
          <p:cNvSpPr>
            <a:spLocks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5004">
            <a:extLst>
              <a:ext uri="{FF2B5EF4-FFF2-40B4-BE49-F238E27FC236}">
                <a16:creationId xmlns:a16="http://schemas.microsoft.com/office/drawing/2014/main" id="{D2714ED8-A188-468B-95AC-6FED3325F413}"/>
              </a:ext>
            </a:extLst>
          </p:cNvPr>
          <p:cNvSpPr>
            <a:spLocks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5005">
            <a:extLst>
              <a:ext uri="{FF2B5EF4-FFF2-40B4-BE49-F238E27FC236}">
                <a16:creationId xmlns:a16="http://schemas.microsoft.com/office/drawing/2014/main" id="{8ECA67BB-E08B-4E6F-B848-0EE1B04DB97C}"/>
              </a:ext>
            </a:extLst>
          </p:cNvPr>
          <p:cNvSpPr>
            <a:spLocks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5006">
            <a:extLst>
              <a:ext uri="{FF2B5EF4-FFF2-40B4-BE49-F238E27FC236}">
                <a16:creationId xmlns:a16="http://schemas.microsoft.com/office/drawing/2014/main" id="{59175B6F-55D2-4333-8862-7663EE8D9773}"/>
              </a:ext>
            </a:extLst>
          </p:cNvPr>
          <p:cNvSpPr>
            <a:spLocks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5007">
            <a:extLst>
              <a:ext uri="{FF2B5EF4-FFF2-40B4-BE49-F238E27FC236}">
                <a16:creationId xmlns:a16="http://schemas.microsoft.com/office/drawing/2014/main" id="{52FECB99-AC9B-4CDB-ADE5-28F2E7067A4F}"/>
              </a:ext>
            </a:extLst>
          </p:cNvPr>
          <p:cNvSpPr>
            <a:spLocks/>
          </p:cNvSpPr>
          <p:nvPr/>
        </p:nvSpPr>
        <p:spPr>
          <a:xfrm>
            <a:off x="3318209" y="3487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5008">
            <a:extLst>
              <a:ext uri="{FF2B5EF4-FFF2-40B4-BE49-F238E27FC236}">
                <a16:creationId xmlns:a16="http://schemas.microsoft.com/office/drawing/2014/main" id="{2A67721B-CACB-4D28-9864-5C7129435066}"/>
              </a:ext>
            </a:extLst>
          </p:cNvPr>
          <p:cNvSpPr>
            <a:spLocks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5009">
            <a:extLst>
              <a:ext uri="{FF2B5EF4-FFF2-40B4-BE49-F238E27FC236}">
                <a16:creationId xmlns:a16="http://schemas.microsoft.com/office/drawing/2014/main" id="{0906DFCC-92E3-4BEB-98B1-BC6B83F0ADC3}"/>
              </a:ext>
            </a:extLst>
          </p:cNvPr>
          <p:cNvSpPr>
            <a:spLocks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5010">
            <a:extLst>
              <a:ext uri="{FF2B5EF4-FFF2-40B4-BE49-F238E27FC236}">
                <a16:creationId xmlns:a16="http://schemas.microsoft.com/office/drawing/2014/main" id="{5DC73A80-8146-4D7E-9A4E-AEF16EBB79B9}"/>
              </a:ext>
            </a:extLst>
          </p:cNvPr>
          <p:cNvSpPr>
            <a:spLocks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5011">
            <a:extLst>
              <a:ext uri="{FF2B5EF4-FFF2-40B4-BE49-F238E27FC236}">
                <a16:creationId xmlns:a16="http://schemas.microsoft.com/office/drawing/2014/main" id="{159C8F65-62FB-4C41-9C6E-4C73A61566E0}"/>
              </a:ext>
            </a:extLst>
          </p:cNvPr>
          <p:cNvSpPr>
            <a:spLocks/>
          </p:cNvSpPr>
          <p:nvPr/>
        </p:nvSpPr>
        <p:spPr>
          <a:xfrm>
            <a:off x="334628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5012">
            <a:extLst>
              <a:ext uri="{FF2B5EF4-FFF2-40B4-BE49-F238E27FC236}">
                <a16:creationId xmlns:a16="http://schemas.microsoft.com/office/drawing/2014/main" id="{B9DC9A0E-34BD-411A-BF98-39399F58EE70}"/>
              </a:ext>
            </a:extLst>
          </p:cNvPr>
          <p:cNvSpPr>
            <a:spLocks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5013">
            <a:extLst>
              <a:ext uri="{FF2B5EF4-FFF2-40B4-BE49-F238E27FC236}">
                <a16:creationId xmlns:a16="http://schemas.microsoft.com/office/drawing/2014/main" id="{19B8E866-C933-4A56-9788-43E6D29D1E70}"/>
              </a:ext>
            </a:extLst>
          </p:cNvPr>
          <p:cNvSpPr>
            <a:spLocks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5014">
            <a:extLst>
              <a:ext uri="{FF2B5EF4-FFF2-40B4-BE49-F238E27FC236}">
                <a16:creationId xmlns:a16="http://schemas.microsoft.com/office/drawing/2014/main" id="{617206AD-8072-4BB5-8857-9ED43C85EC8E}"/>
              </a:ext>
            </a:extLst>
          </p:cNvPr>
          <p:cNvSpPr>
            <a:spLocks/>
          </p:cNvSpPr>
          <p:nvPr/>
        </p:nvSpPr>
        <p:spPr>
          <a:xfrm>
            <a:off x="3492583" y="3242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5015">
            <a:extLst>
              <a:ext uri="{FF2B5EF4-FFF2-40B4-BE49-F238E27FC236}">
                <a16:creationId xmlns:a16="http://schemas.microsoft.com/office/drawing/2014/main" id="{C75DBDEC-CE88-40D9-81CC-51E4BDF0DCBD}"/>
              </a:ext>
            </a:extLst>
          </p:cNvPr>
          <p:cNvSpPr>
            <a:spLocks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5016">
            <a:extLst>
              <a:ext uri="{FF2B5EF4-FFF2-40B4-BE49-F238E27FC236}">
                <a16:creationId xmlns:a16="http://schemas.microsoft.com/office/drawing/2014/main" id="{00530ED6-D453-4BD0-8F31-9877BAB0611A}"/>
              </a:ext>
            </a:extLst>
          </p:cNvPr>
          <p:cNvSpPr>
            <a:spLocks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5017">
            <a:extLst>
              <a:ext uri="{FF2B5EF4-FFF2-40B4-BE49-F238E27FC236}">
                <a16:creationId xmlns:a16="http://schemas.microsoft.com/office/drawing/2014/main" id="{5916C625-DDB8-4D43-9FF3-BB1AEBEA170B}"/>
              </a:ext>
            </a:extLst>
          </p:cNvPr>
          <p:cNvSpPr>
            <a:spLocks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5018">
            <a:extLst>
              <a:ext uri="{FF2B5EF4-FFF2-40B4-BE49-F238E27FC236}">
                <a16:creationId xmlns:a16="http://schemas.microsoft.com/office/drawing/2014/main" id="{C53551C0-5AE7-4E66-9121-A63FCBE00BA8}"/>
              </a:ext>
            </a:extLst>
          </p:cNvPr>
          <p:cNvSpPr>
            <a:spLocks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5019">
            <a:extLst>
              <a:ext uri="{FF2B5EF4-FFF2-40B4-BE49-F238E27FC236}">
                <a16:creationId xmlns:a16="http://schemas.microsoft.com/office/drawing/2014/main" id="{3561AD7B-4D83-45C0-A0FF-E757E31090B6}"/>
              </a:ext>
            </a:extLst>
          </p:cNvPr>
          <p:cNvSpPr>
            <a:spLocks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5020">
            <a:extLst>
              <a:ext uri="{FF2B5EF4-FFF2-40B4-BE49-F238E27FC236}">
                <a16:creationId xmlns:a16="http://schemas.microsoft.com/office/drawing/2014/main" id="{3D70E09A-1A5C-4AC4-98FA-A14782824E1E}"/>
              </a:ext>
            </a:extLst>
          </p:cNvPr>
          <p:cNvSpPr>
            <a:spLocks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5021">
            <a:extLst>
              <a:ext uri="{FF2B5EF4-FFF2-40B4-BE49-F238E27FC236}">
                <a16:creationId xmlns:a16="http://schemas.microsoft.com/office/drawing/2014/main" id="{2D4AF11C-C6DA-499A-9968-57594F406433}"/>
              </a:ext>
            </a:extLst>
          </p:cNvPr>
          <p:cNvSpPr>
            <a:spLocks/>
          </p:cNvSpPr>
          <p:nvPr/>
        </p:nvSpPr>
        <p:spPr>
          <a:xfrm>
            <a:off x="343422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5022">
            <a:extLst>
              <a:ext uri="{FF2B5EF4-FFF2-40B4-BE49-F238E27FC236}">
                <a16:creationId xmlns:a16="http://schemas.microsoft.com/office/drawing/2014/main" id="{4263B008-BF20-40B4-AE1A-130C511778C4}"/>
              </a:ext>
            </a:extLst>
          </p:cNvPr>
          <p:cNvSpPr>
            <a:spLocks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5023">
            <a:extLst>
              <a:ext uri="{FF2B5EF4-FFF2-40B4-BE49-F238E27FC236}">
                <a16:creationId xmlns:a16="http://schemas.microsoft.com/office/drawing/2014/main" id="{004D19F9-F476-4FFE-8536-0D028981CC3E}"/>
              </a:ext>
            </a:extLst>
          </p:cNvPr>
          <p:cNvSpPr>
            <a:spLocks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5024">
            <a:extLst>
              <a:ext uri="{FF2B5EF4-FFF2-40B4-BE49-F238E27FC236}">
                <a16:creationId xmlns:a16="http://schemas.microsoft.com/office/drawing/2014/main" id="{08CC554F-C65C-4ABE-99E8-12D61D2FA7CB}"/>
              </a:ext>
            </a:extLst>
          </p:cNvPr>
          <p:cNvSpPr>
            <a:spLocks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5025">
            <a:extLst>
              <a:ext uri="{FF2B5EF4-FFF2-40B4-BE49-F238E27FC236}">
                <a16:creationId xmlns:a16="http://schemas.microsoft.com/office/drawing/2014/main" id="{ECC3346F-7DBD-4BDE-BC18-1BAFD89F266C}"/>
              </a:ext>
            </a:extLst>
          </p:cNvPr>
          <p:cNvSpPr>
            <a:spLocks/>
          </p:cNvSpPr>
          <p:nvPr/>
        </p:nvSpPr>
        <p:spPr>
          <a:xfrm>
            <a:off x="34341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5026">
            <a:extLst>
              <a:ext uri="{FF2B5EF4-FFF2-40B4-BE49-F238E27FC236}">
                <a16:creationId xmlns:a16="http://schemas.microsoft.com/office/drawing/2014/main" id="{D78D9F56-7315-425A-978F-42CCD65B438B}"/>
              </a:ext>
            </a:extLst>
          </p:cNvPr>
          <p:cNvSpPr>
            <a:spLocks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5027">
            <a:extLst>
              <a:ext uri="{FF2B5EF4-FFF2-40B4-BE49-F238E27FC236}">
                <a16:creationId xmlns:a16="http://schemas.microsoft.com/office/drawing/2014/main" id="{5ADE9982-27F1-4667-9356-F9F24A069E07}"/>
              </a:ext>
            </a:extLst>
          </p:cNvPr>
          <p:cNvSpPr>
            <a:spLocks/>
          </p:cNvSpPr>
          <p:nvPr/>
        </p:nvSpPr>
        <p:spPr>
          <a:xfrm>
            <a:off x="333775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5028">
            <a:extLst>
              <a:ext uri="{FF2B5EF4-FFF2-40B4-BE49-F238E27FC236}">
                <a16:creationId xmlns:a16="http://schemas.microsoft.com/office/drawing/2014/main" id="{CDC8DEB9-1191-432D-A934-57D379D619B1}"/>
              </a:ext>
            </a:extLst>
          </p:cNvPr>
          <p:cNvSpPr>
            <a:spLocks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5029">
            <a:extLst>
              <a:ext uri="{FF2B5EF4-FFF2-40B4-BE49-F238E27FC236}">
                <a16:creationId xmlns:a16="http://schemas.microsoft.com/office/drawing/2014/main" id="{8A47A992-1583-47E5-B83E-2965AC7BA42E}"/>
              </a:ext>
            </a:extLst>
          </p:cNvPr>
          <p:cNvSpPr>
            <a:spLocks/>
          </p:cNvSpPr>
          <p:nvPr/>
        </p:nvSpPr>
        <p:spPr>
          <a:xfrm>
            <a:off x="33716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5030">
            <a:extLst>
              <a:ext uri="{FF2B5EF4-FFF2-40B4-BE49-F238E27FC236}">
                <a16:creationId xmlns:a16="http://schemas.microsoft.com/office/drawing/2014/main" id="{F00EE361-7998-426F-A36A-EF77E3A26568}"/>
              </a:ext>
            </a:extLst>
          </p:cNvPr>
          <p:cNvSpPr>
            <a:spLocks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5031">
            <a:extLst>
              <a:ext uri="{FF2B5EF4-FFF2-40B4-BE49-F238E27FC236}">
                <a16:creationId xmlns:a16="http://schemas.microsoft.com/office/drawing/2014/main" id="{EC29302A-A949-4B83-8271-1EF7A6A0A03E}"/>
              </a:ext>
            </a:extLst>
          </p:cNvPr>
          <p:cNvSpPr>
            <a:spLocks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5032">
            <a:extLst>
              <a:ext uri="{FF2B5EF4-FFF2-40B4-BE49-F238E27FC236}">
                <a16:creationId xmlns:a16="http://schemas.microsoft.com/office/drawing/2014/main" id="{6F495EF0-E218-4533-9C44-279130D829C7}"/>
              </a:ext>
            </a:extLst>
          </p:cNvPr>
          <p:cNvSpPr>
            <a:spLocks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5033">
            <a:extLst>
              <a:ext uri="{FF2B5EF4-FFF2-40B4-BE49-F238E27FC236}">
                <a16:creationId xmlns:a16="http://schemas.microsoft.com/office/drawing/2014/main" id="{4E113229-B944-4A96-9B47-4BF7AA9453C5}"/>
              </a:ext>
            </a:extLst>
          </p:cNvPr>
          <p:cNvSpPr>
            <a:spLocks/>
          </p:cNvSpPr>
          <p:nvPr/>
        </p:nvSpPr>
        <p:spPr>
          <a:xfrm>
            <a:off x="3355381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5034">
            <a:extLst>
              <a:ext uri="{FF2B5EF4-FFF2-40B4-BE49-F238E27FC236}">
                <a16:creationId xmlns:a16="http://schemas.microsoft.com/office/drawing/2014/main" id="{D723A314-44F6-43E7-9DBC-BAD8586D0F4E}"/>
              </a:ext>
            </a:extLst>
          </p:cNvPr>
          <p:cNvSpPr>
            <a:spLocks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5035">
            <a:extLst>
              <a:ext uri="{FF2B5EF4-FFF2-40B4-BE49-F238E27FC236}">
                <a16:creationId xmlns:a16="http://schemas.microsoft.com/office/drawing/2014/main" id="{0380472C-E5BF-429F-93BF-4C9280AA3BC3}"/>
              </a:ext>
            </a:extLst>
          </p:cNvPr>
          <p:cNvSpPr>
            <a:spLocks/>
          </p:cNvSpPr>
          <p:nvPr/>
        </p:nvSpPr>
        <p:spPr>
          <a:xfrm>
            <a:off x="3280911" y="37267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5036">
            <a:extLst>
              <a:ext uri="{FF2B5EF4-FFF2-40B4-BE49-F238E27FC236}">
                <a16:creationId xmlns:a16="http://schemas.microsoft.com/office/drawing/2014/main" id="{F82DB6C0-D225-4E04-8AAF-FD9FC10BDD13}"/>
              </a:ext>
            </a:extLst>
          </p:cNvPr>
          <p:cNvSpPr>
            <a:spLocks/>
          </p:cNvSpPr>
          <p:nvPr/>
        </p:nvSpPr>
        <p:spPr>
          <a:xfrm>
            <a:off x="3339659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5037">
            <a:extLst>
              <a:ext uri="{FF2B5EF4-FFF2-40B4-BE49-F238E27FC236}">
                <a16:creationId xmlns:a16="http://schemas.microsoft.com/office/drawing/2014/main" id="{6B4BFCAF-3DCD-4FAE-9236-952DA59F609E}"/>
              </a:ext>
            </a:extLst>
          </p:cNvPr>
          <p:cNvSpPr>
            <a:spLocks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5038">
            <a:extLst>
              <a:ext uri="{FF2B5EF4-FFF2-40B4-BE49-F238E27FC236}">
                <a16:creationId xmlns:a16="http://schemas.microsoft.com/office/drawing/2014/main" id="{5ED08C8E-3B89-498A-99D1-3C6440AAC934}"/>
              </a:ext>
            </a:extLst>
          </p:cNvPr>
          <p:cNvSpPr>
            <a:spLocks/>
          </p:cNvSpPr>
          <p:nvPr/>
        </p:nvSpPr>
        <p:spPr>
          <a:xfrm>
            <a:off x="33549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5039">
            <a:extLst>
              <a:ext uri="{FF2B5EF4-FFF2-40B4-BE49-F238E27FC236}">
                <a16:creationId xmlns:a16="http://schemas.microsoft.com/office/drawing/2014/main" id="{4D5731FB-D148-4C28-94CF-BD7B7907980C}"/>
              </a:ext>
            </a:extLst>
          </p:cNvPr>
          <p:cNvSpPr>
            <a:spLocks/>
          </p:cNvSpPr>
          <p:nvPr/>
        </p:nvSpPr>
        <p:spPr>
          <a:xfrm>
            <a:off x="34820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5040">
            <a:extLst>
              <a:ext uri="{FF2B5EF4-FFF2-40B4-BE49-F238E27FC236}">
                <a16:creationId xmlns:a16="http://schemas.microsoft.com/office/drawing/2014/main" id="{4D585665-06DC-4795-8555-7E3750AE2785}"/>
              </a:ext>
            </a:extLst>
          </p:cNvPr>
          <p:cNvSpPr>
            <a:spLocks/>
          </p:cNvSpPr>
          <p:nvPr/>
        </p:nvSpPr>
        <p:spPr>
          <a:xfrm>
            <a:off x="3365158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5041">
            <a:extLst>
              <a:ext uri="{FF2B5EF4-FFF2-40B4-BE49-F238E27FC236}">
                <a16:creationId xmlns:a16="http://schemas.microsoft.com/office/drawing/2014/main" id="{FC3821FE-9CA8-460E-858F-1A12A2AD090C}"/>
              </a:ext>
            </a:extLst>
          </p:cNvPr>
          <p:cNvSpPr>
            <a:spLocks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5042">
            <a:extLst>
              <a:ext uri="{FF2B5EF4-FFF2-40B4-BE49-F238E27FC236}">
                <a16:creationId xmlns:a16="http://schemas.microsoft.com/office/drawing/2014/main" id="{1F6CC9CA-A557-41D3-8449-4566B383205F}"/>
              </a:ext>
            </a:extLst>
          </p:cNvPr>
          <p:cNvSpPr>
            <a:spLocks/>
          </p:cNvSpPr>
          <p:nvPr/>
        </p:nvSpPr>
        <p:spPr>
          <a:xfrm>
            <a:off x="3417932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5043">
            <a:extLst>
              <a:ext uri="{FF2B5EF4-FFF2-40B4-BE49-F238E27FC236}">
                <a16:creationId xmlns:a16="http://schemas.microsoft.com/office/drawing/2014/main" id="{23C08A81-FFCE-4B7B-BE8A-A4C7DF6C2883}"/>
              </a:ext>
            </a:extLst>
          </p:cNvPr>
          <p:cNvSpPr>
            <a:spLocks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5044">
            <a:extLst>
              <a:ext uri="{FF2B5EF4-FFF2-40B4-BE49-F238E27FC236}">
                <a16:creationId xmlns:a16="http://schemas.microsoft.com/office/drawing/2014/main" id="{5E8C00FF-9DFB-43E2-BEA1-6DD04B6D315D}"/>
              </a:ext>
            </a:extLst>
          </p:cNvPr>
          <p:cNvSpPr>
            <a:spLocks/>
          </p:cNvSpPr>
          <p:nvPr/>
        </p:nvSpPr>
        <p:spPr>
          <a:xfrm>
            <a:off x="337457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5045">
            <a:extLst>
              <a:ext uri="{FF2B5EF4-FFF2-40B4-BE49-F238E27FC236}">
                <a16:creationId xmlns:a16="http://schemas.microsoft.com/office/drawing/2014/main" id="{2C461EA4-CD9D-4B50-9343-9AC3A0DA2C77}"/>
              </a:ext>
            </a:extLst>
          </p:cNvPr>
          <p:cNvSpPr>
            <a:spLocks/>
          </p:cNvSpPr>
          <p:nvPr/>
        </p:nvSpPr>
        <p:spPr>
          <a:xfrm>
            <a:off x="3478463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5046">
            <a:extLst>
              <a:ext uri="{FF2B5EF4-FFF2-40B4-BE49-F238E27FC236}">
                <a16:creationId xmlns:a16="http://schemas.microsoft.com/office/drawing/2014/main" id="{D73D5DD7-6BB8-4C40-B70B-FC89BFF5965D}"/>
              </a:ext>
            </a:extLst>
          </p:cNvPr>
          <p:cNvSpPr>
            <a:spLocks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5047">
            <a:extLst>
              <a:ext uri="{FF2B5EF4-FFF2-40B4-BE49-F238E27FC236}">
                <a16:creationId xmlns:a16="http://schemas.microsoft.com/office/drawing/2014/main" id="{A5A350A3-C99D-4A68-A879-31D035550F86}"/>
              </a:ext>
            </a:extLst>
          </p:cNvPr>
          <p:cNvSpPr>
            <a:spLocks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5048">
            <a:extLst>
              <a:ext uri="{FF2B5EF4-FFF2-40B4-BE49-F238E27FC236}">
                <a16:creationId xmlns:a16="http://schemas.microsoft.com/office/drawing/2014/main" id="{54F02318-F41F-4555-A18D-21E9DE335E27}"/>
              </a:ext>
            </a:extLst>
          </p:cNvPr>
          <p:cNvSpPr>
            <a:spLocks/>
          </p:cNvSpPr>
          <p:nvPr/>
        </p:nvSpPr>
        <p:spPr>
          <a:xfrm>
            <a:off x="34391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5049">
            <a:extLst>
              <a:ext uri="{FF2B5EF4-FFF2-40B4-BE49-F238E27FC236}">
                <a16:creationId xmlns:a16="http://schemas.microsoft.com/office/drawing/2014/main" id="{C4613BFF-85F3-414F-98C5-2B4BCC005E7E}"/>
              </a:ext>
            </a:extLst>
          </p:cNvPr>
          <p:cNvSpPr>
            <a:spLocks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5050">
            <a:extLst>
              <a:ext uri="{FF2B5EF4-FFF2-40B4-BE49-F238E27FC236}">
                <a16:creationId xmlns:a16="http://schemas.microsoft.com/office/drawing/2014/main" id="{AB110BAC-0C7D-4EE3-A24A-463CB39DE9FF}"/>
              </a:ext>
            </a:extLst>
          </p:cNvPr>
          <p:cNvSpPr>
            <a:spLocks/>
          </p:cNvSpPr>
          <p:nvPr/>
        </p:nvSpPr>
        <p:spPr>
          <a:xfrm>
            <a:off x="332248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5051">
            <a:extLst>
              <a:ext uri="{FF2B5EF4-FFF2-40B4-BE49-F238E27FC236}">
                <a16:creationId xmlns:a16="http://schemas.microsoft.com/office/drawing/2014/main" id="{B5AAB862-573C-4B69-A071-16177B5B81FB}"/>
              </a:ext>
            </a:extLst>
          </p:cNvPr>
          <p:cNvSpPr>
            <a:spLocks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5052">
            <a:extLst>
              <a:ext uri="{FF2B5EF4-FFF2-40B4-BE49-F238E27FC236}">
                <a16:creationId xmlns:a16="http://schemas.microsoft.com/office/drawing/2014/main" id="{546837CA-F6D9-4379-9E6C-C3C8E317C343}"/>
              </a:ext>
            </a:extLst>
          </p:cNvPr>
          <p:cNvSpPr>
            <a:spLocks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5053">
            <a:extLst>
              <a:ext uri="{FF2B5EF4-FFF2-40B4-BE49-F238E27FC236}">
                <a16:creationId xmlns:a16="http://schemas.microsoft.com/office/drawing/2014/main" id="{6541A2E0-CDB4-4966-8A1D-F214FD5A4083}"/>
              </a:ext>
            </a:extLst>
          </p:cNvPr>
          <p:cNvSpPr>
            <a:spLocks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5054">
            <a:extLst>
              <a:ext uri="{FF2B5EF4-FFF2-40B4-BE49-F238E27FC236}">
                <a16:creationId xmlns:a16="http://schemas.microsoft.com/office/drawing/2014/main" id="{52E57C5B-0E33-4121-807A-EB83BF2FA359}"/>
              </a:ext>
            </a:extLst>
          </p:cNvPr>
          <p:cNvSpPr>
            <a:spLocks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5055">
            <a:extLst>
              <a:ext uri="{FF2B5EF4-FFF2-40B4-BE49-F238E27FC236}">
                <a16:creationId xmlns:a16="http://schemas.microsoft.com/office/drawing/2014/main" id="{2D508E55-906A-433E-812C-E3DF14122113}"/>
              </a:ext>
            </a:extLst>
          </p:cNvPr>
          <p:cNvSpPr>
            <a:spLocks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5056">
            <a:extLst>
              <a:ext uri="{FF2B5EF4-FFF2-40B4-BE49-F238E27FC236}">
                <a16:creationId xmlns:a16="http://schemas.microsoft.com/office/drawing/2014/main" id="{A137DAF5-1CF5-4E0D-915B-27739B4D198E}"/>
              </a:ext>
            </a:extLst>
          </p:cNvPr>
          <p:cNvSpPr>
            <a:spLocks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5057">
            <a:extLst>
              <a:ext uri="{FF2B5EF4-FFF2-40B4-BE49-F238E27FC236}">
                <a16:creationId xmlns:a16="http://schemas.microsoft.com/office/drawing/2014/main" id="{99B35F2F-1E6B-492C-B2F2-4C4C630CFD4E}"/>
              </a:ext>
            </a:extLst>
          </p:cNvPr>
          <p:cNvSpPr>
            <a:spLocks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5058">
            <a:extLst>
              <a:ext uri="{FF2B5EF4-FFF2-40B4-BE49-F238E27FC236}">
                <a16:creationId xmlns:a16="http://schemas.microsoft.com/office/drawing/2014/main" id="{F7D6A9BA-EFF9-4306-B214-829DB68E6289}"/>
              </a:ext>
            </a:extLst>
          </p:cNvPr>
          <p:cNvSpPr>
            <a:spLocks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5059">
            <a:extLst>
              <a:ext uri="{FF2B5EF4-FFF2-40B4-BE49-F238E27FC236}">
                <a16:creationId xmlns:a16="http://schemas.microsoft.com/office/drawing/2014/main" id="{06BD9F95-C15E-4086-9635-F384BCB79DD7}"/>
              </a:ext>
            </a:extLst>
          </p:cNvPr>
          <p:cNvSpPr>
            <a:spLocks/>
          </p:cNvSpPr>
          <p:nvPr/>
        </p:nvSpPr>
        <p:spPr>
          <a:xfrm>
            <a:off x="3453877" y="3282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5060">
            <a:extLst>
              <a:ext uri="{FF2B5EF4-FFF2-40B4-BE49-F238E27FC236}">
                <a16:creationId xmlns:a16="http://schemas.microsoft.com/office/drawing/2014/main" id="{7B74AB67-8BDD-4DD2-B83F-60965918613B}"/>
              </a:ext>
            </a:extLst>
          </p:cNvPr>
          <p:cNvSpPr>
            <a:spLocks/>
          </p:cNvSpPr>
          <p:nvPr/>
        </p:nvSpPr>
        <p:spPr>
          <a:xfrm>
            <a:off x="3396911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5061">
            <a:extLst>
              <a:ext uri="{FF2B5EF4-FFF2-40B4-BE49-F238E27FC236}">
                <a16:creationId xmlns:a16="http://schemas.microsoft.com/office/drawing/2014/main" id="{EABCB1FC-7731-4A14-983A-94A20F580343}"/>
              </a:ext>
            </a:extLst>
          </p:cNvPr>
          <p:cNvSpPr>
            <a:spLocks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5062">
            <a:extLst>
              <a:ext uri="{FF2B5EF4-FFF2-40B4-BE49-F238E27FC236}">
                <a16:creationId xmlns:a16="http://schemas.microsoft.com/office/drawing/2014/main" id="{E3612382-4776-479C-B767-629E77234457}"/>
              </a:ext>
            </a:extLst>
          </p:cNvPr>
          <p:cNvSpPr>
            <a:spLocks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5063">
            <a:extLst>
              <a:ext uri="{FF2B5EF4-FFF2-40B4-BE49-F238E27FC236}">
                <a16:creationId xmlns:a16="http://schemas.microsoft.com/office/drawing/2014/main" id="{8422725D-7BF7-4ECB-818E-227AAEDAD901}"/>
              </a:ext>
            </a:extLst>
          </p:cNvPr>
          <p:cNvSpPr>
            <a:spLocks/>
          </p:cNvSpPr>
          <p:nvPr/>
        </p:nvSpPr>
        <p:spPr>
          <a:xfrm>
            <a:off x="346391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5064">
            <a:extLst>
              <a:ext uri="{FF2B5EF4-FFF2-40B4-BE49-F238E27FC236}">
                <a16:creationId xmlns:a16="http://schemas.microsoft.com/office/drawing/2014/main" id="{04637262-7929-4227-91CD-F02AF772DE76}"/>
              </a:ext>
            </a:extLst>
          </p:cNvPr>
          <p:cNvSpPr>
            <a:spLocks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5065">
            <a:extLst>
              <a:ext uri="{FF2B5EF4-FFF2-40B4-BE49-F238E27FC236}">
                <a16:creationId xmlns:a16="http://schemas.microsoft.com/office/drawing/2014/main" id="{FBA1810B-351E-4458-933A-6514D73CE103}"/>
              </a:ext>
            </a:extLst>
          </p:cNvPr>
          <p:cNvSpPr>
            <a:spLocks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5066">
            <a:extLst>
              <a:ext uri="{FF2B5EF4-FFF2-40B4-BE49-F238E27FC236}">
                <a16:creationId xmlns:a16="http://schemas.microsoft.com/office/drawing/2014/main" id="{8B692AB7-2908-4FB6-8CF3-D028E8A1365D}"/>
              </a:ext>
            </a:extLst>
          </p:cNvPr>
          <p:cNvSpPr>
            <a:spLocks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5067">
            <a:extLst>
              <a:ext uri="{FF2B5EF4-FFF2-40B4-BE49-F238E27FC236}">
                <a16:creationId xmlns:a16="http://schemas.microsoft.com/office/drawing/2014/main" id="{D9F87976-CF5A-4CD9-BADF-896C7F1CB428}"/>
              </a:ext>
            </a:extLst>
          </p:cNvPr>
          <p:cNvSpPr>
            <a:spLocks/>
          </p:cNvSpPr>
          <p:nvPr/>
        </p:nvSpPr>
        <p:spPr>
          <a:xfrm>
            <a:off x="3395670" y="2972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5068">
            <a:extLst>
              <a:ext uri="{FF2B5EF4-FFF2-40B4-BE49-F238E27FC236}">
                <a16:creationId xmlns:a16="http://schemas.microsoft.com/office/drawing/2014/main" id="{6ED40D43-83E7-4538-8221-0A4B51FC810E}"/>
              </a:ext>
            </a:extLst>
          </p:cNvPr>
          <p:cNvSpPr>
            <a:spLocks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5069">
            <a:extLst>
              <a:ext uri="{FF2B5EF4-FFF2-40B4-BE49-F238E27FC236}">
                <a16:creationId xmlns:a16="http://schemas.microsoft.com/office/drawing/2014/main" id="{F480FF80-6AA8-4CB9-8B86-614B4056B0DD}"/>
              </a:ext>
            </a:extLst>
          </p:cNvPr>
          <p:cNvSpPr>
            <a:spLocks/>
          </p:cNvSpPr>
          <p:nvPr/>
        </p:nvSpPr>
        <p:spPr>
          <a:xfrm>
            <a:off x="339994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5070">
            <a:extLst>
              <a:ext uri="{FF2B5EF4-FFF2-40B4-BE49-F238E27FC236}">
                <a16:creationId xmlns:a16="http://schemas.microsoft.com/office/drawing/2014/main" id="{E0FB5DC8-50C6-47B0-9087-5D7E86DC4E65}"/>
              </a:ext>
            </a:extLst>
          </p:cNvPr>
          <p:cNvSpPr>
            <a:spLocks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5071">
            <a:extLst>
              <a:ext uri="{FF2B5EF4-FFF2-40B4-BE49-F238E27FC236}">
                <a16:creationId xmlns:a16="http://schemas.microsoft.com/office/drawing/2014/main" id="{2637FD95-FA65-464E-A3D6-F1CE0D0F15BD}"/>
              </a:ext>
            </a:extLst>
          </p:cNvPr>
          <p:cNvSpPr>
            <a:spLocks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5072">
            <a:extLst>
              <a:ext uri="{FF2B5EF4-FFF2-40B4-BE49-F238E27FC236}">
                <a16:creationId xmlns:a16="http://schemas.microsoft.com/office/drawing/2014/main" id="{3FBE3CB3-6FA0-414D-8AEF-FE2A76FE3FAD}"/>
              </a:ext>
            </a:extLst>
          </p:cNvPr>
          <p:cNvSpPr>
            <a:spLocks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5073">
            <a:extLst>
              <a:ext uri="{FF2B5EF4-FFF2-40B4-BE49-F238E27FC236}">
                <a16:creationId xmlns:a16="http://schemas.microsoft.com/office/drawing/2014/main" id="{6B929654-1882-4278-84C1-4E9913307525}"/>
              </a:ext>
            </a:extLst>
          </p:cNvPr>
          <p:cNvSpPr>
            <a:spLocks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5074">
            <a:extLst>
              <a:ext uri="{FF2B5EF4-FFF2-40B4-BE49-F238E27FC236}">
                <a16:creationId xmlns:a16="http://schemas.microsoft.com/office/drawing/2014/main" id="{E72BED2F-B73D-42C6-B313-7661F4E02B44}"/>
              </a:ext>
            </a:extLst>
          </p:cNvPr>
          <p:cNvSpPr>
            <a:spLocks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5075">
            <a:extLst>
              <a:ext uri="{FF2B5EF4-FFF2-40B4-BE49-F238E27FC236}">
                <a16:creationId xmlns:a16="http://schemas.microsoft.com/office/drawing/2014/main" id="{C3D88BCE-928A-44F5-B538-BFDBFF15ED30}"/>
              </a:ext>
            </a:extLst>
          </p:cNvPr>
          <p:cNvSpPr>
            <a:spLocks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5076">
            <a:extLst>
              <a:ext uri="{FF2B5EF4-FFF2-40B4-BE49-F238E27FC236}">
                <a16:creationId xmlns:a16="http://schemas.microsoft.com/office/drawing/2014/main" id="{C465539D-D77D-4498-8DBB-F36F8A2C5179}"/>
              </a:ext>
            </a:extLst>
          </p:cNvPr>
          <p:cNvSpPr>
            <a:spLocks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5077">
            <a:extLst>
              <a:ext uri="{FF2B5EF4-FFF2-40B4-BE49-F238E27FC236}">
                <a16:creationId xmlns:a16="http://schemas.microsoft.com/office/drawing/2014/main" id="{10A512C4-77C1-4F0C-AAC7-5E32F59C2F76}"/>
              </a:ext>
            </a:extLst>
          </p:cNvPr>
          <p:cNvSpPr>
            <a:spLocks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5078">
            <a:extLst>
              <a:ext uri="{FF2B5EF4-FFF2-40B4-BE49-F238E27FC236}">
                <a16:creationId xmlns:a16="http://schemas.microsoft.com/office/drawing/2014/main" id="{36FAE69F-FA9C-453F-A68F-591348A3DA36}"/>
              </a:ext>
            </a:extLst>
          </p:cNvPr>
          <p:cNvSpPr>
            <a:spLocks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5079">
            <a:extLst>
              <a:ext uri="{FF2B5EF4-FFF2-40B4-BE49-F238E27FC236}">
                <a16:creationId xmlns:a16="http://schemas.microsoft.com/office/drawing/2014/main" id="{ADF73E31-1E40-43EF-87FE-D29E476B0043}"/>
              </a:ext>
            </a:extLst>
          </p:cNvPr>
          <p:cNvSpPr>
            <a:spLocks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5080">
            <a:extLst>
              <a:ext uri="{FF2B5EF4-FFF2-40B4-BE49-F238E27FC236}">
                <a16:creationId xmlns:a16="http://schemas.microsoft.com/office/drawing/2014/main" id="{5E46493B-C087-4F65-8782-5D66F590BA21}"/>
              </a:ext>
            </a:extLst>
          </p:cNvPr>
          <p:cNvSpPr>
            <a:spLocks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5081">
            <a:extLst>
              <a:ext uri="{FF2B5EF4-FFF2-40B4-BE49-F238E27FC236}">
                <a16:creationId xmlns:a16="http://schemas.microsoft.com/office/drawing/2014/main" id="{7649CF6E-0DDE-4285-B491-E2B832699910}"/>
              </a:ext>
            </a:extLst>
          </p:cNvPr>
          <p:cNvSpPr>
            <a:spLocks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5082">
            <a:extLst>
              <a:ext uri="{FF2B5EF4-FFF2-40B4-BE49-F238E27FC236}">
                <a16:creationId xmlns:a16="http://schemas.microsoft.com/office/drawing/2014/main" id="{73206A13-5996-4877-A825-3189BEE58654}"/>
              </a:ext>
            </a:extLst>
          </p:cNvPr>
          <p:cNvSpPr>
            <a:spLocks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5083">
            <a:extLst>
              <a:ext uri="{FF2B5EF4-FFF2-40B4-BE49-F238E27FC236}">
                <a16:creationId xmlns:a16="http://schemas.microsoft.com/office/drawing/2014/main" id="{08232D98-839E-4DF9-A017-EA3A56C46635}"/>
              </a:ext>
            </a:extLst>
          </p:cNvPr>
          <p:cNvSpPr>
            <a:spLocks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5084">
            <a:extLst>
              <a:ext uri="{FF2B5EF4-FFF2-40B4-BE49-F238E27FC236}">
                <a16:creationId xmlns:a16="http://schemas.microsoft.com/office/drawing/2014/main" id="{755A4A3F-7434-435B-9FC2-E155C0D8C20A}"/>
              </a:ext>
            </a:extLst>
          </p:cNvPr>
          <p:cNvSpPr>
            <a:spLocks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5085">
            <a:extLst>
              <a:ext uri="{FF2B5EF4-FFF2-40B4-BE49-F238E27FC236}">
                <a16:creationId xmlns:a16="http://schemas.microsoft.com/office/drawing/2014/main" id="{8A555594-DCFE-4278-BEE3-774D94F5708C}"/>
              </a:ext>
            </a:extLst>
          </p:cNvPr>
          <p:cNvSpPr>
            <a:spLocks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5086">
            <a:extLst>
              <a:ext uri="{FF2B5EF4-FFF2-40B4-BE49-F238E27FC236}">
                <a16:creationId xmlns:a16="http://schemas.microsoft.com/office/drawing/2014/main" id="{EDD2E0F3-65D5-472A-871D-2841FB3ED32D}"/>
              </a:ext>
            </a:extLst>
          </p:cNvPr>
          <p:cNvSpPr>
            <a:spLocks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5087">
            <a:extLst>
              <a:ext uri="{FF2B5EF4-FFF2-40B4-BE49-F238E27FC236}">
                <a16:creationId xmlns:a16="http://schemas.microsoft.com/office/drawing/2014/main" id="{CDF07D7C-9F2E-467F-92E7-92DB0A16C925}"/>
              </a:ext>
            </a:extLst>
          </p:cNvPr>
          <p:cNvSpPr>
            <a:spLocks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5088">
            <a:extLst>
              <a:ext uri="{FF2B5EF4-FFF2-40B4-BE49-F238E27FC236}">
                <a16:creationId xmlns:a16="http://schemas.microsoft.com/office/drawing/2014/main" id="{54742F2D-82A4-4D51-AB4A-0C56EBE8360D}"/>
              </a:ext>
            </a:extLst>
          </p:cNvPr>
          <p:cNvSpPr>
            <a:spLocks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5089">
            <a:extLst>
              <a:ext uri="{FF2B5EF4-FFF2-40B4-BE49-F238E27FC236}">
                <a16:creationId xmlns:a16="http://schemas.microsoft.com/office/drawing/2014/main" id="{17C55B2F-D833-40F6-BEB0-F1AD03943BD0}"/>
              </a:ext>
            </a:extLst>
          </p:cNvPr>
          <p:cNvSpPr>
            <a:spLocks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5090">
            <a:extLst>
              <a:ext uri="{FF2B5EF4-FFF2-40B4-BE49-F238E27FC236}">
                <a16:creationId xmlns:a16="http://schemas.microsoft.com/office/drawing/2014/main" id="{0C7A0389-A85D-4D53-AEC5-B38ACCA6C213}"/>
              </a:ext>
            </a:extLst>
          </p:cNvPr>
          <p:cNvSpPr>
            <a:spLocks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5091">
            <a:extLst>
              <a:ext uri="{FF2B5EF4-FFF2-40B4-BE49-F238E27FC236}">
                <a16:creationId xmlns:a16="http://schemas.microsoft.com/office/drawing/2014/main" id="{434D1F96-BE60-46AA-9162-33EFF0458031}"/>
              </a:ext>
            </a:extLst>
          </p:cNvPr>
          <p:cNvSpPr>
            <a:spLocks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5092">
            <a:extLst>
              <a:ext uri="{FF2B5EF4-FFF2-40B4-BE49-F238E27FC236}">
                <a16:creationId xmlns:a16="http://schemas.microsoft.com/office/drawing/2014/main" id="{F3D1C267-1073-402F-843A-CC0E26DC7654}"/>
              </a:ext>
            </a:extLst>
          </p:cNvPr>
          <p:cNvSpPr>
            <a:spLocks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5093">
            <a:extLst>
              <a:ext uri="{FF2B5EF4-FFF2-40B4-BE49-F238E27FC236}">
                <a16:creationId xmlns:a16="http://schemas.microsoft.com/office/drawing/2014/main" id="{ACA1B79A-5E58-4D01-9144-76914B58BD30}"/>
              </a:ext>
            </a:extLst>
          </p:cNvPr>
          <p:cNvSpPr>
            <a:spLocks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5094">
            <a:extLst>
              <a:ext uri="{FF2B5EF4-FFF2-40B4-BE49-F238E27FC236}">
                <a16:creationId xmlns:a16="http://schemas.microsoft.com/office/drawing/2014/main" id="{5836B28B-6383-41F9-8BDD-DBF65AB5FEFA}"/>
              </a:ext>
            </a:extLst>
          </p:cNvPr>
          <p:cNvSpPr>
            <a:spLocks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5095">
            <a:extLst>
              <a:ext uri="{FF2B5EF4-FFF2-40B4-BE49-F238E27FC236}">
                <a16:creationId xmlns:a16="http://schemas.microsoft.com/office/drawing/2014/main" id="{DD1B3CBC-9D34-4306-94FF-406FB6642B3A}"/>
              </a:ext>
            </a:extLst>
          </p:cNvPr>
          <p:cNvSpPr>
            <a:spLocks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5096">
            <a:extLst>
              <a:ext uri="{FF2B5EF4-FFF2-40B4-BE49-F238E27FC236}">
                <a16:creationId xmlns:a16="http://schemas.microsoft.com/office/drawing/2014/main" id="{AF3BC4F2-0A25-45E7-8B64-0727F1CD01E9}"/>
              </a:ext>
            </a:extLst>
          </p:cNvPr>
          <p:cNvSpPr>
            <a:spLocks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5097">
            <a:extLst>
              <a:ext uri="{FF2B5EF4-FFF2-40B4-BE49-F238E27FC236}">
                <a16:creationId xmlns:a16="http://schemas.microsoft.com/office/drawing/2014/main" id="{D214E89D-BCF5-454F-9B1B-0201FE932AD8}"/>
              </a:ext>
            </a:extLst>
          </p:cNvPr>
          <p:cNvSpPr>
            <a:spLocks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5098">
            <a:extLst>
              <a:ext uri="{FF2B5EF4-FFF2-40B4-BE49-F238E27FC236}">
                <a16:creationId xmlns:a16="http://schemas.microsoft.com/office/drawing/2014/main" id="{3D3156A6-A9EC-4A2E-9993-FF8578D862D8}"/>
              </a:ext>
            </a:extLst>
          </p:cNvPr>
          <p:cNvSpPr>
            <a:spLocks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5099">
            <a:extLst>
              <a:ext uri="{FF2B5EF4-FFF2-40B4-BE49-F238E27FC236}">
                <a16:creationId xmlns:a16="http://schemas.microsoft.com/office/drawing/2014/main" id="{6C582755-5A80-4536-A68E-801BFF30FEA2}"/>
              </a:ext>
            </a:extLst>
          </p:cNvPr>
          <p:cNvSpPr>
            <a:spLocks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5100">
            <a:extLst>
              <a:ext uri="{FF2B5EF4-FFF2-40B4-BE49-F238E27FC236}">
                <a16:creationId xmlns:a16="http://schemas.microsoft.com/office/drawing/2014/main" id="{A4DD39C3-C6CD-4FC7-ABE1-911A799BA962}"/>
              </a:ext>
            </a:extLst>
          </p:cNvPr>
          <p:cNvSpPr>
            <a:spLocks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5101">
            <a:extLst>
              <a:ext uri="{FF2B5EF4-FFF2-40B4-BE49-F238E27FC236}">
                <a16:creationId xmlns:a16="http://schemas.microsoft.com/office/drawing/2014/main" id="{816BADC8-9F66-46F2-AE0B-ADB4A2649808}"/>
              </a:ext>
            </a:extLst>
          </p:cNvPr>
          <p:cNvSpPr>
            <a:spLocks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5102">
            <a:extLst>
              <a:ext uri="{FF2B5EF4-FFF2-40B4-BE49-F238E27FC236}">
                <a16:creationId xmlns:a16="http://schemas.microsoft.com/office/drawing/2014/main" id="{C7347D1E-5C35-4AC5-A392-C2742C2C5063}"/>
              </a:ext>
            </a:extLst>
          </p:cNvPr>
          <p:cNvSpPr>
            <a:spLocks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5103">
            <a:extLst>
              <a:ext uri="{FF2B5EF4-FFF2-40B4-BE49-F238E27FC236}">
                <a16:creationId xmlns:a16="http://schemas.microsoft.com/office/drawing/2014/main" id="{2FCB80AC-3C15-45E1-B2C0-22D0AA4DD835}"/>
              </a:ext>
            </a:extLst>
          </p:cNvPr>
          <p:cNvSpPr>
            <a:spLocks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5104">
            <a:extLst>
              <a:ext uri="{FF2B5EF4-FFF2-40B4-BE49-F238E27FC236}">
                <a16:creationId xmlns:a16="http://schemas.microsoft.com/office/drawing/2014/main" id="{66A1039C-E2E3-40B7-B689-41398CA46E5C}"/>
              </a:ext>
            </a:extLst>
          </p:cNvPr>
          <p:cNvSpPr>
            <a:spLocks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5105">
            <a:extLst>
              <a:ext uri="{FF2B5EF4-FFF2-40B4-BE49-F238E27FC236}">
                <a16:creationId xmlns:a16="http://schemas.microsoft.com/office/drawing/2014/main" id="{97432CDA-081F-4DFE-B529-07535BF89F71}"/>
              </a:ext>
            </a:extLst>
          </p:cNvPr>
          <p:cNvSpPr>
            <a:spLocks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5106">
            <a:extLst>
              <a:ext uri="{FF2B5EF4-FFF2-40B4-BE49-F238E27FC236}">
                <a16:creationId xmlns:a16="http://schemas.microsoft.com/office/drawing/2014/main" id="{B3787984-72CC-4697-AA2B-58D0F9C1D6DF}"/>
              </a:ext>
            </a:extLst>
          </p:cNvPr>
          <p:cNvSpPr>
            <a:spLocks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5107">
            <a:extLst>
              <a:ext uri="{FF2B5EF4-FFF2-40B4-BE49-F238E27FC236}">
                <a16:creationId xmlns:a16="http://schemas.microsoft.com/office/drawing/2014/main" id="{EBDE7D6B-F7A9-4468-BE45-B60D98FF76EA}"/>
              </a:ext>
            </a:extLst>
          </p:cNvPr>
          <p:cNvSpPr>
            <a:spLocks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5108">
            <a:extLst>
              <a:ext uri="{FF2B5EF4-FFF2-40B4-BE49-F238E27FC236}">
                <a16:creationId xmlns:a16="http://schemas.microsoft.com/office/drawing/2014/main" id="{9781A984-2B4E-44C8-8FA2-562ABFB5956E}"/>
              </a:ext>
            </a:extLst>
          </p:cNvPr>
          <p:cNvSpPr>
            <a:spLocks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5109">
            <a:extLst>
              <a:ext uri="{FF2B5EF4-FFF2-40B4-BE49-F238E27FC236}">
                <a16:creationId xmlns:a16="http://schemas.microsoft.com/office/drawing/2014/main" id="{CBAB1026-11F6-4367-AF7B-2C613FD8621C}"/>
              </a:ext>
            </a:extLst>
          </p:cNvPr>
          <p:cNvSpPr>
            <a:spLocks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5110">
            <a:extLst>
              <a:ext uri="{FF2B5EF4-FFF2-40B4-BE49-F238E27FC236}">
                <a16:creationId xmlns:a16="http://schemas.microsoft.com/office/drawing/2014/main" id="{87A2C425-1989-4F7C-87F9-78DF29D77226}"/>
              </a:ext>
            </a:extLst>
          </p:cNvPr>
          <p:cNvSpPr>
            <a:spLocks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5111">
            <a:extLst>
              <a:ext uri="{FF2B5EF4-FFF2-40B4-BE49-F238E27FC236}">
                <a16:creationId xmlns:a16="http://schemas.microsoft.com/office/drawing/2014/main" id="{0BE68FA3-4FB7-4548-8718-47FA850727D8}"/>
              </a:ext>
            </a:extLst>
          </p:cNvPr>
          <p:cNvSpPr>
            <a:spLocks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5112">
            <a:extLst>
              <a:ext uri="{FF2B5EF4-FFF2-40B4-BE49-F238E27FC236}">
                <a16:creationId xmlns:a16="http://schemas.microsoft.com/office/drawing/2014/main" id="{5F7F3938-86E9-4F41-8182-5191F54FA7F8}"/>
              </a:ext>
            </a:extLst>
          </p:cNvPr>
          <p:cNvSpPr>
            <a:spLocks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5113">
            <a:extLst>
              <a:ext uri="{FF2B5EF4-FFF2-40B4-BE49-F238E27FC236}">
                <a16:creationId xmlns:a16="http://schemas.microsoft.com/office/drawing/2014/main" id="{5C4F67D1-996E-4DDF-9374-562D2497B535}"/>
              </a:ext>
            </a:extLst>
          </p:cNvPr>
          <p:cNvSpPr>
            <a:spLocks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5114">
            <a:extLst>
              <a:ext uri="{FF2B5EF4-FFF2-40B4-BE49-F238E27FC236}">
                <a16:creationId xmlns:a16="http://schemas.microsoft.com/office/drawing/2014/main" id="{DB4CC94A-91C1-4FCD-93BC-93A49CBE7690}"/>
              </a:ext>
            </a:extLst>
          </p:cNvPr>
          <p:cNvSpPr>
            <a:spLocks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5115">
            <a:extLst>
              <a:ext uri="{FF2B5EF4-FFF2-40B4-BE49-F238E27FC236}">
                <a16:creationId xmlns:a16="http://schemas.microsoft.com/office/drawing/2014/main" id="{B1946C9F-E6F3-4E65-8C63-7341F4101AA0}"/>
              </a:ext>
            </a:extLst>
          </p:cNvPr>
          <p:cNvSpPr>
            <a:spLocks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5116">
            <a:extLst>
              <a:ext uri="{FF2B5EF4-FFF2-40B4-BE49-F238E27FC236}">
                <a16:creationId xmlns:a16="http://schemas.microsoft.com/office/drawing/2014/main" id="{13FD8212-764C-4830-8C4E-F5462C95AF56}"/>
              </a:ext>
            </a:extLst>
          </p:cNvPr>
          <p:cNvSpPr>
            <a:spLocks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5117">
            <a:extLst>
              <a:ext uri="{FF2B5EF4-FFF2-40B4-BE49-F238E27FC236}">
                <a16:creationId xmlns:a16="http://schemas.microsoft.com/office/drawing/2014/main" id="{CEA1C25D-F7D3-44A3-820F-00D44DC40D55}"/>
              </a:ext>
            </a:extLst>
          </p:cNvPr>
          <p:cNvSpPr>
            <a:spLocks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5118">
            <a:extLst>
              <a:ext uri="{FF2B5EF4-FFF2-40B4-BE49-F238E27FC236}">
                <a16:creationId xmlns:a16="http://schemas.microsoft.com/office/drawing/2014/main" id="{D8C973C6-BC52-4A37-9212-EF943A1798CE}"/>
              </a:ext>
            </a:extLst>
          </p:cNvPr>
          <p:cNvSpPr>
            <a:spLocks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5119">
            <a:extLst>
              <a:ext uri="{FF2B5EF4-FFF2-40B4-BE49-F238E27FC236}">
                <a16:creationId xmlns:a16="http://schemas.microsoft.com/office/drawing/2014/main" id="{A7C51777-6C65-4185-B3BF-5F7BBF14E47E}"/>
              </a:ext>
            </a:extLst>
          </p:cNvPr>
          <p:cNvSpPr>
            <a:spLocks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5120">
            <a:extLst>
              <a:ext uri="{FF2B5EF4-FFF2-40B4-BE49-F238E27FC236}">
                <a16:creationId xmlns:a16="http://schemas.microsoft.com/office/drawing/2014/main" id="{AC814465-3674-4D67-81F8-D48086369A2C}"/>
              </a:ext>
            </a:extLst>
          </p:cNvPr>
          <p:cNvSpPr>
            <a:spLocks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5121">
            <a:extLst>
              <a:ext uri="{FF2B5EF4-FFF2-40B4-BE49-F238E27FC236}">
                <a16:creationId xmlns:a16="http://schemas.microsoft.com/office/drawing/2014/main" id="{4A63001C-6474-40D1-A4AA-767147948760}"/>
              </a:ext>
            </a:extLst>
          </p:cNvPr>
          <p:cNvSpPr>
            <a:spLocks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5122">
            <a:extLst>
              <a:ext uri="{FF2B5EF4-FFF2-40B4-BE49-F238E27FC236}">
                <a16:creationId xmlns:a16="http://schemas.microsoft.com/office/drawing/2014/main" id="{775DAB51-A473-4FB9-8799-7A32E4909828}"/>
              </a:ext>
            </a:extLst>
          </p:cNvPr>
          <p:cNvSpPr>
            <a:spLocks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5123">
            <a:extLst>
              <a:ext uri="{FF2B5EF4-FFF2-40B4-BE49-F238E27FC236}">
                <a16:creationId xmlns:a16="http://schemas.microsoft.com/office/drawing/2014/main" id="{A731E0C4-F458-4185-B78B-1E47EEEF31E4}"/>
              </a:ext>
            </a:extLst>
          </p:cNvPr>
          <p:cNvSpPr>
            <a:spLocks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5124">
            <a:extLst>
              <a:ext uri="{FF2B5EF4-FFF2-40B4-BE49-F238E27FC236}">
                <a16:creationId xmlns:a16="http://schemas.microsoft.com/office/drawing/2014/main" id="{91A31027-E486-4342-919B-C8E556036D35}"/>
              </a:ext>
            </a:extLst>
          </p:cNvPr>
          <p:cNvSpPr>
            <a:spLocks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5125">
            <a:extLst>
              <a:ext uri="{FF2B5EF4-FFF2-40B4-BE49-F238E27FC236}">
                <a16:creationId xmlns:a16="http://schemas.microsoft.com/office/drawing/2014/main" id="{5FE7C68B-4142-4BA9-81F3-B0FD71FF3323}"/>
              </a:ext>
            </a:extLst>
          </p:cNvPr>
          <p:cNvSpPr>
            <a:spLocks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5126">
            <a:extLst>
              <a:ext uri="{FF2B5EF4-FFF2-40B4-BE49-F238E27FC236}">
                <a16:creationId xmlns:a16="http://schemas.microsoft.com/office/drawing/2014/main" id="{4104F639-87D3-4974-BDB9-7C53F539A36C}"/>
              </a:ext>
            </a:extLst>
          </p:cNvPr>
          <p:cNvSpPr>
            <a:spLocks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5127">
            <a:extLst>
              <a:ext uri="{FF2B5EF4-FFF2-40B4-BE49-F238E27FC236}">
                <a16:creationId xmlns:a16="http://schemas.microsoft.com/office/drawing/2014/main" id="{376A18AA-7BE4-4BB5-A8D2-985222C3AC66}"/>
              </a:ext>
            </a:extLst>
          </p:cNvPr>
          <p:cNvSpPr>
            <a:spLocks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5128">
            <a:extLst>
              <a:ext uri="{FF2B5EF4-FFF2-40B4-BE49-F238E27FC236}">
                <a16:creationId xmlns:a16="http://schemas.microsoft.com/office/drawing/2014/main" id="{6161BFC4-BA13-48C9-BC0C-C69DBEE8A731}"/>
              </a:ext>
            </a:extLst>
          </p:cNvPr>
          <p:cNvSpPr>
            <a:spLocks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5129">
            <a:extLst>
              <a:ext uri="{FF2B5EF4-FFF2-40B4-BE49-F238E27FC236}">
                <a16:creationId xmlns:a16="http://schemas.microsoft.com/office/drawing/2014/main" id="{E2584F6B-8961-4512-9BD5-F17DC8931A84}"/>
              </a:ext>
            </a:extLst>
          </p:cNvPr>
          <p:cNvSpPr>
            <a:spLocks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5130">
            <a:extLst>
              <a:ext uri="{FF2B5EF4-FFF2-40B4-BE49-F238E27FC236}">
                <a16:creationId xmlns:a16="http://schemas.microsoft.com/office/drawing/2014/main" id="{81B32926-A4C5-4604-85BD-110C76EFE6F7}"/>
              </a:ext>
            </a:extLst>
          </p:cNvPr>
          <p:cNvSpPr>
            <a:spLocks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5131">
            <a:extLst>
              <a:ext uri="{FF2B5EF4-FFF2-40B4-BE49-F238E27FC236}">
                <a16:creationId xmlns:a16="http://schemas.microsoft.com/office/drawing/2014/main" id="{7FD49ED3-B525-42E2-90FA-0AA97DBB87F5}"/>
              </a:ext>
            </a:extLst>
          </p:cNvPr>
          <p:cNvSpPr>
            <a:spLocks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5132">
            <a:extLst>
              <a:ext uri="{FF2B5EF4-FFF2-40B4-BE49-F238E27FC236}">
                <a16:creationId xmlns:a16="http://schemas.microsoft.com/office/drawing/2014/main" id="{8B7AA56D-303A-410B-BA5C-7414E7E91735}"/>
              </a:ext>
            </a:extLst>
          </p:cNvPr>
          <p:cNvSpPr>
            <a:spLocks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5133">
            <a:extLst>
              <a:ext uri="{FF2B5EF4-FFF2-40B4-BE49-F238E27FC236}">
                <a16:creationId xmlns:a16="http://schemas.microsoft.com/office/drawing/2014/main" id="{F830BEAE-AE52-4039-B9B4-6C33860311A6}"/>
              </a:ext>
            </a:extLst>
          </p:cNvPr>
          <p:cNvSpPr>
            <a:spLocks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5134">
            <a:extLst>
              <a:ext uri="{FF2B5EF4-FFF2-40B4-BE49-F238E27FC236}">
                <a16:creationId xmlns:a16="http://schemas.microsoft.com/office/drawing/2014/main" id="{41D4F6C6-84F5-43DA-80DF-B81959976A2B}"/>
              </a:ext>
            </a:extLst>
          </p:cNvPr>
          <p:cNvSpPr>
            <a:spLocks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5135">
            <a:extLst>
              <a:ext uri="{FF2B5EF4-FFF2-40B4-BE49-F238E27FC236}">
                <a16:creationId xmlns:a16="http://schemas.microsoft.com/office/drawing/2014/main" id="{590DD2C2-0739-47D5-9B83-23A7B40C7FE0}"/>
              </a:ext>
            </a:extLst>
          </p:cNvPr>
          <p:cNvSpPr>
            <a:spLocks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5136">
            <a:extLst>
              <a:ext uri="{FF2B5EF4-FFF2-40B4-BE49-F238E27FC236}">
                <a16:creationId xmlns:a16="http://schemas.microsoft.com/office/drawing/2014/main" id="{C7E5013B-F7C7-43F2-9ECF-36954478F2EE}"/>
              </a:ext>
            </a:extLst>
          </p:cNvPr>
          <p:cNvSpPr>
            <a:spLocks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5137">
            <a:extLst>
              <a:ext uri="{FF2B5EF4-FFF2-40B4-BE49-F238E27FC236}">
                <a16:creationId xmlns:a16="http://schemas.microsoft.com/office/drawing/2014/main" id="{D8D38E93-1C01-4E6D-A40F-6955A17CAFD7}"/>
              </a:ext>
            </a:extLst>
          </p:cNvPr>
          <p:cNvSpPr>
            <a:spLocks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5138">
            <a:extLst>
              <a:ext uri="{FF2B5EF4-FFF2-40B4-BE49-F238E27FC236}">
                <a16:creationId xmlns:a16="http://schemas.microsoft.com/office/drawing/2014/main" id="{66F914D6-7C40-482B-BE67-B92219D7B789}"/>
              </a:ext>
            </a:extLst>
          </p:cNvPr>
          <p:cNvSpPr>
            <a:spLocks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5139">
            <a:extLst>
              <a:ext uri="{FF2B5EF4-FFF2-40B4-BE49-F238E27FC236}">
                <a16:creationId xmlns:a16="http://schemas.microsoft.com/office/drawing/2014/main" id="{57127A0D-AA9F-4866-88C8-566F645C722C}"/>
              </a:ext>
            </a:extLst>
          </p:cNvPr>
          <p:cNvSpPr>
            <a:spLocks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5140">
            <a:extLst>
              <a:ext uri="{FF2B5EF4-FFF2-40B4-BE49-F238E27FC236}">
                <a16:creationId xmlns:a16="http://schemas.microsoft.com/office/drawing/2014/main" id="{5AA804AD-089C-4445-B153-BF14BCDE79F0}"/>
              </a:ext>
            </a:extLst>
          </p:cNvPr>
          <p:cNvSpPr>
            <a:spLocks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5141">
            <a:extLst>
              <a:ext uri="{FF2B5EF4-FFF2-40B4-BE49-F238E27FC236}">
                <a16:creationId xmlns:a16="http://schemas.microsoft.com/office/drawing/2014/main" id="{55259F71-4F0F-4DDC-865E-80426A5637D7}"/>
              </a:ext>
            </a:extLst>
          </p:cNvPr>
          <p:cNvSpPr>
            <a:spLocks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5142">
            <a:extLst>
              <a:ext uri="{FF2B5EF4-FFF2-40B4-BE49-F238E27FC236}">
                <a16:creationId xmlns:a16="http://schemas.microsoft.com/office/drawing/2014/main" id="{B8E28FB6-936E-471F-A076-C1704904A67E}"/>
              </a:ext>
            </a:extLst>
          </p:cNvPr>
          <p:cNvSpPr>
            <a:spLocks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5143">
            <a:extLst>
              <a:ext uri="{FF2B5EF4-FFF2-40B4-BE49-F238E27FC236}">
                <a16:creationId xmlns:a16="http://schemas.microsoft.com/office/drawing/2014/main" id="{9D4C9EBF-0D4A-4980-95CD-39E27E6FEE84}"/>
              </a:ext>
            </a:extLst>
          </p:cNvPr>
          <p:cNvSpPr>
            <a:spLocks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5144">
            <a:extLst>
              <a:ext uri="{FF2B5EF4-FFF2-40B4-BE49-F238E27FC236}">
                <a16:creationId xmlns:a16="http://schemas.microsoft.com/office/drawing/2014/main" id="{5C1DD1DA-78E1-4E6B-BC1B-01AB4E52146A}"/>
              </a:ext>
            </a:extLst>
          </p:cNvPr>
          <p:cNvSpPr>
            <a:spLocks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5145">
            <a:extLst>
              <a:ext uri="{FF2B5EF4-FFF2-40B4-BE49-F238E27FC236}">
                <a16:creationId xmlns:a16="http://schemas.microsoft.com/office/drawing/2014/main" id="{B296B9F3-4923-44D8-8AB4-21457573896C}"/>
              </a:ext>
            </a:extLst>
          </p:cNvPr>
          <p:cNvSpPr>
            <a:spLocks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5146">
            <a:extLst>
              <a:ext uri="{FF2B5EF4-FFF2-40B4-BE49-F238E27FC236}">
                <a16:creationId xmlns:a16="http://schemas.microsoft.com/office/drawing/2014/main" id="{9928CD0B-4E49-4B7A-ADBE-FD72CF2C63CD}"/>
              </a:ext>
            </a:extLst>
          </p:cNvPr>
          <p:cNvSpPr>
            <a:spLocks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5147">
            <a:extLst>
              <a:ext uri="{FF2B5EF4-FFF2-40B4-BE49-F238E27FC236}">
                <a16:creationId xmlns:a16="http://schemas.microsoft.com/office/drawing/2014/main" id="{351920D3-4B4A-4D96-8E05-19F52E3E7F33}"/>
              </a:ext>
            </a:extLst>
          </p:cNvPr>
          <p:cNvSpPr>
            <a:spLocks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5148">
            <a:extLst>
              <a:ext uri="{FF2B5EF4-FFF2-40B4-BE49-F238E27FC236}">
                <a16:creationId xmlns:a16="http://schemas.microsoft.com/office/drawing/2014/main" id="{6B82E641-593D-49CF-8E7F-DDAA7B6DAADB}"/>
              </a:ext>
            </a:extLst>
          </p:cNvPr>
          <p:cNvSpPr>
            <a:spLocks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5149">
            <a:extLst>
              <a:ext uri="{FF2B5EF4-FFF2-40B4-BE49-F238E27FC236}">
                <a16:creationId xmlns:a16="http://schemas.microsoft.com/office/drawing/2014/main" id="{DA0DCF6F-7C39-4F87-AEF9-492D8D149137}"/>
              </a:ext>
            </a:extLst>
          </p:cNvPr>
          <p:cNvSpPr>
            <a:spLocks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5150">
            <a:extLst>
              <a:ext uri="{FF2B5EF4-FFF2-40B4-BE49-F238E27FC236}">
                <a16:creationId xmlns:a16="http://schemas.microsoft.com/office/drawing/2014/main" id="{5290489A-4BE5-4424-8478-2012AD182F2E}"/>
              </a:ext>
            </a:extLst>
          </p:cNvPr>
          <p:cNvSpPr>
            <a:spLocks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5151">
            <a:extLst>
              <a:ext uri="{FF2B5EF4-FFF2-40B4-BE49-F238E27FC236}">
                <a16:creationId xmlns:a16="http://schemas.microsoft.com/office/drawing/2014/main" id="{0C1A5D35-8B28-418A-9605-92CFE2EAB6BB}"/>
              </a:ext>
            </a:extLst>
          </p:cNvPr>
          <p:cNvSpPr>
            <a:spLocks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5152">
            <a:extLst>
              <a:ext uri="{FF2B5EF4-FFF2-40B4-BE49-F238E27FC236}">
                <a16:creationId xmlns:a16="http://schemas.microsoft.com/office/drawing/2014/main" id="{936459AC-92D4-492C-BDE8-D041CFA5CF21}"/>
              </a:ext>
            </a:extLst>
          </p:cNvPr>
          <p:cNvSpPr>
            <a:spLocks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5153">
            <a:extLst>
              <a:ext uri="{FF2B5EF4-FFF2-40B4-BE49-F238E27FC236}">
                <a16:creationId xmlns:a16="http://schemas.microsoft.com/office/drawing/2014/main" id="{163EA5F0-3A81-4583-A232-CA6CE0C299C0}"/>
              </a:ext>
            </a:extLst>
          </p:cNvPr>
          <p:cNvSpPr>
            <a:spLocks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5154">
            <a:extLst>
              <a:ext uri="{FF2B5EF4-FFF2-40B4-BE49-F238E27FC236}">
                <a16:creationId xmlns:a16="http://schemas.microsoft.com/office/drawing/2014/main" id="{FBB83237-A62B-4314-9796-69A98E179E07}"/>
              </a:ext>
            </a:extLst>
          </p:cNvPr>
          <p:cNvSpPr>
            <a:spLocks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5155">
            <a:extLst>
              <a:ext uri="{FF2B5EF4-FFF2-40B4-BE49-F238E27FC236}">
                <a16:creationId xmlns:a16="http://schemas.microsoft.com/office/drawing/2014/main" id="{9EF7D8A7-7853-46F8-9258-5D7DE6DB26E6}"/>
              </a:ext>
            </a:extLst>
          </p:cNvPr>
          <p:cNvSpPr>
            <a:spLocks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5156">
            <a:extLst>
              <a:ext uri="{FF2B5EF4-FFF2-40B4-BE49-F238E27FC236}">
                <a16:creationId xmlns:a16="http://schemas.microsoft.com/office/drawing/2014/main" id="{B11A43C2-C453-4C36-B4F5-5BD6FF23AFC8}"/>
              </a:ext>
            </a:extLst>
          </p:cNvPr>
          <p:cNvSpPr>
            <a:spLocks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5157">
            <a:extLst>
              <a:ext uri="{FF2B5EF4-FFF2-40B4-BE49-F238E27FC236}">
                <a16:creationId xmlns:a16="http://schemas.microsoft.com/office/drawing/2014/main" id="{688CA64E-1BEE-4347-B103-FB14950B7D91}"/>
              </a:ext>
            </a:extLst>
          </p:cNvPr>
          <p:cNvSpPr>
            <a:spLocks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5158">
            <a:extLst>
              <a:ext uri="{FF2B5EF4-FFF2-40B4-BE49-F238E27FC236}">
                <a16:creationId xmlns:a16="http://schemas.microsoft.com/office/drawing/2014/main" id="{F66C4E06-80B0-4D5D-BFD9-0116ED31BD30}"/>
              </a:ext>
            </a:extLst>
          </p:cNvPr>
          <p:cNvSpPr>
            <a:spLocks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5159">
            <a:extLst>
              <a:ext uri="{FF2B5EF4-FFF2-40B4-BE49-F238E27FC236}">
                <a16:creationId xmlns:a16="http://schemas.microsoft.com/office/drawing/2014/main" id="{87BADC57-6A9E-4D4B-9525-ECDB0F4FF8C3}"/>
              </a:ext>
            </a:extLst>
          </p:cNvPr>
          <p:cNvSpPr>
            <a:spLocks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5160">
            <a:extLst>
              <a:ext uri="{FF2B5EF4-FFF2-40B4-BE49-F238E27FC236}">
                <a16:creationId xmlns:a16="http://schemas.microsoft.com/office/drawing/2014/main" id="{E47D708C-31CC-4FB0-B43C-3B71F230A078}"/>
              </a:ext>
            </a:extLst>
          </p:cNvPr>
          <p:cNvSpPr>
            <a:spLocks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5161">
            <a:extLst>
              <a:ext uri="{FF2B5EF4-FFF2-40B4-BE49-F238E27FC236}">
                <a16:creationId xmlns:a16="http://schemas.microsoft.com/office/drawing/2014/main" id="{243F855B-9181-420D-AFF1-30EE6038069D}"/>
              </a:ext>
            </a:extLst>
          </p:cNvPr>
          <p:cNvSpPr>
            <a:spLocks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5162">
            <a:extLst>
              <a:ext uri="{FF2B5EF4-FFF2-40B4-BE49-F238E27FC236}">
                <a16:creationId xmlns:a16="http://schemas.microsoft.com/office/drawing/2014/main" id="{5F7BA47E-7AA0-49FC-944B-169555F17F49}"/>
              </a:ext>
            </a:extLst>
          </p:cNvPr>
          <p:cNvSpPr>
            <a:spLocks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5163">
            <a:extLst>
              <a:ext uri="{FF2B5EF4-FFF2-40B4-BE49-F238E27FC236}">
                <a16:creationId xmlns:a16="http://schemas.microsoft.com/office/drawing/2014/main" id="{42FC225C-4E88-447D-B395-606CE7AD4C91}"/>
              </a:ext>
            </a:extLst>
          </p:cNvPr>
          <p:cNvSpPr>
            <a:spLocks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5164">
            <a:extLst>
              <a:ext uri="{FF2B5EF4-FFF2-40B4-BE49-F238E27FC236}">
                <a16:creationId xmlns:a16="http://schemas.microsoft.com/office/drawing/2014/main" id="{A642F8D1-893D-4C4C-B7D9-CE3E1D90C14D}"/>
              </a:ext>
            </a:extLst>
          </p:cNvPr>
          <p:cNvSpPr>
            <a:spLocks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5165">
            <a:extLst>
              <a:ext uri="{FF2B5EF4-FFF2-40B4-BE49-F238E27FC236}">
                <a16:creationId xmlns:a16="http://schemas.microsoft.com/office/drawing/2014/main" id="{5B120305-23B1-4D80-A10C-F3A4195EAAF8}"/>
              </a:ext>
            </a:extLst>
          </p:cNvPr>
          <p:cNvSpPr>
            <a:spLocks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5166">
            <a:extLst>
              <a:ext uri="{FF2B5EF4-FFF2-40B4-BE49-F238E27FC236}">
                <a16:creationId xmlns:a16="http://schemas.microsoft.com/office/drawing/2014/main" id="{5834DCCF-194F-4E02-BFAE-74F6140856A1}"/>
              </a:ext>
            </a:extLst>
          </p:cNvPr>
          <p:cNvSpPr>
            <a:spLocks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5167">
            <a:extLst>
              <a:ext uri="{FF2B5EF4-FFF2-40B4-BE49-F238E27FC236}">
                <a16:creationId xmlns:a16="http://schemas.microsoft.com/office/drawing/2014/main" id="{72CD8631-BF43-4A9B-9873-72AC830C6F6D}"/>
              </a:ext>
            </a:extLst>
          </p:cNvPr>
          <p:cNvSpPr>
            <a:spLocks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5168">
            <a:extLst>
              <a:ext uri="{FF2B5EF4-FFF2-40B4-BE49-F238E27FC236}">
                <a16:creationId xmlns:a16="http://schemas.microsoft.com/office/drawing/2014/main" id="{973FBD33-FD41-4C03-9455-84C096BA0CF8}"/>
              </a:ext>
            </a:extLst>
          </p:cNvPr>
          <p:cNvSpPr>
            <a:spLocks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5169">
            <a:extLst>
              <a:ext uri="{FF2B5EF4-FFF2-40B4-BE49-F238E27FC236}">
                <a16:creationId xmlns:a16="http://schemas.microsoft.com/office/drawing/2014/main" id="{4731D68F-9C82-47B8-B0F1-0E67D02C3F78}"/>
              </a:ext>
            </a:extLst>
          </p:cNvPr>
          <p:cNvSpPr>
            <a:spLocks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5170">
            <a:extLst>
              <a:ext uri="{FF2B5EF4-FFF2-40B4-BE49-F238E27FC236}">
                <a16:creationId xmlns:a16="http://schemas.microsoft.com/office/drawing/2014/main" id="{5178C845-38DF-499A-A0E2-DB3277736B34}"/>
              </a:ext>
            </a:extLst>
          </p:cNvPr>
          <p:cNvSpPr>
            <a:spLocks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5171">
            <a:extLst>
              <a:ext uri="{FF2B5EF4-FFF2-40B4-BE49-F238E27FC236}">
                <a16:creationId xmlns:a16="http://schemas.microsoft.com/office/drawing/2014/main" id="{32B6E673-9949-41D3-BFA9-E767812D33AA}"/>
              </a:ext>
            </a:extLst>
          </p:cNvPr>
          <p:cNvSpPr>
            <a:spLocks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5172">
            <a:extLst>
              <a:ext uri="{FF2B5EF4-FFF2-40B4-BE49-F238E27FC236}">
                <a16:creationId xmlns:a16="http://schemas.microsoft.com/office/drawing/2014/main" id="{EB1930F4-1599-445F-AF13-AE104EC61F43}"/>
              </a:ext>
            </a:extLst>
          </p:cNvPr>
          <p:cNvSpPr>
            <a:spLocks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5173">
            <a:extLst>
              <a:ext uri="{FF2B5EF4-FFF2-40B4-BE49-F238E27FC236}">
                <a16:creationId xmlns:a16="http://schemas.microsoft.com/office/drawing/2014/main" id="{D1C49FC5-D4D3-4201-865B-F5CF51CD494D}"/>
              </a:ext>
            </a:extLst>
          </p:cNvPr>
          <p:cNvSpPr>
            <a:spLocks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5174">
            <a:extLst>
              <a:ext uri="{FF2B5EF4-FFF2-40B4-BE49-F238E27FC236}">
                <a16:creationId xmlns:a16="http://schemas.microsoft.com/office/drawing/2014/main" id="{0A83187D-8ABA-442A-958B-15BCF3DC0CE3}"/>
              </a:ext>
            </a:extLst>
          </p:cNvPr>
          <p:cNvSpPr>
            <a:spLocks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5175">
            <a:extLst>
              <a:ext uri="{FF2B5EF4-FFF2-40B4-BE49-F238E27FC236}">
                <a16:creationId xmlns:a16="http://schemas.microsoft.com/office/drawing/2014/main" id="{37C807A8-405A-425C-B955-BF565E6C4BB1}"/>
              </a:ext>
            </a:extLst>
          </p:cNvPr>
          <p:cNvSpPr>
            <a:spLocks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5176">
            <a:extLst>
              <a:ext uri="{FF2B5EF4-FFF2-40B4-BE49-F238E27FC236}">
                <a16:creationId xmlns:a16="http://schemas.microsoft.com/office/drawing/2014/main" id="{C65C1213-6A7C-484B-A893-3C7FE2E570EA}"/>
              </a:ext>
            </a:extLst>
          </p:cNvPr>
          <p:cNvSpPr>
            <a:spLocks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5177">
            <a:extLst>
              <a:ext uri="{FF2B5EF4-FFF2-40B4-BE49-F238E27FC236}">
                <a16:creationId xmlns:a16="http://schemas.microsoft.com/office/drawing/2014/main" id="{FA168136-9E01-4BCD-B1B8-AEEA3549EDC3}"/>
              </a:ext>
            </a:extLst>
          </p:cNvPr>
          <p:cNvSpPr>
            <a:spLocks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5178">
            <a:extLst>
              <a:ext uri="{FF2B5EF4-FFF2-40B4-BE49-F238E27FC236}">
                <a16:creationId xmlns:a16="http://schemas.microsoft.com/office/drawing/2014/main" id="{7DEA68A9-7DF2-4965-96A0-63CD931EC3D2}"/>
              </a:ext>
            </a:extLst>
          </p:cNvPr>
          <p:cNvSpPr>
            <a:spLocks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5179">
            <a:extLst>
              <a:ext uri="{FF2B5EF4-FFF2-40B4-BE49-F238E27FC236}">
                <a16:creationId xmlns:a16="http://schemas.microsoft.com/office/drawing/2014/main" id="{F2D252AC-9CAD-40A6-BA65-60F6C0A09A39}"/>
              </a:ext>
            </a:extLst>
          </p:cNvPr>
          <p:cNvSpPr>
            <a:spLocks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5180">
            <a:extLst>
              <a:ext uri="{FF2B5EF4-FFF2-40B4-BE49-F238E27FC236}">
                <a16:creationId xmlns:a16="http://schemas.microsoft.com/office/drawing/2014/main" id="{1B1C13F9-88AC-41E0-A7CA-BCB62651E04D}"/>
              </a:ext>
            </a:extLst>
          </p:cNvPr>
          <p:cNvSpPr>
            <a:spLocks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5181">
            <a:extLst>
              <a:ext uri="{FF2B5EF4-FFF2-40B4-BE49-F238E27FC236}">
                <a16:creationId xmlns:a16="http://schemas.microsoft.com/office/drawing/2014/main" id="{7F7D6733-0A52-4878-902B-F3A2139779A1}"/>
              </a:ext>
            </a:extLst>
          </p:cNvPr>
          <p:cNvSpPr>
            <a:spLocks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5182">
            <a:extLst>
              <a:ext uri="{FF2B5EF4-FFF2-40B4-BE49-F238E27FC236}">
                <a16:creationId xmlns:a16="http://schemas.microsoft.com/office/drawing/2014/main" id="{7C3B0CE2-81D1-4DFC-A95C-58FFE40738E2}"/>
              </a:ext>
            </a:extLst>
          </p:cNvPr>
          <p:cNvSpPr>
            <a:spLocks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5183">
            <a:extLst>
              <a:ext uri="{FF2B5EF4-FFF2-40B4-BE49-F238E27FC236}">
                <a16:creationId xmlns:a16="http://schemas.microsoft.com/office/drawing/2014/main" id="{840C41D8-D491-44C5-9524-9F97EEE09A58}"/>
              </a:ext>
            </a:extLst>
          </p:cNvPr>
          <p:cNvSpPr>
            <a:spLocks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5184">
            <a:extLst>
              <a:ext uri="{FF2B5EF4-FFF2-40B4-BE49-F238E27FC236}">
                <a16:creationId xmlns:a16="http://schemas.microsoft.com/office/drawing/2014/main" id="{914BACAD-E4D3-48E0-B2DB-28667E47A7B4}"/>
              </a:ext>
            </a:extLst>
          </p:cNvPr>
          <p:cNvSpPr>
            <a:spLocks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5185">
            <a:extLst>
              <a:ext uri="{FF2B5EF4-FFF2-40B4-BE49-F238E27FC236}">
                <a16:creationId xmlns:a16="http://schemas.microsoft.com/office/drawing/2014/main" id="{E00062F9-2CB4-4470-92DC-5490C6FE4CE5}"/>
              </a:ext>
            </a:extLst>
          </p:cNvPr>
          <p:cNvSpPr>
            <a:spLocks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5186">
            <a:extLst>
              <a:ext uri="{FF2B5EF4-FFF2-40B4-BE49-F238E27FC236}">
                <a16:creationId xmlns:a16="http://schemas.microsoft.com/office/drawing/2014/main" id="{48743DB5-1FB6-4F1C-A606-DA39263C7C17}"/>
              </a:ext>
            </a:extLst>
          </p:cNvPr>
          <p:cNvSpPr>
            <a:spLocks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5187">
            <a:extLst>
              <a:ext uri="{FF2B5EF4-FFF2-40B4-BE49-F238E27FC236}">
                <a16:creationId xmlns:a16="http://schemas.microsoft.com/office/drawing/2014/main" id="{61DD2D65-1C8A-4C5C-B613-5C3E9FB6B462}"/>
              </a:ext>
            </a:extLst>
          </p:cNvPr>
          <p:cNvSpPr>
            <a:spLocks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5188">
            <a:extLst>
              <a:ext uri="{FF2B5EF4-FFF2-40B4-BE49-F238E27FC236}">
                <a16:creationId xmlns:a16="http://schemas.microsoft.com/office/drawing/2014/main" id="{B94CB427-6BF8-49AF-B0EC-E7363B81073E}"/>
              </a:ext>
            </a:extLst>
          </p:cNvPr>
          <p:cNvSpPr>
            <a:spLocks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5189">
            <a:extLst>
              <a:ext uri="{FF2B5EF4-FFF2-40B4-BE49-F238E27FC236}">
                <a16:creationId xmlns:a16="http://schemas.microsoft.com/office/drawing/2014/main" id="{F8E66B44-9380-425C-BB8A-C1B9574DE674}"/>
              </a:ext>
            </a:extLst>
          </p:cNvPr>
          <p:cNvSpPr>
            <a:spLocks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5190">
            <a:extLst>
              <a:ext uri="{FF2B5EF4-FFF2-40B4-BE49-F238E27FC236}">
                <a16:creationId xmlns:a16="http://schemas.microsoft.com/office/drawing/2014/main" id="{10FFFE64-ACEA-4241-9BE3-E016473CDF21}"/>
              </a:ext>
            </a:extLst>
          </p:cNvPr>
          <p:cNvSpPr>
            <a:spLocks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5191">
            <a:extLst>
              <a:ext uri="{FF2B5EF4-FFF2-40B4-BE49-F238E27FC236}">
                <a16:creationId xmlns:a16="http://schemas.microsoft.com/office/drawing/2014/main" id="{58C8B4CE-82B0-4E15-95F6-6AB775C0BD97}"/>
              </a:ext>
            </a:extLst>
          </p:cNvPr>
          <p:cNvSpPr>
            <a:spLocks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5192">
            <a:extLst>
              <a:ext uri="{FF2B5EF4-FFF2-40B4-BE49-F238E27FC236}">
                <a16:creationId xmlns:a16="http://schemas.microsoft.com/office/drawing/2014/main" id="{B9D7E633-DCF7-41DA-A7E9-435A695A427B}"/>
              </a:ext>
            </a:extLst>
          </p:cNvPr>
          <p:cNvSpPr>
            <a:spLocks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5193">
            <a:extLst>
              <a:ext uri="{FF2B5EF4-FFF2-40B4-BE49-F238E27FC236}">
                <a16:creationId xmlns:a16="http://schemas.microsoft.com/office/drawing/2014/main" id="{88CD4A13-5B1A-479A-A563-6B303ECB0311}"/>
              </a:ext>
            </a:extLst>
          </p:cNvPr>
          <p:cNvSpPr>
            <a:spLocks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5194">
            <a:extLst>
              <a:ext uri="{FF2B5EF4-FFF2-40B4-BE49-F238E27FC236}">
                <a16:creationId xmlns:a16="http://schemas.microsoft.com/office/drawing/2014/main" id="{A0AE7C7B-3601-4A47-A43B-D0ED8B5BBF3D}"/>
              </a:ext>
            </a:extLst>
          </p:cNvPr>
          <p:cNvSpPr>
            <a:spLocks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5195">
            <a:extLst>
              <a:ext uri="{FF2B5EF4-FFF2-40B4-BE49-F238E27FC236}">
                <a16:creationId xmlns:a16="http://schemas.microsoft.com/office/drawing/2014/main" id="{0BC14F46-2579-4E15-904B-D63FCB159DBC}"/>
              </a:ext>
            </a:extLst>
          </p:cNvPr>
          <p:cNvSpPr>
            <a:spLocks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5196">
            <a:extLst>
              <a:ext uri="{FF2B5EF4-FFF2-40B4-BE49-F238E27FC236}">
                <a16:creationId xmlns:a16="http://schemas.microsoft.com/office/drawing/2014/main" id="{C95D4869-748E-43E9-B8A7-D721747A5FF6}"/>
              </a:ext>
            </a:extLst>
          </p:cNvPr>
          <p:cNvSpPr>
            <a:spLocks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5197">
            <a:extLst>
              <a:ext uri="{FF2B5EF4-FFF2-40B4-BE49-F238E27FC236}">
                <a16:creationId xmlns:a16="http://schemas.microsoft.com/office/drawing/2014/main" id="{DDB7AB60-16C4-4D20-B76A-70ACECD1BFB5}"/>
              </a:ext>
            </a:extLst>
          </p:cNvPr>
          <p:cNvSpPr>
            <a:spLocks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5198">
            <a:extLst>
              <a:ext uri="{FF2B5EF4-FFF2-40B4-BE49-F238E27FC236}">
                <a16:creationId xmlns:a16="http://schemas.microsoft.com/office/drawing/2014/main" id="{A4C55B6A-2D9F-4EDD-98C2-BCAA621F42DA}"/>
              </a:ext>
            </a:extLst>
          </p:cNvPr>
          <p:cNvSpPr>
            <a:spLocks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5199">
            <a:extLst>
              <a:ext uri="{FF2B5EF4-FFF2-40B4-BE49-F238E27FC236}">
                <a16:creationId xmlns:a16="http://schemas.microsoft.com/office/drawing/2014/main" id="{23CEABE2-A82F-479D-B30F-3B3113C0E472}"/>
              </a:ext>
            </a:extLst>
          </p:cNvPr>
          <p:cNvSpPr>
            <a:spLocks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5200">
            <a:extLst>
              <a:ext uri="{FF2B5EF4-FFF2-40B4-BE49-F238E27FC236}">
                <a16:creationId xmlns:a16="http://schemas.microsoft.com/office/drawing/2014/main" id="{A907EC38-A084-45B8-9490-7A82422260BF}"/>
              </a:ext>
            </a:extLst>
          </p:cNvPr>
          <p:cNvSpPr>
            <a:spLocks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5201">
            <a:extLst>
              <a:ext uri="{FF2B5EF4-FFF2-40B4-BE49-F238E27FC236}">
                <a16:creationId xmlns:a16="http://schemas.microsoft.com/office/drawing/2014/main" id="{9EF2786B-6ED3-4179-84EE-416F26C2E9C3}"/>
              </a:ext>
            </a:extLst>
          </p:cNvPr>
          <p:cNvSpPr>
            <a:spLocks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5202">
            <a:extLst>
              <a:ext uri="{FF2B5EF4-FFF2-40B4-BE49-F238E27FC236}">
                <a16:creationId xmlns:a16="http://schemas.microsoft.com/office/drawing/2014/main" id="{46E48B5D-E262-447F-B55B-3E0E89E3843D}"/>
              </a:ext>
            </a:extLst>
          </p:cNvPr>
          <p:cNvSpPr>
            <a:spLocks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5203">
            <a:extLst>
              <a:ext uri="{FF2B5EF4-FFF2-40B4-BE49-F238E27FC236}">
                <a16:creationId xmlns:a16="http://schemas.microsoft.com/office/drawing/2014/main" id="{91951BFF-C08A-45E5-A2C8-47B9B7304A45}"/>
              </a:ext>
            </a:extLst>
          </p:cNvPr>
          <p:cNvSpPr>
            <a:spLocks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5204">
            <a:extLst>
              <a:ext uri="{FF2B5EF4-FFF2-40B4-BE49-F238E27FC236}">
                <a16:creationId xmlns:a16="http://schemas.microsoft.com/office/drawing/2014/main" id="{0D3C6301-CD68-4C26-B320-FFF9375ADA99}"/>
              </a:ext>
            </a:extLst>
          </p:cNvPr>
          <p:cNvSpPr>
            <a:spLocks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5205">
            <a:extLst>
              <a:ext uri="{FF2B5EF4-FFF2-40B4-BE49-F238E27FC236}">
                <a16:creationId xmlns:a16="http://schemas.microsoft.com/office/drawing/2014/main" id="{6F7B5A8D-D898-43DE-ACD9-4827FB744801}"/>
              </a:ext>
            </a:extLst>
          </p:cNvPr>
          <p:cNvSpPr>
            <a:spLocks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5206">
            <a:extLst>
              <a:ext uri="{FF2B5EF4-FFF2-40B4-BE49-F238E27FC236}">
                <a16:creationId xmlns:a16="http://schemas.microsoft.com/office/drawing/2014/main" id="{0E3BA8CC-35EF-4FB3-B8B0-1C3F0DCCD81B}"/>
              </a:ext>
            </a:extLst>
          </p:cNvPr>
          <p:cNvSpPr>
            <a:spLocks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5207">
            <a:extLst>
              <a:ext uri="{FF2B5EF4-FFF2-40B4-BE49-F238E27FC236}">
                <a16:creationId xmlns:a16="http://schemas.microsoft.com/office/drawing/2014/main" id="{DD8E992A-D917-4D79-8FAB-47F0CB479159}"/>
              </a:ext>
            </a:extLst>
          </p:cNvPr>
          <p:cNvSpPr>
            <a:spLocks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5208">
            <a:extLst>
              <a:ext uri="{FF2B5EF4-FFF2-40B4-BE49-F238E27FC236}">
                <a16:creationId xmlns:a16="http://schemas.microsoft.com/office/drawing/2014/main" id="{75509688-E97F-4430-B423-534F0AD7B70A}"/>
              </a:ext>
            </a:extLst>
          </p:cNvPr>
          <p:cNvSpPr>
            <a:spLocks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5209">
            <a:extLst>
              <a:ext uri="{FF2B5EF4-FFF2-40B4-BE49-F238E27FC236}">
                <a16:creationId xmlns:a16="http://schemas.microsoft.com/office/drawing/2014/main" id="{8C0E1026-7551-466B-AB7A-6D060EC59084}"/>
              </a:ext>
            </a:extLst>
          </p:cNvPr>
          <p:cNvSpPr>
            <a:spLocks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5210">
            <a:extLst>
              <a:ext uri="{FF2B5EF4-FFF2-40B4-BE49-F238E27FC236}">
                <a16:creationId xmlns:a16="http://schemas.microsoft.com/office/drawing/2014/main" id="{1A2893BD-A1BE-4F8D-ABCC-903F935AAF11}"/>
              </a:ext>
            </a:extLst>
          </p:cNvPr>
          <p:cNvSpPr>
            <a:spLocks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5211">
            <a:extLst>
              <a:ext uri="{FF2B5EF4-FFF2-40B4-BE49-F238E27FC236}">
                <a16:creationId xmlns:a16="http://schemas.microsoft.com/office/drawing/2014/main" id="{9CA46970-0262-4BAE-B3D4-FE2B2278349D}"/>
              </a:ext>
            </a:extLst>
          </p:cNvPr>
          <p:cNvSpPr>
            <a:spLocks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5212">
            <a:extLst>
              <a:ext uri="{FF2B5EF4-FFF2-40B4-BE49-F238E27FC236}">
                <a16:creationId xmlns:a16="http://schemas.microsoft.com/office/drawing/2014/main" id="{6D7A7732-0053-4036-8702-49FC7208C227}"/>
              </a:ext>
            </a:extLst>
          </p:cNvPr>
          <p:cNvSpPr>
            <a:spLocks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5213">
            <a:extLst>
              <a:ext uri="{FF2B5EF4-FFF2-40B4-BE49-F238E27FC236}">
                <a16:creationId xmlns:a16="http://schemas.microsoft.com/office/drawing/2014/main" id="{CA98C243-BB0C-4EDA-AD78-54810DB21465}"/>
              </a:ext>
            </a:extLst>
          </p:cNvPr>
          <p:cNvSpPr>
            <a:spLocks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5214">
            <a:extLst>
              <a:ext uri="{FF2B5EF4-FFF2-40B4-BE49-F238E27FC236}">
                <a16:creationId xmlns:a16="http://schemas.microsoft.com/office/drawing/2014/main" id="{309169AA-2D9E-4B43-B9A4-54384625026E}"/>
              </a:ext>
            </a:extLst>
          </p:cNvPr>
          <p:cNvSpPr>
            <a:spLocks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5215">
            <a:extLst>
              <a:ext uri="{FF2B5EF4-FFF2-40B4-BE49-F238E27FC236}">
                <a16:creationId xmlns:a16="http://schemas.microsoft.com/office/drawing/2014/main" id="{8C841996-1865-4F0C-8B18-D24C7952C721}"/>
              </a:ext>
            </a:extLst>
          </p:cNvPr>
          <p:cNvSpPr>
            <a:spLocks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5216">
            <a:extLst>
              <a:ext uri="{FF2B5EF4-FFF2-40B4-BE49-F238E27FC236}">
                <a16:creationId xmlns:a16="http://schemas.microsoft.com/office/drawing/2014/main" id="{238A4129-0CE9-456C-9871-B75FE6443C58}"/>
              </a:ext>
            </a:extLst>
          </p:cNvPr>
          <p:cNvSpPr>
            <a:spLocks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5217">
            <a:extLst>
              <a:ext uri="{FF2B5EF4-FFF2-40B4-BE49-F238E27FC236}">
                <a16:creationId xmlns:a16="http://schemas.microsoft.com/office/drawing/2014/main" id="{7CC1753D-7EAB-42F7-86FD-A2CFAAFE9602}"/>
              </a:ext>
            </a:extLst>
          </p:cNvPr>
          <p:cNvSpPr>
            <a:spLocks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5218">
            <a:extLst>
              <a:ext uri="{FF2B5EF4-FFF2-40B4-BE49-F238E27FC236}">
                <a16:creationId xmlns:a16="http://schemas.microsoft.com/office/drawing/2014/main" id="{A4D21661-B775-4C86-889F-E37FA1C70DDE}"/>
              </a:ext>
            </a:extLst>
          </p:cNvPr>
          <p:cNvSpPr>
            <a:spLocks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5219">
            <a:extLst>
              <a:ext uri="{FF2B5EF4-FFF2-40B4-BE49-F238E27FC236}">
                <a16:creationId xmlns:a16="http://schemas.microsoft.com/office/drawing/2014/main" id="{1E1B9343-C5AF-428C-BC42-868A42018589}"/>
              </a:ext>
            </a:extLst>
          </p:cNvPr>
          <p:cNvSpPr>
            <a:spLocks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5220">
            <a:extLst>
              <a:ext uri="{FF2B5EF4-FFF2-40B4-BE49-F238E27FC236}">
                <a16:creationId xmlns:a16="http://schemas.microsoft.com/office/drawing/2014/main" id="{C91CE120-BF6B-4ABA-BFF3-73D959FEDFC9}"/>
              </a:ext>
            </a:extLst>
          </p:cNvPr>
          <p:cNvSpPr>
            <a:spLocks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5221">
            <a:extLst>
              <a:ext uri="{FF2B5EF4-FFF2-40B4-BE49-F238E27FC236}">
                <a16:creationId xmlns:a16="http://schemas.microsoft.com/office/drawing/2014/main" id="{A5C8CF41-3EE9-4FB5-B12D-3F3A08CDC2C4}"/>
              </a:ext>
            </a:extLst>
          </p:cNvPr>
          <p:cNvSpPr>
            <a:spLocks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5222">
            <a:extLst>
              <a:ext uri="{FF2B5EF4-FFF2-40B4-BE49-F238E27FC236}">
                <a16:creationId xmlns:a16="http://schemas.microsoft.com/office/drawing/2014/main" id="{155D4482-125C-49CF-88A1-D4B15034A5FD}"/>
              </a:ext>
            </a:extLst>
          </p:cNvPr>
          <p:cNvSpPr>
            <a:spLocks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5223">
            <a:extLst>
              <a:ext uri="{FF2B5EF4-FFF2-40B4-BE49-F238E27FC236}">
                <a16:creationId xmlns:a16="http://schemas.microsoft.com/office/drawing/2014/main" id="{32429C0A-95A5-42B7-B18C-15A16434A0D0}"/>
              </a:ext>
            </a:extLst>
          </p:cNvPr>
          <p:cNvSpPr>
            <a:spLocks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5224">
            <a:extLst>
              <a:ext uri="{FF2B5EF4-FFF2-40B4-BE49-F238E27FC236}">
                <a16:creationId xmlns:a16="http://schemas.microsoft.com/office/drawing/2014/main" id="{60F0F540-FE2E-4C90-9A60-82EDA3B661B6}"/>
              </a:ext>
            </a:extLst>
          </p:cNvPr>
          <p:cNvSpPr>
            <a:spLocks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5225">
            <a:extLst>
              <a:ext uri="{FF2B5EF4-FFF2-40B4-BE49-F238E27FC236}">
                <a16:creationId xmlns:a16="http://schemas.microsoft.com/office/drawing/2014/main" id="{B27A21EB-36F4-4D36-89BD-61CC3738D0B3}"/>
              </a:ext>
            </a:extLst>
          </p:cNvPr>
          <p:cNvSpPr>
            <a:spLocks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5226">
            <a:extLst>
              <a:ext uri="{FF2B5EF4-FFF2-40B4-BE49-F238E27FC236}">
                <a16:creationId xmlns:a16="http://schemas.microsoft.com/office/drawing/2014/main" id="{D07B2399-B784-4670-9942-EAF359C666FA}"/>
              </a:ext>
            </a:extLst>
          </p:cNvPr>
          <p:cNvSpPr>
            <a:spLocks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5227">
            <a:extLst>
              <a:ext uri="{FF2B5EF4-FFF2-40B4-BE49-F238E27FC236}">
                <a16:creationId xmlns:a16="http://schemas.microsoft.com/office/drawing/2014/main" id="{81D6E0E5-6E80-4742-98DB-E32CF40FBC07}"/>
              </a:ext>
            </a:extLst>
          </p:cNvPr>
          <p:cNvSpPr>
            <a:spLocks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5228">
            <a:extLst>
              <a:ext uri="{FF2B5EF4-FFF2-40B4-BE49-F238E27FC236}">
                <a16:creationId xmlns:a16="http://schemas.microsoft.com/office/drawing/2014/main" id="{82F6CAB8-5165-4A4E-B358-565621766B84}"/>
              </a:ext>
            </a:extLst>
          </p:cNvPr>
          <p:cNvSpPr>
            <a:spLocks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5229">
            <a:extLst>
              <a:ext uri="{FF2B5EF4-FFF2-40B4-BE49-F238E27FC236}">
                <a16:creationId xmlns:a16="http://schemas.microsoft.com/office/drawing/2014/main" id="{06EF6241-D16B-465A-B37C-F2F7564DCE13}"/>
              </a:ext>
            </a:extLst>
          </p:cNvPr>
          <p:cNvSpPr>
            <a:spLocks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5230">
            <a:extLst>
              <a:ext uri="{FF2B5EF4-FFF2-40B4-BE49-F238E27FC236}">
                <a16:creationId xmlns:a16="http://schemas.microsoft.com/office/drawing/2014/main" id="{9C420467-DF89-4F23-A561-9BBB39CB5F68}"/>
              </a:ext>
            </a:extLst>
          </p:cNvPr>
          <p:cNvSpPr>
            <a:spLocks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5231">
            <a:extLst>
              <a:ext uri="{FF2B5EF4-FFF2-40B4-BE49-F238E27FC236}">
                <a16:creationId xmlns:a16="http://schemas.microsoft.com/office/drawing/2014/main" id="{E71BA7D6-66A7-48B7-BC62-42C01FEDB412}"/>
              </a:ext>
            </a:extLst>
          </p:cNvPr>
          <p:cNvSpPr>
            <a:spLocks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5232">
            <a:extLst>
              <a:ext uri="{FF2B5EF4-FFF2-40B4-BE49-F238E27FC236}">
                <a16:creationId xmlns:a16="http://schemas.microsoft.com/office/drawing/2014/main" id="{9151FF2F-D4AF-4A0B-BF67-35E37805922F}"/>
              </a:ext>
            </a:extLst>
          </p:cNvPr>
          <p:cNvSpPr>
            <a:spLocks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5233">
            <a:extLst>
              <a:ext uri="{FF2B5EF4-FFF2-40B4-BE49-F238E27FC236}">
                <a16:creationId xmlns:a16="http://schemas.microsoft.com/office/drawing/2014/main" id="{05F2AB8A-152D-4AD4-8A35-8956A4213289}"/>
              </a:ext>
            </a:extLst>
          </p:cNvPr>
          <p:cNvSpPr>
            <a:spLocks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5234">
            <a:extLst>
              <a:ext uri="{FF2B5EF4-FFF2-40B4-BE49-F238E27FC236}">
                <a16:creationId xmlns:a16="http://schemas.microsoft.com/office/drawing/2014/main" id="{4C3928CD-550C-4A53-B49E-DB45F654DF49}"/>
              </a:ext>
            </a:extLst>
          </p:cNvPr>
          <p:cNvSpPr>
            <a:spLocks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5235">
            <a:extLst>
              <a:ext uri="{FF2B5EF4-FFF2-40B4-BE49-F238E27FC236}">
                <a16:creationId xmlns:a16="http://schemas.microsoft.com/office/drawing/2014/main" id="{263F718B-FD52-4A95-9513-C64BC256B95D}"/>
              </a:ext>
            </a:extLst>
          </p:cNvPr>
          <p:cNvSpPr>
            <a:spLocks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5236">
            <a:extLst>
              <a:ext uri="{FF2B5EF4-FFF2-40B4-BE49-F238E27FC236}">
                <a16:creationId xmlns:a16="http://schemas.microsoft.com/office/drawing/2014/main" id="{06C77EA9-C7A8-40DE-A4DF-6C5A9B397D33}"/>
              </a:ext>
            </a:extLst>
          </p:cNvPr>
          <p:cNvSpPr>
            <a:spLocks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5237">
            <a:extLst>
              <a:ext uri="{FF2B5EF4-FFF2-40B4-BE49-F238E27FC236}">
                <a16:creationId xmlns:a16="http://schemas.microsoft.com/office/drawing/2014/main" id="{8113D99D-C806-4FE3-B79B-344E60C56220}"/>
              </a:ext>
            </a:extLst>
          </p:cNvPr>
          <p:cNvSpPr>
            <a:spLocks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5238">
            <a:extLst>
              <a:ext uri="{FF2B5EF4-FFF2-40B4-BE49-F238E27FC236}">
                <a16:creationId xmlns:a16="http://schemas.microsoft.com/office/drawing/2014/main" id="{38B51704-38CF-437F-B7A0-35C7ED992E3D}"/>
              </a:ext>
            </a:extLst>
          </p:cNvPr>
          <p:cNvSpPr>
            <a:spLocks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5239">
            <a:extLst>
              <a:ext uri="{FF2B5EF4-FFF2-40B4-BE49-F238E27FC236}">
                <a16:creationId xmlns:a16="http://schemas.microsoft.com/office/drawing/2014/main" id="{4A1D6A6A-3CB3-40FA-BB24-8C7ABE9A431F}"/>
              </a:ext>
            </a:extLst>
          </p:cNvPr>
          <p:cNvSpPr>
            <a:spLocks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5240">
            <a:extLst>
              <a:ext uri="{FF2B5EF4-FFF2-40B4-BE49-F238E27FC236}">
                <a16:creationId xmlns:a16="http://schemas.microsoft.com/office/drawing/2014/main" id="{48E7EDDB-E21C-4B2C-9926-9B2DEBB4E97A}"/>
              </a:ext>
            </a:extLst>
          </p:cNvPr>
          <p:cNvSpPr>
            <a:spLocks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5241">
            <a:extLst>
              <a:ext uri="{FF2B5EF4-FFF2-40B4-BE49-F238E27FC236}">
                <a16:creationId xmlns:a16="http://schemas.microsoft.com/office/drawing/2014/main" id="{4281B181-50EB-40B7-BDF3-7E9A0405E588}"/>
              </a:ext>
            </a:extLst>
          </p:cNvPr>
          <p:cNvSpPr>
            <a:spLocks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5242">
            <a:extLst>
              <a:ext uri="{FF2B5EF4-FFF2-40B4-BE49-F238E27FC236}">
                <a16:creationId xmlns:a16="http://schemas.microsoft.com/office/drawing/2014/main" id="{14AA72FE-D137-4159-BE02-B584C432385E}"/>
              </a:ext>
            </a:extLst>
          </p:cNvPr>
          <p:cNvSpPr>
            <a:spLocks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5243">
            <a:extLst>
              <a:ext uri="{FF2B5EF4-FFF2-40B4-BE49-F238E27FC236}">
                <a16:creationId xmlns:a16="http://schemas.microsoft.com/office/drawing/2014/main" id="{E924D0F6-509A-4DC7-86F9-C3D1CF41DE2E}"/>
              </a:ext>
            </a:extLst>
          </p:cNvPr>
          <p:cNvSpPr>
            <a:spLocks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5244">
            <a:extLst>
              <a:ext uri="{FF2B5EF4-FFF2-40B4-BE49-F238E27FC236}">
                <a16:creationId xmlns:a16="http://schemas.microsoft.com/office/drawing/2014/main" id="{426B15C3-E2BF-44CC-9899-8430D92D714C}"/>
              </a:ext>
            </a:extLst>
          </p:cNvPr>
          <p:cNvSpPr>
            <a:spLocks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5245">
            <a:extLst>
              <a:ext uri="{FF2B5EF4-FFF2-40B4-BE49-F238E27FC236}">
                <a16:creationId xmlns:a16="http://schemas.microsoft.com/office/drawing/2014/main" id="{055CA79D-054B-491A-BC17-4CAE6DB01EC8}"/>
              </a:ext>
            </a:extLst>
          </p:cNvPr>
          <p:cNvSpPr>
            <a:spLocks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5246">
            <a:extLst>
              <a:ext uri="{FF2B5EF4-FFF2-40B4-BE49-F238E27FC236}">
                <a16:creationId xmlns:a16="http://schemas.microsoft.com/office/drawing/2014/main" id="{B914BB6A-24BE-45E1-B3AA-E46C6E3B0A77}"/>
              </a:ext>
            </a:extLst>
          </p:cNvPr>
          <p:cNvSpPr>
            <a:spLocks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5247">
            <a:extLst>
              <a:ext uri="{FF2B5EF4-FFF2-40B4-BE49-F238E27FC236}">
                <a16:creationId xmlns:a16="http://schemas.microsoft.com/office/drawing/2014/main" id="{CF860333-8228-422D-85BE-EF95710AC1B0}"/>
              </a:ext>
            </a:extLst>
          </p:cNvPr>
          <p:cNvSpPr>
            <a:spLocks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5248">
            <a:extLst>
              <a:ext uri="{FF2B5EF4-FFF2-40B4-BE49-F238E27FC236}">
                <a16:creationId xmlns:a16="http://schemas.microsoft.com/office/drawing/2014/main" id="{7DC123EA-DE28-4CF4-9304-CAAB190FDE71}"/>
              </a:ext>
            </a:extLst>
          </p:cNvPr>
          <p:cNvSpPr>
            <a:spLocks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5249">
            <a:extLst>
              <a:ext uri="{FF2B5EF4-FFF2-40B4-BE49-F238E27FC236}">
                <a16:creationId xmlns:a16="http://schemas.microsoft.com/office/drawing/2014/main" id="{2A23E0D2-E7DB-4467-847B-B18680CE8751}"/>
              </a:ext>
            </a:extLst>
          </p:cNvPr>
          <p:cNvSpPr>
            <a:spLocks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5250">
            <a:extLst>
              <a:ext uri="{FF2B5EF4-FFF2-40B4-BE49-F238E27FC236}">
                <a16:creationId xmlns:a16="http://schemas.microsoft.com/office/drawing/2014/main" id="{25AE01FB-86F6-47F6-B497-5734EAEC0A2A}"/>
              </a:ext>
            </a:extLst>
          </p:cNvPr>
          <p:cNvSpPr>
            <a:spLocks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5251">
            <a:extLst>
              <a:ext uri="{FF2B5EF4-FFF2-40B4-BE49-F238E27FC236}">
                <a16:creationId xmlns:a16="http://schemas.microsoft.com/office/drawing/2014/main" id="{D3CC3888-E5D1-4240-AE7A-0455EDD82285}"/>
              </a:ext>
            </a:extLst>
          </p:cNvPr>
          <p:cNvSpPr>
            <a:spLocks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5252">
            <a:extLst>
              <a:ext uri="{FF2B5EF4-FFF2-40B4-BE49-F238E27FC236}">
                <a16:creationId xmlns:a16="http://schemas.microsoft.com/office/drawing/2014/main" id="{8EAF9CA9-615C-42EE-9C2D-2EDB7C471600}"/>
              </a:ext>
            </a:extLst>
          </p:cNvPr>
          <p:cNvSpPr>
            <a:spLocks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5253">
            <a:extLst>
              <a:ext uri="{FF2B5EF4-FFF2-40B4-BE49-F238E27FC236}">
                <a16:creationId xmlns:a16="http://schemas.microsoft.com/office/drawing/2014/main" id="{BE91D5CD-79C1-40FB-9E39-1EADFDC48783}"/>
              </a:ext>
            </a:extLst>
          </p:cNvPr>
          <p:cNvSpPr>
            <a:spLocks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5254">
            <a:extLst>
              <a:ext uri="{FF2B5EF4-FFF2-40B4-BE49-F238E27FC236}">
                <a16:creationId xmlns:a16="http://schemas.microsoft.com/office/drawing/2014/main" id="{62740566-E715-497E-BFF5-0687A1120E5E}"/>
              </a:ext>
            </a:extLst>
          </p:cNvPr>
          <p:cNvSpPr>
            <a:spLocks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5255">
            <a:extLst>
              <a:ext uri="{FF2B5EF4-FFF2-40B4-BE49-F238E27FC236}">
                <a16:creationId xmlns:a16="http://schemas.microsoft.com/office/drawing/2014/main" id="{59E11D96-283A-4DFA-A1DA-293302469D8E}"/>
              </a:ext>
            </a:extLst>
          </p:cNvPr>
          <p:cNvSpPr>
            <a:spLocks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5256">
            <a:extLst>
              <a:ext uri="{FF2B5EF4-FFF2-40B4-BE49-F238E27FC236}">
                <a16:creationId xmlns:a16="http://schemas.microsoft.com/office/drawing/2014/main" id="{53958187-AC20-4314-822B-E5BEDE19B2EC}"/>
              </a:ext>
            </a:extLst>
          </p:cNvPr>
          <p:cNvSpPr>
            <a:spLocks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5257">
            <a:extLst>
              <a:ext uri="{FF2B5EF4-FFF2-40B4-BE49-F238E27FC236}">
                <a16:creationId xmlns:a16="http://schemas.microsoft.com/office/drawing/2014/main" id="{97BC1600-7690-414B-BF18-34AC2F700C04}"/>
              </a:ext>
            </a:extLst>
          </p:cNvPr>
          <p:cNvSpPr>
            <a:spLocks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5258">
            <a:extLst>
              <a:ext uri="{FF2B5EF4-FFF2-40B4-BE49-F238E27FC236}">
                <a16:creationId xmlns:a16="http://schemas.microsoft.com/office/drawing/2014/main" id="{24D5818F-ECE8-448C-A420-C745D710F044}"/>
              </a:ext>
            </a:extLst>
          </p:cNvPr>
          <p:cNvSpPr>
            <a:spLocks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5259">
            <a:extLst>
              <a:ext uri="{FF2B5EF4-FFF2-40B4-BE49-F238E27FC236}">
                <a16:creationId xmlns:a16="http://schemas.microsoft.com/office/drawing/2014/main" id="{A483B894-3218-4296-9BE3-137EDA94F8A3}"/>
              </a:ext>
            </a:extLst>
          </p:cNvPr>
          <p:cNvSpPr>
            <a:spLocks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5260">
            <a:extLst>
              <a:ext uri="{FF2B5EF4-FFF2-40B4-BE49-F238E27FC236}">
                <a16:creationId xmlns:a16="http://schemas.microsoft.com/office/drawing/2014/main" id="{0D0E591F-FF98-492D-8049-D5225593C7B4}"/>
              </a:ext>
            </a:extLst>
          </p:cNvPr>
          <p:cNvSpPr>
            <a:spLocks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5261">
            <a:extLst>
              <a:ext uri="{FF2B5EF4-FFF2-40B4-BE49-F238E27FC236}">
                <a16:creationId xmlns:a16="http://schemas.microsoft.com/office/drawing/2014/main" id="{81BF0242-076E-457C-A5B4-8EDC2F240B5E}"/>
              </a:ext>
            </a:extLst>
          </p:cNvPr>
          <p:cNvSpPr>
            <a:spLocks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5262">
            <a:extLst>
              <a:ext uri="{FF2B5EF4-FFF2-40B4-BE49-F238E27FC236}">
                <a16:creationId xmlns:a16="http://schemas.microsoft.com/office/drawing/2014/main" id="{D173CFDF-B948-4492-9629-8C8DED8A663C}"/>
              </a:ext>
            </a:extLst>
          </p:cNvPr>
          <p:cNvSpPr>
            <a:spLocks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5263">
            <a:extLst>
              <a:ext uri="{FF2B5EF4-FFF2-40B4-BE49-F238E27FC236}">
                <a16:creationId xmlns:a16="http://schemas.microsoft.com/office/drawing/2014/main" id="{00FAB546-AE37-453A-AF82-A23219A153F2}"/>
              </a:ext>
            </a:extLst>
          </p:cNvPr>
          <p:cNvSpPr>
            <a:spLocks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5264">
            <a:extLst>
              <a:ext uri="{FF2B5EF4-FFF2-40B4-BE49-F238E27FC236}">
                <a16:creationId xmlns:a16="http://schemas.microsoft.com/office/drawing/2014/main" id="{12C89ECB-9EA7-4F86-87A6-1C5B6B5DE86C}"/>
              </a:ext>
            </a:extLst>
          </p:cNvPr>
          <p:cNvSpPr>
            <a:spLocks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5265">
            <a:extLst>
              <a:ext uri="{FF2B5EF4-FFF2-40B4-BE49-F238E27FC236}">
                <a16:creationId xmlns:a16="http://schemas.microsoft.com/office/drawing/2014/main" id="{59056DF0-FE02-48CB-9D29-6919CA151E3C}"/>
              </a:ext>
            </a:extLst>
          </p:cNvPr>
          <p:cNvSpPr>
            <a:spLocks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5266">
            <a:extLst>
              <a:ext uri="{FF2B5EF4-FFF2-40B4-BE49-F238E27FC236}">
                <a16:creationId xmlns:a16="http://schemas.microsoft.com/office/drawing/2014/main" id="{D8B2B8A5-B6DC-4092-BFDD-1EDFABA3866F}"/>
              </a:ext>
            </a:extLst>
          </p:cNvPr>
          <p:cNvSpPr>
            <a:spLocks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5267">
            <a:extLst>
              <a:ext uri="{FF2B5EF4-FFF2-40B4-BE49-F238E27FC236}">
                <a16:creationId xmlns:a16="http://schemas.microsoft.com/office/drawing/2014/main" id="{2D0B7B6C-C2C7-4DAE-9F34-F6C591880CAD}"/>
              </a:ext>
            </a:extLst>
          </p:cNvPr>
          <p:cNvSpPr>
            <a:spLocks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5268">
            <a:extLst>
              <a:ext uri="{FF2B5EF4-FFF2-40B4-BE49-F238E27FC236}">
                <a16:creationId xmlns:a16="http://schemas.microsoft.com/office/drawing/2014/main" id="{C2014F3F-CECF-474F-A576-3275505DB8A7}"/>
              </a:ext>
            </a:extLst>
          </p:cNvPr>
          <p:cNvSpPr>
            <a:spLocks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5269">
            <a:extLst>
              <a:ext uri="{FF2B5EF4-FFF2-40B4-BE49-F238E27FC236}">
                <a16:creationId xmlns:a16="http://schemas.microsoft.com/office/drawing/2014/main" id="{E50ADB9D-1503-49B0-874C-98E964AE05FD}"/>
              </a:ext>
            </a:extLst>
          </p:cNvPr>
          <p:cNvSpPr>
            <a:spLocks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5270">
            <a:extLst>
              <a:ext uri="{FF2B5EF4-FFF2-40B4-BE49-F238E27FC236}">
                <a16:creationId xmlns:a16="http://schemas.microsoft.com/office/drawing/2014/main" id="{C21470D5-153F-42ED-8A78-94110BCAB50B}"/>
              </a:ext>
            </a:extLst>
          </p:cNvPr>
          <p:cNvSpPr>
            <a:spLocks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5271">
            <a:extLst>
              <a:ext uri="{FF2B5EF4-FFF2-40B4-BE49-F238E27FC236}">
                <a16:creationId xmlns:a16="http://schemas.microsoft.com/office/drawing/2014/main" id="{3E2C849E-8006-4006-8F7F-5CA5BFEA8FF2}"/>
              </a:ext>
            </a:extLst>
          </p:cNvPr>
          <p:cNvSpPr>
            <a:spLocks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5272">
            <a:extLst>
              <a:ext uri="{FF2B5EF4-FFF2-40B4-BE49-F238E27FC236}">
                <a16:creationId xmlns:a16="http://schemas.microsoft.com/office/drawing/2014/main" id="{3FA10B5B-6F82-4CD2-9E65-14163ECC69EB}"/>
              </a:ext>
            </a:extLst>
          </p:cNvPr>
          <p:cNvSpPr>
            <a:spLocks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5273">
            <a:extLst>
              <a:ext uri="{FF2B5EF4-FFF2-40B4-BE49-F238E27FC236}">
                <a16:creationId xmlns:a16="http://schemas.microsoft.com/office/drawing/2014/main" id="{0BCC94F6-AE0B-4D5E-B447-2DE741D96BA7}"/>
              </a:ext>
            </a:extLst>
          </p:cNvPr>
          <p:cNvSpPr>
            <a:spLocks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5274">
            <a:extLst>
              <a:ext uri="{FF2B5EF4-FFF2-40B4-BE49-F238E27FC236}">
                <a16:creationId xmlns:a16="http://schemas.microsoft.com/office/drawing/2014/main" id="{0621ABA5-4AFA-4A8B-B6A7-7B02959C798B}"/>
              </a:ext>
            </a:extLst>
          </p:cNvPr>
          <p:cNvSpPr>
            <a:spLocks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5275">
            <a:extLst>
              <a:ext uri="{FF2B5EF4-FFF2-40B4-BE49-F238E27FC236}">
                <a16:creationId xmlns:a16="http://schemas.microsoft.com/office/drawing/2014/main" id="{1F16FF92-A0F3-4142-909C-B07301692718}"/>
              </a:ext>
            </a:extLst>
          </p:cNvPr>
          <p:cNvSpPr>
            <a:spLocks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5276">
            <a:extLst>
              <a:ext uri="{FF2B5EF4-FFF2-40B4-BE49-F238E27FC236}">
                <a16:creationId xmlns:a16="http://schemas.microsoft.com/office/drawing/2014/main" id="{1BBCB376-3274-44B6-B9BD-230EEBDFDDD5}"/>
              </a:ext>
            </a:extLst>
          </p:cNvPr>
          <p:cNvSpPr>
            <a:spLocks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5277">
            <a:extLst>
              <a:ext uri="{FF2B5EF4-FFF2-40B4-BE49-F238E27FC236}">
                <a16:creationId xmlns:a16="http://schemas.microsoft.com/office/drawing/2014/main" id="{FFA1D739-9E60-4802-88A8-D5A83DECDD32}"/>
              </a:ext>
            </a:extLst>
          </p:cNvPr>
          <p:cNvSpPr>
            <a:spLocks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5278">
            <a:extLst>
              <a:ext uri="{FF2B5EF4-FFF2-40B4-BE49-F238E27FC236}">
                <a16:creationId xmlns:a16="http://schemas.microsoft.com/office/drawing/2014/main" id="{441A95E6-9439-4BAB-89BD-2808B3624D2B}"/>
              </a:ext>
            </a:extLst>
          </p:cNvPr>
          <p:cNvSpPr>
            <a:spLocks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5279">
            <a:extLst>
              <a:ext uri="{FF2B5EF4-FFF2-40B4-BE49-F238E27FC236}">
                <a16:creationId xmlns:a16="http://schemas.microsoft.com/office/drawing/2014/main" id="{F00F4589-8E7A-46CC-846C-B034B00CD524}"/>
              </a:ext>
            </a:extLst>
          </p:cNvPr>
          <p:cNvSpPr>
            <a:spLocks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5280">
            <a:extLst>
              <a:ext uri="{FF2B5EF4-FFF2-40B4-BE49-F238E27FC236}">
                <a16:creationId xmlns:a16="http://schemas.microsoft.com/office/drawing/2014/main" id="{3661198B-1220-455C-B549-D80F8FDA0ED4}"/>
              </a:ext>
            </a:extLst>
          </p:cNvPr>
          <p:cNvSpPr>
            <a:spLocks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5281">
            <a:extLst>
              <a:ext uri="{FF2B5EF4-FFF2-40B4-BE49-F238E27FC236}">
                <a16:creationId xmlns:a16="http://schemas.microsoft.com/office/drawing/2014/main" id="{A405B1E0-0A70-46AD-881E-5EDB71E34B1E}"/>
              </a:ext>
            </a:extLst>
          </p:cNvPr>
          <p:cNvSpPr>
            <a:spLocks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5282">
            <a:extLst>
              <a:ext uri="{FF2B5EF4-FFF2-40B4-BE49-F238E27FC236}">
                <a16:creationId xmlns:a16="http://schemas.microsoft.com/office/drawing/2014/main" id="{5C192906-1D48-4139-AD32-7207900B0F81}"/>
              </a:ext>
            </a:extLst>
          </p:cNvPr>
          <p:cNvSpPr>
            <a:spLocks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5283">
            <a:extLst>
              <a:ext uri="{FF2B5EF4-FFF2-40B4-BE49-F238E27FC236}">
                <a16:creationId xmlns:a16="http://schemas.microsoft.com/office/drawing/2014/main" id="{CF0233C9-6CB0-4ABB-A978-B5ADB4A1019D}"/>
              </a:ext>
            </a:extLst>
          </p:cNvPr>
          <p:cNvSpPr>
            <a:spLocks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5284">
            <a:extLst>
              <a:ext uri="{FF2B5EF4-FFF2-40B4-BE49-F238E27FC236}">
                <a16:creationId xmlns:a16="http://schemas.microsoft.com/office/drawing/2014/main" id="{6E04C142-603F-420C-A585-A48D21DCF6CC}"/>
              </a:ext>
            </a:extLst>
          </p:cNvPr>
          <p:cNvSpPr>
            <a:spLocks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5285">
            <a:extLst>
              <a:ext uri="{FF2B5EF4-FFF2-40B4-BE49-F238E27FC236}">
                <a16:creationId xmlns:a16="http://schemas.microsoft.com/office/drawing/2014/main" id="{EFE84691-B2C0-40B0-A938-2E7D1CCC6E1C}"/>
              </a:ext>
            </a:extLst>
          </p:cNvPr>
          <p:cNvSpPr>
            <a:spLocks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5286">
            <a:extLst>
              <a:ext uri="{FF2B5EF4-FFF2-40B4-BE49-F238E27FC236}">
                <a16:creationId xmlns:a16="http://schemas.microsoft.com/office/drawing/2014/main" id="{F8AB47DB-B56E-428A-8185-384ECF820B37}"/>
              </a:ext>
            </a:extLst>
          </p:cNvPr>
          <p:cNvSpPr>
            <a:spLocks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5287">
            <a:extLst>
              <a:ext uri="{FF2B5EF4-FFF2-40B4-BE49-F238E27FC236}">
                <a16:creationId xmlns:a16="http://schemas.microsoft.com/office/drawing/2014/main" id="{BEEABF83-7F22-4DCB-B99F-59FA9D4F2A1F}"/>
              </a:ext>
            </a:extLst>
          </p:cNvPr>
          <p:cNvSpPr>
            <a:spLocks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5288">
            <a:extLst>
              <a:ext uri="{FF2B5EF4-FFF2-40B4-BE49-F238E27FC236}">
                <a16:creationId xmlns:a16="http://schemas.microsoft.com/office/drawing/2014/main" id="{536AB144-4B42-4159-9DA7-625BDA7FF44A}"/>
              </a:ext>
            </a:extLst>
          </p:cNvPr>
          <p:cNvSpPr>
            <a:spLocks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5289">
            <a:extLst>
              <a:ext uri="{FF2B5EF4-FFF2-40B4-BE49-F238E27FC236}">
                <a16:creationId xmlns:a16="http://schemas.microsoft.com/office/drawing/2014/main" id="{894CC398-073B-447D-AF4C-F7FA68D866DD}"/>
              </a:ext>
            </a:extLst>
          </p:cNvPr>
          <p:cNvSpPr>
            <a:spLocks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5290">
            <a:extLst>
              <a:ext uri="{FF2B5EF4-FFF2-40B4-BE49-F238E27FC236}">
                <a16:creationId xmlns:a16="http://schemas.microsoft.com/office/drawing/2014/main" id="{6F488B50-546B-4625-A1FE-89B311D7A2C5}"/>
              </a:ext>
            </a:extLst>
          </p:cNvPr>
          <p:cNvSpPr>
            <a:spLocks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5291">
            <a:extLst>
              <a:ext uri="{FF2B5EF4-FFF2-40B4-BE49-F238E27FC236}">
                <a16:creationId xmlns:a16="http://schemas.microsoft.com/office/drawing/2014/main" id="{C30F332A-C0AB-4BA1-B438-07DDC29C875C}"/>
              </a:ext>
            </a:extLst>
          </p:cNvPr>
          <p:cNvSpPr>
            <a:spLocks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5292">
            <a:extLst>
              <a:ext uri="{FF2B5EF4-FFF2-40B4-BE49-F238E27FC236}">
                <a16:creationId xmlns:a16="http://schemas.microsoft.com/office/drawing/2014/main" id="{08D84822-56BD-42F2-8A14-DD20DDB282F5}"/>
              </a:ext>
            </a:extLst>
          </p:cNvPr>
          <p:cNvSpPr>
            <a:spLocks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5293">
            <a:extLst>
              <a:ext uri="{FF2B5EF4-FFF2-40B4-BE49-F238E27FC236}">
                <a16:creationId xmlns:a16="http://schemas.microsoft.com/office/drawing/2014/main" id="{16CC7563-F994-49D0-814E-B47D18EFB7D1}"/>
              </a:ext>
            </a:extLst>
          </p:cNvPr>
          <p:cNvSpPr>
            <a:spLocks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5294">
            <a:extLst>
              <a:ext uri="{FF2B5EF4-FFF2-40B4-BE49-F238E27FC236}">
                <a16:creationId xmlns:a16="http://schemas.microsoft.com/office/drawing/2014/main" id="{E877D433-1312-453D-A476-CA866C4AB1DF}"/>
              </a:ext>
            </a:extLst>
          </p:cNvPr>
          <p:cNvSpPr>
            <a:spLocks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5295">
            <a:extLst>
              <a:ext uri="{FF2B5EF4-FFF2-40B4-BE49-F238E27FC236}">
                <a16:creationId xmlns:a16="http://schemas.microsoft.com/office/drawing/2014/main" id="{8DC9411A-44CB-45BC-9049-7C3EFF61F22F}"/>
              </a:ext>
            </a:extLst>
          </p:cNvPr>
          <p:cNvSpPr>
            <a:spLocks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5296">
            <a:extLst>
              <a:ext uri="{FF2B5EF4-FFF2-40B4-BE49-F238E27FC236}">
                <a16:creationId xmlns:a16="http://schemas.microsoft.com/office/drawing/2014/main" id="{E0AE31B6-9B27-4509-A8C7-F20FF2299D39}"/>
              </a:ext>
            </a:extLst>
          </p:cNvPr>
          <p:cNvSpPr>
            <a:spLocks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5297">
            <a:extLst>
              <a:ext uri="{FF2B5EF4-FFF2-40B4-BE49-F238E27FC236}">
                <a16:creationId xmlns:a16="http://schemas.microsoft.com/office/drawing/2014/main" id="{506EC26C-CC03-43F5-BE78-A31970392554}"/>
              </a:ext>
            </a:extLst>
          </p:cNvPr>
          <p:cNvSpPr>
            <a:spLocks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5298">
            <a:extLst>
              <a:ext uri="{FF2B5EF4-FFF2-40B4-BE49-F238E27FC236}">
                <a16:creationId xmlns:a16="http://schemas.microsoft.com/office/drawing/2014/main" id="{87560464-01D1-4FE2-922B-0E693729DF01}"/>
              </a:ext>
            </a:extLst>
          </p:cNvPr>
          <p:cNvSpPr>
            <a:spLocks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5299">
            <a:extLst>
              <a:ext uri="{FF2B5EF4-FFF2-40B4-BE49-F238E27FC236}">
                <a16:creationId xmlns:a16="http://schemas.microsoft.com/office/drawing/2014/main" id="{386B7CB2-B603-46CE-8514-5D0D7F77D917}"/>
              </a:ext>
            </a:extLst>
          </p:cNvPr>
          <p:cNvSpPr>
            <a:spLocks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5300">
            <a:extLst>
              <a:ext uri="{FF2B5EF4-FFF2-40B4-BE49-F238E27FC236}">
                <a16:creationId xmlns:a16="http://schemas.microsoft.com/office/drawing/2014/main" id="{A4893D99-5799-41C6-9B6E-66989B9117ED}"/>
              </a:ext>
            </a:extLst>
          </p:cNvPr>
          <p:cNvSpPr>
            <a:spLocks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5301">
            <a:extLst>
              <a:ext uri="{FF2B5EF4-FFF2-40B4-BE49-F238E27FC236}">
                <a16:creationId xmlns:a16="http://schemas.microsoft.com/office/drawing/2014/main" id="{16F55995-0BAA-44A6-96E6-C687ACE11657}"/>
              </a:ext>
            </a:extLst>
          </p:cNvPr>
          <p:cNvSpPr>
            <a:spLocks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5302">
            <a:extLst>
              <a:ext uri="{FF2B5EF4-FFF2-40B4-BE49-F238E27FC236}">
                <a16:creationId xmlns:a16="http://schemas.microsoft.com/office/drawing/2014/main" id="{70B3AC31-7BAE-4A76-840A-B764786F02AE}"/>
              </a:ext>
            </a:extLst>
          </p:cNvPr>
          <p:cNvSpPr>
            <a:spLocks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5303">
            <a:extLst>
              <a:ext uri="{FF2B5EF4-FFF2-40B4-BE49-F238E27FC236}">
                <a16:creationId xmlns:a16="http://schemas.microsoft.com/office/drawing/2014/main" id="{72FBD420-BA9D-4C64-ABF8-A55476B26FC4}"/>
              </a:ext>
            </a:extLst>
          </p:cNvPr>
          <p:cNvSpPr>
            <a:spLocks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5304">
            <a:extLst>
              <a:ext uri="{FF2B5EF4-FFF2-40B4-BE49-F238E27FC236}">
                <a16:creationId xmlns:a16="http://schemas.microsoft.com/office/drawing/2014/main" id="{1E2747D3-043C-4E40-B24F-80A1E1E7FE6D}"/>
              </a:ext>
            </a:extLst>
          </p:cNvPr>
          <p:cNvSpPr>
            <a:spLocks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5305">
            <a:extLst>
              <a:ext uri="{FF2B5EF4-FFF2-40B4-BE49-F238E27FC236}">
                <a16:creationId xmlns:a16="http://schemas.microsoft.com/office/drawing/2014/main" id="{CDC5068E-F57F-4A50-8048-53FE4B6C59AD}"/>
              </a:ext>
            </a:extLst>
          </p:cNvPr>
          <p:cNvSpPr>
            <a:spLocks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5306">
            <a:extLst>
              <a:ext uri="{FF2B5EF4-FFF2-40B4-BE49-F238E27FC236}">
                <a16:creationId xmlns:a16="http://schemas.microsoft.com/office/drawing/2014/main" id="{3D282CB9-1969-4605-8FDF-0146AE25D6E3}"/>
              </a:ext>
            </a:extLst>
          </p:cNvPr>
          <p:cNvSpPr>
            <a:spLocks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5307">
            <a:extLst>
              <a:ext uri="{FF2B5EF4-FFF2-40B4-BE49-F238E27FC236}">
                <a16:creationId xmlns:a16="http://schemas.microsoft.com/office/drawing/2014/main" id="{9B2CF7FF-8A76-40C5-95D7-245BEE8B43BE}"/>
              </a:ext>
            </a:extLst>
          </p:cNvPr>
          <p:cNvSpPr>
            <a:spLocks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5308">
            <a:extLst>
              <a:ext uri="{FF2B5EF4-FFF2-40B4-BE49-F238E27FC236}">
                <a16:creationId xmlns:a16="http://schemas.microsoft.com/office/drawing/2014/main" id="{76F4DF72-6C1E-405D-AAA0-65366E0CA671}"/>
              </a:ext>
            </a:extLst>
          </p:cNvPr>
          <p:cNvSpPr>
            <a:spLocks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5309">
            <a:extLst>
              <a:ext uri="{FF2B5EF4-FFF2-40B4-BE49-F238E27FC236}">
                <a16:creationId xmlns:a16="http://schemas.microsoft.com/office/drawing/2014/main" id="{1EC872D2-1ED1-48EC-B75A-E3E8A3B214BB}"/>
              </a:ext>
            </a:extLst>
          </p:cNvPr>
          <p:cNvSpPr>
            <a:spLocks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5310">
            <a:extLst>
              <a:ext uri="{FF2B5EF4-FFF2-40B4-BE49-F238E27FC236}">
                <a16:creationId xmlns:a16="http://schemas.microsoft.com/office/drawing/2014/main" id="{8849F0E6-0E6D-496B-AE24-6B53A42C65A9}"/>
              </a:ext>
            </a:extLst>
          </p:cNvPr>
          <p:cNvSpPr>
            <a:spLocks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5311">
            <a:extLst>
              <a:ext uri="{FF2B5EF4-FFF2-40B4-BE49-F238E27FC236}">
                <a16:creationId xmlns:a16="http://schemas.microsoft.com/office/drawing/2014/main" id="{6666921E-F1F1-4259-8CFC-9984AAB496C6}"/>
              </a:ext>
            </a:extLst>
          </p:cNvPr>
          <p:cNvSpPr>
            <a:spLocks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5312">
            <a:extLst>
              <a:ext uri="{FF2B5EF4-FFF2-40B4-BE49-F238E27FC236}">
                <a16:creationId xmlns:a16="http://schemas.microsoft.com/office/drawing/2014/main" id="{967BBEDC-022C-4F2E-B387-22E6AA99ACF7}"/>
              </a:ext>
            </a:extLst>
          </p:cNvPr>
          <p:cNvSpPr>
            <a:spLocks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5313">
            <a:extLst>
              <a:ext uri="{FF2B5EF4-FFF2-40B4-BE49-F238E27FC236}">
                <a16:creationId xmlns:a16="http://schemas.microsoft.com/office/drawing/2014/main" id="{2141FBEA-0568-4747-B83F-D94375A8F8D0}"/>
              </a:ext>
            </a:extLst>
          </p:cNvPr>
          <p:cNvSpPr>
            <a:spLocks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5314">
            <a:extLst>
              <a:ext uri="{FF2B5EF4-FFF2-40B4-BE49-F238E27FC236}">
                <a16:creationId xmlns:a16="http://schemas.microsoft.com/office/drawing/2014/main" id="{90887BBA-8354-4836-AB21-803534988791}"/>
              </a:ext>
            </a:extLst>
          </p:cNvPr>
          <p:cNvSpPr>
            <a:spLocks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5315">
            <a:extLst>
              <a:ext uri="{FF2B5EF4-FFF2-40B4-BE49-F238E27FC236}">
                <a16:creationId xmlns:a16="http://schemas.microsoft.com/office/drawing/2014/main" id="{55FBD5EE-8F75-40CC-B297-21E6DC0D4B06}"/>
              </a:ext>
            </a:extLst>
          </p:cNvPr>
          <p:cNvSpPr>
            <a:spLocks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5316">
            <a:extLst>
              <a:ext uri="{FF2B5EF4-FFF2-40B4-BE49-F238E27FC236}">
                <a16:creationId xmlns:a16="http://schemas.microsoft.com/office/drawing/2014/main" id="{2007BABA-D879-42E2-8BEB-48B353EB7DA2}"/>
              </a:ext>
            </a:extLst>
          </p:cNvPr>
          <p:cNvSpPr>
            <a:spLocks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5317">
            <a:extLst>
              <a:ext uri="{FF2B5EF4-FFF2-40B4-BE49-F238E27FC236}">
                <a16:creationId xmlns:a16="http://schemas.microsoft.com/office/drawing/2014/main" id="{F4F70D95-55F2-4387-BCF1-97DD6A0E2381}"/>
              </a:ext>
            </a:extLst>
          </p:cNvPr>
          <p:cNvSpPr>
            <a:spLocks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5318">
            <a:extLst>
              <a:ext uri="{FF2B5EF4-FFF2-40B4-BE49-F238E27FC236}">
                <a16:creationId xmlns:a16="http://schemas.microsoft.com/office/drawing/2014/main" id="{82AB75AA-10B4-4DDD-B279-DB9818F6B5D9}"/>
              </a:ext>
            </a:extLst>
          </p:cNvPr>
          <p:cNvSpPr>
            <a:spLocks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5319">
            <a:extLst>
              <a:ext uri="{FF2B5EF4-FFF2-40B4-BE49-F238E27FC236}">
                <a16:creationId xmlns:a16="http://schemas.microsoft.com/office/drawing/2014/main" id="{E55DCFCB-D15C-4714-9444-1E49910DE8AB}"/>
              </a:ext>
            </a:extLst>
          </p:cNvPr>
          <p:cNvSpPr>
            <a:spLocks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5320">
            <a:extLst>
              <a:ext uri="{FF2B5EF4-FFF2-40B4-BE49-F238E27FC236}">
                <a16:creationId xmlns:a16="http://schemas.microsoft.com/office/drawing/2014/main" id="{7E23C599-B1E1-4CCE-8B40-980C37464343}"/>
              </a:ext>
            </a:extLst>
          </p:cNvPr>
          <p:cNvSpPr>
            <a:spLocks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5321">
            <a:extLst>
              <a:ext uri="{FF2B5EF4-FFF2-40B4-BE49-F238E27FC236}">
                <a16:creationId xmlns:a16="http://schemas.microsoft.com/office/drawing/2014/main" id="{93E19B56-AC4C-49CA-AD4F-CA6ADE65A8C7}"/>
              </a:ext>
            </a:extLst>
          </p:cNvPr>
          <p:cNvSpPr>
            <a:spLocks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5322">
            <a:extLst>
              <a:ext uri="{FF2B5EF4-FFF2-40B4-BE49-F238E27FC236}">
                <a16:creationId xmlns:a16="http://schemas.microsoft.com/office/drawing/2014/main" id="{D0557373-C194-400C-AFD0-8D5299CB65F2}"/>
              </a:ext>
            </a:extLst>
          </p:cNvPr>
          <p:cNvSpPr>
            <a:spLocks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5323">
            <a:extLst>
              <a:ext uri="{FF2B5EF4-FFF2-40B4-BE49-F238E27FC236}">
                <a16:creationId xmlns:a16="http://schemas.microsoft.com/office/drawing/2014/main" id="{AEB913B9-EE69-449A-B6B3-0C54B39DE0B6}"/>
              </a:ext>
            </a:extLst>
          </p:cNvPr>
          <p:cNvSpPr>
            <a:spLocks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5324">
            <a:extLst>
              <a:ext uri="{FF2B5EF4-FFF2-40B4-BE49-F238E27FC236}">
                <a16:creationId xmlns:a16="http://schemas.microsoft.com/office/drawing/2014/main" id="{1099E958-BC4A-4E4F-A33E-865E4CD09247}"/>
              </a:ext>
            </a:extLst>
          </p:cNvPr>
          <p:cNvSpPr>
            <a:spLocks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5325">
            <a:extLst>
              <a:ext uri="{FF2B5EF4-FFF2-40B4-BE49-F238E27FC236}">
                <a16:creationId xmlns:a16="http://schemas.microsoft.com/office/drawing/2014/main" id="{659CC895-75CD-4BF1-8AF5-F027E5567503}"/>
              </a:ext>
            </a:extLst>
          </p:cNvPr>
          <p:cNvSpPr>
            <a:spLocks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5326">
            <a:extLst>
              <a:ext uri="{FF2B5EF4-FFF2-40B4-BE49-F238E27FC236}">
                <a16:creationId xmlns:a16="http://schemas.microsoft.com/office/drawing/2014/main" id="{CCEBDA0C-1FCB-4C2D-ACFD-A0F0E8CFC050}"/>
              </a:ext>
            </a:extLst>
          </p:cNvPr>
          <p:cNvSpPr>
            <a:spLocks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5327">
            <a:extLst>
              <a:ext uri="{FF2B5EF4-FFF2-40B4-BE49-F238E27FC236}">
                <a16:creationId xmlns:a16="http://schemas.microsoft.com/office/drawing/2014/main" id="{1B8FDB54-564A-4068-8B0D-7E27B7F58D35}"/>
              </a:ext>
            </a:extLst>
          </p:cNvPr>
          <p:cNvSpPr>
            <a:spLocks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5328">
            <a:extLst>
              <a:ext uri="{FF2B5EF4-FFF2-40B4-BE49-F238E27FC236}">
                <a16:creationId xmlns:a16="http://schemas.microsoft.com/office/drawing/2014/main" id="{790A7C25-5BD8-48EE-A431-C2D73005EA8D}"/>
              </a:ext>
            </a:extLst>
          </p:cNvPr>
          <p:cNvSpPr>
            <a:spLocks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5329">
            <a:extLst>
              <a:ext uri="{FF2B5EF4-FFF2-40B4-BE49-F238E27FC236}">
                <a16:creationId xmlns:a16="http://schemas.microsoft.com/office/drawing/2014/main" id="{4392CA17-CAF8-458F-9D3E-51AFA8592ABD}"/>
              </a:ext>
            </a:extLst>
          </p:cNvPr>
          <p:cNvSpPr>
            <a:spLocks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5330">
            <a:extLst>
              <a:ext uri="{FF2B5EF4-FFF2-40B4-BE49-F238E27FC236}">
                <a16:creationId xmlns:a16="http://schemas.microsoft.com/office/drawing/2014/main" id="{E4C38FDF-3B5C-4193-8C79-456DD3688E8B}"/>
              </a:ext>
            </a:extLst>
          </p:cNvPr>
          <p:cNvSpPr>
            <a:spLocks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5331">
            <a:extLst>
              <a:ext uri="{FF2B5EF4-FFF2-40B4-BE49-F238E27FC236}">
                <a16:creationId xmlns:a16="http://schemas.microsoft.com/office/drawing/2014/main" id="{025B9652-CD2A-4116-9BED-5437979F2750}"/>
              </a:ext>
            </a:extLst>
          </p:cNvPr>
          <p:cNvSpPr>
            <a:spLocks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5332">
            <a:extLst>
              <a:ext uri="{FF2B5EF4-FFF2-40B4-BE49-F238E27FC236}">
                <a16:creationId xmlns:a16="http://schemas.microsoft.com/office/drawing/2014/main" id="{CC18051A-4FFC-438E-B236-4720AD922812}"/>
              </a:ext>
            </a:extLst>
          </p:cNvPr>
          <p:cNvSpPr>
            <a:spLocks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5333">
            <a:extLst>
              <a:ext uri="{FF2B5EF4-FFF2-40B4-BE49-F238E27FC236}">
                <a16:creationId xmlns:a16="http://schemas.microsoft.com/office/drawing/2014/main" id="{40EE4A5D-CAD1-4F96-B370-6DA100DAC1C5}"/>
              </a:ext>
            </a:extLst>
          </p:cNvPr>
          <p:cNvSpPr>
            <a:spLocks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5334">
            <a:extLst>
              <a:ext uri="{FF2B5EF4-FFF2-40B4-BE49-F238E27FC236}">
                <a16:creationId xmlns:a16="http://schemas.microsoft.com/office/drawing/2014/main" id="{6012F710-C64F-46FC-A77F-20BEE6E7CA31}"/>
              </a:ext>
            </a:extLst>
          </p:cNvPr>
          <p:cNvSpPr>
            <a:spLocks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5335">
            <a:extLst>
              <a:ext uri="{FF2B5EF4-FFF2-40B4-BE49-F238E27FC236}">
                <a16:creationId xmlns:a16="http://schemas.microsoft.com/office/drawing/2014/main" id="{4AB5F47A-70A8-46B0-B9DB-0D0A13B0D1E5}"/>
              </a:ext>
            </a:extLst>
          </p:cNvPr>
          <p:cNvSpPr>
            <a:spLocks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5336">
            <a:extLst>
              <a:ext uri="{FF2B5EF4-FFF2-40B4-BE49-F238E27FC236}">
                <a16:creationId xmlns:a16="http://schemas.microsoft.com/office/drawing/2014/main" id="{4ED81CFF-FA9B-4474-8DAD-650947E1A433}"/>
              </a:ext>
            </a:extLst>
          </p:cNvPr>
          <p:cNvSpPr>
            <a:spLocks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5337">
            <a:extLst>
              <a:ext uri="{FF2B5EF4-FFF2-40B4-BE49-F238E27FC236}">
                <a16:creationId xmlns:a16="http://schemas.microsoft.com/office/drawing/2014/main" id="{F2838210-621E-4AAE-8C50-4B36F7A7ECFA}"/>
              </a:ext>
            </a:extLst>
          </p:cNvPr>
          <p:cNvSpPr>
            <a:spLocks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5338">
            <a:extLst>
              <a:ext uri="{FF2B5EF4-FFF2-40B4-BE49-F238E27FC236}">
                <a16:creationId xmlns:a16="http://schemas.microsoft.com/office/drawing/2014/main" id="{90A82B21-6153-4F2D-8840-3C5BD1289F18}"/>
              </a:ext>
            </a:extLst>
          </p:cNvPr>
          <p:cNvSpPr>
            <a:spLocks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5339">
            <a:extLst>
              <a:ext uri="{FF2B5EF4-FFF2-40B4-BE49-F238E27FC236}">
                <a16:creationId xmlns:a16="http://schemas.microsoft.com/office/drawing/2014/main" id="{778786DB-0BBB-4CD0-8C2F-B0CD1AB316E5}"/>
              </a:ext>
            </a:extLst>
          </p:cNvPr>
          <p:cNvSpPr>
            <a:spLocks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5340">
            <a:extLst>
              <a:ext uri="{FF2B5EF4-FFF2-40B4-BE49-F238E27FC236}">
                <a16:creationId xmlns:a16="http://schemas.microsoft.com/office/drawing/2014/main" id="{6EB75433-31F8-43BB-95D8-093859249748}"/>
              </a:ext>
            </a:extLst>
          </p:cNvPr>
          <p:cNvSpPr>
            <a:spLocks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5341">
            <a:extLst>
              <a:ext uri="{FF2B5EF4-FFF2-40B4-BE49-F238E27FC236}">
                <a16:creationId xmlns:a16="http://schemas.microsoft.com/office/drawing/2014/main" id="{288EA962-4785-4833-B3B3-971DB87991C5}"/>
              </a:ext>
            </a:extLst>
          </p:cNvPr>
          <p:cNvSpPr>
            <a:spLocks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5342">
            <a:extLst>
              <a:ext uri="{FF2B5EF4-FFF2-40B4-BE49-F238E27FC236}">
                <a16:creationId xmlns:a16="http://schemas.microsoft.com/office/drawing/2014/main" id="{2E5315DA-0D07-4FDA-949E-B2E6003D8991}"/>
              </a:ext>
            </a:extLst>
          </p:cNvPr>
          <p:cNvSpPr>
            <a:spLocks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5343">
            <a:extLst>
              <a:ext uri="{FF2B5EF4-FFF2-40B4-BE49-F238E27FC236}">
                <a16:creationId xmlns:a16="http://schemas.microsoft.com/office/drawing/2014/main" id="{6FDC7B9D-9D2D-4F0A-A148-22529AE13D2A}"/>
              </a:ext>
            </a:extLst>
          </p:cNvPr>
          <p:cNvSpPr>
            <a:spLocks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5344">
            <a:extLst>
              <a:ext uri="{FF2B5EF4-FFF2-40B4-BE49-F238E27FC236}">
                <a16:creationId xmlns:a16="http://schemas.microsoft.com/office/drawing/2014/main" id="{6F07ECF5-2A2E-4742-A3A8-6DEAE834A041}"/>
              </a:ext>
            </a:extLst>
          </p:cNvPr>
          <p:cNvSpPr>
            <a:spLocks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5345">
            <a:extLst>
              <a:ext uri="{FF2B5EF4-FFF2-40B4-BE49-F238E27FC236}">
                <a16:creationId xmlns:a16="http://schemas.microsoft.com/office/drawing/2014/main" id="{A1FBBEBA-3011-403F-B554-B30A97083DF5}"/>
              </a:ext>
            </a:extLst>
          </p:cNvPr>
          <p:cNvSpPr>
            <a:spLocks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5346">
            <a:extLst>
              <a:ext uri="{FF2B5EF4-FFF2-40B4-BE49-F238E27FC236}">
                <a16:creationId xmlns:a16="http://schemas.microsoft.com/office/drawing/2014/main" id="{DCE46A2A-CBE4-46C6-867D-7BD905FE8DB6}"/>
              </a:ext>
            </a:extLst>
          </p:cNvPr>
          <p:cNvSpPr>
            <a:spLocks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5347">
            <a:extLst>
              <a:ext uri="{FF2B5EF4-FFF2-40B4-BE49-F238E27FC236}">
                <a16:creationId xmlns:a16="http://schemas.microsoft.com/office/drawing/2014/main" id="{3EDA1E22-D3D3-443F-810F-BE92242E9761}"/>
              </a:ext>
            </a:extLst>
          </p:cNvPr>
          <p:cNvSpPr>
            <a:spLocks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5348">
            <a:extLst>
              <a:ext uri="{FF2B5EF4-FFF2-40B4-BE49-F238E27FC236}">
                <a16:creationId xmlns:a16="http://schemas.microsoft.com/office/drawing/2014/main" id="{BE09E84C-BAA8-47E5-99FE-06600945F042}"/>
              </a:ext>
            </a:extLst>
          </p:cNvPr>
          <p:cNvSpPr>
            <a:spLocks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5349">
            <a:extLst>
              <a:ext uri="{FF2B5EF4-FFF2-40B4-BE49-F238E27FC236}">
                <a16:creationId xmlns:a16="http://schemas.microsoft.com/office/drawing/2014/main" id="{61D8C1C3-5BC4-497F-B4F8-14F66F7B8C9E}"/>
              </a:ext>
            </a:extLst>
          </p:cNvPr>
          <p:cNvSpPr>
            <a:spLocks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5350">
            <a:extLst>
              <a:ext uri="{FF2B5EF4-FFF2-40B4-BE49-F238E27FC236}">
                <a16:creationId xmlns:a16="http://schemas.microsoft.com/office/drawing/2014/main" id="{588E4B04-F850-476F-86F6-A631F43D75CE}"/>
              </a:ext>
            </a:extLst>
          </p:cNvPr>
          <p:cNvSpPr>
            <a:spLocks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5351">
            <a:extLst>
              <a:ext uri="{FF2B5EF4-FFF2-40B4-BE49-F238E27FC236}">
                <a16:creationId xmlns:a16="http://schemas.microsoft.com/office/drawing/2014/main" id="{4EDF8DAE-A9B6-4E92-B152-956A179F6922}"/>
              </a:ext>
            </a:extLst>
          </p:cNvPr>
          <p:cNvSpPr>
            <a:spLocks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5352">
            <a:extLst>
              <a:ext uri="{FF2B5EF4-FFF2-40B4-BE49-F238E27FC236}">
                <a16:creationId xmlns:a16="http://schemas.microsoft.com/office/drawing/2014/main" id="{5B1C486D-F281-4E3C-BEAD-1587D32DDB1A}"/>
              </a:ext>
            </a:extLst>
          </p:cNvPr>
          <p:cNvSpPr>
            <a:spLocks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5353">
            <a:extLst>
              <a:ext uri="{FF2B5EF4-FFF2-40B4-BE49-F238E27FC236}">
                <a16:creationId xmlns:a16="http://schemas.microsoft.com/office/drawing/2014/main" id="{ED0AC029-14CD-4990-8FC4-652139330A03}"/>
              </a:ext>
            </a:extLst>
          </p:cNvPr>
          <p:cNvSpPr>
            <a:spLocks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5354">
            <a:extLst>
              <a:ext uri="{FF2B5EF4-FFF2-40B4-BE49-F238E27FC236}">
                <a16:creationId xmlns:a16="http://schemas.microsoft.com/office/drawing/2014/main" id="{D061C50E-AED2-4CDA-9DA8-E46E450323DF}"/>
              </a:ext>
            </a:extLst>
          </p:cNvPr>
          <p:cNvSpPr>
            <a:spLocks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5355">
            <a:extLst>
              <a:ext uri="{FF2B5EF4-FFF2-40B4-BE49-F238E27FC236}">
                <a16:creationId xmlns:a16="http://schemas.microsoft.com/office/drawing/2014/main" id="{3261D056-6E36-4777-989A-F3B4BB1109DB}"/>
              </a:ext>
            </a:extLst>
          </p:cNvPr>
          <p:cNvSpPr>
            <a:spLocks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5356">
            <a:extLst>
              <a:ext uri="{FF2B5EF4-FFF2-40B4-BE49-F238E27FC236}">
                <a16:creationId xmlns:a16="http://schemas.microsoft.com/office/drawing/2014/main" id="{3D303601-5CF4-478C-9896-E5E149EC12E5}"/>
              </a:ext>
            </a:extLst>
          </p:cNvPr>
          <p:cNvSpPr>
            <a:spLocks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5357">
            <a:extLst>
              <a:ext uri="{FF2B5EF4-FFF2-40B4-BE49-F238E27FC236}">
                <a16:creationId xmlns:a16="http://schemas.microsoft.com/office/drawing/2014/main" id="{10589394-F26B-46D1-9D06-E2478885ABB9}"/>
              </a:ext>
            </a:extLst>
          </p:cNvPr>
          <p:cNvSpPr>
            <a:spLocks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5358">
            <a:extLst>
              <a:ext uri="{FF2B5EF4-FFF2-40B4-BE49-F238E27FC236}">
                <a16:creationId xmlns:a16="http://schemas.microsoft.com/office/drawing/2014/main" id="{3D528BD8-6B8C-41D4-A9B7-3A3130F221D0}"/>
              </a:ext>
            </a:extLst>
          </p:cNvPr>
          <p:cNvSpPr>
            <a:spLocks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5359">
            <a:extLst>
              <a:ext uri="{FF2B5EF4-FFF2-40B4-BE49-F238E27FC236}">
                <a16:creationId xmlns:a16="http://schemas.microsoft.com/office/drawing/2014/main" id="{FF18E033-6089-4DED-8FB9-1E46B8A06BDE}"/>
              </a:ext>
            </a:extLst>
          </p:cNvPr>
          <p:cNvSpPr>
            <a:spLocks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5360">
            <a:extLst>
              <a:ext uri="{FF2B5EF4-FFF2-40B4-BE49-F238E27FC236}">
                <a16:creationId xmlns:a16="http://schemas.microsoft.com/office/drawing/2014/main" id="{72143999-8E91-4D6F-9263-DD773DFA92D2}"/>
              </a:ext>
            </a:extLst>
          </p:cNvPr>
          <p:cNvSpPr>
            <a:spLocks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5361">
            <a:extLst>
              <a:ext uri="{FF2B5EF4-FFF2-40B4-BE49-F238E27FC236}">
                <a16:creationId xmlns:a16="http://schemas.microsoft.com/office/drawing/2014/main" id="{908648AE-91E7-449F-970B-C88A7129A3CB}"/>
              </a:ext>
            </a:extLst>
          </p:cNvPr>
          <p:cNvSpPr>
            <a:spLocks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5362">
            <a:extLst>
              <a:ext uri="{FF2B5EF4-FFF2-40B4-BE49-F238E27FC236}">
                <a16:creationId xmlns:a16="http://schemas.microsoft.com/office/drawing/2014/main" id="{9C7903BB-D5B1-4F0B-8CF0-AAC5AC6F8237}"/>
              </a:ext>
            </a:extLst>
          </p:cNvPr>
          <p:cNvSpPr>
            <a:spLocks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5363">
            <a:extLst>
              <a:ext uri="{FF2B5EF4-FFF2-40B4-BE49-F238E27FC236}">
                <a16:creationId xmlns:a16="http://schemas.microsoft.com/office/drawing/2014/main" id="{F49D94F7-76FA-4E08-8BA7-369D4A49B76A}"/>
              </a:ext>
            </a:extLst>
          </p:cNvPr>
          <p:cNvSpPr>
            <a:spLocks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5364">
            <a:extLst>
              <a:ext uri="{FF2B5EF4-FFF2-40B4-BE49-F238E27FC236}">
                <a16:creationId xmlns:a16="http://schemas.microsoft.com/office/drawing/2014/main" id="{9D3FF2E5-DB40-4B8D-9F7F-1E7FC438F760}"/>
              </a:ext>
            </a:extLst>
          </p:cNvPr>
          <p:cNvSpPr>
            <a:spLocks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5365">
            <a:extLst>
              <a:ext uri="{FF2B5EF4-FFF2-40B4-BE49-F238E27FC236}">
                <a16:creationId xmlns:a16="http://schemas.microsoft.com/office/drawing/2014/main" id="{8314AC25-7792-4779-8107-28F087E3BED5}"/>
              </a:ext>
            </a:extLst>
          </p:cNvPr>
          <p:cNvSpPr>
            <a:spLocks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5366">
            <a:extLst>
              <a:ext uri="{FF2B5EF4-FFF2-40B4-BE49-F238E27FC236}">
                <a16:creationId xmlns:a16="http://schemas.microsoft.com/office/drawing/2014/main" id="{7874125C-01E3-4246-AADF-E67252E884D9}"/>
              </a:ext>
            </a:extLst>
          </p:cNvPr>
          <p:cNvSpPr>
            <a:spLocks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5367">
            <a:extLst>
              <a:ext uri="{FF2B5EF4-FFF2-40B4-BE49-F238E27FC236}">
                <a16:creationId xmlns:a16="http://schemas.microsoft.com/office/drawing/2014/main" id="{EEEAF2A1-8797-4560-BC67-94BC826A4DE3}"/>
              </a:ext>
            </a:extLst>
          </p:cNvPr>
          <p:cNvSpPr>
            <a:spLocks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5368">
            <a:extLst>
              <a:ext uri="{FF2B5EF4-FFF2-40B4-BE49-F238E27FC236}">
                <a16:creationId xmlns:a16="http://schemas.microsoft.com/office/drawing/2014/main" id="{97F69FFE-2585-4636-9B69-FFDD595B2C43}"/>
              </a:ext>
            </a:extLst>
          </p:cNvPr>
          <p:cNvSpPr>
            <a:spLocks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5369">
            <a:extLst>
              <a:ext uri="{FF2B5EF4-FFF2-40B4-BE49-F238E27FC236}">
                <a16:creationId xmlns:a16="http://schemas.microsoft.com/office/drawing/2014/main" id="{5E865A40-CE86-4496-AC07-794DC21E631F}"/>
              </a:ext>
            </a:extLst>
          </p:cNvPr>
          <p:cNvSpPr>
            <a:spLocks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5370">
            <a:extLst>
              <a:ext uri="{FF2B5EF4-FFF2-40B4-BE49-F238E27FC236}">
                <a16:creationId xmlns:a16="http://schemas.microsoft.com/office/drawing/2014/main" id="{F50B6329-CF34-4F01-96DA-AF2E69150040}"/>
              </a:ext>
            </a:extLst>
          </p:cNvPr>
          <p:cNvSpPr>
            <a:spLocks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5371">
            <a:extLst>
              <a:ext uri="{FF2B5EF4-FFF2-40B4-BE49-F238E27FC236}">
                <a16:creationId xmlns:a16="http://schemas.microsoft.com/office/drawing/2014/main" id="{2D3C7D71-946F-4DC7-8DE2-F82A2329085D}"/>
              </a:ext>
            </a:extLst>
          </p:cNvPr>
          <p:cNvSpPr>
            <a:spLocks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5372">
            <a:extLst>
              <a:ext uri="{FF2B5EF4-FFF2-40B4-BE49-F238E27FC236}">
                <a16:creationId xmlns:a16="http://schemas.microsoft.com/office/drawing/2014/main" id="{B1A93EE6-ACA7-4AF4-89E2-2D1A6C3E7DDF}"/>
              </a:ext>
            </a:extLst>
          </p:cNvPr>
          <p:cNvSpPr>
            <a:spLocks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5373">
            <a:extLst>
              <a:ext uri="{FF2B5EF4-FFF2-40B4-BE49-F238E27FC236}">
                <a16:creationId xmlns:a16="http://schemas.microsoft.com/office/drawing/2014/main" id="{7474F91B-4F5A-4384-B453-47C6B6EC2876}"/>
              </a:ext>
            </a:extLst>
          </p:cNvPr>
          <p:cNvSpPr>
            <a:spLocks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5374">
            <a:extLst>
              <a:ext uri="{FF2B5EF4-FFF2-40B4-BE49-F238E27FC236}">
                <a16:creationId xmlns:a16="http://schemas.microsoft.com/office/drawing/2014/main" id="{52D6E241-7227-4C9F-A004-01F626F6A685}"/>
              </a:ext>
            </a:extLst>
          </p:cNvPr>
          <p:cNvSpPr>
            <a:spLocks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5375">
            <a:extLst>
              <a:ext uri="{FF2B5EF4-FFF2-40B4-BE49-F238E27FC236}">
                <a16:creationId xmlns:a16="http://schemas.microsoft.com/office/drawing/2014/main" id="{9DD3DE2A-7A52-43E5-972A-476E366C2031}"/>
              </a:ext>
            </a:extLst>
          </p:cNvPr>
          <p:cNvSpPr>
            <a:spLocks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5376">
            <a:extLst>
              <a:ext uri="{FF2B5EF4-FFF2-40B4-BE49-F238E27FC236}">
                <a16:creationId xmlns:a16="http://schemas.microsoft.com/office/drawing/2014/main" id="{51F1CD4F-A4A1-4E09-B536-B473CD09F197}"/>
              </a:ext>
            </a:extLst>
          </p:cNvPr>
          <p:cNvSpPr>
            <a:spLocks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5377">
            <a:extLst>
              <a:ext uri="{FF2B5EF4-FFF2-40B4-BE49-F238E27FC236}">
                <a16:creationId xmlns:a16="http://schemas.microsoft.com/office/drawing/2014/main" id="{19B0EBEB-87C7-425F-A5F1-00412660EF10}"/>
              </a:ext>
            </a:extLst>
          </p:cNvPr>
          <p:cNvSpPr>
            <a:spLocks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5378">
            <a:extLst>
              <a:ext uri="{FF2B5EF4-FFF2-40B4-BE49-F238E27FC236}">
                <a16:creationId xmlns:a16="http://schemas.microsoft.com/office/drawing/2014/main" id="{29E85C1B-8911-493D-882F-7D386840D74E}"/>
              </a:ext>
            </a:extLst>
          </p:cNvPr>
          <p:cNvSpPr>
            <a:spLocks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5379">
            <a:extLst>
              <a:ext uri="{FF2B5EF4-FFF2-40B4-BE49-F238E27FC236}">
                <a16:creationId xmlns:a16="http://schemas.microsoft.com/office/drawing/2014/main" id="{C91E0391-1875-4582-BA2C-35495C019D24}"/>
              </a:ext>
            </a:extLst>
          </p:cNvPr>
          <p:cNvSpPr>
            <a:spLocks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5380">
            <a:extLst>
              <a:ext uri="{FF2B5EF4-FFF2-40B4-BE49-F238E27FC236}">
                <a16:creationId xmlns:a16="http://schemas.microsoft.com/office/drawing/2014/main" id="{4C2F1B8B-360F-440B-AA54-CC2132230125}"/>
              </a:ext>
            </a:extLst>
          </p:cNvPr>
          <p:cNvSpPr>
            <a:spLocks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5381">
            <a:extLst>
              <a:ext uri="{FF2B5EF4-FFF2-40B4-BE49-F238E27FC236}">
                <a16:creationId xmlns:a16="http://schemas.microsoft.com/office/drawing/2014/main" id="{FA61A1C3-A631-4488-99CD-0A0D220E4A0F}"/>
              </a:ext>
            </a:extLst>
          </p:cNvPr>
          <p:cNvSpPr>
            <a:spLocks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5382">
            <a:extLst>
              <a:ext uri="{FF2B5EF4-FFF2-40B4-BE49-F238E27FC236}">
                <a16:creationId xmlns:a16="http://schemas.microsoft.com/office/drawing/2014/main" id="{BAF677F3-1F20-4D69-A48C-06D3C9AAFC0E}"/>
              </a:ext>
            </a:extLst>
          </p:cNvPr>
          <p:cNvSpPr>
            <a:spLocks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5383">
            <a:extLst>
              <a:ext uri="{FF2B5EF4-FFF2-40B4-BE49-F238E27FC236}">
                <a16:creationId xmlns:a16="http://schemas.microsoft.com/office/drawing/2014/main" id="{1C31BD32-5709-4468-A291-8D2CDBE67936}"/>
              </a:ext>
            </a:extLst>
          </p:cNvPr>
          <p:cNvSpPr>
            <a:spLocks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5384">
            <a:extLst>
              <a:ext uri="{FF2B5EF4-FFF2-40B4-BE49-F238E27FC236}">
                <a16:creationId xmlns:a16="http://schemas.microsoft.com/office/drawing/2014/main" id="{E1819106-7573-4DFF-81E6-0202FB3038FA}"/>
              </a:ext>
            </a:extLst>
          </p:cNvPr>
          <p:cNvSpPr>
            <a:spLocks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5385">
            <a:extLst>
              <a:ext uri="{FF2B5EF4-FFF2-40B4-BE49-F238E27FC236}">
                <a16:creationId xmlns:a16="http://schemas.microsoft.com/office/drawing/2014/main" id="{FD369BFF-D78D-4211-8A9B-68EEA8E2DCA8}"/>
              </a:ext>
            </a:extLst>
          </p:cNvPr>
          <p:cNvSpPr>
            <a:spLocks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5386">
            <a:extLst>
              <a:ext uri="{FF2B5EF4-FFF2-40B4-BE49-F238E27FC236}">
                <a16:creationId xmlns:a16="http://schemas.microsoft.com/office/drawing/2014/main" id="{08CF2D30-B04E-4AD0-BAA0-6B04B59BE05E}"/>
              </a:ext>
            </a:extLst>
          </p:cNvPr>
          <p:cNvSpPr>
            <a:spLocks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5387">
            <a:extLst>
              <a:ext uri="{FF2B5EF4-FFF2-40B4-BE49-F238E27FC236}">
                <a16:creationId xmlns:a16="http://schemas.microsoft.com/office/drawing/2014/main" id="{DDA93DDA-6C78-407C-86A6-8933DA69BC7C}"/>
              </a:ext>
            </a:extLst>
          </p:cNvPr>
          <p:cNvSpPr>
            <a:spLocks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5388">
            <a:extLst>
              <a:ext uri="{FF2B5EF4-FFF2-40B4-BE49-F238E27FC236}">
                <a16:creationId xmlns:a16="http://schemas.microsoft.com/office/drawing/2014/main" id="{3CDF215E-8F24-42D5-AA21-66B17C773D8A}"/>
              </a:ext>
            </a:extLst>
          </p:cNvPr>
          <p:cNvSpPr>
            <a:spLocks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5389">
            <a:extLst>
              <a:ext uri="{FF2B5EF4-FFF2-40B4-BE49-F238E27FC236}">
                <a16:creationId xmlns:a16="http://schemas.microsoft.com/office/drawing/2014/main" id="{B0AEB45D-C409-4DC3-9FBC-1311F6A67ADC}"/>
              </a:ext>
            </a:extLst>
          </p:cNvPr>
          <p:cNvSpPr>
            <a:spLocks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5390">
            <a:extLst>
              <a:ext uri="{FF2B5EF4-FFF2-40B4-BE49-F238E27FC236}">
                <a16:creationId xmlns:a16="http://schemas.microsoft.com/office/drawing/2014/main" id="{C0A269A8-4DFF-41EF-90F1-47BEE7437C8D}"/>
              </a:ext>
            </a:extLst>
          </p:cNvPr>
          <p:cNvSpPr>
            <a:spLocks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5391">
            <a:extLst>
              <a:ext uri="{FF2B5EF4-FFF2-40B4-BE49-F238E27FC236}">
                <a16:creationId xmlns:a16="http://schemas.microsoft.com/office/drawing/2014/main" id="{9D70EA2F-C009-4276-ACD6-1253DAA2CD47}"/>
              </a:ext>
            </a:extLst>
          </p:cNvPr>
          <p:cNvSpPr>
            <a:spLocks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5392">
            <a:extLst>
              <a:ext uri="{FF2B5EF4-FFF2-40B4-BE49-F238E27FC236}">
                <a16:creationId xmlns:a16="http://schemas.microsoft.com/office/drawing/2014/main" id="{7669C574-005D-4AB1-834C-21C86BFBC25D}"/>
              </a:ext>
            </a:extLst>
          </p:cNvPr>
          <p:cNvSpPr>
            <a:spLocks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5393">
            <a:extLst>
              <a:ext uri="{FF2B5EF4-FFF2-40B4-BE49-F238E27FC236}">
                <a16:creationId xmlns:a16="http://schemas.microsoft.com/office/drawing/2014/main" id="{BEFE1237-9FAD-45DE-AACF-A3196E4835AE}"/>
              </a:ext>
            </a:extLst>
          </p:cNvPr>
          <p:cNvSpPr>
            <a:spLocks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5394">
            <a:extLst>
              <a:ext uri="{FF2B5EF4-FFF2-40B4-BE49-F238E27FC236}">
                <a16:creationId xmlns:a16="http://schemas.microsoft.com/office/drawing/2014/main" id="{71ACE43D-0509-4803-9559-35C6DE7387D2}"/>
              </a:ext>
            </a:extLst>
          </p:cNvPr>
          <p:cNvSpPr>
            <a:spLocks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5395">
            <a:extLst>
              <a:ext uri="{FF2B5EF4-FFF2-40B4-BE49-F238E27FC236}">
                <a16:creationId xmlns:a16="http://schemas.microsoft.com/office/drawing/2014/main" id="{98FF6E4A-055E-4350-93E7-B1374A664AF2}"/>
              </a:ext>
            </a:extLst>
          </p:cNvPr>
          <p:cNvSpPr>
            <a:spLocks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5396">
            <a:extLst>
              <a:ext uri="{FF2B5EF4-FFF2-40B4-BE49-F238E27FC236}">
                <a16:creationId xmlns:a16="http://schemas.microsoft.com/office/drawing/2014/main" id="{12592300-9F02-41E8-A15D-D03BEAF2F5C7}"/>
              </a:ext>
            </a:extLst>
          </p:cNvPr>
          <p:cNvSpPr>
            <a:spLocks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5397">
            <a:extLst>
              <a:ext uri="{FF2B5EF4-FFF2-40B4-BE49-F238E27FC236}">
                <a16:creationId xmlns:a16="http://schemas.microsoft.com/office/drawing/2014/main" id="{A160E9C1-0A7B-4065-A34D-47BA721D4636}"/>
              </a:ext>
            </a:extLst>
          </p:cNvPr>
          <p:cNvSpPr>
            <a:spLocks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5398">
            <a:extLst>
              <a:ext uri="{FF2B5EF4-FFF2-40B4-BE49-F238E27FC236}">
                <a16:creationId xmlns:a16="http://schemas.microsoft.com/office/drawing/2014/main" id="{5DDE4C55-A625-48B7-8B17-27C6F9EEF066}"/>
              </a:ext>
            </a:extLst>
          </p:cNvPr>
          <p:cNvSpPr>
            <a:spLocks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5399">
            <a:extLst>
              <a:ext uri="{FF2B5EF4-FFF2-40B4-BE49-F238E27FC236}">
                <a16:creationId xmlns:a16="http://schemas.microsoft.com/office/drawing/2014/main" id="{31A0A860-8C02-408E-A9F5-FF32B4743916}"/>
              </a:ext>
            </a:extLst>
          </p:cNvPr>
          <p:cNvSpPr>
            <a:spLocks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5400">
            <a:extLst>
              <a:ext uri="{FF2B5EF4-FFF2-40B4-BE49-F238E27FC236}">
                <a16:creationId xmlns:a16="http://schemas.microsoft.com/office/drawing/2014/main" id="{2D7CB0CD-2DDC-4553-966A-D872D54B5DD6}"/>
              </a:ext>
            </a:extLst>
          </p:cNvPr>
          <p:cNvSpPr>
            <a:spLocks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5401">
            <a:extLst>
              <a:ext uri="{FF2B5EF4-FFF2-40B4-BE49-F238E27FC236}">
                <a16:creationId xmlns:a16="http://schemas.microsoft.com/office/drawing/2014/main" id="{AD4AB7D4-9E15-4259-8009-AD1EE07FFC36}"/>
              </a:ext>
            </a:extLst>
          </p:cNvPr>
          <p:cNvSpPr>
            <a:spLocks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5402">
            <a:extLst>
              <a:ext uri="{FF2B5EF4-FFF2-40B4-BE49-F238E27FC236}">
                <a16:creationId xmlns:a16="http://schemas.microsoft.com/office/drawing/2014/main" id="{26FD6B93-572A-449A-B4FB-2DD9B970E0F2}"/>
              </a:ext>
            </a:extLst>
          </p:cNvPr>
          <p:cNvSpPr>
            <a:spLocks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5403">
            <a:extLst>
              <a:ext uri="{FF2B5EF4-FFF2-40B4-BE49-F238E27FC236}">
                <a16:creationId xmlns:a16="http://schemas.microsoft.com/office/drawing/2014/main" id="{E63EFD09-9EA7-41D1-B77A-E65FE4F614C4}"/>
              </a:ext>
            </a:extLst>
          </p:cNvPr>
          <p:cNvSpPr>
            <a:spLocks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5404">
            <a:extLst>
              <a:ext uri="{FF2B5EF4-FFF2-40B4-BE49-F238E27FC236}">
                <a16:creationId xmlns:a16="http://schemas.microsoft.com/office/drawing/2014/main" id="{A6ED0E13-B464-4C3F-95AE-B076A62BF852}"/>
              </a:ext>
            </a:extLst>
          </p:cNvPr>
          <p:cNvSpPr>
            <a:spLocks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5405">
            <a:extLst>
              <a:ext uri="{FF2B5EF4-FFF2-40B4-BE49-F238E27FC236}">
                <a16:creationId xmlns:a16="http://schemas.microsoft.com/office/drawing/2014/main" id="{AEAB77AF-3AA5-4048-8352-A5CA6A64574A}"/>
              </a:ext>
            </a:extLst>
          </p:cNvPr>
          <p:cNvSpPr>
            <a:spLocks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5406">
            <a:extLst>
              <a:ext uri="{FF2B5EF4-FFF2-40B4-BE49-F238E27FC236}">
                <a16:creationId xmlns:a16="http://schemas.microsoft.com/office/drawing/2014/main" id="{DF9F1508-B070-46AE-BC51-DB4F76F6FC37}"/>
              </a:ext>
            </a:extLst>
          </p:cNvPr>
          <p:cNvSpPr>
            <a:spLocks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5407">
            <a:extLst>
              <a:ext uri="{FF2B5EF4-FFF2-40B4-BE49-F238E27FC236}">
                <a16:creationId xmlns:a16="http://schemas.microsoft.com/office/drawing/2014/main" id="{405E3F26-39B1-40AE-B334-31EC47067356}"/>
              </a:ext>
            </a:extLst>
          </p:cNvPr>
          <p:cNvSpPr>
            <a:spLocks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5408">
            <a:extLst>
              <a:ext uri="{FF2B5EF4-FFF2-40B4-BE49-F238E27FC236}">
                <a16:creationId xmlns:a16="http://schemas.microsoft.com/office/drawing/2014/main" id="{242E759F-5E2E-42D6-AEB0-8B37E9322988}"/>
              </a:ext>
            </a:extLst>
          </p:cNvPr>
          <p:cNvSpPr>
            <a:spLocks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5409">
            <a:extLst>
              <a:ext uri="{FF2B5EF4-FFF2-40B4-BE49-F238E27FC236}">
                <a16:creationId xmlns:a16="http://schemas.microsoft.com/office/drawing/2014/main" id="{906EF07C-4EF8-4ED1-B414-221F5FD6F439}"/>
              </a:ext>
            </a:extLst>
          </p:cNvPr>
          <p:cNvSpPr>
            <a:spLocks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5410">
            <a:extLst>
              <a:ext uri="{FF2B5EF4-FFF2-40B4-BE49-F238E27FC236}">
                <a16:creationId xmlns:a16="http://schemas.microsoft.com/office/drawing/2014/main" id="{13C23089-99FD-4660-8AA4-B0EFFED8115F}"/>
              </a:ext>
            </a:extLst>
          </p:cNvPr>
          <p:cNvSpPr>
            <a:spLocks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5411">
            <a:extLst>
              <a:ext uri="{FF2B5EF4-FFF2-40B4-BE49-F238E27FC236}">
                <a16:creationId xmlns:a16="http://schemas.microsoft.com/office/drawing/2014/main" id="{060EEF8E-A170-4AD5-A3BA-1690A67936D7}"/>
              </a:ext>
            </a:extLst>
          </p:cNvPr>
          <p:cNvSpPr>
            <a:spLocks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5412">
            <a:extLst>
              <a:ext uri="{FF2B5EF4-FFF2-40B4-BE49-F238E27FC236}">
                <a16:creationId xmlns:a16="http://schemas.microsoft.com/office/drawing/2014/main" id="{2E9BDB2D-E7F6-49E0-B3A0-95284A818754}"/>
              </a:ext>
            </a:extLst>
          </p:cNvPr>
          <p:cNvSpPr>
            <a:spLocks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5413">
            <a:extLst>
              <a:ext uri="{FF2B5EF4-FFF2-40B4-BE49-F238E27FC236}">
                <a16:creationId xmlns:a16="http://schemas.microsoft.com/office/drawing/2014/main" id="{9A1193C0-55D3-43BD-B4C7-D3706B2FAFDA}"/>
              </a:ext>
            </a:extLst>
          </p:cNvPr>
          <p:cNvSpPr>
            <a:spLocks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5414">
            <a:extLst>
              <a:ext uri="{FF2B5EF4-FFF2-40B4-BE49-F238E27FC236}">
                <a16:creationId xmlns:a16="http://schemas.microsoft.com/office/drawing/2014/main" id="{CA7E5C88-7D55-45C0-86DC-D1D473D9115E}"/>
              </a:ext>
            </a:extLst>
          </p:cNvPr>
          <p:cNvSpPr>
            <a:spLocks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5415">
            <a:extLst>
              <a:ext uri="{FF2B5EF4-FFF2-40B4-BE49-F238E27FC236}">
                <a16:creationId xmlns:a16="http://schemas.microsoft.com/office/drawing/2014/main" id="{4426A96F-8B13-4A0C-962B-3F3FFF2D8661}"/>
              </a:ext>
            </a:extLst>
          </p:cNvPr>
          <p:cNvSpPr>
            <a:spLocks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5416">
            <a:extLst>
              <a:ext uri="{FF2B5EF4-FFF2-40B4-BE49-F238E27FC236}">
                <a16:creationId xmlns:a16="http://schemas.microsoft.com/office/drawing/2014/main" id="{5A4FB1E8-E45A-4B10-B1D3-AB57E6151204}"/>
              </a:ext>
            </a:extLst>
          </p:cNvPr>
          <p:cNvSpPr>
            <a:spLocks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5417">
            <a:extLst>
              <a:ext uri="{FF2B5EF4-FFF2-40B4-BE49-F238E27FC236}">
                <a16:creationId xmlns:a16="http://schemas.microsoft.com/office/drawing/2014/main" id="{0B567668-6FD8-4354-8329-C29862C18A7B}"/>
              </a:ext>
            </a:extLst>
          </p:cNvPr>
          <p:cNvSpPr>
            <a:spLocks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5418">
            <a:extLst>
              <a:ext uri="{FF2B5EF4-FFF2-40B4-BE49-F238E27FC236}">
                <a16:creationId xmlns:a16="http://schemas.microsoft.com/office/drawing/2014/main" id="{9FF620C9-E671-48AF-9B88-B79547CEC8E9}"/>
              </a:ext>
            </a:extLst>
          </p:cNvPr>
          <p:cNvSpPr>
            <a:spLocks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5419">
            <a:extLst>
              <a:ext uri="{FF2B5EF4-FFF2-40B4-BE49-F238E27FC236}">
                <a16:creationId xmlns:a16="http://schemas.microsoft.com/office/drawing/2014/main" id="{740F2FB1-9C42-44FD-8FC2-60DCA82908ED}"/>
              </a:ext>
            </a:extLst>
          </p:cNvPr>
          <p:cNvSpPr>
            <a:spLocks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5420">
            <a:extLst>
              <a:ext uri="{FF2B5EF4-FFF2-40B4-BE49-F238E27FC236}">
                <a16:creationId xmlns:a16="http://schemas.microsoft.com/office/drawing/2014/main" id="{3B150526-605A-4955-8CBC-99C45A58F956}"/>
              </a:ext>
            </a:extLst>
          </p:cNvPr>
          <p:cNvSpPr>
            <a:spLocks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5421">
            <a:extLst>
              <a:ext uri="{FF2B5EF4-FFF2-40B4-BE49-F238E27FC236}">
                <a16:creationId xmlns:a16="http://schemas.microsoft.com/office/drawing/2014/main" id="{020E8E34-2559-444B-82D4-A64130FDE367}"/>
              </a:ext>
            </a:extLst>
          </p:cNvPr>
          <p:cNvSpPr>
            <a:spLocks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5422">
            <a:extLst>
              <a:ext uri="{FF2B5EF4-FFF2-40B4-BE49-F238E27FC236}">
                <a16:creationId xmlns:a16="http://schemas.microsoft.com/office/drawing/2014/main" id="{BEA216AE-E1B0-4B67-A0CA-5DC2D246F261}"/>
              </a:ext>
            </a:extLst>
          </p:cNvPr>
          <p:cNvSpPr>
            <a:spLocks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5423">
            <a:extLst>
              <a:ext uri="{FF2B5EF4-FFF2-40B4-BE49-F238E27FC236}">
                <a16:creationId xmlns:a16="http://schemas.microsoft.com/office/drawing/2014/main" id="{923AB4EF-4BB2-4631-809F-A5461B33E662}"/>
              </a:ext>
            </a:extLst>
          </p:cNvPr>
          <p:cNvSpPr>
            <a:spLocks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5424">
            <a:extLst>
              <a:ext uri="{FF2B5EF4-FFF2-40B4-BE49-F238E27FC236}">
                <a16:creationId xmlns:a16="http://schemas.microsoft.com/office/drawing/2014/main" id="{6C4F05A0-1481-4FF1-B9A1-8AF0F0AEF424}"/>
              </a:ext>
            </a:extLst>
          </p:cNvPr>
          <p:cNvSpPr>
            <a:spLocks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5425">
            <a:extLst>
              <a:ext uri="{FF2B5EF4-FFF2-40B4-BE49-F238E27FC236}">
                <a16:creationId xmlns:a16="http://schemas.microsoft.com/office/drawing/2014/main" id="{42E1CBD1-D5B3-4C2A-BAC2-02B49842CAD5}"/>
              </a:ext>
            </a:extLst>
          </p:cNvPr>
          <p:cNvSpPr>
            <a:spLocks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5426">
            <a:extLst>
              <a:ext uri="{FF2B5EF4-FFF2-40B4-BE49-F238E27FC236}">
                <a16:creationId xmlns:a16="http://schemas.microsoft.com/office/drawing/2014/main" id="{364EDDF4-D2DF-4973-AE7D-62EA537963B0}"/>
              </a:ext>
            </a:extLst>
          </p:cNvPr>
          <p:cNvSpPr>
            <a:spLocks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5427">
            <a:extLst>
              <a:ext uri="{FF2B5EF4-FFF2-40B4-BE49-F238E27FC236}">
                <a16:creationId xmlns:a16="http://schemas.microsoft.com/office/drawing/2014/main" id="{4DDE7914-B362-4B67-870E-F473B9C6DA6C}"/>
              </a:ext>
            </a:extLst>
          </p:cNvPr>
          <p:cNvSpPr>
            <a:spLocks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5428">
            <a:extLst>
              <a:ext uri="{FF2B5EF4-FFF2-40B4-BE49-F238E27FC236}">
                <a16:creationId xmlns:a16="http://schemas.microsoft.com/office/drawing/2014/main" id="{D98710C8-781C-4365-8152-3AE0D4530111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5429">
            <a:extLst>
              <a:ext uri="{FF2B5EF4-FFF2-40B4-BE49-F238E27FC236}">
                <a16:creationId xmlns:a16="http://schemas.microsoft.com/office/drawing/2014/main" id="{D8718F01-3DC9-4A54-9C32-C88D5D67D727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5430">
            <a:extLst>
              <a:ext uri="{FF2B5EF4-FFF2-40B4-BE49-F238E27FC236}">
                <a16:creationId xmlns:a16="http://schemas.microsoft.com/office/drawing/2014/main" id="{3854386C-1C42-49DB-8BAD-0168D36340D4}"/>
              </a:ext>
            </a:extLst>
          </p:cNvPr>
          <p:cNvSpPr>
            <a:spLocks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5431">
            <a:extLst>
              <a:ext uri="{FF2B5EF4-FFF2-40B4-BE49-F238E27FC236}">
                <a16:creationId xmlns:a16="http://schemas.microsoft.com/office/drawing/2014/main" id="{F4B5D361-9F5B-459A-8656-C71C4890F035}"/>
              </a:ext>
            </a:extLst>
          </p:cNvPr>
          <p:cNvSpPr>
            <a:spLocks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5432">
            <a:extLst>
              <a:ext uri="{FF2B5EF4-FFF2-40B4-BE49-F238E27FC236}">
                <a16:creationId xmlns:a16="http://schemas.microsoft.com/office/drawing/2014/main" id="{61DD602C-BEC2-4C80-AB79-925BC28F7CD8}"/>
              </a:ext>
            </a:extLst>
          </p:cNvPr>
          <p:cNvSpPr>
            <a:spLocks/>
          </p:cNvSpPr>
          <p:nvPr/>
        </p:nvSpPr>
        <p:spPr>
          <a:xfrm>
            <a:off x="1491033" y="3323131"/>
            <a:ext cx="191" cy="674169"/>
          </a:xfrm>
          <a:custGeom>
            <a:avLst/>
            <a:gdLst/>
            <a:ahLst/>
            <a:cxnLst/>
            <a:rect l="0" t="0" r="0" b="0"/>
            <a:pathLst>
              <a:path w="191" h="674169">
                <a:moveTo>
                  <a:pt x="0" y="67416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5433">
            <a:extLst>
              <a:ext uri="{FF2B5EF4-FFF2-40B4-BE49-F238E27FC236}">
                <a16:creationId xmlns:a16="http://schemas.microsoft.com/office/drawing/2014/main" id="{3E467EE4-0C12-4978-A6C6-E49D0D645F5C}"/>
              </a:ext>
            </a:extLst>
          </p:cNvPr>
          <p:cNvSpPr>
            <a:spLocks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5434">
            <a:extLst>
              <a:ext uri="{FF2B5EF4-FFF2-40B4-BE49-F238E27FC236}">
                <a16:creationId xmlns:a16="http://schemas.microsoft.com/office/drawing/2014/main" id="{06FEF4F5-DE6F-4E71-A775-71252903CD41}"/>
              </a:ext>
            </a:extLst>
          </p:cNvPr>
          <p:cNvSpPr>
            <a:spLocks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5435">
            <a:extLst>
              <a:ext uri="{FF2B5EF4-FFF2-40B4-BE49-F238E27FC236}">
                <a16:creationId xmlns:a16="http://schemas.microsoft.com/office/drawing/2014/main" id="{27E48006-3038-4EB9-8402-EFE27417221B}"/>
              </a:ext>
            </a:extLst>
          </p:cNvPr>
          <p:cNvSpPr>
            <a:spLocks/>
          </p:cNvSpPr>
          <p:nvPr/>
        </p:nvSpPr>
        <p:spPr>
          <a:xfrm>
            <a:off x="3400937" y="3132413"/>
            <a:ext cx="191" cy="864888"/>
          </a:xfrm>
          <a:custGeom>
            <a:avLst/>
            <a:gdLst/>
            <a:ahLst/>
            <a:cxnLst/>
            <a:rect l="0" t="0" r="0" b="0"/>
            <a:pathLst>
              <a:path w="191" h="864888">
                <a:moveTo>
                  <a:pt x="0" y="86488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5436">
            <a:extLst>
              <a:ext uri="{FF2B5EF4-FFF2-40B4-BE49-F238E27FC236}">
                <a16:creationId xmlns:a16="http://schemas.microsoft.com/office/drawing/2014/main" id="{14310D3C-33C2-4EEC-B9A0-895285B396C0}"/>
              </a:ext>
            </a:extLst>
          </p:cNvPr>
          <p:cNvSpPr>
            <a:spLocks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5437">
            <a:extLst>
              <a:ext uri="{FF2B5EF4-FFF2-40B4-BE49-F238E27FC236}">
                <a16:creationId xmlns:a16="http://schemas.microsoft.com/office/drawing/2014/main" id="{47CC541C-5DCE-4E5E-9A01-7C7BE16CADE2}"/>
              </a:ext>
            </a:extLst>
          </p:cNvPr>
          <p:cNvSpPr>
            <a:spLocks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5438">
            <a:extLst>
              <a:ext uri="{FF2B5EF4-FFF2-40B4-BE49-F238E27FC236}">
                <a16:creationId xmlns:a16="http://schemas.microsoft.com/office/drawing/2014/main" id="{A751286F-B49D-4CFA-BF31-67FDC55898BC}"/>
              </a:ext>
            </a:extLst>
          </p:cNvPr>
          <p:cNvSpPr>
            <a:spLocks/>
          </p:cNvSpPr>
          <p:nvPr/>
        </p:nvSpPr>
        <p:spPr>
          <a:xfrm>
            <a:off x="1455564" y="374732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5439">
            <a:extLst>
              <a:ext uri="{FF2B5EF4-FFF2-40B4-BE49-F238E27FC236}">
                <a16:creationId xmlns:a16="http://schemas.microsoft.com/office/drawing/2014/main" id="{D25474CD-DFDA-4807-8E51-712DB775E9D2}"/>
              </a:ext>
            </a:extLst>
          </p:cNvPr>
          <p:cNvSpPr>
            <a:spLocks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5440">
            <a:extLst>
              <a:ext uri="{FF2B5EF4-FFF2-40B4-BE49-F238E27FC236}">
                <a16:creationId xmlns:a16="http://schemas.microsoft.com/office/drawing/2014/main" id="{68A7ED02-0E4F-4775-B401-7F1486679A1A}"/>
              </a:ext>
            </a:extLst>
          </p:cNvPr>
          <p:cNvSpPr>
            <a:spLocks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5441">
            <a:extLst>
              <a:ext uri="{FF2B5EF4-FFF2-40B4-BE49-F238E27FC236}">
                <a16:creationId xmlns:a16="http://schemas.microsoft.com/office/drawing/2014/main" id="{218FECCC-673F-4D3A-A5BC-084EA57BB726}"/>
              </a:ext>
            </a:extLst>
          </p:cNvPr>
          <p:cNvSpPr>
            <a:spLocks/>
          </p:cNvSpPr>
          <p:nvPr/>
        </p:nvSpPr>
        <p:spPr>
          <a:xfrm>
            <a:off x="3365468" y="370901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5442">
            <a:extLst>
              <a:ext uri="{FF2B5EF4-FFF2-40B4-BE49-F238E27FC236}">
                <a16:creationId xmlns:a16="http://schemas.microsoft.com/office/drawing/2014/main" id="{9758619B-5618-4FEC-A857-252E798E2CEC}"/>
              </a:ext>
            </a:extLst>
          </p:cNvPr>
          <p:cNvSpPr>
            <a:spLocks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5443">
            <a:extLst>
              <a:ext uri="{FF2B5EF4-FFF2-40B4-BE49-F238E27FC236}">
                <a16:creationId xmlns:a16="http://schemas.microsoft.com/office/drawing/2014/main" id="{F6584955-A9EF-484A-A783-8A2EACF0A3C7}"/>
              </a:ext>
            </a:extLst>
          </p:cNvPr>
          <p:cNvSpPr>
            <a:spLocks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5444">
            <a:extLst>
              <a:ext uri="{FF2B5EF4-FFF2-40B4-BE49-F238E27FC236}">
                <a16:creationId xmlns:a16="http://schemas.microsoft.com/office/drawing/2014/main" id="{64314431-D1AF-4552-803E-A8EB57FBE4A6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5445">
            <a:extLst>
              <a:ext uri="{FF2B5EF4-FFF2-40B4-BE49-F238E27FC236}">
                <a16:creationId xmlns:a16="http://schemas.microsoft.com/office/drawing/2014/main" id="{2536FB01-5FC8-4A26-B9BB-2AB13499E984}"/>
              </a:ext>
            </a:extLst>
          </p:cNvPr>
          <p:cNvSpPr>
            <a:spLocks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5446">
            <a:extLst>
              <a:ext uri="{FF2B5EF4-FFF2-40B4-BE49-F238E27FC236}">
                <a16:creationId xmlns:a16="http://schemas.microsoft.com/office/drawing/2014/main" id="{B622E2C1-7662-4033-9FF2-6ED586ECC490}"/>
              </a:ext>
            </a:extLst>
          </p:cNvPr>
          <p:cNvSpPr>
            <a:spLocks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5447">
            <a:extLst>
              <a:ext uri="{FF2B5EF4-FFF2-40B4-BE49-F238E27FC236}">
                <a16:creationId xmlns:a16="http://schemas.microsoft.com/office/drawing/2014/main" id="{20AA6498-E4B9-4AE7-BD22-A68E4814A321}"/>
              </a:ext>
            </a:extLst>
          </p:cNvPr>
          <p:cNvSpPr>
            <a:spLocks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5448">
            <a:extLst>
              <a:ext uri="{FF2B5EF4-FFF2-40B4-BE49-F238E27FC236}">
                <a16:creationId xmlns:a16="http://schemas.microsoft.com/office/drawing/2014/main" id="{653730C2-143D-4702-8556-54926633AB7D}"/>
              </a:ext>
            </a:extLst>
          </p:cNvPr>
          <p:cNvSpPr>
            <a:spLocks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5449">
            <a:extLst>
              <a:ext uri="{FF2B5EF4-FFF2-40B4-BE49-F238E27FC236}">
                <a16:creationId xmlns:a16="http://schemas.microsoft.com/office/drawing/2014/main" id="{563E5E50-38D2-4AA1-8604-9DE3B11BFF6F}"/>
              </a:ext>
            </a:extLst>
          </p:cNvPr>
          <p:cNvSpPr>
            <a:spLocks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5450">
            <a:extLst>
              <a:ext uri="{FF2B5EF4-FFF2-40B4-BE49-F238E27FC236}">
                <a16:creationId xmlns:a16="http://schemas.microsoft.com/office/drawing/2014/main" id="{D65F8A91-12EB-426B-AC46-3E00E136A27D}"/>
              </a:ext>
            </a:extLst>
          </p:cNvPr>
          <p:cNvSpPr>
            <a:spLocks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5451">
            <a:extLst>
              <a:ext uri="{FF2B5EF4-FFF2-40B4-BE49-F238E27FC236}">
                <a16:creationId xmlns:a16="http://schemas.microsoft.com/office/drawing/2014/main" id="{DA6F94B1-39CC-43D6-B668-E8952583AF24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5452">
            <a:extLst>
              <a:ext uri="{FF2B5EF4-FFF2-40B4-BE49-F238E27FC236}">
                <a16:creationId xmlns:a16="http://schemas.microsoft.com/office/drawing/2014/main" id="{C667A363-70B6-41F7-8C7E-15307577530C}"/>
              </a:ext>
            </a:extLst>
          </p:cNvPr>
          <p:cNvSpPr>
            <a:spLocks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5453">
            <a:extLst>
              <a:ext uri="{FF2B5EF4-FFF2-40B4-BE49-F238E27FC236}">
                <a16:creationId xmlns:a16="http://schemas.microsoft.com/office/drawing/2014/main" id="{76586C8D-88D9-4D5A-8E07-19D6013624DE}"/>
              </a:ext>
            </a:extLst>
          </p:cNvPr>
          <p:cNvSpPr>
            <a:spLocks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5454">
            <a:extLst>
              <a:ext uri="{FF2B5EF4-FFF2-40B4-BE49-F238E27FC236}">
                <a16:creationId xmlns:a16="http://schemas.microsoft.com/office/drawing/2014/main" id="{47942D39-E0B1-432E-97F4-DEAC8AA85C5C}"/>
              </a:ext>
            </a:extLst>
          </p:cNvPr>
          <p:cNvSpPr>
            <a:spLocks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5455">
            <a:extLst>
              <a:ext uri="{FF2B5EF4-FFF2-40B4-BE49-F238E27FC236}">
                <a16:creationId xmlns:a16="http://schemas.microsoft.com/office/drawing/2014/main" id="{FF505E0E-69E6-4D52-B13A-ED07B5B9EA7D}"/>
              </a:ext>
            </a:extLst>
          </p:cNvPr>
          <p:cNvSpPr>
            <a:spLocks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5456">
            <a:extLst>
              <a:ext uri="{FF2B5EF4-FFF2-40B4-BE49-F238E27FC236}">
                <a16:creationId xmlns:a16="http://schemas.microsoft.com/office/drawing/2014/main" id="{77B7E5CC-9C61-4E4A-8AC0-FC792202F139}"/>
              </a:ext>
            </a:extLst>
          </p:cNvPr>
          <p:cNvSpPr>
            <a:spLocks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5457">
            <a:extLst>
              <a:ext uri="{FF2B5EF4-FFF2-40B4-BE49-F238E27FC236}">
                <a16:creationId xmlns:a16="http://schemas.microsoft.com/office/drawing/2014/main" id="{A85A7AD7-796D-40C0-9571-D23D0EE0A56E}"/>
              </a:ext>
            </a:extLst>
          </p:cNvPr>
          <p:cNvSpPr>
            <a:spLocks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5458">
            <a:extLst>
              <a:ext uri="{FF2B5EF4-FFF2-40B4-BE49-F238E27FC236}">
                <a16:creationId xmlns:a16="http://schemas.microsoft.com/office/drawing/2014/main" id="{179E25E1-6B65-41E2-BC75-CE735C481B2F}"/>
              </a:ext>
            </a:extLst>
          </p:cNvPr>
          <p:cNvSpPr>
            <a:spLocks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5459">
            <a:extLst>
              <a:ext uri="{FF2B5EF4-FFF2-40B4-BE49-F238E27FC236}">
                <a16:creationId xmlns:a16="http://schemas.microsoft.com/office/drawing/2014/main" id="{9D9497AB-1C50-4622-871B-1F00F6364F0E}"/>
              </a:ext>
            </a:extLst>
          </p:cNvPr>
          <p:cNvSpPr>
            <a:spLocks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5460">
            <a:extLst>
              <a:ext uri="{FF2B5EF4-FFF2-40B4-BE49-F238E27FC236}">
                <a16:creationId xmlns:a16="http://schemas.microsoft.com/office/drawing/2014/main" id="{9BE08480-A97B-4CBD-BDBC-117DA2E8214E}"/>
              </a:ext>
            </a:extLst>
          </p:cNvPr>
          <p:cNvSpPr>
            <a:spLocks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5461">
            <a:extLst>
              <a:ext uri="{FF2B5EF4-FFF2-40B4-BE49-F238E27FC236}">
                <a16:creationId xmlns:a16="http://schemas.microsoft.com/office/drawing/2014/main" id="{E60472DB-B7BA-4D3A-BF61-F9A977631922}"/>
              </a:ext>
            </a:extLst>
          </p:cNvPr>
          <p:cNvSpPr>
            <a:spLocks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22" y="1674889"/>
                </a:lnTo>
                <a:lnTo>
                  <a:pt x="6368" y="1664355"/>
                </a:lnTo>
                <a:lnTo>
                  <a:pt x="13888" y="1653821"/>
                </a:lnTo>
                <a:lnTo>
                  <a:pt x="23648" y="1643287"/>
                </a:lnTo>
                <a:lnTo>
                  <a:pt x="34992" y="1632753"/>
                </a:lnTo>
                <a:lnTo>
                  <a:pt x="47214" y="1622219"/>
                </a:lnTo>
                <a:lnTo>
                  <a:pt x="59632" y="1611685"/>
                </a:lnTo>
                <a:lnTo>
                  <a:pt x="71647" y="1601152"/>
                </a:lnTo>
                <a:lnTo>
                  <a:pt x="82783" y="1590618"/>
                </a:lnTo>
                <a:lnTo>
                  <a:pt x="92711" y="1580084"/>
                </a:lnTo>
                <a:lnTo>
                  <a:pt x="101248" y="1569550"/>
                </a:lnTo>
                <a:lnTo>
                  <a:pt x="108341" y="1559016"/>
                </a:lnTo>
                <a:lnTo>
                  <a:pt x="114037" y="1548482"/>
                </a:lnTo>
                <a:lnTo>
                  <a:pt x="118461" y="1537948"/>
                </a:lnTo>
                <a:lnTo>
                  <a:pt x="121775" y="1527414"/>
                </a:lnTo>
                <a:lnTo>
                  <a:pt x="124161" y="1516880"/>
                </a:lnTo>
                <a:lnTo>
                  <a:pt x="125798" y="1506347"/>
                </a:lnTo>
                <a:lnTo>
                  <a:pt x="126851" y="1495813"/>
                </a:lnTo>
                <a:lnTo>
                  <a:pt x="127463" y="1485279"/>
                </a:lnTo>
                <a:lnTo>
                  <a:pt x="127758" y="1474745"/>
                </a:lnTo>
                <a:lnTo>
                  <a:pt x="127835" y="1464211"/>
                </a:lnTo>
                <a:lnTo>
                  <a:pt x="127778" y="1453677"/>
                </a:lnTo>
                <a:lnTo>
                  <a:pt x="127656" y="1443143"/>
                </a:lnTo>
                <a:lnTo>
                  <a:pt x="127527" y="1432609"/>
                </a:lnTo>
                <a:lnTo>
                  <a:pt x="127442" y="1422075"/>
                </a:lnTo>
                <a:lnTo>
                  <a:pt x="127449" y="1411542"/>
                </a:lnTo>
                <a:lnTo>
                  <a:pt x="127590" y="1401008"/>
                </a:lnTo>
                <a:lnTo>
                  <a:pt x="127901" y="1390474"/>
                </a:lnTo>
                <a:lnTo>
                  <a:pt x="128414" y="1379940"/>
                </a:lnTo>
                <a:lnTo>
                  <a:pt x="129146" y="1369406"/>
                </a:lnTo>
                <a:lnTo>
                  <a:pt x="130101" y="1358872"/>
                </a:lnTo>
                <a:lnTo>
                  <a:pt x="131263" y="1348338"/>
                </a:lnTo>
                <a:lnTo>
                  <a:pt x="132594" y="1337804"/>
                </a:lnTo>
                <a:lnTo>
                  <a:pt x="134035" y="1327270"/>
                </a:lnTo>
                <a:lnTo>
                  <a:pt x="135507" y="1316736"/>
                </a:lnTo>
                <a:lnTo>
                  <a:pt x="136919" y="1306203"/>
                </a:lnTo>
                <a:lnTo>
                  <a:pt x="138172" y="1295669"/>
                </a:lnTo>
                <a:lnTo>
                  <a:pt x="139173" y="1285135"/>
                </a:lnTo>
                <a:lnTo>
                  <a:pt x="139840" y="1274601"/>
                </a:lnTo>
                <a:lnTo>
                  <a:pt x="140108" y="1264067"/>
                </a:lnTo>
                <a:lnTo>
                  <a:pt x="139940" y="1253533"/>
                </a:lnTo>
                <a:lnTo>
                  <a:pt x="139324" y="1242999"/>
                </a:lnTo>
                <a:lnTo>
                  <a:pt x="138279" y="1232465"/>
                </a:lnTo>
                <a:lnTo>
                  <a:pt x="136848" y="1221931"/>
                </a:lnTo>
                <a:lnTo>
                  <a:pt x="135102" y="1211398"/>
                </a:lnTo>
                <a:lnTo>
                  <a:pt x="133133" y="1200864"/>
                </a:lnTo>
                <a:lnTo>
                  <a:pt x="131050" y="1190330"/>
                </a:lnTo>
                <a:lnTo>
                  <a:pt x="128973" y="1179796"/>
                </a:lnTo>
                <a:lnTo>
                  <a:pt x="127028" y="1169262"/>
                </a:lnTo>
                <a:lnTo>
                  <a:pt x="125340" y="1158728"/>
                </a:lnTo>
                <a:lnTo>
                  <a:pt x="124020" y="1148194"/>
                </a:lnTo>
                <a:lnTo>
                  <a:pt x="123160" y="1137660"/>
                </a:lnTo>
                <a:lnTo>
                  <a:pt x="122823" y="1127126"/>
                </a:lnTo>
                <a:lnTo>
                  <a:pt x="123039" y="1116593"/>
                </a:lnTo>
                <a:lnTo>
                  <a:pt x="123800" y="1106059"/>
                </a:lnTo>
                <a:lnTo>
                  <a:pt x="125063" y="1095525"/>
                </a:lnTo>
                <a:lnTo>
                  <a:pt x="126755" y="1084991"/>
                </a:lnTo>
                <a:lnTo>
                  <a:pt x="128782" y="1074457"/>
                </a:lnTo>
                <a:lnTo>
                  <a:pt x="131040" y="1063923"/>
                </a:lnTo>
                <a:lnTo>
                  <a:pt x="133425" y="1053389"/>
                </a:lnTo>
                <a:lnTo>
                  <a:pt x="135840" y="1042855"/>
                </a:lnTo>
                <a:lnTo>
                  <a:pt x="138203" y="1032321"/>
                </a:lnTo>
                <a:lnTo>
                  <a:pt x="140447" y="1021788"/>
                </a:lnTo>
                <a:lnTo>
                  <a:pt x="142523" y="1011254"/>
                </a:lnTo>
                <a:lnTo>
                  <a:pt x="144394" y="1000720"/>
                </a:lnTo>
                <a:lnTo>
                  <a:pt x="146033" y="990186"/>
                </a:lnTo>
                <a:lnTo>
                  <a:pt x="147423" y="979652"/>
                </a:lnTo>
                <a:lnTo>
                  <a:pt x="148549" y="969118"/>
                </a:lnTo>
                <a:lnTo>
                  <a:pt x="149405" y="958584"/>
                </a:lnTo>
                <a:lnTo>
                  <a:pt x="149989" y="948050"/>
                </a:lnTo>
                <a:lnTo>
                  <a:pt x="150307" y="937516"/>
                </a:lnTo>
                <a:lnTo>
                  <a:pt x="150378" y="926982"/>
                </a:lnTo>
                <a:lnTo>
                  <a:pt x="150227" y="916449"/>
                </a:lnTo>
                <a:lnTo>
                  <a:pt x="149897" y="905915"/>
                </a:lnTo>
                <a:lnTo>
                  <a:pt x="149436" y="895381"/>
                </a:lnTo>
                <a:lnTo>
                  <a:pt x="148901" y="884847"/>
                </a:lnTo>
                <a:lnTo>
                  <a:pt x="148351" y="874313"/>
                </a:lnTo>
                <a:lnTo>
                  <a:pt x="147843" y="863779"/>
                </a:lnTo>
                <a:lnTo>
                  <a:pt x="147425" y="853245"/>
                </a:lnTo>
                <a:lnTo>
                  <a:pt x="147135" y="842711"/>
                </a:lnTo>
                <a:lnTo>
                  <a:pt x="146995" y="832177"/>
                </a:lnTo>
                <a:lnTo>
                  <a:pt x="147011" y="821644"/>
                </a:lnTo>
                <a:lnTo>
                  <a:pt x="147175" y="811110"/>
                </a:lnTo>
                <a:lnTo>
                  <a:pt x="147470" y="800576"/>
                </a:lnTo>
                <a:lnTo>
                  <a:pt x="147868" y="790042"/>
                </a:lnTo>
                <a:lnTo>
                  <a:pt x="148343" y="779508"/>
                </a:lnTo>
                <a:lnTo>
                  <a:pt x="148868" y="768974"/>
                </a:lnTo>
                <a:lnTo>
                  <a:pt x="149425" y="758440"/>
                </a:lnTo>
                <a:lnTo>
                  <a:pt x="150000" y="747906"/>
                </a:lnTo>
                <a:lnTo>
                  <a:pt x="150588" y="737372"/>
                </a:lnTo>
                <a:lnTo>
                  <a:pt x="151188" y="726839"/>
                </a:lnTo>
                <a:lnTo>
                  <a:pt x="151801" y="716305"/>
                </a:lnTo>
                <a:lnTo>
                  <a:pt x="152425" y="705771"/>
                </a:lnTo>
                <a:lnTo>
                  <a:pt x="153054" y="695237"/>
                </a:lnTo>
                <a:lnTo>
                  <a:pt x="153676" y="684703"/>
                </a:lnTo>
                <a:lnTo>
                  <a:pt x="154272" y="674169"/>
                </a:lnTo>
                <a:lnTo>
                  <a:pt x="154818" y="663635"/>
                </a:lnTo>
                <a:lnTo>
                  <a:pt x="155289" y="653101"/>
                </a:lnTo>
                <a:lnTo>
                  <a:pt x="155663" y="642567"/>
                </a:lnTo>
                <a:lnTo>
                  <a:pt x="155923" y="632034"/>
                </a:lnTo>
                <a:lnTo>
                  <a:pt x="156064" y="621500"/>
                </a:lnTo>
                <a:lnTo>
                  <a:pt x="156092" y="610966"/>
                </a:lnTo>
                <a:lnTo>
                  <a:pt x="156025" y="600432"/>
                </a:lnTo>
                <a:lnTo>
                  <a:pt x="155889" y="589898"/>
                </a:lnTo>
                <a:lnTo>
                  <a:pt x="155716" y="579364"/>
                </a:lnTo>
                <a:lnTo>
                  <a:pt x="155537" y="568830"/>
                </a:lnTo>
                <a:lnTo>
                  <a:pt x="155381" y="558296"/>
                </a:lnTo>
                <a:lnTo>
                  <a:pt x="155267" y="547762"/>
                </a:lnTo>
                <a:lnTo>
                  <a:pt x="155204" y="537228"/>
                </a:lnTo>
                <a:lnTo>
                  <a:pt x="155195" y="526695"/>
                </a:lnTo>
                <a:lnTo>
                  <a:pt x="155233" y="516161"/>
                </a:lnTo>
                <a:lnTo>
                  <a:pt x="155309" y="505627"/>
                </a:lnTo>
                <a:lnTo>
                  <a:pt x="155414" y="495093"/>
                </a:lnTo>
                <a:lnTo>
                  <a:pt x="155543" y="484559"/>
                </a:lnTo>
                <a:lnTo>
                  <a:pt x="155699" y="474025"/>
                </a:lnTo>
                <a:lnTo>
                  <a:pt x="155889" y="463491"/>
                </a:lnTo>
                <a:lnTo>
                  <a:pt x="156128" y="452957"/>
                </a:lnTo>
                <a:lnTo>
                  <a:pt x="156433" y="442423"/>
                </a:lnTo>
                <a:lnTo>
                  <a:pt x="156822" y="431890"/>
                </a:lnTo>
                <a:lnTo>
                  <a:pt x="157309" y="421356"/>
                </a:lnTo>
                <a:lnTo>
                  <a:pt x="157901" y="410822"/>
                </a:lnTo>
                <a:lnTo>
                  <a:pt x="158599" y="400288"/>
                </a:lnTo>
                <a:lnTo>
                  <a:pt x="159395" y="389754"/>
                </a:lnTo>
                <a:lnTo>
                  <a:pt x="160274" y="379220"/>
                </a:lnTo>
                <a:lnTo>
                  <a:pt x="161216" y="368686"/>
                </a:lnTo>
                <a:lnTo>
                  <a:pt x="162200" y="358152"/>
                </a:lnTo>
                <a:lnTo>
                  <a:pt x="163201" y="347618"/>
                </a:lnTo>
                <a:lnTo>
                  <a:pt x="164198" y="337085"/>
                </a:lnTo>
                <a:lnTo>
                  <a:pt x="165172" y="326551"/>
                </a:lnTo>
                <a:lnTo>
                  <a:pt x="166106" y="316017"/>
                </a:lnTo>
                <a:lnTo>
                  <a:pt x="166986" y="305483"/>
                </a:lnTo>
                <a:lnTo>
                  <a:pt x="167802" y="294949"/>
                </a:lnTo>
                <a:lnTo>
                  <a:pt x="168546" y="284415"/>
                </a:lnTo>
                <a:lnTo>
                  <a:pt x="169212" y="273881"/>
                </a:lnTo>
                <a:lnTo>
                  <a:pt x="169794" y="263347"/>
                </a:lnTo>
                <a:lnTo>
                  <a:pt x="170290" y="252813"/>
                </a:lnTo>
                <a:lnTo>
                  <a:pt x="170695" y="242280"/>
                </a:lnTo>
                <a:lnTo>
                  <a:pt x="171004" y="231746"/>
                </a:lnTo>
                <a:lnTo>
                  <a:pt x="171211" y="221212"/>
                </a:lnTo>
                <a:lnTo>
                  <a:pt x="171303" y="210678"/>
                </a:lnTo>
                <a:lnTo>
                  <a:pt x="171261" y="200144"/>
                </a:lnTo>
                <a:lnTo>
                  <a:pt x="171058" y="189610"/>
                </a:lnTo>
                <a:lnTo>
                  <a:pt x="170657" y="179076"/>
                </a:lnTo>
                <a:lnTo>
                  <a:pt x="170010" y="168542"/>
                </a:lnTo>
                <a:lnTo>
                  <a:pt x="169060" y="158008"/>
                </a:lnTo>
                <a:lnTo>
                  <a:pt x="167742" y="147474"/>
                </a:lnTo>
                <a:lnTo>
                  <a:pt x="165991" y="136941"/>
                </a:lnTo>
                <a:lnTo>
                  <a:pt x="163749" y="126407"/>
                </a:lnTo>
                <a:lnTo>
                  <a:pt x="160976" y="115873"/>
                </a:lnTo>
                <a:lnTo>
                  <a:pt x="157658" y="105339"/>
                </a:lnTo>
                <a:lnTo>
                  <a:pt x="153824" y="94805"/>
                </a:lnTo>
                <a:lnTo>
                  <a:pt x="149549" y="84271"/>
                </a:lnTo>
                <a:lnTo>
                  <a:pt x="144962" y="73737"/>
                </a:lnTo>
                <a:lnTo>
                  <a:pt x="140247" y="63203"/>
                </a:lnTo>
                <a:lnTo>
                  <a:pt x="135628" y="52669"/>
                </a:lnTo>
                <a:lnTo>
                  <a:pt x="131359" y="42136"/>
                </a:lnTo>
                <a:lnTo>
                  <a:pt x="127698" y="31602"/>
                </a:lnTo>
                <a:lnTo>
                  <a:pt x="124885" y="21068"/>
                </a:lnTo>
                <a:lnTo>
                  <a:pt x="123112" y="10534"/>
                </a:lnTo>
                <a:lnTo>
                  <a:pt x="122507" y="0"/>
                </a:lnTo>
                <a:lnTo>
                  <a:pt x="222207" y="0"/>
                </a:lnTo>
                <a:lnTo>
                  <a:pt x="222207" y="0"/>
                </a:lnTo>
                <a:lnTo>
                  <a:pt x="221602" y="10534"/>
                </a:lnTo>
                <a:lnTo>
                  <a:pt x="219830" y="21068"/>
                </a:lnTo>
                <a:lnTo>
                  <a:pt x="217016" y="31602"/>
                </a:lnTo>
                <a:lnTo>
                  <a:pt x="213355" y="42136"/>
                </a:lnTo>
                <a:lnTo>
                  <a:pt x="209086" y="52669"/>
                </a:lnTo>
                <a:lnTo>
                  <a:pt x="204467" y="63203"/>
                </a:lnTo>
                <a:lnTo>
                  <a:pt x="199752" y="73737"/>
                </a:lnTo>
                <a:lnTo>
                  <a:pt x="195166" y="84271"/>
                </a:lnTo>
                <a:lnTo>
                  <a:pt x="190891" y="94805"/>
                </a:lnTo>
                <a:lnTo>
                  <a:pt x="187056" y="105339"/>
                </a:lnTo>
                <a:lnTo>
                  <a:pt x="183738" y="115873"/>
                </a:lnTo>
                <a:lnTo>
                  <a:pt x="180965" y="126407"/>
                </a:lnTo>
                <a:lnTo>
                  <a:pt x="178723" y="136941"/>
                </a:lnTo>
                <a:lnTo>
                  <a:pt x="176972" y="147474"/>
                </a:lnTo>
                <a:lnTo>
                  <a:pt x="175654" y="158008"/>
                </a:lnTo>
                <a:lnTo>
                  <a:pt x="174704" y="168542"/>
                </a:lnTo>
                <a:lnTo>
                  <a:pt x="174057" y="179076"/>
                </a:lnTo>
                <a:lnTo>
                  <a:pt x="173656" y="189610"/>
                </a:lnTo>
                <a:lnTo>
                  <a:pt x="173453" y="200144"/>
                </a:lnTo>
                <a:lnTo>
                  <a:pt x="173411" y="210678"/>
                </a:lnTo>
                <a:lnTo>
                  <a:pt x="173503" y="221212"/>
                </a:lnTo>
                <a:lnTo>
                  <a:pt x="173710" y="231746"/>
                </a:lnTo>
                <a:lnTo>
                  <a:pt x="174019" y="242280"/>
                </a:lnTo>
                <a:lnTo>
                  <a:pt x="174425" y="252813"/>
                </a:lnTo>
                <a:lnTo>
                  <a:pt x="174920" y="263347"/>
                </a:lnTo>
                <a:lnTo>
                  <a:pt x="175503" y="273881"/>
                </a:lnTo>
                <a:lnTo>
                  <a:pt x="176168" y="284415"/>
                </a:lnTo>
                <a:lnTo>
                  <a:pt x="176912" y="294949"/>
                </a:lnTo>
                <a:lnTo>
                  <a:pt x="177728" y="305483"/>
                </a:lnTo>
                <a:lnTo>
                  <a:pt x="178608" y="316017"/>
                </a:lnTo>
                <a:lnTo>
                  <a:pt x="179542" y="326551"/>
                </a:lnTo>
                <a:lnTo>
                  <a:pt x="180516" y="337085"/>
                </a:lnTo>
                <a:lnTo>
                  <a:pt x="181513" y="347618"/>
                </a:lnTo>
                <a:lnTo>
                  <a:pt x="182515" y="358152"/>
                </a:lnTo>
                <a:lnTo>
                  <a:pt x="183498" y="368686"/>
                </a:lnTo>
                <a:lnTo>
                  <a:pt x="184440" y="379220"/>
                </a:lnTo>
                <a:lnTo>
                  <a:pt x="185319" y="389754"/>
                </a:lnTo>
                <a:lnTo>
                  <a:pt x="186115" y="400288"/>
                </a:lnTo>
                <a:lnTo>
                  <a:pt x="186813" y="410822"/>
                </a:lnTo>
                <a:lnTo>
                  <a:pt x="187405" y="421356"/>
                </a:lnTo>
                <a:lnTo>
                  <a:pt x="187892" y="431890"/>
                </a:lnTo>
                <a:lnTo>
                  <a:pt x="188281" y="442423"/>
                </a:lnTo>
                <a:lnTo>
                  <a:pt x="188586" y="452957"/>
                </a:lnTo>
                <a:lnTo>
                  <a:pt x="188825" y="463491"/>
                </a:lnTo>
                <a:lnTo>
                  <a:pt x="189016" y="474025"/>
                </a:lnTo>
                <a:lnTo>
                  <a:pt x="189171" y="484559"/>
                </a:lnTo>
                <a:lnTo>
                  <a:pt x="189301" y="495093"/>
                </a:lnTo>
                <a:lnTo>
                  <a:pt x="189406" y="505627"/>
                </a:lnTo>
                <a:lnTo>
                  <a:pt x="189482" y="516161"/>
                </a:lnTo>
                <a:lnTo>
                  <a:pt x="189520" y="526695"/>
                </a:lnTo>
                <a:lnTo>
                  <a:pt x="189510" y="537228"/>
                </a:lnTo>
                <a:lnTo>
                  <a:pt x="189448" y="547762"/>
                </a:lnTo>
                <a:lnTo>
                  <a:pt x="189333" y="558296"/>
                </a:lnTo>
                <a:lnTo>
                  <a:pt x="189177" y="568830"/>
                </a:lnTo>
                <a:lnTo>
                  <a:pt x="188998" y="579364"/>
                </a:lnTo>
                <a:lnTo>
                  <a:pt x="188825" y="589898"/>
                </a:lnTo>
                <a:lnTo>
                  <a:pt x="188689" y="600432"/>
                </a:lnTo>
                <a:lnTo>
                  <a:pt x="188622" y="610966"/>
                </a:lnTo>
                <a:lnTo>
                  <a:pt x="188651" y="621500"/>
                </a:lnTo>
                <a:lnTo>
                  <a:pt x="188792" y="632034"/>
                </a:lnTo>
                <a:lnTo>
                  <a:pt x="189051" y="642567"/>
                </a:lnTo>
                <a:lnTo>
                  <a:pt x="189425" y="653101"/>
                </a:lnTo>
                <a:lnTo>
                  <a:pt x="189896" y="663635"/>
                </a:lnTo>
                <a:lnTo>
                  <a:pt x="190442" y="674169"/>
                </a:lnTo>
                <a:lnTo>
                  <a:pt x="191038" y="684703"/>
                </a:lnTo>
                <a:lnTo>
                  <a:pt x="191660" y="695237"/>
                </a:lnTo>
                <a:lnTo>
                  <a:pt x="192290" y="705771"/>
                </a:lnTo>
                <a:lnTo>
                  <a:pt x="192913" y="716305"/>
                </a:lnTo>
                <a:lnTo>
                  <a:pt x="193526" y="726839"/>
                </a:lnTo>
                <a:lnTo>
                  <a:pt x="194126" y="737372"/>
                </a:lnTo>
                <a:lnTo>
                  <a:pt x="194714" y="747906"/>
                </a:lnTo>
                <a:lnTo>
                  <a:pt x="195289" y="758440"/>
                </a:lnTo>
                <a:lnTo>
                  <a:pt x="195846" y="768974"/>
                </a:lnTo>
                <a:lnTo>
                  <a:pt x="196372" y="779508"/>
                </a:lnTo>
                <a:lnTo>
                  <a:pt x="196846" y="790042"/>
                </a:lnTo>
                <a:lnTo>
                  <a:pt x="197245" y="800576"/>
                </a:lnTo>
                <a:lnTo>
                  <a:pt x="197539" y="811110"/>
                </a:lnTo>
                <a:lnTo>
                  <a:pt x="197704" y="821644"/>
                </a:lnTo>
                <a:lnTo>
                  <a:pt x="197720" y="832177"/>
                </a:lnTo>
                <a:lnTo>
                  <a:pt x="197579" y="842711"/>
                </a:lnTo>
                <a:lnTo>
                  <a:pt x="197289" y="853245"/>
                </a:lnTo>
                <a:lnTo>
                  <a:pt x="196871" y="863779"/>
                </a:lnTo>
                <a:lnTo>
                  <a:pt x="196363" y="874313"/>
                </a:lnTo>
                <a:lnTo>
                  <a:pt x="195813" y="884847"/>
                </a:lnTo>
                <a:lnTo>
                  <a:pt x="195278" y="895381"/>
                </a:lnTo>
                <a:lnTo>
                  <a:pt x="194817" y="905915"/>
                </a:lnTo>
                <a:lnTo>
                  <a:pt x="194487" y="916449"/>
                </a:lnTo>
                <a:lnTo>
                  <a:pt x="194337" y="926982"/>
                </a:lnTo>
                <a:lnTo>
                  <a:pt x="194407" y="937516"/>
                </a:lnTo>
                <a:lnTo>
                  <a:pt x="194725" y="948050"/>
                </a:lnTo>
                <a:lnTo>
                  <a:pt x="195309" y="958584"/>
                </a:lnTo>
                <a:lnTo>
                  <a:pt x="196165" y="969118"/>
                </a:lnTo>
                <a:lnTo>
                  <a:pt x="197292" y="979652"/>
                </a:lnTo>
                <a:lnTo>
                  <a:pt x="198681" y="990186"/>
                </a:lnTo>
                <a:lnTo>
                  <a:pt x="200321" y="1000720"/>
                </a:lnTo>
                <a:lnTo>
                  <a:pt x="202191" y="1011254"/>
                </a:lnTo>
                <a:lnTo>
                  <a:pt x="204267" y="1021788"/>
                </a:lnTo>
                <a:lnTo>
                  <a:pt x="206511" y="1032321"/>
                </a:lnTo>
                <a:lnTo>
                  <a:pt x="208874" y="1042855"/>
                </a:lnTo>
                <a:lnTo>
                  <a:pt x="211289" y="1053389"/>
                </a:lnTo>
                <a:lnTo>
                  <a:pt x="213674" y="1063923"/>
                </a:lnTo>
                <a:lnTo>
                  <a:pt x="215932" y="1074457"/>
                </a:lnTo>
                <a:lnTo>
                  <a:pt x="217960" y="1084991"/>
                </a:lnTo>
                <a:lnTo>
                  <a:pt x="219651" y="1095525"/>
                </a:lnTo>
                <a:lnTo>
                  <a:pt x="220914" y="1106059"/>
                </a:lnTo>
                <a:lnTo>
                  <a:pt x="221675" y="1116593"/>
                </a:lnTo>
                <a:lnTo>
                  <a:pt x="221891" y="1127126"/>
                </a:lnTo>
                <a:lnTo>
                  <a:pt x="221555" y="1137660"/>
                </a:lnTo>
                <a:lnTo>
                  <a:pt x="220695" y="1148194"/>
                </a:lnTo>
                <a:lnTo>
                  <a:pt x="219375" y="1158728"/>
                </a:lnTo>
                <a:lnTo>
                  <a:pt x="217686" y="1169262"/>
                </a:lnTo>
                <a:lnTo>
                  <a:pt x="215742" y="1179796"/>
                </a:lnTo>
                <a:lnTo>
                  <a:pt x="213665" y="1190330"/>
                </a:lnTo>
                <a:lnTo>
                  <a:pt x="211581" y="1200864"/>
                </a:lnTo>
                <a:lnTo>
                  <a:pt x="209612" y="1211398"/>
                </a:lnTo>
                <a:lnTo>
                  <a:pt x="207866" y="1221931"/>
                </a:lnTo>
                <a:lnTo>
                  <a:pt x="206436" y="1232465"/>
                </a:lnTo>
                <a:lnTo>
                  <a:pt x="205390" y="1242999"/>
                </a:lnTo>
                <a:lnTo>
                  <a:pt x="204774" y="1253533"/>
                </a:lnTo>
                <a:lnTo>
                  <a:pt x="204606" y="1264067"/>
                </a:lnTo>
                <a:lnTo>
                  <a:pt x="204874" y="1274601"/>
                </a:lnTo>
                <a:lnTo>
                  <a:pt x="205541" y="1285135"/>
                </a:lnTo>
                <a:lnTo>
                  <a:pt x="206542" y="1295669"/>
                </a:lnTo>
                <a:lnTo>
                  <a:pt x="207796" y="1306203"/>
                </a:lnTo>
                <a:lnTo>
                  <a:pt x="209207" y="1316736"/>
                </a:lnTo>
                <a:lnTo>
                  <a:pt x="210679" y="1327270"/>
                </a:lnTo>
                <a:lnTo>
                  <a:pt x="212120" y="1337804"/>
                </a:lnTo>
                <a:lnTo>
                  <a:pt x="213451" y="1348338"/>
                </a:lnTo>
                <a:lnTo>
                  <a:pt x="214613" y="1358872"/>
                </a:lnTo>
                <a:lnTo>
                  <a:pt x="215568" y="1369406"/>
                </a:lnTo>
                <a:lnTo>
                  <a:pt x="216301" y="1379940"/>
                </a:lnTo>
                <a:lnTo>
                  <a:pt x="216813" y="1390474"/>
                </a:lnTo>
                <a:lnTo>
                  <a:pt x="217125" y="1401008"/>
                </a:lnTo>
                <a:lnTo>
                  <a:pt x="217265" y="1411542"/>
                </a:lnTo>
                <a:lnTo>
                  <a:pt x="217272" y="1422075"/>
                </a:lnTo>
                <a:lnTo>
                  <a:pt x="217187" y="1432609"/>
                </a:lnTo>
                <a:lnTo>
                  <a:pt x="217058" y="1443143"/>
                </a:lnTo>
                <a:lnTo>
                  <a:pt x="216936" y="1453677"/>
                </a:lnTo>
                <a:lnTo>
                  <a:pt x="216879" y="1464211"/>
                </a:lnTo>
                <a:lnTo>
                  <a:pt x="216956" y="1474745"/>
                </a:lnTo>
                <a:lnTo>
                  <a:pt x="217251" y="1485279"/>
                </a:lnTo>
                <a:lnTo>
                  <a:pt x="217864" y="1495813"/>
                </a:lnTo>
                <a:lnTo>
                  <a:pt x="218916" y="1506347"/>
                </a:lnTo>
                <a:lnTo>
                  <a:pt x="220553" y="1516880"/>
                </a:lnTo>
                <a:lnTo>
                  <a:pt x="222940" y="1527414"/>
                </a:lnTo>
                <a:lnTo>
                  <a:pt x="226254" y="1537948"/>
                </a:lnTo>
                <a:lnTo>
                  <a:pt x="230677" y="1548482"/>
                </a:lnTo>
                <a:lnTo>
                  <a:pt x="236374" y="1559016"/>
                </a:lnTo>
                <a:lnTo>
                  <a:pt x="243466" y="1569550"/>
                </a:lnTo>
                <a:lnTo>
                  <a:pt x="252003" y="1580084"/>
                </a:lnTo>
                <a:lnTo>
                  <a:pt x="261931" y="1590618"/>
                </a:lnTo>
                <a:lnTo>
                  <a:pt x="273067" y="1601152"/>
                </a:lnTo>
                <a:lnTo>
                  <a:pt x="285082" y="1611685"/>
                </a:lnTo>
                <a:lnTo>
                  <a:pt x="297500" y="1622219"/>
                </a:lnTo>
                <a:lnTo>
                  <a:pt x="309722" y="1632753"/>
                </a:lnTo>
                <a:lnTo>
                  <a:pt x="321066" y="1643287"/>
                </a:lnTo>
                <a:lnTo>
                  <a:pt x="330826" y="1653821"/>
                </a:lnTo>
                <a:lnTo>
                  <a:pt x="338346" y="1664355"/>
                </a:lnTo>
                <a:lnTo>
                  <a:pt x="343092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5462">
            <a:extLst>
              <a:ext uri="{FF2B5EF4-FFF2-40B4-BE49-F238E27FC236}">
                <a16:creationId xmlns:a16="http://schemas.microsoft.com/office/drawing/2014/main" id="{60CCE223-9F08-4CEB-BC74-5B2577831AF3}"/>
              </a:ext>
            </a:extLst>
          </p:cNvPr>
          <p:cNvSpPr>
            <a:spLocks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5463">
            <a:extLst>
              <a:ext uri="{FF2B5EF4-FFF2-40B4-BE49-F238E27FC236}">
                <a16:creationId xmlns:a16="http://schemas.microsoft.com/office/drawing/2014/main" id="{1F27A052-4290-47DD-8B59-84A5474E8BBB}"/>
              </a:ext>
            </a:extLst>
          </p:cNvPr>
          <p:cNvSpPr>
            <a:spLocks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5464">
            <a:extLst>
              <a:ext uri="{FF2B5EF4-FFF2-40B4-BE49-F238E27FC236}">
                <a16:creationId xmlns:a16="http://schemas.microsoft.com/office/drawing/2014/main" id="{F8469B43-7789-4DD5-931F-EEFAD6E00E89}"/>
              </a:ext>
            </a:extLst>
          </p:cNvPr>
          <p:cNvSpPr>
            <a:spLocks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86763" y="1685423"/>
                </a:moveTo>
                <a:lnTo>
                  <a:pt x="57951" y="1685423"/>
                </a:lnTo>
                <a:lnTo>
                  <a:pt x="59120" y="1674889"/>
                </a:lnTo>
                <a:lnTo>
                  <a:pt x="62545" y="1664355"/>
                </a:lnTo>
                <a:lnTo>
                  <a:pt x="67997" y="1653821"/>
                </a:lnTo>
                <a:lnTo>
                  <a:pt x="75123" y="1643287"/>
                </a:lnTo>
                <a:lnTo>
                  <a:pt x="83480" y="1632753"/>
                </a:lnTo>
                <a:lnTo>
                  <a:pt x="92583" y="1622219"/>
                </a:lnTo>
                <a:lnTo>
                  <a:pt x="101952" y="1611685"/>
                </a:lnTo>
                <a:lnTo>
                  <a:pt x="111149" y="1601152"/>
                </a:lnTo>
                <a:lnTo>
                  <a:pt x="119810" y="1590618"/>
                </a:lnTo>
                <a:lnTo>
                  <a:pt x="127664" y="1580084"/>
                </a:lnTo>
                <a:lnTo>
                  <a:pt x="134540" y="1569550"/>
                </a:lnTo>
                <a:lnTo>
                  <a:pt x="140363" y="1559016"/>
                </a:lnTo>
                <a:lnTo>
                  <a:pt x="145137" y="1548482"/>
                </a:lnTo>
                <a:lnTo>
                  <a:pt x="148931" y="1537948"/>
                </a:lnTo>
                <a:lnTo>
                  <a:pt x="151853" y="1527414"/>
                </a:lnTo>
                <a:lnTo>
                  <a:pt x="154039" y="1516880"/>
                </a:lnTo>
                <a:lnTo>
                  <a:pt x="155629" y="1506347"/>
                </a:lnTo>
                <a:lnTo>
                  <a:pt x="156758" y="1495813"/>
                </a:lnTo>
                <a:lnTo>
                  <a:pt x="157548" y="1485279"/>
                </a:lnTo>
                <a:lnTo>
                  <a:pt x="158103" y="1474745"/>
                </a:lnTo>
                <a:lnTo>
                  <a:pt x="158506" y="1464211"/>
                </a:lnTo>
                <a:lnTo>
                  <a:pt x="158824" y="1453677"/>
                </a:lnTo>
                <a:lnTo>
                  <a:pt x="159104" y="1443143"/>
                </a:lnTo>
                <a:lnTo>
                  <a:pt x="159377" y="1432609"/>
                </a:lnTo>
                <a:lnTo>
                  <a:pt x="159664" y="1422075"/>
                </a:lnTo>
                <a:lnTo>
                  <a:pt x="159972" y="1411542"/>
                </a:lnTo>
                <a:lnTo>
                  <a:pt x="160300" y="1401008"/>
                </a:lnTo>
                <a:lnTo>
                  <a:pt x="160639" y="1390474"/>
                </a:lnTo>
                <a:lnTo>
                  <a:pt x="160977" y="1379940"/>
                </a:lnTo>
                <a:lnTo>
                  <a:pt x="161297" y="1369406"/>
                </a:lnTo>
                <a:lnTo>
                  <a:pt x="161581" y="1358872"/>
                </a:lnTo>
                <a:lnTo>
                  <a:pt x="161814" y="1348338"/>
                </a:lnTo>
                <a:lnTo>
                  <a:pt x="161985" y="1337804"/>
                </a:lnTo>
                <a:lnTo>
                  <a:pt x="162086" y="1327270"/>
                </a:lnTo>
                <a:lnTo>
                  <a:pt x="162117" y="1316736"/>
                </a:lnTo>
                <a:lnTo>
                  <a:pt x="162085" y="1306203"/>
                </a:lnTo>
                <a:lnTo>
                  <a:pt x="162002" y="1295669"/>
                </a:lnTo>
                <a:lnTo>
                  <a:pt x="161885" y="1285135"/>
                </a:lnTo>
                <a:lnTo>
                  <a:pt x="161755" y="1274601"/>
                </a:lnTo>
                <a:lnTo>
                  <a:pt x="161631" y="1264067"/>
                </a:lnTo>
                <a:lnTo>
                  <a:pt x="161533" y="1253533"/>
                </a:lnTo>
                <a:lnTo>
                  <a:pt x="161474" y="1242999"/>
                </a:lnTo>
                <a:lnTo>
                  <a:pt x="161462" y="1232465"/>
                </a:lnTo>
                <a:lnTo>
                  <a:pt x="161499" y="1221931"/>
                </a:lnTo>
                <a:lnTo>
                  <a:pt x="161579" y="1211398"/>
                </a:lnTo>
                <a:lnTo>
                  <a:pt x="161694" y="1200864"/>
                </a:lnTo>
                <a:lnTo>
                  <a:pt x="161830" y="1190330"/>
                </a:lnTo>
                <a:lnTo>
                  <a:pt x="161971" y="1179796"/>
                </a:lnTo>
                <a:lnTo>
                  <a:pt x="162106" y="1169262"/>
                </a:lnTo>
                <a:lnTo>
                  <a:pt x="162224" y="1158728"/>
                </a:lnTo>
                <a:lnTo>
                  <a:pt x="162321" y="1148194"/>
                </a:lnTo>
                <a:lnTo>
                  <a:pt x="162398" y="1137660"/>
                </a:lnTo>
                <a:lnTo>
                  <a:pt x="162462" y="1127126"/>
                </a:lnTo>
                <a:lnTo>
                  <a:pt x="162525" y="1116593"/>
                </a:lnTo>
                <a:lnTo>
                  <a:pt x="162602" y="1106059"/>
                </a:lnTo>
                <a:lnTo>
                  <a:pt x="162711" y="1095525"/>
                </a:lnTo>
                <a:lnTo>
                  <a:pt x="162867" y="1084991"/>
                </a:lnTo>
                <a:lnTo>
                  <a:pt x="163082" y="1074457"/>
                </a:lnTo>
                <a:lnTo>
                  <a:pt x="163364" y="1063923"/>
                </a:lnTo>
                <a:lnTo>
                  <a:pt x="163713" y="1053389"/>
                </a:lnTo>
                <a:lnTo>
                  <a:pt x="164120" y="1042855"/>
                </a:lnTo>
                <a:lnTo>
                  <a:pt x="164570" y="1032321"/>
                </a:lnTo>
                <a:lnTo>
                  <a:pt x="165039" y="1021788"/>
                </a:lnTo>
                <a:lnTo>
                  <a:pt x="165496" y="1011254"/>
                </a:lnTo>
                <a:lnTo>
                  <a:pt x="165909" y="1000720"/>
                </a:lnTo>
                <a:lnTo>
                  <a:pt x="166240" y="990186"/>
                </a:lnTo>
                <a:lnTo>
                  <a:pt x="166455" y="979652"/>
                </a:lnTo>
                <a:lnTo>
                  <a:pt x="166524" y="969118"/>
                </a:lnTo>
                <a:lnTo>
                  <a:pt x="166425" y="958584"/>
                </a:lnTo>
                <a:lnTo>
                  <a:pt x="166148" y="948050"/>
                </a:lnTo>
                <a:lnTo>
                  <a:pt x="165693" y="937516"/>
                </a:lnTo>
                <a:lnTo>
                  <a:pt x="165077" y="926982"/>
                </a:lnTo>
                <a:lnTo>
                  <a:pt x="164330" y="916449"/>
                </a:lnTo>
                <a:lnTo>
                  <a:pt x="163495" y="905915"/>
                </a:lnTo>
                <a:lnTo>
                  <a:pt x="162625" y="895381"/>
                </a:lnTo>
                <a:lnTo>
                  <a:pt x="161778" y="884847"/>
                </a:lnTo>
                <a:lnTo>
                  <a:pt x="161011" y="874313"/>
                </a:lnTo>
                <a:lnTo>
                  <a:pt x="160377" y="863779"/>
                </a:lnTo>
                <a:lnTo>
                  <a:pt x="159919" y="853245"/>
                </a:lnTo>
                <a:lnTo>
                  <a:pt x="159665" y="842711"/>
                </a:lnTo>
                <a:lnTo>
                  <a:pt x="159623" y="832177"/>
                </a:lnTo>
                <a:lnTo>
                  <a:pt x="159788" y="821644"/>
                </a:lnTo>
                <a:lnTo>
                  <a:pt x="160137" y="811110"/>
                </a:lnTo>
                <a:lnTo>
                  <a:pt x="160635" y="800576"/>
                </a:lnTo>
                <a:lnTo>
                  <a:pt x="161237" y="790042"/>
                </a:lnTo>
                <a:lnTo>
                  <a:pt x="161899" y="779508"/>
                </a:lnTo>
                <a:lnTo>
                  <a:pt x="162577" y="768974"/>
                </a:lnTo>
                <a:lnTo>
                  <a:pt x="163234" y="758440"/>
                </a:lnTo>
                <a:lnTo>
                  <a:pt x="163842" y="747906"/>
                </a:lnTo>
                <a:lnTo>
                  <a:pt x="164381" y="737372"/>
                </a:lnTo>
                <a:lnTo>
                  <a:pt x="164844" y="726839"/>
                </a:lnTo>
                <a:lnTo>
                  <a:pt x="165228" y="716305"/>
                </a:lnTo>
                <a:lnTo>
                  <a:pt x="165538" y="705771"/>
                </a:lnTo>
                <a:lnTo>
                  <a:pt x="165781" y="695237"/>
                </a:lnTo>
                <a:lnTo>
                  <a:pt x="165965" y="684703"/>
                </a:lnTo>
                <a:lnTo>
                  <a:pt x="166097" y="674169"/>
                </a:lnTo>
                <a:lnTo>
                  <a:pt x="166183" y="663635"/>
                </a:lnTo>
                <a:lnTo>
                  <a:pt x="166228" y="653101"/>
                </a:lnTo>
                <a:lnTo>
                  <a:pt x="166235" y="642567"/>
                </a:lnTo>
                <a:lnTo>
                  <a:pt x="166209" y="632034"/>
                </a:lnTo>
                <a:lnTo>
                  <a:pt x="166153" y="621500"/>
                </a:lnTo>
                <a:lnTo>
                  <a:pt x="166072" y="610966"/>
                </a:lnTo>
                <a:lnTo>
                  <a:pt x="165971" y="600432"/>
                </a:lnTo>
                <a:lnTo>
                  <a:pt x="165854" y="589898"/>
                </a:lnTo>
                <a:lnTo>
                  <a:pt x="165724" y="579364"/>
                </a:lnTo>
                <a:lnTo>
                  <a:pt x="165579" y="568830"/>
                </a:lnTo>
                <a:lnTo>
                  <a:pt x="165417" y="558296"/>
                </a:lnTo>
                <a:lnTo>
                  <a:pt x="165231" y="547762"/>
                </a:lnTo>
                <a:lnTo>
                  <a:pt x="165013" y="537228"/>
                </a:lnTo>
                <a:lnTo>
                  <a:pt x="164756" y="526695"/>
                </a:lnTo>
                <a:lnTo>
                  <a:pt x="164453" y="516161"/>
                </a:lnTo>
                <a:lnTo>
                  <a:pt x="164104" y="505627"/>
                </a:lnTo>
                <a:lnTo>
                  <a:pt x="163715" y="495093"/>
                </a:lnTo>
                <a:lnTo>
                  <a:pt x="163301" y="484559"/>
                </a:lnTo>
                <a:lnTo>
                  <a:pt x="162883" y="474025"/>
                </a:lnTo>
                <a:lnTo>
                  <a:pt x="162490" y="463491"/>
                </a:lnTo>
                <a:lnTo>
                  <a:pt x="162152" y="452957"/>
                </a:lnTo>
                <a:lnTo>
                  <a:pt x="161900" y="442423"/>
                </a:lnTo>
                <a:lnTo>
                  <a:pt x="161758" y="431890"/>
                </a:lnTo>
                <a:lnTo>
                  <a:pt x="161743" y="421356"/>
                </a:lnTo>
                <a:lnTo>
                  <a:pt x="161858" y="410822"/>
                </a:lnTo>
                <a:lnTo>
                  <a:pt x="162095" y="400288"/>
                </a:lnTo>
                <a:lnTo>
                  <a:pt x="162432" y="389754"/>
                </a:lnTo>
                <a:lnTo>
                  <a:pt x="162838" y="379220"/>
                </a:lnTo>
                <a:lnTo>
                  <a:pt x="163274" y="368686"/>
                </a:lnTo>
                <a:lnTo>
                  <a:pt x="163698" y="358152"/>
                </a:lnTo>
                <a:lnTo>
                  <a:pt x="164074" y="347618"/>
                </a:lnTo>
                <a:lnTo>
                  <a:pt x="164367" y="337085"/>
                </a:lnTo>
                <a:lnTo>
                  <a:pt x="164555" y="326551"/>
                </a:lnTo>
                <a:lnTo>
                  <a:pt x="164625" y="316017"/>
                </a:lnTo>
                <a:lnTo>
                  <a:pt x="164577" y="305483"/>
                </a:lnTo>
                <a:lnTo>
                  <a:pt x="164416" y="294949"/>
                </a:lnTo>
                <a:lnTo>
                  <a:pt x="164161" y="284415"/>
                </a:lnTo>
                <a:lnTo>
                  <a:pt x="163829" y="273881"/>
                </a:lnTo>
                <a:lnTo>
                  <a:pt x="163440" y="263347"/>
                </a:lnTo>
                <a:lnTo>
                  <a:pt x="163009" y="252813"/>
                </a:lnTo>
                <a:lnTo>
                  <a:pt x="162539" y="242280"/>
                </a:lnTo>
                <a:lnTo>
                  <a:pt x="162021" y="231746"/>
                </a:lnTo>
                <a:lnTo>
                  <a:pt x="161423" y="221212"/>
                </a:lnTo>
                <a:lnTo>
                  <a:pt x="160688" y="210678"/>
                </a:lnTo>
                <a:lnTo>
                  <a:pt x="159725" y="200144"/>
                </a:lnTo>
                <a:lnTo>
                  <a:pt x="158411" y="189610"/>
                </a:lnTo>
                <a:lnTo>
                  <a:pt x="156586" y="179076"/>
                </a:lnTo>
                <a:lnTo>
                  <a:pt x="154055" y="168542"/>
                </a:lnTo>
                <a:lnTo>
                  <a:pt x="150598" y="158008"/>
                </a:lnTo>
                <a:lnTo>
                  <a:pt x="145980" y="147474"/>
                </a:lnTo>
                <a:lnTo>
                  <a:pt x="139978" y="136941"/>
                </a:lnTo>
                <a:lnTo>
                  <a:pt x="132405" y="126407"/>
                </a:lnTo>
                <a:lnTo>
                  <a:pt x="123140" y="115873"/>
                </a:lnTo>
                <a:lnTo>
                  <a:pt x="112167" y="105339"/>
                </a:lnTo>
                <a:lnTo>
                  <a:pt x="99601" y="94805"/>
                </a:lnTo>
                <a:lnTo>
                  <a:pt x="85714" y="84271"/>
                </a:lnTo>
                <a:lnTo>
                  <a:pt x="70939" y="73737"/>
                </a:lnTo>
                <a:lnTo>
                  <a:pt x="55864" y="63203"/>
                </a:lnTo>
                <a:lnTo>
                  <a:pt x="41198" y="52669"/>
                </a:lnTo>
                <a:lnTo>
                  <a:pt x="27723" y="42136"/>
                </a:lnTo>
                <a:lnTo>
                  <a:pt x="16224" y="31602"/>
                </a:lnTo>
                <a:lnTo>
                  <a:pt x="7420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7" y="10534"/>
                </a:lnTo>
                <a:lnTo>
                  <a:pt x="337295" y="21068"/>
                </a:lnTo>
                <a:lnTo>
                  <a:pt x="328491" y="31602"/>
                </a:lnTo>
                <a:lnTo>
                  <a:pt x="316992" y="42136"/>
                </a:lnTo>
                <a:lnTo>
                  <a:pt x="303516" y="52669"/>
                </a:lnTo>
                <a:lnTo>
                  <a:pt x="288850" y="63203"/>
                </a:lnTo>
                <a:lnTo>
                  <a:pt x="273775" y="73737"/>
                </a:lnTo>
                <a:lnTo>
                  <a:pt x="259000" y="84271"/>
                </a:lnTo>
                <a:lnTo>
                  <a:pt x="245113" y="94805"/>
                </a:lnTo>
                <a:lnTo>
                  <a:pt x="232547" y="105339"/>
                </a:lnTo>
                <a:lnTo>
                  <a:pt x="221574" y="115873"/>
                </a:lnTo>
                <a:lnTo>
                  <a:pt x="212309" y="126407"/>
                </a:lnTo>
                <a:lnTo>
                  <a:pt x="204736" y="136941"/>
                </a:lnTo>
                <a:lnTo>
                  <a:pt x="198734" y="147474"/>
                </a:lnTo>
                <a:lnTo>
                  <a:pt x="194117" y="158008"/>
                </a:lnTo>
                <a:lnTo>
                  <a:pt x="190659" y="168542"/>
                </a:lnTo>
                <a:lnTo>
                  <a:pt x="188128" y="179076"/>
                </a:lnTo>
                <a:lnTo>
                  <a:pt x="186303" y="189610"/>
                </a:lnTo>
                <a:lnTo>
                  <a:pt x="184989" y="200144"/>
                </a:lnTo>
                <a:lnTo>
                  <a:pt x="184027" y="210678"/>
                </a:lnTo>
                <a:lnTo>
                  <a:pt x="183291" y="221212"/>
                </a:lnTo>
                <a:lnTo>
                  <a:pt x="182693" y="231746"/>
                </a:lnTo>
                <a:lnTo>
                  <a:pt x="182175" y="242280"/>
                </a:lnTo>
                <a:lnTo>
                  <a:pt x="181706" y="252813"/>
                </a:lnTo>
                <a:lnTo>
                  <a:pt x="181274" y="263347"/>
                </a:lnTo>
                <a:lnTo>
                  <a:pt x="180885" y="273881"/>
                </a:lnTo>
                <a:lnTo>
                  <a:pt x="180553" y="284415"/>
                </a:lnTo>
                <a:lnTo>
                  <a:pt x="180298" y="294949"/>
                </a:lnTo>
                <a:lnTo>
                  <a:pt x="180138" y="305483"/>
                </a:lnTo>
                <a:lnTo>
                  <a:pt x="180089" y="316017"/>
                </a:lnTo>
                <a:lnTo>
                  <a:pt x="180159" y="326551"/>
                </a:lnTo>
                <a:lnTo>
                  <a:pt x="180347" y="337085"/>
                </a:lnTo>
                <a:lnTo>
                  <a:pt x="180641" y="347618"/>
                </a:lnTo>
                <a:lnTo>
                  <a:pt x="181016" y="358152"/>
                </a:lnTo>
                <a:lnTo>
                  <a:pt x="181441" y="368686"/>
                </a:lnTo>
                <a:lnTo>
                  <a:pt x="181876" y="379220"/>
                </a:lnTo>
                <a:lnTo>
                  <a:pt x="182282" y="389754"/>
                </a:lnTo>
                <a:lnTo>
                  <a:pt x="182619" y="400288"/>
                </a:lnTo>
                <a:lnTo>
                  <a:pt x="182856" y="410822"/>
                </a:lnTo>
                <a:lnTo>
                  <a:pt x="182971" y="421356"/>
                </a:lnTo>
                <a:lnTo>
                  <a:pt x="182956" y="431890"/>
                </a:lnTo>
                <a:lnTo>
                  <a:pt x="182814" y="442423"/>
                </a:lnTo>
                <a:lnTo>
                  <a:pt x="182562" y="452957"/>
                </a:lnTo>
                <a:lnTo>
                  <a:pt x="182224" y="463491"/>
                </a:lnTo>
                <a:lnTo>
                  <a:pt x="181831" y="474025"/>
                </a:lnTo>
                <a:lnTo>
                  <a:pt x="181413" y="484559"/>
                </a:lnTo>
                <a:lnTo>
                  <a:pt x="180999" y="495093"/>
                </a:lnTo>
                <a:lnTo>
                  <a:pt x="180610" y="505627"/>
                </a:lnTo>
                <a:lnTo>
                  <a:pt x="180261" y="516161"/>
                </a:lnTo>
                <a:lnTo>
                  <a:pt x="179958" y="526695"/>
                </a:lnTo>
                <a:lnTo>
                  <a:pt x="179701" y="537228"/>
                </a:lnTo>
                <a:lnTo>
                  <a:pt x="179483" y="547762"/>
                </a:lnTo>
                <a:lnTo>
                  <a:pt x="179297" y="558296"/>
                </a:lnTo>
                <a:lnTo>
                  <a:pt x="179135" y="568830"/>
                </a:lnTo>
                <a:lnTo>
                  <a:pt x="178991" y="579364"/>
                </a:lnTo>
                <a:lnTo>
                  <a:pt x="178860" y="589898"/>
                </a:lnTo>
                <a:lnTo>
                  <a:pt x="178743" y="600432"/>
                </a:lnTo>
                <a:lnTo>
                  <a:pt x="178642" y="610966"/>
                </a:lnTo>
                <a:lnTo>
                  <a:pt x="178561" y="621500"/>
                </a:lnTo>
                <a:lnTo>
                  <a:pt x="178506" y="632034"/>
                </a:lnTo>
                <a:lnTo>
                  <a:pt x="178479" y="642567"/>
                </a:lnTo>
                <a:lnTo>
                  <a:pt x="178487" y="653101"/>
                </a:lnTo>
                <a:lnTo>
                  <a:pt x="178531" y="663635"/>
                </a:lnTo>
                <a:lnTo>
                  <a:pt x="178617" y="674169"/>
                </a:lnTo>
                <a:lnTo>
                  <a:pt x="178749" y="684703"/>
                </a:lnTo>
                <a:lnTo>
                  <a:pt x="178933" y="695237"/>
                </a:lnTo>
                <a:lnTo>
                  <a:pt x="179176" y="705771"/>
                </a:lnTo>
                <a:lnTo>
                  <a:pt x="179486" y="716305"/>
                </a:lnTo>
                <a:lnTo>
                  <a:pt x="179870" y="726839"/>
                </a:lnTo>
                <a:lnTo>
                  <a:pt x="180333" y="737372"/>
                </a:lnTo>
                <a:lnTo>
                  <a:pt x="180873" y="747906"/>
                </a:lnTo>
                <a:lnTo>
                  <a:pt x="181480" y="758440"/>
                </a:lnTo>
                <a:lnTo>
                  <a:pt x="182137" y="768974"/>
                </a:lnTo>
                <a:lnTo>
                  <a:pt x="182815" y="779508"/>
                </a:lnTo>
                <a:lnTo>
                  <a:pt x="183477" y="790042"/>
                </a:lnTo>
                <a:lnTo>
                  <a:pt x="184080" y="800576"/>
                </a:lnTo>
                <a:lnTo>
                  <a:pt x="184577" y="811110"/>
                </a:lnTo>
                <a:lnTo>
                  <a:pt x="184926" y="821644"/>
                </a:lnTo>
                <a:lnTo>
                  <a:pt x="185091" y="832177"/>
                </a:lnTo>
                <a:lnTo>
                  <a:pt x="185050" y="842711"/>
                </a:lnTo>
                <a:lnTo>
                  <a:pt x="184795" y="853245"/>
                </a:lnTo>
                <a:lnTo>
                  <a:pt x="184337" y="863779"/>
                </a:lnTo>
                <a:lnTo>
                  <a:pt x="183703" y="874313"/>
                </a:lnTo>
                <a:lnTo>
                  <a:pt x="182937" y="884847"/>
                </a:lnTo>
                <a:lnTo>
                  <a:pt x="182089" y="895381"/>
                </a:lnTo>
                <a:lnTo>
                  <a:pt x="181219" y="905915"/>
                </a:lnTo>
                <a:lnTo>
                  <a:pt x="180384" y="916449"/>
                </a:lnTo>
                <a:lnTo>
                  <a:pt x="179637" y="926982"/>
                </a:lnTo>
                <a:lnTo>
                  <a:pt x="179021" y="937516"/>
                </a:lnTo>
                <a:lnTo>
                  <a:pt x="178566" y="948050"/>
                </a:lnTo>
                <a:lnTo>
                  <a:pt x="178289" y="958584"/>
                </a:lnTo>
                <a:lnTo>
                  <a:pt x="178190" y="969118"/>
                </a:lnTo>
                <a:lnTo>
                  <a:pt x="178259" y="979652"/>
                </a:lnTo>
                <a:lnTo>
                  <a:pt x="178475" y="990186"/>
                </a:lnTo>
                <a:lnTo>
                  <a:pt x="178806" y="1000720"/>
                </a:lnTo>
                <a:lnTo>
                  <a:pt x="179218" y="1011254"/>
                </a:lnTo>
                <a:lnTo>
                  <a:pt x="179676" y="1021788"/>
                </a:lnTo>
                <a:lnTo>
                  <a:pt x="180144" y="1032321"/>
                </a:lnTo>
                <a:lnTo>
                  <a:pt x="180594" y="1042855"/>
                </a:lnTo>
                <a:lnTo>
                  <a:pt x="181002" y="1053389"/>
                </a:lnTo>
                <a:lnTo>
                  <a:pt x="181350" y="1063923"/>
                </a:lnTo>
                <a:lnTo>
                  <a:pt x="181632" y="1074457"/>
                </a:lnTo>
                <a:lnTo>
                  <a:pt x="181848" y="1084991"/>
                </a:lnTo>
                <a:lnTo>
                  <a:pt x="182003" y="1095525"/>
                </a:lnTo>
                <a:lnTo>
                  <a:pt x="182112" y="1106059"/>
                </a:lnTo>
                <a:lnTo>
                  <a:pt x="182190" y="1116593"/>
                </a:lnTo>
                <a:lnTo>
                  <a:pt x="182252" y="1127126"/>
                </a:lnTo>
                <a:lnTo>
                  <a:pt x="182316" y="1137660"/>
                </a:lnTo>
                <a:lnTo>
                  <a:pt x="182393" y="1148194"/>
                </a:lnTo>
                <a:lnTo>
                  <a:pt x="182490" y="1158728"/>
                </a:lnTo>
                <a:lnTo>
                  <a:pt x="182608" y="1169262"/>
                </a:lnTo>
                <a:lnTo>
                  <a:pt x="182743" y="1179796"/>
                </a:lnTo>
                <a:lnTo>
                  <a:pt x="182885" y="1190330"/>
                </a:lnTo>
                <a:lnTo>
                  <a:pt x="183020" y="1200864"/>
                </a:lnTo>
                <a:lnTo>
                  <a:pt x="183135" y="1211398"/>
                </a:lnTo>
                <a:lnTo>
                  <a:pt x="183216" y="1221931"/>
                </a:lnTo>
                <a:lnTo>
                  <a:pt x="183252" y="1232465"/>
                </a:lnTo>
                <a:lnTo>
                  <a:pt x="183240" y="1242999"/>
                </a:lnTo>
                <a:lnTo>
                  <a:pt x="183181" y="1253533"/>
                </a:lnTo>
                <a:lnTo>
                  <a:pt x="183083" y="1264067"/>
                </a:lnTo>
                <a:lnTo>
                  <a:pt x="182960" y="1274601"/>
                </a:lnTo>
                <a:lnTo>
                  <a:pt x="182829" y="1285135"/>
                </a:lnTo>
                <a:lnTo>
                  <a:pt x="182713" y="1295669"/>
                </a:lnTo>
                <a:lnTo>
                  <a:pt x="182630" y="1306203"/>
                </a:lnTo>
                <a:lnTo>
                  <a:pt x="182597" y="1316736"/>
                </a:lnTo>
                <a:lnTo>
                  <a:pt x="182628" y="1327270"/>
                </a:lnTo>
                <a:lnTo>
                  <a:pt x="182729" y="1337804"/>
                </a:lnTo>
                <a:lnTo>
                  <a:pt x="182900" y="1348338"/>
                </a:lnTo>
                <a:lnTo>
                  <a:pt x="183133" y="1358872"/>
                </a:lnTo>
                <a:lnTo>
                  <a:pt x="183417" y="1369406"/>
                </a:lnTo>
                <a:lnTo>
                  <a:pt x="183737" y="1379940"/>
                </a:lnTo>
                <a:lnTo>
                  <a:pt x="184075" y="1390474"/>
                </a:lnTo>
                <a:lnTo>
                  <a:pt x="184415" y="1401008"/>
                </a:lnTo>
                <a:lnTo>
                  <a:pt x="184742" y="1411542"/>
                </a:lnTo>
                <a:lnTo>
                  <a:pt x="185050" y="1422075"/>
                </a:lnTo>
                <a:lnTo>
                  <a:pt x="185337" y="1432609"/>
                </a:lnTo>
                <a:lnTo>
                  <a:pt x="185611" y="1443143"/>
                </a:lnTo>
                <a:lnTo>
                  <a:pt x="185890" y="1453677"/>
                </a:lnTo>
                <a:lnTo>
                  <a:pt x="186208" y="1464211"/>
                </a:lnTo>
                <a:lnTo>
                  <a:pt x="186611" y="1474745"/>
                </a:lnTo>
                <a:lnTo>
                  <a:pt x="187166" y="1485279"/>
                </a:lnTo>
                <a:lnTo>
                  <a:pt x="187956" y="1495813"/>
                </a:lnTo>
                <a:lnTo>
                  <a:pt x="189085" y="1506347"/>
                </a:lnTo>
                <a:lnTo>
                  <a:pt x="190675" y="1516880"/>
                </a:lnTo>
                <a:lnTo>
                  <a:pt x="192861" y="1527414"/>
                </a:lnTo>
                <a:lnTo>
                  <a:pt x="195784" y="1537948"/>
                </a:lnTo>
                <a:lnTo>
                  <a:pt x="199577" y="1548482"/>
                </a:lnTo>
                <a:lnTo>
                  <a:pt x="204351" y="1559016"/>
                </a:lnTo>
                <a:lnTo>
                  <a:pt x="210174" y="1569550"/>
                </a:lnTo>
                <a:lnTo>
                  <a:pt x="217050" y="1580084"/>
                </a:lnTo>
                <a:lnTo>
                  <a:pt x="224905" y="1590618"/>
                </a:lnTo>
                <a:lnTo>
                  <a:pt x="233565" y="1601152"/>
                </a:lnTo>
                <a:lnTo>
                  <a:pt x="242762" y="1611685"/>
                </a:lnTo>
                <a:lnTo>
                  <a:pt x="252131" y="1622219"/>
                </a:lnTo>
                <a:lnTo>
                  <a:pt x="261235" y="1632753"/>
                </a:lnTo>
                <a:lnTo>
                  <a:pt x="269591" y="1643287"/>
                </a:lnTo>
                <a:lnTo>
                  <a:pt x="276717" y="1653821"/>
                </a:lnTo>
                <a:lnTo>
                  <a:pt x="282170" y="1664355"/>
                </a:lnTo>
                <a:lnTo>
                  <a:pt x="285595" y="1674889"/>
                </a:lnTo>
                <a:lnTo>
                  <a:pt x="286763" y="1685423"/>
                </a:lnTo>
                <a:lnTo>
                  <a:pt x="286763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5465">
            <a:extLst>
              <a:ext uri="{FF2B5EF4-FFF2-40B4-BE49-F238E27FC236}">
                <a16:creationId xmlns:a16="http://schemas.microsoft.com/office/drawing/2014/main" id="{50F80389-06EA-4FA3-ADEC-96C436174B32}"/>
              </a:ext>
            </a:extLst>
          </p:cNvPr>
          <p:cNvSpPr>
            <a:spLocks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5466">
            <a:extLst>
              <a:ext uri="{FF2B5EF4-FFF2-40B4-BE49-F238E27FC236}">
                <a16:creationId xmlns:a16="http://schemas.microsoft.com/office/drawing/2014/main" id="{2B8BA562-F7B2-48D2-90FE-4C7B2040F51A}"/>
              </a:ext>
            </a:extLst>
          </p:cNvPr>
          <p:cNvSpPr>
            <a:spLocks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5467">
            <a:extLst>
              <a:ext uri="{FF2B5EF4-FFF2-40B4-BE49-F238E27FC236}">
                <a16:creationId xmlns:a16="http://schemas.microsoft.com/office/drawing/2014/main" id="{5DDD5F18-FFD6-4287-B007-E0AA4412A0CA}"/>
              </a:ext>
            </a:extLst>
          </p:cNvPr>
          <p:cNvSpPr>
            <a:spLocks/>
          </p:cNvSpPr>
          <p:nvPr/>
        </p:nvSpPr>
        <p:spPr>
          <a:xfrm>
            <a:off x="6089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5468">
            <a:extLst>
              <a:ext uri="{FF2B5EF4-FFF2-40B4-BE49-F238E27FC236}">
                <a16:creationId xmlns:a16="http://schemas.microsoft.com/office/drawing/2014/main" id="{8CDDBEAB-C252-401F-9CCC-88B901A261A9}"/>
              </a:ext>
            </a:extLst>
          </p:cNvPr>
          <p:cNvSpPr>
            <a:spLocks/>
          </p:cNvSpPr>
          <p:nvPr/>
        </p:nvSpPr>
        <p:spPr>
          <a:xfrm>
            <a:off x="602890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5469">
            <a:extLst>
              <a:ext uri="{FF2B5EF4-FFF2-40B4-BE49-F238E27FC236}">
                <a16:creationId xmlns:a16="http://schemas.microsoft.com/office/drawing/2014/main" id="{FBE1FF18-30E0-4871-BE3B-03F12F1B0047}"/>
              </a:ext>
            </a:extLst>
          </p:cNvPr>
          <p:cNvSpPr>
            <a:spLocks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5470">
            <a:extLst>
              <a:ext uri="{FF2B5EF4-FFF2-40B4-BE49-F238E27FC236}">
                <a16:creationId xmlns:a16="http://schemas.microsoft.com/office/drawing/2014/main" id="{411A1DA7-3511-4156-881D-AFB3F0A831D8}"/>
              </a:ext>
            </a:extLst>
          </p:cNvPr>
          <p:cNvSpPr>
            <a:spLocks/>
          </p:cNvSpPr>
          <p:nvPr/>
        </p:nvSpPr>
        <p:spPr>
          <a:xfrm>
            <a:off x="595004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5471">
            <a:extLst>
              <a:ext uri="{FF2B5EF4-FFF2-40B4-BE49-F238E27FC236}">
                <a16:creationId xmlns:a16="http://schemas.microsoft.com/office/drawing/2014/main" id="{FC9CA448-940D-49E6-B5D0-106E10374617}"/>
              </a:ext>
            </a:extLst>
          </p:cNvPr>
          <p:cNvSpPr>
            <a:spLocks/>
          </p:cNvSpPr>
          <p:nvPr/>
        </p:nvSpPr>
        <p:spPr>
          <a:xfrm>
            <a:off x="593570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5472">
            <a:extLst>
              <a:ext uri="{FF2B5EF4-FFF2-40B4-BE49-F238E27FC236}">
                <a16:creationId xmlns:a16="http://schemas.microsoft.com/office/drawing/2014/main" id="{E5E1DF38-2912-46D4-AB76-3D5833E86FC9}"/>
              </a:ext>
            </a:extLst>
          </p:cNvPr>
          <p:cNvSpPr>
            <a:spLocks/>
          </p:cNvSpPr>
          <p:nvPr/>
        </p:nvSpPr>
        <p:spPr>
          <a:xfrm>
            <a:off x="5922822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5473">
            <a:extLst>
              <a:ext uri="{FF2B5EF4-FFF2-40B4-BE49-F238E27FC236}">
                <a16:creationId xmlns:a16="http://schemas.microsoft.com/office/drawing/2014/main" id="{805FFA1C-78DA-4171-B32D-53D6928B3BFE}"/>
              </a:ext>
            </a:extLst>
          </p:cNvPr>
          <p:cNvSpPr>
            <a:spLocks/>
          </p:cNvSpPr>
          <p:nvPr/>
        </p:nvSpPr>
        <p:spPr>
          <a:xfrm>
            <a:off x="6007063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5474">
            <a:extLst>
              <a:ext uri="{FF2B5EF4-FFF2-40B4-BE49-F238E27FC236}">
                <a16:creationId xmlns:a16="http://schemas.microsoft.com/office/drawing/2014/main" id="{DC65D975-D8FC-4452-A897-AA4C18906ACF}"/>
              </a:ext>
            </a:extLst>
          </p:cNvPr>
          <p:cNvSpPr>
            <a:spLocks/>
          </p:cNvSpPr>
          <p:nvPr/>
        </p:nvSpPr>
        <p:spPr>
          <a:xfrm>
            <a:off x="5940151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5475">
            <a:extLst>
              <a:ext uri="{FF2B5EF4-FFF2-40B4-BE49-F238E27FC236}">
                <a16:creationId xmlns:a16="http://schemas.microsoft.com/office/drawing/2014/main" id="{EFB318BB-96AE-4B6A-8D3F-4B61D98E5461}"/>
              </a:ext>
            </a:extLst>
          </p:cNvPr>
          <p:cNvSpPr>
            <a:spLocks/>
          </p:cNvSpPr>
          <p:nvPr/>
        </p:nvSpPr>
        <p:spPr>
          <a:xfrm>
            <a:off x="6067216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5476">
            <a:extLst>
              <a:ext uri="{FF2B5EF4-FFF2-40B4-BE49-F238E27FC236}">
                <a16:creationId xmlns:a16="http://schemas.microsoft.com/office/drawing/2014/main" id="{F0875BD7-4346-42CA-BDE8-8B7681520C29}"/>
              </a:ext>
            </a:extLst>
          </p:cNvPr>
          <p:cNvSpPr>
            <a:spLocks/>
          </p:cNvSpPr>
          <p:nvPr/>
        </p:nvSpPr>
        <p:spPr>
          <a:xfrm>
            <a:off x="5977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5477">
            <a:extLst>
              <a:ext uri="{FF2B5EF4-FFF2-40B4-BE49-F238E27FC236}">
                <a16:creationId xmlns:a16="http://schemas.microsoft.com/office/drawing/2014/main" id="{A62ADA28-BD9B-4CFE-918C-D9DCB5AA80B8}"/>
              </a:ext>
            </a:extLst>
          </p:cNvPr>
          <p:cNvSpPr>
            <a:spLocks/>
          </p:cNvSpPr>
          <p:nvPr/>
        </p:nvSpPr>
        <p:spPr>
          <a:xfrm>
            <a:off x="5939748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5478">
            <a:extLst>
              <a:ext uri="{FF2B5EF4-FFF2-40B4-BE49-F238E27FC236}">
                <a16:creationId xmlns:a16="http://schemas.microsoft.com/office/drawing/2014/main" id="{7AD12D51-D3A7-4A6B-AF98-3008E246C922}"/>
              </a:ext>
            </a:extLst>
          </p:cNvPr>
          <p:cNvSpPr>
            <a:spLocks/>
          </p:cNvSpPr>
          <p:nvPr/>
        </p:nvSpPr>
        <p:spPr>
          <a:xfrm>
            <a:off x="6074073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5479">
            <a:extLst>
              <a:ext uri="{FF2B5EF4-FFF2-40B4-BE49-F238E27FC236}">
                <a16:creationId xmlns:a16="http://schemas.microsoft.com/office/drawing/2014/main" id="{FA3FF029-BC5F-4678-A75A-9753EF0F376E}"/>
              </a:ext>
            </a:extLst>
          </p:cNvPr>
          <p:cNvSpPr>
            <a:spLocks/>
          </p:cNvSpPr>
          <p:nvPr/>
        </p:nvSpPr>
        <p:spPr>
          <a:xfrm>
            <a:off x="6056411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5480">
            <a:extLst>
              <a:ext uri="{FF2B5EF4-FFF2-40B4-BE49-F238E27FC236}">
                <a16:creationId xmlns:a16="http://schemas.microsoft.com/office/drawing/2014/main" id="{B97D3C16-1EA4-4804-B8F1-562D7128FEE7}"/>
              </a:ext>
            </a:extLst>
          </p:cNvPr>
          <p:cNvSpPr>
            <a:spLocks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5481">
            <a:extLst>
              <a:ext uri="{FF2B5EF4-FFF2-40B4-BE49-F238E27FC236}">
                <a16:creationId xmlns:a16="http://schemas.microsoft.com/office/drawing/2014/main" id="{056B6772-A33A-4A88-9D5C-FA7FE08718F1}"/>
              </a:ext>
            </a:extLst>
          </p:cNvPr>
          <p:cNvSpPr>
            <a:spLocks/>
          </p:cNvSpPr>
          <p:nvPr/>
        </p:nvSpPr>
        <p:spPr>
          <a:xfrm>
            <a:off x="59625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5482">
            <a:extLst>
              <a:ext uri="{FF2B5EF4-FFF2-40B4-BE49-F238E27FC236}">
                <a16:creationId xmlns:a16="http://schemas.microsoft.com/office/drawing/2014/main" id="{33F7F482-1537-4743-B166-89F63319F5A0}"/>
              </a:ext>
            </a:extLst>
          </p:cNvPr>
          <p:cNvSpPr>
            <a:spLocks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5483">
            <a:extLst>
              <a:ext uri="{FF2B5EF4-FFF2-40B4-BE49-F238E27FC236}">
                <a16:creationId xmlns:a16="http://schemas.microsoft.com/office/drawing/2014/main" id="{BD22CB1B-911B-46BB-92C0-704BB21098C1}"/>
              </a:ext>
            </a:extLst>
          </p:cNvPr>
          <p:cNvSpPr>
            <a:spLocks/>
          </p:cNvSpPr>
          <p:nvPr/>
        </p:nvSpPr>
        <p:spPr>
          <a:xfrm>
            <a:off x="5940677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5484">
            <a:extLst>
              <a:ext uri="{FF2B5EF4-FFF2-40B4-BE49-F238E27FC236}">
                <a16:creationId xmlns:a16="http://schemas.microsoft.com/office/drawing/2014/main" id="{CB2AD1EF-14CB-452D-A010-28007B31F6AF}"/>
              </a:ext>
            </a:extLst>
          </p:cNvPr>
          <p:cNvSpPr>
            <a:spLocks/>
          </p:cNvSpPr>
          <p:nvPr/>
        </p:nvSpPr>
        <p:spPr>
          <a:xfrm>
            <a:off x="610043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5485">
            <a:extLst>
              <a:ext uri="{FF2B5EF4-FFF2-40B4-BE49-F238E27FC236}">
                <a16:creationId xmlns:a16="http://schemas.microsoft.com/office/drawing/2014/main" id="{D5BB0CAB-3A58-4138-A248-90C67C58F206}"/>
              </a:ext>
            </a:extLst>
          </p:cNvPr>
          <p:cNvSpPr>
            <a:spLocks/>
          </p:cNvSpPr>
          <p:nvPr/>
        </p:nvSpPr>
        <p:spPr>
          <a:xfrm>
            <a:off x="6040888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5486">
            <a:extLst>
              <a:ext uri="{FF2B5EF4-FFF2-40B4-BE49-F238E27FC236}">
                <a16:creationId xmlns:a16="http://schemas.microsoft.com/office/drawing/2014/main" id="{3F3FAA2A-E346-4540-8904-467770C3272D}"/>
              </a:ext>
            </a:extLst>
          </p:cNvPr>
          <p:cNvSpPr>
            <a:spLocks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5487">
            <a:extLst>
              <a:ext uri="{FF2B5EF4-FFF2-40B4-BE49-F238E27FC236}">
                <a16:creationId xmlns:a16="http://schemas.microsoft.com/office/drawing/2014/main" id="{ECBEFFD0-9F59-4796-B913-5DB7B4ADBAFE}"/>
              </a:ext>
            </a:extLst>
          </p:cNvPr>
          <p:cNvSpPr>
            <a:spLocks/>
          </p:cNvSpPr>
          <p:nvPr/>
        </p:nvSpPr>
        <p:spPr>
          <a:xfrm>
            <a:off x="590532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5488">
            <a:extLst>
              <a:ext uri="{FF2B5EF4-FFF2-40B4-BE49-F238E27FC236}">
                <a16:creationId xmlns:a16="http://schemas.microsoft.com/office/drawing/2014/main" id="{8FB00436-664F-4E7C-A8CF-FC0C424A59EC}"/>
              </a:ext>
            </a:extLst>
          </p:cNvPr>
          <p:cNvSpPr>
            <a:spLocks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5489">
            <a:extLst>
              <a:ext uri="{FF2B5EF4-FFF2-40B4-BE49-F238E27FC236}">
                <a16:creationId xmlns:a16="http://schemas.microsoft.com/office/drawing/2014/main" id="{C609AA2D-305C-49CB-A5CF-FEF98E19B597}"/>
              </a:ext>
            </a:extLst>
          </p:cNvPr>
          <p:cNvSpPr>
            <a:spLocks/>
          </p:cNvSpPr>
          <p:nvPr/>
        </p:nvSpPr>
        <p:spPr>
          <a:xfrm>
            <a:off x="603091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5490">
            <a:extLst>
              <a:ext uri="{FF2B5EF4-FFF2-40B4-BE49-F238E27FC236}">
                <a16:creationId xmlns:a16="http://schemas.microsoft.com/office/drawing/2014/main" id="{676BA700-359B-47D3-97B3-7A9DE50E4AA4}"/>
              </a:ext>
            </a:extLst>
          </p:cNvPr>
          <p:cNvSpPr>
            <a:spLocks/>
          </p:cNvSpPr>
          <p:nvPr/>
        </p:nvSpPr>
        <p:spPr>
          <a:xfrm>
            <a:off x="595654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5491">
            <a:extLst>
              <a:ext uri="{FF2B5EF4-FFF2-40B4-BE49-F238E27FC236}">
                <a16:creationId xmlns:a16="http://schemas.microsoft.com/office/drawing/2014/main" id="{4D9E15EB-361D-4349-8E6C-A867D948FF6B}"/>
              </a:ext>
            </a:extLst>
          </p:cNvPr>
          <p:cNvSpPr>
            <a:spLocks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5492">
            <a:extLst>
              <a:ext uri="{FF2B5EF4-FFF2-40B4-BE49-F238E27FC236}">
                <a16:creationId xmlns:a16="http://schemas.microsoft.com/office/drawing/2014/main" id="{8BA53A6D-E2A7-468A-9A25-F1C9BDA5B339}"/>
              </a:ext>
            </a:extLst>
          </p:cNvPr>
          <p:cNvSpPr>
            <a:spLocks/>
          </p:cNvSpPr>
          <p:nvPr/>
        </p:nvSpPr>
        <p:spPr>
          <a:xfrm>
            <a:off x="5886156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5493">
            <a:extLst>
              <a:ext uri="{FF2B5EF4-FFF2-40B4-BE49-F238E27FC236}">
                <a16:creationId xmlns:a16="http://schemas.microsoft.com/office/drawing/2014/main" id="{B03997C4-CA0E-4165-B8B0-9537B3DEB459}"/>
              </a:ext>
            </a:extLst>
          </p:cNvPr>
          <p:cNvSpPr>
            <a:spLocks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5494">
            <a:extLst>
              <a:ext uri="{FF2B5EF4-FFF2-40B4-BE49-F238E27FC236}">
                <a16:creationId xmlns:a16="http://schemas.microsoft.com/office/drawing/2014/main" id="{B3316E29-5BBE-4A0D-8A40-604931E9C748}"/>
              </a:ext>
            </a:extLst>
          </p:cNvPr>
          <p:cNvSpPr>
            <a:spLocks/>
          </p:cNvSpPr>
          <p:nvPr/>
        </p:nvSpPr>
        <p:spPr>
          <a:xfrm>
            <a:off x="595537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5495">
            <a:extLst>
              <a:ext uri="{FF2B5EF4-FFF2-40B4-BE49-F238E27FC236}">
                <a16:creationId xmlns:a16="http://schemas.microsoft.com/office/drawing/2014/main" id="{92492C1D-46DE-4B8E-A62F-7176A21616C0}"/>
              </a:ext>
            </a:extLst>
          </p:cNvPr>
          <p:cNvSpPr>
            <a:spLocks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5496">
            <a:extLst>
              <a:ext uri="{FF2B5EF4-FFF2-40B4-BE49-F238E27FC236}">
                <a16:creationId xmlns:a16="http://schemas.microsoft.com/office/drawing/2014/main" id="{74E25F57-E252-46CF-9FF5-3BCCEFA618AC}"/>
              </a:ext>
            </a:extLst>
          </p:cNvPr>
          <p:cNvSpPr>
            <a:spLocks/>
          </p:cNvSpPr>
          <p:nvPr/>
        </p:nvSpPr>
        <p:spPr>
          <a:xfrm>
            <a:off x="6089613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5497">
            <a:extLst>
              <a:ext uri="{FF2B5EF4-FFF2-40B4-BE49-F238E27FC236}">
                <a16:creationId xmlns:a16="http://schemas.microsoft.com/office/drawing/2014/main" id="{57609337-2056-4D5F-ACA8-62310C602B8C}"/>
              </a:ext>
            </a:extLst>
          </p:cNvPr>
          <p:cNvSpPr>
            <a:spLocks/>
          </p:cNvSpPr>
          <p:nvPr/>
        </p:nvSpPr>
        <p:spPr>
          <a:xfrm>
            <a:off x="6081701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5498">
            <a:extLst>
              <a:ext uri="{FF2B5EF4-FFF2-40B4-BE49-F238E27FC236}">
                <a16:creationId xmlns:a16="http://schemas.microsoft.com/office/drawing/2014/main" id="{06732D9B-5BC0-4C1A-9E93-7DD318C96C65}"/>
              </a:ext>
            </a:extLst>
          </p:cNvPr>
          <p:cNvSpPr>
            <a:spLocks/>
          </p:cNvSpPr>
          <p:nvPr/>
        </p:nvSpPr>
        <p:spPr>
          <a:xfrm>
            <a:off x="6031246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5499">
            <a:extLst>
              <a:ext uri="{FF2B5EF4-FFF2-40B4-BE49-F238E27FC236}">
                <a16:creationId xmlns:a16="http://schemas.microsoft.com/office/drawing/2014/main" id="{D6509333-E1AA-4D18-BFC8-EC955069EA9B}"/>
              </a:ext>
            </a:extLst>
          </p:cNvPr>
          <p:cNvSpPr>
            <a:spLocks/>
          </p:cNvSpPr>
          <p:nvPr/>
        </p:nvSpPr>
        <p:spPr>
          <a:xfrm>
            <a:off x="6044810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5500">
            <a:extLst>
              <a:ext uri="{FF2B5EF4-FFF2-40B4-BE49-F238E27FC236}">
                <a16:creationId xmlns:a16="http://schemas.microsoft.com/office/drawing/2014/main" id="{AFF106F2-D244-437A-B990-316587974E6D}"/>
              </a:ext>
            </a:extLst>
          </p:cNvPr>
          <p:cNvSpPr>
            <a:spLocks/>
          </p:cNvSpPr>
          <p:nvPr/>
        </p:nvSpPr>
        <p:spPr>
          <a:xfrm>
            <a:off x="60002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5501">
            <a:extLst>
              <a:ext uri="{FF2B5EF4-FFF2-40B4-BE49-F238E27FC236}">
                <a16:creationId xmlns:a16="http://schemas.microsoft.com/office/drawing/2014/main" id="{842E68BA-67B8-4062-9199-5FD27ABB828C}"/>
              </a:ext>
            </a:extLst>
          </p:cNvPr>
          <p:cNvSpPr>
            <a:spLocks/>
          </p:cNvSpPr>
          <p:nvPr/>
        </p:nvSpPr>
        <p:spPr>
          <a:xfrm>
            <a:off x="593438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5502">
            <a:extLst>
              <a:ext uri="{FF2B5EF4-FFF2-40B4-BE49-F238E27FC236}">
                <a16:creationId xmlns:a16="http://schemas.microsoft.com/office/drawing/2014/main" id="{E0C42459-A1BF-46A0-B077-1C2062D18791}"/>
              </a:ext>
            </a:extLst>
          </p:cNvPr>
          <p:cNvSpPr>
            <a:spLocks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5503">
            <a:extLst>
              <a:ext uri="{FF2B5EF4-FFF2-40B4-BE49-F238E27FC236}">
                <a16:creationId xmlns:a16="http://schemas.microsoft.com/office/drawing/2014/main" id="{85896B4C-5151-45EC-84EF-73A48CFA460E}"/>
              </a:ext>
            </a:extLst>
          </p:cNvPr>
          <p:cNvSpPr>
            <a:spLocks/>
          </p:cNvSpPr>
          <p:nvPr/>
        </p:nvSpPr>
        <p:spPr>
          <a:xfrm>
            <a:off x="609764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5504">
            <a:extLst>
              <a:ext uri="{FF2B5EF4-FFF2-40B4-BE49-F238E27FC236}">
                <a16:creationId xmlns:a16="http://schemas.microsoft.com/office/drawing/2014/main" id="{925DD4A5-A10F-4CF2-9024-6821A44C1937}"/>
              </a:ext>
            </a:extLst>
          </p:cNvPr>
          <p:cNvSpPr>
            <a:spLocks/>
          </p:cNvSpPr>
          <p:nvPr/>
        </p:nvSpPr>
        <p:spPr>
          <a:xfrm>
            <a:off x="59313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5505">
            <a:extLst>
              <a:ext uri="{FF2B5EF4-FFF2-40B4-BE49-F238E27FC236}">
                <a16:creationId xmlns:a16="http://schemas.microsoft.com/office/drawing/2014/main" id="{DB0459D5-7DFC-4A05-9F80-429158DD3BC8}"/>
              </a:ext>
            </a:extLst>
          </p:cNvPr>
          <p:cNvSpPr>
            <a:spLocks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5506">
            <a:extLst>
              <a:ext uri="{FF2B5EF4-FFF2-40B4-BE49-F238E27FC236}">
                <a16:creationId xmlns:a16="http://schemas.microsoft.com/office/drawing/2014/main" id="{E35B2B7A-6F2E-4AB5-9CE1-62D71A6B387A}"/>
              </a:ext>
            </a:extLst>
          </p:cNvPr>
          <p:cNvSpPr>
            <a:spLocks/>
          </p:cNvSpPr>
          <p:nvPr/>
        </p:nvSpPr>
        <p:spPr>
          <a:xfrm>
            <a:off x="592208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5507">
            <a:extLst>
              <a:ext uri="{FF2B5EF4-FFF2-40B4-BE49-F238E27FC236}">
                <a16:creationId xmlns:a16="http://schemas.microsoft.com/office/drawing/2014/main" id="{61DACD13-31A9-4A14-AC55-BD42E3F16624}"/>
              </a:ext>
            </a:extLst>
          </p:cNvPr>
          <p:cNvSpPr>
            <a:spLocks/>
          </p:cNvSpPr>
          <p:nvPr/>
        </p:nvSpPr>
        <p:spPr>
          <a:xfrm>
            <a:off x="6082810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5508">
            <a:extLst>
              <a:ext uri="{FF2B5EF4-FFF2-40B4-BE49-F238E27FC236}">
                <a16:creationId xmlns:a16="http://schemas.microsoft.com/office/drawing/2014/main" id="{74A661C7-2302-429B-9C21-D90D8C5BE02E}"/>
              </a:ext>
            </a:extLst>
          </p:cNvPr>
          <p:cNvSpPr>
            <a:spLocks/>
          </p:cNvSpPr>
          <p:nvPr/>
        </p:nvSpPr>
        <p:spPr>
          <a:xfrm>
            <a:off x="6044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5509">
            <a:extLst>
              <a:ext uri="{FF2B5EF4-FFF2-40B4-BE49-F238E27FC236}">
                <a16:creationId xmlns:a16="http://schemas.microsoft.com/office/drawing/2014/main" id="{9FCEDDE9-F6B9-4923-9C6F-8685589F228F}"/>
              </a:ext>
            </a:extLst>
          </p:cNvPr>
          <p:cNvSpPr>
            <a:spLocks/>
          </p:cNvSpPr>
          <p:nvPr/>
        </p:nvSpPr>
        <p:spPr>
          <a:xfrm>
            <a:off x="605514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5510">
            <a:extLst>
              <a:ext uri="{FF2B5EF4-FFF2-40B4-BE49-F238E27FC236}">
                <a16:creationId xmlns:a16="http://schemas.microsoft.com/office/drawing/2014/main" id="{68A5C314-7F32-4191-99D3-D0B4B8502DEC}"/>
              </a:ext>
            </a:extLst>
          </p:cNvPr>
          <p:cNvSpPr>
            <a:spLocks/>
          </p:cNvSpPr>
          <p:nvPr/>
        </p:nvSpPr>
        <p:spPr>
          <a:xfrm>
            <a:off x="60203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5511">
            <a:extLst>
              <a:ext uri="{FF2B5EF4-FFF2-40B4-BE49-F238E27FC236}">
                <a16:creationId xmlns:a16="http://schemas.microsoft.com/office/drawing/2014/main" id="{E0421170-31EA-42CE-923A-A5A6D5C1DE40}"/>
              </a:ext>
            </a:extLst>
          </p:cNvPr>
          <p:cNvSpPr>
            <a:spLocks/>
          </p:cNvSpPr>
          <p:nvPr/>
        </p:nvSpPr>
        <p:spPr>
          <a:xfrm>
            <a:off x="5941959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5512">
            <a:extLst>
              <a:ext uri="{FF2B5EF4-FFF2-40B4-BE49-F238E27FC236}">
                <a16:creationId xmlns:a16="http://schemas.microsoft.com/office/drawing/2014/main" id="{FA124ABA-40CB-4ED8-BB47-3F6BB25303DE}"/>
              </a:ext>
            </a:extLst>
          </p:cNvPr>
          <p:cNvSpPr>
            <a:spLocks/>
          </p:cNvSpPr>
          <p:nvPr/>
        </p:nvSpPr>
        <p:spPr>
          <a:xfrm>
            <a:off x="5967439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5513">
            <a:extLst>
              <a:ext uri="{FF2B5EF4-FFF2-40B4-BE49-F238E27FC236}">
                <a16:creationId xmlns:a16="http://schemas.microsoft.com/office/drawing/2014/main" id="{D9158FA6-90A5-42A3-9BC7-1784FEBBD293}"/>
              </a:ext>
            </a:extLst>
          </p:cNvPr>
          <p:cNvSpPr>
            <a:spLocks/>
          </p:cNvSpPr>
          <p:nvPr/>
        </p:nvSpPr>
        <p:spPr>
          <a:xfrm>
            <a:off x="60157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5514">
            <a:extLst>
              <a:ext uri="{FF2B5EF4-FFF2-40B4-BE49-F238E27FC236}">
                <a16:creationId xmlns:a16="http://schemas.microsoft.com/office/drawing/2014/main" id="{E56A8F49-1BAC-43D6-B947-001F4EDABBF6}"/>
              </a:ext>
            </a:extLst>
          </p:cNvPr>
          <p:cNvSpPr>
            <a:spLocks/>
          </p:cNvSpPr>
          <p:nvPr/>
        </p:nvSpPr>
        <p:spPr>
          <a:xfrm>
            <a:off x="5947130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5515">
            <a:extLst>
              <a:ext uri="{FF2B5EF4-FFF2-40B4-BE49-F238E27FC236}">
                <a16:creationId xmlns:a16="http://schemas.microsoft.com/office/drawing/2014/main" id="{12907C9C-6FFF-4DFB-B5D8-0A603D8A74D9}"/>
              </a:ext>
            </a:extLst>
          </p:cNvPr>
          <p:cNvSpPr>
            <a:spLocks/>
          </p:cNvSpPr>
          <p:nvPr/>
        </p:nvSpPr>
        <p:spPr>
          <a:xfrm>
            <a:off x="6074526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5516">
            <a:extLst>
              <a:ext uri="{FF2B5EF4-FFF2-40B4-BE49-F238E27FC236}">
                <a16:creationId xmlns:a16="http://schemas.microsoft.com/office/drawing/2014/main" id="{B250C873-E4F4-46C5-9E80-8ACB7EE5FB69}"/>
              </a:ext>
            </a:extLst>
          </p:cNvPr>
          <p:cNvSpPr>
            <a:spLocks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5517">
            <a:extLst>
              <a:ext uri="{FF2B5EF4-FFF2-40B4-BE49-F238E27FC236}">
                <a16:creationId xmlns:a16="http://schemas.microsoft.com/office/drawing/2014/main" id="{172020CE-E89E-4864-A5C2-36CE77C68289}"/>
              </a:ext>
            </a:extLst>
          </p:cNvPr>
          <p:cNvSpPr>
            <a:spLocks/>
          </p:cNvSpPr>
          <p:nvPr/>
        </p:nvSpPr>
        <p:spPr>
          <a:xfrm>
            <a:off x="60029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5518">
            <a:extLst>
              <a:ext uri="{FF2B5EF4-FFF2-40B4-BE49-F238E27FC236}">
                <a16:creationId xmlns:a16="http://schemas.microsoft.com/office/drawing/2014/main" id="{A20C7C04-99AD-4052-AFCB-18FD4678BA60}"/>
              </a:ext>
            </a:extLst>
          </p:cNvPr>
          <p:cNvSpPr>
            <a:spLocks/>
          </p:cNvSpPr>
          <p:nvPr/>
        </p:nvSpPr>
        <p:spPr>
          <a:xfrm>
            <a:off x="58797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5519">
            <a:extLst>
              <a:ext uri="{FF2B5EF4-FFF2-40B4-BE49-F238E27FC236}">
                <a16:creationId xmlns:a16="http://schemas.microsoft.com/office/drawing/2014/main" id="{641CFA2A-3492-452A-932E-299252F66B44}"/>
              </a:ext>
            </a:extLst>
          </p:cNvPr>
          <p:cNvSpPr>
            <a:spLocks/>
          </p:cNvSpPr>
          <p:nvPr/>
        </p:nvSpPr>
        <p:spPr>
          <a:xfrm>
            <a:off x="595100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5520">
            <a:extLst>
              <a:ext uri="{FF2B5EF4-FFF2-40B4-BE49-F238E27FC236}">
                <a16:creationId xmlns:a16="http://schemas.microsoft.com/office/drawing/2014/main" id="{20DCFE09-4CE8-41AE-95CB-9740DDEBBF07}"/>
              </a:ext>
            </a:extLst>
          </p:cNvPr>
          <p:cNvSpPr>
            <a:spLocks/>
          </p:cNvSpPr>
          <p:nvPr/>
        </p:nvSpPr>
        <p:spPr>
          <a:xfrm>
            <a:off x="596741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5521">
            <a:extLst>
              <a:ext uri="{FF2B5EF4-FFF2-40B4-BE49-F238E27FC236}">
                <a16:creationId xmlns:a16="http://schemas.microsoft.com/office/drawing/2014/main" id="{10E0F3A4-3902-4FC1-AE34-3C1137F95F19}"/>
              </a:ext>
            </a:extLst>
          </p:cNvPr>
          <p:cNvSpPr>
            <a:spLocks/>
          </p:cNvSpPr>
          <p:nvPr/>
        </p:nvSpPr>
        <p:spPr>
          <a:xfrm>
            <a:off x="592295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5522">
            <a:extLst>
              <a:ext uri="{FF2B5EF4-FFF2-40B4-BE49-F238E27FC236}">
                <a16:creationId xmlns:a16="http://schemas.microsoft.com/office/drawing/2014/main" id="{BFA9645F-1C5E-477F-9C76-CA29C5CCDFCF}"/>
              </a:ext>
            </a:extLst>
          </p:cNvPr>
          <p:cNvSpPr>
            <a:spLocks/>
          </p:cNvSpPr>
          <p:nvPr/>
        </p:nvSpPr>
        <p:spPr>
          <a:xfrm>
            <a:off x="591264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5523">
            <a:extLst>
              <a:ext uri="{FF2B5EF4-FFF2-40B4-BE49-F238E27FC236}">
                <a16:creationId xmlns:a16="http://schemas.microsoft.com/office/drawing/2014/main" id="{555084CE-16D6-4C9E-B1B6-3774D13555BC}"/>
              </a:ext>
            </a:extLst>
          </p:cNvPr>
          <p:cNvSpPr>
            <a:spLocks/>
          </p:cNvSpPr>
          <p:nvPr/>
        </p:nvSpPr>
        <p:spPr>
          <a:xfrm>
            <a:off x="6095203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5524">
            <a:extLst>
              <a:ext uri="{FF2B5EF4-FFF2-40B4-BE49-F238E27FC236}">
                <a16:creationId xmlns:a16="http://schemas.microsoft.com/office/drawing/2014/main" id="{D24B9A58-6B1D-49B5-AFC2-A44540C33445}"/>
              </a:ext>
            </a:extLst>
          </p:cNvPr>
          <p:cNvSpPr>
            <a:spLocks/>
          </p:cNvSpPr>
          <p:nvPr/>
        </p:nvSpPr>
        <p:spPr>
          <a:xfrm>
            <a:off x="589498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5525">
            <a:extLst>
              <a:ext uri="{FF2B5EF4-FFF2-40B4-BE49-F238E27FC236}">
                <a16:creationId xmlns:a16="http://schemas.microsoft.com/office/drawing/2014/main" id="{66C620B6-9C23-44FA-BE1D-0E54B60CFE94}"/>
              </a:ext>
            </a:extLst>
          </p:cNvPr>
          <p:cNvSpPr>
            <a:spLocks/>
          </p:cNvSpPr>
          <p:nvPr/>
        </p:nvSpPr>
        <p:spPr>
          <a:xfrm>
            <a:off x="5897370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5526">
            <a:extLst>
              <a:ext uri="{FF2B5EF4-FFF2-40B4-BE49-F238E27FC236}">
                <a16:creationId xmlns:a16="http://schemas.microsoft.com/office/drawing/2014/main" id="{65D89CAC-0208-4CA0-B794-175E54FAA37B}"/>
              </a:ext>
            </a:extLst>
          </p:cNvPr>
          <p:cNvSpPr>
            <a:spLocks/>
          </p:cNvSpPr>
          <p:nvPr/>
        </p:nvSpPr>
        <p:spPr>
          <a:xfrm>
            <a:off x="6049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5527">
            <a:extLst>
              <a:ext uri="{FF2B5EF4-FFF2-40B4-BE49-F238E27FC236}">
                <a16:creationId xmlns:a16="http://schemas.microsoft.com/office/drawing/2014/main" id="{54B376BE-7F85-4B41-98AB-B9640F41011A}"/>
              </a:ext>
            </a:extLst>
          </p:cNvPr>
          <p:cNvSpPr>
            <a:spLocks/>
          </p:cNvSpPr>
          <p:nvPr/>
        </p:nvSpPr>
        <p:spPr>
          <a:xfrm>
            <a:off x="589445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5528">
            <a:extLst>
              <a:ext uri="{FF2B5EF4-FFF2-40B4-BE49-F238E27FC236}">
                <a16:creationId xmlns:a16="http://schemas.microsoft.com/office/drawing/2014/main" id="{8FCB596D-2282-46C5-94BA-AA91E38BEBBB}"/>
              </a:ext>
            </a:extLst>
          </p:cNvPr>
          <p:cNvSpPr>
            <a:spLocks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5529">
            <a:extLst>
              <a:ext uri="{FF2B5EF4-FFF2-40B4-BE49-F238E27FC236}">
                <a16:creationId xmlns:a16="http://schemas.microsoft.com/office/drawing/2014/main" id="{670500DB-F3FD-4521-AABE-71EB53D0A27D}"/>
              </a:ext>
            </a:extLst>
          </p:cNvPr>
          <p:cNvSpPr>
            <a:spLocks/>
          </p:cNvSpPr>
          <p:nvPr/>
        </p:nvSpPr>
        <p:spPr>
          <a:xfrm>
            <a:off x="588543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5530">
            <a:extLst>
              <a:ext uri="{FF2B5EF4-FFF2-40B4-BE49-F238E27FC236}">
                <a16:creationId xmlns:a16="http://schemas.microsoft.com/office/drawing/2014/main" id="{786980CC-5603-442B-8068-519770C3360E}"/>
              </a:ext>
            </a:extLst>
          </p:cNvPr>
          <p:cNvSpPr>
            <a:spLocks/>
          </p:cNvSpPr>
          <p:nvPr/>
        </p:nvSpPr>
        <p:spPr>
          <a:xfrm>
            <a:off x="6019022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5531">
            <a:extLst>
              <a:ext uri="{FF2B5EF4-FFF2-40B4-BE49-F238E27FC236}">
                <a16:creationId xmlns:a16="http://schemas.microsoft.com/office/drawing/2014/main" id="{746F0E48-D482-422E-A7DE-3A24951A11FD}"/>
              </a:ext>
            </a:extLst>
          </p:cNvPr>
          <p:cNvSpPr>
            <a:spLocks/>
          </p:cNvSpPr>
          <p:nvPr/>
        </p:nvSpPr>
        <p:spPr>
          <a:xfrm>
            <a:off x="6009133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5532">
            <a:extLst>
              <a:ext uri="{FF2B5EF4-FFF2-40B4-BE49-F238E27FC236}">
                <a16:creationId xmlns:a16="http://schemas.microsoft.com/office/drawing/2014/main" id="{BB294603-8287-4AC3-B1AE-DF1BFC26B4DB}"/>
              </a:ext>
            </a:extLst>
          </p:cNvPr>
          <p:cNvSpPr>
            <a:spLocks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5533">
            <a:extLst>
              <a:ext uri="{FF2B5EF4-FFF2-40B4-BE49-F238E27FC236}">
                <a16:creationId xmlns:a16="http://schemas.microsoft.com/office/drawing/2014/main" id="{4C014A5D-7B3F-49F2-92AC-CBD4633142AC}"/>
              </a:ext>
            </a:extLst>
          </p:cNvPr>
          <p:cNvSpPr>
            <a:spLocks/>
          </p:cNvSpPr>
          <p:nvPr/>
        </p:nvSpPr>
        <p:spPr>
          <a:xfrm>
            <a:off x="598715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5534">
            <a:extLst>
              <a:ext uri="{FF2B5EF4-FFF2-40B4-BE49-F238E27FC236}">
                <a16:creationId xmlns:a16="http://schemas.microsoft.com/office/drawing/2014/main" id="{709C9DE5-E92D-470D-BFB1-7CE32BF35DC4}"/>
              </a:ext>
            </a:extLst>
          </p:cNvPr>
          <p:cNvSpPr>
            <a:spLocks/>
          </p:cNvSpPr>
          <p:nvPr/>
        </p:nvSpPr>
        <p:spPr>
          <a:xfrm>
            <a:off x="5914315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5535">
            <a:extLst>
              <a:ext uri="{FF2B5EF4-FFF2-40B4-BE49-F238E27FC236}">
                <a16:creationId xmlns:a16="http://schemas.microsoft.com/office/drawing/2014/main" id="{5A470577-4D30-4581-ADFF-891E6857FEF7}"/>
              </a:ext>
            </a:extLst>
          </p:cNvPr>
          <p:cNvSpPr>
            <a:spLocks/>
          </p:cNvSpPr>
          <p:nvPr/>
        </p:nvSpPr>
        <p:spPr>
          <a:xfrm>
            <a:off x="6084475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5536">
            <a:extLst>
              <a:ext uri="{FF2B5EF4-FFF2-40B4-BE49-F238E27FC236}">
                <a16:creationId xmlns:a16="http://schemas.microsoft.com/office/drawing/2014/main" id="{E78DC2F7-52CF-420D-90BA-67885B05AFD2}"/>
              </a:ext>
            </a:extLst>
          </p:cNvPr>
          <p:cNvSpPr>
            <a:spLocks/>
          </p:cNvSpPr>
          <p:nvPr/>
        </p:nvSpPr>
        <p:spPr>
          <a:xfrm>
            <a:off x="5890255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5537">
            <a:extLst>
              <a:ext uri="{FF2B5EF4-FFF2-40B4-BE49-F238E27FC236}">
                <a16:creationId xmlns:a16="http://schemas.microsoft.com/office/drawing/2014/main" id="{B58EB596-8074-4865-BE17-828399D59302}"/>
              </a:ext>
            </a:extLst>
          </p:cNvPr>
          <p:cNvSpPr>
            <a:spLocks/>
          </p:cNvSpPr>
          <p:nvPr/>
        </p:nvSpPr>
        <p:spPr>
          <a:xfrm>
            <a:off x="605610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5538">
            <a:extLst>
              <a:ext uri="{FF2B5EF4-FFF2-40B4-BE49-F238E27FC236}">
                <a16:creationId xmlns:a16="http://schemas.microsoft.com/office/drawing/2014/main" id="{755E2684-8B49-4D6C-99F8-ED2B925E458F}"/>
              </a:ext>
            </a:extLst>
          </p:cNvPr>
          <p:cNvSpPr>
            <a:spLocks/>
          </p:cNvSpPr>
          <p:nvPr/>
        </p:nvSpPr>
        <p:spPr>
          <a:xfrm>
            <a:off x="58829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5539">
            <a:extLst>
              <a:ext uri="{FF2B5EF4-FFF2-40B4-BE49-F238E27FC236}">
                <a16:creationId xmlns:a16="http://schemas.microsoft.com/office/drawing/2014/main" id="{61769495-9A4A-403F-B6B5-50A8608FC00D}"/>
              </a:ext>
            </a:extLst>
          </p:cNvPr>
          <p:cNvSpPr>
            <a:spLocks/>
          </p:cNvSpPr>
          <p:nvPr/>
        </p:nvSpPr>
        <p:spPr>
          <a:xfrm>
            <a:off x="60078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5540">
            <a:extLst>
              <a:ext uri="{FF2B5EF4-FFF2-40B4-BE49-F238E27FC236}">
                <a16:creationId xmlns:a16="http://schemas.microsoft.com/office/drawing/2014/main" id="{6225F89B-D35E-4084-8AC3-EABBE1B9AC57}"/>
              </a:ext>
            </a:extLst>
          </p:cNvPr>
          <p:cNvSpPr>
            <a:spLocks/>
          </p:cNvSpPr>
          <p:nvPr/>
        </p:nvSpPr>
        <p:spPr>
          <a:xfrm>
            <a:off x="588835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5541">
            <a:extLst>
              <a:ext uri="{FF2B5EF4-FFF2-40B4-BE49-F238E27FC236}">
                <a16:creationId xmlns:a16="http://schemas.microsoft.com/office/drawing/2014/main" id="{34319196-2F02-47DE-B91E-3D5CF336942A}"/>
              </a:ext>
            </a:extLst>
          </p:cNvPr>
          <p:cNvSpPr>
            <a:spLocks/>
          </p:cNvSpPr>
          <p:nvPr/>
        </p:nvSpPr>
        <p:spPr>
          <a:xfrm>
            <a:off x="6056897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5542">
            <a:extLst>
              <a:ext uri="{FF2B5EF4-FFF2-40B4-BE49-F238E27FC236}">
                <a16:creationId xmlns:a16="http://schemas.microsoft.com/office/drawing/2014/main" id="{9E396917-0D89-4BD4-9F70-1DADC34943A0}"/>
              </a:ext>
            </a:extLst>
          </p:cNvPr>
          <p:cNvSpPr>
            <a:spLocks/>
          </p:cNvSpPr>
          <p:nvPr/>
        </p:nvSpPr>
        <p:spPr>
          <a:xfrm>
            <a:off x="6068514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5543">
            <a:extLst>
              <a:ext uri="{FF2B5EF4-FFF2-40B4-BE49-F238E27FC236}">
                <a16:creationId xmlns:a16="http://schemas.microsoft.com/office/drawing/2014/main" id="{5F6FF788-C8E6-485E-BF73-1267E2FFE9EB}"/>
              </a:ext>
            </a:extLst>
          </p:cNvPr>
          <p:cNvSpPr>
            <a:spLocks/>
          </p:cNvSpPr>
          <p:nvPr/>
        </p:nvSpPr>
        <p:spPr>
          <a:xfrm>
            <a:off x="6022277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5544">
            <a:extLst>
              <a:ext uri="{FF2B5EF4-FFF2-40B4-BE49-F238E27FC236}">
                <a16:creationId xmlns:a16="http://schemas.microsoft.com/office/drawing/2014/main" id="{38887AB1-E8CA-4CE0-ACFC-6A9087126366}"/>
              </a:ext>
            </a:extLst>
          </p:cNvPr>
          <p:cNvSpPr>
            <a:spLocks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5545">
            <a:extLst>
              <a:ext uri="{FF2B5EF4-FFF2-40B4-BE49-F238E27FC236}">
                <a16:creationId xmlns:a16="http://schemas.microsoft.com/office/drawing/2014/main" id="{C76E5EFE-649A-4102-B1AC-5C100AF2ACBC}"/>
              </a:ext>
            </a:extLst>
          </p:cNvPr>
          <p:cNvSpPr>
            <a:spLocks/>
          </p:cNvSpPr>
          <p:nvPr/>
        </p:nvSpPr>
        <p:spPr>
          <a:xfrm>
            <a:off x="6093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5546">
            <a:extLst>
              <a:ext uri="{FF2B5EF4-FFF2-40B4-BE49-F238E27FC236}">
                <a16:creationId xmlns:a16="http://schemas.microsoft.com/office/drawing/2014/main" id="{6AE47D18-E305-4ED4-B49C-344423D3B04A}"/>
              </a:ext>
            </a:extLst>
          </p:cNvPr>
          <p:cNvSpPr>
            <a:spLocks/>
          </p:cNvSpPr>
          <p:nvPr/>
        </p:nvSpPr>
        <p:spPr>
          <a:xfrm>
            <a:off x="6049771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5547">
            <a:extLst>
              <a:ext uri="{FF2B5EF4-FFF2-40B4-BE49-F238E27FC236}">
                <a16:creationId xmlns:a16="http://schemas.microsoft.com/office/drawing/2014/main" id="{57834637-BF29-4C00-A3AC-0AD740E0AA40}"/>
              </a:ext>
            </a:extLst>
          </p:cNvPr>
          <p:cNvSpPr>
            <a:spLocks/>
          </p:cNvSpPr>
          <p:nvPr/>
        </p:nvSpPr>
        <p:spPr>
          <a:xfrm>
            <a:off x="598660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5548">
            <a:extLst>
              <a:ext uri="{FF2B5EF4-FFF2-40B4-BE49-F238E27FC236}">
                <a16:creationId xmlns:a16="http://schemas.microsoft.com/office/drawing/2014/main" id="{7FAA3C53-FF3A-42D1-BA39-1B1E198D12B9}"/>
              </a:ext>
            </a:extLst>
          </p:cNvPr>
          <p:cNvSpPr>
            <a:spLocks/>
          </p:cNvSpPr>
          <p:nvPr/>
        </p:nvSpPr>
        <p:spPr>
          <a:xfrm>
            <a:off x="60935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5549">
            <a:extLst>
              <a:ext uri="{FF2B5EF4-FFF2-40B4-BE49-F238E27FC236}">
                <a16:creationId xmlns:a16="http://schemas.microsoft.com/office/drawing/2014/main" id="{C2E2C310-C830-43D4-B740-8E03EDFEFEF7}"/>
              </a:ext>
            </a:extLst>
          </p:cNvPr>
          <p:cNvSpPr>
            <a:spLocks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5550">
            <a:extLst>
              <a:ext uri="{FF2B5EF4-FFF2-40B4-BE49-F238E27FC236}">
                <a16:creationId xmlns:a16="http://schemas.microsoft.com/office/drawing/2014/main" id="{C352D407-59CD-41DF-9B42-445437A24DBE}"/>
              </a:ext>
            </a:extLst>
          </p:cNvPr>
          <p:cNvSpPr>
            <a:spLocks/>
          </p:cNvSpPr>
          <p:nvPr/>
        </p:nvSpPr>
        <p:spPr>
          <a:xfrm>
            <a:off x="596411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5551">
            <a:extLst>
              <a:ext uri="{FF2B5EF4-FFF2-40B4-BE49-F238E27FC236}">
                <a16:creationId xmlns:a16="http://schemas.microsoft.com/office/drawing/2014/main" id="{E411C398-3936-48B9-ABFC-03D1EDD470E6}"/>
              </a:ext>
            </a:extLst>
          </p:cNvPr>
          <p:cNvSpPr>
            <a:spLocks/>
          </p:cNvSpPr>
          <p:nvPr/>
        </p:nvSpPr>
        <p:spPr>
          <a:xfrm>
            <a:off x="600899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5552">
            <a:extLst>
              <a:ext uri="{FF2B5EF4-FFF2-40B4-BE49-F238E27FC236}">
                <a16:creationId xmlns:a16="http://schemas.microsoft.com/office/drawing/2014/main" id="{B32A5F31-AC32-44DF-9A8E-71C9142FB9B5}"/>
              </a:ext>
            </a:extLst>
          </p:cNvPr>
          <p:cNvSpPr>
            <a:spLocks/>
          </p:cNvSpPr>
          <p:nvPr/>
        </p:nvSpPr>
        <p:spPr>
          <a:xfrm>
            <a:off x="5905399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5553">
            <a:extLst>
              <a:ext uri="{FF2B5EF4-FFF2-40B4-BE49-F238E27FC236}">
                <a16:creationId xmlns:a16="http://schemas.microsoft.com/office/drawing/2014/main" id="{1F1FFC34-C7A1-4FD9-A889-1F574CF41442}"/>
              </a:ext>
            </a:extLst>
          </p:cNvPr>
          <p:cNvSpPr>
            <a:spLocks/>
          </p:cNvSpPr>
          <p:nvPr/>
        </p:nvSpPr>
        <p:spPr>
          <a:xfrm>
            <a:off x="5934198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5554">
            <a:extLst>
              <a:ext uri="{FF2B5EF4-FFF2-40B4-BE49-F238E27FC236}">
                <a16:creationId xmlns:a16="http://schemas.microsoft.com/office/drawing/2014/main" id="{D2BB5CA7-8B6D-41AD-869A-A155F8AB3959}"/>
              </a:ext>
            </a:extLst>
          </p:cNvPr>
          <p:cNvSpPr>
            <a:spLocks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5555">
            <a:extLst>
              <a:ext uri="{FF2B5EF4-FFF2-40B4-BE49-F238E27FC236}">
                <a16:creationId xmlns:a16="http://schemas.microsoft.com/office/drawing/2014/main" id="{1AA24CE4-97B3-452E-B177-828E2630227E}"/>
              </a:ext>
            </a:extLst>
          </p:cNvPr>
          <p:cNvSpPr>
            <a:spLocks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5556">
            <a:extLst>
              <a:ext uri="{FF2B5EF4-FFF2-40B4-BE49-F238E27FC236}">
                <a16:creationId xmlns:a16="http://schemas.microsoft.com/office/drawing/2014/main" id="{3F3AEFD6-1865-4434-BFEE-725C9D63B2E4}"/>
              </a:ext>
            </a:extLst>
          </p:cNvPr>
          <p:cNvSpPr>
            <a:spLocks/>
          </p:cNvSpPr>
          <p:nvPr/>
        </p:nvSpPr>
        <p:spPr>
          <a:xfrm>
            <a:off x="599312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5557">
            <a:extLst>
              <a:ext uri="{FF2B5EF4-FFF2-40B4-BE49-F238E27FC236}">
                <a16:creationId xmlns:a16="http://schemas.microsoft.com/office/drawing/2014/main" id="{84CFC7D6-26E3-484A-8281-BD3EE9FD2BF3}"/>
              </a:ext>
            </a:extLst>
          </p:cNvPr>
          <p:cNvSpPr>
            <a:spLocks/>
          </p:cNvSpPr>
          <p:nvPr/>
        </p:nvSpPr>
        <p:spPr>
          <a:xfrm>
            <a:off x="604213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5558">
            <a:extLst>
              <a:ext uri="{FF2B5EF4-FFF2-40B4-BE49-F238E27FC236}">
                <a16:creationId xmlns:a16="http://schemas.microsoft.com/office/drawing/2014/main" id="{9CDBB4FD-53E2-415A-9141-AE8C648DEFD7}"/>
              </a:ext>
            </a:extLst>
          </p:cNvPr>
          <p:cNvSpPr>
            <a:spLocks/>
          </p:cNvSpPr>
          <p:nvPr/>
        </p:nvSpPr>
        <p:spPr>
          <a:xfrm>
            <a:off x="596720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5559">
            <a:extLst>
              <a:ext uri="{FF2B5EF4-FFF2-40B4-BE49-F238E27FC236}">
                <a16:creationId xmlns:a16="http://schemas.microsoft.com/office/drawing/2014/main" id="{3705DDD5-F88D-4275-913F-1ABABBFA171D}"/>
              </a:ext>
            </a:extLst>
          </p:cNvPr>
          <p:cNvSpPr>
            <a:spLocks/>
          </p:cNvSpPr>
          <p:nvPr/>
        </p:nvSpPr>
        <p:spPr>
          <a:xfrm>
            <a:off x="5998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5560">
            <a:extLst>
              <a:ext uri="{FF2B5EF4-FFF2-40B4-BE49-F238E27FC236}">
                <a16:creationId xmlns:a16="http://schemas.microsoft.com/office/drawing/2014/main" id="{A61FFD73-6414-4363-A50B-CBE6BF4612D6}"/>
              </a:ext>
            </a:extLst>
          </p:cNvPr>
          <p:cNvSpPr>
            <a:spLocks/>
          </p:cNvSpPr>
          <p:nvPr/>
        </p:nvSpPr>
        <p:spPr>
          <a:xfrm>
            <a:off x="601813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5561">
            <a:extLst>
              <a:ext uri="{FF2B5EF4-FFF2-40B4-BE49-F238E27FC236}">
                <a16:creationId xmlns:a16="http://schemas.microsoft.com/office/drawing/2014/main" id="{7337FE0D-2A46-44A9-BCEE-4CC1FB316E74}"/>
              </a:ext>
            </a:extLst>
          </p:cNvPr>
          <p:cNvSpPr>
            <a:spLocks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5562">
            <a:extLst>
              <a:ext uri="{FF2B5EF4-FFF2-40B4-BE49-F238E27FC236}">
                <a16:creationId xmlns:a16="http://schemas.microsoft.com/office/drawing/2014/main" id="{B0AF393D-8FAA-417C-88AE-BCB05EB4C934}"/>
              </a:ext>
            </a:extLst>
          </p:cNvPr>
          <p:cNvSpPr>
            <a:spLocks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5563">
            <a:extLst>
              <a:ext uri="{FF2B5EF4-FFF2-40B4-BE49-F238E27FC236}">
                <a16:creationId xmlns:a16="http://schemas.microsoft.com/office/drawing/2014/main" id="{834E7FCD-1FEE-46E5-B208-F86849EB830F}"/>
              </a:ext>
            </a:extLst>
          </p:cNvPr>
          <p:cNvSpPr>
            <a:spLocks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5564">
            <a:extLst>
              <a:ext uri="{FF2B5EF4-FFF2-40B4-BE49-F238E27FC236}">
                <a16:creationId xmlns:a16="http://schemas.microsoft.com/office/drawing/2014/main" id="{1FCA47E1-D85A-4547-99CF-7A011E2F3BBE}"/>
              </a:ext>
            </a:extLst>
          </p:cNvPr>
          <p:cNvSpPr>
            <a:spLocks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5565">
            <a:extLst>
              <a:ext uri="{FF2B5EF4-FFF2-40B4-BE49-F238E27FC236}">
                <a16:creationId xmlns:a16="http://schemas.microsoft.com/office/drawing/2014/main" id="{AA0EE29D-AFB8-43E7-91C7-944E74E06023}"/>
              </a:ext>
            </a:extLst>
          </p:cNvPr>
          <p:cNvSpPr>
            <a:spLocks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5566">
            <a:extLst>
              <a:ext uri="{FF2B5EF4-FFF2-40B4-BE49-F238E27FC236}">
                <a16:creationId xmlns:a16="http://schemas.microsoft.com/office/drawing/2014/main" id="{305CAA78-133E-4435-BA32-7BFFFF9AF7C7}"/>
              </a:ext>
            </a:extLst>
          </p:cNvPr>
          <p:cNvSpPr>
            <a:spLocks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5567">
            <a:extLst>
              <a:ext uri="{FF2B5EF4-FFF2-40B4-BE49-F238E27FC236}">
                <a16:creationId xmlns:a16="http://schemas.microsoft.com/office/drawing/2014/main" id="{C5F5BC3F-8EB7-4F71-8922-3900163B65C4}"/>
              </a:ext>
            </a:extLst>
          </p:cNvPr>
          <p:cNvSpPr>
            <a:spLocks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5568">
            <a:extLst>
              <a:ext uri="{FF2B5EF4-FFF2-40B4-BE49-F238E27FC236}">
                <a16:creationId xmlns:a16="http://schemas.microsoft.com/office/drawing/2014/main" id="{E005FF5A-55D3-4F5E-B95A-950DF117A674}"/>
              </a:ext>
            </a:extLst>
          </p:cNvPr>
          <p:cNvSpPr>
            <a:spLocks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5569">
            <a:extLst>
              <a:ext uri="{FF2B5EF4-FFF2-40B4-BE49-F238E27FC236}">
                <a16:creationId xmlns:a16="http://schemas.microsoft.com/office/drawing/2014/main" id="{F8A311F2-9D04-496C-8E2A-33821C6F39FA}"/>
              </a:ext>
            </a:extLst>
          </p:cNvPr>
          <p:cNvSpPr>
            <a:spLocks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5570">
            <a:extLst>
              <a:ext uri="{FF2B5EF4-FFF2-40B4-BE49-F238E27FC236}">
                <a16:creationId xmlns:a16="http://schemas.microsoft.com/office/drawing/2014/main" id="{942895DB-49A2-42E8-9F50-3C0DCC6E6336}"/>
              </a:ext>
            </a:extLst>
          </p:cNvPr>
          <p:cNvSpPr>
            <a:spLocks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5571">
            <a:extLst>
              <a:ext uri="{FF2B5EF4-FFF2-40B4-BE49-F238E27FC236}">
                <a16:creationId xmlns:a16="http://schemas.microsoft.com/office/drawing/2014/main" id="{76211152-E1D8-4799-991E-2057CC4433A3}"/>
              </a:ext>
            </a:extLst>
          </p:cNvPr>
          <p:cNvSpPr>
            <a:spLocks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5572">
            <a:extLst>
              <a:ext uri="{FF2B5EF4-FFF2-40B4-BE49-F238E27FC236}">
                <a16:creationId xmlns:a16="http://schemas.microsoft.com/office/drawing/2014/main" id="{73740C32-A160-48BE-A8F7-1C3332F43746}"/>
              </a:ext>
            </a:extLst>
          </p:cNvPr>
          <p:cNvSpPr>
            <a:spLocks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5573">
            <a:extLst>
              <a:ext uri="{FF2B5EF4-FFF2-40B4-BE49-F238E27FC236}">
                <a16:creationId xmlns:a16="http://schemas.microsoft.com/office/drawing/2014/main" id="{40CEED83-15E4-4445-8CA5-5333740685A9}"/>
              </a:ext>
            </a:extLst>
          </p:cNvPr>
          <p:cNvSpPr>
            <a:spLocks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5574">
            <a:extLst>
              <a:ext uri="{FF2B5EF4-FFF2-40B4-BE49-F238E27FC236}">
                <a16:creationId xmlns:a16="http://schemas.microsoft.com/office/drawing/2014/main" id="{72DBBCF1-E762-4FCB-BECC-9CB9EFE022B9}"/>
              </a:ext>
            </a:extLst>
          </p:cNvPr>
          <p:cNvSpPr>
            <a:spLocks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5575">
            <a:extLst>
              <a:ext uri="{FF2B5EF4-FFF2-40B4-BE49-F238E27FC236}">
                <a16:creationId xmlns:a16="http://schemas.microsoft.com/office/drawing/2014/main" id="{5F1DE884-BACE-480E-8A37-60F4D46C5997}"/>
              </a:ext>
            </a:extLst>
          </p:cNvPr>
          <p:cNvSpPr>
            <a:spLocks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5576">
            <a:extLst>
              <a:ext uri="{FF2B5EF4-FFF2-40B4-BE49-F238E27FC236}">
                <a16:creationId xmlns:a16="http://schemas.microsoft.com/office/drawing/2014/main" id="{4D01933F-29D4-46EF-AADA-7358CC657ACF}"/>
              </a:ext>
            </a:extLst>
          </p:cNvPr>
          <p:cNvSpPr>
            <a:spLocks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5577">
            <a:extLst>
              <a:ext uri="{FF2B5EF4-FFF2-40B4-BE49-F238E27FC236}">
                <a16:creationId xmlns:a16="http://schemas.microsoft.com/office/drawing/2014/main" id="{68012A3C-FBBB-4D80-8CDF-653BB7D61460}"/>
              </a:ext>
            </a:extLst>
          </p:cNvPr>
          <p:cNvSpPr>
            <a:spLocks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5578">
            <a:extLst>
              <a:ext uri="{FF2B5EF4-FFF2-40B4-BE49-F238E27FC236}">
                <a16:creationId xmlns:a16="http://schemas.microsoft.com/office/drawing/2014/main" id="{4E6152B1-8CD4-4A24-B10E-7055EDC53C39}"/>
              </a:ext>
            </a:extLst>
          </p:cNvPr>
          <p:cNvSpPr>
            <a:spLocks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5579">
            <a:extLst>
              <a:ext uri="{FF2B5EF4-FFF2-40B4-BE49-F238E27FC236}">
                <a16:creationId xmlns:a16="http://schemas.microsoft.com/office/drawing/2014/main" id="{165B5673-1BED-47DF-A67F-59CD0FBCDC09}"/>
              </a:ext>
            </a:extLst>
          </p:cNvPr>
          <p:cNvSpPr>
            <a:spLocks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5580">
            <a:extLst>
              <a:ext uri="{FF2B5EF4-FFF2-40B4-BE49-F238E27FC236}">
                <a16:creationId xmlns:a16="http://schemas.microsoft.com/office/drawing/2014/main" id="{548DC7D8-B3C3-4FCB-BD43-E2A0256E00D2}"/>
              </a:ext>
            </a:extLst>
          </p:cNvPr>
          <p:cNvSpPr>
            <a:spLocks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5581">
            <a:extLst>
              <a:ext uri="{FF2B5EF4-FFF2-40B4-BE49-F238E27FC236}">
                <a16:creationId xmlns:a16="http://schemas.microsoft.com/office/drawing/2014/main" id="{8E2BAFBD-1600-4E07-9326-B7F18EDA88E4}"/>
              </a:ext>
            </a:extLst>
          </p:cNvPr>
          <p:cNvSpPr>
            <a:spLocks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5582">
            <a:extLst>
              <a:ext uri="{FF2B5EF4-FFF2-40B4-BE49-F238E27FC236}">
                <a16:creationId xmlns:a16="http://schemas.microsoft.com/office/drawing/2014/main" id="{0044CE03-B08F-4279-B5D5-1A9F4BF3F1A3}"/>
              </a:ext>
            </a:extLst>
          </p:cNvPr>
          <p:cNvSpPr>
            <a:spLocks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5583">
            <a:extLst>
              <a:ext uri="{FF2B5EF4-FFF2-40B4-BE49-F238E27FC236}">
                <a16:creationId xmlns:a16="http://schemas.microsoft.com/office/drawing/2014/main" id="{F2728A2E-1752-4518-9D6D-4CC0D8F6AE4F}"/>
              </a:ext>
            </a:extLst>
          </p:cNvPr>
          <p:cNvSpPr>
            <a:spLocks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5584">
            <a:extLst>
              <a:ext uri="{FF2B5EF4-FFF2-40B4-BE49-F238E27FC236}">
                <a16:creationId xmlns:a16="http://schemas.microsoft.com/office/drawing/2014/main" id="{0787E6F6-A1B0-416B-B8DE-985DBA0640D4}"/>
              </a:ext>
            </a:extLst>
          </p:cNvPr>
          <p:cNvSpPr>
            <a:spLocks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5585">
            <a:extLst>
              <a:ext uri="{FF2B5EF4-FFF2-40B4-BE49-F238E27FC236}">
                <a16:creationId xmlns:a16="http://schemas.microsoft.com/office/drawing/2014/main" id="{018CED4D-446F-463E-850D-B80525D5CEB4}"/>
              </a:ext>
            </a:extLst>
          </p:cNvPr>
          <p:cNvSpPr>
            <a:spLocks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5586">
            <a:extLst>
              <a:ext uri="{FF2B5EF4-FFF2-40B4-BE49-F238E27FC236}">
                <a16:creationId xmlns:a16="http://schemas.microsoft.com/office/drawing/2014/main" id="{DB762A46-8402-47DC-961E-E09D28499887}"/>
              </a:ext>
            </a:extLst>
          </p:cNvPr>
          <p:cNvSpPr>
            <a:spLocks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5587">
            <a:extLst>
              <a:ext uri="{FF2B5EF4-FFF2-40B4-BE49-F238E27FC236}">
                <a16:creationId xmlns:a16="http://schemas.microsoft.com/office/drawing/2014/main" id="{82BACA11-3733-4160-BCE8-23640A1BB577}"/>
              </a:ext>
            </a:extLst>
          </p:cNvPr>
          <p:cNvSpPr>
            <a:spLocks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5588">
            <a:extLst>
              <a:ext uri="{FF2B5EF4-FFF2-40B4-BE49-F238E27FC236}">
                <a16:creationId xmlns:a16="http://schemas.microsoft.com/office/drawing/2014/main" id="{AFAD8610-07AB-4D5A-9876-5AD790031589}"/>
              </a:ext>
            </a:extLst>
          </p:cNvPr>
          <p:cNvSpPr>
            <a:spLocks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5589">
            <a:extLst>
              <a:ext uri="{FF2B5EF4-FFF2-40B4-BE49-F238E27FC236}">
                <a16:creationId xmlns:a16="http://schemas.microsoft.com/office/drawing/2014/main" id="{4E515651-10DE-4B19-BE16-2B272D331761}"/>
              </a:ext>
            </a:extLst>
          </p:cNvPr>
          <p:cNvSpPr>
            <a:spLocks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5590">
            <a:extLst>
              <a:ext uri="{FF2B5EF4-FFF2-40B4-BE49-F238E27FC236}">
                <a16:creationId xmlns:a16="http://schemas.microsoft.com/office/drawing/2014/main" id="{F4762EB6-6554-4BC2-BCB8-3E6FDF9DDB20}"/>
              </a:ext>
            </a:extLst>
          </p:cNvPr>
          <p:cNvSpPr>
            <a:spLocks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5591">
            <a:extLst>
              <a:ext uri="{FF2B5EF4-FFF2-40B4-BE49-F238E27FC236}">
                <a16:creationId xmlns:a16="http://schemas.microsoft.com/office/drawing/2014/main" id="{A217D789-5C64-4A80-879E-ED9D1316056D}"/>
              </a:ext>
            </a:extLst>
          </p:cNvPr>
          <p:cNvSpPr>
            <a:spLocks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5592">
            <a:extLst>
              <a:ext uri="{FF2B5EF4-FFF2-40B4-BE49-F238E27FC236}">
                <a16:creationId xmlns:a16="http://schemas.microsoft.com/office/drawing/2014/main" id="{563CFA14-4DB7-4829-8E5B-FC5DD7FC3BDA}"/>
              </a:ext>
            </a:extLst>
          </p:cNvPr>
          <p:cNvSpPr>
            <a:spLocks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5593">
            <a:extLst>
              <a:ext uri="{FF2B5EF4-FFF2-40B4-BE49-F238E27FC236}">
                <a16:creationId xmlns:a16="http://schemas.microsoft.com/office/drawing/2014/main" id="{C2222CE6-090B-49A6-ABFA-F5EE0B4A7155}"/>
              </a:ext>
            </a:extLst>
          </p:cNvPr>
          <p:cNvSpPr>
            <a:spLocks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5594">
            <a:extLst>
              <a:ext uri="{FF2B5EF4-FFF2-40B4-BE49-F238E27FC236}">
                <a16:creationId xmlns:a16="http://schemas.microsoft.com/office/drawing/2014/main" id="{2205298D-6C04-4925-8A12-8E48D6E23DDB}"/>
              </a:ext>
            </a:extLst>
          </p:cNvPr>
          <p:cNvSpPr>
            <a:spLocks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5595">
            <a:extLst>
              <a:ext uri="{FF2B5EF4-FFF2-40B4-BE49-F238E27FC236}">
                <a16:creationId xmlns:a16="http://schemas.microsoft.com/office/drawing/2014/main" id="{699F7F9A-4902-45C0-8E86-44209CCEED69}"/>
              </a:ext>
            </a:extLst>
          </p:cNvPr>
          <p:cNvSpPr>
            <a:spLocks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5596">
            <a:extLst>
              <a:ext uri="{FF2B5EF4-FFF2-40B4-BE49-F238E27FC236}">
                <a16:creationId xmlns:a16="http://schemas.microsoft.com/office/drawing/2014/main" id="{85B7E80E-8CBD-48F4-B003-19CEEA544C20}"/>
              </a:ext>
            </a:extLst>
          </p:cNvPr>
          <p:cNvSpPr>
            <a:spLocks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5597">
            <a:extLst>
              <a:ext uri="{FF2B5EF4-FFF2-40B4-BE49-F238E27FC236}">
                <a16:creationId xmlns:a16="http://schemas.microsoft.com/office/drawing/2014/main" id="{6A65A2F0-76C3-45C4-9EF4-E6956E155228}"/>
              </a:ext>
            </a:extLst>
          </p:cNvPr>
          <p:cNvSpPr>
            <a:spLocks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5598">
            <a:extLst>
              <a:ext uri="{FF2B5EF4-FFF2-40B4-BE49-F238E27FC236}">
                <a16:creationId xmlns:a16="http://schemas.microsoft.com/office/drawing/2014/main" id="{F8686332-E497-492F-8168-C71B69AF6892}"/>
              </a:ext>
            </a:extLst>
          </p:cNvPr>
          <p:cNvSpPr>
            <a:spLocks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5599">
            <a:extLst>
              <a:ext uri="{FF2B5EF4-FFF2-40B4-BE49-F238E27FC236}">
                <a16:creationId xmlns:a16="http://schemas.microsoft.com/office/drawing/2014/main" id="{77181225-DC54-4CD1-90F1-515F7E547DF5}"/>
              </a:ext>
            </a:extLst>
          </p:cNvPr>
          <p:cNvSpPr>
            <a:spLocks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5600">
            <a:extLst>
              <a:ext uri="{FF2B5EF4-FFF2-40B4-BE49-F238E27FC236}">
                <a16:creationId xmlns:a16="http://schemas.microsoft.com/office/drawing/2014/main" id="{4D60BF1D-2874-4EDC-845C-A944E83E9805}"/>
              </a:ext>
            </a:extLst>
          </p:cNvPr>
          <p:cNvSpPr>
            <a:spLocks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5601">
            <a:extLst>
              <a:ext uri="{FF2B5EF4-FFF2-40B4-BE49-F238E27FC236}">
                <a16:creationId xmlns:a16="http://schemas.microsoft.com/office/drawing/2014/main" id="{CD7E8E4B-AB13-4373-A425-23A5611E1CDF}"/>
              </a:ext>
            </a:extLst>
          </p:cNvPr>
          <p:cNvSpPr>
            <a:spLocks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5602">
            <a:extLst>
              <a:ext uri="{FF2B5EF4-FFF2-40B4-BE49-F238E27FC236}">
                <a16:creationId xmlns:a16="http://schemas.microsoft.com/office/drawing/2014/main" id="{E7AFF38C-4F40-45DF-8BBC-199238A5CF37}"/>
              </a:ext>
            </a:extLst>
          </p:cNvPr>
          <p:cNvSpPr>
            <a:spLocks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5603">
            <a:extLst>
              <a:ext uri="{FF2B5EF4-FFF2-40B4-BE49-F238E27FC236}">
                <a16:creationId xmlns:a16="http://schemas.microsoft.com/office/drawing/2014/main" id="{B491694A-1723-4002-9886-420924D346A1}"/>
              </a:ext>
            </a:extLst>
          </p:cNvPr>
          <p:cNvSpPr>
            <a:spLocks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5604">
            <a:extLst>
              <a:ext uri="{FF2B5EF4-FFF2-40B4-BE49-F238E27FC236}">
                <a16:creationId xmlns:a16="http://schemas.microsoft.com/office/drawing/2014/main" id="{18B3C14D-4E74-46D2-AE92-8FCDC3912FAF}"/>
              </a:ext>
            </a:extLst>
          </p:cNvPr>
          <p:cNvSpPr>
            <a:spLocks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5605">
            <a:extLst>
              <a:ext uri="{FF2B5EF4-FFF2-40B4-BE49-F238E27FC236}">
                <a16:creationId xmlns:a16="http://schemas.microsoft.com/office/drawing/2014/main" id="{1F689978-8199-4B1C-9A4E-BDAD9957C61D}"/>
              </a:ext>
            </a:extLst>
          </p:cNvPr>
          <p:cNvSpPr>
            <a:spLocks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5606">
            <a:extLst>
              <a:ext uri="{FF2B5EF4-FFF2-40B4-BE49-F238E27FC236}">
                <a16:creationId xmlns:a16="http://schemas.microsoft.com/office/drawing/2014/main" id="{0764161E-0C81-4F9F-8A18-BD7C948AA484}"/>
              </a:ext>
            </a:extLst>
          </p:cNvPr>
          <p:cNvSpPr>
            <a:spLocks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5607">
            <a:extLst>
              <a:ext uri="{FF2B5EF4-FFF2-40B4-BE49-F238E27FC236}">
                <a16:creationId xmlns:a16="http://schemas.microsoft.com/office/drawing/2014/main" id="{8C589AA1-3F6D-4272-95FC-EDA716FC7041}"/>
              </a:ext>
            </a:extLst>
          </p:cNvPr>
          <p:cNvSpPr>
            <a:spLocks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5608">
            <a:extLst>
              <a:ext uri="{FF2B5EF4-FFF2-40B4-BE49-F238E27FC236}">
                <a16:creationId xmlns:a16="http://schemas.microsoft.com/office/drawing/2014/main" id="{7E465480-1C9C-4D2E-8682-54B9994E38A9}"/>
              </a:ext>
            </a:extLst>
          </p:cNvPr>
          <p:cNvSpPr>
            <a:spLocks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5609">
            <a:extLst>
              <a:ext uri="{FF2B5EF4-FFF2-40B4-BE49-F238E27FC236}">
                <a16:creationId xmlns:a16="http://schemas.microsoft.com/office/drawing/2014/main" id="{03708EE4-A022-428E-A684-DC58A0D41DFF}"/>
              </a:ext>
            </a:extLst>
          </p:cNvPr>
          <p:cNvSpPr>
            <a:spLocks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5610">
            <a:extLst>
              <a:ext uri="{FF2B5EF4-FFF2-40B4-BE49-F238E27FC236}">
                <a16:creationId xmlns:a16="http://schemas.microsoft.com/office/drawing/2014/main" id="{8FEEFE68-1401-4C6A-BFFD-8F0310E930A3}"/>
              </a:ext>
            </a:extLst>
          </p:cNvPr>
          <p:cNvSpPr>
            <a:spLocks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5611">
            <a:extLst>
              <a:ext uri="{FF2B5EF4-FFF2-40B4-BE49-F238E27FC236}">
                <a16:creationId xmlns:a16="http://schemas.microsoft.com/office/drawing/2014/main" id="{78F9E6F2-CFE4-419C-9427-158B6ECA98CB}"/>
              </a:ext>
            </a:extLst>
          </p:cNvPr>
          <p:cNvSpPr>
            <a:spLocks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5612">
            <a:extLst>
              <a:ext uri="{FF2B5EF4-FFF2-40B4-BE49-F238E27FC236}">
                <a16:creationId xmlns:a16="http://schemas.microsoft.com/office/drawing/2014/main" id="{24C2BC64-9217-4CAE-8C4F-6E61E566F1BA}"/>
              </a:ext>
            </a:extLst>
          </p:cNvPr>
          <p:cNvSpPr>
            <a:spLocks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5613">
            <a:extLst>
              <a:ext uri="{FF2B5EF4-FFF2-40B4-BE49-F238E27FC236}">
                <a16:creationId xmlns:a16="http://schemas.microsoft.com/office/drawing/2014/main" id="{E6A750F4-7784-479A-A950-7DE505E22177}"/>
              </a:ext>
            </a:extLst>
          </p:cNvPr>
          <p:cNvSpPr>
            <a:spLocks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5614">
            <a:extLst>
              <a:ext uri="{FF2B5EF4-FFF2-40B4-BE49-F238E27FC236}">
                <a16:creationId xmlns:a16="http://schemas.microsoft.com/office/drawing/2014/main" id="{432E6B16-144E-46F1-94D4-96D428AE55AA}"/>
              </a:ext>
            </a:extLst>
          </p:cNvPr>
          <p:cNvSpPr>
            <a:spLocks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5615">
            <a:extLst>
              <a:ext uri="{FF2B5EF4-FFF2-40B4-BE49-F238E27FC236}">
                <a16:creationId xmlns:a16="http://schemas.microsoft.com/office/drawing/2014/main" id="{E6B9C2C4-D066-42A1-A7A8-F1881BCA4247}"/>
              </a:ext>
            </a:extLst>
          </p:cNvPr>
          <p:cNvSpPr>
            <a:spLocks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5616">
            <a:extLst>
              <a:ext uri="{FF2B5EF4-FFF2-40B4-BE49-F238E27FC236}">
                <a16:creationId xmlns:a16="http://schemas.microsoft.com/office/drawing/2014/main" id="{AE2EE2FF-4FB4-420D-AC07-8BE200FF58B6}"/>
              </a:ext>
            </a:extLst>
          </p:cNvPr>
          <p:cNvSpPr>
            <a:spLocks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5617">
            <a:extLst>
              <a:ext uri="{FF2B5EF4-FFF2-40B4-BE49-F238E27FC236}">
                <a16:creationId xmlns:a16="http://schemas.microsoft.com/office/drawing/2014/main" id="{1D709354-75A2-4755-8F39-8B90831233F7}"/>
              </a:ext>
            </a:extLst>
          </p:cNvPr>
          <p:cNvSpPr>
            <a:spLocks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5618">
            <a:extLst>
              <a:ext uri="{FF2B5EF4-FFF2-40B4-BE49-F238E27FC236}">
                <a16:creationId xmlns:a16="http://schemas.microsoft.com/office/drawing/2014/main" id="{8C15CDEA-65DE-44A6-BFEF-D3EE8B9E7294}"/>
              </a:ext>
            </a:extLst>
          </p:cNvPr>
          <p:cNvSpPr>
            <a:spLocks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5619">
            <a:extLst>
              <a:ext uri="{FF2B5EF4-FFF2-40B4-BE49-F238E27FC236}">
                <a16:creationId xmlns:a16="http://schemas.microsoft.com/office/drawing/2014/main" id="{A758A18A-0C0F-4415-9BFB-E3D93035EA39}"/>
              </a:ext>
            </a:extLst>
          </p:cNvPr>
          <p:cNvSpPr>
            <a:spLocks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5620">
            <a:extLst>
              <a:ext uri="{FF2B5EF4-FFF2-40B4-BE49-F238E27FC236}">
                <a16:creationId xmlns:a16="http://schemas.microsoft.com/office/drawing/2014/main" id="{7BF481E1-E111-4CB9-BE86-57857379BAB7}"/>
              </a:ext>
            </a:extLst>
          </p:cNvPr>
          <p:cNvSpPr>
            <a:spLocks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5621">
            <a:extLst>
              <a:ext uri="{FF2B5EF4-FFF2-40B4-BE49-F238E27FC236}">
                <a16:creationId xmlns:a16="http://schemas.microsoft.com/office/drawing/2014/main" id="{56272646-D549-44BF-8EDB-FCF1D68B49BC}"/>
              </a:ext>
            </a:extLst>
          </p:cNvPr>
          <p:cNvSpPr>
            <a:spLocks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5622">
            <a:extLst>
              <a:ext uri="{FF2B5EF4-FFF2-40B4-BE49-F238E27FC236}">
                <a16:creationId xmlns:a16="http://schemas.microsoft.com/office/drawing/2014/main" id="{0B54C3EE-7E7D-42FB-85D3-A3D06EF80B31}"/>
              </a:ext>
            </a:extLst>
          </p:cNvPr>
          <p:cNvSpPr>
            <a:spLocks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5623">
            <a:extLst>
              <a:ext uri="{FF2B5EF4-FFF2-40B4-BE49-F238E27FC236}">
                <a16:creationId xmlns:a16="http://schemas.microsoft.com/office/drawing/2014/main" id="{D1E07948-2402-447D-8885-CDD4A9AFD30C}"/>
              </a:ext>
            </a:extLst>
          </p:cNvPr>
          <p:cNvSpPr>
            <a:spLocks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5624">
            <a:extLst>
              <a:ext uri="{FF2B5EF4-FFF2-40B4-BE49-F238E27FC236}">
                <a16:creationId xmlns:a16="http://schemas.microsoft.com/office/drawing/2014/main" id="{6E129A19-04A9-4788-9DE9-A7E9EF70C7C9}"/>
              </a:ext>
            </a:extLst>
          </p:cNvPr>
          <p:cNvSpPr>
            <a:spLocks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5625">
            <a:extLst>
              <a:ext uri="{FF2B5EF4-FFF2-40B4-BE49-F238E27FC236}">
                <a16:creationId xmlns:a16="http://schemas.microsoft.com/office/drawing/2014/main" id="{0BD916D2-1094-47D3-9422-C008954F5DCB}"/>
              </a:ext>
            </a:extLst>
          </p:cNvPr>
          <p:cNvSpPr>
            <a:spLocks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5626">
            <a:extLst>
              <a:ext uri="{FF2B5EF4-FFF2-40B4-BE49-F238E27FC236}">
                <a16:creationId xmlns:a16="http://schemas.microsoft.com/office/drawing/2014/main" id="{2C0CA641-3889-45EE-92FE-E03B572E25F1}"/>
              </a:ext>
            </a:extLst>
          </p:cNvPr>
          <p:cNvSpPr>
            <a:spLocks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5627">
            <a:extLst>
              <a:ext uri="{FF2B5EF4-FFF2-40B4-BE49-F238E27FC236}">
                <a16:creationId xmlns:a16="http://schemas.microsoft.com/office/drawing/2014/main" id="{1AAF0FBD-8E65-454D-ABD3-C4AFE616FF55}"/>
              </a:ext>
            </a:extLst>
          </p:cNvPr>
          <p:cNvSpPr>
            <a:spLocks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5628">
            <a:extLst>
              <a:ext uri="{FF2B5EF4-FFF2-40B4-BE49-F238E27FC236}">
                <a16:creationId xmlns:a16="http://schemas.microsoft.com/office/drawing/2014/main" id="{2CC2E9A2-0BCC-4828-9B1F-877D08FCD36A}"/>
              </a:ext>
            </a:extLst>
          </p:cNvPr>
          <p:cNvSpPr>
            <a:spLocks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5629">
            <a:extLst>
              <a:ext uri="{FF2B5EF4-FFF2-40B4-BE49-F238E27FC236}">
                <a16:creationId xmlns:a16="http://schemas.microsoft.com/office/drawing/2014/main" id="{CD9E8C0C-9854-4993-8BBB-66461DF74481}"/>
              </a:ext>
            </a:extLst>
          </p:cNvPr>
          <p:cNvSpPr>
            <a:spLocks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5630">
            <a:extLst>
              <a:ext uri="{FF2B5EF4-FFF2-40B4-BE49-F238E27FC236}">
                <a16:creationId xmlns:a16="http://schemas.microsoft.com/office/drawing/2014/main" id="{E6151C27-73AC-47DE-80B9-D18D32FAD0EA}"/>
              </a:ext>
            </a:extLst>
          </p:cNvPr>
          <p:cNvSpPr>
            <a:spLocks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5631">
            <a:extLst>
              <a:ext uri="{FF2B5EF4-FFF2-40B4-BE49-F238E27FC236}">
                <a16:creationId xmlns:a16="http://schemas.microsoft.com/office/drawing/2014/main" id="{B60CE224-1576-4F8C-93BB-04DBB09DF8E5}"/>
              </a:ext>
            </a:extLst>
          </p:cNvPr>
          <p:cNvSpPr>
            <a:spLocks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5632">
            <a:extLst>
              <a:ext uri="{FF2B5EF4-FFF2-40B4-BE49-F238E27FC236}">
                <a16:creationId xmlns:a16="http://schemas.microsoft.com/office/drawing/2014/main" id="{1997B25B-3DE4-4980-81F1-29FC1F15E63E}"/>
              </a:ext>
            </a:extLst>
          </p:cNvPr>
          <p:cNvSpPr>
            <a:spLocks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5633">
            <a:extLst>
              <a:ext uri="{FF2B5EF4-FFF2-40B4-BE49-F238E27FC236}">
                <a16:creationId xmlns:a16="http://schemas.microsoft.com/office/drawing/2014/main" id="{4DC3B3FF-470F-46CA-A574-42D88A917CC3}"/>
              </a:ext>
            </a:extLst>
          </p:cNvPr>
          <p:cNvSpPr>
            <a:spLocks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5634">
            <a:extLst>
              <a:ext uri="{FF2B5EF4-FFF2-40B4-BE49-F238E27FC236}">
                <a16:creationId xmlns:a16="http://schemas.microsoft.com/office/drawing/2014/main" id="{BE76BE2B-1FA6-4584-A85A-570DF107E786}"/>
              </a:ext>
            </a:extLst>
          </p:cNvPr>
          <p:cNvSpPr>
            <a:spLocks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5635">
            <a:extLst>
              <a:ext uri="{FF2B5EF4-FFF2-40B4-BE49-F238E27FC236}">
                <a16:creationId xmlns:a16="http://schemas.microsoft.com/office/drawing/2014/main" id="{5048B155-1C2B-4F65-A4D4-51DC8566E171}"/>
              </a:ext>
            </a:extLst>
          </p:cNvPr>
          <p:cNvSpPr>
            <a:spLocks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5636">
            <a:extLst>
              <a:ext uri="{FF2B5EF4-FFF2-40B4-BE49-F238E27FC236}">
                <a16:creationId xmlns:a16="http://schemas.microsoft.com/office/drawing/2014/main" id="{F9F7FAB6-8277-4366-BFCF-A682CB2C4A2F}"/>
              </a:ext>
            </a:extLst>
          </p:cNvPr>
          <p:cNvSpPr>
            <a:spLocks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5637">
            <a:extLst>
              <a:ext uri="{FF2B5EF4-FFF2-40B4-BE49-F238E27FC236}">
                <a16:creationId xmlns:a16="http://schemas.microsoft.com/office/drawing/2014/main" id="{21D09948-1735-4309-AFAD-B71AAD329FB5}"/>
              </a:ext>
            </a:extLst>
          </p:cNvPr>
          <p:cNvSpPr>
            <a:spLocks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5638">
            <a:extLst>
              <a:ext uri="{FF2B5EF4-FFF2-40B4-BE49-F238E27FC236}">
                <a16:creationId xmlns:a16="http://schemas.microsoft.com/office/drawing/2014/main" id="{963F68F6-398E-425B-81A2-B5FD9D660E46}"/>
              </a:ext>
            </a:extLst>
          </p:cNvPr>
          <p:cNvSpPr>
            <a:spLocks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5639">
            <a:extLst>
              <a:ext uri="{FF2B5EF4-FFF2-40B4-BE49-F238E27FC236}">
                <a16:creationId xmlns:a16="http://schemas.microsoft.com/office/drawing/2014/main" id="{919F5175-A06D-4FA2-B2D8-245C7D090D62}"/>
              </a:ext>
            </a:extLst>
          </p:cNvPr>
          <p:cNvSpPr>
            <a:spLocks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5640">
            <a:extLst>
              <a:ext uri="{FF2B5EF4-FFF2-40B4-BE49-F238E27FC236}">
                <a16:creationId xmlns:a16="http://schemas.microsoft.com/office/drawing/2014/main" id="{F566BFE6-43E3-4695-92C2-353BECE7FBC8}"/>
              </a:ext>
            </a:extLst>
          </p:cNvPr>
          <p:cNvSpPr>
            <a:spLocks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5641">
            <a:extLst>
              <a:ext uri="{FF2B5EF4-FFF2-40B4-BE49-F238E27FC236}">
                <a16:creationId xmlns:a16="http://schemas.microsoft.com/office/drawing/2014/main" id="{4E09CBDA-BB65-401E-95BF-EF0A4864D3C2}"/>
              </a:ext>
            </a:extLst>
          </p:cNvPr>
          <p:cNvSpPr>
            <a:spLocks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5642">
            <a:extLst>
              <a:ext uri="{FF2B5EF4-FFF2-40B4-BE49-F238E27FC236}">
                <a16:creationId xmlns:a16="http://schemas.microsoft.com/office/drawing/2014/main" id="{F8658718-D3C0-498B-AD75-0D8B0F674913}"/>
              </a:ext>
            </a:extLst>
          </p:cNvPr>
          <p:cNvSpPr>
            <a:spLocks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5643">
            <a:extLst>
              <a:ext uri="{FF2B5EF4-FFF2-40B4-BE49-F238E27FC236}">
                <a16:creationId xmlns:a16="http://schemas.microsoft.com/office/drawing/2014/main" id="{A82F606A-CD94-4F98-AE01-BB53D9BC5894}"/>
              </a:ext>
            </a:extLst>
          </p:cNvPr>
          <p:cNvSpPr>
            <a:spLocks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5644">
            <a:extLst>
              <a:ext uri="{FF2B5EF4-FFF2-40B4-BE49-F238E27FC236}">
                <a16:creationId xmlns:a16="http://schemas.microsoft.com/office/drawing/2014/main" id="{BE3D4013-6F0E-4FDC-9B7D-7D43888D38D0}"/>
              </a:ext>
            </a:extLst>
          </p:cNvPr>
          <p:cNvSpPr>
            <a:spLocks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5645">
            <a:extLst>
              <a:ext uri="{FF2B5EF4-FFF2-40B4-BE49-F238E27FC236}">
                <a16:creationId xmlns:a16="http://schemas.microsoft.com/office/drawing/2014/main" id="{BE7BD8C8-13F8-4D02-80C6-0031526CD633}"/>
              </a:ext>
            </a:extLst>
          </p:cNvPr>
          <p:cNvSpPr>
            <a:spLocks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5646">
            <a:extLst>
              <a:ext uri="{FF2B5EF4-FFF2-40B4-BE49-F238E27FC236}">
                <a16:creationId xmlns:a16="http://schemas.microsoft.com/office/drawing/2014/main" id="{CDA4A2C4-61D7-4E0A-8784-E81861224E8A}"/>
              </a:ext>
            </a:extLst>
          </p:cNvPr>
          <p:cNvSpPr>
            <a:spLocks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5647">
            <a:extLst>
              <a:ext uri="{FF2B5EF4-FFF2-40B4-BE49-F238E27FC236}">
                <a16:creationId xmlns:a16="http://schemas.microsoft.com/office/drawing/2014/main" id="{83301920-8203-4FB6-ACD9-7FF148D62930}"/>
              </a:ext>
            </a:extLst>
          </p:cNvPr>
          <p:cNvSpPr>
            <a:spLocks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5648">
            <a:extLst>
              <a:ext uri="{FF2B5EF4-FFF2-40B4-BE49-F238E27FC236}">
                <a16:creationId xmlns:a16="http://schemas.microsoft.com/office/drawing/2014/main" id="{A79D6050-6820-4F31-B514-D5EF82074F41}"/>
              </a:ext>
            </a:extLst>
          </p:cNvPr>
          <p:cNvSpPr>
            <a:spLocks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5649">
            <a:extLst>
              <a:ext uri="{FF2B5EF4-FFF2-40B4-BE49-F238E27FC236}">
                <a16:creationId xmlns:a16="http://schemas.microsoft.com/office/drawing/2014/main" id="{AB4DDC26-4F53-4B1A-A346-F376CEEEFEDF}"/>
              </a:ext>
            </a:extLst>
          </p:cNvPr>
          <p:cNvSpPr>
            <a:spLocks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5650">
            <a:extLst>
              <a:ext uri="{FF2B5EF4-FFF2-40B4-BE49-F238E27FC236}">
                <a16:creationId xmlns:a16="http://schemas.microsoft.com/office/drawing/2014/main" id="{24C39EFD-865A-406F-A430-149B7D596E44}"/>
              </a:ext>
            </a:extLst>
          </p:cNvPr>
          <p:cNvSpPr>
            <a:spLocks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5651">
            <a:extLst>
              <a:ext uri="{FF2B5EF4-FFF2-40B4-BE49-F238E27FC236}">
                <a16:creationId xmlns:a16="http://schemas.microsoft.com/office/drawing/2014/main" id="{77D9C9BE-3B49-4ADF-AC2F-7FCA53269CDC}"/>
              </a:ext>
            </a:extLst>
          </p:cNvPr>
          <p:cNvSpPr>
            <a:spLocks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5652">
            <a:extLst>
              <a:ext uri="{FF2B5EF4-FFF2-40B4-BE49-F238E27FC236}">
                <a16:creationId xmlns:a16="http://schemas.microsoft.com/office/drawing/2014/main" id="{DAC17427-8B77-4934-93D0-7999673CF4C3}"/>
              </a:ext>
            </a:extLst>
          </p:cNvPr>
          <p:cNvSpPr>
            <a:spLocks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5653">
            <a:extLst>
              <a:ext uri="{FF2B5EF4-FFF2-40B4-BE49-F238E27FC236}">
                <a16:creationId xmlns:a16="http://schemas.microsoft.com/office/drawing/2014/main" id="{518F52F2-F44C-4380-BEDB-5C7655387BFC}"/>
              </a:ext>
            </a:extLst>
          </p:cNvPr>
          <p:cNvSpPr>
            <a:spLocks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5654">
            <a:extLst>
              <a:ext uri="{FF2B5EF4-FFF2-40B4-BE49-F238E27FC236}">
                <a16:creationId xmlns:a16="http://schemas.microsoft.com/office/drawing/2014/main" id="{97BA893F-3B96-4343-936C-AEAA8B10500C}"/>
              </a:ext>
            </a:extLst>
          </p:cNvPr>
          <p:cNvSpPr>
            <a:spLocks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5655">
            <a:extLst>
              <a:ext uri="{FF2B5EF4-FFF2-40B4-BE49-F238E27FC236}">
                <a16:creationId xmlns:a16="http://schemas.microsoft.com/office/drawing/2014/main" id="{E1DB7232-FA7F-4EEC-9D90-A006DC772C76}"/>
              </a:ext>
            </a:extLst>
          </p:cNvPr>
          <p:cNvSpPr>
            <a:spLocks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5656">
            <a:extLst>
              <a:ext uri="{FF2B5EF4-FFF2-40B4-BE49-F238E27FC236}">
                <a16:creationId xmlns:a16="http://schemas.microsoft.com/office/drawing/2014/main" id="{826CE6A9-8E43-4CBF-85EF-8A77B59D3BCC}"/>
              </a:ext>
            </a:extLst>
          </p:cNvPr>
          <p:cNvSpPr>
            <a:spLocks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5657">
            <a:extLst>
              <a:ext uri="{FF2B5EF4-FFF2-40B4-BE49-F238E27FC236}">
                <a16:creationId xmlns:a16="http://schemas.microsoft.com/office/drawing/2014/main" id="{BF636CC3-8FB6-42DE-BCBB-D01878C87213}"/>
              </a:ext>
            </a:extLst>
          </p:cNvPr>
          <p:cNvSpPr>
            <a:spLocks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5658">
            <a:extLst>
              <a:ext uri="{FF2B5EF4-FFF2-40B4-BE49-F238E27FC236}">
                <a16:creationId xmlns:a16="http://schemas.microsoft.com/office/drawing/2014/main" id="{EF654FAF-A910-4BB0-B8F8-F41D9B61B582}"/>
              </a:ext>
            </a:extLst>
          </p:cNvPr>
          <p:cNvSpPr>
            <a:spLocks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5659">
            <a:extLst>
              <a:ext uri="{FF2B5EF4-FFF2-40B4-BE49-F238E27FC236}">
                <a16:creationId xmlns:a16="http://schemas.microsoft.com/office/drawing/2014/main" id="{BC0D4FC7-6B51-4BEE-996E-F5344275EC20}"/>
              </a:ext>
            </a:extLst>
          </p:cNvPr>
          <p:cNvSpPr>
            <a:spLocks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5660">
            <a:extLst>
              <a:ext uri="{FF2B5EF4-FFF2-40B4-BE49-F238E27FC236}">
                <a16:creationId xmlns:a16="http://schemas.microsoft.com/office/drawing/2014/main" id="{5D1CFD24-B065-4664-8C50-355FCBB79FFD}"/>
              </a:ext>
            </a:extLst>
          </p:cNvPr>
          <p:cNvSpPr>
            <a:spLocks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5661">
            <a:extLst>
              <a:ext uri="{FF2B5EF4-FFF2-40B4-BE49-F238E27FC236}">
                <a16:creationId xmlns:a16="http://schemas.microsoft.com/office/drawing/2014/main" id="{E9C02943-C327-4A1A-A2A3-68467494E865}"/>
              </a:ext>
            </a:extLst>
          </p:cNvPr>
          <p:cNvSpPr>
            <a:spLocks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5662">
            <a:extLst>
              <a:ext uri="{FF2B5EF4-FFF2-40B4-BE49-F238E27FC236}">
                <a16:creationId xmlns:a16="http://schemas.microsoft.com/office/drawing/2014/main" id="{C91FB714-23F9-42E1-BD87-0F173229FAF2}"/>
              </a:ext>
            </a:extLst>
          </p:cNvPr>
          <p:cNvSpPr>
            <a:spLocks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5663">
            <a:extLst>
              <a:ext uri="{FF2B5EF4-FFF2-40B4-BE49-F238E27FC236}">
                <a16:creationId xmlns:a16="http://schemas.microsoft.com/office/drawing/2014/main" id="{20A4E3F9-DD5C-42F5-9B8C-E3D77E527491}"/>
              </a:ext>
            </a:extLst>
          </p:cNvPr>
          <p:cNvSpPr>
            <a:spLocks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5664">
            <a:extLst>
              <a:ext uri="{FF2B5EF4-FFF2-40B4-BE49-F238E27FC236}">
                <a16:creationId xmlns:a16="http://schemas.microsoft.com/office/drawing/2014/main" id="{02FB5BFE-AD03-4CD7-9AE1-ED744FEBA30B}"/>
              </a:ext>
            </a:extLst>
          </p:cNvPr>
          <p:cNvSpPr>
            <a:spLocks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5665">
            <a:extLst>
              <a:ext uri="{FF2B5EF4-FFF2-40B4-BE49-F238E27FC236}">
                <a16:creationId xmlns:a16="http://schemas.microsoft.com/office/drawing/2014/main" id="{25685EE0-0759-48FD-AFA4-B5499BDEED51}"/>
              </a:ext>
            </a:extLst>
          </p:cNvPr>
          <p:cNvSpPr>
            <a:spLocks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5666">
            <a:extLst>
              <a:ext uri="{FF2B5EF4-FFF2-40B4-BE49-F238E27FC236}">
                <a16:creationId xmlns:a16="http://schemas.microsoft.com/office/drawing/2014/main" id="{9918EF97-03D2-46AB-B812-CB7C3D9EBB46}"/>
              </a:ext>
            </a:extLst>
          </p:cNvPr>
          <p:cNvSpPr>
            <a:spLocks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5667">
            <a:extLst>
              <a:ext uri="{FF2B5EF4-FFF2-40B4-BE49-F238E27FC236}">
                <a16:creationId xmlns:a16="http://schemas.microsoft.com/office/drawing/2014/main" id="{1298E36F-02E2-4C6B-A565-7C3431CCE280}"/>
              </a:ext>
            </a:extLst>
          </p:cNvPr>
          <p:cNvSpPr>
            <a:spLocks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5668">
            <a:extLst>
              <a:ext uri="{FF2B5EF4-FFF2-40B4-BE49-F238E27FC236}">
                <a16:creationId xmlns:a16="http://schemas.microsoft.com/office/drawing/2014/main" id="{772805E5-2636-4B18-9495-01331CA809B1}"/>
              </a:ext>
            </a:extLst>
          </p:cNvPr>
          <p:cNvSpPr>
            <a:spLocks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5669">
            <a:extLst>
              <a:ext uri="{FF2B5EF4-FFF2-40B4-BE49-F238E27FC236}">
                <a16:creationId xmlns:a16="http://schemas.microsoft.com/office/drawing/2014/main" id="{511D0269-BCAD-4008-BAFF-766D90ED5FC8}"/>
              </a:ext>
            </a:extLst>
          </p:cNvPr>
          <p:cNvSpPr>
            <a:spLocks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5670">
            <a:extLst>
              <a:ext uri="{FF2B5EF4-FFF2-40B4-BE49-F238E27FC236}">
                <a16:creationId xmlns:a16="http://schemas.microsoft.com/office/drawing/2014/main" id="{79CA828A-BA01-4E93-A666-C73B43B303D5}"/>
              </a:ext>
            </a:extLst>
          </p:cNvPr>
          <p:cNvSpPr>
            <a:spLocks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5671">
            <a:extLst>
              <a:ext uri="{FF2B5EF4-FFF2-40B4-BE49-F238E27FC236}">
                <a16:creationId xmlns:a16="http://schemas.microsoft.com/office/drawing/2014/main" id="{E6290EF4-050F-4EB7-97A7-8DFD6A3430EF}"/>
              </a:ext>
            </a:extLst>
          </p:cNvPr>
          <p:cNvSpPr>
            <a:spLocks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5672">
            <a:extLst>
              <a:ext uri="{FF2B5EF4-FFF2-40B4-BE49-F238E27FC236}">
                <a16:creationId xmlns:a16="http://schemas.microsoft.com/office/drawing/2014/main" id="{A171641C-5B5D-4876-8EFA-2DE28EB04770}"/>
              </a:ext>
            </a:extLst>
          </p:cNvPr>
          <p:cNvSpPr>
            <a:spLocks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5673">
            <a:extLst>
              <a:ext uri="{FF2B5EF4-FFF2-40B4-BE49-F238E27FC236}">
                <a16:creationId xmlns:a16="http://schemas.microsoft.com/office/drawing/2014/main" id="{63687039-F685-4979-A914-6880DC38928A}"/>
              </a:ext>
            </a:extLst>
          </p:cNvPr>
          <p:cNvSpPr>
            <a:spLocks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5674">
            <a:extLst>
              <a:ext uri="{FF2B5EF4-FFF2-40B4-BE49-F238E27FC236}">
                <a16:creationId xmlns:a16="http://schemas.microsoft.com/office/drawing/2014/main" id="{E1F0EBF7-0090-4BE1-AFD9-D08179917F0A}"/>
              </a:ext>
            </a:extLst>
          </p:cNvPr>
          <p:cNvSpPr>
            <a:spLocks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5675">
            <a:extLst>
              <a:ext uri="{FF2B5EF4-FFF2-40B4-BE49-F238E27FC236}">
                <a16:creationId xmlns:a16="http://schemas.microsoft.com/office/drawing/2014/main" id="{42D0FC00-9E5A-4AD5-AFF5-7FEC66227900}"/>
              </a:ext>
            </a:extLst>
          </p:cNvPr>
          <p:cNvSpPr>
            <a:spLocks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5676">
            <a:extLst>
              <a:ext uri="{FF2B5EF4-FFF2-40B4-BE49-F238E27FC236}">
                <a16:creationId xmlns:a16="http://schemas.microsoft.com/office/drawing/2014/main" id="{ED8D3B0B-D629-419E-A632-23C415714A39}"/>
              </a:ext>
            </a:extLst>
          </p:cNvPr>
          <p:cNvSpPr>
            <a:spLocks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5677">
            <a:extLst>
              <a:ext uri="{FF2B5EF4-FFF2-40B4-BE49-F238E27FC236}">
                <a16:creationId xmlns:a16="http://schemas.microsoft.com/office/drawing/2014/main" id="{BCF14A2A-94C7-4B78-96E0-A66E7332E046}"/>
              </a:ext>
            </a:extLst>
          </p:cNvPr>
          <p:cNvSpPr>
            <a:spLocks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5678">
            <a:extLst>
              <a:ext uri="{FF2B5EF4-FFF2-40B4-BE49-F238E27FC236}">
                <a16:creationId xmlns:a16="http://schemas.microsoft.com/office/drawing/2014/main" id="{A53791E6-FE4F-4B01-86E2-B68DA7FD2CA7}"/>
              </a:ext>
            </a:extLst>
          </p:cNvPr>
          <p:cNvSpPr>
            <a:spLocks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5679">
            <a:extLst>
              <a:ext uri="{FF2B5EF4-FFF2-40B4-BE49-F238E27FC236}">
                <a16:creationId xmlns:a16="http://schemas.microsoft.com/office/drawing/2014/main" id="{D46EECD7-DF54-4190-A6AC-109465F2280F}"/>
              </a:ext>
            </a:extLst>
          </p:cNvPr>
          <p:cNvSpPr>
            <a:spLocks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5680">
            <a:extLst>
              <a:ext uri="{FF2B5EF4-FFF2-40B4-BE49-F238E27FC236}">
                <a16:creationId xmlns:a16="http://schemas.microsoft.com/office/drawing/2014/main" id="{045F4E45-BEFE-4742-AC4E-1146FF60CE77}"/>
              </a:ext>
            </a:extLst>
          </p:cNvPr>
          <p:cNvSpPr>
            <a:spLocks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5681">
            <a:extLst>
              <a:ext uri="{FF2B5EF4-FFF2-40B4-BE49-F238E27FC236}">
                <a16:creationId xmlns:a16="http://schemas.microsoft.com/office/drawing/2014/main" id="{EFECB0C4-687B-46CF-930B-9781FB2811A6}"/>
              </a:ext>
            </a:extLst>
          </p:cNvPr>
          <p:cNvSpPr>
            <a:spLocks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5682">
            <a:extLst>
              <a:ext uri="{FF2B5EF4-FFF2-40B4-BE49-F238E27FC236}">
                <a16:creationId xmlns:a16="http://schemas.microsoft.com/office/drawing/2014/main" id="{51ED06E0-A8D1-429E-AE6C-B4056C5F5DD2}"/>
              </a:ext>
            </a:extLst>
          </p:cNvPr>
          <p:cNvSpPr>
            <a:spLocks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5683">
            <a:extLst>
              <a:ext uri="{FF2B5EF4-FFF2-40B4-BE49-F238E27FC236}">
                <a16:creationId xmlns:a16="http://schemas.microsoft.com/office/drawing/2014/main" id="{AD149968-BC62-472A-A918-B8FB3010DEF9}"/>
              </a:ext>
            </a:extLst>
          </p:cNvPr>
          <p:cNvSpPr>
            <a:spLocks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5684">
            <a:extLst>
              <a:ext uri="{FF2B5EF4-FFF2-40B4-BE49-F238E27FC236}">
                <a16:creationId xmlns:a16="http://schemas.microsoft.com/office/drawing/2014/main" id="{BAE82566-9724-4502-9111-179EB3AC25A9}"/>
              </a:ext>
            </a:extLst>
          </p:cNvPr>
          <p:cNvSpPr>
            <a:spLocks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5685">
            <a:extLst>
              <a:ext uri="{FF2B5EF4-FFF2-40B4-BE49-F238E27FC236}">
                <a16:creationId xmlns:a16="http://schemas.microsoft.com/office/drawing/2014/main" id="{F7ED20B0-9531-4AD7-8E81-EC10BCAC2AA6}"/>
              </a:ext>
            </a:extLst>
          </p:cNvPr>
          <p:cNvSpPr>
            <a:spLocks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5686">
            <a:extLst>
              <a:ext uri="{FF2B5EF4-FFF2-40B4-BE49-F238E27FC236}">
                <a16:creationId xmlns:a16="http://schemas.microsoft.com/office/drawing/2014/main" id="{B483E630-26CD-4139-81B1-19A41AE573AA}"/>
              </a:ext>
            </a:extLst>
          </p:cNvPr>
          <p:cNvSpPr>
            <a:spLocks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5687">
            <a:extLst>
              <a:ext uri="{FF2B5EF4-FFF2-40B4-BE49-F238E27FC236}">
                <a16:creationId xmlns:a16="http://schemas.microsoft.com/office/drawing/2014/main" id="{EEFFDC34-FC63-45D9-8DD4-42F254426E24}"/>
              </a:ext>
            </a:extLst>
          </p:cNvPr>
          <p:cNvSpPr>
            <a:spLocks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5688">
            <a:extLst>
              <a:ext uri="{FF2B5EF4-FFF2-40B4-BE49-F238E27FC236}">
                <a16:creationId xmlns:a16="http://schemas.microsoft.com/office/drawing/2014/main" id="{320F6312-49D2-40F8-AB78-614B27201B47}"/>
              </a:ext>
            </a:extLst>
          </p:cNvPr>
          <p:cNvSpPr>
            <a:spLocks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5689">
            <a:extLst>
              <a:ext uri="{FF2B5EF4-FFF2-40B4-BE49-F238E27FC236}">
                <a16:creationId xmlns:a16="http://schemas.microsoft.com/office/drawing/2014/main" id="{64AA9FEA-61EE-4784-9C75-36B9DFC165ED}"/>
              </a:ext>
            </a:extLst>
          </p:cNvPr>
          <p:cNvSpPr>
            <a:spLocks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5690">
            <a:extLst>
              <a:ext uri="{FF2B5EF4-FFF2-40B4-BE49-F238E27FC236}">
                <a16:creationId xmlns:a16="http://schemas.microsoft.com/office/drawing/2014/main" id="{C8D56803-B524-4E4C-A780-6DB848B6C022}"/>
              </a:ext>
            </a:extLst>
          </p:cNvPr>
          <p:cNvSpPr>
            <a:spLocks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5691">
            <a:extLst>
              <a:ext uri="{FF2B5EF4-FFF2-40B4-BE49-F238E27FC236}">
                <a16:creationId xmlns:a16="http://schemas.microsoft.com/office/drawing/2014/main" id="{D1BADA1F-0DC3-4904-9FAA-4DC70F6F45B4}"/>
              </a:ext>
            </a:extLst>
          </p:cNvPr>
          <p:cNvSpPr>
            <a:spLocks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5692">
            <a:extLst>
              <a:ext uri="{FF2B5EF4-FFF2-40B4-BE49-F238E27FC236}">
                <a16:creationId xmlns:a16="http://schemas.microsoft.com/office/drawing/2014/main" id="{1E2A86ED-F7BF-4B84-96A5-56BDA1DC9EA3}"/>
              </a:ext>
            </a:extLst>
          </p:cNvPr>
          <p:cNvSpPr>
            <a:spLocks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5693">
            <a:extLst>
              <a:ext uri="{FF2B5EF4-FFF2-40B4-BE49-F238E27FC236}">
                <a16:creationId xmlns:a16="http://schemas.microsoft.com/office/drawing/2014/main" id="{17E467DB-D796-4345-9253-B5652C470007}"/>
              </a:ext>
            </a:extLst>
          </p:cNvPr>
          <p:cNvSpPr>
            <a:spLocks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5694">
            <a:extLst>
              <a:ext uri="{FF2B5EF4-FFF2-40B4-BE49-F238E27FC236}">
                <a16:creationId xmlns:a16="http://schemas.microsoft.com/office/drawing/2014/main" id="{085F6BFB-B003-4337-9CDB-A3FA5BF1DA3B}"/>
              </a:ext>
            </a:extLst>
          </p:cNvPr>
          <p:cNvSpPr>
            <a:spLocks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5695">
            <a:extLst>
              <a:ext uri="{FF2B5EF4-FFF2-40B4-BE49-F238E27FC236}">
                <a16:creationId xmlns:a16="http://schemas.microsoft.com/office/drawing/2014/main" id="{62F100AD-2957-4AD7-8BE5-5F76AB6E0BF4}"/>
              </a:ext>
            </a:extLst>
          </p:cNvPr>
          <p:cNvSpPr>
            <a:spLocks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5696">
            <a:extLst>
              <a:ext uri="{FF2B5EF4-FFF2-40B4-BE49-F238E27FC236}">
                <a16:creationId xmlns:a16="http://schemas.microsoft.com/office/drawing/2014/main" id="{BA057191-68AC-44FD-8C0B-9EFE15F87D4F}"/>
              </a:ext>
            </a:extLst>
          </p:cNvPr>
          <p:cNvSpPr>
            <a:spLocks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5697">
            <a:extLst>
              <a:ext uri="{FF2B5EF4-FFF2-40B4-BE49-F238E27FC236}">
                <a16:creationId xmlns:a16="http://schemas.microsoft.com/office/drawing/2014/main" id="{FF85B928-AD47-464F-9498-2F268E3B9D10}"/>
              </a:ext>
            </a:extLst>
          </p:cNvPr>
          <p:cNvSpPr>
            <a:spLocks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5698">
            <a:extLst>
              <a:ext uri="{FF2B5EF4-FFF2-40B4-BE49-F238E27FC236}">
                <a16:creationId xmlns:a16="http://schemas.microsoft.com/office/drawing/2014/main" id="{9204DF31-3B9E-43C8-B864-A99A28D2A31A}"/>
              </a:ext>
            </a:extLst>
          </p:cNvPr>
          <p:cNvSpPr>
            <a:spLocks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5699">
            <a:extLst>
              <a:ext uri="{FF2B5EF4-FFF2-40B4-BE49-F238E27FC236}">
                <a16:creationId xmlns:a16="http://schemas.microsoft.com/office/drawing/2014/main" id="{E3E1E213-ED05-4F82-B9AD-F798CC7F9700}"/>
              </a:ext>
            </a:extLst>
          </p:cNvPr>
          <p:cNvSpPr>
            <a:spLocks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5700">
            <a:extLst>
              <a:ext uri="{FF2B5EF4-FFF2-40B4-BE49-F238E27FC236}">
                <a16:creationId xmlns:a16="http://schemas.microsoft.com/office/drawing/2014/main" id="{DA6ED1FD-3973-4DF8-932D-05AB2D006E8E}"/>
              </a:ext>
            </a:extLst>
          </p:cNvPr>
          <p:cNvSpPr>
            <a:spLocks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5701">
            <a:extLst>
              <a:ext uri="{FF2B5EF4-FFF2-40B4-BE49-F238E27FC236}">
                <a16:creationId xmlns:a16="http://schemas.microsoft.com/office/drawing/2014/main" id="{0BF25348-F440-4FB2-9850-916C12665225}"/>
              </a:ext>
            </a:extLst>
          </p:cNvPr>
          <p:cNvSpPr>
            <a:spLocks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5702">
            <a:extLst>
              <a:ext uri="{FF2B5EF4-FFF2-40B4-BE49-F238E27FC236}">
                <a16:creationId xmlns:a16="http://schemas.microsoft.com/office/drawing/2014/main" id="{65FD50BC-8636-4407-B088-4725F223EFB5}"/>
              </a:ext>
            </a:extLst>
          </p:cNvPr>
          <p:cNvSpPr>
            <a:spLocks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5703">
            <a:extLst>
              <a:ext uri="{FF2B5EF4-FFF2-40B4-BE49-F238E27FC236}">
                <a16:creationId xmlns:a16="http://schemas.microsoft.com/office/drawing/2014/main" id="{F6E1ED12-E018-4C75-824A-442D4F6000F3}"/>
              </a:ext>
            </a:extLst>
          </p:cNvPr>
          <p:cNvSpPr>
            <a:spLocks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5704">
            <a:extLst>
              <a:ext uri="{FF2B5EF4-FFF2-40B4-BE49-F238E27FC236}">
                <a16:creationId xmlns:a16="http://schemas.microsoft.com/office/drawing/2014/main" id="{78E5D966-3021-4C78-A121-94B44097E352}"/>
              </a:ext>
            </a:extLst>
          </p:cNvPr>
          <p:cNvSpPr>
            <a:spLocks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5705">
            <a:extLst>
              <a:ext uri="{FF2B5EF4-FFF2-40B4-BE49-F238E27FC236}">
                <a16:creationId xmlns:a16="http://schemas.microsoft.com/office/drawing/2014/main" id="{D6D7B697-92FA-42A8-A08E-20464693B27F}"/>
              </a:ext>
            </a:extLst>
          </p:cNvPr>
          <p:cNvSpPr>
            <a:spLocks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5706">
            <a:extLst>
              <a:ext uri="{FF2B5EF4-FFF2-40B4-BE49-F238E27FC236}">
                <a16:creationId xmlns:a16="http://schemas.microsoft.com/office/drawing/2014/main" id="{1651F808-9547-448A-B946-8A5B9B8B4B1B}"/>
              </a:ext>
            </a:extLst>
          </p:cNvPr>
          <p:cNvSpPr>
            <a:spLocks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5707">
            <a:extLst>
              <a:ext uri="{FF2B5EF4-FFF2-40B4-BE49-F238E27FC236}">
                <a16:creationId xmlns:a16="http://schemas.microsoft.com/office/drawing/2014/main" id="{1A272321-58C5-4724-95D1-D6CAB6B8644C}"/>
              </a:ext>
            </a:extLst>
          </p:cNvPr>
          <p:cNvSpPr>
            <a:spLocks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5708">
            <a:extLst>
              <a:ext uri="{FF2B5EF4-FFF2-40B4-BE49-F238E27FC236}">
                <a16:creationId xmlns:a16="http://schemas.microsoft.com/office/drawing/2014/main" id="{EE06413A-43BB-47E7-9B43-80061E510010}"/>
              </a:ext>
            </a:extLst>
          </p:cNvPr>
          <p:cNvSpPr>
            <a:spLocks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5709">
            <a:extLst>
              <a:ext uri="{FF2B5EF4-FFF2-40B4-BE49-F238E27FC236}">
                <a16:creationId xmlns:a16="http://schemas.microsoft.com/office/drawing/2014/main" id="{26F9FDC2-936E-4DBB-8F29-3FA1A873B75F}"/>
              </a:ext>
            </a:extLst>
          </p:cNvPr>
          <p:cNvSpPr>
            <a:spLocks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5710">
            <a:extLst>
              <a:ext uri="{FF2B5EF4-FFF2-40B4-BE49-F238E27FC236}">
                <a16:creationId xmlns:a16="http://schemas.microsoft.com/office/drawing/2014/main" id="{00EA903A-7596-410D-9BD6-56BDB652322C}"/>
              </a:ext>
            </a:extLst>
          </p:cNvPr>
          <p:cNvSpPr>
            <a:spLocks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5711">
            <a:extLst>
              <a:ext uri="{FF2B5EF4-FFF2-40B4-BE49-F238E27FC236}">
                <a16:creationId xmlns:a16="http://schemas.microsoft.com/office/drawing/2014/main" id="{75422586-9966-44CA-B2A4-B5F8B5849986}"/>
              </a:ext>
            </a:extLst>
          </p:cNvPr>
          <p:cNvSpPr>
            <a:spLocks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5712">
            <a:extLst>
              <a:ext uri="{FF2B5EF4-FFF2-40B4-BE49-F238E27FC236}">
                <a16:creationId xmlns:a16="http://schemas.microsoft.com/office/drawing/2014/main" id="{A37BC4A9-5D84-4560-B9CB-719D0AA999EE}"/>
              </a:ext>
            </a:extLst>
          </p:cNvPr>
          <p:cNvSpPr>
            <a:spLocks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5713">
            <a:extLst>
              <a:ext uri="{FF2B5EF4-FFF2-40B4-BE49-F238E27FC236}">
                <a16:creationId xmlns:a16="http://schemas.microsoft.com/office/drawing/2014/main" id="{365FB85C-DCA9-4865-892B-4E3559D07417}"/>
              </a:ext>
            </a:extLst>
          </p:cNvPr>
          <p:cNvSpPr>
            <a:spLocks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5714">
            <a:extLst>
              <a:ext uri="{FF2B5EF4-FFF2-40B4-BE49-F238E27FC236}">
                <a16:creationId xmlns:a16="http://schemas.microsoft.com/office/drawing/2014/main" id="{B121C35C-DA9C-45EE-91FE-A78AB097BEC3}"/>
              </a:ext>
            </a:extLst>
          </p:cNvPr>
          <p:cNvSpPr>
            <a:spLocks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5715">
            <a:extLst>
              <a:ext uri="{FF2B5EF4-FFF2-40B4-BE49-F238E27FC236}">
                <a16:creationId xmlns:a16="http://schemas.microsoft.com/office/drawing/2014/main" id="{F7AD275B-F9D0-43FC-86FE-C38F4054F26D}"/>
              </a:ext>
            </a:extLst>
          </p:cNvPr>
          <p:cNvSpPr>
            <a:spLocks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5716">
            <a:extLst>
              <a:ext uri="{FF2B5EF4-FFF2-40B4-BE49-F238E27FC236}">
                <a16:creationId xmlns:a16="http://schemas.microsoft.com/office/drawing/2014/main" id="{8BEEDC58-577A-43F8-B3EB-ECC0298BDAE7}"/>
              </a:ext>
            </a:extLst>
          </p:cNvPr>
          <p:cNvSpPr>
            <a:spLocks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5717">
            <a:extLst>
              <a:ext uri="{FF2B5EF4-FFF2-40B4-BE49-F238E27FC236}">
                <a16:creationId xmlns:a16="http://schemas.microsoft.com/office/drawing/2014/main" id="{B906EB94-6E40-43E1-AFAB-DAF8F1EEF8C6}"/>
              </a:ext>
            </a:extLst>
          </p:cNvPr>
          <p:cNvSpPr>
            <a:spLocks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5718">
            <a:extLst>
              <a:ext uri="{FF2B5EF4-FFF2-40B4-BE49-F238E27FC236}">
                <a16:creationId xmlns:a16="http://schemas.microsoft.com/office/drawing/2014/main" id="{1FB88360-C891-442B-BB36-8FCD55A8D560}"/>
              </a:ext>
            </a:extLst>
          </p:cNvPr>
          <p:cNvSpPr>
            <a:spLocks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5719">
            <a:extLst>
              <a:ext uri="{FF2B5EF4-FFF2-40B4-BE49-F238E27FC236}">
                <a16:creationId xmlns:a16="http://schemas.microsoft.com/office/drawing/2014/main" id="{475F5D19-EE23-4AA6-BE9E-EFC79B084914}"/>
              </a:ext>
            </a:extLst>
          </p:cNvPr>
          <p:cNvSpPr>
            <a:spLocks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5720">
            <a:extLst>
              <a:ext uri="{FF2B5EF4-FFF2-40B4-BE49-F238E27FC236}">
                <a16:creationId xmlns:a16="http://schemas.microsoft.com/office/drawing/2014/main" id="{7C1233E9-4C23-48D2-9EEB-A2EEA1375232}"/>
              </a:ext>
            </a:extLst>
          </p:cNvPr>
          <p:cNvSpPr>
            <a:spLocks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5721">
            <a:extLst>
              <a:ext uri="{FF2B5EF4-FFF2-40B4-BE49-F238E27FC236}">
                <a16:creationId xmlns:a16="http://schemas.microsoft.com/office/drawing/2014/main" id="{E99AFCB3-9E06-430F-8F20-CD14B5606FE7}"/>
              </a:ext>
            </a:extLst>
          </p:cNvPr>
          <p:cNvSpPr>
            <a:spLocks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5722">
            <a:extLst>
              <a:ext uri="{FF2B5EF4-FFF2-40B4-BE49-F238E27FC236}">
                <a16:creationId xmlns:a16="http://schemas.microsoft.com/office/drawing/2014/main" id="{B28822DC-7533-4C92-B1D7-066B660E2908}"/>
              </a:ext>
            </a:extLst>
          </p:cNvPr>
          <p:cNvSpPr>
            <a:spLocks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5723">
            <a:extLst>
              <a:ext uri="{FF2B5EF4-FFF2-40B4-BE49-F238E27FC236}">
                <a16:creationId xmlns:a16="http://schemas.microsoft.com/office/drawing/2014/main" id="{839BA10C-1E82-4E17-B35D-83D3AD576FFB}"/>
              </a:ext>
            </a:extLst>
          </p:cNvPr>
          <p:cNvSpPr>
            <a:spLocks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5724">
            <a:extLst>
              <a:ext uri="{FF2B5EF4-FFF2-40B4-BE49-F238E27FC236}">
                <a16:creationId xmlns:a16="http://schemas.microsoft.com/office/drawing/2014/main" id="{17F0C42A-AFC8-429D-9150-6D86ECA5C33C}"/>
              </a:ext>
            </a:extLst>
          </p:cNvPr>
          <p:cNvSpPr>
            <a:spLocks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5725">
            <a:extLst>
              <a:ext uri="{FF2B5EF4-FFF2-40B4-BE49-F238E27FC236}">
                <a16:creationId xmlns:a16="http://schemas.microsoft.com/office/drawing/2014/main" id="{6AEF1C09-5698-4C27-B08A-381B8E95A2A2}"/>
              </a:ext>
            </a:extLst>
          </p:cNvPr>
          <p:cNvSpPr>
            <a:spLocks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5726">
            <a:extLst>
              <a:ext uri="{FF2B5EF4-FFF2-40B4-BE49-F238E27FC236}">
                <a16:creationId xmlns:a16="http://schemas.microsoft.com/office/drawing/2014/main" id="{5BAE8F41-63F8-472B-B87E-A60FF483AF5F}"/>
              </a:ext>
            </a:extLst>
          </p:cNvPr>
          <p:cNvSpPr>
            <a:spLocks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5727">
            <a:extLst>
              <a:ext uri="{FF2B5EF4-FFF2-40B4-BE49-F238E27FC236}">
                <a16:creationId xmlns:a16="http://schemas.microsoft.com/office/drawing/2014/main" id="{B0C8CF59-8236-4C41-B6D5-2A09B4C063BC}"/>
              </a:ext>
            </a:extLst>
          </p:cNvPr>
          <p:cNvSpPr>
            <a:spLocks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5728">
            <a:extLst>
              <a:ext uri="{FF2B5EF4-FFF2-40B4-BE49-F238E27FC236}">
                <a16:creationId xmlns:a16="http://schemas.microsoft.com/office/drawing/2014/main" id="{0FFF43E9-A88D-48DC-928D-96233934A0D1}"/>
              </a:ext>
            </a:extLst>
          </p:cNvPr>
          <p:cNvSpPr>
            <a:spLocks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5729">
            <a:extLst>
              <a:ext uri="{FF2B5EF4-FFF2-40B4-BE49-F238E27FC236}">
                <a16:creationId xmlns:a16="http://schemas.microsoft.com/office/drawing/2014/main" id="{456CC139-42D2-45C9-BBBC-B2C50BD57ABB}"/>
              </a:ext>
            </a:extLst>
          </p:cNvPr>
          <p:cNvSpPr>
            <a:spLocks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5730">
            <a:extLst>
              <a:ext uri="{FF2B5EF4-FFF2-40B4-BE49-F238E27FC236}">
                <a16:creationId xmlns:a16="http://schemas.microsoft.com/office/drawing/2014/main" id="{A10A7D47-94F9-4B41-840D-6E06EDAE5A30}"/>
              </a:ext>
            </a:extLst>
          </p:cNvPr>
          <p:cNvSpPr>
            <a:spLocks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5731">
            <a:extLst>
              <a:ext uri="{FF2B5EF4-FFF2-40B4-BE49-F238E27FC236}">
                <a16:creationId xmlns:a16="http://schemas.microsoft.com/office/drawing/2014/main" id="{8BC94789-D849-4CDF-9A1D-D24E768554AA}"/>
              </a:ext>
            </a:extLst>
          </p:cNvPr>
          <p:cNvSpPr>
            <a:spLocks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5732">
            <a:extLst>
              <a:ext uri="{FF2B5EF4-FFF2-40B4-BE49-F238E27FC236}">
                <a16:creationId xmlns:a16="http://schemas.microsoft.com/office/drawing/2014/main" id="{E2ED1DB3-B537-46D1-B072-130C8EA6D167}"/>
              </a:ext>
            </a:extLst>
          </p:cNvPr>
          <p:cNvSpPr>
            <a:spLocks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5733">
            <a:extLst>
              <a:ext uri="{FF2B5EF4-FFF2-40B4-BE49-F238E27FC236}">
                <a16:creationId xmlns:a16="http://schemas.microsoft.com/office/drawing/2014/main" id="{C2DBF415-D55A-4974-9CBC-DD2DADDBC194}"/>
              </a:ext>
            </a:extLst>
          </p:cNvPr>
          <p:cNvSpPr>
            <a:spLocks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5734">
            <a:extLst>
              <a:ext uri="{FF2B5EF4-FFF2-40B4-BE49-F238E27FC236}">
                <a16:creationId xmlns:a16="http://schemas.microsoft.com/office/drawing/2014/main" id="{78808B5E-C06E-4C43-B17D-05B6C3DF4A46}"/>
              </a:ext>
            </a:extLst>
          </p:cNvPr>
          <p:cNvSpPr>
            <a:spLocks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5735">
            <a:extLst>
              <a:ext uri="{FF2B5EF4-FFF2-40B4-BE49-F238E27FC236}">
                <a16:creationId xmlns:a16="http://schemas.microsoft.com/office/drawing/2014/main" id="{8EFD289B-8ACD-4FD4-A057-8EFC1733F974}"/>
              </a:ext>
            </a:extLst>
          </p:cNvPr>
          <p:cNvSpPr>
            <a:spLocks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5736">
            <a:extLst>
              <a:ext uri="{FF2B5EF4-FFF2-40B4-BE49-F238E27FC236}">
                <a16:creationId xmlns:a16="http://schemas.microsoft.com/office/drawing/2014/main" id="{75736A8B-9E24-42BB-80B9-F263FE58A74F}"/>
              </a:ext>
            </a:extLst>
          </p:cNvPr>
          <p:cNvSpPr>
            <a:spLocks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5737">
            <a:extLst>
              <a:ext uri="{FF2B5EF4-FFF2-40B4-BE49-F238E27FC236}">
                <a16:creationId xmlns:a16="http://schemas.microsoft.com/office/drawing/2014/main" id="{14672E5E-2B10-411E-9504-F033C1681CEC}"/>
              </a:ext>
            </a:extLst>
          </p:cNvPr>
          <p:cNvSpPr>
            <a:spLocks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5738">
            <a:extLst>
              <a:ext uri="{FF2B5EF4-FFF2-40B4-BE49-F238E27FC236}">
                <a16:creationId xmlns:a16="http://schemas.microsoft.com/office/drawing/2014/main" id="{912FA138-FA41-45F5-A803-67B341A16409}"/>
              </a:ext>
            </a:extLst>
          </p:cNvPr>
          <p:cNvSpPr>
            <a:spLocks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5739">
            <a:extLst>
              <a:ext uri="{FF2B5EF4-FFF2-40B4-BE49-F238E27FC236}">
                <a16:creationId xmlns:a16="http://schemas.microsoft.com/office/drawing/2014/main" id="{04C4541F-61B5-4036-AB4D-D50074E33B41}"/>
              </a:ext>
            </a:extLst>
          </p:cNvPr>
          <p:cNvSpPr>
            <a:spLocks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5740">
            <a:extLst>
              <a:ext uri="{FF2B5EF4-FFF2-40B4-BE49-F238E27FC236}">
                <a16:creationId xmlns:a16="http://schemas.microsoft.com/office/drawing/2014/main" id="{B0448916-3781-48AB-8477-3118BC491B9D}"/>
              </a:ext>
            </a:extLst>
          </p:cNvPr>
          <p:cNvSpPr>
            <a:spLocks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5741">
            <a:extLst>
              <a:ext uri="{FF2B5EF4-FFF2-40B4-BE49-F238E27FC236}">
                <a16:creationId xmlns:a16="http://schemas.microsoft.com/office/drawing/2014/main" id="{4A020C65-4128-44CC-A8EA-2F21BB6AFAC1}"/>
              </a:ext>
            </a:extLst>
          </p:cNvPr>
          <p:cNvSpPr>
            <a:spLocks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5742">
            <a:extLst>
              <a:ext uri="{FF2B5EF4-FFF2-40B4-BE49-F238E27FC236}">
                <a16:creationId xmlns:a16="http://schemas.microsoft.com/office/drawing/2014/main" id="{ED001C84-B6C6-4CC6-9BDD-D5A71A975B94}"/>
              </a:ext>
            </a:extLst>
          </p:cNvPr>
          <p:cNvSpPr>
            <a:spLocks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5743">
            <a:extLst>
              <a:ext uri="{FF2B5EF4-FFF2-40B4-BE49-F238E27FC236}">
                <a16:creationId xmlns:a16="http://schemas.microsoft.com/office/drawing/2014/main" id="{8DFF6EC9-AC06-459A-910E-1B77EAA2A395}"/>
              </a:ext>
            </a:extLst>
          </p:cNvPr>
          <p:cNvSpPr>
            <a:spLocks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5744">
            <a:extLst>
              <a:ext uri="{FF2B5EF4-FFF2-40B4-BE49-F238E27FC236}">
                <a16:creationId xmlns:a16="http://schemas.microsoft.com/office/drawing/2014/main" id="{659F1F35-ADA8-4EE2-A789-621C63F868C3}"/>
              </a:ext>
            </a:extLst>
          </p:cNvPr>
          <p:cNvSpPr>
            <a:spLocks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5745">
            <a:extLst>
              <a:ext uri="{FF2B5EF4-FFF2-40B4-BE49-F238E27FC236}">
                <a16:creationId xmlns:a16="http://schemas.microsoft.com/office/drawing/2014/main" id="{94D50891-AF87-41B6-A8B6-2BFEF9A2C773}"/>
              </a:ext>
            </a:extLst>
          </p:cNvPr>
          <p:cNvSpPr>
            <a:spLocks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5746">
            <a:extLst>
              <a:ext uri="{FF2B5EF4-FFF2-40B4-BE49-F238E27FC236}">
                <a16:creationId xmlns:a16="http://schemas.microsoft.com/office/drawing/2014/main" id="{80A50F7D-0BE2-430A-939B-302793EDB65D}"/>
              </a:ext>
            </a:extLst>
          </p:cNvPr>
          <p:cNvSpPr>
            <a:spLocks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5747">
            <a:extLst>
              <a:ext uri="{FF2B5EF4-FFF2-40B4-BE49-F238E27FC236}">
                <a16:creationId xmlns:a16="http://schemas.microsoft.com/office/drawing/2014/main" id="{8E567605-C3BB-4FFE-B124-912AD28315E9}"/>
              </a:ext>
            </a:extLst>
          </p:cNvPr>
          <p:cNvSpPr>
            <a:spLocks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5748">
            <a:extLst>
              <a:ext uri="{FF2B5EF4-FFF2-40B4-BE49-F238E27FC236}">
                <a16:creationId xmlns:a16="http://schemas.microsoft.com/office/drawing/2014/main" id="{3E6A78C6-C773-44D0-A357-902F14DD2CF0}"/>
              </a:ext>
            </a:extLst>
          </p:cNvPr>
          <p:cNvSpPr>
            <a:spLocks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5749">
            <a:extLst>
              <a:ext uri="{FF2B5EF4-FFF2-40B4-BE49-F238E27FC236}">
                <a16:creationId xmlns:a16="http://schemas.microsoft.com/office/drawing/2014/main" id="{672F4062-4C06-45CE-AA83-D8E4F89EF9AE}"/>
              </a:ext>
            </a:extLst>
          </p:cNvPr>
          <p:cNvSpPr>
            <a:spLocks/>
          </p:cNvSpPr>
          <p:nvPr/>
        </p:nvSpPr>
        <p:spPr>
          <a:xfrm>
            <a:off x="79027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5750">
            <a:extLst>
              <a:ext uri="{FF2B5EF4-FFF2-40B4-BE49-F238E27FC236}">
                <a16:creationId xmlns:a16="http://schemas.microsoft.com/office/drawing/2014/main" id="{2195DCFF-AE98-46A6-B115-13C19DAB4CCD}"/>
              </a:ext>
            </a:extLst>
          </p:cNvPr>
          <p:cNvSpPr>
            <a:spLocks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5751">
            <a:extLst>
              <a:ext uri="{FF2B5EF4-FFF2-40B4-BE49-F238E27FC236}">
                <a16:creationId xmlns:a16="http://schemas.microsoft.com/office/drawing/2014/main" id="{28E89A0D-0E11-43F1-B44E-FC6ACC24C149}"/>
              </a:ext>
            </a:extLst>
          </p:cNvPr>
          <p:cNvSpPr>
            <a:spLocks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5752">
            <a:extLst>
              <a:ext uri="{FF2B5EF4-FFF2-40B4-BE49-F238E27FC236}">
                <a16:creationId xmlns:a16="http://schemas.microsoft.com/office/drawing/2014/main" id="{327DAD4D-CB3F-41EA-B905-79AFC6593F55}"/>
              </a:ext>
            </a:extLst>
          </p:cNvPr>
          <p:cNvSpPr>
            <a:spLocks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5753">
            <a:extLst>
              <a:ext uri="{FF2B5EF4-FFF2-40B4-BE49-F238E27FC236}">
                <a16:creationId xmlns:a16="http://schemas.microsoft.com/office/drawing/2014/main" id="{713EBE5A-C988-48E9-9C17-880BD74B6F16}"/>
              </a:ext>
            </a:extLst>
          </p:cNvPr>
          <p:cNvSpPr>
            <a:spLocks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5754">
            <a:extLst>
              <a:ext uri="{FF2B5EF4-FFF2-40B4-BE49-F238E27FC236}">
                <a16:creationId xmlns:a16="http://schemas.microsoft.com/office/drawing/2014/main" id="{4DDA5EF4-2E98-44F8-AB0B-08001F8DF572}"/>
              </a:ext>
            </a:extLst>
          </p:cNvPr>
          <p:cNvSpPr>
            <a:spLocks/>
          </p:cNvSpPr>
          <p:nvPr/>
        </p:nvSpPr>
        <p:spPr>
          <a:xfrm>
            <a:off x="7956791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5755">
            <a:extLst>
              <a:ext uri="{FF2B5EF4-FFF2-40B4-BE49-F238E27FC236}">
                <a16:creationId xmlns:a16="http://schemas.microsoft.com/office/drawing/2014/main" id="{BC40E6A8-68F5-4225-9476-50E3B245EDA4}"/>
              </a:ext>
            </a:extLst>
          </p:cNvPr>
          <p:cNvSpPr>
            <a:spLocks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5756">
            <a:extLst>
              <a:ext uri="{FF2B5EF4-FFF2-40B4-BE49-F238E27FC236}">
                <a16:creationId xmlns:a16="http://schemas.microsoft.com/office/drawing/2014/main" id="{E598AD4D-65C1-4583-B48C-597FC69A2AE8}"/>
              </a:ext>
            </a:extLst>
          </p:cNvPr>
          <p:cNvSpPr>
            <a:spLocks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5757">
            <a:extLst>
              <a:ext uri="{FF2B5EF4-FFF2-40B4-BE49-F238E27FC236}">
                <a16:creationId xmlns:a16="http://schemas.microsoft.com/office/drawing/2014/main" id="{E2AE97B8-E28B-4549-ACBA-811F2EA7631E}"/>
              </a:ext>
            </a:extLst>
          </p:cNvPr>
          <p:cNvSpPr>
            <a:spLocks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5758">
            <a:extLst>
              <a:ext uri="{FF2B5EF4-FFF2-40B4-BE49-F238E27FC236}">
                <a16:creationId xmlns:a16="http://schemas.microsoft.com/office/drawing/2014/main" id="{7E993395-4F5F-4DAB-9D3A-163EE93DA067}"/>
              </a:ext>
            </a:extLst>
          </p:cNvPr>
          <p:cNvSpPr>
            <a:spLocks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5759">
            <a:extLst>
              <a:ext uri="{FF2B5EF4-FFF2-40B4-BE49-F238E27FC236}">
                <a16:creationId xmlns:a16="http://schemas.microsoft.com/office/drawing/2014/main" id="{7C148E89-A754-4A5F-B6DF-711813BE16DD}"/>
              </a:ext>
            </a:extLst>
          </p:cNvPr>
          <p:cNvSpPr>
            <a:spLocks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5760">
            <a:extLst>
              <a:ext uri="{FF2B5EF4-FFF2-40B4-BE49-F238E27FC236}">
                <a16:creationId xmlns:a16="http://schemas.microsoft.com/office/drawing/2014/main" id="{93F8C30B-1A1F-4259-BA89-D84F23CD1189}"/>
              </a:ext>
            </a:extLst>
          </p:cNvPr>
          <p:cNvSpPr>
            <a:spLocks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5761">
            <a:extLst>
              <a:ext uri="{FF2B5EF4-FFF2-40B4-BE49-F238E27FC236}">
                <a16:creationId xmlns:a16="http://schemas.microsoft.com/office/drawing/2014/main" id="{11C7747A-DF8B-4060-B4C8-B2A79EF24BF4}"/>
              </a:ext>
            </a:extLst>
          </p:cNvPr>
          <p:cNvSpPr>
            <a:spLocks/>
          </p:cNvSpPr>
          <p:nvPr/>
        </p:nvSpPr>
        <p:spPr>
          <a:xfrm>
            <a:off x="7876067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5762">
            <a:extLst>
              <a:ext uri="{FF2B5EF4-FFF2-40B4-BE49-F238E27FC236}">
                <a16:creationId xmlns:a16="http://schemas.microsoft.com/office/drawing/2014/main" id="{161E572B-C4A5-4161-BDE7-B9017A5CDE73}"/>
              </a:ext>
            </a:extLst>
          </p:cNvPr>
          <p:cNvSpPr>
            <a:spLocks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5763">
            <a:extLst>
              <a:ext uri="{FF2B5EF4-FFF2-40B4-BE49-F238E27FC236}">
                <a16:creationId xmlns:a16="http://schemas.microsoft.com/office/drawing/2014/main" id="{AA4969A7-72DC-46CF-9726-CFE2A1A0EF43}"/>
              </a:ext>
            </a:extLst>
          </p:cNvPr>
          <p:cNvSpPr>
            <a:spLocks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5764">
            <a:extLst>
              <a:ext uri="{FF2B5EF4-FFF2-40B4-BE49-F238E27FC236}">
                <a16:creationId xmlns:a16="http://schemas.microsoft.com/office/drawing/2014/main" id="{5FBB3138-D4AC-497E-81D9-503D6B1B0FE9}"/>
              </a:ext>
            </a:extLst>
          </p:cNvPr>
          <p:cNvSpPr>
            <a:spLocks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5765">
            <a:extLst>
              <a:ext uri="{FF2B5EF4-FFF2-40B4-BE49-F238E27FC236}">
                <a16:creationId xmlns:a16="http://schemas.microsoft.com/office/drawing/2014/main" id="{ED5FECE8-336C-4C65-92C1-CB3692004160}"/>
              </a:ext>
            </a:extLst>
          </p:cNvPr>
          <p:cNvSpPr>
            <a:spLocks/>
          </p:cNvSpPr>
          <p:nvPr/>
        </p:nvSpPr>
        <p:spPr>
          <a:xfrm>
            <a:off x="79120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5766">
            <a:extLst>
              <a:ext uri="{FF2B5EF4-FFF2-40B4-BE49-F238E27FC236}">
                <a16:creationId xmlns:a16="http://schemas.microsoft.com/office/drawing/2014/main" id="{660144C3-6C34-4952-A7D5-D2DA49DAAC4C}"/>
              </a:ext>
            </a:extLst>
          </p:cNvPr>
          <p:cNvSpPr>
            <a:spLocks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5767">
            <a:extLst>
              <a:ext uri="{FF2B5EF4-FFF2-40B4-BE49-F238E27FC236}">
                <a16:creationId xmlns:a16="http://schemas.microsoft.com/office/drawing/2014/main" id="{05061B76-813A-47E4-A688-A36A530CF060}"/>
              </a:ext>
            </a:extLst>
          </p:cNvPr>
          <p:cNvSpPr>
            <a:spLocks/>
          </p:cNvSpPr>
          <p:nvPr/>
        </p:nvSpPr>
        <p:spPr>
          <a:xfrm>
            <a:off x="800812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5768">
            <a:extLst>
              <a:ext uri="{FF2B5EF4-FFF2-40B4-BE49-F238E27FC236}">
                <a16:creationId xmlns:a16="http://schemas.microsoft.com/office/drawing/2014/main" id="{DDA9F985-760C-4E10-A079-CC03DBDB6586}"/>
              </a:ext>
            </a:extLst>
          </p:cNvPr>
          <p:cNvSpPr>
            <a:spLocks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5769">
            <a:extLst>
              <a:ext uri="{FF2B5EF4-FFF2-40B4-BE49-F238E27FC236}">
                <a16:creationId xmlns:a16="http://schemas.microsoft.com/office/drawing/2014/main" id="{07CA8BB6-4E63-44DD-BF05-90E0272078E6}"/>
              </a:ext>
            </a:extLst>
          </p:cNvPr>
          <p:cNvSpPr>
            <a:spLocks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5770">
            <a:extLst>
              <a:ext uri="{FF2B5EF4-FFF2-40B4-BE49-F238E27FC236}">
                <a16:creationId xmlns:a16="http://schemas.microsoft.com/office/drawing/2014/main" id="{F9B00D53-EAD0-4E0E-BE24-97DB25429923}"/>
              </a:ext>
            </a:extLst>
          </p:cNvPr>
          <p:cNvSpPr>
            <a:spLocks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5771">
            <a:extLst>
              <a:ext uri="{FF2B5EF4-FFF2-40B4-BE49-F238E27FC236}">
                <a16:creationId xmlns:a16="http://schemas.microsoft.com/office/drawing/2014/main" id="{17CC93A7-28EA-4498-849C-E0D3257ECE71}"/>
              </a:ext>
            </a:extLst>
          </p:cNvPr>
          <p:cNvSpPr>
            <a:spLocks/>
          </p:cNvSpPr>
          <p:nvPr/>
        </p:nvSpPr>
        <p:spPr>
          <a:xfrm>
            <a:off x="7860781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5772">
            <a:extLst>
              <a:ext uri="{FF2B5EF4-FFF2-40B4-BE49-F238E27FC236}">
                <a16:creationId xmlns:a16="http://schemas.microsoft.com/office/drawing/2014/main" id="{825DD201-1EF3-4053-84CF-EF015ADE91A1}"/>
              </a:ext>
            </a:extLst>
          </p:cNvPr>
          <p:cNvSpPr>
            <a:spLocks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5773">
            <a:extLst>
              <a:ext uri="{FF2B5EF4-FFF2-40B4-BE49-F238E27FC236}">
                <a16:creationId xmlns:a16="http://schemas.microsoft.com/office/drawing/2014/main" id="{2B9897CF-5504-4C2A-ACED-227AB1771708}"/>
              </a:ext>
            </a:extLst>
          </p:cNvPr>
          <p:cNvSpPr>
            <a:spLocks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5774">
            <a:extLst>
              <a:ext uri="{FF2B5EF4-FFF2-40B4-BE49-F238E27FC236}">
                <a16:creationId xmlns:a16="http://schemas.microsoft.com/office/drawing/2014/main" id="{213F3A66-1114-4AEE-87DA-272EAFF0FE4A}"/>
              </a:ext>
            </a:extLst>
          </p:cNvPr>
          <p:cNvSpPr>
            <a:spLocks/>
          </p:cNvSpPr>
          <p:nvPr/>
        </p:nvSpPr>
        <p:spPr>
          <a:xfrm>
            <a:off x="792766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5775">
            <a:extLst>
              <a:ext uri="{FF2B5EF4-FFF2-40B4-BE49-F238E27FC236}">
                <a16:creationId xmlns:a16="http://schemas.microsoft.com/office/drawing/2014/main" id="{017DDDB4-6BD3-409C-B237-0E892A794570}"/>
              </a:ext>
            </a:extLst>
          </p:cNvPr>
          <p:cNvSpPr>
            <a:spLocks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5776">
            <a:extLst>
              <a:ext uri="{FF2B5EF4-FFF2-40B4-BE49-F238E27FC236}">
                <a16:creationId xmlns:a16="http://schemas.microsoft.com/office/drawing/2014/main" id="{D9694B56-C960-411F-8D4C-228FA72CA82F}"/>
              </a:ext>
            </a:extLst>
          </p:cNvPr>
          <p:cNvSpPr>
            <a:spLocks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5777">
            <a:extLst>
              <a:ext uri="{FF2B5EF4-FFF2-40B4-BE49-F238E27FC236}">
                <a16:creationId xmlns:a16="http://schemas.microsoft.com/office/drawing/2014/main" id="{8945E31C-EABE-4502-836A-A8A309D3D233}"/>
              </a:ext>
            </a:extLst>
          </p:cNvPr>
          <p:cNvSpPr>
            <a:spLocks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5778">
            <a:extLst>
              <a:ext uri="{FF2B5EF4-FFF2-40B4-BE49-F238E27FC236}">
                <a16:creationId xmlns:a16="http://schemas.microsoft.com/office/drawing/2014/main" id="{0A7A3469-7165-4B7D-AA1E-158E7D912879}"/>
              </a:ext>
            </a:extLst>
          </p:cNvPr>
          <p:cNvSpPr>
            <a:spLocks/>
          </p:cNvSpPr>
          <p:nvPr/>
        </p:nvSpPr>
        <p:spPr>
          <a:xfrm>
            <a:off x="7917045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5779">
            <a:extLst>
              <a:ext uri="{FF2B5EF4-FFF2-40B4-BE49-F238E27FC236}">
                <a16:creationId xmlns:a16="http://schemas.microsoft.com/office/drawing/2014/main" id="{12BB1CA7-93C8-4263-A5D2-D68842444719}"/>
              </a:ext>
            </a:extLst>
          </p:cNvPr>
          <p:cNvSpPr>
            <a:spLocks/>
          </p:cNvSpPr>
          <p:nvPr/>
        </p:nvSpPr>
        <p:spPr>
          <a:xfrm>
            <a:off x="77939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5780">
            <a:extLst>
              <a:ext uri="{FF2B5EF4-FFF2-40B4-BE49-F238E27FC236}">
                <a16:creationId xmlns:a16="http://schemas.microsoft.com/office/drawing/2014/main" id="{A6E8CC1C-FC5E-4678-86AD-25801A19D490}"/>
              </a:ext>
            </a:extLst>
          </p:cNvPr>
          <p:cNvSpPr>
            <a:spLocks/>
          </p:cNvSpPr>
          <p:nvPr/>
        </p:nvSpPr>
        <p:spPr>
          <a:xfrm>
            <a:off x="780056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5781">
            <a:extLst>
              <a:ext uri="{FF2B5EF4-FFF2-40B4-BE49-F238E27FC236}">
                <a16:creationId xmlns:a16="http://schemas.microsoft.com/office/drawing/2014/main" id="{D66150C2-076B-4991-9DCC-3EE29D1CB861}"/>
              </a:ext>
            </a:extLst>
          </p:cNvPr>
          <p:cNvSpPr>
            <a:spLocks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5782">
            <a:extLst>
              <a:ext uri="{FF2B5EF4-FFF2-40B4-BE49-F238E27FC236}">
                <a16:creationId xmlns:a16="http://schemas.microsoft.com/office/drawing/2014/main" id="{A43C3041-4AE8-423D-A91D-882F62D7CAD6}"/>
              </a:ext>
            </a:extLst>
          </p:cNvPr>
          <p:cNvSpPr>
            <a:spLocks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5783">
            <a:extLst>
              <a:ext uri="{FF2B5EF4-FFF2-40B4-BE49-F238E27FC236}">
                <a16:creationId xmlns:a16="http://schemas.microsoft.com/office/drawing/2014/main" id="{7D6FD8F1-6BB5-482C-ABF7-E26FE10CB27A}"/>
              </a:ext>
            </a:extLst>
          </p:cNvPr>
          <p:cNvSpPr>
            <a:spLocks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5784">
            <a:extLst>
              <a:ext uri="{FF2B5EF4-FFF2-40B4-BE49-F238E27FC236}">
                <a16:creationId xmlns:a16="http://schemas.microsoft.com/office/drawing/2014/main" id="{FD11F103-9D08-4A5B-AF3E-0898AEF8F5DD}"/>
              </a:ext>
            </a:extLst>
          </p:cNvPr>
          <p:cNvSpPr>
            <a:spLocks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5785">
            <a:extLst>
              <a:ext uri="{FF2B5EF4-FFF2-40B4-BE49-F238E27FC236}">
                <a16:creationId xmlns:a16="http://schemas.microsoft.com/office/drawing/2014/main" id="{DE3CC17E-A338-4AE7-AB58-D05671498480}"/>
              </a:ext>
            </a:extLst>
          </p:cNvPr>
          <p:cNvSpPr>
            <a:spLocks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5786">
            <a:extLst>
              <a:ext uri="{FF2B5EF4-FFF2-40B4-BE49-F238E27FC236}">
                <a16:creationId xmlns:a16="http://schemas.microsoft.com/office/drawing/2014/main" id="{377D785F-D855-4C9B-B5DA-1D6EDD5A1F87}"/>
              </a:ext>
            </a:extLst>
          </p:cNvPr>
          <p:cNvSpPr>
            <a:spLocks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5787">
            <a:extLst>
              <a:ext uri="{FF2B5EF4-FFF2-40B4-BE49-F238E27FC236}">
                <a16:creationId xmlns:a16="http://schemas.microsoft.com/office/drawing/2014/main" id="{0FFC9579-A119-4C1A-98D8-4464BADAB778}"/>
              </a:ext>
            </a:extLst>
          </p:cNvPr>
          <p:cNvSpPr>
            <a:spLocks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5788">
            <a:extLst>
              <a:ext uri="{FF2B5EF4-FFF2-40B4-BE49-F238E27FC236}">
                <a16:creationId xmlns:a16="http://schemas.microsoft.com/office/drawing/2014/main" id="{3F66A26D-766A-4CED-AF10-4D9843EEDF88}"/>
              </a:ext>
            </a:extLst>
          </p:cNvPr>
          <p:cNvSpPr>
            <a:spLocks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5789">
            <a:extLst>
              <a:ext uri="{FF2B5EF4-FFF2-40B4-BE49-F238E27FC236}">
                <a16:creationId xmlns:a16="http://schemas.microsoft.com/office/drawing/2014/main" id="{3A336A67-9363-4C9A-B402-00545BF61F1F}"/>
              </a:ext>
            </a:extLst>
          </p:cNvPr>
          <p:cNvSpPr>
            <a:spLocks/>
          </p:cNvSpPr>
          <p:nvPr/>
        </p:nvSpPr>
        <p:spPr>
          <a:xfrm>
            <a:off x="790053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5790">
            <a:extLst>
              <a:ext uri="{FF2B5EF4-FFF2-40B4-BE49-F238E27FC236}">
                <a16:creationId xmlns:a16="http://schemas.microsoft.com/office/drawing/2014/main" id="{C10C55EB-4411-4DCE-8B9C-BF561558E41D}"/>
              </a:ext>
            </a:extLst>
          </p:cNvPr>
          <p:cNvSpPr>
            <a:spLocks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5791">
            <a:extLst>
              <a:ext uri="{FF2B5EF4-FFF2-40B4-BE49-F238E27FC236}">
                <a16:creationId xmlns:a16="http://schemas.microsoft.com/office/drawing/2014/main" id="{F95A1AB1-3B4E-4C9B-83F9-A5E6BFCC8D12}"/>
              </a:ext>
            </a:extLst>
          </p:cNvPr>
          <p:cNvSpPr>
            <a:spLocks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5792">
            <a:extLst>
              <a:ext uri="{FF2B5EF4-FFF2-40B4-BE49-F238E27FC236}">
                <a16:creationId xmlns:a16="http://schemas.microsoft.com/office/drawing/2014/main" id="{E13D6245-EA7B-4B3C-A497-533D26F299E5}"/>
              </a:ext>
            </a:extLst>
          </p:cNvPr>
          <p:cNvSpPr>
            <a:spLocks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5793">
            <a:extLst>
              <a:ext uri="{FF2B5EF4-FFF2-40B4-BE49-F238E27FC236}">
                <a16:creationId xmlns:a16="http://schemas.microsoft.com/office/drawing/2014/main" id="{139A4377-BC8D-4700-B246-1B06F5285E15}"/>
              </a:ext>
            </a:extLst>
          </p:cNvPr>
          <p:cNvSpPr>
            <a:spLocks/>
          </p:cNvSpPr>
          <p:nvPr/>
        </p:nvSpPr>
        <p:spPr>
          <a:xfrm>
            <a:off x="780892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5794">
            <a:extLst>
              <a:ext uri="{FF2B5EF4-FFF2-40B4-BE49-F238E27FC236}">
                <a16:creationId xmlns:a16="http://schemas.microsoft.com/office/drawing/2014/main" id="{4C03F986-DCE6-4655-A853-EE66677F7BD4}"/>
              </a:ext>
            </a:extLst>
          </p:cNvPr>
          <p:cNvSpPr>
            <a:spLocks/>
          </p:cNvSpPr>
          <p:nvPr/>
        </p:nvSpPr>
        <p:spPr>
          <a:xfrm>
            <a:off x="780739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5795">
            <a:extLst>
              <a:ext uri="{FF2B5EF4-FFF2-40B4-BE49-F238E27FC236}">
                <a16:creationId xmlns:a16="http://schemas.microsoft.com/office/drawing/2014/main" id="{436F90D3-8775-44A5-817B-5E541A1FE0AB}"/>
              </a:ext>
            </a:extLst>
          </p:cNvPr>
          <p:cNvSpPr>
            <a:spLocks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5796">
            <a:extLst>
              <a:ext uri="{FF2B5EF4-FFF2-40B4-BE49-F238E27FC236}">
                <a16:creationId xmlns:a16="http://schemas.microsoft.com/office/drawing/2014/main" id="{3D90BBD5-6A22-4ADC-8E77-FB81A4504D9E}"/>
              </a:ext>
            </a:extLst>
          </p:cNvPr>
          <p:cNvSpPr>
            <a:spLocks/>
          </p:cNvSpPr>
          <p:nvPr/>
        </p:nvSpPr>
        <p:spPr>
          <a:xfrm>
            <a:off x="7919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5797">
            <a:extLst>
              <a:ext uri="{FF2B5EF4-FFF2-40B4-BE49-F238E27FC236}">
                <a16:creationId xmlns:a16="http://schemas.microsoft.com/office/drawing/2014/main" id="{153A71E3-B845-4955-BA86-5EB1EF3A6E36}"/>
              </a:ext>
            </a:extLst>
          </p:cNvPr>
          <p:cNvSpPr>
            <a:spLocks/>
          </p:cNvSpPr>
          <p:nvPr/>
        </p:nvSpPr>
        <p:spPr>
          <a:xfrm>
            <a:off x="788038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5798">
            <a:extLst>
              <a:ext uri="{FF2B5EF4-FFF2-40B4-BE49-F238E27FC236}">
                <a16:creationId xmlns:a16="http://schemas.microsoft.com/office/drawing/2014/main" id="{1F9A442B-E93E-4371-ABD4-5BA75131EC37}"/>
              </a:ext>
            </a:extLst>
          </p:cNvPr>
          <p:cNvSpPr>
            <a:spLocks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5799">
            <a:extLst>
              <a:ext uri="{FF2B5EF4-FFF2-40B4-BE49-F238E27FC236}">
                <a16:creationId xmlns:a16="http://schemas.microsoft.com/office/drawing/2014/main" id="{B2F22F4A-82AE-4774-A3F3-9206C7AD6864}"/>
              </a:ext>
            </a:extLst>
          </p:cNvPr>
          <p:cNvSpPr>
            <a:spLocks/>
          </p:cNvSpPr>
          <p:nvPr/>
        </p:nvSpPr>
        <p:spPr>
          <a:xfrm>
            <a:off x="797510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5800">
            <a:extLst>
              <a:ext uri="{FF2B5EF4-FFF2-40B4-BE49-F238E27FC236}">
                <a16:creationId xmlns:a16="http://schemas.microsoft.com/office/drawing/2014/main" id="{30AFF3DF-DE69-4261-BF8B-C58A8173A183}"/>
              </a:ext>
            </a:extLst>
          </p:cNvPr>
          <p:cNvSpPr>
            <a:spLocks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5801">
            <a:extLst>
              <a:ext uri="{FF2B5EF4-FFF2-40B4-BE49-F238E27FC236}">
                <a16:creationId xmlns:a16="http://schemas.microsoft.com/office/drawing/2014/main" id="{AEFD0FE3-B7A7-46C5-84CC-3624DF9ECD2F}"/>
              </a:ext>
            </a:extLst>
          </p:cNvPr>
          <p:cNvSpPr>
            <a:spLocks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5802">
            <a:extLst>
              <a:ext uri="{FF2B5EF4-FFF2-40B4-BE49-F238E27FC236}">
                <a16:creationId xmlns:a16="http://schemas.microsoft.com/office/drawing/2014/main" id="{A2D1B50A-81CB-4E45-8F16-95213FB73702}"/>
              </a:ext>
            </a:extLst>
          </p:cNvPr>
          <p:cNvSpPr>
            <a:spLocks/>
          </p:cNvSpPr>
          <p:nvPr/>
        </p:nvSpPr>
        <p:spPr>
          <a:xfrm>
            <a:off x="7841294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5803">
            <a:extLst>
              <a:ext uri="{FF2B5EF4-FFF2-40B4-BE49-F238E27FC236}">
                <a16:creationId xmlns:a16="http://schemas.microsoft.com/office/drawing/2014/main" id="{237C731C-E72E-4026-9CBE-B596AB08A476}"/>
              </a:ext>
            </a:extLst>
          </p:cNvPr>
          <p:cNvSpPr>
            <a:spLocks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5804">
            <a:extLst>
              <a:ext uri="{FF2B5EF4-FFF2-40B4-BE49-F238E27FC236}">
                <a16:creationId xmlns:a16="http://schemas.microsoft.com/office/drawing/2014/main" id="{FE9C32AF-4BB6-42C4-9ADE-930C9147E25B}"/>
              </a:ext>
            </a:extLst>
          </p:cNvPr>
          <p:cNvSpPr>
            <a:spLocks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5805">
            <a:extLst>
              <a:ext uri="{FF2B5EF4-FFF2-40B4-BE49-F238E27FC236}">
                <a16:creationId xmlns:a16="http://schemas.microsoft.com/office/drawing/2014/main" id="{988D2E7F-38DD-4D30-B72F-2B54D5B39CA0}"/>
              </a:ext>
            </a:extLst>
          </p:cNvPr>
          <p:cNvSpPr>
            <a:spLocks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5806">
            <a:extLst>
              <a:ext uri="{FF2B5EF4-FFF2-40B4-BE49-F238E27FC236}">
                <a16:creationId xmlns:a16="http://schemas.microsoft.com/office/drawing/2014/main" id="{80E294D7-B6AC-49F7-891D-46812628D842}"/>
              </a:ext>
            </a:extLst>
          </p:cNvPr>
          <p:cNvSpPr>
            <a:spLocks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5807">
            <a:extLst>
              <a:ext uri="{FF2B5EF4-FFF2-40B4-BE49-F238E27FC236}">
                <a16:creationId xmlns:a16="http://schemas.microsoft.com/office/drawing/2014/main" id="{8AFC95F2-3B8B-4307-874B-594F7D576918}"/>
              </a:ext>
            </a:extLst>
          </p:cNvPr>
          <p:cNvSpPr>
            <a:spLocks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5808">
            <a:extLst>
              <a:ext uri="{FF2B5EF4-FFF2-40B4-BE49-F238E27FC236}">
                <a16:creationId xmlns:a16="http://schemas.microsoft.com/office/drawing/2014/main" id="{1C625456-9205-43C7-A330-1D15138C6586}"/>
              </a:ext>
            </a:extLst>
          </p:cNvPr>
          <p:cNvSpPr>
            <a:spLocks/>
          </p:cNvSpPr>
          <p:nvPr/>
        </p:nvSpPr>
        <p:spPr>
          <a:xfrm>
            <a:off x="7916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5809">
            <a:extLst>
              <a:ext uri="{FF2B5EF4-FFF2-40B4-BE49-F238E27FC236}">
                <a16:creationId xmlns:a16="http://schemas.microsoft.com/office/drawing/2014/main" id="{CA334D59-7BD9-4705-B38F-8AE71D012223}"/>
              </a:ext>
            </a:extLst>
          </p:cNvPr>
          <p:cNvSpPr>
            <a:spLocks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5810">
            <a:extLst>
              <a:ext uri="{FF2B5EF4-FFF2-40B4-BE49-F238E27FC236}">
                <a16:creationId xmlns:a16="http://schemas.microsoft.com/office/drawing/2014/main" id="{515D0131-4F08-4FAB-AE8C-5D19AEE49DB8}"/>
              </a:ext>
            </a:extLst>
          </p:cNvPr>
          <p:cNvSpPr>
            <a:spLocks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5811">
            <a:extLst>
              <a:ext uri="{FF2B5EF4-FFF2-40B4-BE49-F238E27FC236}">
                <a16:creationId xmlns:a16="http://schemas.microsoft.com/office/drawing/2014/main" id="{1AA8E3A3-69F5-4CAA-B002-592C95D79F9E}"/>
              </a:ext>
            </a:extLst>
          </p:cNvPr>
          <p:cNvSpPr>
            <a:spLocks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5812">
            <a:extLst>
              <a:ext uri="{FF2B5EF4-FFF2-40B4-BE49-F238E27FC236}">
                <a16:creationId xmlns:a16="http://schemas.microsoft.com/office/drawing/2014/main" id="{765AE77A-E7D8-42A7-B200-A7D36FC82395}"/>
              </a:ext>
            </a:extLst>
          </p:cNvPr>
          <p:cNvSpPr>
            <a:spLocks/>
          </p:cNvSpPr>
          <p:nvPr/>
        </p:nvSpPr>
        <p:spPr>
          <a:xfrm>
            <a:off x="7834301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5813">
            <a:extLst>
              <a:ext uri="{FF2B5EF4-FFF2-40B4-BE49-F238E27FC236}">
                <a16:creationId xmlns:a16="http://schemas.microsoft.com/office/drawing/2014/main" id="{292580E5-7021-4E56-87D7-AD4CC796D3DB}"/>
              </a:ext>
            </a:extLst>
          </p:cNvPr>
          <p:cNvSpPr>
            <a:spLocks/>
          </p:cNvSpPr>
          <p:nvPr/>
        </p:nvSpPr>
        <p:spPr>
          <a:xfrm>
            <a:off x="794283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5814">
            <a:extLst>
              <a:ext uri="{FF2B5EF4-FFF2-40B4-BE49-F238E27FC236}">
                <a16:creationId xmlns:a16="http://schemas.microsoft.com/office/drawing/2014/main" id="{246C3863-42B0-409D-8DF0-0DACF390BC4E}"/>
              </a:ext>
            </a:extLst>
          </p:cNvPr>
          <p:cNvSpPr>
            <a:spLocks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5815">
            <a:extLst>
              <a:ext uri="{FF2B5EF4-FFF2-40B4-BE49-F238E27FC236}">
                <a16:creationId xmlns:a16="http://schemas.microsoft.com/office/drawing/2014/main" id="{118B3E4D-0EFE-4EBE-94B9-D1E8B7A56BE9}"/>
              </a:ext>
            </a:extLst>
          </p:cNvPr>
          <p:cNvSpPr>
            <a:spLocks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5816">
            <a:extLst>
              <a:ext uri="{FF2B5EF4-FFF2-40B4-BE49-F238E27FC236}">
                <a16:creationId xmlns:a16="http://schemas.microsoft.com/office/drawing/2014/main" id="{86C6DFBA-C592-4137-93C2-09E0419EE4CF}"/>
              </a:ext>
            </a:extLst>
          </p:cNvPr>
          <p:cNvSpPr>
            <a:spLocks/>
          </p:cNvSpPr>
          <p:nvPr/>
        </p:nvSpPr>
        <p:spPr>
          <a:xfrm>
            <a:off x="779103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5817">
            <a:extLst>
              <a:ext uri="{FF2B5EF4-FFF2-40B4-BE49-F238E27FC236}">
                <a16:creationId xmlns:a16="http://schemas.microsoft.com/office/drawing/2014/main" id="{6E82109E-259D-4F4A-BFD6-C7520567E819}"/>
              </a:ext>
            </a:extLst>
          </p:cNvPr>
          <p:cNvSpPr>
            <a:spLocks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5818">
            <a:extLst>
              <a:ext uri="{FF2B5EF4-FFF2-40B4-BE49-F238E27FC236}">
                <a16:creationId xmlns:a16="http://schemas.microsoft.com/office/drawing/2014/main" id="{EE98D654-DD8B-48BE-A47D-87B6A3C18EB9}"/>
              </a:ext>
            </a:extLst>
          </p:cNvPr>
          <p:cNvSpPr>
            <a:spLocks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5819">
            <a:extLst>
              <a:ext uri="{FF2B5EF4-FFF2-40B4-BE49-F238E27FC236}">
                <a16:creationId xmlns:a16="http://schemas.microsoft.com/office/drawing/2014/main" id="{0EE09705-D706-4EDB-958F-52C16D47A26E}"/>
              </a:ext>
            </a:extLst>
          </p:cNvPr>
          <p:cNvSpPr>
            <a:spLocks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5820">
            <a:extLst>
              <a:ext uri="{FF2B5EF4-FFF2-40B4-BE49-F238E27FC236}">
                <a16:creationId xmlns:a16="http://schemas.microsoft.com/office/drawing/2014/main" id="{77528A78-FD4E-4FB8-A256-946060F96983}"/>
              </a:ext>
            </a:extLst>
          </p:cNvPr>
          <p:cNvSpPr>
            <a:spLocks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5821">
            <a:extLst>
              <a:ext uri="{FF2B5EF4-FFF2-40B4-BE49-F238E27FC236}">
                <a16:creationId xmlns:a16="http://schemas.microsoft.com/office/drawing/2014/main" id="{FEB39F5A-54C8-47E0-A668-27C52986CC7A}"/>
              </a:ext>
            </a:extLst>
          </p:cNvPr>
          <p:cNvSpPr>
            <a:spLocks/>
          </p:cNvSpPr>
          <p:nvPr/>
        </p:nvSpPr>
        <p:spPr>
          <a:xfrm>
            <a:off x="78163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5822">
            <a:extLst>
              <a:ext uri="{FF2B5EF4-FFF2-40B4-BE49-F238E27FC236}">
                <a16:creationId xmlns:a16="http://schemas.microsoft.com/office/drawing/2014/main" id="{51FCE5B7-A044-4D83-A9B9-8449FFC24D09}"/>
              </a:ext>
            </a:extLst>
          </p:cNvPr>
          <p:cNvSpPr>
            <a:spLocks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5823">
            <a:extLst>
              <a:ext uri="{FF2B5EF4-FFF2-40B4-BE49-F238E27FC236}">
                <a16:creationId xmlns:a16="http://schemas.microsoft.com/office/drawing/2014/main" id="{4057327B-2536-43C6-AD7E-D108A6EA93C8}"/>
              </a:ext>
            </a:extLst>
          </p:cNvPr>
          <p:cNvSpPr>
            <a:spLocks/>
          </p:cNvSpPr>
          <p:nvPr/>
        </p:nvSpPr>
        <p:spPr>
          <a:xfrm>
            <a:off x="7964121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5824">
            <a:extLst>
              <a:ext uri="{FF2B5EF4-FFF2-40B4-BE49-F238E27FC236}">
                <a16:creationId xmlns:a16="http://schemas.microsoft.com/office/drawing/2014/main" id="{324AA169-10BE-4FED-B518-08F8D364EE44}"/>
              </a:ext>
            </a:extLst>
          </p:cNvPr>
          <p:cNvSpPr>
            <a:spLocks/>
          </p:cNvSpPr>
          <p:nvPr/>
        </p:nvSpPr>
        <p:spPr>
          <a:xfrm>
            <a:off x="781677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5825">
            <a:extLst>
              <a:ext uri="{FF2B5EF4-FFF2-40B4-BE49-F238E27FC236}">
                <a16:creationId xmlns:a16="http://schemas.microsoft.com/office/drawing/2014/main" id="{3AAE9FAE-DE97-4B93-B6E1-C28DB7B598CE}"/>
              </a:ext>
            </a:extLst>
          </p:cNvPr>
          <p:cNvSpPr>
            <a:spLocks/>
          </p:cNvSpPr>
          <p:nvPr/>
        </p:nvSpPr>
        <p:spPr>
          <a:xfrm>
            <a:off x="7852052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5826">
            <a:extLst>
              <a:ext uri="{FF2B5EF4-FFF2-40B4-BE49-F238E27FC236}">
                <a16:creationId xmlns:a16="http://schemas.microsoft.com/office/drawing/2014/main" id="{2EEBC43C-1E50-433D-A8FD-35E6B874B117}"/>
              </a:ext>
            </a:extLst>
          </p:cNvPr>
          <p:cNvSpPr>
            <a:spLocks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5827">
            <a:extLst>
              <a:ext uri="{FF2B5EF4-FFF2-40B4-BE49-F238E27FC236}">
                <a16:creationId xmlns:a16="http://schemas.microsoft.com/office/drawing/2014/main" id="{F5E4DF5D-5FD6-43C9-BE6A-42248713306A}"/>
              </a:ext>
            </a:extLst>
          </p:cNvPr>
          <p:cNvSpPr>
            <a:spLocks/>
          </p:cNvSpPr>
          <p:nvPr/>
        </p:nvSpPr>
        <p:spPr>
          <a:xfrm>
            <a:off x="7873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5828">
            <a:extLst>
              <a:ext uri="{FF2B5EF4-FFF2-40B4-BE49-F238E27FC236}">
                <a16:creationId xmlns:a16="http://schemas.microsoft.com/office/drawing/2014/main" id="{3E2B3DE4-4BDF-4C8D-BABE-24750D2631CB}"/>
              </a:ext>
            </a:extLst>
          </p:cNvPr>
          <p:cNvSpPr>
            <a:spLocks/>
          </p:cNvSpPr>
          <p:nvPr/>
        </p:nvSpPr>
        <p:spPr>
          <a:xfrm>
            <a:off x="7868801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5829">
            <a:extLst>
              <a:ext uri="{FF2B5EF4-FFF2-40B4-BE49-F238E27FC236}">
                <a16:creationId xmlns:a16="http://schemas.microsoft.com/office/drawing/2014/main" id="{9CC88ACB-352D-49E6-9A25-8D2DE62512D6}"/>
              </a:ext>
            </a:extLst>
          </p:cNvPr>
          <p:cNvSpPr>
            <a:spLocks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5830">
            <a:extLst>
              <a:ext uri="{FF2B5EF4-FFF2-40B4-BE49-F238E27FC236}">
                <a16:creationId xmlns:a16="http://schemas.microsoft.com/office/drawing/2014/main" id="{A9E11E4B-D551-4934-937D-32777CAF916D}"/>
              </a:ext>
            </a:extLst>
          </p:cNvPr>
          <p:cNvSpPr>
            <a:spLocks/>
          </p:cNvSpPr>
          <p:nvPr/>
        </p:nvSpPr>
        <p:spPr>
          <a:xfrm>
            <a:off x="800644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5831">
            <a:extLst>
              <a:ext uri="{FF2B5EF4-FFF2-40B4-BE49-F238E27FC236}">
                <a16:creationId xmlns:a16="http://schemas.microsoft.com/office/drawing/2014/main" id="{69A53329-8D83-4B25-A0C4-0FA0355160B1}"/>
              </a:ext>
            </a:extLst>
          </p:cNvPr>
          <p:cNvSpPr>
            <a:spLocks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5832">
            <a:extLst>
              <a:ext uri="{FF2B5EF4-FFF2-40B4-BE49-F238E27FC236}">
                <a16:creationId xmlns:a16="http://schemas.microsoft.com/office/drawing/2014/main" id="{3528C0A7-469B-4467-BC74-8D66183C88A5}"/>
              </a:ext>
            </a:extLst>
          </p:cNvPr>
          <p:cNvSpPr>
            <a:spLocks/>
          </p:cNvSpPr>
          <p:nvPr/>
        </p:nvSpPr>
        <p:spPr>
          <a:xfrm>
            <a:off x="7872986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5833">
            <a:extLst>
              <a:ext uri="{FF2B5EF4-FFF2-40B4-BE49-F238E27FC236}">
                <a16:creationId xmlns:a16="http://schemas.microsoft.com/office/drawing/2014/main" id="{02D56D1A-702D-455E-A4A7-4221163BBDFC}"/>
              </a:ext>
            </a:extLst>
          </p:cNvPr>
          <p:cNvSpPr>
            <a:spLocks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5834">
            <a:extLst>
              <a:ext uri="{FF2B5EF4-FFF2-40B4-BE49-F238E27FC236}">
                <a16:creationId xmlns:a16="http://schemas.microsoft.com/office/drawing/2014/main" id="{A82159D5-099B-4F39-A4FD-E8675DDE33E4}"/>
              </a:ext>
            </a:extLst>
          </p:cNvPr>
          <p:cNvSpPr>
            <a:spLocks/>
          </p:cNvSpPr>
          <p:nvPr/>
        </p:nvSpPr>
        <p:spPr>
          <a:xfrm>
            <a:off x="7935314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5835">
            <a:extLst>
              <a:ext uri="{FF2B5EF4-FFF2-40B4-BE49-F238E27FC236}">
                <a16:creationId xmlns:a16="http://schemas.microsoft.com/office/drawing/2014/main" id="{C5B105D6-8769-46DF-8526-4C280B19AA6C}"/>
              </a:ext>
            </a:extLst>
          </p:cNvPr>
          <p:cNvSpPr>
            <a:spLocks/>
          </p:cNvSpPr>
          <p:nvPr/>
        </p:nvSpPr>
        <p:spPr>
          <a:xfrm>
            <a:off x="7881683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5836">
            <a:extLst>
              <a:ext uri="{FF2B5EF4-FFF2-40B4-BE49-F238E27FC236}">
                <a16:creationId xmlns:a16="http://schemas.microsoft.com/office/drawing/2014/main" id="{B14B2F7A-8ED6-43D7-AD57-C183FC9C97EC}"/>
              </a:ext>
            </a:extLst>
          </p:cNvPr>
          <p:cNvSpPr>
            <a:spLocks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5837">
            <a:extLst>
              <a:ext uri="{FF2B5EF4-FFF2-40B4-BE49-F238E27FC236}">
                <a16:creationId xmlns:a16="http://schemas.microsoft.com/office/drawing/2014/main" id="{308EBC1F-7B0F-43DE-9843-241A1285BE08}"/>
              </a:ext>
            </a:extLst>
          </p:cNvPr>
          <p:cNvSpPr>
            <a:spLocks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5838">
            <a:extLst>
              <a:ext uri="{FF2B5EF4-FFF2-40B4-BE49-F238E27FC236}">
                <a16:creationId xmlns:a16="http://schemas.microsoft.com/office/drawing/2014/main" id="{486EB607-C316-497A-AE5D-CABE13D1B097}"/>
              </a:ext>
            </a:extLst>
          </p:cNvPr>
          <p:cNvSpPr>
            <a:spLocks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5839">
            <a:extLst>
              <a:ext uri="{FF2B5EF4-FFF2-40B4-BE49-F238E27FC236}">
                <a16:creationId xmlns:a16="http://schemas.microsoft.com/office/drawing/2014/main" id="{43111745-49B1-45C8-9AA9-D3DBAA38ACDA}"/>
              </a:ext>
            </a:extLst>
          </p:cNvPr>
          <p:cNvSpPr>
            <a:spLocks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5840">
            <a:extLst>
              <a:ext uri="{FF2B5EF4-FFF2-40B4-BE49-F238E27FC236}">
                <a16:creationId xmlns:a16="http://schemas.microsoft.com/office/drawing/2014/main" id="{80E7B34C-906A-4044-9641-9A677FDDD41C}"/>
              </a:ext>
            </a:extLst>
          </p:cNvPr>
          <p:cNvSpPr>
            <a:spLocks/>
          </p:cNvSpPr>
          <p:nvPr/>
        </p:nvSpPr>
        <p:spPr>
          <a:xfrm>
            <a:off x="788717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5841">
            <a:extLst>
              <a:ext uri="{FF2B5EF4-FFF2-40B4-BE49-F238E27FC236}">
                <a16:creationId xmlns:a16="http://schemas.microsoft.com/office/drawing/2014/main" id="{0CF6B881-0DE6-4229-AC3E-BD5A46ABF6D5}"/>
              </a:ext>
            </a:extLst>
          </p:cNvPr>
          <p:cNvSpPr>
            <a:spLocks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5842">
            <a:extLst>
              <a:ext uri="{FF2B5EF4-FFF2-40B4-BE49-F238E27FC236}">
                <a16:creationId xmlns:a16="http://schemas.microsoft.com/office/drawing/2014/main" id="{013B49A8-7488-40CC-A89E-B832F2B0B284}"/>
              </a:ext>
            </a:extLst>
          </p:cNvPr>
          <p:cNvSpPr>
            <a:spLocks/>
          </p:cNvSpPr>
          <p:nvPr/>
        </p:nvSpPr>
        <p:spPr>
          <a:xfrm>
            <a:off x="780680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5843">
            <a:extLst>
              <a:ext uri="{FF2B5EF4-FFF2-40B4-BE49-F238E27FC236}">
                <a16:creationId xmlns:a16="http://schemas.microsoft.com/office/drawing/2014/main" id="{1CC3DB73-63B9-47EA-9291-3FAE40648289}"/>
              </a:ext>
            </a:extLst>
          </p:cNvPr>
          <p:cNvSpPr>
            <a:spLocks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5844">
            <a:extLst>
              <a:ext uri="{FF2B5EF4-FFF2-40B4-BE49-F238E27FC236}">
                <a16:creationId xmlns:a16="http://schemas.microsoft.com/office/drawing/2014/main" id="{8FD56F25-576B-461C-A48F-D407FAB328F6}"/>
              </a:ext>
            </a:extLst>
          </p:cNvPr>
          <p:cNvSpPr>
            <a:spLocks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5845">
            <a:extLst>
              <a:ext uri="{FF2B5EF4-FFF2-40B4-BE49-F238E27FC236}">
                <a16:creationId xmlns:a16="http://schemas.microsoft.com/office/drawing/2014/main" id="{EB64F8DF-C366-4400-817E-BDC815E1EE4A}"/>
              </a:ext>
            </a:extLst>
          </p:cNvPr>
          <p:cNvSpPr>
            <a:spLocks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5846">
            <a:extLst>
              <a:ext uri="{FF2B5EF4-FFF2-40B4-BE49-F238E27FC236}">
                <a16:creationId xmlns:a16="http://schemas.microsoft.com/office/drawing/2014/main" id="{13DBBE2E-7B76-42C1-9492-E890971C277A}"/>
              </a:ext>
            </a:extLst>
          </p:cNvPr>
          <p:cNvSpPr>
            <a:spLocks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5847">
            <a:extLst>
              <a:ext uri="{FF2B5EF4-FFF2-40B4-BE49-F238E27FC236}">
                <a16:creationId xmlns:a16="http://schemas.microsoft.com/office/drawing/2014/main" id="{A8C1C8B2-3EDB-4635-A9C9-77766C0997CF}"/>
              </a:ext>
            </a:extLst>
          </p:cNvPr>
          <p:cNvSpPr>
            <a:spLocks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5848">
            <a:extLst>
              <a:ext uri="{FF2B5EF4-FFF2-40B4-BE49-F238E27FC236}">
                <a16:creationId xmlns:a16="http://schemas.microsoft.com/office/drawing/2014/main" id="{A2894E0B-C915-4D22-8426-0F108535C22B}"/>
              </a:ext>
            </a:extLst>
          </p:cNvPr>
          <p:cNvSpPr>
            <a:spLocks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5849">
            <a:extLst>
              <a:ext uri="{FF2B5EF4-FFF2-40B4-BE49-F238E27FC236}">
                <a16:creationId xmlns:a16="http://schemas.microsoft.com/office/drawing/2014/main" id="{58699CC0-B961-4C4A-B23A-83BA3404140F}"/>
              </a:ext>
            </a:extLst>
          </p:cNvPr>
          <p:cNvSpPr>
            <a:spLocks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5850">
            <a:extLst>
              <a:ext uri="{FF2B5EF4-FFF2-40B4-BE49-F238E27FC236}">
                <a16:creationId xmlns:a16="http://schemas.microsoft.com/office/drawing/2014/main" id="{6584E72C-A48C-4BF3-BDED-19C6BBA24EF6}"/>
              </a:ext>
            </a:extLst>
          </p:cNvPr>
          <p:cNvSpPr>
            <a:spLocks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5851">
            <a:extLst>
              <a:ext uri="{FF2B5EF4-FFF2-40B4-BE49-F238E27FC236}">
                <a16:creationId xmlns:a16="http://schemas.microsoft.com/office/drawing/2014/main" id="{293D2736-A5E4-4894-A726-89F7A51AFB62}"/>
              </a:ext>
            </a:extLst>
          </p:cNvPr>
          <p:cNvSpPr>
            <a:spLocks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5852">
            <a:extLst>
              <a:ext uri="{FF2B5EF4-FFF2-40B4-BE49-F238E27FC236}">
                <a16:creationId xmlns:a16="http://schemas.microsoft.com/office/drawing/2014/main" id="{D36859CF-4BE6-4006-893C-C5CBBEF01647}"/>
              </a:ext>
            </a:extLst>
          </p:cNvPr>
          <p:cNvSpPr>
            <a:spLocks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5853">
            <a:extLst>
              <a:ext uri="{FF2B5EF4-FFF2-40B4-BE49-F238E27FC236}">
                <a16:creationId xmlns:a16="http://schemas.microsoft.com/office/drawing/2014/main" id="{5A5122BF-9C48-433A-8335-648A52757D78}"/>
              </a:ext>
            </a:extLst>
          </p:cNvPr>
          <p:cNvSpPr>
            <a:spLocks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5854">
            <a:extLst>
              <a:ext uri="{FF2B5EF4-FFF2-40B4-BE49-F238E27FC236}">
                <a16:creationId xmlns:a16="http://schemas.microsoft.com/office/drawing/2014/main" id="{E1C88513-15CC-49C5-9049-2F077BC579FC}"/>
              </a:ext>
            </a:extLst>
          </p:cNvPr>
          <p:cNvSpPr>
            <a:spLocks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5855">
            <a:extLst>
              <a:ext uri="{FF2B5EF4-FFF2-40B4-BE49-F238E27FC236}">
                <a16:creationId xmlns:a16="http://schemas.microsoft.com/office/drawing/2014/main" id="{9D9E9AC8-17BA-47C4-9E5B-1824C9B4EC40}"/>
              </a:ext>
            </a:extLst>
          </p:cNvPr>
          <p:cNvSpPr>
            <a:spLocks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5856">
            <a:extLst>
              <a:ext uri="{FF2B5EF4-FFF2-40B4-BE49-F238E27FC236}">
                <a16:creationId xmlns:a16="http://schemas.microsoft.com/office/drawing/2014/main" id="{2E771D65-54F4-4C31-A952-44DCF8BD49C0}"/>
              </a:ext>
            </a:extLst>
          </p:cNvPr>
          <p:cNvSpPr>
            <a:spLocks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5857">
            <a:extLst>
              <a:ext uri="{FF2B5EF4-FFF2-40B4-BE49-F238E27FC236}">
                <a16:creationId xmlns:a16="http://schemas.microsoft.com/office/drawing/2014/main" id="{73C2AF01-FFD9-49CC-9820-D2A89AD5F898}"/>
              </a:ext>
            </a:extLst>
          </p:cNvPr>
          <p:cNvSpPr>
            <a:spLocks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5858">
            <a:extLst>
              <a:ext uri="{FF2B5EF4-FFF2-40B4-BE49-F238E27FC236}">
                <a16:creationId xmlns:a16="http://schemas.microsoft.com/office/drawing/2014/main" id="{95DE5CA5-2C77-4F71-87D1-AD217C58ECF5}"/>
              </a:ext>
            </a:extLst>
          </p:cNvPr>
          <p:cNvSpPr>
            <a:spLocks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5859">
            <a:extLst>
              <a:ext uri="{FF2B5EF4-FFF2-40B4-BE49-F238E27FC236}">
                <a16:creationId xmlns:a16="http://schemas.microsoft.com/office/drawing/2014/main" id="{1AA694BC-05FD-4D9B-873E-45A80ECA3349}"/>
              </a:ext>
            </a:extLst>
          </p:cNvPr>
          <p:cNvSpPr>
            <a:spLocks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5860">
            <a:extLst>
              <a:ext uri="{FF2B5EF4-FFF2-40B4-BE49-F238E27FC236}">
                <a16:creationId xmlns:a16="http://schemas.microsoft.com/office/drawing/2014/main" id="{5B5CEB89-FDBF-4E3B-A224-0F1F8B6C87B1}"/>
              </a:ext>
            </a:extLst>
          </p:cNvPr>
          <p:cNvSpPr>
            <a:spLocks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5861">
            <a:extLst>
              <a:ext uri="{FF2B5EF4-FFF2-40B4-BE49-F238E27FC236}">
                <a16:creationId xmlns:a16="http://schemas.microsoft.com/office/drawing/2014/main" id="{A78E32CE-34DA-44CB-96B4-F84CD2863158}"/>
              </a:ext>
            </a:extLst>
          </p:cNvPr>
          <p:cNvSpPr>
            <a:spLocks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5862">
            <a:extLst>
              <a:ext uri="{FF2B5EF4-FFF2-40B4-BE49-F238E27FC236}">
                <a16:creationId xmlns:a16="http://schemas.microsoft.com/office/drawing/2014/main" id="{9E46C689-6221-4988-9376-903A91362004}"/>
              </a:ext>
            </a:extLst>
          </p:cNvPr>
          <p:cNvSpPr>
            <a:spLocks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5863">
            <a:extLst>
              <a:ext uri="{FF2B5EF4-FFF2-40B4-BE49-F238E27FC236}">
                <a16:creationId xmlns:a16="http://schemas.microsoft.com/office/drawing/2014/main" id="{CCB44663-0EB2-4085-96A8-DA47CC69B4A9}"/>
              </a:ext>
            </a:extLst>
          </p:cNvPr>
          <p:cNvSpPr>
            <a:spLocks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5864">
            <a:extLst>
              <a:ext uri="{FF2B5EF4-FFF2-40B4-BE49-F238E27FC236}">
                <a16:creationId xmlns:a16="http://schemas.microsoft.com/office/drawing/2014/main" id="{B325D7E3-E2D2-43E1-95AD-50434BA2ABF0}"/>
              </a:ext>
            </a:extLst>
          </p:cNvPr>
          <p:cNvSpPr>
            <a:spLocks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5865">
            <a:extLst>
              <a:ext uri="{FF2B5EF4-FFF2-40B4-BE49-F238E27FC236}">
                <a16:creationId xmlns:a16="http://schemas.microsoft.com/office/drawing/2014/main" id="{F1074366-5784-44C8-A97B-B947B51EF9E1}"/>
              </a:ext>
            </a:extLst>
          </p:cNvPr>
          <p:cNvSpPr>
            <a:spLocks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5866">
            <a:extLst>
              <a:ext uri="{FF2B5EF4-FFF2-40B4-BE49-F238E27FC236}">
                <a16:creationId xmlns:a16="http://schemas.microsoft.com/office/drawing/2014/main" id="{399913D4-ADB4-44E8-ACFC-4A84918A035D}"/>
              </a:ext>
            </a:extLst>
          </p:cNvPr>
          <p:cNvSpPr>
            <a:spLocks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5867">
            <a:extLst>
              <a:ext uri="{FF2B5EF4-FFF2-40B4-BE49-F238E27FC236}">
                <a16:creationId xmlns:a16="http://schemas.microsoft.com/office/drawing/2014/main" id="{FDF5E9B7-ED88-45F0-A14E-4C8DA2C0017A}"/>
              </a:ext>
            </a:extLst>
          </p:cNvPr>
          <p:cNvSpPr>
            <a:spLocks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5868">
            <a:extLst>
              <a:ext uri="{FF2B5EF4-FFF2-40B4-BE49-F238E27FC236}">
                <a16:creationId xmlns:a16="http://schemas.microsoft.com/office/drawing/2014/main" id="{7F823516-FA7F-4F6A-A7B8-8038C54DCB05}"/>
              </a:ext>
            </a:extLst>
          </p:cNvPr>
          <p:cNvSpPr>
            <a:spLocks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5869">
            <a:extLst>
              <a:ext uri="{FF2B5EF4-FFF2-40B4-BE49-F238E27FC236}">
                <a16:creationId xmlns:a16="http://schemas.microsoft.com/office/drawing/2014/main" id="{99535A0C-5FB1-46D2-8C54-1456B52A9A09}"/>
              </a:ext>
            </a:extLst>
          </p:cNvPr>
          <p:cNvSpPr>
            <a:spLocks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5870">
            <a:extLst>
              <a:ext uri="{FF2B5EF4-FFF2-40B4-BE49-F238E27FC236}">
                <a16:creationId xmlns:a16="http://schemas.microsoft.com/office/drawing/2014/main" id="{20EADC3A-E42D-4D19-AF6D-38B596A2996C}"/>
              </a:ext>
            </a:extLst>
          </p:cNvPr>
          <p:cNvSpPr>
            <a:spLocks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5871">
            <a:extLst>
              <a:ext uri="{FF2B5EF4-FFF2-40B4-BE49-F238E27FC236}">
                <a16:creationId xmlns:a16="http://schemas.microsoft.com/office/drawing/2014/main" id="{8933882F-291C-4589-9F90-6DB2087615C2}"/>
              </a:ext>
            </a:extLst>
          </p:cNvPr>
          <p:cNvSpPr>
            <a:spLocks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5872">
            <a:extLst>
              <a:ext uri="{FF2B5EF4-FFF2-40B4-BE49-F238E27FC236}">
                <a16:creationId xmlns:a16="http://schemas.microsoft.com/office/drawing/2014/main" id="{76ACAB55-DDD8-4CAE-ACAC-C7BC312F66BF}"/>
              </a:ext>
            </a:extLst>
          </p:cNvPr>
          <p:cNvSpPr>
            <a:spLocks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5873">
            <a:extLst>
              <a:ext uri="{FF2B5EF4-FFF2-40B4-BE49-F238E27FC236}">
                <a16:creationId xmlns:a16="http://schemas.microsoft.com/office/drawing/2014/main" id="{8CC50385-BBB7-4945-BA0F-1BB6F8032376}"/>
              </a:ext>
            </a:extLst>
          </p:cNvPr>
          <p:cNvSpPr>
            <a:spLocks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5874">
            <a:extLst>
              <a:ext uri="{FF2B5EF4-FFF2-40B4-BE49-F238E27FC236}">
                <a16:creationId xmlns:a16="http://schemas.microsoft.com/office/drawing/2014/main" id="{9ACA5C48-C2C1-42F1-8BEC-A268C5155EEA}"/>
              </a:ext>
            </a:extLst>
          </p:cNvPr>
          <p:cNvSpPr>
            <a:spLocks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5875">
            <a:extLst>
              <a:ext uri="{FF2B5EF4-FFF2-40B4-BE49-F238E27FC236}">
                <a16:creationId xmlns:a16="http://schemas.microsoft.com/office/drawing/2014/main" id="{26221292-65F3-43CE-8F3D-4F0CD9C0BA74}"/>
              </a:ext>
            </a:extLst>
          </p:cNvPr>
          <p:cNvSpPr>
            <a:spLocks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5876">
            <a:extLst>
              <a:ext uri="{FF2B5EF4-FFF2-40B4-BE49-F238E27FC236}">
                <a16:creationId xmlns:a16="http://schemas.microsoft.com/office/drawing/2014/main" id="{ECB5697E-FD88-4D18-B23C-85DA7C307B22}"/>
              </a:ext>
            </a:extLst>
          </p:cNvPr>
          <p:cNvSpPr>
            <a:spLocks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5877">
            <a:extLst>
              <a:ext uri="{FF2B5EF4-FFF2-40B4-BE49-F238E27FC236}">
                <a16:creationId xmlns:a16="http://schemas.microsoft.com/office/drawing/2014/main" id="{A0E56221-2EF0-4024-86CF-7B67FE5CEA1F}"/>
              </a:ext>
            </a:extLst>
          </p:cNvPr>
          <p:cNvSpPr>
            <a:spLocks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5878">
            <a:extLst>
              <a:ext uri="{FF2B5EF4-FFF2-40B4-BE49-F238E27FC236}">
                <a16:creationId xmlns:a16="http://schemas.microsoft.com/office/drawing/2014/main" id="{F19EBEB0-2AE8-4486-9E04-3919DD5B2AF5}"/>
              </a:ext>
            </a:extLst>
          </p:cNvPr>
          <p:cNvSpPr>
            <a:spLocks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5879">
            <a:extLst>
              <a:ext uri="{FF2B5EF4-FFF2-40B4-BE49-F238E27FC236}">
                <a16:creationId xmlns:a16="http://schemas.microsoft.com/office/drawing/2014/main" id="{AD033801-E3DE-4469-85CF-47A843319229}"/>
              </a:ext>
            </a:extLst>
          </p:cNvPr>
          <p:cNvSpPr>
            <a:spLocks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5880">
            <a:extLst>
              <a:ext uri="{FF2B5EF4-FFF2-40B4-BE49-F238E27FC236}">
                <a16:creationId xmlns:a16="http://schemas.microsoft.com/office/drawing/2014/main" id="{6613D3E1-ED87-4C87-91A8-FEA10BC7E865}"/>
              </a:ext>
            </a:extLst>
          </p:cNvPr>
          <p:cNvSpPr>
            <a:spLocks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5881">
            <a:extLst>
              <a:ext uri="{FF2B5EF4-FFF2-40B4-BE49-F238E27FC236}">
                <a16:creationId xmlns:a16="http://schemas.microsoft.com/office/drawing/2014/main" id="{A1C482E9-48F8-466F-BB3D-D267FCBEDD79}"/>
              </a:ext>
            </a:extLst>
          </p:cNvPr>
          <p:cNvSpPr>
            <a:spLocks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5882">
            <a:extLst>
              <a:ext uri="{FF2B5EF4-FFF2-40B4-BE49-F238E27FC236}">
                <a16:creationId xmlns:a16="http://schemas.microsoft.com/office/drawing/2014/main" id="{B4851BC3-8605-4968-8F48-6C34B1B20D7F}"/>
              </a:ext>
            </a:extLst>
          </p:cNvPr>
          <p:cNvSpPr>
            <a:spLocks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5883">
            <a:extLst>
              <a:ext uri="{FF2B5EF4-FFF2-40B4-BE49-F238E27FC236}">
                <a16:creationId xmlns:a16="http://schemas.microsoft.com/office/drawing/2014/main" id="{A8A75E68-F54A-49C5-BDBA-88AABDC51A93}"/>
              </a:ext>
            </a:extLst>
          </p:cNvPr>
          <p:cNvSpPr>
            <a:spLocks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5884">
            <a:extLst>
              <a:ext uri="{FF2B5EF4-FFF2-40B4-BE49-F238E27FC236}">
                <a16:creationId xmlns:a16="http://schemas.microsoft.com/office/drawing/2014/main" id="{5088CEDE-B93F-4BB7-A539-A59E6E07E691}"/>
              </a:ext>
            </a:extLst>
          </p:cNvPr>
          <p:cNvSpPr>
            <a:spLocks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5885">
            <a:extLst>
              <a:ext uri="{FF2B5EF4-FFF2-40B4-BE49-F238E27FC236}">
                <a16:creationId xmlns:a16="http://schemas.microsoft.com/office/drawing/2014/main" id="{AE94F31D-6010-4EAC-BF87-78D3B50AB5AF}"/>
              </a:ext>
            </a:extLst>
          </p:cNvPr>
          <p:cNvSpPr>
            <a:spLocks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5886">
            <a:extLst>
              <a:ext uri="{FF2B5EF4-FFF2-40B4-BE49-F238E27FC236}">
                <a16:creationId xmlns:a16="http://schemas.microsoft.com/office/drawing/2014/main" id="{9CBC4CFB-0AE2-46E1-96E2-9D99CE2A4831}"/>
              </a:ext>
            </a:extLst>
          </p:cNvPr>
          <p:cNvSpPr>
            <a:spLocks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5887">
            <a:extLst>
              <a:ext uri="{FF2B5EF4-FFF2-40B4-BE49-F238E27FC236}">
                <a16:creationId xmlns:a16="http://schemas.microsoft.com/office/drawing/2014/main" id="{93E48638-00FE-4A3C-8131-91350491C1F3}"/>
              </a:ext>
            </a:extLst>
          </p:cNvPr>
          <p:cNvSpPr>
            <a:spLocks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5888">
            <a:extLst>
              <a:ext uri="{FF2B5EF4-FFF2-40B4-BE49-F238E27FC236}">
                <a16:creationId xmlns:a16="http://schemas.microsoft.com/office/drawing/2014/main" id="{849D8F84-F2E5-4D12-99DB-2C3774AD67C3}"/>
              </a:ext>
            </a:extLst>
          </p:cNvPr>
          <p:cNvSpPr>
            <a:spLocks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5889">
            <a:extLst>
              <a:ext uri="{FF2B5EF4-FFF2-40B4-BE49-F238E27FC236}">
                <a16:creationId xmlns:a16="http://schemas.microsoft.com/office/drawing/2014/main" id="{B368612C-DA69-4CE0-AF2F-180646706EA6}"/>
              </a:ext>
            </a:extLst>
          </p:cNvPr>
          <p:cNvSpPr>
            <a:spLocks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5890">
            <a:extLst>
              <a:ext uri="{FF2B5EF4-FFF2-40B4-BE49-F238E27FC236}">
                <a16:creationId xmlns:a16="http://schemas.microsoft.com/office/drawing/2014/main" id="{2BDCDC9A-EA8E-40EA-8A14-2943A474846B}"/>
              </a:ext>
            </a:extLst>
          </p:cNvPr>
          <p:cNvSpPr>
            <a:spLocks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5891">
            <a:extLst>
              <a:ext uri="{FF2B5EF4-FFF2-40B4-BE49-F238E27FC236}">
                <a16:creationId xmlns:a16="http://schemas.microsoft.com/office/drawing/2014/main" id="{BA440BFE-29CE-489A-801F-59E0AA4779B6}"/>
              </a:ext>
            </a:extLst>
          </p:cNvPr>
          <p:cNvSpPr>
            <a:spLocks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5892">
            <a:extLst>
              <a:ext uri="{FF2B5EF4-FFF2-40B4-BE49-F238E27FC236}">
                <a16:creationId xmlns:a16="http://schemas.microsoft.com/office/drawing/2014/main" id="{3021C809-DD90-46EF-9F57-F7B6AD546FE4}"/>
              </a:ext>
            </a:extLst>
          </p:cNvPr>
          <p:cNvSpPr>
            <a:spLocks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5893">
            <a:extLst>
              <a:ext uri="{FF2B5EF4-FFF2-40B4-BE49-F238E27FC236}">
                <a16:creationId xmlns:a16="http://schemas.microsoft.com/office/drawing/2014/main" id="{9BBEAEDE-AB3E-4588-BB86-D8E2B403594D}"/>
              </a:ext>
            </a:extLst>
          </p:cNvPr>
          <p:cNvSpPr>
            <a:spLocks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5894">
            <a:extLst>
              <a:ext uri="{FF2B5EF4-FFF2-40B4-BE49-F238E27FC236}">
                <a16:creationId xmlns:a16="http://schemas.microsoft.com/office/drawing/2014/main" id="{040E0B7A-154B-4B4C-A21D-4288ED5ED756}"/>
              </a:ext>
            </a:extLst>
          </p:cNvPr>
          <p:cNvSpPr>
            <a:spLocks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5895">
            <a:extLst>
              <a:ext uri="{FF2B5EF4-FFF2-40B4-BE49-F238E27FC236}">
                <a16:creationId xmlns:a16="http://schemas.microsoft.com/office/drawing/2014/main" id="{AE0A4926-D8C8-47A9-9A8B-8EE406AD7765}"/>
              </a:ext>
            </a:extLst>
          </p:cNvPr>
          <p:cNvSpPr>
            <a:spLocks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5896">
            <a:extLst>
              <a:ext uri="{FF2B5EF4-FFF2-40B4-BE49-F238E27FC236}">
                <a16:creationId xmlns:a16="http://schemas.microsoft.com/office/drawing/2014/main" id="{7A81F47A-FAE7-422E-96DF-82ED55C8157A}"/>
              </a:ext>
            </a:extLst>
          </p:cNvPr>
          <p:cNvSpPr>
            <a:spLocks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5897">
            <a:extLst>
              <a:ext uri="{FF2B5EF4-FFF2-40B4-BE49-F238E27FC236}">
                <a16:creationId xmlns:a16="http://schemas.microsoft.com/office/drawing/2014/main" id="{48402370-245B-4B8A-AE25-8A8730829507}"/>
              </a:ext>
            </a:extLst>
          </p:cNvPr>
          <p:cNvSpPr>
            <a:spLocks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5898">
            <a:extLst>
              <a:ext uri="{FF2B5EF4-FFF2-40B4-BE49-F238E27FC236}">
                <a16:creationId xmlns:a16="http://schemas.microsoft.com/office/drawing/2014/main" id="{377288BA-C123-4948-B089-3D6C3D4386AE}"/>
              </a:ext>
            </a:extLst>
          </p:cNvPr>
          <p:cNvSpPr>
            <a:spLocks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5899">
            <a:extLst>
              <a:ext uri="{FF2B5EF4-FFF2-40B4-BE49-F238E27FC236}">
                <a16:creationId xmlns:a16="http://schemas.microsoft.com/office/drawing/2014/main" id="{757A36B1-A8F8-4779-A95A-17EA0BD14816}"/>
              </a:ext>
            </a:extLst>
          </p:cNvPr>
          <p:cNvSpPr>
            <a:spLocks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5900">
            <a:extLst>
              <a:ext uri="{FF2B5EF4-FFF2-40B4-BE49-F238E27FC236}">
                <a16:creationId xmlns:a16="http://schemas.microsoft.com/office/drawing/2014/main" id="{014FF296-2D6D-40AF-B5A4-4920BE03F164}"/>
              </a:ext>
            </a:extLst>
          </p:cNvPr>
          <p:cNvSpPr>
            <a:spLocks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5901">
            <a:extLst>
              <a:ext uri="{FF2B5EF4-FFF2-40B4-BE49-F238E27FC236}">
                <a16:creationId xmlns:a16="http://schemas.microsoft.com/office/drawing/2014/main" id="{B7FE90F3-5F0B-401F-8B05-85DC16B35750}"/>
              </a:ext>
            </a:extLst>
          </p:cNvPr>
          <p:cNvSpPr>
            <a:spLocks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5902">
            <a:extLst>
              <a:ext uri="{FF2B5EF4-FFF2-40B4-BE49-F238E27FC236}">
                <a16:creationId xmlns:a16="http://schemas.microsoft.com/office/drawing/2014/main" id="{9DEE3340-CC35-4252-8D4C-463A5FCB5546}"/>
              </a:ext>
            </a:extLst>
          </p:cNvPr>
          <p:cNvSpPr>
            <a:spLocks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5903">
            <a:extLst>
              <a:ext uri="{FF2B5EF4-FFF2-40B4-BE49-F238E27FC236}">
                <a16:creationId xmlns:a16="http://schemas.microsoft.com/office/drawing/2014/main" id="{D30958E4-997B-4A89-8C22-8C994FCC588E}"/>
              </a:ext>
            </a:extLst>
          </p:cNvPr>
          <p:cNvSpPr>
            <a:spLocks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5904">
            <a:extLst>
              <a:ext uri="{FF2B5EF4-FFF2-40B4-BE49-F238E27FC236}">
                <a16:creationId xmlns:a16="http://schemas.microsoft.com/office/drawing/2014/main" id="{935BD6CD-2B8C-4B2B-B804-5448F651F85A}"/>
              </a:ext>
            </a:extLst>
          </p:cNvPr>
          <p:cNvSpPr>
            <a:spLocks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5905">
            <a:extLst>
              <a:ext uri="{FF2B5EF4-FFF2-40B4-BE49-F238E27FC236}">
                <a16:creationId xmlns:a16="http://schemas.microsoft.com/office/drawing/2014/main" id="{F2CF4DC9-6EFA-4488-8D44-4354E7050F0F}"/>
              </a:ext>
            </a:extLst>
          </p:cNvPr>
          <p:cNvSpPr>
            <a:spLocks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5906">
            <a:extLst>
              <a:ext uri="{FF2B5EF4-FFF2-40B4-BE49-F238E27FC236}">
                <a16:creationId xmlns:a16="http://schemas.microsoft.com/office/drawing/2014/main" id="{1E17932F-16DC-4B40-B167-F5C2CEB39F2D}"/>
              </a:ext>
            </a:extLst>
          </p:cNvPr>
          <p:cNvSpPr>
            <a:spLocks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5907">
            <a:extLst>
              <a:ext uri="{FF2B5EF4-FFF2-40B4-BE49-F238E27FC236}">
                <a16:creationId xmlns:a16="http://schemas.microsoft.com/office/drawing/2014/main" id="{16E96BFE-A8AF-459A-BA33-89A9E0BAF93C}"/>
              </a:ext>
            </a:extLst>
          </p:cNvPr>
          <p:cNvSpPr>
            <a:spLocks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5908">
            <a:extLst>
              <a:ext uri="{FF2B5EF4-FFF2-40B4-BE49-F238E27FC236}">
                <a16:creationId xmlns:a16="http://schemas.microsoft.com/office/drawing/2014/main" id="{D98597BA-A4E3-45BB-AB31-02DCE736F5FC}"/>
              </a:ext>
            </a:extLst>
          </p:cNvPr>
          <p:cNvSpPr>
            <a:spLocks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5909">
            <a:extLst>
              <a:ext uri="{FF2B5EF4-FFF2-40B4-BE49-F238E27FC236}">
                <a16:creationId xmlns:a16="http://schemas.microsoft.com/office/drawing/2014/main" id="{37C1E264-8439-48C9-8286-05C07B927679}"/>
              </a:ext>
            </a:extLst>
          </p:cNvPr>
          <p:cNvSpPr>
            <a:spLocks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5910">
            <a:extLst>
              <a:ext uri="{FF2B5EF4-FFF2-40B4-BE49-F238E27FC236}">
                <a16:creationId xmlns:a16="http://schemas.microsoft.com/office/drawing/2014/main" id="{17B87557-194A-4181-8D00-3841875B512C}"/>
              </a:ext>
            </a:extLst>
          </p:cNvPr>
          <p:cNvSpPr>
            <a:spLocks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5911">
            <a:extLst>
              <a:ext uri="{FF2B5EF4-FFF2-40B4-BE49-F238E27FC236}">
                <a16:creationId xmlns:a16="http://schemas.microsoft.com/office/drawing/2014/main" id="{48095DFC-5462-4F13-8390-B92A338217B8}"/>
              </a:ext>
            </a:extLst>
          </p:cNvPr>
          <p:cNvSpPr>
            <a:spLocks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5912">
            <a:extLst>
              <a:ext uri="{FF2B5EF4-FFF2-40B4-BE49-F238E27FC236}">
                <a16:creationId xmlns:a16="http://schemas.microsoft.com/office/drawing/2014/main" id="{A4F91FD8-9FA1-4256-83AD-D3B0A6E9074F}"/>
              </a:ext>
            </a:extLst>
          </p:cNvPr>
          <p:cNvSpPr>
            <a:spLocks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5913">
            <a:extLst>
              <a:ext uri="{FF2B5EF4-FFF2-40B4-BE49-F238E27FC236}">
                <a16:creationId xmlns:a16="http://schemas.microsoft.com/office/drawing/2014/main" id="{18B4E8D0-6351-4689-AF7B-7205BD3C0863}"/>
              </a:ext>
            </a:extLst>
          </p:cNvPr>
          <p:cNvSpPr>
            <a:spLocks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5914">
            <a:extLst>
              <a:ext uri="{FF2B5EF4-FFF2-40B4-BE49-F238E27FC236}">
                <a16:creationId xmlns:a16="http://schemas.microsoft.com/office/drawing/2014/main" id="{C0F18F60-3656-41F9-B56F-8CB83258BEEF}"/>
              </a:ext>
            </a:extLst>
          </p:cNvPr>
          <p:cNvSpPr>
            <a:spLocks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5915">
            <a:extLst>
              <a:ext uri="{FF2B5EF4-FFF2-40B4-BE49-F238E27FC236}">
                <a16:creationId xmlns:a16="http://schemas.microsoft.com/office/drawing/2014/main" id="{804D23C3-7EC3-4B5C-B89D-22C132403A26}"/>
              </a:ext>
            </a:extLst>
          </p:cNvPr>
          <p:cNvSpPr>
            <a:spLocks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5916">
            <a:extLst>
              <a:ext uri="{FF2B5EF4-FFF2-40B4-BE49-F238E27FC236}">
                <a16:creationId xmlns:a16="http://schemas.microsoft.com/office/drawing/2014/main" id="{F8B2AD0D-41AB-4AA7-881B-3EFA4904467F}"/>
              </a:ext>
            </a:extLst>
          </p:cNvPr>
          <p:cNvSpPr>
            <a:spLocks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5917">
            <a:extLst>
              <a:ext uri="{FF2B5EF4-FFF2-40B4-BE49-F238E27FC236}">
                <a16:creationId xmlns:a16="http://schemas.microsoft.com/office/drawing/2014/main" id="{53DA75F5-3391-4790-A7F9-C9A3F0C1972A}"/>
              </a:ext>
            </a:extLst>
          </p:cNvPr>
          <p:cNvSpPr>
            <a:spLocks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5918">
            <a:extLst>
              <a:ext uri="{FF2B5EF4-FFF2-40B4-BE49-F238E27FC236}">
                <a16:creationId xmlns:a16="http://schemas.microsoft.com/office/drawing/2014/main" id="{D5C023AC-C431-44DC-B799-6BADF8F32993}"/>
              </a:ext>
            </a:extLst>
          </p:cNvPr>
          <p:cNvSpPr>
            <a:spLocks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5919">
            <a:extLst>
              <a:ext uri="{FF2B5EF4-FFF2-40B4-BE49-F238E27FC236}">
                <a16:creationId xmlns:a16="http://schemas.microsoft.com/office/drawing/2014/main" id="{79E88612-08AD-470E-9B99-5700D472D657}"/>
              </a:ext>
            </a:extLst>
          </p:cNvPr>
          <p:cNvSpPr>
            <a:spLocks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5920">
            <a:extLst>
              <a:ext uri="{FF2B5EF4-FFF2-40B4-BE49-F238E27FC236}">
                <a16:creationId xmlns:a16="http://schemas.microsoft.com/office/drawing/2014/main" id="{853B3973-DD3E-4D11-89AC-E22054E9C5B9}"/>
              </a:ext>
            </a:extLst>
          </p:cNvPr>
          <p:cNvSpPr>
            <a:spLocks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5921">
            <a:extLst>
              <a:ext uri="{FF2B5EF4-FFF2-40B4-BE49-F238E27FC236}">
                <a16:creationId xmlns:a16="http://schemas.microsoft.com/office/drawing/2014/main" id="{15DF352D-181D-4F2A-B6BD-5D784828954E}"/>
              </a:ext>
            </a:extLst>
          </p:cNvPr>
          <p:cNvSpPr>
            <a:spLocks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5922">
            <a:extLst>
              <a:ext uri="{FF2B5EF4-FFF2-40B4-BE49-F238E27FC236}">
                <a16:creationId xmlns:a16="http://schemas.microsoft.com/office/drawing/2014/main" id="{45E669DD-C9E8-4ECC-9B0D-A50B4E353B9B}"/>
              </a:ext>
            </a:extLst>
          </p:cNvPr>
          <p:cNvSpPr>
            <a:spLocks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5923">
            <a:extLst>
              <a:ext uri="{FF2B5EF4-FFF2-40B4-BE49-F238E27FC236}">
                <a16:creationId xmlns:a16="http://schemas.microsoft.com/office/drawing/2014/main" id="{A50889CC-ACBE-4895-8D66-4A0094C19CA7}"/>
              </a:ext>
            </a:extLst>
          </p:cNvPr>
          <p:cNvSpPr>
            <a:spLocks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5924">
            <a:extLst>
              <a:ext uri="{FF2B5EF4-FFF2-40B4-BE49-F238E27FC236}">
                <a16:creationId xmlns:a16="http://schemas.microsoft.com/office/drawing/2014/main" id="{80AD51B1-67F1-45ED-BE49-CA9C7C7C5396}"/>
              </a:ext>
            </a:extLst>
          </p:cNvPr>
          <p:cNvSpPr>
            <a:spLocks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5925">
            <a:extLst>
              <a:ext uri="{FF2B5EF4-FFF2-40B4-BE49-F238E27FC236}">
                <a16:creationId xmlns:a16="http://schemas.microsoft.com/office/drawing/2014/main" id="{7968E16F-916F-4479-AF89-1E3456D04C10}"/>
              </a:ext>
            </a:extLst>
          </p:cNvPr>
          <p:cNvSpPr>
            <a:spLocks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5926">
            <a:extLst>
              <a:ext uri="{FF2B5EF4-FFF2-40B4-BE49-F238E27FC236}">
                <a16:creationId xmlns:a16="http://schemas.microsoft.com/office/drawing/2014/main" id="{D1032EFF-73C9-4D6C-8352-C03DF3E6D283}"/>
              </a:ext>
            </a:extLst>
          </p:cNvPr>
          <p:cNvSpPr>
            <a:spLocks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5927">
            <a:extLst>
              <a:ext uri="{FF2B5EF4-FFF2-40B4-BE49-F238E27FC236}">
                <a16:creationId xmlns:a16="http://schemas.microsoft.com/office/drawing/2014/main" id="{7D542E73-7651-44EF-BDA3-F295A2AD9771}"/>
              </a:ext>
            </a:extLst>
          </p:cNvPr>
          <p:cNvSpPr>
            <a:spLocks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5928">
            <a:extLst>
              <a:ext uri="{FF2B5EF4-FFF2-40B4-BE49-F238E27FC236}">
                <a16:creationId xmlns:a16="http://schemas.microsoft.com/office/drawing/2014/main" id="{41841271-1F58-4EC9-A639-E570FD0CF9A6}"/>
              </a:ext>
            </a:extLst>
          </p:cNvPr>
          <p:cNvSpPr>
            <a:spLocks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5929">
            <a:extLst>
              <a:ext uri="{FF2B5EF4-FFF2-40B4-BE49-F238E27FC236}">
                <a16:creationId xmlns:a16="http://schemas.microsoft.com/office/drawing/2014/main" id="{11E40BAA-5370-4F48-91C7-E454EF7397E6}"/>
              </a:ext>
            </a:extLst>
          </p:cNvPr>
          <p:cNvSpPr>
            <a:spLocks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5930">
            <a:extLst>
              <a:ext uri="{FF2B5EF4-FFF2-40B4-BE49-F238E27FC236}">
                <a16:creationId xmlns:a16="http://schemas.microsoft.com/office/drawing/2014/main" id="{82229347-994B-4CFE-9B2C-DADBA5D2D60C}"/>
              </a:ext>
            </a:extLst>
          </p:cNvPr>
          <p:cNvSpPr>
            <a:spLocks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5931">
            <a:extLst>
              <a:ext uri="{FF2B5EF4-FFF2-40B4-BE49-F238E27FC236}">
                <a16:creationId xmlns:a16="http://schemas.microsoft.com/office/drawing/2014/main" id="{1ABF590D-06E5-4154-B5DB-DB3130AAF3D3}"/>
              </a:ext>
            </a:extLst>
          </p:cNvPr>
          <p:cNvSpPr>
            <a:spLocks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5932">
            <a:extLst>
              <a:ext uri="{FF2B5EF4-FFF2-40B4-BE49-F238E27FC236}">
                <a16:creationId xmlns:a16="http://schemas.microsoft.com/office/drawing/2014/main" id="{816D25B8-BC99-4558-B837-5CF6939CF498}"/>
              </a:ext>
            </a:extLst>
          </p:cNvPr>
          <p:cNvSpPr>
            <a:spLocks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5933">
            <a:extLst>
              <a:ext uri="{FF2B5EF4-FFF2-40B4-BE49-F238E27FC236}">
                <a16:creationId xmlns:a16="http://schemas.microsoft.com/office/drawing/2014/main" id="{86B97F4C-BC61-4203-9105-20C94624C127}"/>
              </a:ext>
            </a:extLst>
          </p:cNvPr>
          <p:cNvSpPr>
            <a:spLocks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5934">
            <a:extLst>
              <a:ext uri="{FF2B5EF4-FFF2-40B4-BE49-F238E27FC236}">
                <a16:creationId xmlns:a16="http://schemas.microsoft.com/office/drawing/2014/main" id="{ACB477F1-F92F-420E-8AC0-BDC31EB3656A}"/>
              </a:ext>
            </a:extLst>
          </p:cNvPr>
          <p:cNvSpPr>
            <a:spLocks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5935">
            <a:extLst>
              <a:ext uri="{FF2B5EF4-FFF2-40B4-BE49-F238E27FC236}">
                <a16:creationId xmlns:a16="http://schemas.microsoft.com/office/drawing/2014/main" id="{B32BB41C-51EB-4889-9396-CF5C16CFA404}"/>
              </a:ext>
            </a:extLst>
          </p:cNvPr>
          <p:cNvSpPr>
            <a:spLocks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5936">
            <a:extLst>
              <a:ext uri="{FF2B5EF4-FFF2-40B4-BE49-F238E27FC236}">
                <a16:creationId xmlns:a16="http://schemas.microsoft.com/office/drawing/2014/main" id="{C79E2EDC-62AB-4FF2-94E6-F16787418D45}"/>
              </a:ext>
            </a:extLst>
          </p:cNvPr>
          <p:cNvSpPr>
            <a:spLocks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5937">
            <a:extLst>
              <a:ext uri="{FF2B5EF4-FFF2-40B4-BE49-F238E27FC236}">
                <a16:creationId xmlns:a16="http://schemas.microsoft.com/office/drawing/2014/main" id="{06E69F27-DA57-479D-95A6-D054334BADC2}"/>
              </a:ext>
            </a:extLst>
          </p:cNvPr>
          <p:cNvSpPr>
            <a:spLocks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5938">
            <a:extLst>
              <a:ext uri="{FF2B5EF4-FFF2-40B4-BE49-F238E27FC236}">
                <a16:creationId xmlns:a16="http://schemas.microsoft.com/office/drawing/2014/main" id="{413FF918-B397-403C-89E4-5EB25E8C8F12}"/>
              </a:ext>
            </a:extLst>
          </p:cNvPr>
          <p:cNvSpPr>
            <a:spLocks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5939">
            <a:extLst>
              <a:ext uri="{FF2B5EF4-FFF2-40B4-BE49-F238E27FC236}">
                <a16:creationId xmlns:a16="http://schemas.microsoft.com/office/drawing/2014/main" id="{356B9D68-CA7F-49DB-A9F9-6F1A97B950E3}"/>
              </a:ext>
            </a:extLst>
          </p:cNvPr>
          <p:cNvSpPr>
            <a:spLocks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5940">
            <a:extLst>
              <a:ext uri="{FF2B5EF4-FFF2-40B4-BE49-F238E27FC236}">
                <a16:creationId xmlns:a16="http://schemas.microsoft.com/office/drawing/2014/main" id="{9A7A7102-0458-4FD9-8FD2-0A0345321434}"/>
              </a:ext>
            </a:extLst>
          </p:cNvPr>
          <p:cNvSpPr>
            <a:spLocks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5941">
            <a:extLst>
              <a:ext uri="{FF2B5EF4-FFF2-40B4-BE49-F238E27FC236}">
                <a16:creationId xmlns:a16="http://schemas.microsoft.com/office/drawing/2014/main" id="{7812E936-B0A1-491F-832D-E89DAFBD18F3}"/>
              </a:ext>
            </a:extLst>
          </p:cNvPr>
          <p:cNvSpPr>
            <a:spLocks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5942">
            <a:extLst>
              <a:ext uri="{FF2B5EF4-FFF2-40B4-BE49-F238E27FC236}">
                <a16:creationId xmlns:a16="http://schemas.microsoft.com/office/drawing/2014/main" id="{D80A097C-2B21-47B5-8F56-448C444061D3}"/>
              </a:ext>
            </a:extLst>
          </p:cNvPr>
          <p:cNvSpPr>
            <a:spLocks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5943">
            <a:extLst>
              <a:ext uri="{FF2B5EF4-FFF2-40B4-BE49-F238E27FC236}">
                <a16:creationId xmlns:a16="http://schemas.microsoft.com/office/drawing/2014/main" id="{3FE57D50-9927-4CC9-A5E7-FD4C95E1818F}"/>
              </a:ext>
            </a:extLst>
          </p:cNvPr>
          <p:cNvSpPr>
            <a:spLocks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5944">
            <a:extLst>
              <a:ext uri="{FF2B5EF4-FFF2-40B4-BE49-F238E27FC236}">
                <a16:creationId xmlns:a16="http://schemas.microsoft.com/office/drawing/2014/main" id="{C6245DF7-611D-4C8C-B45E-179BBBB75586}"/>
              </a:ext>
            </a:extLst>
          </p:cNvPr>
          <p:cNvSpPr>
            <a:spLocks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5945">
            <a:extLst>
              <a:ext uri="{FF2B5EF4-FFF2-40B4-BE49-F238E27FC236}">
                <a16:creationId xmlns:a16="http://schemas.microsoft.com/office/drawing/2014/main" id="{B8C6523A-1E03-49CD-87C7-C357F615D0D8}"/>
              </a:ext>
            </a:extLst>
          </p:cNvPr>
          <p:cNvSpPr>
            <a:spLocks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5946">
            <a:extLst>
              <a:ext uri="{FF2B5EF4-FFF2-40B4-BE49-F238E27FC236}">
                <a16:creationId xmlns:a16="http://schemas.microsoft.com/office/drawing/2014/main" id="{F2107CAE-D18C-49B5-AA2B-25F5AB41F433}"/>
              </a:ext>
            </a:extLst>
          </p:cNvPr>
          <p:cNvSpPr>
            <a:spLocks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5947">
            <a:extLst>
              <a:ext uri="{FF2B5EF4-FFF2-40B4-BE49-F238E27FC236}">
                <a16:creationId xmlns:a16="http://schemas.microsoft.com/office/drawing/2014/main" id="{4C339081-6AAA-41DB-B34A-C0E1F99EE336}"/>
              </a:ext>
            </a:extLst>
          </p:cNvPr>
          <p:cNvSpPr>
            <a:spLocks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5948">
            <a:extLst>
              <a:ext uri="{FF2B5EF4-FFF2-40B4-BE49-F238E27FC236}">
                <a16:creationId xmlns:a16="http://schemas.microsoft.com/office/drawing/2014/main" id="{397767C7-C95D-4273-AEC1-D866E506BDB3}"/>
              </a:ext>
            </a:extLst>
          </p:cNvPr>
          <p:cNvSpPr>
            <a:spLocks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5949">
            <a:extLst>
              <a:ext uri="{FF2B5EF4-FFF2-40B4-BE49-F238E27FC236}">
                <a16:creationId xmlns:a16="http://schemas.microsoft.com/office/drawing/2014/main" id="{54613240-4319-40AA-A3BC-DBB6269814E0}"/>
              </a:ext>
            </a:extLst>
          </p:cNvPr>
          <p:cNvSpPr>
            <a:spLocks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5950">
            <a:extLst>
              <a:ext uri="{FF2B5EF4-FFF2-40B4-BE49-F238E27FC236}">
                <a16:creationId xmlns:a16="http://schemas.microsoft.com/office/drawing/2014/main" id="{3FCFDA0D-9BB9-445F-BB3B-50BB9FD1DB0D}"/>
              </a:ext>
            </a:extLst>
          </p:cNvPr>
          <p:cNvSpPr>
            <a:spLocks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5951">
            <a:extLst>
              <a:ext uri="{FF2B5EF4-FFF2-40B4-BE49-F238E27FC236}">
                <a16:creationId xmlns:a16="http://schemas.microsoft.com/office/drawing/2014/main" id="{7A84DFB8-185C-458C-86D4-03AB607A85AD}"/>
              </a:ext>
            </a:extLst>
          </p:cNvPr>
          <p:cNvSpPr>
            <a:spLocks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5952">
            <a:extLst>
              <a:ext uri="{FF2B5EF4-FFF2-40B4-BE49-F238E27FC236}">
                <a16:creationId xmlns:a16="http://schemas.microsoft.com/office/drawing/2014/main" id="{D70BC096-040B-42D6-92DD-AF9574B6D199}"/>
              </a:ext>
            </a:extLst>
          </p:cNvPr>
          <p:cNvSpPr>
            <a:spLocks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5953">
            <a:extLst>
              <a:ext uri="{FF2B5EF4-FFF2-40B4-BE49-F238E27FC236}">
                <a16:creationId xmlns:a16="http://schemas.microsoft.com/office/drawing/2014/main" id="{EABE0E1E-C757-437E-B067-2D31A02B3FF0}"/>
              </a:ext>
            </a:extLst>
          </p:cNvPr>
          <p:cNvSpPr>
            <a:spLocks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5954">
            <a:extLst>
              <a:ext uri="{FF2B5EF4-FFF2-40B4-BE49-F238E27FC236}">
                <a16:creationId xmlns:a16="http://schemas.microsoft.com/office/drawing/2014/main" id="{9F97AE18-BE53-4482-B960-BD4A4BC65879}"/>
              </a:ext>
            </a:extLst>
          </p:cNvPr>
          <p:cNvSpPr>
            <a:spLocks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5955">
            <a:extLst>
              <a:ext uri="{FF2B5EF4-FFF2-40B4-BE49-F238E27FC236}">
                <a16:creationId xmlns:a16="http://schemas.microsoft.com/office/drawing/2014/main" id="{1684E7F9-8843-46A5-8F4B-674F4E0268DE}"/>
              </a:ext>
            </a:extLst>
          </p:cNvPr>
          <p:cNvSpPr>
            <a:spLocks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5956">
            <a:extLst>
              <a:ext uri="{FF2B5EF4-FFF2-40B4-BE49-F238E27FC236}">
                <a16:creationId xmlns:a16="http://schemas.microsoft.com/office/drawing/2014/main" id="{C259AC96-18CC-40F0-9611-B3E0907B2F30}"/>
              </a:ext>
            </a:extLst>
          </p:cNvPr>
          <p:cNvSpPr>
            <a:spLocks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5957">
            <a:extLst>
              <a:ext uri="{FF2B5EF4-FFF2-40B4-BE49-F238E27FC236}">
                <a16:creationId xmlns:a16="http://schemas.microsoft.com/office/drawing/2014/main" id="{E7148F8E-AA66-402D-9FCE-4D7FE4B3DD6E}"/>
              </a:ext>
            </a:extLst>
          </p:cNvPr>
          <p:cNvSpPr>
            <a:spLocks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5958">
            <a:extLst>
              <a:ext uri="{FF2B5EF4-FFF2-40B4-BE49-F238E27FC236}">
                <a16:creationId xmlns:a16="http://schemas.microsoft.com/office/drawing/2014/main" id="{08121F7C-3B7E-4259-8FBC-F61FDBA19496}"/>
              </a:ext>
            </a:extLst>
          </p:cNvPr>
          <p:cNvSpPr>
            <a:spLocks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5959">
            <a:extLst>
              <a:ext uri="{FF2B5EF4-FFF2-40B4-BE49-F238E27FC236}">
                <a16:creationId xmlns:a16="http://schemas.microsoft.com/office/drawing/2014/main" id="{6AE70395-3BA6-421B-833C-8E2ED39ACE8A}"/>
              </a:ext>
            </a:extLst>
          </p:cNvPr>
          <p:cNvSpPr>
            <a:spLocks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5960">
            <a:extLst>
              <a:ext uri="{FF2B5EF4-FFF2-40B4-BE49-F238E27FC236}">
                <a16:creationId xmlns:a16="http://schemas.microsoft.com/office/drawing/2014/main" id="{CD6BB848-FBC0-4028-9046-6BFFAF7084DB}"/>
              </a:ext>
            </a:extLst>
          </p:cNvPr>
          <p:cNvSpPr>
            <a:spLocks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5961">
            <a:extLst>
              <a:ext uri="{FF2B5EF4-FFF2-40B4-BE49-F238E27FC236}">
                <a16:creationId xmlns:a16="http://schemas.microsoft.com/office/drawing/2014/main" id="{992D9652-A2F0-4C45-995B-C432AA2AE9F1}"/>
              </a:ext>
            </a:extLst>
          </p:cNvPr>
          <p:cNvSpPr>
            <a:spLocks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5962">
            <a:extLst>
              <a:ext uri="{FF2B5EF4-FFF2-40B4-BE49-F238E27FC236}">
                <a16:creationId xmlns:a16="http://schemas.microsoft.com/office/drawing/2014/main" id="{49D41337-3ADD-43E1-A7CF-5898DEB036E4}"/>
              </a:ext>
            </a:extLst>
          </p:cNvPr>
          <p:cNvSpPr>
            <a:spLocks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5963">
            <a:extLst>
              <a:ext uri="{FF2B5EF4-FFF2-40B4-BE49-F238E27FC236}">
                <a16:creationId xmlns:a16="http://schemas.microsoft.com/office/drawing/2014/main" id="{8A5C1628-B212-4BBF-A701-9F2C057B4594}"/>
              </a:ext>
            </a:extLst>
          </p:cNvPr>
          <p:cNvSpPr>
            <a:spLocks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5964">
            <a:extLst>
              <a:ext uri="{FF2B5EF4-FFF2-40B4-BE49-F238E27FC236}">
                <a16:creationId xmlns:a16="http://schemas.microsoft.com/office/drawing/2014/main" id="{4FEFB17E-19A7-4B25-B9BE-5C4DBD0E199B}"/>
              </a:ext>
            </a:extLst>
          </p:cNvPr>
          <p:cNvSpPr>
            <a:spLocks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5965">
            <a:extLst>
              <a:ext uri="{FF2B5EF4-FFF2-40B4-BE49-F238E27FC236}">
                <a16:creationId xmlns:a16="http://schemas.microsoft.com/office/drawing/2014/main" id="{3A8E74CD-BD23-48D0-903C-F73FC69FADFA}"/>
              </a:ext>
            </a:extLst>
          </p:cNvPr>
          <p:cNvSpPr>
            <a:spLocks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5966">
            <a:extLst>
              <a:ext uri="{FF2B5EF4-FFF2-40B4-BE49-F238E27FC236}">
                <a16:creationId xmlns:a16="http://schemas.microsoft.com/office/drawing/2014/main" id="{40EB6B41-A805-460F-BA26-42C52EC4A08F}"/>
              </a:ext>
            </a:extLst>
          </p:cNvPr>
          <p:cNvSpPr>
            <a:spLocks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5967">
            <a:extLst>
              <a:ext uri="{FF2B5EF4-FFF2-40B4-BE49-F238E27FC236}">
                <a16:creationId xmlns:a16="http://schemas.microsoft.com/office/drawing/2014/main" id="{6B497ECF-C9EB-4943-A986-6623975BB040}"/>
              </a:ext>
            </a:extLst>
          </p:cNvPr>
          <p:cNvSpPr>
            <a:spLocks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5968">
            <a:extLst>
              <a:ext uri="{FF2B5EF4-FFF2-40B4-BE49-F238E27FC236}">
                <a16:creationId xmlns:a16="http://schemas.microsoft.com/office/drawing/2014/main" id="{1D30534A-7B39-4EF7-A117-2225415BF427}"/>
              </a:ext>
            </a:extLst>
          </p:cNvPr>
          <p:cNvSpPr>
            <a:spLocks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5969">
            <a:extLst>
              <a:ext uri="{FF2B5EF4-FFF2-40B4-BE49-F238E27FC236}">
                <a16:creationId xmlns:a16="http://schemas.microsoft.com/office/drawing/2014/main" id="{D042B3F8-A95B-48EF-9DC3-5AE0E03D76EA}"/>
              </a:ext>
            </a:extLst>
          </p:cNvPr>
          <p:cNvSpPr>
            <a:spLocks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5970">
            <a:extLst>
              <a:ext uri="{FF2B5EF4-FFF2-40B4-BE49-F238E27FC236}">
                <a16:creationId xmlns:a16="http://schemas.microsoft.com/office/drawing/2014/main" id="{1C7B53CA-9EA4-46B7-8BF5-8187DF87DEA6}"/>
              </a:ext>
            </a:extLst>
          </p:cNvPr>
          <p:cNvSpPr>
            <a:spLocks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5971">
            <a:extLst>
              <a:ext uri="{FF2B5EF4-FFF2-40B4-BE49-F238E27FC236}">
                <a16:creationId xmlns:a16="http://schemas.microsoft.com/office/drawing/2014/main" id="{9FB9D710-1526-4234-BA9A-FB6E362912DD}"/>
              </a:ext>
            </a:extLst>
          </p:cNvPr>
          <p:cNvSpPr>
            <a:spLocks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5972">
            <a:extLst>
              <a:ext uri="{FF2B5EF4-FFF2-40B4-BE49-F238E27FC236}">
                <a16:creationId xmlns:a16="http://schemas.microsoft.com/office/drawing/2014/main" id="{68455477-CA44-4DC3-9663-C12A767733A8}"/>
              </a:ext>
            </a:extLst>
          </p:cNvPr>
          <p:cNvSpPr>
            <a:spLocks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5973">
            <a:extLst>
              <a:ext uri="{FF2B5EF4-FFF2-40B4-BE49-F238E27FC236}">
                <a16:creationId xmlns:a16="http://schemas.microsoft.com/office/drawing/2014/main" id="{7252899E-363C-4B1C-848E-D664054BF126}"/>
              </a:ext>
            </a:extLst>
          </p:cNvPr>
          <p:cNvSpPr>
            <a:spLocks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5974">
            <a:extLst>
              <a:ext uri="{FF2B5EF4-FFF2-40B4-BE49-F238E27FC236}">
                <a16:creationId xmlns:a16="http://schemas.microsoft.com/office/drawing/2014/main" id="{4555C3A9-20F5-44EC-8EA0-D0E0B0B918DC}"/>
              </a:ext>
            </a:extLst>
          </p:cNvPr>
          <p:cNvSpPr>
            <a:spLocks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5975">
            <a:extLst>
              <a:ext uri="{FF2B5EF4-FFF2-40B4-BE49-F238E27FC236}">
                <a16:creationId xmlns:a16="http://schemas.microsoft.com/office/drawing/2014/main" id="{167A3CEB-161D-4BC6-B75C-CBD52EB2659E}"/>
              </a:ext>
            </a:extLst>
          </p:cNvPr>
          <p:cNvSpPr>
            <a:spLocks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5976">
            <a:extLst>
              <a:ext uri="{FF2B5EF4-FFF2-40B4-BE49-F238E27FC236}">
                <a16:creationId xmlns:a16="http://schemas.microsoft.com/office/drawing/2014/main" id="{C9C038B7-344B-4254-9C5C-D4A788ED3DDB}"/>
              </a:ext>
            </a:extLst>
          </p:cNvPr>
          <p:cNvSpPr>
            <a:spLocks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5977">
            <a:extLst>
              <a:ext uri="{FF2B5EF4-FFF2-40B4-BE49-F238E27FC236}">
                <a16:creationId xmlns:a16="http://schemas.microsoft.com/office/drawing/2014/main" id="{70B09D33-3D8D-4166-BA0D-D4387EFD3609}"/>
              </a:ext>
            </a:extLst>
          </p:cNvPr>
          <p:cNvSpPr>
            <a:spLocks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5978">
            <a:extLst>
              <a:ext uri="{FF2B5EF4-FFF2-40B4-BE49-F238E27FC236}">
                <a16:creationId xmlns:a16="http://schemas.microsoft.com/office/drawing/2014/main" id="{49CC6363-FC5D-48AD-BE5F-98CD325E483F}"/>
              </a:ext>
            </a:extLst>
          </p:cNvPr>
          <p:cNvSpPr>
            <a:spLocks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5979">
            <a:extLst>
              <a:ext uri="{FF2B5EF4-FFF2-40B4-BE49-F238E27FC236}">
                <a16:creationId xmlns:a16="http://schemas.microsoft.com/office/drawing/2014/main" id="{7AA99DAE-A91A-4218-B180-A52D04435276}"/>
              </a:ext>
            </a:extLst>
          </p:cNvPr>
          <p:cNvSpPr>
            <a:spLocks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5980">
            <a:extLst>
              <a:ext uri="{FF2B5EF4-FFF2-40B4-BE49-F238E27FC236}">
                <a16:creationId xmlns:a16="http://schemas.microsoft.com/office/drawing/2014/main" id="{2E679842-7E89-4213-96A1-991149C9FC72}"/>
              </a:ext>
            </a:extLst>
          </p:cNvPr>
          <p:cNvSpPr>
            <a:spLocks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5981">
            <a:extLst>
              <a:ext uri="{FF2B5EF4-FFF2-40B4-BE49-F238E27FC236}">
                <a16:creationId xmlns:a16="http://schemas.microsoft.com/office/drawing/2014/main" id="{52D4612E-14A4-4B2D-A308-18E11A45B629}"/>
              </a:ext>
            </a:extLst>
          </p:cNvPr>
          <p:cNvSpPr>
            <a:spLocks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5982">
            <a:extLst>
              <a:ext uri="{FF2B5EF4-FFF2-40B4-BE49-F238E27FC236}">
                <a16:creationId xmlns:a16="http://schemas.microsoft.com/office/drawing/2014/main" id="{C4401397-228B-4418-A7C2-767A90014D10}"/>
              </a:ext>
            </a:extLst>
          </p:cNvPr>
          <p:cNvSpPr>
            <a:spLocks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5983">
            <a:extLst>
              <a:ext uri="{FF2B5EF4-FFF2-40B4-BE49-F238E27FC236}">
                <a16:creationId xmlns:a16="http://schemas.microsoft.com/office/drawing/2014/main" id="{39E11A63-72B7-4428-A48B-055908C624E7}"/>
              </a:ext>
            </a:extLst>
          </p:cNvPr>
          <p:cNvSpPr>
            <a:spLocks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5984">
            <a:extLst>
              <a:ext uri="{FF2B5EF4-FFF2-40B4-BE49-F238E27FC236}">
                <a16:creationId xmlns:a16="http://schemas.microsoft.com/office/drawing/2014/main" id="{D96F6EE3-C034-41F5-A017-2EDF9CCE8559}"/>
              </a:ext>
            </a:extLst>
          </p:cNvPr>
          <p:cNvSpPr>
            <a:spLocks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5985">
            <a:extLst>
              <a:ext uri="{FF2B5EF4-FFF2-40B4-BE49-F238E27FC236}">
                <a16:creationId xmlns:a16="http://schemas.microsoft.com/office/drawing/2014/main" id="{5F552324-1649-4846-9963-AD457EB9611D}"/>
              </a:ext>
            </a:extLst>
          </p:cNvPr>
          <p:cNvSpPr>
            <a:spLocks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5986">
            <a:extLst>
              <a:ext uri="{FF2B5EF4-FFF2-40B4-BE49-F238E27FC236}">
                <a16:creationId xmlns:a16="http://schemas.microsoft.com/office/drawing/2014/main" id="{B7D30DE2-E757-4D3C-8698-C6DD9E2E54AD}"/>
              </a:ext>
            </a:extLst>
          </p:cNvPr>
          <p:cNvSpPr>
            <a:spLocks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5987">
            <a:extLst>
              <a:ext uri="{FF2B5EF4-FFF2-40B4-BE49-F238E27FC236}">
                <a16:creationId xmlns:a16="http://schemas.microsoft.com/office/drawing/2014/main" id="{43DEB114-EBC0-4FC4-93F0-E14286D59E3C}"/>
              </a:ext>
            </a:extLst>
          </p:cNvPr>
          <p:cNvSpPr>
            <a:spLocks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5988">
            <a:extLst>
              <a:ext uri="{FF2B5EF4-FFF2-40B4-BE49-F238E27FC236}">
                <a16:creationId xmlns:a16="http://schemas.microsoft.com/office/drawing/2014/main" id="{BC4837EC-B493-4CF0-B8D8-9038143DE519}"/>
              </a:ext>
            </a:extLst>
          </p:cNvPr>
          <p:cNvSpPr>
            <a:spLocks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5989">
            <a:extLst>
              <a:ext uri="{FF2B5EF4-FFF2-40B4-BE49-F238E27FC236}">
                <a16:creationId xmlns:a16="http://schemas.microsoft.com/office/drawing/2014/main" id="{5ED14997-34F5-4524-A337-7E9E69E878BF}"/>
              </a:ext>
            </a:extLst>
          </p:cNvPr>
          <p:cNvSpPr>
            <a:spLocks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5990">
            <a:extLst>
              <a:ext uri="{FF2B5EF4-FFF2-40B4-BE49-F238E27FC236}">
                <a16:creationId xmlns:a16="http://schemas.microsoft.com/office/drawing/2014/main" id="{473C82D4-A919-423F-99B0-325C95F22080}"/>
              </a:ext>
            </a:extLst>
          </p:cNvPr>
          <p:cNvSpPr>
            <a:spLocks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5991">
            <a:extLst>
              <a:ext uri="{FF2B5EF4-FFF2-40B4-BE49-F238E27FC236}">
                <a16:creationId xmlns:a16="http://schemas.microsoft.com/office/drawing/2014/main" id="{0442EE32-F6FB-470C-B065-0EA39965B095}"/>
              </a:ext>
            </a:extLst>
          </p:cNvPr>
          <p:cNvSpPr>
            <a:spLocks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5992">
            <a:extLst>
              <a:ext uri="{FF2B5EF4-FFF2-40B4-BE49-F238E27FC236}">
                <a16:creationId xmlns:a16="http://schemas.microsoft.com/office/drawing/2014/main" id="{C823C926-0A23-4537-BD5A-1245FFEE7AF2}"/>
              </a:ext>
            </a:extLst>
          </p:cNvPr>
          <p:cNvSpPr>
            <a:spLocks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5993">
            <a:extLst>
              <a:ext uri="{FF2B5EF4-FFF2-40B4-BE49-F238E27FC236}">
                <a16:creationId xmlns:a16="http://schemas.microsoft.com/office/drawing/2014/main" id="{5CDEC404-EC98-4303-852B-F9A82AE61C19}"/>
              </a:ext>
            </a:extLst>
          </p:cNvPr>
          <p:cNvSpPr>
            <a:spLocks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5994">
            <a:extLst>
              <a:ext uri="{FF2B5EF4-FFF2-40B4-BE49-F238E27FC236}">
                <a16:creationId xmlns:a16="http://schemas.microsoft.com/office/drawing/2014/main" id="{F2083DAE-3A52-42FF-8623-C12BF42B7E52}"/>
              </a:ext>
            </a:extLst>
          </p:cNvPr>
          <p:cNvSpPr>
            <a:spLocks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5995">
            <a:extLst>
              <a:ext uri="{FF2B5EF4-FFF2-40B4-BE49-F238E27FC236}">
                <a16:creationId xmlns:a16="http://schemas.microsoft.com/office/drawing/2014/main" id="{1EB4BC7E-1BF4-4218-92F1-CA0634C77A65}"/>
              </a:ext>
            </a:extLst>
          </p:cNvPr>
          <p:cNvSpPr>
            <a:spLocks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5996">
            <a:extLst>
              <a:ext uri="{FF2B5EF4-FFF2-40B4-BE49-F238E27FC236}">
                <a16:creationId xmlns:a16="http://schemas.microsoft.com/office/drawing/2014/main" id="{D1A29B69-8165-4A54-8D2C-24A12FB3BACF}"/>
              </a:ext>
            </a:extLst>
          </p:cNvPr>
          <p:cNvSpPr>
            <a:spLocks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5997">
            <a:extLst>
              <a:ext uri="{FF2B5EF4-FFF2-40B4-BE49-F238E27FC236}">
                <a16:creationId xmlns:a16="http://schemas.microsoft.com/office/drawing/2014/main" id="{4FB80614-439C-4264-9447-78AA6B69C2DA}"/>
              </a:ext>
            </a:extLst>
          </p:cNvPr>
          <p:cNvSpPr>
            <a:spLocks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5998">
            <a:extLst>
              <a:ext uri="{FF2B5EF4-FFF2-40B4-BE49-F238E27FC236}">
                <a16:creationId xmlns:a16="http://schemas.microsoft.com/office/drawing/2014/main" id="{A7F9202A-8BC2-4C91-8164-909288392077}"/>
              </a:ext>
            </a:extLst>
          </p:cNvPr>
          <p:cNvSpPr>
            <a:spLocks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5999">
            <a:extLst>
              <a:ext uri="{FF2B5EF4-FFF2-40B4-BE49-F238E27FC236}">
                <a16:creationId xmlns:a16="http://schemas.microsoft.com/office/drawing/2014/main" id="{B6624DC6-73B7-41E7-95DC-7F559ADD933E}"/>
              </a:ext>
            </a:extLst>
          </p:cNvPr>
          <p:cNvSpPr>
            <a:spLocks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6000">
            <a:extLst>
              <a:ext uri="{FF2B5EF4-FFF2-40B4-BE49-F238E27FC236}">
                <a16:creationId xmlns:a16="http://schemas.microsoft.com/office/drawing/2014/main" id="{45A98951-013F-4861-BB19-6EC1D9483439}"/>
              </a:ext>
            </a:extLst>
          </p:cNvPr>
          <p:cNvSpPr>
            <a:spLocks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6001">
            <a:extLst>
              <a:ext uri="{FF2B5EF4-FFF2-40B4-BE49-F238E27FC236}">
                <a16:creationId xmlns:a16="http://schemas.microsoft.com/office/drawing/2014/main" id="{6E306B9B-E339-495E-BA94-956E30DC09BD}"/>
              </a:ext>
            </a:extLst>
          </p:cNvPr>
          <p:cNvSpPr>
            <a:spLocks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6002">
            <a:extLst>
              <a:ext uri="{FF2B5EF4-FFF2-40B4-BE49-F238E27FC236}">
                <a16:creationId xmlns:a16="http://schemas.microsoft.com/office/drawing/2014/main" id="{1147883B-6DB9-4EA7-A87C-43D079263D6D}"/>
              </a:ext>
            </a:extLst>
          </p:cNvPr>
          <p:cNvSpPr>
            <a:spLocks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6003">
            <a:extLst>
              <a:ext uri="{FF2B5EF4-FFF2-40B4-BE49-F238E27FC236}">
                <a16:creationId xmlns:a16="http://schemas.microsoft.com/office/drawing/2014/main" id="{5BC787CC-508C-4B60-A82E-49F4BE0F856C}"/>
              </a:ext>
            </a:extLst>
          </p:cNvPr>
          <p:cNvSpPr>
            <a:spLocks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6004">
            <a:extLst>
              <a:ext uri="{FF2B5EF4-FFF2-40B4-BE49-F238E27FC236}">
                <a16:creationId xmlns:a16="http://schemas.microsoft.com/office/drawing/2014/main" id="{78684CF3-3C62-41C9-AC2D-12B189312202}"/>
              </a:ext>
            </a:extLst>
          </p:cNvPr>
          <p:cNvSpPr>
            <a:spLocks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6005">
            <a:extLst>
              <a:ext uri="{FF2B5EF4-FFF2-40B4-BE49-F238E27FC236}">
                <a16:creationId xmlns:a16="http://schemas.microsoft.com/office/drawing/2014/main" id="{F65DD9B2-41B6-4FEC-BDF4-B9C25FCE0D1A}"/>
              </a:ext>
            </a:extLst>
          </p:cNvPr>
          <p:cNvSpPr>
            <a:spLocks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6006">
            <a:extLst>
              <a:ext uri="{FF2B5EF4-FFF2-40B4-BE49-F238E27FC236}">
                <a16:creationId xmlns:a16="http://schemas.microsoft.com/office/drawing/2014/main" id="{C83DB009-5292-4A87-A6C2-FC2BDC7E313B}"/>
              </a:ext>
            </a:extLst>
          </p:cNvPr>
          <p:cNvSpPr>
            <a:spLocks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6007">
            <a:extLst>
              <a:ext uri="{FF2B5EF4-FFF2-40B4-BE49-F238E27FC236}">
                <a16:creationId xmlns:a16="http://schemas.microsoft.com/office/drawing/2014/main" id="{A4B408BE-7A2F-4116-B6F5-41491ED1BE87}"/>
              </a:ext>
            </a:extLst>
          </p:cNvPr>
          <p:cNvSpPr>
            <a:spLocks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6008">
            <a:extLst>
              <a:ext uri="{FF2B5EF4-FFF2-40B4-BE49-F238E27FC236}">
                <a16:creationId xmlns:a16="http://schemas.microsoft.com/office/drawing/2014/main" id="{551C5518-7F34-4123-B04D-D3B028AEB89F}"/>
              </a:ext>
            </a:extLst>
          </p:cNvPr>
          <p:cNvSpPr>
            <a:spLocks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6009">
            <a:extLst>
              <a:ext uri="{FF2B5EF4-FFF2-40B4-BE49-F238E27FC236}">
                <a16:creationId xmlns:a16="http://schemas.microsoft.com/office/drawing/2014/main" id="{8D1716A0-F5DC-4B4C-A5F5-192298887740}"/>
              </a:ext>
            </a:extLst>
          </p:cNvPr>
          <p:cNvSpPr>
            <a:spLocks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6010">
            <a:extLst>
              <a:ext uri="{FF2B5EF4-FFF2-40B4-BE49-F238E27FC236}">
                <a16:creationId xmlns:a16="http://schemas.microsoft.com/office/drawing/2014/main" id="{044BF8C2-73B7-49A7-ABF6-3732ACA33CE3}"/>
              </a:ext>
            </a:extLst>
          </p:cNvPr>
          <p:cNvSpPr>
            <a:spLocks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6011">
            <a:extLst>
              <a:ext uri="{FF2B5EF4-FFF2-40B4-BE49-F238E27FC236}">
                <a16:creationId xmlns:a16="http://schemas.microsoft.com/office/drawing/2014/main" id="{AA110AB3-5342-4C9B-8559-510DF2C4069B}"/>
              </a:ext>
            </a:extLst>
          </p:cNvPr>
          <p:cNvSpPr>
            <a:spLocks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6012">
            <a:extLst>
              <a:ext uri="{FF2B5EF4-FFF2-40B4-BE49-F238E27FC236}">
                <a16:creationId xmlns:a16="http://schemas.microsoft.com/office/drawing/2014/main" id="{D6BA8063-C106-4348-B92A-67AC049A0FC1}"/>
              </a:ext>
            </a:extLst>
          </p:cNvPr>
          <p:cNvSpPr>
            <a:spLocks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6013">
            <a:extLst>
              <a:ext uri="{FF2B5EF4-FFF2-40B4-BE49-F238E27FC236}">
                <a16:creationId xmlns:a16="http://schemas.microsoft.com/office/drawing/2014/main" id="{61ABD422-8A79-44FC-B3B1-26A1D42CA04A}"/>
              </a:ext>
            </a:extLst>
          </p:cNvPr>
          <p:cNvSpPr>
            <a:spLocks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6014">
            <a:extLst>
              <a:ext uri="{FF2B5EF4-FFF2-40B4-BE49-F238E27FC236}">
                <a16:creationId xmlns:a16="http://schemas.microsoft.com/office/drawing/2014/main" id="{89891A20-D578-42EC-99AE-DCCECB757D8C}"/>
              </a:ext>
            </a:extLst>
          </p:cNvPr>
          <p:cNvSpPr>
            <a:spLocks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6015">
            <a:extLst>
              <a:ext uri="{FF2B5EF4-FFF2-40B4-BE49-F238E27FC236}">
                <a16:creationId xmlns:a16="http://schemas.microsoft.com/office/drawing/2014/main" id="{39E1ACFE-5462-4F04-B2B7-31BBD618B4A0}"/>
              </a:ext>
            </a:extLst>
          </p:cNvPr>
          <p:cNvSpPr>
            <a:spLocks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6016">
            <a:extLst>
              <a:ext uri="{FF2B5EF4-FFF2-40B4-BE49-F238E27FC236}">
                <a16:creationId xmlns:a16="http://schemas.microsoft.com/office/drawing/2014/main" id="{C1C7D5BE-2E93-48C2-B9FC-44D0BEC12590}"/>
              </a:ext>
            </a:extLst>
          </p:cNvPr>
          <p:cNvSpPr>
            <a:spLocks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6017">
            <a:extLst>
              <a:ext uri="{FF2B5EF4-FFF2-40B4-BE49-F238E27FC236}">
                <a16:creationId xmlns:a16="http://schemas.microsoft.com/office/drawing/2014/main" id="{8F1B6C2B-0230-444D-8A49-A77AA0AEA40B}"/>
              </a:ext>
            </a:extLst>
          </p:cNvPr>
          <p:cNvSpPr>
            <a:spLocks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6018">
            <a:extLst>
              <a:ext uri="{FF2B5EF4-FFF2-40B4-BE49-F238E27FC236}">
                <a16:creationId xmlns:a16="http://schemas.microsoft.com/office/drawing/2014/main" id="{EC4A6ED2-EB75-4C09-89A8-0D467A16A0DF}"/>
              </a:ext>
            </a:extLst>
          </p:cNvPr>
          <p:cNvSpPr>
            <a:spLocks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6019">
            <a:extLst>
              <a:ext uri="{FF2B5EF4-FFF2-40B4-BE49-F238E27FC236}">
                <a16:creationId xmlns:a16="http://schemas.microsoft.com/office/drawing/2014/main" id="{F4C500BA-CF74-47FE-9510-529272081FD3}"/>
              </a:ext>
            </a:extLst>
          </p:cNvPr>
          <p:cNvSpPr>
            <a:spLocks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6020">
            <a:extLst>
              <a:ext uri="{FF2B5EF4-FFF2-40B4-BE49-F238E27FC236}">
                <a16:creationId xmlns:a16="http://schemas.microsoft.com/office/drawing/2014/main" id="{8080A3E3-2A12-4261-BED6-50BE80D35D60}"/>
              </a:ext>
            </a:extLst>
          </p:cNvPr>
          <p:cNvSpPr>
            <a:spLocks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6021">
            <a:extLst>
              <a:ext uri="{FF2B5EF4-FFF2-40B4-BE49-F238E27FC236}">
                <a16:creationId xmlns:a16="http://schemas.microsoft.com/office/drawing/2014/main" id="{50920165-2701-4F50-AD01-7F9B0BFFD497}"/>
              </a:ext>
            </a:extLst>
          </p:cNvPr>
          <p:cNvSpPr>
            <a:spLocks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6022">
            <a:extLst>
              <a:ext uri="{FF2B5EF4-FFF2-40B4-BE49-F238E27FC236}">
                <a16:creationId xmlns:a16="http://schemas.microsoft.com/office/drawing/2014/main" id="{50E79355-4F4A-4108-9C0C-B99C3BD2648A}"/>
              </a:ext>
            </a:extLst>
          </p:cNvPr>
          <p:cNvSpPr>
            <a:spLocks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6023">
            <a:extLst>
              <a:ext uri="{FF2B5EF4-FFF2-40B4-BE49-F238E27FC236}">
                <a16:creationId xmlns:a16="http://schemas.microsoft.com/office/drawing/2014/main" id="{E161A36C-B83F-4DD8-93B0-36727A95FBE2}"/>
              </a:ext>
            </a:extLst>
          </p:cNvPr>
          <p:cNvSpPr>
            <a:spLocks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6024">
            <a:extLst>
              <a:ext uri="{FF2B5EF4-FFF2-40B4-BE49-F238E27FC236}">
                <a16:creationId xmlns:a16="http://schemas.microsoft.com/office/drawing/2014/main" id="{4786186E-D1DB-4A37-84E9-D760A5B84704}"/>
              </a:ext>
            </a:extLst>
          </p:cNvPr>
          <p:cNvSpPr>
            <a:spLocks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6025">
            <a:extLst>
              <a:ext uri="{FF2B5EF4-FFF2-40B4-BE49-F238E27FC236}">
                <a16:creationId xmlns:a16="http://schemas.microsoft.com/office/drawing/2014/main" id="{F03DBCEF-8304-4D28-B37E-2A11752FF135}"/>
              </a:ext>
            </a:extLst>
          </p:cNvPr>
          <p:cNvSpPr>
            <a:spLocks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6026">
            <a:extLst>
              <a:ext uri="{FF2B5EF4-FFF2-40B4-BE49-F238E27FC236}">
                <a16:creationId xmlns:a16="http://schemas.microsoft.com/office/drawing/2014/main" id="{16CFBD77-EB58-4187-9EAE-3031AD90D5A1}"/>
              </a:ext>
            </a:extLst>
          </p:cNvPr>
          <p:cNvSpPr>
            <a:spLocks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6027">
            <a:extLst>
              <a:ext uri="{FF2B5EF4-FFF2-40B4-BE49-F238E27FC236}">
                <a16:creationId xmlns:a16="http://schemas.microsoft.com/office/drawing/2014/main" id="{AB9AC327-F91D-4080-8A9B-242DE2D34E5D}"/>
              </a:ext>
            </a:extLst>
          </p:cNvPr>
          <p:cNvSpPr>
            <a:spLocks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6028">
            <a:extLst>
              <a:ext uri="{FF2B5EF4-FFF2-40B4-BE49-F238E27FC236}">
                <a16:creationId xmlns:a16="http://schemas.microsoft.com/office/drawing/2014/main" id="{3CAB4C10-2E47-486E-BFD8-AE2CC1CBA855}"/>
              </a:ext>
            </a:extLst>
          </p:cNvPr>
          <p:cNvSpPr>
            <a:spLocks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6029">
            <a:extLst>
              <a:ext uri="{FF2B5EF4-FFF2-40B4-BE49-F238E27FC236}">
                <a16:creationId xmlns:a16="http://schemas.microsoft.com/office/drawing/2014/main" id="{4BA0B959-F27F-4A48-BAF7-A212E4E07A44}"/>
              </a:ext>
            </a:extLst>
          </p:cNvPr>
          <p:cNvSpPr>
            <a:spLocks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6030">
            <a:extLst>
              <a:ext uri="{FF2B5EF4-FFF2-40B4-BE49-F238E27FC236}">
                <a16:creationId xmlns:a16="http://schemas.microsoft.com/office/drawing/2014/main" id="{F59DD92A-D272-4D02-AB6E-1FACD84D6E56}"/>
              </a:ext>
            </a:extLst>
          </p:cNvPr>
          <p:cNvSpPr>
            <a:spLocks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6031">
            <a:extLst>
              <a:ext uri="{FF2B5EF4-FFF2-40B4-BE49-F238E27FC236}">
                <a16:creationId xmlns:a16="http://schemas.microsoft.com/office/drawing/2014/main" id="{E40EF763-3476-4E75-90C7-0C85217E450F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6032">
            <a:extLst>
              <a:ext uri="{FF2B5EF4-FFF2-40B4-BE49-F238E27FC236}">
                <a16:creationId xmlns:a16="http://schemas.microsoft.com/office/drawing/2014/main" id="{DCA4DFF5-0E40-4A11-BC53-2EAA07CF1920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6033">
            <a:extLst>
              <a:ext uri="{FF2B5EF4-FFF2-40B4-BE49-F238E27FC236}">
                <a16:creationId xmlns:a16="http://schemas.microsoft.com/office/drawing/2014/main" id="{90640D42-BFEE-41BA-B2AA-1A26576DC1CB}"/>
              </a:ext>
            </a:extLst>
          </p:cNvPr>
          <p:cNvSpPr>
            <a:spLocks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6034">
            <a:extLst>
              <a:ext uri="{FF2B5EF4-FFF2-40B4-BE49-F238E27FC236}">
                <a16:creationId xmlns:a16="http://schemas.microsoft.com/office/drawing/2014/main" id="{84B9B32E-5BA2-4D02-8C7E-AEE0262FF6DA}"/>
              </a:ext>
            </a:extLst>
          </p:cNvPr>
          <p:cNvSpPr>
            <a:spLocks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6035">
            <a:extLst>
              <a:ext uri="{FF2B5EF4-FFF2-40B4-BE49-F238E27FC236}">
                <a16:creationId xmlns:a16="http://schemas.microsoft.com/office/drawing/2014/main" id="{F0B73CCD-3817-4EEC-A104-CDDA3EF5F407}"/>
              </a:ext>
            </a:extLst>
          </p:cNvPr>
          <p:cNvSpPr>
            <a:spLocks/>
          </p:cNvSpPr>
          <p:nvPr/>
        </p:nvSpPr>
        <p:spPr>
          <a:xfrm>
            <a:off x="6006790" y="3154589"/>
            <a:ext cx="191" cy="749077"/>
          </a:xfrm>
          <a:custGeom>
            <a:avLst/>
            <a:gdLst/>
            <a:ahLst/>
            <a:cxnLst/>
            <a:rect l="0" t="0" r="0" b="0"/>
            <a:pathLst>
              <a:path w="191" h="749077">
                <a:moveTo>
                  <a:pt x="0" y="749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6036">
            <a:extLst>
              <a:ext uri="{FF2B5EF4-FFF2-40B4-BE49-F238E27FC236}">
                <a16:creationId xmlns:a16="http://schemas.microsoft.com/office/drawing/2014/main" id="{B1FCF1AC-ECAD-4A5A-BCFB-CDAB1B126CD8}"/>
              </a:ext>
            </a:extLst>
          </p:cNvPr>
          <p:cNvSpPr>
            <a:spLocks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6037">
            <a:extLst>
              <a:ext uri="{FF2B5EF4-FFF2-40B4-BE49-F238E27FC236}">
                <a16:creationId xmlns:a16="http://schemas.microsoft.com/office/drawing/2014/main" id="{8682E6C4-DBC5-402E-A59C-CE9CE040BD82}"/>
              </a:ext>
            </a:extLst>
          </p:cNvPr>
          <p:cNvSpPr>
            <a:spLocks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6038">
            <a:extLst>
              <a:ext uri="{FF2B5EF4-FFF2-40B4-BE49-F238E27FC236}">
                <a16:creationId xmlns:a16="http://schemas.microsoft.com/office/drawing/2014/main" id="{E00C5CC9-109A-4870-BEF8-73F7363EDA4E}"/>
              </a:ext>
            </a:extLst>
          </p:cNvPr>
          <p:cNvSpPr>
            <a:spLocks/>
          </p:cNvSpPr>
          <p:nvPr/>
        </p:nvSpPr>
        <p:spPr>
          <a:xfrm>
            <a:off x="7916694" y="2311878"/>
            <a:ext cx="191" cy="1610875"/>
          </a:xfrm>
          <a:custGeom>
            <a:avLst/>
            <a:gdLst/>
            <a:ahLst/>
            <a:cxnLst/>
            <a:rect l="0" t="0" r="0" b="0"/>
            <a:pathLst>
              <a:path w="191" h="1610875">
                <a:moveTo>
                  <a:pt x="0" y="161087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6039">
            <a:extLst>
              <a:ext uri="{FF2B5EF4-FFF2-40B4-BE49-F238E27FC236}">
                <a16:creationId xmlns:a16="http://schemas.microsoft.com/office/drawing/2014/main" id="{67ACB074-EEFB-4255-A42E-96590413D85C}"/>
              </a:ext>
            </a:extLst>
          </p:cNvPr>
          <p:cNvSpPr>
            <a:spLocks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6040">
            <a:extLst>
              <a:ext uri="{FF2B5EF4-FFF2-40B4-BE49-F238E27FC236}">
                <a16:creationId xmlns:a16="http://schemas.microsoft.com/office/drawing/2014/main" id="{B6C86C59-C452-4D68-A8FE-37A24C292531}"/>
              </a:ext>
            </a:extLst>
          </p:cNvPr>
          <p:cNvSpPr>
            <a:spLocks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6041">
            <a:extLst>
              <a:ext uri="{FF2B5EF4-FFF2-40B4-BE49-F238E27FC236}">
                <a16:creationId xmlns:a16="http://schemas.microsoft.com/office/drawing/2014/main" id="{027BD915-6E1F-484D-B83F-9E9E54EC60F3}"/>
              </a:ext>
            </a:extLst>
          </p:cNvPr>
          <p:cNvSpPr>
            <a:spLocks/>
          </p:cNvSpPr>
          <p:nvPr/>
        </p:nvSpPr>
        <p:spPr>
          <a:xfrm>
            <a:off x="5971322" y="354473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6042">
            <a:extLst>
              <a:ext uri="{FF2B5EF4-FFF2-40B4-BE49-F238E27FC236}">
                <a16:creationId xmlns:a16="http://schemas.microsoft.com/office/drawing/2014/main" id="{6E291A0C-D41B-4286-8AE9-E2F999B4BA0B}"/>
              </a:ext>
            </a:extLst>
          </p:cNvPr>
          <p:cNvSpPr>
            <a:spLocks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6043">
            <a:extLst>
              <a:ext uri="{FF2B5EF4-FFF2-40B4-BE49-F238E27FC236}">
                <a16:creationId xmlns:a16="http://schemas.microsoft.com/office/drawing/2014/main" id="{3192F1CC-94A0-4679-AD21-825996E34050}"/>
              </a:ext>
            </a:extLst>
          </p:cNvPr>
          <p:cNvSpPr>
            <a:spLocks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6044">
            <a:extLst>
              <a:ext uri="{FF2B5EF4-FFF2-40B4-BE49-F238E27FC236}">
                <a16:creationId xmlns:a16="http://schemas.microsoft.com/office/drawing/2014/main" id="{E1117028-DB0C-439E-9FA9-69DEAEE80959}"/>
              </a:ext>
            </a:extLst>
          </p:cNvPr>
          <p:cNvSpPr>
            <a:spLocks/>
          </p:cNvSpPr>
          <p:nvPr/>
        </p:nvSpPr>
        <p:spPr>
          <a:xfrm>
            <a:off x="7881225" y="2894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6045">
            <a:extLst>
              <a:ext uri="{FF2B5EF4-FFF2-40B4-BE49-F238E27FC236}">
                <a16:creationId xmlns:a16="http://schemas.microsoft.com/office/drawing/2014/main" id="{C10935A9-3C16-4AEC-B2D4-9AB7AF7FCE38}"/>
              </a:ext>
            </a:extLst>
          </p:cNvPr>
          <p:cNvSpPr>
            <a:spLocks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6046">
            <a:extLst>
              <a:ext uri="{FF2B5EF4-FFF2-40B4-BE49-F238E27FC236}">
                <a16:creationId xmlns:a16="http://schemas.microsoft.com/office/drawing/2014/main" id="{F9541160-5AD9-40CB-BC52-4006FB7FF734}"/>
              </a:ext>
            </a:extLst>
          </p:cNvPr>
          <p:cNvSpPr>
            <a:spLocks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6047">
            <a:extLst>
              <a:ext uri="{FF2B5EF4-FFF2-40B4-BE49-F238E27FC236}">
                <a16:creationId xmlns:a16="http://schemas.microsoft.com/office/drawing/2014/main" id="{B9FF9190-5E5D-4FA3-B120-599056D069E9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6048">
            <a:extLst>
              <a:ext uri="{FF2B5EF4-FFF2-40B4-BE49-F238E27FC236}">
                <a16:creationId xmlns:a16="http://schemas.microsoft.com/office/drawing/2014/main" id="{FF9F2908-CD42-45E3-BE92-5CA273C223A5}"/>
              </a:ext>
            </a:extLst>
          </p:cNvPr>
          <p:cNvSpPr>
            <a:spLocks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6049">
            <a:extLst>
              <a:ext uri="{FF2B5EF4-FFF2-40B4-BE49-F238E27FC236}">
                <a16:creationId xmlns:a16="http://schemas.microsoft.com/office/drawing/2014/main" id="{BD7A1D82-1AC3-4DD9-A70A-DE8ED13C2666}"/>
              </a:ext>
            </a:extLst>
          </p:cNvPr>
          <p:cNvSpPr>
            <a:spLocks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6050">
            <a:extLst>
              <a:ext uri="{FF2B5EF4-FFF2-40B4-BE49-F238E27FC236}">
                <a16:creationId xmlns:a16="http://schemas.microsoft.com/office/drawing/2014/main" id="{03EA060B-B3FC-4061-885F-3DE5797B1248}"/>
              </a:ext>
            </a:extLst>
          </p:cNvPr>
          <p:cNvSpPr>
            <a:spLocks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6051">
            <a:extLst>
              <a:ext uri="{FF2B5EF4-FFF2-40B4-BE49-F238E27FC236}">
                <a16:creationId xmlns:a16="http://schemas.microsoft.com/office/drawing/2014/main" id="{92172741-DD8F-496D-A5A9-35882A742DC7}"/>
              </a:ext>
            </a:extLst>
          </p:cNvPr>
          <p:cNvSpPr>
            <a:spLocks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6052">
            <a:extLst>
              <a:ext uri="{FF2B5EF4-FFF2-40B4-BE49-F238E27FC236}">
                <a16:creationId xmlns:a16="http://schemas.microsoft.com/office/drawing/2014/main" id="{43C9468C-E583-46BB-8FB7-0F1EFF6903A9}"/>
              </a:ext>
            </a:extLst>
          </p:cNvPr>
          <p:cNvSpPr>
            <a:spLocks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6053">
            <a:extLst>
              <a:ext uri="{FF2B5EF4-FFF2-40B4-BE49-F238E27FC236}">
                <a16:creationId xmlns:a16="http://schemas.microsoft.com/office/drawing/2014/main" id="{1D51A49F-5956-40C4-A20A-197F9336CF4C}"/>
              </a:ext>
            </a:extLst>
          </p:cNvPr>
          <p:cNvSpPr>
            <a:spLocks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6054">
            <a:extLst>
              <a:ext uri="{FF2B5EF4-FFF2-40B4-BE49-F238E27FC236}">
                <a16:creationId xmlns:a16="http://schemas.microsoft.com/office/drawing/2014/main" id="{CC2DAAA1-F5DE-4D61-89C5-5CAA1AA0D822}"/>
              </a:ext>
            </a:extLst>
          </p:cNvPr>
          <p:cNvSpPr>
            <a:spLocks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6055">
            <a:extLst>
              <a:ext uri="{FF2B5EF4-FFF2-40B4-BE49-F238E27FC236}">
                <a16:creationId xmlns:a16="http://schemas.microsoft.com/office/drawing/2014/main" id="{6CEEBE6E-1ECF-40FB-B6CF-3C6731FEECE5}"/>
              </a:ext>
            </a:extLst>
          </p:cNvPr>
          <p:cNvSpPr>
            <a:spLocks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6056">
            <a:extLst>
              <a:ext uri="{FF2B5EF4-FFF2-40B4-BE49-F238E27FC236}">
                <a16:creationId xmlns:a16="http://schemas.microsoft.com/office/drawing/2014/main" id="{48A3A6ED-27DA-47BC-BB50-778F7859F344}"/>
              </a:ext>
            </a:extLst>
          </p:cNvPr>
          <p:cNvSpPr>
            <a:spLocks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6057">
            <a:extLst>
              <a:ext uri="{FF2B5EF4-FFF2-40B4-BE49-F238E27FC236}">
                <a16:creationId xmlns:a16="http://schemas.microsoft.com/office/drawing/2014/main" id="{E8AF4764-D34F-4589-8564-37B396228541}"/>
              </a:ext>
            </a:extLst>
          </p:cNvPr>
          <p:cNvSpPr>
            <a:spLocks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6058">
            <a:extLst>
              <a:ext uri="{FF2B5EF4-FFF2-40B4-BE49-F238E27FC236}">
                <a16:creationId xmlns:a16="http://schemas.microsoft.com/office/drawing/2014/main" id="{91425E86-F8D7-4F25-BAD8-A709441A262E}"/>
              </a:ext>
            </a:extLst>
          </p:cNvPr>
          <p:cNvSpPr>
            <a:spLocks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6059">
            <a:extLst>
              <a:ext uri="{FF2B5EF4-FFF2-40B4-BE49-F238E27FC236}">
                <a16:creationId xmlns:a16="http://schemas.microsoft.com/office/drawing/2014/main" id="{54431E8A-E590-45D1-9747-A58B2CE43FE4}"/>
              </a:ext>
            </a:extLst>
          </p:cNvPr>
          <p:cNvSpPr>
            <a:spLocks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6060">
            <a:extLst>
              <a:ext uri="{FF2B5EF4-FFF2-40B4-BE49-F238E27FC236}">
                <a16:creationId xmlns:a16="http://schemas.microsoft.com/office/drawing/2014/main" id="{64C3872D-C492-4E20-8DAF-1FD403CA389B}"/>
              </a:ext>
            </a:extLst>
          </p:cNvPr>
          <p:cNvSpPr>
            <a:spLocks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6061">
            <a:extLst>
              <a:ext uri="{FF2B5EF4-FFF2-40B4-BE49-F238E27FC236}">
                <a16:creationId xmlns:a16="http://schemas.microsoft.com/office/drawing/2014/main" id="{44A5AF08-24B3-437D-99D7-CE726207BA45}"/>
              </a:ext>
            </a:extLst>
          </p:cNvPr>
          <p:cNvSpPr>
            <a:spLocks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6062">
            <a:extLst>
              <a:ext uri="{FF2B5EF4-FFF2-40B4-BE49-F238E27FC236}">
                <a16:creationId xmlns:a16="http://schemas.microsoft.com/office/drawing/2014/main" id="{9C19E770-F3F9-42E0-BBB5-352BBD994777}"/>
              </a:ext>
            </a:extLst>
          </p:cNvPr>
          <p:cNvSpPr>
            <a:spLocks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6063">
            <a:extLst>
              <a:ext uri="{FF2B5EF4-FFF2-40B4-BE49-F238E27FC236}">
                <a16:creationId xmlns:a16="http://schemas.microsoft.com/office/drawing/2014/main" id="{340FB71C-1CE5-4332-8844-37B236C61767}"/>
              </a:ext>
            </a:extLst>
          </p:cNvPr>
          <p:cNvSpPr>
            <a:spLocks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6064">
            <a:extLst>
              <a:ext uri="{FF2B5EF4-FFF2-40B4-BE49-F238E27FC236}">
                <a16:creationId xmlns:a16="http://schemas.microsoft.com/office/drawing/2014/main" id="{02CC11B4-C6B8-4DA2-A7EE-CDE51CAC5635}"/>
              </a:ext>
            </a:extLst>
          </p:cNvPr>
          <p:cNvSpPr>
            <a:spLocks/>
          </p:cNvSpPr>
          <p:nvPr/>
        </p:nvSpPr>
        <p:spPr>
          <a:xfrm>
            <a:off x="1510368" y="6345745"/>
            <a:ext cx="343041" cy="510032"/>
          </a:xfrm>
          <a:custGeom>
            <a:avLst/>
            <a:gdLst/>
            <a:ahLst/>
            <a:cxnLst/>
            <a:rect l="0" t="0" r="0" b="0"/>
            <a:pathLst>
              <a:path w="343041" h="510032">
                <a:moveTo>
                  <a:pt x="0" y="510032"/>
                </a:moveTo>
                <a:lnTo>
                  <a:pt x="343041" y="510032"/>
                </a:lnTo>
                <a:lnTo>
                  <a:pt x="343041" y="0"/>
                </a:lnTo>
                <a:lnTo>
                  <a:pt x="0" y="0"/>
                </a:lnTo>
                <a:lnTo>
                  <a:pt x="0" y="510032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6065">
            <a:extLst>
              <a:ext uri="{FF2B5EF4-FFF2-40B4-BE49-F238E27FC236}">
                <a16:creationId xmlns:a16="http://schemas.microsoft.com/office/drawing/2014/main" id="{116EB9E1-CFA8-48A3-829E-C3E8CDEB7575}"/>
              </a:ext>
            </a:extLst>
          </p:cNvPr>
          <p:cNvSpPr>
            <a:spLocks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6066">
            <a:extLst>
              <a:ext uri="{FF2B5EF4-FFF2-40B4-BE49-F238E27FC236}">
                <a16:creationId xmlns:a16="http://schemas.microsoft.com/office/drawing/2014/main" id="{81ED9AD9-A08A-4303-8B7C-9DD3AEE12288}"/>
              </a:ext>
            </a:extLst>
          </p:cNvPr>
          <p:cNvSpPr>
            <a:spLocks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6067">
            <a:extLst>
              <a:ext uri="{FF2B5EF4-FFF2-40B4-BE49-F238E27FC236}">
                <a16:creationId xmlns:a16="http://schemas.microsoft.com/office/drawing/2014/main" id="{D7268292-1BAD-4209-AE35-C75D3D1E01D5}"/>
              </a:ext>
            </a:extLst>
          </p:cNvPr>
          <p:cNvSpPr>
            <a:spLocks/>
          </p:cNvSpPr>
          <p:nvPr/>
        </p:nvSpPr>
        <p:spPr>
          <a:xfrm>
            <a:off x="3183738" y="6294786"/>
            <a:ext cx="343041" cy="560991"/>
          </a:xfrm>
          <a:custGeom>
            <a:avLst/>
            <a:gdLst/>
            <a:ahLst/>
            <a:cxnLst/>
            <a:rect l="0" t="0" r="0" b="0"/>
            <a:pathLst>
              <a:path w="343041" h="560991">
                <a:moveTo>
                  <a:pt x="0" y="560991"/>
                </a:moveTo>
                <a:lnTo>
                  <a:pt x="343041" y="560991"/>
                </a:lnTo>
                <a:lnTo>
                  <a:pt x="343041" y="0"/>
                </a:lnTo>
                <a:lnTo>
                  <a:pt x="0" y="0"/>
                </a:lnTo>
                <a:lnTo>
                  <a:pt x="0" y="56099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6068">
            <a:extLst>
              <a:ext uri="{FF2B5EF4-FFF2-40B4-BE49-F238E27FC236}">
                <a16:creationId xmlns:a16="http://schemas.microsoft.com/office/drawing/2014/main" id="{9EF5ADEB-09F5-45CF-9FE1-874150813379}"/>
              </a:ext>
            </a:extLst>
          </p:cNvPr>
          <p:cNvSpPr>
            <a:spLocks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6069">
            <a:extLst>
              <a:ext uri="{FF2B5EF4-FFF2-40B4-BE49-F238E27FC236}">
                <a16:creationId xmlns:a16="http://schemas.microsoft.com/office/drawing/2014/main" id="{8E3E5AE1-276A-4083-9392-4B958D06FAC2}"/>
              </a:ext>
            </a:extLst>
          </p:cNvPr>
          <p:cNvSpPr>
            <a:spLocks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6070">
            <a:extLst>
              <a:ext uri="{FF2B5EF4-FFF2-40B4-BE49-F238E27FC236}">
                <a16:creationId xmlns:a16="http://schemas.microsoft.com/office/drawing/2014/main" id="{0B667045-2F0B-4997-A6AE-83707917DB3A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6071">
            <a:extLst>
              <a:ext uri="{FF2B5EF4-FFF2-40B4-BE49-F238E27FC236}">
                <a16:creationId xmlns:a16="http://schemas.microsoft.com/office/drawing/2014/main" id="{1B233C02-CBAB-4020-AF7F-4FD37992AB16}"/>
              </a:ext>
            </a:extLst>
          </p:cNvPr>
          <p:cNvSpPr>
            <a:spLocks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6072">
            <a:extLst>
              <a:ext uri="{FF2B5EF4-FFF2-40B4-BE49-F238E27FC236}">
                <a16:creationId xmlns:a16="http://schemas.microsoft.com/office/drawing/2014/main" id="{D49D513D-52B3-4CFF-B75F-A9D588D1FE5B}"/>
              </a:ext>
            </a:extLst>
          </p:cNvPr>
          <p:cNvSpPr>
            <a:spLocks/>
          </p:cNvSpPr>
          <p:nvPr/>
        </p:nvSpPr>
        <p:spPr>
          <a:xfrm>
            <a:off x="1681888" y="6257106"/>
            <a:ext cx="191" cy="175444"/>
          </a:xfrm>
          <a:custGeom>
            <a:avLst/>
            <a:gdLst/>
            <a:ahLst/>
            <a:cxnLst/>
            <a:rect l="0" t="0" r="0" b="0"/>
            <a:pathLst>
              <a:path w="191" h="175444">
                <a:moveTo>
                  <a:pt x="0" y="1754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6073">
            <a:extLst>
              <a:ext uri="{FF2B5EF4-FFF2-40B4-BE49-F238E27FC236}">
                <a16:creationId xmlns:a16="http://schemas.microsoft.com/office/drawing/2014/main" id="{A16C2B2E-6D8A-45B1-8CCF-14B17BE32971}"/>
              </a:ext>
            </a:extLst>
          </p:cNvPr>
          <p:cNvSpPr>
            <a:spLocks/>
          </p:cNvSpPr>
          <p:nvPr/>
        </p:nvSpPr>
        <p:spPr>
          <a:xfrm>
            <a:off x="1623320" y="64325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6074">
            <a:extLst>
              <a:ext uri="{FF2B5EF4-FFF2-40B4-BE49-F238E27FC236}">
                <a16:creationId xmlns:a16="http://schemas.microsoft.com/office/drawing/2014/main" id="{8F4552EE-897B-4991-8C3C-963B500EAD3D}"/>
              </a:ext>
            </a:extLst>
          </p:cNvPr>
          <p:cNvSpPr>
            <a:spLocks/>
          </p:cNvSpPr>
          <p:nvPr/>
        </p:nvSpPr>
        <p:spPr>
          <a:xfrm>
            <a:off x="1623320" y="625710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6075">
            <a:extLst>
              <a:ext uri="{FF2B5EF4-FFF2-40B4-BE49-F238E27FC236}">
                <a16:creationId xmlns:a16="http://schemas.microsoft.com/office/drawing/2014/main" id="{29017856-142F-48A4-AE30-F1B6FBD5AD8E}"/>
              </a:ext>
            </a:extLst>
          </p:cNvPr>
          <p:cNvSpPr>
            <a:spLocks/>
          </p:cNvSpPr>
          <p:nvPr/>
        </p:nvSpPr>
        <p:spPr>
          <a:xfrm>
            <a:off x="1568693" y="607635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47" name="data_6076">
            <a:extLst>
              <a:ext uri="{FF2B5EF4-FFF2-40B4-BE49-F238E27FC236}">
                <a16:creationId xmlns:a16="http://schemas.microsoft.com/office/drawing/2014/main" id="{A427CE52-DDC5-4E8D-92E2-B45F28D92DFB}"/>
              </a:ext>
            </a:extLst>
          </p:cNvPr>
          <p:cNvSpPr>
            <a:spLocks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6077">
            <a:extLst>
              <a:ext uri="{FF2B5EF4-FFF2-40B4-BE49-F238E27FC236}">
                <a16:creationId xmlns:a16="http://schemas.microsoft.com/office/drawing/2014/main" id="{76F284C3-5522-419C-80A2-88501026F387}"/>
              </a:ext>
            </a:extLst>
          </p:cNvPr>
          <p:cNvSpPr>
            <a:spLocks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6078">
            <a:extLst>
              <a:ext uri="{FF2B5EF4-FFF2-40B4-BE49-F238E27FC236}">
                <a16:creationId xmlns:a16="http://schemas.microsoft.com/office/drawing/2014/main" id="{5E728700-35E5-4721-A4B2-7A5ED5A48C88}"/>
              </a:ext>
            </a:extLst>
          </p:cNvPr>
          <p:cNvSpPr>
            <a:spLocks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6079">
            <a:extLst>
              <a:ext uri="{FF2B5EF4-FFF2-40B4-BE49-F238E27FC236}">
                <a16:creationId xmlns:a16="http://schemas.microsoft.com/office/drawing/2014/main" id="{D52073ED-ABBB-4C03-8BDC-DCD8A06D7239}"/>
              </a:ext>
            </a:extLst>
          </p:cNvPr>
          <p:cNvSpPr>
            <a:spLocks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6080">
            <a:extLst>
              <a:ext uri="{FF2B5EF4-FFF2-40B4-BE49-F238E27FC236}">
                <a16:creationId xmlns:a16="http://schemas.microsoft.com/office/drawing/2014/main" id="{4649DB7D-865F-4712-8A21-D2575A9418EF}"/>
              </a:ext>
            </a:extLst>
          </p:cNvPr>
          <p:cNvSpPr>
            <a:spLocks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6081">
            <a:extLst>
              <a:ext uri="{FF2B5EF4-FFF2-40B4-BE49-F238E27FC236}">
                <a16:creationId xmlns:a16="http://schemas.microsoft.com/office/drawing/2014/main" id="{700DE089-2721-41B9-AA54-D02D1295D0E8}"/>
              </a:ext>
            </a:extLst>
          </p:cNvPr>
          <p:cNvSpPr>
            <a:spLocks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6082">
            <a:extLst>
              <a:ext uri="{FF2B5EF4-FFF2-40B4-BE49-F238E27FC236}">
                <a16:creationId xmlns:a16="http://schemas.microsoft.com/office/drawing/2014/main" id="{3B3D1689-F0F7-4550-9F33-C7C21901760C}"/>
              </a:ext>
            </a:extLst>
          </p:cNvPr>
          <p:cNvSpPr>
            <a:spLocks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6083">
            <a:extLst>
              <a:ext uri="{FF2B5EF4-FFF2-40B4-BE49-F238E27FC236}">
                <a16:creationId xmlns:a16="http://schemas.microsoft.com/office/drawing/2014/main" id="{B618A664-8328-4987-AB3F-2573A625BBD2}"/>
              </a:ext>
            </a:extLst>
          </p:cNvPr>
          <p:cNvSpPr>
            <a:spLocks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6084">
            <a:extLst>
              <a:ext uri="{FF2B5EF4-FFF2-40B4-BE49-F238E27FC236}">
                <a16:creationId xmlns:a16="http://schemas.microsoft.com/office/drawing/2014/main" id="{37E378AC-D8AE-4A2B-8B93-65340CDA1DE9}"/>
              </a:ext>
            </a:extLst>
          </p:cNvPr>
          <p:cNvSpPr>
            <a:spLocks/>
          </p:cNvSpPr>
          <p:nvPr/>
        </p:nvSpPr>
        <p:spPr>
          <a:xfrm>
            <a:off x="3355258" y="6199615"/>
            <a:ext cx="191" cy="185462"/>
          </a:xfrm>
          <a:custGeom>
            <a:avLst/>
            <a:gdLst/>
            <a:ahLst/>
            <a:cxnLst/>
            <a:rect l="0" t="0" r="0" b="0"/>
            <a:pathLst>
              <a:path w="191" h="185462">
                <a:moveTo>
                  <a:pt x="0" y="18546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6085">
            <a:extLst>
              <a:ext uri="{FF2B5EF4-FFF2-40B4-BE49-F238E27FC236}">
                <a16:creationId xmlns:a16="http://schemas.microsoft.com/office/drawing/2014/main" id="{F0F13285-A567-42AA-8744-732D074BC706}"/>
              </a:ext>
            </a:extLst>
          </p:cNvPr>
          <p:cNvSpPr>
            <a:spLocks/>
          </p:cNvSpPr>
          <p:nvPr/>
        </p:nvSpPr>
        <p:spPr>
          <a:xfrm>
            <a:off x="3296690" y="638507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6086">
            <a:extLst>
              <a:ext uri="{FF2B5EF4-FFF2-40B4-BE49-F238E27FC236}">
                <a16:creationId xmlns:a16="http://schemas.microsoft.com/office/drawing/2014/main" id="{713CC544-AFBA-4E67-A1E4-0CAC3730F76A}"/>
              </a:ext>
            </a:extLst>
          </p:cNvPr>
          <p:cNvSpPr>
            <a:spLocks/>
          </p:cNvSpPr>
          <p:nvPr/>
        </p:nvSpPr>
        <p:spPr>
          <a:xfrm>
            <a:off x="3296690" y="61996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6087">
            <a:extLst>
              <a:ext uri="{FF2B5EF4-FFF2-40B4-BE49-F238E27FC236}">
                <a16:creationId xmlns:a16="http://schemas.microsoft.com/office/drawing/2014/main" id="{E806D68E-74BA-462B-BE80-90B9FFF5F150}"/>
              </a:ext>
            </a:extLst>
          </p:cNvPr>
          <p:cNvSpPr>
            <a:spLocks/>
          </p:cNvSpPr>
          <p:nvPr/>
        </p:nvSpPr>
        <p:spPr>
          <a:xfrm>
            <a:off x="3242063" y="60188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59" name="data_6088">
            <a:extLst>
              <a:ext uri="{FF2B5EF4-FFF2-40B4-BE49-F238E27FC236}">
                <a16:creationId xmlns:a16="http://schemas.microsoft.com/office/drawing/2014/main" id="{8180C1CD-71B4-4D0F-ADB6-CE2C057D8B83}"/>
              </a:ext>
            </a:extLst>
          </p:cNvPr>
          <p:cNvSpPr>
            <a:spLocks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6089">
            <a:extLst>
              <a:ext uri="{FF2B5EF4-FFF2-40B4-BE49-F238E27FC236}">
                <a16:creationId xmlns:a16="http://schemas.microsoft.com/office/drawing/2014/main" id="{5ACFBDA3-884D-4CC7-911B-F2AE61FF65F2}"/>
              </a:ext>
            </a:extLst>
          </p:cNvPr>
          <p:cNvSpPr>
            <a:spLocks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6090">
            <a:extLst>
              <a:ext uri="{FF2B5EF4-FFF2-40B4-BE49-F238E27FC236}">
                <a16:creationId xmlns:a16="http://schemas.microsoft.com/office/drawing/2014/main" id="{A7F24366-7148-40BA-8DAA-7AC659856E51}"/>
              </a:ext>
            </a:extLst>
          </p:cNvPr>
          <p:cNvSpPr>
            <a:spLocks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6091">
            <a:extLst>
              <a:ext uri="{FF2B5EF4-FFF2-40B4-BE49-F238E27FC236}">
                <a16:creationId xmlns:a16="http://schemas.microsoft.com/office/drawing/2014/main" id="{0D853833-E00E-44C3-AFC3-70F0ABDDF4A2}"/>
              </a:ext>
            </a:extLst>
          </p:cNvPr>
          <p:cNvSpPr>
            <a:spLocks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6092">
            <a:extLst>
              <a:ext uri="{FF2B5EF4-FFF2-40B4-BE49-F238E27FC236}">
                <a16:creationId xmlns:a16="http://schemas.microsoft.com/office/drawing/2014/main" id="{745283FA-963D-41ED-91A9-B290808879F0}"/>
              </a:ext>
            </a:extLst>
          </p:cNvPr>
          <p:cNvSpPr>
            <a:spLocks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6093">
            <a:extLst>
              <a:ext uri="{FF2B5EF4-FFF2-40B4-BE49-F238E27FC236}">
                <a16:creationId xmlns:a16="http://schemas.microsoft.com/office/drawing/2014/main" id="{119F253C-F0CA-4E09-9F67-A13CD82AA851}"/>
              </a:ext>
            </a:extLst>
          </p:cNvPr>
          <p:cNvSpPr>
            <a:spLocks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6094">
            <a:extLst>
              <a:ext uri="{FF2B5EF4-FFF2-40B4-BE49-F238E27FC236}">
                <a16:creationId xmlns:a16="http://schemas.microsoft.com/office/drawing/2014/main" id="{10DF22EE-ADD6-47FB-B256-42FA166AFFBC}"/>
              </a:ext>
            </a:extLst>
          </p:cNvPr>
          <p:cNvSpPr>
            <a:spLocks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6095">
            <a:extLst>
              <a:ext uri="{FF2B5EF4-FFF2-40B4-BE49-F238E27FC236}">
                <a16:creationId xmlns:a16="http://schemas.microsoft.com/office/drawing/2014/main" id="{D9E6905C-8774-4D21-A7F9-089530359389}"/>
              </a:ext>
            </a:extLst>
          </p:cNvPr>
          <p:cNvSpPr>
            <a:spLocks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6096">
            <a:extLst>
              <a:ext uri="{FF2B5EF4-FFF2-40B4-BE49-F238E27FC236}">
                <a16:creationId xmlns:a16="http://schemas.microsoft.com/office/drawing/2014/main" id="{F1EF975F-ABD9-425E-A0D3-E474D0E12D63}"/>
              </a:ext>
            </a:extLst>
          </p:cNvPr>
          <p:cNvSpPr>
            <a:spLocks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6097">
            <a:extLst>
              <a:ext uri="{FF2B5EF4-FFF2-40B4-BE49-F238E27FC236}">
                <a16:creationId xmlns:a16="http://schemas.microsoft.com/office/drawing/2014/main" id="{F2C69556-6842-46AB-82AC-39497F39A2E9}"/>
              </a:ext>
            </a:extLst>
          </p:cNvPr>
          <p:cNvSpPr>
            <a:spLocks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6098">
            <a:extLst>
              <a:ext uri="{FF2B5EF4-FFF2-40B4-BE49-F238E27FC236}">
                <a16:creationId xmlns:a16="http://schemas.microsoft.com/office/drawing/2014/main" id="{A54FE5B9-4D1C-463D-818C-9D6491DC8F9B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6099">
            <a:extLst>
              <a:ext uri="{FF2B5EF4-FFF2-40B4-BE49-F238E27FC236}">
                <a16:creationId xmlns:a16="http://schemas.microsoft.com/office/drawing/2014/main" id="{7F3EA663-9101-4188-BC79-874C88EE5709}"/>
              </a:ext>
            </a:extLst>
          </p:cNvPr>
          <p:cNvSpPr>
            <a:spLocks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6100">
            <a:extLst>
              <a:ext uri="{FF2B5EF4-FFF2-40B4-BE49-F238E27FC236}">
                <a16:creationId xmlns:a16="http://schemas.microsoft.com/office/drawing/2014/main" id="{FE1444EA-5C84-4CCA-8788-B1FB21037FE7}"/>
              </a:ext>
            </a:extLst>
          </p:cNvPr>
          <p:cNvSpPr>
            <a:spLocks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6101">
            <a:extLst>
              <a:ext uri="{FF2B5EF4-FFF2-40B4-BE49-F238E27FC236}">
                <a16:creationId xmlns:a16="http://schemas.microsoft.com/office/drawing/2014/main" id="{7F25AAD4-D060-47E8-B0F2-96DAF6055686}"/>
              </a:ext>
            </a:extLst>
          </p:cNvPr>
          <p:cNvSpPr>
            <a:spLocks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6102">
            <a:extLst>
              <a:ext uri="{FF2B5EF4-FFF2-40B4-BE49-F238E27FC236}">
                <a16:creationId xmlns:a16="http://schemas.microsoft.com/office/drawing/2014/main" id="{54353108-0D81-4F23-9806-9EE9EF605987}"/>
              </a:ext>
            </a:extLst>
          </p:cNvPr>
          <p:cNvSpPr>
            <a:spLocks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6103">
            <a:extLst>
              <a:ext uri="{FF2B5EF4-FFF2-40B4-BE49-F238E27FC236}">
                <a16:creationId xmlns:a16="http://schemas.microsoft.com/office/drawing/2014/main" id="{FA557551-F6A8-46FB-8447-7F6A1C0C86FF}"/>
              </a:ext>
            </a:extLst>
          </p:cNvPr>
          <p:cNvSpPr>
            <a:spLocks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6104">
            <a:extLst>
              <a:ext uri="{FF2B5EF4-FFF2-40B4-BE49-F238E27FC236}">
                <a16:creationId xmlns:a16="http://schemas.microsoft.com/office/drawing/2014/main" id="{6C432E0E-7536-4630-8361-AFE40C37F4E7}"/>
              </a:ext>
            </a:extLst>
          </p:cNvPr>
          <p:cNvSpPr>
            <a:spLocks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6105">
            <a:extLst>
              <a:ext uri="{FF2B5EF4-FFF2-40B4-BE49-F238E27FC236}">
                <a16:creationId xmlns:a16="http://schemas.microsoft.com/office/drawing/2014/main" id="{5D7900CC-CB3F-4BE1-893E-F1022C8AC075}"/>
              </a:ext>
            </a:extLst>
          </p:cNvPr>
          <p:cNvSpPr>
            <a:spLocks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6106">
            <a:extLst>
              <a:ext uri="{FF2B5EF4-FFF2-40B4-BE49-F238E27FC236}">
                <a16:creationId xmlns:a16="http://schemas.microsoft.com/office/drawing/2014/main" id="{DB51FBFD-BFCA-4B15-BD8C-F53F28895490}"/>
              </a:ext>
            </a:extLst>
          </p:cNvPr>
          <p:cNvSpPr>
            <a:spLocks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6107">
            <a:extLst>
              <a:ext uri="{FF2B5EF4-FFF2-40B4-BE49-F238E27FC236}">
                <a16:creationId xmlns:a16="http://schemas.microsoft.com/office/drawing/2014/main" id="{368A56B3-3966-4609-8005-0340DB0955BE}"/>
              </a:ext>
            </a:extLst>
          </p:cNvPr>
          <p:cNvSpPr>
            <a:spLocks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6108">
            <a:extLst>
              <a:ext uri="{FF2B5EF4-FFF2-40B4-BE49-F238E27FC236}">
                <a16:creationId xmlns:a16="http://schemas.microsoft.com/office/drawing/2014/main" id="{212C81E8-21DE-433F-85E1-4AEBA1F973D2}"/>
              </a:ext>
            </a:extLst>
          </p:cNvPr>
          <p:cNvSpPr>
            <a:spLocks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6109">
            <a:extLst>
              <a:ext uri="{FF2B5EF4-FFF2-40B4-BE49-F238E27FC236}">
                <a16:creationId xmlns:a16="http://schemas.microsoft.com/office/drawing/2014/main" id="{9A4DB5F5-FF72-46FB-91F6-66FD6FC760FF}"/>
              </a:ext>
            </a:extLst>
          </p:cNvPr>
          <p:cNvSpPr>
            <a:spLocks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6110">
            <a:extLst>
              <a:ext uri="{FF2B5EF4-FFF2-40B4-BE49-F238E27FC236}">
                <a16:creationId xmlns:a16="http://schemas.microsoft.com/office/drawing/2014/main" id="{40E597F6-B769-4C29-8357-6B686A24B21F}"/>
              </a:ext>
            </a:extLst>
          </p:cNvPr>
          <p:cNvSpPr>
            <a:spLocks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6111">
            <a:extLst>
              <a:ext uri="{FF2B5EF4-FFF2-40B4-BE49-F238E27FC236}">
                <a16:creationId xmlns:a16="http://schemas.microsoft.com/office/drawing/2014/main" id="{EB19D386-52A7-4227-BF95-8ACEE1A3864F}"/>
              </a:ext>
            </a:extLst>
          </p:cNvPr>
          <p:cNvSpPr>
            <a:spLocks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6112">
            <a:extLst>
              <a:ext uri="{FF2B5EF4-FFF2-40B4-BE49-F238E27FC236}">
                <a16:creationId xmlns:a16="http://schemas.microsoft.com/office/drawing/2014/main" id="{7CB6C252-1337-4EF5-9FA2-DFBCA7F8DCFA}"/>
              </a:ext>
            </a:extLst>
          </p:cNvPr>
          <p:cNvSpPr>
            <a:spLocks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6113">
            <a:extLst>
              <a:ext uri="{FF2B5EF4-FFF2-40B4-BE49-F238E27FC236}">
                <a16:creationId xmlns:a16="http://schemas.microsoft.com/office/drawing/2014/main" id="{EBB49945-2746-45B5-8927-2572F078E587}"/>
              </a:ext>
            </a:extLst>
          </p:cNvPr>
          <p:cNvSpPr>
            <a:spLocks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6114">
            <a:extLst>
              <a:ext uri="{FF2B5EF4-FFF2-40B4-BE49-F238E27FC236}">
                <a16:creationId xmlns:a16="http://schemas.microsoft.com/office/drawing/2014/main" id="{F3D7EA09-9E7A-4CD3-B3E5-BAA39778C439}"/>
              </a:ext>
            </a:extLst>
          </p:cNvPr>
          <p:cNvSpPr>
            <a:spLocks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6115">
            <a:extLst>
              <a:ext uri="{FF2B5EF4-FFF2-40B4-BE49-F238E27FC236}">
                <a16:creationId xmlns:a16="http://schemas.microsoft.com/office/drawing/2014/main" id="{69C4AEC0-8C37-45E1-9FDD-6EF80F383A2D}"/>
              </a:ext>
            </a:extLst>
          </p:cNvPr>
          <p:cNvSpPr>
            <a:spLocks/>
          </p:cNvSpPr>
          <p:nvPr/>
        </p:nvSpPr>
        <p:spPr>
          <a:xfrm>
            <a:off x="6026125" y="6023000"/>
            <a:ext cx="343041" cy="832778"/>
          </a:xfrm>
          <a:custGeom>
            <a:avLst/>
            <a:gdLst/>
            <a:ahLst/>
            <a:cxnLst/>
            <a:rect l="0" t="0" r="0" b="0"/>
            <a:pathLst>
              <a:path w="343041" h="832778">
                <a:moveTo>
                  <a:pt x="0" y="832778"/>
                </a:moveTo>
                <a:lnTo>
                  <a:pt x="343041" y="832778"/>
                </a:lnTo>
                <a:lnTo>
                  <a:pt x="343041" y="0"/>
                </a:lnTo>
                <a:lnTo>
                  <a:pt x="0" y="0"/>
                </a:lnTo>
                <a:lnTo>
                  <a:pt x="0" y="83277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6116">
            <a:extLst>
              <a:ext uri="{FF2B5EF4-FFF2-40B4-BE49-F238E27FC236}">
                <a16:creationId xmlns:a16="http://schemas.microsoft.com/office/drawing/2014/main" id="{452F09D4-3861-4761-9052-D2CE8A9C59A6}"/>
              </a:ext>
            </a:extLst>
          </p:cNvPr>
          <p:cNvSpPr>
            <a:spLocks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6117">
            <a:extLst>
              <a:ext uri="{FF2B5EF4-FFF2-40B4-BE49-F238E27FC236}">
                <a16:creationId xmlns:a16="http://schemas.microsoft.com/office/drawing/2014/main" id="{7A8FEF13-9F26-403E-81F7-D12F1BE656EE}"/>
              </a:ext>
            </a:extLst>
          </p:cNvPr>
          <p:cNvSpPr>
            <a:spLocks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6118">
            <a:extLst>
              <a:ext uri="{FF2B5EF4-FFF2-40B4-BE49-F238E27FC236}">
                <a16:creationId xmlns:a16="http://schemas.microsoft.com/office/drawing/2014/main" id="{33BD45D4-F03A-4BFD-A1D2-D3C555784997}"/>
              </a:ext>
            </a:extLst>
          </p:cNvPr>
          <p:cNvSpPr>
            <a:spLocks/>
          </p:cNvSpPr>
          <p:nvPr/>
        </p:nvSpPr>
        <p:spPr>
          <a:xfrm>
            <a:off x="7699495" y="5875207"/>
            <a:ext cx="343041" cy="980571"/>
          </a:xfrm>
          <a:custGeom>
            <a:avLst/>
            <a:gdLst/>
            <a:ahLst/>
            <a:cxnLst/>
            <a:rect l="0" t="0" r="0" b="0"/>
            <a:pathLst>
              <a:path w="343041" h="980571">
                <a:moveTo>
                  <a:pt x="0" y="980571"/>
                </a:moveTo>
                <a:lnTo>
                  <a:pt x="343041" y="980571"/>
                </a:lnTo>
                <a:lnTo>
                  <a:pt x="343041" y="0"/>
                </a:lnTo>
                <a:lnTo>
                  <a:pt x="0" y="0"/>
                </a:lnTo>
                <a:lnTo>
                  <a:pt x="0" y="98057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6119">
            <a:extLst>
              <a:ext uri="{FF2B5EF4-FFF2-40B4-BE49-F238E27FC236}">
                <a16:creationId xmlns:a16="http://schemas.microsoft.com/office/drawing/2014/main" id="{D115338E-214E-4BB0-A2AF-4AD23DBDA3C1}"/>
              </a:ext>
            </a:extLst>
          </p:cNvPr>
          <p:cNvSpPr>
            <a:spLocks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6120">
            <a:extLst>
              <a:ext uri="{FF2B5EF4-FFF2-40B4-BE49-F238E27FC236}">
                <a16:creationId xmlns:a16="http://schemas.microsoft.com/office/drawing/2014/main" id="{91382406-D821-496E-828D-1C8688A98479}"/>
              </a:ext>
            </a:extLst>
          </p:cNvPr>
          <p:cNvSpPr>
            <a:spLocks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6121">
            <a:extLst>
              <a:ext uri="{FF2B5EF4-FFF2-40B4-BE49-F238E27FC236}">
                <a16:creationId xmlns:a16="http://schemas.microsoft.com/office/drawing/2014/main" id="{7233C6D4-C802-4EC1-B446-B3DAB73667B6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6122">
            <a:extLst>
              <a:ext uri="{FF2B5EF4-FFF2-40B4-BE49-F238E27FC236}">
                <a16:creationId xmlns:a16="http://schemas.microsoft.com/office/drawing/2014/main" id="{16251030-0EAE-4C01-810D-2088102F5BAD}"/>
              </a:ext>
            </a:extLst>
          </p:cNvPr>
          <p:cNvSpPr>
            <a:spLocks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6123">
            <a:extLst>
              <a:ext uri="{FF2B5EF4-FFF2-40B4-BE49-F238E27FC236}">
                <a16:creationId xmlns:a16="http://schemas.microsoft.com/office/drawing/2014/main" id="{A8007C50-0C19-4A12-AA4A-4FFC9C2FD7CC}"/>
              </a:ext>
            </a:extLst>
          </p:cNvPr>
          <p:cNvSpPr>
            <a:spLocks/>
          </p:cNvSpPr>
          <p:nvPr/>
        </p:nvSpPr>
        <p:spPr>
          <a:xfrm>
            <a:off x="6197645" y="5871756"/>
            <a:ext cx="191" cy="298307"/>
          </a:xfrm>
          <a:custGeom>
            <a:avLst/>
            <a:gdLst/>
            <a:ahLst/>
            <a:cxnLst/>
            <a:rect l="0" t="0" r="0" b="0"/>
            <a:pathLst>
              <a:path w="191" h="298307">
                <a:moveTo>
                  <a:pt x="0" y="29830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6124">
            <a:extLst>
              <a:ext uri="{FF2B5EF4-FFF2-40B4-BE49-F238E27FC236}">
                <a16:creationId xmlns:a16="http://schemas.microsoft.com/office/drawing/2014/main" id="{802619BB-B7F0-4CED-A750-584C1EBC7FC6}"/>
              </a:ext>
            </a:extLst>
          </p:cNvPr>
          <p:cNvSpPr>
            <a:spLocks/>
          </p:cNvSpPr>
          <p:nvPr/>
        </p:nvSpPr>
        <p:spPr>
          <a:xfrm>
            <a:off x="6139077" y="617006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6125">
            <a:extLst>
              <a:ext uri="{FF2B5EF4-FFF2-40B4-BE49-F238E27FC236}">
                <a16:creationId xmlns:a16="http://schemas.microsoft.com/office/drawing/2014/main" id="{5C0A98CB-5D5F-42CF-AFF6-7B8D4B034D35}"/>
              </a:ext>
            </a:extLst>
          </p:cNvPr>
          <p:cNvSpPr>
            <a:spLocks/>
          </p:cNvSpPr>
          <p:nvPr/>
        </p:nvSpPr>
        <p:spPr>
          <a:xfrm>
            <a:off x="6139077" y="587175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6126">
            <a:extLst>
              <a:ext uri="{FF2B5EF4-FFF2-40B4-BE49-F238E27FC236}">
                <a16:creationId xmlns:a16="http://schemas.microsoft.com/office/drawing/2014/main" id="{6E48026E-D3D7-4B1D-89DF-7985D3121E65}"/>
              </a:ext>
            </a:extLst>
          </p:cNvPr>
          <p:cNvSpPr>
            <a:spLocks/>
          </p:cNvSpPr>
          <p:nvPr/>
        </p:nvSpPr>
        <p:spPr>
          <a:xfrm>
            <a:off x="6084450" y="569100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1798" name="data_6127">
            <a:extLst>
              <a:ext uri="{FF2B5EF4-FFF2-40B4-BE49-F238E27FC236}">
                <a16:creationId xmlns:a16="http://schemas.microsoft.com/office/drawing/2014/main" id="{5C408BC7-2656-472C-B985-FB29C50DAADD}"/>
              </a:ext>
            </a:extLst>
          </p:cNvPr>
          <p:cNvSpPr>
            <a:spLocks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6128">
            <a:extLst>
              <a:ext uri="{FF2B5EF4-FFF2-40B4-BE49-F238E27FC236}">
                <a16:creationId xmlns:a16="http://schemas.microsoft.com/office/drawing/2014/main" id="{88E98752-3F1E-4D2F-A019-22C6D46EA0E3}"/>
              </a:ext>
            </a:extLst>
          </p:cNvPr>
          <p:cNvSpPr>
            <a:spLocks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6129">
            <a:extLst>
              <a:ext uri="{FF2B5EF4-FFF2-40B4-BE49-F238E27FC236}">
                <a16:creationId xmlns:a16="http://schemas.microsoft.com/office/drawing/2014/main" id="{633BD703-1AA6-4D17-A825-9F4BF91BEB2B}"/>
              </a:ext>
            </a:extLst>
          </p:cNvPr>
          <p:cNvSpPr>
            <a:spLocks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6130">
            <a:extLst>
              <a:ext uri="{FF2B5EF4-FFF2-40B4-BE49-F238E27FC236}">
                <a16:creationId xmlns:a16="http://schemas.microsoft.com/office/drawing/2014/main" id="{1724E2A2-031E-4F2B-B9C2-BB9B2A3A72CF}"/>
              </a:ext>
            </a:extLst>
          </p:cNvPr>
          <p:cNvSpPr>
            <a:spLocks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6131">
            <a:extLst>
              <a:ext uri="{FF2B5EF4-FFF2-40B4-BE49-F238E27FC236}">
                <a16:creationId xmlns:a16="http://schemas.microsoft.com/office/drawing/2014/main" id="{A522A5A2-BE35-478B-8A9C-6DC7D0DAE3AF}"/>
              </a:ext>
            </a:extLst>
          </p:cNvPr>
          <p:cNvSpPr>
            <a:spLocks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6132">
            <a:extLst>
              <a:ext uri="{FF2B5EF4-FFF2-40B4-BE49-F238E27FC236}">
                <a16:creationId xmlns:a16="http://schemas.microsoft.com/office/drawing/2014/main" id="{FB08BAAC-E0E0-4CCA-A338-058983C214DF}"/>
              </a:ext>
            </a:extLst>
          </p:cNvPr>
          <p:cNvSpPr>
            <a:spLocks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6133">
            <a:extLst>
              <a:ext uri="{FF2B5EF4-FFF2-40B4-BE49-F238E27FC236}">
                <a16:creationId xmlns:a16="http://schemas.microsoft.com/office/drawing/2014/main" id="{C36AEE0E-CBF5-4352-AD01-338985086B42}"/>
              </a:ext>
            </a:extLst>
          </p:cNvPr>
          <p:cNvSpPr>
            <a:spLocks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6134">
            <a:extLst>
              <a:ext uri="{FF2B5EF4-FFF2-40B4-BE49-F238E27FC236}">
                <a16:creationId xmlns:a16="http://schemas.microsoft.com/office/drawing/2014/main" id="{24726EB8-8F53-42A0-AFD0-87127FDF5EB2}"/>
              </a:ext>
            </a:extLst>
          </p:cNvPr>
          <p:cNvSpPr>
            <a:spLocks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6135">
            <a:extLst>
              <a:ext uri="{FF2B5EF4-FFF2-40B4-BE49-F238E27FC236}">
                <a16:creationId xmlns:a16="http://schemas.microsoft.com/office/drawing/2014/main" id="{C8272A2A-30E8-47A0-A95E-1B8BA8A9CE1A}"/>
              </a:ext>
            </a:extLst>
          </p:cNvPr>
          <p:cNvSpPr>
            <a:spLocks/>
          </p:cNvSpPr>
          <p:nvPr/>
        </p:nvSpPr>
        <p:spPr>
          <a:xfrm>
            <a:off x="7871015" y="5722449"/>
            <a:ext cx="191" cy="307792"/>
          </a:xfrm>
          <a:custGeom>
            <a:avLst/>
            <a:gdLst/>
            <a:ahLst/>
            <a:cxnLst/>
            <a:rect l="0" t="0" r="0" b="0"/>
            <a:pathLst>
              <a:path w="191" h="307792">
                <a:moveTo>
                  <a:pt x="0" y="3077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6136">
            <a:extLst>
              <a:ext uri="{FF2B5EF4-FFF2-40B4-BE49-F238E27FC236}">
                <a16:creationId xmlns:a16="http://schemas.microsoft.com/office/drawing/2014/main" id="{6140C95E-8497-4204-ACBF-448D4FD8F0DA}"/>
              </a:ext>
            </a:extLst>
          </p:cNvPr>
          <p:cNvSpPr>
            <a:spLocks/>
          </p:cNvSpPr>
          <p:nvPr/>
        </p:nvSpPr>
        <p:spPr>
          <a:xfrm>
            <a:off x="7812447" y="603024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6137">
            <a:extLst>
              <a:ext uri="{FF2B5EF4-FFF2-40B4-BE49-F238E27FC236}">
                <a16:creationId xmlns:a16="http://schemas.microsoft.com/office/drawing/2014/main" id="{1503E752-BF73-4B96-90A7-9B51D2794BE6}"/>
              </a:ext>
            </a:extLst>
          </p:cNvPr>
          <p:cNvSpPr>
            <a:spLocks/>
          </p:cNvSpPr>
          <p:nvPr/>
        </p:nvSpPr>
        <p:spPr>
          <a:xfrm>
            <a:off x="7812447" y="57224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6138">
            <a:extLst>
              <a:ext uri="{FF2B5EF4-FFF2-40B4-BE49-F238E27FC236}">
                <a16:creationId xmlns:a16="http://schemas.microsoft.com/office/drawing/2014/main" id="{73EC70F1-CB1A-4EE4-91EF-9494E7986BB6}"/>
              </a:ext>
            </a:extLst>
          </p:cNvPr>
          <p:cNvSpPr>
            <a:spLocks/>
          </p:cNvSpPr>
          <p:nvPr/>
        </p:nvSpPr>
        <p:spPr>
          <a:xfrm>
            <a:off x="7757820" y="554170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1810" name="data_6139">
            <a:extLst>
              <a:ext uri="{FF2B5EF4-FFF2-40B4-BE49-F238E27FC236}">
                <a16:creationId xmlns:a16="http://schemas.microsoft.com/office/drawing/2014/main" id="{4BD940B8-9434-45F6-A6CE-6120C1E578DC}"/>
              </a:ext>
            </a:extLst>
          </p:cNvPr>
          <p:cNvSpPr>
            <a:spLocks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6140">
            <a:extLst>
              <a:ext uri="{FF2B5EF4-FFF2-40B4-BE49-F238E27FC236}">
                <a16:creationId xmlns:a16="http://schemas.microsoft.com/office/drawing/2014/main" id="{D019831E-52C1-42B4-A545-C8292A5DD71C}"/>
              </a:ext>
            </a:extLst>
          </p:cNvPr>
          <p:cNvSpPr>
            <a:spLocks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6141">
            <a:extLst>
              <a:ext uri="{FF2B5EF4-FFF2-40B4-BE49-F238E27FC236}">
                <a16:creationId xmlns:a16="http://schemas.microsoft.com/office/drawing/2014/main" id="{5DB61CBA-FCEC-4A8B-B54E-CE5B5C6646B9}"/>
              </a:ext>
            </a:extLst>
          </p:cNvPr>
          <p:cNvSpPr>
            <a:spLocks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6142">
            <a:extLst>
              <a:ext uri="{FF2B5EF4-FFF2-40B4-BE49-F238E27FC236}">
                <a16:creationId xmlns:a16="http://schemas.microsoft.com/office/drawing/2014/main" id="{36860B88-CA02-496F-9A06-CED6509AE5BD}"/>
              </a:ext>
            </a:extLst>
          </p:cNvPr>
          <p:cNvSpPr>
            <a:spLocks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6143">
            <a:extLst>
              <a:ext uri="{FF2B5EF4-FFF2-40B4-BE49-F238E27FC236}">
                <a16:creationId xmlns:a16="http://schemas.microsoft.com/office/drawing/2014/main" id="{9CE5A951-9051-41EB-9465-4FD0521D8014}"/>
              </a:ext>
            </a:extLst>
          </p:cNvPr>
          <p:cNvSpPr>
            <a:spLocks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6144">
            <a:extLst>
              <a:ext uri="{FF2B5EF4-FFF2-40B4-BE49-F238E27FC236}">
                <a16:creationId xmlns:a16="http://schemas.microsoft.com/office/drawing/2014/main" id="{757D42C8-F8F2-4213-8FB0-EFFF13AB9778}"/>
              </a:ext>
            </a:extLst>
          </p:cNvPr>
          <p:cNvSpPr>
            <a:spLocks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6145">
            <a:extLst>
              <a:ext uri="{FF2B5EF4-FFF2-40B4-BE49-F238E27FC236}">
                <a16:creationId xmlns:a16="http://schemas.microsoft.com/office/drawing/2014/main" id="{B30BFB92-48C4-4C6F-A232-2C01D5D0B981}"/>
              </a:ext>
            </a:extLst>
          </p:cNvPr>
          <p:cNvSpPr>
            <a:spLocks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6146">
            <a:extLst>
              <a:ext uri="{FF2B5EF4-FFF2-40B4-BE49-F238E27FC236}">
                <a16:creationId xmlns:a16="http://schemas.microsoft.com/office/drawing/2014/main" id="{09CBE193-FA36-437F-B73A-7D393D1358F0}"/>
              </a:ext>
            </a:extLst>
          </p:cNvPr>
          <p:cNvSpPr>
            <a:spLocks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6147">
            <a:extLst>
              <a:ext uri="{FF2B5EF4-FFF2-40B4-BE49-F238E27FC236}">
                <a16:creationId xmlns:a16="http://schemas.microsoft.com/office/drawing/2014/main" id="{C5770814-ECD4-47B9-A6C1-329B9BCDE4B0}"/>
              </a:ext>
            </a:extLst>
          </p:cNvPr>
          <p:cNvSpPr>
            <a:spLocks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6148">
            <a:extLst>
              <a:ext uri="{FF2B5EF4-FFF2-40B4-BE49-F238E27FC236}">
                <a16:creationId xmlns:a16="http://schemas.microsoft.com/office/drawing/2014/main" id="{EBECBBF9-8E84-4884-9314-FB6CAED32070}"/>
              </a:ext>
            </a:extLst>
          </p:cNvPr>
          <p:cNvSpPr>
            <a:spLocks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6149">
            <a:extLst>
              <a:ext uri="{FF2B5EF4-FFF2-40B4-BE49-F238E27FC236}">
                <a16:creationId xmlns:a16="http://schemas.microsoft.com/office/drawing/2014/main" id="{5460C471-07AE-41BE-9C1F-5EF248B3C868}"/>
              </a:ext>
            </a:extLst>
          </p:cNvPr>
          <p:cNvSpPr>
            <a:spLocks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6150">
            <a:extLst>
              <a:ext uri="{FF2B5EF4-FFF2-40B4-BE49-F238E27FC236}">
                <a16:creationId xmlns:a16="http://schemas.microsoft.com/office/drawing/2014/main" id="{E72FCB81-3428-463C-90BD-6667F85C19BF}"/>
              </a:ext>
            </a:extLst>
          </p:cNvPr>
          <p:cNvSpPr>
            <a:spLocks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6151">
            <a:extLst>
              <a:ext uri="{FF2B5EF4-FFF2-40B4-BE49-F238E27FC236}">
                <a16:creationId xmlns:a16="http://schemas.microsoft.com/office/drawing/2014/main" id="{C517D4E9-7446-4273-8547-1470F8F701DB}"/>
              </a:ext>
            </a:extLst>
          </p:cNvPr>
          <p:cNvSpPr>
            <a:spLocks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6152">
            <a:extLst>
              <a:ext uri="{FF2B5EF4-FFF2-40B4-BE49-F238E27FC236}">
                <a16:creationId xmlns:a16="http://schemas.microsoft.com/office/drawing/2014/main" id="{80ECA535-3532-44FD-915D-31DFFF7E406A}"/>
              </a:ext>
            </a:extLst>
          </p:cNvPr>
          <p:cNvSpPr>
            <a:spLocks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6153">
            <a:extLst>
              <a:ext uri="{FF2B5EF4-FFF2-40B4-BE49-F238E27FC236}">
                <a16:creationId xmlns:a16="http://schemas.microsoft.com/office/drawing/2014/main" id="{7E76CBD1-0D38-4606-8959-6D7C38D32CA1}"/>
              </a:ext>
            </a:extLst>
          </p:cNvPr>
          <p:cNvSpPr>
            <a:spLocks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6154">
            <a:extLst>
              <a:ext uri="{FF2B5EF4-FFF2-40B4-BE49-F238E27FC236}">
                <a16:creationId xmlns:a16="http://schemas.microsoft.com/office/drawing/2014/main" id="{5FD3339D-BB62-43A9-A171-BFF644860785}"/>
              </a:ext>
            </a:extLst>
          </p:cNvPr>
          <p:cNvSpPr>
            <a:spLocks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38913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6155">
            <a:extLst>
              <a:ext uri="{FF2B5EF4-FFF2-40B4-BE49-F238E27FC236}">
                <a16:creationId xmlns:a16="http://schemas.microsoft.com/office/drawing/2014/main" id="{4657437B-C88C-4751-8B5B-5A0D549930A4}"/>
              </a:ext>
            </a:extLst>
          </p:cNvPr>
          <p:cNvSpPr>
            <a:spLocks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6156">
            <a:extLst>
              <a:ext uri="{FF2B5EF4-FFF2-40B4-BE49-F238E27FC236}">
                <a16:creationId xmlns:a16="http://schemas.microsoft.com/office/drawing/2014/main" id="{3398C852-1704-4B2E-8742-D2070622ACC9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6157">
            <a:extLst>
              <a:ext uri="{FF2B5EF4-FFF2-40B4-BE49-F238E27FC236}">
                <a16:creationId xmlns:a16="http://schemas.microsoft.com/office/drawing/2014/main" id="{47800763-4AE6-4141-AA7A-DA95B9D66014}"/>
              </a:ext>
            </a:extLst>
          </p:cNvPr>
          <p:cNvSpPr>
            <a:spLocks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6158">
            <a:extLst>
              <a:ext uri="{FF2B5EF4-FFF2-40B4-BE49-F238E27FC236}">
                <a16:creationId xmlns:a16="http://schemas.microsoft.com/office/drawing/2014/main" id="{87A2E0C3-DCC2-4F97-BA7F-1EF41515A9CB}"/>
              </a:ext>
            </a:extLst>
          </p:cNvPr>
          <p:cNvSpPr>
            <a:spLocks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6159">
            <a:extLst>
              <a:ext uri="{FF2B5EF4-FFF2-40B4-BE49-F238E27FC236}">
                <a16:creationId xmlns:a16="http://schemas.microsoft.com/office/drawing/2014/main" id="{5FAD5D48-1253-4284-9129-FB616369A25F}"/>
              </a:ext>
            </a:extLst>
          </p:cNvPr>
          <p:cNvSpPr>
            <a:spLocks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6160">
            <a:extLst>
              <a:ext uri="{FF2B5EF4-FFF2-40B4-BE49-F238E27FC236}">
                <a16:creationId xmlns:a16="http://schemas.microsoft.com/office/drawing/2014/main" id="{08A809FC-CFE2-45A8-A5DC-0D1951DC3D28}"/>
              </a:ext>
            </a:extLst>
          </p:cNvPr>
          <p:cNvSpPr>
            <a:spLocks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161">
            <a:extLst>
              <a:ext uri="{FF2B5EF4-FFF2-40B4-BE49-F238E27FC236}">
                <a16:creationId xmlns:a16="http://schemas.microsoft.com/office/drawing/2014/main" id="{C65B9063-6510-402C-8A2E-BFF1BF0D4242}"/>
              </a:ext>
            </a:extLst>
          </p:cNvPr>
          <p:cNvSpPr>
            <a:spLocks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6162">
            <a:extLst>
              <a:ext uri="{FF2B5EF4-FFF2-40B4-BE49-F238E27FC236}">
                <a16:creationId xmlns:a16="http://schemas.microsoft.com/office/drawing/2014/main" id="{223C1290-6D61-4460-AC85-17DA9E4E8850}"/>
              </a:ext>
            </a:extLst>
          </p:cNvPr>
          <p:cNvSpPr>
            <a:spLocks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6163">
            <a:extLst>
              <a:ext uri="{FF2B5EF4-FFF2-40B4-BE49-F238E27FC236}">
                <a16:creationId xmlns:a16="http://schemas.microsoft.com/office/drawing/2014/main" id="{E1A9EC7F-09FE-4FCB-BB01-8401D6E0BE45}"/>
              </a:ext>
            </a:extLst>
          </p:cNvPr>
          <p:cNvSpPr>
            <a:spLocks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6164">
            <a:extLst>
              <a:ext uri="{FF2B5EF4-FFF2-40B4-BE49-F238E27FC236}">
                <a16:creationId xmlns:a16="http://schemas.microsoft.com/office/drawing/2014/main" id="{71C33188-2ADB-428D-A9D9-CF07AAD4F9CE}"/>
              </a:ext>
            </a:extLst>
          </p:cNvPr>
          <p:cNvSpPr>
            <a:spLocks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6165">
            <a:extLst>
              <a:ext uri="{FF2B5EF4-FFF2-40B4-BE49-F238E27FC236}">
                <a16:creationId xmlns:a16="http://schemas.microsoft.com/office/drawing/2014/main" id="{3C91D7AE-9C71-46DD-A90B-B538DDF5DEE2}"/>
              </a:ext>
            </a:extLst>
          </p:cNvPr>
          <p:cNvSpPr>
            <a:spLocks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6166">
            <a:extLst>
              <a:ext uri="{FF2B5EF4-FFF2-40B4-BE49-F238E27FC236}">
                <a16:creationId xmlns:a16="http://schemas.microsoft.com/office/drawing/2014/main" id="{682C9225-45FC-4C6D-B986-427D824799A9}"/>
              </a:ext>
            </a:extLst>
          </p:cNvPr>
          <p:cNvSpPr>
            <a:spLocks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6167">
            <a:extLst>
              <a:ext uri="{FF2B5EF4-FFF2-40B4-BE49-F238E27FC236}">
                <a16:creationId xmlns:a16="http://schemas.microsoft.com/office/drawing/2014/main" id="{22DB9A14-2603-40DE-B31B-EFEC98AA6218}"/>
              </a:ext>
            </a:extLst>
          </p:cNvPr>
          <p:cNvSpPr>
            <a:spLocks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6168">
            <a:extLst>
              <a:ext uri="{FF2B5EF4-FFF2-40B4-BE49-F238E27FC236}">
                <a16:creationId xmlns:a16="http://schemas.microsoft.com/office/drawing/2014/main" id="{CF149B75-AA84-4855-ADF5-42D5D2FFF3C3}"/>
              </a:ext>
            </a:extLst>
          </p:cNvPr>
          <p:cNvSpPr>
            <a:spLocks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6169">
            <a:extLst>
              <a:ext uri="{FF2B5EF4-FFF2-40B4-BE49-F238E27FC236}">
                <a16:creationId xmlns:a16="http://schemas.microsoft.com/office/drawing/2014/main" id="{3E07D9ED-B81C-469D-90CB-10416DD1CB70}"/>
              </a:ext>
            </a:extLst>
          </p:cNvPr>
          <p:cNvSpPr>
            <a:spLocks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6170">
            <a:extLst>
              <a:ext uri="{FF2B5EF4-FFF2-40B4-BE49-F238E27FC236}">
                <a16:creationId xmlns:a16="http://schemas.microsoft.com/office/drawing/2014/main" id="{BCC156A3-F7C7-4205-BD2D-2D6AF5399ACA}"/>
              </a:ext>
            </a:extLst>
          </p:cNvPr>
          <p:cNvSpPr>
            <a:spLocks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6171">
            <a:extLst>
              <a:ext uri="{FF2B5EF4-FFF2-40B4-BE49-F238E27FC236}">
                <a16:creationId xmlns:a16="http://schemas.microsoft.com/office/drawing/2014/main" id="{695E916A-185E-41D9-A616-687252692C07}"/>
              </a:ext>
            </a:extLst>
          </p:cNvPr>
          <p:cNvSpPr>
            <a:spLocks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6172">
            <a:extLst>
              <a:ext uri="{FF2B5EF4-FFF2-40B4-BE49-F238E27FC236}">
                <a16:creationId xmlns:a16="http://schemas.microsoft.com/office/drawing/2014/main" id="{A4BC5937-AA29-4023-8241-EBDD54715EAE}"/>
              </a:ext>
            </a:extLst>
          </p:cNvPr>
          <p:cNvSpPr>
            <a:spLocks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6173">
            <a:extLst>
              <a:ext uri="{FF2B5EF4-FFF2-40B4-BE49-F238E27FC236}">
                <a16:creationId xmlns:a16="http://schemas.microsoft.com/office/drawing/2014/main" id="{31059B17-21D6-45B1-BB03-79939A2BB15D}"/>
              </a:ext>
            </a:extLst>
          </p:cNvPr>
          <p:cNvSpPr>
            <a:spLocks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6174">
            <a:extLst>
              <a:ext uri="{FF2B5EF4-FFF2-40B4-BE49-F238E27FC236}">
                <a16:creationId xmlns:a16="http://schemas.microsoft.com/office/drawing/2014/main" id="{37CD57B5-5A6A-4627-849A-B0F816C66765}"/>
              </a:ext>
            </a:extLst>
          </p:cNvPr>
          <p:cNvSpPr>
            <a:spLocks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6175">
            <a:extLst>
              <a:ext uri="{FF2B5EF4-FFF2-40B4-BE49-F238E27FC236}">
                <a16:creationId xmlns:a16="http://schemas.microsoft.com/office/drawing/2014/main" id="{195737C2-BC5A-4841-8DEA-24E8ABFABF9A}"/>
              </a:ext>
            </a:extLst>
          </p:cNvPr>
          <p:cNvSpPr>
            <a:spLocks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6176">
            <a:extLst>
              <a:ext uri="{FF2B5EF4-FFF2-40B4-BE49-F238E27FC236}">
                <a16:creationId xmlns:a16="http://schemas.microsoft.com/office/drawing/2014/main" id="{F387575E-F120-44F7-B5EB-8AF66A0FD69A}"/>
              </a:ext>
            </a:extLst>
          </p:cNvPr>
          <p:cNvSpPr>
            <a:spLocks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6177">
            <a:extLst>
              <a:ext uri="{FF2B5EF4-FFF2-40B4-BE49-F238E27FC236}">
                <a16:creationId xmlns:a16="http://schemas.microsoft.com/office/drawing/2014/main" id="{828B29BB-5601-4A08-A502-81749A2A9570}"/>
              </a:ext>
            </a:extLst>
          </p:cNvPr>
          <p:cNvSpPr>
            <a:spLocks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6178">
            <a:extLst>
              <a:ext uri="{FF2B5EF4-FFF2-40B4-BE49-F238E27FC236}">
                <a16:creationId xmlns:a16="http://schemas.microsoft.com/office/drawing/2014/main" id="{4751468A-5B31-4520-8C05-5E93880107C9}"/>
              </a:ext>
            </a:extLst>
          </p:cNvPr>
          <p:cNvSpPr>
            <a:spLocks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6179">
            <a:extLst>
              <a:ext uri="{FF2B5EF4-FFF2-40B4-BE49-F238E27FC236}">
                <a16:creationId xmlns:a16="http://schemas.microsoft.com/office/drawing/2014/main" id="{80DAFE5B-A13E-4F3E-8EE4-35FF47D33BF8}"/>
              </a:ext>
            </a:extLst>
          </p:cNvPr>
          <p:cNvSpPr>
            <a:spLocks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6180">
            <a:extLst>
              <a:ext uri="{FF2B5EF4-FFF2-40B4-BE49-F238E27FC236}">
                <a16:creationId xmlns:a16="http://schemas.microsoft.com/office/drawing/2014/main" id="{B290A8B6-40FE-4B24-B77E-2AAA65F8FBB2}"/>
              </a:ext>
            </a:extLst>
          </p:cNvPr>
          <p:cNvSpPr>
            <a:spLocks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6181">
            <a:extLst>
              <a:ext uri="{FF2B5EF4-FFF2-40B4-BE49-F238E27FC236}">
                <a16:creationId xmlns:a16="http://schemas.microsoft.com/office/drawing/2014/main" id="{2C01845D-983C-4C11-ADD3-2BFC51811FD7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6182">
            <a:extLst>
              <a:ext uri="{FF2B5EF4-FFF2-40B4-BE49-F238E27FC236}">
                <a16:creationId xmlns:a16="http://schemas.microsoft.com/office/drawing/2014/main" id="{C4843432-3D3E-4F68-AFB9-16668A709A32}"/>
              </a:ext>
            </a:extLst>
          </p:cNvPr>
          <p:cNvSpPr>
            <a:spLocks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6183">
            <a:extLst>
              <a:ext uri="{FF2B5EF4-FFF2-40B4-BE49-F238E27FC236}">
                <a16:creationId xmlns:a16="http://schemas.microsoft.com/office/drawing/2014/main" id="{A2056341-7EFE-4283-BF4E-BD2B292AB3F0}"/>
              </a:ext>
            </a:extLst>
          </p:cNvPr>
          <p:cNvSpPr>
            <a:spLocks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6184">
            <a:extLst>
              <a:ext uri="{FF2B5EF4-FFF2-40B4-BE49-F238E27FC236}">
                <a16:creationId xmlns:a16="http://schemas.microsoft.com/office/drawing/2014/main" id="{37F038C1-FBC5-470A-A24B-B32A5171BBC0}"/>
              </a:ext>
            </a:extLst>
          </p:cNvPr>
          <p:cNvSpPr>
            <a:spLocks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6185">
            <a:extLst>
              <a:ext uri="{FF2B5EF4-FFF2-40B4-BE49-F238E27FC236}">
                <a16:creationId xmlns:a16="http://schemas.microsoft.com/office/drawing/2014/main" id="{7E88939D-197D-4E7B-98E0-67D40AB632D7}"/>
              </a:ext>
            </a:extLst>
          </p:cNvPr>
          <p:cNvSpPr>
            <a:spLocks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6186">
            <a:extLst>
              <a:ext uri="{FF2B5EF4-FFF2-40B4-BE49-F238E27FC236}">
                <a16:creationId xmlns:a16="http://schemas.microsoft.com/office/drawing/2014/main" id="{3AEA367A-0857-43F6-B91C-18F311495232}"/>
              </a:ext>
            </a:extLst>
          </p:cNvPr>
          <p:cNvSpPr>
            <a:spLocks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6187">
            <a:extLst>
              <a:ext uri="{FF2B5EF4-FFF2-40B4-BE49-F238E27FC236}">
                <a16:creationId xmlns:a16="http://schemas.microsoft.com/office/drawing/2014/main" id="{A7E6D31F-B6C4-4872-BB81-517BD063B1C2}"/>
              </a:ext>
            </a:extLst>
          </p:cNvPr>
          <p:cNvSpPr>
            <a:spLocks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6188">
            <a:extLst>
              <a:ext uri="{FF2B5EF4-FFF2-40B4-BE49-F238E27FC236}">
                <a16:creationId xmlns:a16="http://schemas.microsoft.com/office/drawing/2014/main" id="{A4B20B40-6FAC-4A55-B7F8-9470538873FF}"/>
              </a:ext>
            </a:extLst>
          </p:cNvPr>
          <p:cNvSpPr>
            <a:spLocks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6189">
            <a:extLst>
              <a:ext uri="{FF2B5EF4-FFF2-40B4-BE49-F238E27FC236}">
                <a16:creationId xmlns:a16="http://schemas.microsoft.com/office/drawing/2014/main" id="{760DDA7C-BFB1-419D-B5AC-D9E3CBA0B60D}"/>
              </a:ext>
            </a:extLst>
          </p:cNvPr>
          <p:cNvSpPr>
            <a:spLocks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6190">
            <a:extLst>
              <a:ext uri="{FF2B5EF4-FFF2-40B4-BE49-F238E27FC236}">
                <a16:creationId xmlns:a16="http://schemas.microsoft.com/office/drawing/2014/main" id="{913C9855-C643-4913-92EF-238FB4531DDF}"/>
              </a:ext>
            </a:extLst>
          </p:cNvPr>
          <p:cNvSpPr>
            <a:spLocks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6191">
            <a:extLst>
              <a:ext uri="{FF2B5EF4-FFF2-40B4-BE49-F238E27FC236}">
                <a16:creationId xmlns:a16="http://schemas.microsoft.com/office/drawing/2014/main" id="{E6926696-2725-4E94-A36F-5C33279348C6}"/>
              </a:ext>
            </a:extLst>
          </p:cNvPr>
          <p:cNvSpPr>
            <a:spLocks/>
          </p:cNvSpPr>
          <p:nvPr/>
        </p:nvSpPr>
        <p:spPr>
          <a:xfrm>
            <a:off x="1731169" y="5172972"/>
            <a:ext cx="706664" cy="247071"/>
          </a:xfrm>
          <a:custGeom>
            <a:avLst/>
            <a:gdLst/>
            <a:ahLst/>
            <a:cxnLst/>
            <a:rect l="0" t="0" r="0" b="0"/>
            <a:pathLst>
              <a:path w="706664" h="247071">
                <a:moveTo>
                  <a:pt x="0" y="247071"/>
                </a:moveTo>
                <a:lnTo>
                  <a:pt x="706664" y="247071"/>
                </a:lnTo>
                <a:lnTo>
                  <a:pt x="706664" y="0"/>
                </a:lnTo>
                <a:lnTo>
                  <a:pt x="0" y="0"/>
                </a:lnTo>
                <a:lnTo>
                  <a:pt x="0" y="24707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6192">
            <a:extLst>
              <a:ext uri="{FF2B5EF4-FFF2-40B4-BE49-F238E27FC236}">
                <a16:creationId xmlns:a16="http://schemas.microsoft.com/office/drawing/2014/main" id="{FDE298C0-39F0-4096-9551-0501D33BE402}"/>
              </a:ext>
            </a:extLst>
          </p:cNvPr>
          <p:cNvSpPr>
            <a:spLocks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6193">
            <a:extLst>
              <a:ext uri="{FF2B5EF4-FFF2-40B4-BE49-F238E27FC236}">
                <a16:creationId xmlns:a16="http://schemas.microsoft.com/office/drawing/2014/main" id="{40C8FA30-041A-4EB9-9406-1F4BBCBE33EF}"/>
              </a:ext>
            </a:extLst>
          </p:cNvPr>
          <p:cNvSpPr>
            <a:spLocks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6194">
            <a:extLst>
              <a:ext uri="{FF2B5EF4-FFF2-40B4-BE49-F238E27FC236}">
                <a16:creationId xmlns:a16="http://schemas.microsoft.com/office/drawing/2014/main" id="{01E81C64-0B2F-4963-AA0E-B788D5D8BF21}"/>
              </a:ext>
            </a:extLst>
          </p:cNvPr>
          <p:cNvSpPr>
            <a:spLocks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6195">
            <a:extLst>
              <a:ext uri="{FF2B5EF4-FFF2-40B4-BE49-F238E27FC236}">
                <a16:creationId xmlns:a16="http://schemas.microsoft.com/office/drawing/2014/main" id="{0FB1C5DB-7D0A-4B96-8900-79F5B93D5B90}"/>
              </a:ext>
            </a:extLst>
          </p:cNvPr>
          <p:cNvSpPr>
            <a:spLocks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6196">
            <a:extLst>
              <a:ext uri="{FF2B5EF4-FFF2-40B4-BE49-F238E27FC236}">
                <a16:creationId xmlns:a16="http://schemas.microsoft.com/office/drawing/2014/main" id="{74CEE7D4-B7DE-4DC9-9B57-FE9AFA0041AC}"/>
              </a:ext>
            </a:extLst>
          </p:cNvPr>
          <p:cNvSpPr>
            <a:spLocks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6197">
            <a:extLst>
              <a:ext uri="{FF2B5EF4-FFF2-40B4-BE49-F238E27FC236}">
                <a16:creationId xmlns:a16="http://schemas.microsoft.com/office/drawing/2014/main" id="{4674E9A8-DB25-4133-8F20-673D8FE76341}"/>
              </a:ext>
            </a:extLst>
          </p:cNvPr>
          <p:cNvSpPr>
            <a:spLocks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6198">
            <a:extLst>
              <a:ext uri="{FF2B5EF4-FFF2-40B4-BE49-F238E27FC236}">
                <a16:creationId xmlns:a16="http://schemas.microsoft.com/office/drawing/2014/main" id="{61EF1051-EC78-416D-B9E5-F2B7540C85FE}"/>
              </a:ext>
            </a:extLst>
          </p:cNvPr>
          <p:cNvSpPr>
            <a:spLocks/>
          </p:cNvSpPr>
          <p:nvPr/>
        </p:nvSpPr>
        <p:spPr>
          <a:xfrm>
            <a:off x="1884340" y="4813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6199">
            <a:extLst>
              <a:ext uri="{FF2B5EF4-FFF2-40B4-BE49-F238E27FC236}">
                <a16:creationId xmlns:a16="http://schemas.microsoft.com/office/drawing/2014/main" id="{9138F0D0-DD03-4D19-9AA1-ABFFB5FAAE45}"/>
              </a:ext>
            </a:extLst>
          </p:cNvPr>
          <p:cNvSpPr>
            <a:spLocks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6200">
            <a:extLst>
              <a:ext uri="{FF2B5EF4-FFF2-40B4-BE49-F238E27FC236}">
                <a16:creationId xmlns:a16="http://schemas.microsoft.com/office/drawing/2014/main" id="{A9FEA957-06D0-44F5-BEFF-25F2564E2EA4}"/>
              </a:ext>
            </a:extLst>
          </p:cNvPr>
          <p:cNvSpPr>
            <a:spLocks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6201">
            <a:extLst>
              <a:ext uri="{FF2B5EF4-FFF2-40B4-BE49-F238E27FC236}">
                <a16:creationId xmlns:a16="http://schemas.microsoft.com/office/drawing/2014/main" id="{E2BD172C-CD9E-4341-8A39-14711116CDA2}"/>
              </a:ext>
            </a:extLst>
          </p:cNvPr>
          <p:cNvSpPr>
            <a:spLocks/>
          </p:cNvSpPr>
          <p:nvPr/>
        </p:nvSpPr>
        <p:spPr>
          <a:xfrm>
            <a:off x="204245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6202">
            <a:extLst>
              <a:ext uri="{FF2B5EF4-FFF2-40B4-BE49-F238E27FC236}">
                <a16:creationId xmlns:a16="http://schemas.microsoft.com/office/drawing/2014/main" id="{0A3F3602-F0A0-40E6-A6E1-A7EFEE1DA478}"/>
              </a:ext>
            </a:extLst>
          </p:cNvPr>
          <p:cNvSpPr>
            <a:spLocks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6203">
            <a:extLst>
              <a:ext uri="{FF2B5EF4-FFF2-40B4-BE49-F238E27FC236}">
                <a16:creationId xmlns:a16="http://schemas.microsoft.com/office/drawing/2014/main" id="{D1A535E1-536C-45B5-A466-B6C8557DA8EA}"/>
              </a:ext>
            </a:extLst>
          </p:cNvPr>
          <p:cNvSpPr>
            <a:spLocks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6204">
            <a:extLst>
              <a:ext uri="{FF2B5EF4-FFF2-40B4-BE49-F238E27FC236}">
                <a16:creationId xmlns:a16="http://schemas.microsoft.com/office/drawing/2014/main" id="{3820A989-C88B-4362-9953-CDBC2D7EF249}"/>
              </a:ext>
            </a:extLst>
          </p:cNvPr>
          <p:cNvSpPr>
            <a:spLocks/>
          </p:cNvSpPr>
          <p:nvPr/>
        </p:nvSpPr>
        <p:spPr>
          <a:xfrm>
            <a:off x="1988751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6205">
            <a:extLst>
              <a:ext uri="{FF2B5EF4-FFF2-40B4-BE49-F238E27FC236}">
                <a16:creationId xmlns:a16="http://schemas.microsoft.com/office/drawing/2014/main" id="{065CC5A5-ACDA-40E1-BF3A-1F1049CE4DBD}"/>
              </a:ext>
            </a:extLst>
          </p:cNvPr>
          <p:cNvSpPr>
            <a:spLocks/>
          </p:cNvSpPr>
          <p:nvPr/>
        </p:nvSpPr>
        <p:spPr>
          <a:xfrm>
            <a:off x="2060170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6206">
            <a:extLst>
              <a:ext uri="{FF2B5EF4-FFF2-40B4-BE49-F238E27FC236}">
                <a16:creationId xmlns:a16="http://schemas.microsoft.com/office/drawing/2014/main" id="{F00D20A5-B9D2-4045-B33C-254C36AEB564}"/>
              </a:ext>
            </a:extLst>
          </p:cNvPr>
          <p:cNvSpPr>
            <a:spLocks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6207">
            <a:extLst>
              <a:ext uri="{FF2B5EF4-FFF2-40B4-BE49-F238E27FC236}">
                <a16:creationId xmlns:a16="http://schemas.microsoft.com/office/drawing/2014/main" id="{86E83037-7F97-459C-AACF-011D26CE2C0D}"/>
              </a:ext>
            </a:extLst>
          </p:cNvPr>
          <p:cNvSpPr>
            <a:spLocks/>
          </p:cNvSpPr>
          <p:nvPr/>
        </p:nvSpPr>
        <p:spPr>
          <a:xfrm>
            <a:off x="2081079" y="53819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6208">
            <a:extLst>
              <a:ext uri="{FF2B5EF4-FFF2-40B4-BE49-F238E27FC236}">
                <a16:creationId xmlns:a16="http://schemas.microsoft.com/office/drawing/2014/main" id="{28BC1930-EF9F-40EB-91C1-720EBB41D491}"/>
              </a:ext>
            </a:extLst>
          </p:cNvPr>
          <p:cNvSpPr>
            <a:spLocks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6209">
            <a:extLst>
              <a:ext uri="{FF2B5EF4-FFF2-40B4-BE49-F238E27FC236}">
                <a16:creationId xmlns:a16="http://schemas.microsoft.com/office/drawing/2014/main" id="{CB6E7DB7-6916-4B69-9382-8DD2F5FF6B00}"/>
              </a:ext>
            </a:extLst>
          </p:cNvPr>
          <p:cNvSpPr>
            <a:spLocks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6210">
            <a:extLst>
              <a:ext uri="{FF2B5EF4-FFF2-40B4-BE49-F238E27FC236}">
                <a16:creationId xmlns:a16="http://schemas.microsoft.com/office/drawing/2014/main" id="{CCCC1D20-E847-49EA-A38A-5B9BBC30B1F2}"/>
              </a:ext>
            </a:extLst>
          </p:cNvPr>
          <p:cNvSpPr>
            <a:spLocks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6211">
            <a:extLst>
              <a:ext uri="{FF2B5EF4-FFF2-40B4-BE49-F238E27FC236}">
                <a16:creationId xmlns:a16="http://schemas.microsoft.com/office/drawing/2014/main" id="{ECDE403C-2940-4C74-8430-FB86FF88B580}"/>
              </a:ext>
            </a:extLst>
          </p:cNvPr>
          <p:cNvSpPr>
            <a:spLocks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6212">
            <a:extLst>
              <a:ext uri="{FF2B5EF4-FFF2-40B4-BE49-F238E27FC236}">
                <a16:creationId xmlns:a16="http://schemas.microsoft.com/office/drawing/2014/main" id="{C31D5968-E494-426A-AB05-C3CD8DCA8345}"/>
              </a:ext>
            </a:extLst>
          </p:cNvPr>
          <p:cNvSpPr>
            <a:spLocks/>
          </p:cNvSpPr>
          <p:nvPr/>
        </p:nvSpPr>
        <p:spPr>
          <a:xfrm>
            <a:off x="2235860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6213">
            <a:extLst>
              <a:ext uri="{FF2B5EF4-FFF2-40B4-BE49-F238E27FC236}">
                <a16:creationId xmlns:a16="http://schemas.microsoft.com/office/drawing/2014/main" id="{D7F0A4D0-CF0A-43DC-A470-955445B4D1C7}"/>
              </a:ext>
            </a:extLst>
          </p:cNvPr>
          <p:cNvSpPr>
            <a:spLocks/>
          </p:cNvSpPr>
          <p:nvPr/>
        </p:nvSpPr>
        <p:spPr>
          <a:xfrm>
            <a:off x="2287158" y="5110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6214">
            <a:extLst>
              <a:ext uri="{FF2B5EF4-FFF2-40B4-BE49-F238E27FC236}">
                <a16:creationId xmlns:a16="http://schemas.microsoft.com/office/drawing/2014/main" id="{11D06398-D351-41F6-9659-48B0E604D7E0}"/>
              </a:ext>
            </a:extLst>
          </p:cNvPr>
          <p:cNvSpPr>
            <a:spLocks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215">
            <a:extLst>
              <a:ext uri="{FF2B5EF4-FFF2-40B4-BE49-F238E27FC236}">
                <a16:creationId xmlns:a16="http://schemas.microsoft.com/office/drawing/2014/main" id="{15ED31EA-6535-4DB2-AFA9-9DF0EC7D5FA7}"/>
              </a:ext>
            </a:extLst>
          </p:cNvPr>
          <p:cNvSpPr>
            <a:spLocks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216">
            <a:extLst>
              <a:ext uri="{FF2B5EF4-FFF2-40B4-BE49-F238E27FC236}">
                <a16:creationId xmlns:a16="http://schemas.microsoft.com/office/drawing/2014/main" id="{977EABD6-641D-4160-9B4C-A746A0985969}"/>
              </a:ext>
            </a:extLst>
          </p:cNvPr>
          <p:cNvSpPr>
            <a:spLocks/>
          </p:cNvSpPr>
          <p:nvPr/>
        </p:nvSpPr>
        <p:spPr>
          <a:xfrm>
            <a:off x="2208158" y="47512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17">
            <a:extLst>
              <a:ext uri="{FF2B5EF4-FFF2-40B4-BE49-F238E27FC236}">
                <a16:creationId xmlns:a16="http://schemas.microsoft.com/office/drawing/2014/main" id="{B856DE4C-8E01-42EC-B84F-10830E7A7E60}"/>
              </a:ext>
            </a:extLst>
          </p:cNvPr>
          <p:cNvSpPr>
            <a:spLocks/>
          </p:cNvSpPr>
          <p:nvPr/>
        </p:nvSpPr>
        <p:spPr>
          <a:xfrm>
            <a:off x="1815723" y="4849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218">
            <a:extLst>
              <a:ext uri="{FF2B5EF4-FFF2-40B4-BE49-F238E27FC236}">
                <a16:creationId xmlns:a16="http://schemas.microsoft.com/office/drawing/2014/main" id="{10C98A53-5CDC-41BC-A4F3-E18DB4CBCC81}"/>
              </a:ext>
            </a:extLst>
          </p:cNvPr>
          <p:cNvSpPr>
            <a:spLocks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219">
            <a:extLst>
              <a:ext uri="{FF2B5EF4-FFF2-40B4-BE49-F238E27FC236}">
                <a16:creationId xmlns:a16="http://schemas.microsoft.com/office/drawing/2014/main" id="{8684BE41-AD9B-4FBE-9E38-5ABFD8E731F7}"/>
              </a:ext>
            </a:extLst>
          </p:cNvPr>
          <p:cNvSpPr>
            <a:spLocks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220">
            <a:extLst>
              <a:ext uri="{FF2B5EF4-FFF2-40B4-BE49-F238E27FC236}">
                <a16:creationId xmlns:a16="http://schemas.microsoft.com/office/drawing/2014/main" id="{51039265-DC06-4AF1-A28C-4664F54B5571}"/>
              </a:ext>
            </a:extLst>
          </p:cNvPr>
          <p:cNvSpPr>
            <a:spLocks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221">
            <a:extLst>
              <a:ext uri="{FF2B5EF4-FFF2-40B4-BE49-F238E27FC236}">
                <a16:creationId xmlns:a16="http://schemas.microsoft.com/office/drawing/2014/main" id="{3CC53CCC-CDD9-4106-95B8-1013B9A823BC}"/>
              </a:ext>
            </a:extLst>
          </p:cNvPr>
          <p:cNvSpPr>
            <a:spLocks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222">
            <a:extLst>
              <a:ext uri="{FF2B5EF4-FFF2-40B4-BE49-F238E27FC236}">
                <a16:creationId xmlns:a16="http://schemas.microsoft.com/office/drawing/2014/main" id="{85DA9322-5457-4FD7-9696-ABBA9C31711B}"/>
              </a:ext>
            </a:extLst>
          </p:cNvPr>
          <p:cNvSpPr>
            <a:spLocks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223">
            <a:extLst>
              <a:ext uri="{FF2B5EF4-FFF2-40B4-BE49-F238E27FC236}">
                <a16:creationId xmlns:a16="http://schemas.microsoft.com/office/drawing/2014/main" id="{883DAC77-F8AF-415C-BCEF-B437E1CA2FDD}"/>
              </a:ext>
            </a:extLst>
          </p:cNvPr>
          <p:cNvSpPr>
            <a:spLocks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224">
            <a:extLst>
              <a:ext uri="{FF2B5EF4-FFF2-40B4-BE49-F238E27FC236}">
                <a16:creationId xmlns:a16="http://schemas.microsoft.com/office/drawing/2014/main" id="{1A3C51AB-73B9-4A57-8B53-E2964D196C00}"/>
              </a:ext>
            </a:extLst>
          </p:cNvPr>
          <p:cNvSpPr>
            <a:spLocks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6225">
            <a:extLst>
              <a:ext uri="{FF2B5EF4-FFF2-40B4-BE49-F238E27FC236}">
                <a16:creationId xmlns:a16="http://schemas.microsoft.com/office/drawing/2014/main" id="{924468AA-35EC-412C-83C6-07F70A5340C3}"/>
              </a:ext>
            </a:extLst>
          </p:cNvPr>
          <p:cNvSpPr>
            <a:spLocks/>
          </p:cNvSpPr>
          <p:nvPr/>
        </p:nvSpPr>
        <p:spPr>
          <a:xfrm>
            <a:off x="2115919" y="5245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6226">
            <a:extLst>
              <a:ext uri="{FF2B5EF4-FFF2-40B4-BE49-F238E27FC236}">
                <a16:creationId xmlns:a16="http://schemas.microsoft.com/office/drawing/2014/main" id="{C5D8057A-09BD-4660-8230-EE94F2C59BF1}"/>
              </a:ext>
            </a:extLst>
          </p:cNvPr>
          <p:cNvSpPr>
            <a:spLocks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6227">
            <a:extLst>
              <a:ext uri="{FF2B5EF4-FFF2-40B4-BE49-F238E27FC236}">
                <a16:creationId xmlns:a16="http://schemas.microsoft.com/office/drawing/2014/main" id="{FBBD2697-D7EA-495D-8308-FB91CAD0C946}"/>
              </a:ext>
            </a:extLst>
          </p:cNvPr>
          <p:cNvSpPr>
            <a:spLocks/>
          </p:cNvSpPr>
          <p:nvPr/>
        </p:nvSpPr>
        <p:spPr>
          <a:xfrm>
            <a:off x="2171261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6228">
            <a:extLst>
              <a:ext uri="{FF2B5EF4-FFF2-40B4-BE49-F238E27FC236}">
                <a16:creationId xmlns:a16="http://schemas.microsoft.com/office/drawing/2014/main" id="{36FC184F-A7CF-461C-A8C4-8924353155F5}"/>
              </a:ext>
            </a:extLst>
          </p:cNvPr>
          <p:cNvSpPr>
            <a:spLocks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6229">
            <a:extLst>
              <a:ext uri="{FF2B5EF4-FFF2-40B4-BE49-F238E27FC236}">
                <a16:creationId xmlns:a16="http://schemas.microsoft.com/office/drawing/2014/main" id="{1D2B7C29-2549-44BF-8B05-E9B546274F07}"/>
              </a:ext>
            </a:extLst>
          </p:cNvPr>
          <p:cNvSpPr>
            <a:spLocks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6230">
            <a:extLst>
              <a:ext uri="{FF2B5EF4-FFF2-40B4-BE49-F238E27FC236}">
                <a16:creationId xmlns:a16="http://schemas.microsoft.com/office/drawing/2014/main" id="{D6BA244D-9747-4F5A-A829-81F61962620B}"/>
              </a:ext>
            </a:extLst>
          </p:cNvPr>
          <p:cNvSpPr>
            <a:spLocks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6231">
            <a:extLst>
              <a:ext uri="{FF2B5EF4-FFF2-40B4-BE49-F238E27FC236}">
                <a16:creationId xmlns:a16="http://schemas.microsoft.com/office/drawing/2014/main" id="{4C70FAD8-1AA0-4CB0-AE8B-5C6F3D250952}"/>
              </a:ext>
            </a:extLst>
          </p:cNvPr>
          <p:cNvSpPr>
            <a:spLocks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6232">
            <a:extLst>
              <a:ext uri="{FF2B5EF4-FFF2-40B4-BE49-F238E27FC236}">
                <a16:creationId xmlns:a16="http://schemas.microsoft.com/office/drawing/2014/main" id="{4F88204E-2D3D-44A5-A7CE-718122C8099B}"/>
              </a:ext>
            </a:extLst>
          </p:cNvPr>
          <p:cNvSpPr>
            <a:spLocks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6233">
            <a:extLst>
              <a:ext uri="{FF2B5EF4-FFF2-40B4-BE49-F238E27FC236}">
                <a16:creationId xmlns:a16="http://schemas.microsoft.com/office/drawing/2014/main" id="{5F82B60F-FA22-42C7-BCFF-A6D289AA4710}"/>
              </a:ext>
            </a:extLst>
          </p:cNvPr>
          <p:cNvSpPr>
            <a:spLocks/>
          </p:cNvSpPr>
          <p:nvPr/>
        </p:nvSpPr>
        <p:spPr>
          <a:xfrm>
            <a:off x="1837084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6234">
            <a:extLst>
              <a:ext uri="{FF2B5EF4-FFF2-40B4-BE49-F238E27FC236}">
                <a16:creationId xmlns:a16="http://schemas.microsoft.com/office/drawing/2014/main" id="{7198BFE3-6B69-44B2-9F34-279CC6A614C2}"/>
              </a:ext>
            </a:extLst>
          </p:cNvPr>
          <p:cNvSpPr>
            <a:spLocks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6235">
            <a:extLst>
              <a:ext uri="{FF2B5EF4-FFF2-40B4-BE49-F238E27FC236}">
                <a16:creationId xmlns:a16="http://schemas.microsoft.com/office/drawing/2014/main" id="{81C58DB1-3C2B-402D-992F-B76CC0043C04}"/>
              </a:ext>
            </a:extLst>
          </p:cNvPr>
          <p:cNvSpPr>
            <a:spLocks/>
          </p:cNvSpPr>
          <p:nvPr/>
        </p:nvSpPr>
        <p:spPr>
          <a:xfrm>
            <a:off x="1968023" y="5164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6236">
            <a:extLst>
              <a:ext uri="{FF2B5EF4-FFF2-40B4-BE49-F238E27FC236}">
                <a16:creationId xmlns:a16="http://schemas.microsoft.com/office/drawing/2014/main" id="{343EEB07-C4B6-43DA-9CE1-CB127255C673}"/>
              </a:ext>
            </a:extLst>
          </p:cNvPr>
          <p:cNvSpPr>
            <a:spLocks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6237">
            <a:extLst>
              <a:ext uri="{FF2B5EF4-FFF2-40B4-BE49-F238E27FC236}">
                <a16:creationId xmlns:a16="http://schemas.microsoft.com/office/drawing/2014/main" id="{198D6B7B-0C3F-44B9-A7AC-0F7FC979DF2C}"/>
              </a:ext>
            </a:extLst>
          </p:cNvPr>
          <p:cNvSpPr>
            <a:spLocks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6238">
            <a:extLst>
              <a:ext uri="{FF2B5EF4-FFF2-40B4-BE49-F238E27FC236}">
                <a16:creationId xmlns:a16="http://schemas.microsoft.com/office/drawing/2014/main" id="{1C53ADD6-8FDE-4D6C-86D4-AE003F2AD8C7}"/>
              </a:ext>
            </a:extLst>
          </p:cNvPr>
          <p:cNvSpPr>
            <a:spLocks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6239">
            <a:extLst>
              <a:ext uri="{FF2B5EF4-FFF2-40B4-BE49-F238E27FC236}">
                <a16:creationId xmlns:a16="http://schemas.microsoft.com/office/drawing/2014/main" id="{988A5587-FEF9-4326-9EA0-3E6874F0A1CA}"/>
              </a:ext>
            </a:extLst>
          </p:cNvPr>
          <p:cNvSpPr>
            <a:spLocks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6240">
            <a:extLst>
              <a:ext uri="{FF2B5EF4-FFF2-40B4-BE49-F238E27FC236}">
                <a16:creationId xmlns:a16="http://schemas.microsoft.com/office/drawing/2014/main" id="{AAF2ED8E-8F47-49FB-A547-E48733CCD1BD}"/>
              </a:ext>
            </a:extLst>
          </p:cNvPr>
          <p:cNvSpPr>
            <a:spLocks/>
          </p:cNvSpPr>
          <p:nvPr/>
        </p:nvSpPr>
        <p:spPr>
          <a:xfrm>
            <a:off x="1841453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6241">
            <a:extLst>
              <a:ext uri="{FF2B5EF4-FFF2-40B4-BE49-F238E27FC236}">
                <a16:creationId xmlns:a16="http://schemas.microsoft.com/office/drawing/2014/main" id="{DDBAB39A-B551-407B-82FE-F1B0875692EA}"/>
              </a:ext>
            </a:extLst>
          </p:cNvPr>
          <p:cNvSpPr>
            <a:spLocks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6242">
            <a:extLst>
              <a:ext uri="{FF2B5EF4-FFF2-40B4-BE49-F238E27FC236}">
                <a16:creationId xmlns:a16="http://schemas.microsoft.com/office/drawing/2014/main" id="{44651727-A9BD-44C6-88AD-2BCC5E3B5788}"/>
              </a:ext>
            </a:extLst>
          </p:cNvPr>
          <p:cNvSpPr>
            <a:spLocks/>
          </p:cNvSpPr>
          <p:nvPr/>
        </p:nvSpPr>
        <p:spPr>
          <a:xfrm>
            <a:off x="21720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6243">
            <a:extLst>
              <a:ext uri="{FF2B5EF4-FFF2-40B4-BE49-F238E27FC236}">
                <a16:creationId xmlns:a16="http://schemas.microsoft.com/office/drawing/2014/main" id="{A8652116-2BED-4899-ABB7-481B243606D3}"/>
              </a:ext>
            </a:extLst>
          </p:cNvPr>
          <p:cNvSpPr>
            <a:spLocks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6244">
            <a:extLst>
              <a:ext uri="{FF2B5EF4-FFF2-40B4-BE49-F238E27FC236}">
                <a16:creationId xmlns:a16="http://schemas.microsoft.com/office/drawing/2014/main" id="{C66E53D0-B8D2-4227-A848-56B63EE6F790}"/>
              </a:ext>
            </a:extLst>
          </p:cNvPr>
          <p:cNvSpPr>
            <a:spLocks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6245">
            <a:extLst>
              <a:ext uri="{FF2B5EF4-FFF2-40B4-BE49-F238E27FC236}">
                <a16:creationId xmlns:a16="http://schemas.microsoft.com/office/drawing/2014/main" id="{5EBABD98-6D79-4039-9C74-E5B12C3E517D}"/>
              </a:ext>
            </a:extLst>
          </p:cNvPr>
          <p:cNvSpPr>
            <a:spLocks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6246">
            <a:extLst>
              <a:ext uri="{FF2B5EF4-FFF2-40B4-BE49-F238E27FC236}">
                <a16:creationId xmlns:a16="http://schemas.microsoft.com/office/drawing/2014/main" id="{94BB5B34-79CE-4D4F-984D-6BCC305292B8}"/>
              </a:ext>
            </a:extLst>
          </p:cNvPr>
          <p:cNvSpPr>
            <a:spLocks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6247">
            <a:extLst>
              <a:ext uri="{FF2B5EF4-FFF2-40B4-BE49-F238E27FC236}">
                <a16:creationId xmlns:a16="http://schemas.microsoft.com/office/drawing/2014/main" id="{5E688836-59A1-419B-B1F3-4C1367E5EDB5}"/>
              </a:ext>
            </a:extLst>
          </p:cNvPr>
          <p:cNvSpPr>
            <a:spLocks/>
          </p:cNvSpPr>
          <p:nvPr/>
        </p:nvSpPr>
        <p:spPr>
          <a:xfrm>
            <a:off x="1890322" y="5126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6248">
            <a:extLst>
              <a:ext uri="{FF2B5EF4-FFF2-40B4-BE49-F238E27FC236}">
                <a16:creationId xmlns:a16="http://schemas.microsoft.com/office/drawing/2014/main" id="{024C9E18-CE94-4020-8789-212B205F10D3}"/>
              </a:ext>
            </a:extLst>
          </p:cNvPr>
          <p:cNvSpPr>
            <a:spLocks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6249">
            <a:extLst>
              <a:ext uri="{FF2B5EF4-FFF2-40B4-BE49-F238E27FC236}">
                <a16:creationId xmlns:a16="http://schemas.microsoft.com/office/drawing/2014/main" id="{5CE4DFF1-5071-4DC3-81BC-231F560E80DB}"/>
              </a:ext>
            </a:extLst>
          </p:cNvPr>
          <p:cNvSpPr>
            <a:spLocks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6250">
            <a:extLst>
              <a:ext uri="{FF2B5EF4-FFF2-40B4-BE49-F238E27FC236}">
                <a16:creationId xmlns:a16="http://schemas.microsoft.com/office/drawing/2014/main" id="{31C02CF4-6F2F-49FC-BBC5-F014673AD7F6}"/>
              </a:ext>
            </a:extLst>
          </p:cNvPr>
          <p:cNvSpPr>
            <a:spLocks/>
          </p:cNvSpPr>
          <p:nvPr/>
        </p:nvSpPr>
        <p:spPr>
          <a:xfrm>
            <a:off x="2290009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6251">
            <a:extLst>
              <a:ext uri="{FF2B5EF4-FFF2-40B4-BE49-F238E27FC236}">
                <a16:creationId xmlns:a16="http://schemas.microsoft.com/office/drawing/2014/main" id="{8D364F36-84B3-48E5-B3DB-1DFF32704A61}"/>
              </a:ext>
            </a:extLst>
          </p:cNvPr>
          <p:cNvSpPr>
            <a:spLocks/>
          </p:cNvSpPr>
          <p:nvPr/>
        </p:nvSpPr>
        <p:spPr>
          <a:xfrm>
            <a:off x="211656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6252">
            <a:extLst>
              <a:ext uri="{FF2B5EF4-FFF2-40B4-BE49-F238E27FC236}">
                <a16:creationId xmlns:a16="http://schemas.microsoft.com/office/drawing/2014/main" id="{794202DD-104B-47B6-BE6A-6BB726F74350}"/>
              </a:ext>
            </a:extLst>
          </p:cNvPr>
          <p:cNvSpPr>
            <a:spLocks/>
          </p:cNvSpPr>
          <p:nvPr/>
        </p:nvSpPr>
        <p:spPr>
          <a:xfrm>
            <a:off x="1922397" y="5381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6253">
            <a:extLst>
              <a:ext uri="{FF2B5EF4-FFF2-40B4-BE49-F238E27FC236}">
                <a16:creationId xmlns:a16="http://schemas.microsoft.com/office/drawing/2014/main" id="{5787263C-D70D-4085-8468-627AAD6AA8B7}"/>
              </a:ext>
            </a:extLst>
          </p:cNvPr>
          <p:cNvSpPr>
            <a:spLocks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6254">
            <a:extLst>
              <a:ext uri="{FF2B5EF4-FFF2-40B4-BE49-F238E27FC236}">
                <a16:creationId xmlns:a16="http://schemas.microsoft.com/office/drawing/2014/main" id="{13A75245-F274-4215-83CC-CBE939FD0E95}"/>
              </a:ext>
            </a:extLst>
          </p:cNvPr>
          <p:cNvSpPr>
            <a:spLocks/>
          </p:cNvSpPr>
          <p:nvPr/>
        </p:nvSpPr>
        <p:spPr>
          <a:xfrm>
            <a:off x="20971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6255">
            <a:extLst>
              <a:ext uri="{FF2B5EF4-FFF2-40B4-BE49-F238E27FC236}">
                <a16:creationId xmlns:a16="http://schemas.microsoft.com/office/drawing/2014/main" id="{42D541EA-E22F-4012-BECB-B51EDCC89E92}"/>
              </a:ext>
            </a:extLst>
          </p:cNvPr>
          <p:cNvSpPr>
            <a:spLocks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6256">
            <a:extLst>
              <a:ext uri="{FF2B5EF4-FFF2-40B4-BE49-F238E27FC236}">
                <a16:creationId xmlns:a16="http://schemas.microsoft.com/office/drawing/2014/main" id="{D2ED6B1A-1CFA-4FA8-886A-83E6285ED2D7}"/>
              </a:ext>
            </a:extLst>
          </p:cNvPr>
          <p:cNvSpPr>
            <a:spLocks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6257">
            <a:extLst>
              <a:ext uri="{FF2B5EF4-FFF2-40B4-BE49-F238E27FC236}">
                <a16:creationId xmlns:a16="http://schemas.microsoft.com/office/drawing/2014/main" id="{E08E0DAF-0DFF-4260-9DDB-026377475FC7}"/>
              </a:ext>
            </a:extLst>
          </p:cNvPr>
          <p:cNvSpPr>
            <a:spLocks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6258">
            <a:extLst>
              <a:ext uri="{FF2B5EF4-FFF2-40B4-BE49-F238E27FC236}">
                <a16:creationId xmlns:a16="http://schemas.microsoft.com/office/drawing/2014/main" id="{D1ADFCEC-BE35-4D52-85E7-3C8D4CE9A6E1}"/>
              </a:ext>
            </a:extLst>
          </p:cNvPr>
          <p:cNvSpPr>
            <a:spLocks/>
          </p:cNvSpPr>
          <p:nvPr/>
        </p:nvSpPr>
        <p:spPr>
          <a:xfrm>
            <a:off x="192778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6259">
            <a:extLst>
              <a:ext uri="{FF2B5EF4-FFF2-40B4-BE49-F238E27FC236}">
                <a16:creationId xmlns:a16="http://schemas.microsoft.com/office/drawing/2014/main" id="{38327309-9E31-4574-B4A7-B10B40AF3CB8}"/>
              </a:ext>
            </a:extLst>
          </p:cNvPr>
          <p:cNvSpPr>
            <a:spLocks/>
          </p:cNvSpPr>
          <p:nvPr/>
        </p:nvSpPr>
        <p:spPr>
          <a:xfrm>
            <a:off x="2224177" y="5266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6260">
            <a:extLst>
              <a:ext uri="{FF2B5EF4-FFF2-40B4-BE49-F238E27FC236}">
                <a16:creationId xmlns:a16="http://schemas.microsoft.com/office/drawing/2014/main" id="{4F2DEEBA-7CB9-4971-BB2E-A4D283B861B3}"/>
              </a:ext>
            </a:extLst>
          </p:cNvPr>
          <p:cNvSpPr>
            <a:spLocks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6261">
            <a:extLst>
              <a:ext uri="{FF2B5EF4-FFF2-40B4-BE49-F238E27FC236}">
                <a16:creationId xmlns:a16="http://schemas.microsoft.com/office/drawing/2014/main" id="{999855DD-0138-462E-A9A5-42943FFBB956}"/>
              </a:ext>
            </a:extLst>
          </p:cNvPr>
          <p:cNvSpPr>
            <a:spLocks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6262">
            <a:extLst>
              <a:ext uri="{FF2B5EF4-FFF2-40B4-BE49-F238E27FC236}">
                <a16:creationId xmlns:a16="http://schemas.microsoft.com/office/drawing/2014/main" id="{CFAD461C-05AD-4AD9-8258-E3C1A3D355E3}"/>
              </a:ext>
            </a:extLst>
          </p:cNvPr>
          <p:cNvSpPr>
            <a:spLocks/>
          </p:cNvSpPr>
          <p:nvPr/>
        </p:nvSpPr>
        <p:spPr>
          <a:xfrm>
            <a:off x="2065772" y="5046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6263">
            <a:extLst>
              <a:ext uri="{FF2B5EF4-FFF2-40B4-BE49-F238E27FC236}">
                <a16:creationId xmlns:a16="http://schemas.microsoft.com/office/drawing/2014/main" id="{BD959CAA-5C36-4B60-926D-9D0B390F29A7}"/>
              </a:ext>
            </a:extLst>
          </p:cNvPr>
          <p:cNvSpPr>
            <a:spLocks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6264">
            <a:extLst>
              <a:ext uri="{FF2B5EF4-FFF2-40B4-BE49-F238E27FC236}">
                <a16:creationId xmlns:a16="http://schemas.microsoft.com/office/drawing/2014/main" id="{24652B8A-2707-4041-BCC9-2AB3943DB712}"/>
              </a:ext>
            </a:extLst>
          </p:cNvPr>
          <p:cNvSpPr>
            <a:spLocks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6265">
            <a:extLst>
              <a:ext uri="{FF2B5EF4-FFF2-40B4-BE49-F238E27FC236}">
                <a16:creationId xmlns:a16="http://schemas.microsoft.com/office/drawing/2014/main" id="{B4DF42A2-0CAB-4887-A1F9-A4A8D1350EB6}"/>
              </a:ext>
            </a:extLst>
          </p:cNvPr>
          <p:cNvSpPr>
            <a:spLocks/>
          </p:cNvSpPr>
          <p:nvPr/>
        </p:nvSpPr>
        <p:spPr>
          <a:xfrm>
            <a:off x="231965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6266">
            <a:extLst>
              <a:ext uri="{FF2B5EF4-FFF2-40B4-BE49-F238E27FC236}">
                <a16:creationId xmlns:a16="http://schemas.microsoft.com/office/drawing/2014/main" id="{DC653CBB-6F3F-4692-B6D8-0F3280C18079}"/>
              </a:ext>
            </a:extLst>
          </p:cNvPr>
          <p:cNvSpPr>
            <a:spLocks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6267">
            <a:extLst>
              <a:ext uri="{FF2B5EF4-FFF2-40B4-BE49-F238E27FC236}">
                <a16:creationId xmlns:a16="http://schemas.microsoft.com/office/drawing/2014/main" id="{F2EC48F5-3757-48D2-929F-ECA47FFC978B}"/>
              </a:ext>
            </a:extLst>
          </p:cNvPr>
          <p:cNvSpPr>
            <a:spLocks/>
          </p:cNvSpPr>
          <p:nvPr/>
        </p:nvSpPr>
        <p:spPr>
          <a:xfrm>
            <a:off x="2300778" y="5300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6268">
            <a:extLst>
              <a:ext uri="{FF2B5EF4-FFF2-40B4-BE49-F238E27FC236}">
                <a16:creationId xmlns:a16="http://schemas.microsoft.com/office/drawing/2014/main" id="{6CD69365-DAC5-467A-9FB1-AEB47B295D65}"/>
              </a:ext>
            </a:extLst>
          </p:cNvPr>
          <p:cNvSpPr>
            <a:spLocks/>
          </p:cNvSpPr>
          <p:nvPr/>
        </p:nvSpPr>
        <p:spPr>
          <a:xfrm>
            <a:off x="2003369" y="523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6269">
            <a:extLst>
              <a:ext uri="{FF2B5EF4-FFF2-40B4-BE49-F238E27FC236}">
                <a16:creationId xmlns:a16="http://schemas.microsoft.com/office/drawing/2014/main" id="{6B7121AD-5BD2-44D7-AC52-A2E90CD6BADC}"/>
              </a:ext>
            </a:extLst>
          </p:cNvPr>
          <p:cNvSpPr>
            <a:spLocks/>
          </p:cNvSpPr>
          <p:nvPr/>
        </p:nvSpPr>
        <p:spPr>
          <a:xfrm>
            <a:off x="2284694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6270">
            <a:extLst>
              <a:ext uri="{FF2B5EF4-FFF2-40B4-BE49-F238E27FC236}">
                <a16:creationId xmlns:a16="http://schemas.microsoft.com/office/drawing/2014/main" id="{FC0840AB-0497-4D73-9FBA-F708227EF60D}"/>
              </a:ext>
            </a:extLst>
          </p:cNvPr>
          <p:cNvSpPr>
            <a:spLocks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6271">
            <a:extLst>
              <a:ext uri="{FF2B5EF4-FFF2-40B4-BE49-F238E27FC236}">
                <a16:creationId xmlns:a16="http://schemas.microsoft.com/office/drawing/2014/main" id="{61FC49FF-DEBE-4919-AE27-0097AEA37303}"/>
              </a:ext>
            </a:extLst>
          </p:cNvPr>
          <p:cNvSpPr>
            <a:spLocks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6272">
            <a:extLst>
              <a:ext uri="{FF2B5EF4-FFF2-40B4-BE49-F238E27FC236}">
                <a16:creationId xmlns:a16="http://schemas.microsoft.com/office/drawing/2014/main" id="{296D296C-7A10-4A54-AFD0-60C77FE22C98}"/>
              </a:ext>
            </a:extLst>
          </p:cNvPr>
          <p:cNvSpPr>
            <a:spLocks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6273">
            <a:extLst>
              <a:ext uri="{FF2B5EF4-FFF2-40B4-BE49-F238E27FC236}">
                <a16:creationId xmlns:a16="http://schemas.microsoft.com/office/drawing/2014/main" id="{8F4D8E15-7004-4390-AE98-8AD20C203BD3}"/>
              </a:ext>
            </a:extLst>
          </p:cNvPr>
          <p:cNvSpPr>
            <a:spLocks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6274">
            <a:extLst>
              <a:ext uri="{FF2B5EF4-FFF2-40B4-BE49-F238E27FC236}">
                <a16:creationId xmlns:a16="http://schemas.microsoft.com/office/drawing/2014/main" id="{FC1313A7-A16D-4CAD-9713-04578694CACE}"/>
              </a:ext>
            </a:extLst>
          </p:cNvPr>
          <p:cNvSpPr>
            <a:spLocks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6275">
            <a:extLst>
              <a:ext uri="{FF2B5EF4-FFF2-40B4-BE49-F238E27FC236}">
                <a16:creationId xmlns:a16="http://schemas.microsoft.com/office/drawing/2014/main" id="{B16021DF-2C4A-4BA5-99A6-D0CE6B775B99}"/>
              </a:ext>
            </a:extLst>
          </p:cNvPr>
          <p:cNvSpPr>
            <a:spLocks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6276">
            <a:extLst>
              <a:ext uri="{FF2B5EF4-FFF2-40B4-BE49-F238E27FC236}">
                <a16:creationId xmlns:a16="http://schemas.microsoft.com/office/drawing/2014/main" id="{A2FF73F4-88AB-4E2E-B2A6-5BB2650133BE}"/>
              </a:ext>
            </a:extLst>
          </p:cNvPr>
          <p:cNvSpPr>
            <a:spLocks/>
          </p:cNvSpPr>
          <p:nvPr/>
        </p:nvSpPr>
        <p:spPr>
          <a:xfrm>
            <a:off x="1836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6277">
            <a:extLst>
              <a:ext uri="{FF2B5EF4-FFF2-40B4-BE49-F238E27FC236}">
                <a16:creationId xmlns:a16="http://schemas.microsoft.com/office/drawing/2014/main" id="{20A21432-7DA7-4A52-A8D5-EBDDD3976FD7}"/>
              </a:ext>
            </a:extLst>
          </p:cNvPr>
          <p:cNvSpPr>
            <a:spLocks/>
          </p:cNvSpPr>
          <p:nvPr/>
        </p:nvSpPr>
        <p:spPr>
          <a:xfrm>
            <a:off x="212128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6278">
            <a:extLst>
              <a:ext uri="{FF2B5EF4-FFF2-40B4-BE49-F238E27FC236}">
                <a16:creationId xmlns:a16="http://schemas.microsoft.com/office/drawing/2014/main" id="{AA7B8E37-17DF-41BF-A595-3F2339442FAD}"/>
              </a:ext>
            </a:extLst>
          </p:cNvPr>
          <p:cNvSpPr>
            <a:spLocks/>
          </p:cNvSpPr>
          <p:nvPr/>
        </p:nvSpPr>
        <p:spPr>
          <a:xfrm>
            <a:off x="223923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6279">
            <a:extLst>
              <a:ext uri="{FF2B5EF4-FFF2-40B4-BE49-F238E27FC236}">
                <a16:creationId xmlns:a16="http://schemas.microsoft.com/office/drawing/2014/main" id="{D8D58EC9-AD4C-435C-B067-C1F5509A4A70}"/>
              </a:ext>
            </a:extLst>
          </p:cNvPr>
          <p:cNvSpPr>
            <a:spLocks/>
          </p:cNvSpPr>
          <p:nvPr/>
        </p:nvSpPr>
        <p:spPr>
          <a:xfrm>
            <a:off x="199218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6280">
            <a:extLst>
              <a:ext uri="{FF2B5EF4-FFF2-40B4-BE49-F238E27FC236}">
                <a16:creationId xmlns:a16="http://schemas.microsoft.com/office/drawing/2014/main" id="{5793BEC0-148A-44E6-8806-89886ECED619}"/>
              </a:ext>
            </a:extLst>
          </p:cNvPr>
          <p:cNvSpPr>
            <a:spLocks/>
          </p:cNvSpPr>
          <p:nvPr/>
        </p:nvSpPr>
        <p:spPr>
          <a:xfrm>
            <a:off x="187265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6281">
            <a:extLst>
              <a:ext uri="{FF2B5EF4-FFF2-40B4-BE49-F238E27FC236}">
                <a16:creationId xmlns:a16="http://schemas.microsoft.com/office/drawing/2014/main" id="{A7F1C9E5-FEAC-4B6A-916C-9F94E1D18A58}"/>
              </a:ext>
            </a:extLst>
          </p:cNvPr>
          <p:cNvSpPr>
            <a:spLocks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6282">
            <a:extLst>
              <a:ext uri="{FF2B5EF4-FFF2-40B4-BE49-F238E27FC236}">
                <a16:creationId xmlns:a16="http://schemas.microsoft.com/office/drawing/2014/main" id="{2F656F93-CCDF-401E-BC53-5518E382E9B7}"/>
              </a:ext>
            </a:extLst>
          </p:cNvPr>
          <p:cNvSpPr>
            <a:spLocks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6283">
            <a:extLst>
              <a:ext uri="{FF2B5EF4-FFF2-40B4-BE49-F238E27FC236}">
                <a16:creationId xmlns:a16="http://schemas.microsoft.com/office/drawing/2014/main" id="{CD2AFC3E-BB7C-4096-B337-BFF93F69FD7B}"/>
              </a:ext>
            </a:extLst>
          </p:cNvPr>
          <p:cNvSpPr>
            <a:spLocks/>
          </p:cNvSpPr>
          <p:nvPr/>
        </p:nvSpPr>
        <p:spPr>
          <a:xfrm>
            <a:off x="2315677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6284">
            <a:extLst>
              <a:ext uri="{FF2B5EF4-FFF2-40B4-BE49-F238E27FC236}">
                <a16:creationId xmlns:a16="http://schemas.microsoft.com/office/drawing/2014/main" id="{30B171C8-E6B8-4A73-9B43-824F8BB62ACD}"/>
              </a:ext>
            </a:extLst>
          </p:cNvPr>
          <p:cNvSpPr>
            <a:spLocks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6285">
            <a:extLst>
              <a:ext uri="{FF2B5EF4-FFF2-40B4-BE49-F238E27FC236}">
                <a16:creationId xmlns:a16="http://schemas.microsoft.com/office/drawing/2014/main" id="{74555C04-3DCE-4167-BCCF-CB93F5C49AC3}"/>
              </a:ext>
            </a:extLst>
          </p:cNvPr>
          <p:cNvSpPr>
            <a:spLocks/>
          </p:cNvSpPr>
          <p:nvPr/>
        </p:nvSpPr>
        <p:spPr>
          <a:xfrm>
            <a:off x="21155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6286">
            <a:extLst>
              <a:ext uri="{FF2B5EF4-FFF2-40B4-BE49-F238E27FC236}">
                <a16:creationId xmlns:a16="http://schemas.microsoft.com/office/drawing/2014/main" id="{28D54246-29D9-4725-BDE4-7F6531FEA62A}"/>
              </a:ext>
            </a:extLst>
          </p:cNvPr>
          <p:cNvSpPr>
            <a:spLocks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6287">
            <a:extLst>
              <a:ext uri="{FF2B5EF4-FFF2-40B4-BE49-F238E27FC236}">
                <a16:creationId xmlns:a16="http://schemas.microsoft.com/office/drawing/2014/main" id="{570AF6F9-3C28-48BE-99FE-A601A0883FBD}"/>
              </a:ext>
            </a:extLst>
          </p:cNvPr>
          <p:cNvSpPr>
            <a:spLocks/>
          </p:cNvSpPr>
          <p:nvPr/>
        </p:nvSpPr>
        <p:spPr>
          <a:xfrm>
            <a:off x="1987732" y="530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6288">
            <a:extLst>
              <a:ext uri="{FF2B5EF4-FFF2-40B4-BE49-F238E27FC236}">
                <a16:creationId xmlns:a16="http://schemas.microsoft.com/office/drawing/2014/main" id="{85C7B6AA-5A4F-4D44-960B-D8D3F6B6D4FF}"/>
              </a:ext>
            </a:extLst>
          </p:cNvPr>
          <p:cNvSpPr>
            <a:spLocks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6289">
            <a:extLst>
              <a:ext uri="{FF2B5EF4-FFF2-40B4-BE49-F238E27FC236}">
                <a16:creationId xmlns:a16="http://schemas.microsoft.com/office/drawing/2014/main" id="{6EF2A8DC-F2CF-4DDF-BE27-47214249E35D}"/>
              </a:ext>
            </a:extLst>
          </p:cNvPr>
          <p:cNvSpPr>
            <a:spLocks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6290">
            <a:extLst>
              <a:ext uri="{FF2B5EF4-FFF2-40B4-BE49-F238E27FC236}">
                <a16:creationId xmlns:a16="http://schemas.microsoft.com/office/drawing/2014/main" id="{F270C907-08C1-435C-BED8-CE907F1F024B}"/>
              </a:ext>
            </a:extLst>
          </p:cNvPr>
          <p:cNvSpPr>
            <a:spLocks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6291">
            <a:extLst>
              <a:ext uri="{FF2B5EF4-FFF2-40B4-BE49-F238E27FC236}">
                <a16:creationId xmlns:a16="http://schemas.microsoft.com/office/drawing/2014/main" id="{3DCA04E8-C342-4674-9C48-DBDEF00F66A0}"/>
              </a:ext>
            </a:extLst>
          </p:cNvPr>
          <p:cNvSpPr>
            <a:spLocks/>
          </p:cNvSpPr>
          <p:nvPr/>
        </p:nvSpPr>
        <p:spPr>
          <a:xfrm>
            <a:off x="201992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6292">
            <a:extLst>
              <a:ext uri="{FF2B5EF4-FFF2-40B4-BE49-F238E27FC236}">
                <a16:creationId xmlns:a16="http://schemas.microsoft.com/office/drawing/2014/main" id="{8B8A7B59-3234-4159-924B-E2372A003720}"/>
              </a:ext>
            </a:extLst>
          </p:cNvPr>
          <p:cNvSpPr>
            <a:spLocks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6293">
            <a:extLst>
              <a:ext uri="{FF2B5EF4-FFF2-40B4-BE49-F238E27FC236}">
                <a16:creationId xmlns:a16="http://schemas.microsoft.com/office/drawing/2014/main" id="{1FF3E637-CE77-47F3-ABFE-F570439D2FC6}"/>
              </a:ext>
            </a:extLst>
          </p:cNvPr>
          <p:cNvSpPr>
            <a:spLocks/>
          </p:cNvSpPr>
          <p:nvPr/>
        </p:nvSpPr>
        <p:spPr>
          <a:xfrm>
            <a:off x="1939656" y="52514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6294">
            <a:extLst>
              <a:ext uri="{FF2B5EF4-FFF2-40B4-BE49-F238E27FC236}">
                <a16:creationId xmlns:a16="http://schemas.microsoft.com/office/drawing/2014/main" id="{BA52B64C-C899-4992-B7BA-40A0A3C358A9}"/>
              </a:ext>
            </a:extLst>
          </p:cNvPr>
          <p:cNvSpPr>
            <a:spLocks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6295">
            <a:extLst>
              <a:ext uri="{FF2B5EF4-FFF2-40B4-BE49-F238E27FC236}">
                <a16:creationId xmlns:a16="http://schemas.microsoft.com/office/drawing/2014/main" id="{00370B20-682C-4EC3-853B-0DCF3B2FE483}"/>
              </a:ext>
            </a:extLst>
          </p:cNvPr>
          <p:cNvSpPr>
            <a:spLocks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6296">
            <a:extLst>
              <a:ext uri="{FF2B5EF4-FFF2-40B4-BE49-F238E27FC236}">
                <a16:creationId xmlns:a16="http://schemas.microsoft.com/office/drawing/2014/main" id="{52C6C729-FE16-4DAD-8F5C-10266D0667EC}"/>
              </a:ext>
            </a:extLst>
          </p:cNvPr>
          <p:cNvSpPr>
            <a:spLocks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6297">
            <a:extLst>
              <a:ext uri="{FF2B5EF4-FFF2-40B4-BE49-F238E27FC236}">
                <a16:creationId xmlns:a16="http://schemas.microsoft.com/office/drawing/2014/main" id="{89C9129C-FE9F-4541-BBBD-BC0B5F28DBFA}"/>
              </a:ext>
            </a:extLst>
          </p:cNvPr>
          <p:cNvSpPr>
            <a:spLocks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6298">
            <a:extLst>
              <a:ext uri="{FF2B5EF4-FFF2-40B4-BE49-F238E27FC236}">
                <a16:creationId xmlns:a16="http://schemas.microsoft.com/office/drawing/2014/main" id="{749C53DD-C4EF-4CC1-8048-4CC9E7A22727}"/>
              </a:ext>
            </a:extLst>
          </p:cNvPr>
          <p:cNvSpPr>
            <a:spLocks/>
          </p:cNvSpPr>
          <p:nvPr/>
        </p:nvSpPr>
        <p:spPr>
          <a:xfrm>
            <a:off x="2007008" y="5079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6299">
            <a:extLst>
              <a:ext uri="{FF2B5EF4-FFF2-40B4-BE49-F238E27FC236}">
                <a16:creationId xmlns:a16="http://schemas.microsoft.com/office/drawing/2014/main" id="{79DA5C6D-C8F3-41F3-8911-87E10BC653EA}"/>
              </a:ext>
            </a:extLst>
          </p:cNvPr>
          <p:cNvSpPr>
            <a:spLocks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6300">
            <a:extLst>
              <a:ext uri="{FF2B5EF4-FFF2-40B4-BE49-F238E27FC236}">
                <a16:creationId xmlns:a16="http://schemas.microsoft.com/office/drawing/2014/main" id="{A92DFE12-814C-42A7-95A9-E5D1617AAD3A}"/>
              </a:ext>
            </a:extLst>
          </p:cNvPr>
          <p:cNvSpPr>
            <a:spLocks/>
          </p:cNvSpPr>
          <p:nvPr/>
        </p:nvSpPr>
        <p:spPr>
          <a:xfrm>
            <a:off x="1906360" y="4960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6301">
            <a:extLst>
              <a:ext uri="{FF2B5EF4-FFF2-40B4-BE49-F238E27FC236}">
                <a16:creationId xmlns:a16="http://schemas.microsoft.com/office/drawing/2014/main" id="{C7F4BA6E-22BA-4488-99A2-60BB7D085628}"/>
              </a:ext>
            </a:extLst>
          </p:cNvPr>
          <p:cNvSpPr>
            <a:spLocks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6302">
            <a:extLst>
              <a:ext uri="{FF2B5EF4-FFF2-40B4-BE49-F238E27FC236}">
                <a16:creationId xmlns:a16="http://schemas.microsoft.com/office/drawing/2014/main" id="{30B5727F-329A-423D-BE3D-C839AFC0FBDF}"/>
              </a:ext>
            </a:extLst>
          </p:cNvPr>
          <p:cNvSpPr>
            <a:spLocks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6303">
            <a:extLst>
              <a:ext uri="{FF2B5EF4-FFF2-40B4-BE49-F238E27FC236}">
                <a16:creationId xmlns:a16="http://schemas.microsoft.com/office/drawing/2014/main" id="{F507C345-E5A1-42EA-868F-D1E800A81CA7}"/>
              </a:ext>
            </a:extLst>
          </p:cNvPr>
          <p:cNvSpPr>
            <a:spLocks/>
          </p:cNvSpPr>
          <p:nvPr/>
        </p:nvSpPr>
        <p:spPr>
          <a:xfrm>
            <a:off x="18489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6304">
            <a:extLst>
              <a:ext uri="{FF2B5EF4-FFF2-40B4-BE49-F238E27FC236}">
                <a16:creationId xmlns:a16="http://schemas.microsoft.com/office/drawing/2014/main" id="{6AEAF567-51D3-44F7-B7F3-EEE626C05B29}"/>
              </a:ext>
            </a:extLst>
          </p:cNvPr>
          <p:cNvSpPr>
            <a:spLocks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6305">
            <a:extLst>
              <a:ext uri="{FF2B5EF4-FFF2-40B4-BE49-F238E27FC236}">
                <a16:creationId xmlns:a16="http://schemas.microsoft.com/office/drawing/2014/main" id="{7245AFC2-EB3A-44DA-B6A3-B32267E27AB4}"/>
              </a:ext>
            </a:extLst>
          </p:cNvPr>
          <p:cNvSpPr>
            <a:spLocks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6306">
            <a:extLst>
              <a:ext uri="{FF2B5EF4-FFF2-40B4-BE49-F238E27FC236}">
                <a16:creationId xmlns:a16="http://schemas.microsoft.com/office/drawing/2014/main" id="{D0A05D48-223B-41D6-95F1-831B7A0A5FDA}"/>
              </a:ext>
            </a:extLst>
          </p:cNvPr>
          <p:cNvSpPr>
            <a:spLocks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6307">
            <a:extLst>
              <a:ext uri="{FF2B5EF4-FFF2-40B4-BE49-F238E27FC236}">
                <a16:creationId xmlns:a16="http://schemas.microsoft.com/office/drawing/2014/main" id="{A66A3877-75ED-4779-AF1D-0AF3DE65997C}"/>
              </a:ext>
            </a:extLst>
          </p:cNvPr>
          <p:cNvSpPr>
            <a:spLocks/>
          </p:cNvSpPr>
          <p:nvPr/>
        </p:nvSpPr>
        <p:spPr>
          <a:xfrm>
            <a:off x="2186803" y="495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6308">
            <a:extLst>
              <a:ext uri="{FF2B5EF4-FFF2-40B4-BE49-F238E27FC236}">
                <a16:creationId xmlns:a16="http://schemas.microsoft.com/office/drawing/2014/main" id="{80291730-D7D7-4ECE-8DFC-C1357F062154}"/>
              </a:ext>
            </a:extLst>
          </p:cNvPr>
          <p:cNvSpPr>
            <a:spLocks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6309">
            <a:extLst>
              <a:ext uri="{FF2B5EF4-FFF2-40B4-BE49-F238E27FC236}">
                <a16:creationId xmlns:a16="http://schemas.microsoft.com/office/drawing/2014/main" id="{4AFD9AF1-0E96-4581-96F1-840E229FE25F}"/>
              </a:ext>
            </a:extLst>
          </p:cNvPr>
          <p:cNvSpPr>
            <a:spLocks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6310">
            <a:extLst>
              <a:ext uri="{FF2B5EF4-FFF2-40B4-BE49-F238E27FC236}">
                <a16:creationId xmlns:a16="http://schemas.microsoft.com/office/drawing/2014/main" id="{4B40436F-B8FC-44FB-9815-D69846B60B8C}"/>
              </a:ext>
            </a:extLst>
          </p:cNvPr>
          <p:cNvSpPr>
            <a:spLocks/>
          </p:cNvSpPr>
          <p:nvPr/>
        </p:nvSpPr>
        <p:spPr>
          <a:xfrm>
            <a:off x="2277153" y="5327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6311">
            <a:extLst>
              <a:ext uri="{FF2B5EF4-FFF2-40B4-BE49-F238E27FC236}">
                <a16:creationId xmlns:a16="http://schemas.microsoft.com/office/drawing/2014/main" id="{A43587E6-0B0D-4311-9A54-01F20C4589A7}"/>
              </a:ext>
            </a:extLst>
          </p:cNvPr>
          <p:cNvSpPr>
            <a:spLocks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6312">
            <a:extLst>
              <a:ext uri="{FF2B5EF4-FFF2-40B4-BE49-F238E27FC236}">
                <a16:creationId xmlns:a16="http://schemas.microsoft.com/office/drawing/2014/main" id="{83C612C4-F8D3-4CA0-AA1E-CA415D0E7CE3}"/>
              </a:ext>
            </a:extLst>
          </p:cNvPr>
          <p:cNvSpPr>
            <a:spLocks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6313">
            <a:extLst>
              <a:ext uri="{FF2B5EF4-FFF2-40B4-BE49-F238E27FC236}">
                <a16:creationId xmlns:a16="http://schemas.microsoft.com/office/drawing/2014/main" id="{008D63B5-4368-49F8-A7BD-5D4B62C7577F}"/>
              </a:ext>
            </a:extLst>
          </p:cNvPr>
          <p:cNvSpPr>
            <a:spLocks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6314">
            <a:extLst>
              <a:ext uri="{FF2B5EF4-FFF2-40B4-BE49-F238E27FC236}">
                <a16:creationId xmlns:a16="http://schemas.microsoft.com/office/drawing/2014/main" id="{8CECB34E-1B41-491A-B2DE-776F7BC190CC}"/>
              </a:ext>
            </a:extLst>
          </p:cNvPr>
          <p:cNvSpPr>
            <a:spLocks/>
          </p:cNvSpPr>
          <p:nvPr/>
        </p:nvSpPr>
        <p:spPr>
          <a:xfrm>
            <a:off x="2066605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6315">
            <a:extLst>
              <a:ext uri="{FF2B5EF4-FFF2-40B4-BE49-F238E27FC236}">
                <a16:creationId xmlns:a16="http://schemas.microsoft.com/office/drawing/2014/main" id="{DA15D516-FBBC-4CF6-B44D-50C0BB4C252B}"/>
              </a:ext>
            </a:extLst>
          </p:cNvPr>
          <p:cNvSpPr>
            <a:spLocks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6316">
            <a:extLst>
              <a:ext uri="{FF2B5EF4-FFF2-40B4-BE49-F238E27FC236}">
                <a16:creationId xmlns:a16="http://schemas.microsoft.com/office/drawing/2014/main" id="{089BB048-ED99-458F-95AC-AA5B1C726187}"/>
              </a:ext>
            </a:extLst>
          </p:cNvPr>
          <p:cNvSpPr>
            <a:spLocks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6317">
            <a:extLst>
              <a:ext uri="{FF2B5EF4-FFF2-40B4-BE49-F238E27FC236}">
                <a16:creationId xmlns:a16="http://schemas.microsoft.com/office/drawing/2014/main" id="{814298BD-83A4-4AE3-9D91-2DDD5592E86E}"/>
              </a:ext>
            </a:extLst>
          </p:cNvPr>
          <p:cNvSpPr>
            <a:spLocks/>
          </p:cNvSpPr>
          <p:nvPr/>
        </p:nvSpPr>
        <p:spPr>
          <a:xfrm>
            <a:off x="2094367" y="52598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6318">
            <a:extLst>
              <a:ext uri="{FF2B5EF4-FFF2-40B4-BE49-F238E27FC236}">
                <a16:creationId xmlns:a16="http://schemas.microsoft.com/office/drawing/2014/main" id="{788415F3-55EE-4E03-9F8C-A22CAC589074}"/>
              </a:ext>
            </a:extLst>
          </p:cNvPr>
          <p:cNvSpPr>
            <a:spLocks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6319">
            <a:extLst>
              <a:ext uri="{FF2B5EF4-FFF2-40B4-BE49-F238E27FC236}">
                <a16:creationId xmlns:a16="http://schemas.microsoft.com/office/drawing/2014/main" id="{F901B0EF-EBAD-485A-B8DB-4B0449350D39}"/>
              </a:ext>
            </a:extLst>
          </p:cNvPr>
          <p:cNvSpPr>
            <a:spLocks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6320">
            <a:extLst>
              <a:ext uri="{FF2B5EF4-FFF2-40B4-BE49-F238E27FC236}">
                <a16:creationId xmlns:a16="http://schemas.microsoft.com/office/drawing/2014/main" id="{80D3594F-BAFB-4A6D-87CE-0BE1FE5197C9}"/>
              </a:ext>
            </a:extLst>
          </p:cNvPr>
          <p:cNvSpPr>
            <a:spLocks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6321">
            <a:extLst>
              <a:ext uri="{FF2B5EF4-FFF2-40B4-BE49-F238E27FC236}">
                <a16:creationId xmlns:a16="http://schemas.microsoft.com/office/drawing/2014/main" id="{C37BF6EF-7736-4F81-B145-C6F167CFAC4E}"/>
              </a:ext>
            </a:extLst>
          </p:cNvPr>
          <p:cNvSpPr>
            <a:spLocks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6322">
            <a:extLst>
              <a:ext uri="{FF2B5EF4-FFF2-40B4-BE49-F238E27FC236}">
                <a16:creationId xmlns:a16="http://schemas.microsoft.com/office/drawing/2014/main" id="{EF1D94E6-E92F-46E0-9870-BACE133CB0E7}"/>
              </a:ext>
            </a:extLst>
          </p:cNvPr>
          <p:cNvSpPr>
            <a:spLocks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6323">
            <a:extLst>
              <a:ext uri="{FF2B5EF4-FFF2-40B4-BE49-F238E27FC236}">
                <a16:creationId xmlns:a16="http://schemas.microsoft.com/office/drawing/2014/main" id="{4D368909-9EAC-4341-999E-82862452E302}"/>
              </a:ext>
            </a:extLst>
          </p:cNvPr>
          <p:cNvSpPr>
            <a:spLocks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6324">
            <a:extLst>
              <a:ext uri="{FF2B5EF4-FFF2-40B4-BE49-F238E27FC236}">
                <a16:creationId xmlns:a16="http://schemas.microsoft.com/office/drawing/2014/main" id="{5628F77A-8092-4E6C-B89B-7341CC7E8AFE}"/>
              </a:ext>
            </a:extLst>
          </p:cNvPr>
          <p:cNvSpPr>
            <a:spLocks/>
          </p:cNvSpPr>
          <p:nvPr/>
        </p:nvSpPr>
        <p:spPr>
          <a:xfrm>
            <a:off x="1847547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6325">
            <a:extLst>
              <a:ext uri="{FF2B5EF4-FFF2-40B4-BE49-F238E27FC236}">
                <a16:creationId xmlns:a16="http://schemas.microsoft.com/office/drawing/2014/main" id="{81447B86-85CC-4DEE-99C1-F465B998F6B8}"/>
              </a:ext>
            </a:extLst>
          </p:cNvPr>
          <p:cNvSpPr>
            <a:spLocks/>
          </p:cNvSpPr>
          <p:nvPr/>
        </p:nvSpPr>
        <p:spPr>
          <a:xfrm>
            <a:off x="212216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6326">
            <a:extLst>
              <a:ext uri="{FF2B5EF4-FFF2-40B4-BE49-F238E27FC236}">
                <a16:creationId xmlns:a16="http://schemas.microsoft.com/office/drawing/2014/main" id="{500F6BC6-75E3-4FC0-A37E-BB4884CC18BA}"/>
              </a:ext>
            </a:extLst>
          </p:cNvPr>
          <p:cNvSpPr>
            <a:spLocks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6327">
            <a:extLst>
              <a:ext uri="{FF2B5EF4-FFF2-40B4-BE49-F238E27FC236}">
                <a16:creationId xmlns:a16="http://schemas.microsoft.com/office/drawing/2014/main" id="{E8522DC1-4E97-4A3E-9A42-3761843E539F}"/>
              </a:ext>
            </a:extLst>
          </p:cNvPr>
          <p:cNvSpPr>
            <a:spLocks/>
          </p:cNvSpPr>
          <p:nvPr/>
        </p:nvSpPr>
        <p:spPr>
          <a:xfrm>
            <a:off x="18112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6328">
            <a:extLst>
              <a:ext uri="{FF2B5EF4-FFF2-40B4-BE49-F238E27FC236}">
                <a16:creationId xmlns:a16="http://schemas.microsoft.com/office/drawing/2014/main" id="{090DD357-B7B7-4D91-A106-D9A66FE7A596}"/>
              </a:ext>
            </a:extLst>
          </p:cNvPr>
          <p:cNvSpPr>
            <a:spLocks/>
          </p:cNvSpPr>
          <p:nvPr/>
        </p:nvSpPr>
        <p:spPr>
          <a:xfrm>
            <a:off x="2309658" y="48473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6329">
            <a:extLst>
              <a:ext uri="{FF2B5EF4-FFF2-40B4-BE49-F238E27FC236}">
                <a16:creationId xmlns:a16="http://schemas.microsoft.com/office/drawing/2014/main" id="{563AE789-A92D-41A4-88F4-59CD2CF4219D}"/>
              </a:ext>
            </a:extLst>
          </p:cNvPr>
          <p:cNvSpPr>
            <a:spLocks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6330">
            <a:extLst>
              <a:ext uri="{FF2B5EF4-FFF2-40B4-BE49-F238E27FC236}">
                <a16:creationId xmlns:a16="http://schemas.microsoft.com/office/drawing/2014/main" id="{4D4A341C-9393-47DD-B245-157CA29B97A4}"/>
              </a:ext>
            </a:extLst>
          </p:cNvPr>
          <p:cNvSpPr>
            <a:spLocks/>
          </p:cNvSpPr>
          <p:nvPr/>
        </p:nvSpPr>
        <p:spPr>
          <a:xfrm>
            <a:off x="230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6331">
            <a:extLst>
              <a:ext uri="{FF2B5EF4-FFF2-40B4-BE49-F238E27FC236}">
                <a16:creationId xmlns:a16="http://schemas.microsoft.com/office/drawing/2014/main" id="{7B57541E-491D-42E3-83C5-4F23FC56B987}"/>
              </a:ext>
            </a:extLst>
          </p:cNvPr>
          <p:cNvSpPr>
            <a:spLocks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6332">
            <a:extLst>
              <a:ext uri="{FF2B5EF4-FFF2-40B4-BE49-F238E27FC236}">
                <a16:creationId xmlns:a16="http://schemas.microsoft.com/office/drawing/2014/main" id="{52D379F0-67DD-451E-8811-95B7F4CB398C}"/>
              </a:ext>
            </a:extLst>
          </p:cNvPr>
          <p:cNvSpPr>
            <a:spLocks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6333">
            <a:extLst>
              <a:ext uri="{FF2B5EF4-FFF2-40B4-BE49-F238E27FC236}">
                <a16:creationId xmlns:a16="http://schemas.microsoft.com/office/drawing/2014/main" id="{3C01C9E3-417D-486B-B975-D01F98C63233}"/>
              </a:ext>
            </a:extLst>
          </p:cNvPr>
          <p:cNvSpPr>
            <a:spLocks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6334">
            <a:extLst>
              <a:ext uri="{FF2B5EF4-FFF2-40B4-BE49-F238E27FC236}">
                <a16:creationId xmlns:a16="http://schemas.microsoft.com/office/drawing/2014/main" id="{A5553D85-AC95-4448-A3DB-ABD13944B32A}"/>
              </a:ext>
            </a:extLst>
          </p:cNvPr>
          <p:cNvSpPr>
            <a:spLocks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6335">
            <a:extLst>
              <a:ext uri="{FF2B5EF4-FFF2-40B4-BE49-F238E27FC236}">
                <a16:creationId xmlns:a16="http://schemas.microsoft.com/office/drawing/2014/main" id="{AC164413-CF11-4999-B4B3-F2B2F0CA9914}"/>
              </a:ext>
            </a:extLst>
          </p:cNvPr>
          <p:cNvSpPr>
            <a:spLocks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6336">
            <a:extLst>
              <a:ext uri="{FF2B5EF4-FFF2-40B4-BE49-F238E27FC236}">
                <a16:creationId xmlns:a16="http://schemas.microsoft.com/office/drawing/2014/main" id="{5B1F574A-98A5-4DAA-ACF2-B1F343C2F188}"/>
              </a:ext>
            </a:extLst>
          </p:cNvPr>
          <p:cNvSpPr>
            <a:spLocks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6337">
            <a:extLst>
              <a:ext uri="{FF2B5EF4-FFF2-40B4-BE49-F238E27FC236}">
                <a16:creationId xmlns:a16="http://schemas.microsoft.com/office/drawing/2014/main" id="{6687E321-F717-4421-802F-24575D3D3809}"/>
              </a:ext>
            </a:extLst>
          </p:cNvPr>
          <p:cNvSpPr>
            <a:spLocks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6338">
            <a:extLst>
              <a:ext uri="{FF2B5EF4-FFF2-40B4-BE49-F238E27FC236}">
                <a16:creationId xmlns:a16="http://schemas.microsoft.com/office/drawing/2014/main" id="{0304FD92-FFC4-4607-89F8-55EBBB81A7F1}"/>
              </a:ext>
            </a:extLst>
          </p:cNvPr>
          <p:cNvSpPr>
            <a:spLocks/>
          </p:cNvSpPr>
          <p:nvPr/>
        </p:nvSpPr>
        <p:spPr>
          <a:xfrm>
            <a:off x="2148740" y="5320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6339">
            <a:extLst>
              <a:ext uri="{FF2B5EF4-FFF2-40B4-BE49-F238E27FC236}">
                <a16:creationId xmlns:a16="http://schemas.microsoft.com/office/drawing/2014/main" id="{D71AB4C0-2F95-47C7-96C2-1A8E24BD4C55}"/>
              </a:ext>
            </a:extLst>
          </p:cNvPr>
          <p:cNvSpPr>
            <a:spLocks/>
          </p:cNvSpPr>
          <p:nvPr/>
        </p:nvSpPr>
        <p:spPr>
          <a:xfrm>
            <a:off x="2053366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6340">
            <a:extLst>
              <a:ext uri="{FF2B5EF4-FFF2-40B4-BE49-F238E27FC236}">
                <a16:creationId xmlns:a16="http://schemas.microsoft.com/office/drawing/2014/main" id="{3D11F989-2ABF-491C-900E-33542B64D61F}"/>
              </a:ext>
            </a:extLst>
          </p:cNvPr>
          <p:cNvSpPr>
            <a:spLocks/>
          </p:cNvSpPr>
          <p:nvPr/>
        </p:nvSpPr>
        <p:spPr>
          <a:xfrm>
            <a:off x="2061469" y="51274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6341">
            <a:extLst>
              <a:ext uri="{FF2B5EF4-FFF2-40B4-BE49-F238E27FC236}">
                <a16:creationId xmlns:a16="http://schemas.microsoft.com/office/drawing/2014/main" id="{DB6455A3-F73A-47D7-911C-42CDB764A268}"/>
              </a:ext>
            </a:extLst>
          </p:cNvPr>
          <p:cNvSpPr>
            <a:spLocks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6342">
            <a:extLst>
              <a:ext uri="{FF2B5EF4-FFF2-40B4-BE49-F238E27FC236}">
                <a16:creationId xmlns:a16="http://schemas.microsoft.com/office/drawing/2014/main" id="{722F39D8-0A41-4DE5-A1CA-12F367FB7C11}"/>
              </a:ext>
            </a:extLst>
          </p:cNvPr>
          <p:cNvSpPr>
            <a:spLocks/>
          </p:cNvSpPr>
          <p:nvPr/>
        </p:nvSpPr>
        <p:spPr>
          <a:xfrm>
            <a:off x="2274890" y="5326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6343">
            <a:extLst>
              <a:ext uri="{FF2B5EF4-FFF2-40B4-BE49-F238E27FC236}">
                <a16:creationId xmlns:a16="http://schemas.microsoft.com/office/drawing/2014/main" id="{9D27B6EE-D464-4310-BD28-24E012ECDBC9}"/>
              </a:ext>
            </a:extLst>
          </p:cNvPr>
          <p:cNvSpPr>
            <a:spLocks/>
          </p:cNvSpPr>
          <p:nvPr/>
        </p:nvSpPr>
        <p:spPr>
          <a:xfrm>
            <a:off x="1981329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6344">
            <a:extLst>
              <a:ext uri="{FF2B5EF4-FFF2-40B4-BE49-F238E27FC236}">
                <a16:creationId xmlns:a16="http://schemas.microsoft.com/office/drawing/2014/main" id="{C4688102-4277-4939-9D3B-607769443052}"/>
              </a:ext>
            </a:extLst>
          </p:cNvPr>
          <p:cNvSpPr>
            <a:spLocks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6345">
            <a:extLst>
              <a:ext uri="{FF2B5EF4-FFF2-40B4-BE49-F238E27FC236}">
                <a16:creationId xmlns:a16="http://schemas.microsoft.com/office/drawing/2014/main" id="{B0E3A98C-3136-4633-A272-2FF896E0A802}"/>
              </a:ext>
            </a:extLst>
          </p:cNvPr>
          <p:cNvSpPr>
            <a:spLocks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6346">
            <a:extLst>
              <a:ext uri="{FF2B5EF4-FFF2-40B4-BE49-F238E27FC236}">
                <a16:creationId xmlns:a16="http://schemas.microsoft.com/office/drawing/2014/main" id="{3B65CAB8-7E90-4489-AAD5-49AEAFC77F43}"/>
              </a:ext>
            </a:extLst>
          </p:cNvPr>
          <p:cNvSpPr>
            <a:spLocks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6347">
            <a:extLst>
              <a:ext uri="{FF2B5EF4-FFF2-40B4-BE49-F238E27FC236}">
                <a16:creationId xmlns:a16="http://schemas.microsoft.com/office/drawing/2014/main" id="{DFB3B6CC-E64B-41F3-BCB2-D571B82A6DC1}"/>
              </a:ext>
            </a:extLst>
          </p:cNvPr>
          <p:cNvSpPr>
            <a:spLocks/>
          </p:cNvSpPr>
          <p:nvPr/>
        </p:nvSpPr>
        <p:spPr>
          <a:xfrm>
            <a:off x="21508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6348">
            <a:extLst>
              <a:ext uri="{FF2B5EF4-FFF2-40B4-BE49-F238E27FC236}">
                <a16:creationId xmlns:a16="http://schemas.microsoft.com/office/drawing/2014/main" id="{B1529EE9-749E-49D6-A868-38FBD5D7E2AB}"/>
              </a:ext>
            </a:extLst>
          </p:cNvPr>
          <p:cNvSpPr>
            <a:spLocks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6349">
            <a:extLst>
              <a:ext uri="{FF2B5EF4-FFF2-40B4-BE49-F238E27FC236}">
                <a16:creationId xmlns:a16="http://schemas.microsoft.com/office/drawing/2014/main" id="{581F93B4-FF83-478B-B07F-A820167E4BC3}"/>
              </a:ext>
            </a:extLst>
          </p:cNvPr>
          <p:cNvSpPr>
            <a:spLocks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6350">
            <a:extLst>
              <a:ext uri="{FF2B5EF4-FFF2-40B4-BE49-F238E27FC236}">
                <a16:creationId xmlns:a16="http://schemas.microsoft.com/office/drawing/2014/main" id="{03DFE019-CA36-4118-8D7C-83356D5F732B}"/>
              </a:ext>
            </a:extLst>
          </p:cNvPr>
          <p:cNvSpPr>
            <a:spLocks/>
          </p:cNvSpPr>
          <p:nvPr/>
        </p:nvSpPr>
        <p:spPr>
          <a:xfrm>
            <a:off x="2137967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6351">
            <a:extLst>
              <a:ext uri="{FF2B5EF4-FFF2-40B4-BE49-F238E27FC236}">
                <a16:creationId xmlns:a16="http://schemas.microsoft.com/office/drawing/2014/main" id="{EC5AA8CD-184E-446A-A2A2-455CC03D329C}"/>
              </a:ext>
            </a:extLst>
          </p:cNvPr>
          <p:cNvSpPr>
            <a:spLocks/>
          </p:cNvSpPr>
          <p:nvPr/>
        </p:nvSpPr>
        <p:spPr>
          <a:xfrm>
            <a:off x="201326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6352">
            <a:extLst>
              <a:ext uri="{FF2B5EF4-FFF2-40B4-BE49-F238E27FC236}">
                <a16:creationId xmlns:a16="http://schemas.microsoft.com/office/drawing/2014/main" id="{2D7C4C12-76E1-41C2-BC12-C5037F924531}"/>
              </a:ext>
            </a:extLst>
          </p:cNvPr>
          <p:cNvSpPr>
            <a:spLocks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6353">
            <a:extLst>
              <a:ext uri="{FF2B5EF4-FFF2-40B4-BE49-F238E27FC236}">
                <a16:creationId xmlns:a16="http://schemas.microsoft.com/office/drawing/2014/main" id="{0D877C8F-E12B-408D-9E26-049FE17CB61A}"/>
              </a:ext>
            </a:extLst>
          </p:cNvPr>
          <p:cNvSpPr>
            <a:spLocks/>
          </p:cNvSpPr>
          <p:nvPr/>
        </p:nvSpPr>
        <p:spPr>
          <a:xfrm>
            <a:off x="2273261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6354">
            <a:extLst>
              <a:ext uri="{FF2B5EF4-FFF2-40B4-BE49-F238E27FC236}">
                <a16:creationId xmlns:a16="http://schemas.microsoft.com/office/drawing/2014/main" id="{475B4CD7-40F0-484F-ACCF-34D7E01ED3AA}"/>
              </a:ext>
            </a:extLst>
          </p:cNvPr>
          <p:cNvSpPr>
            <a:spLocks/>
          </p:cNvSpPr>
          <p:nvPr/>
        </p:nvSpPr>
        <p:spPr>
          <a:xfrm>
            <a:off x="19013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6355">
            <a:extLst>
              <a:ext uri="{FF2B5EF4-FFF2-40B4-BE49-F238E27FC236}">
                <a16:creationId xmlns:a16="http://schemas.microsoft.com/office/drawing/2014/main" id="{22CFE08E-AE9F-4733-86E2-704BEC46CCE4}"/>
              </a:ext>
            </a:extLst>
          </p:cNvPr>
          <p:cNvSpPr>
            <a:spLocks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6356">
            <a:extLst>
              <a:ext uri="{FF2B5EF4-FFF2-40B4-BE49-F238E27FC236}">
                <a16:creationId xmlns:a16="http://schemas.microsoft.com/office/drawing/2014/main" id="{6E5CEA9B-5C6D-484A-B7C7-FDE02E4527CA}"/>
              </a:ext>
            </a:extLst>
          </p:cNvPr>
          <p:cNvSpPr>
            <a:spLocks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6357">
            <a:extLst>
              <a:ext uri="{FF2B5EF4-FFF2-40B4-BE49-F238E27FC236}">
                <a16:creationId xmlns:a16="http://schemas.microsoft.com/office/drawing/2014/main" id="{A9E368E8-BA7A-4397-9263-BA41EB20BA31}"/>
              </a:ext>
            </a:extLst>
          </p:cNvPr>
          <p:cNvSpPr>
            <a:spLocks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6358">
            <a:extLst>
              <a:ext uri="{FF2B5EF4-FFF2-40B4-BE49-F238E27FC236}">
                <a16:creationId xmlns:a16="http://schemas.microsoft.com/office/drawing/2014/main" id="{FBFCF1FE-F0E9-48DB-B142-57E638FC43A4}"/>
              </a:ext>
            </a:extLst>
          </p:cNvPr>
          <p:cNvSpPr>
            <a:spLocks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6359">
            <a:extLst>
              <a:ext uri="{FF2B5EF4-FFF2-40B4-BE49-F238E27FC236}">
                <a16:creationId xmlns:a16="http://schemas.microsoft.com/office/drawing/2014/main" id="{5782A446-3B6A-4DA8-8075-C71B11AA3060}"/>
              </a:ext>
            </a:extLst>
          </p:cNvPr>
          <p:cNvSpPr>
            <a:spLocks/>
          </p:cNvSpPr>
          <p:nvPr/>
        </p:nvSpPr>
        <p:spPr>
          <a:xfrm>
            <a:off x="2022717" y="4834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6360">
            <a:extLst>
              <a:ext uri="{FF2B5EF4-FFF2-40B4-BE49-F238E27FC236}">
                <a16:creationId xmlns:a16="http://schemas.microsoft.com/office/drawing/2014/main" id="{FF1016F9-DE44-43B2-8B6E-638D0CD33CFF}"/>
              </a:ext>
            </a:extLst>
          </p:cNvPr>
          <p:cNvSpPr>
            <a:spLocks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6361">
            <a:extLst>
              <a:ext uri="{FF2B5EF4-FFF2-40B4-BE49-F238E27FC236}">
                <a16:creationId xmlns:a16="http://schemas.microsoft.com/office/drawing/2014/main" id="{91DE4EA6-8429-4CEA-AE4C-F9CEA1DFB1C4}"/>
              </a:ext>
            </a:extLst>
          </p:cNvPr>
          <p:cNvSpPr>
            <a:spLocks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6362">
            <a:extLst>
              <a:ext uri="{FF2B5EF4-FFF2-40B4-BE49-F238E27FC236}">
                <a16:creationId xmlns:a16="http://schemas.microsoft.com/office/drawing/2014/main" id="{6D97C80A-7DF5-42DB-AA92-CD1C74C1BEC8}"/>
              </a:ext>
            </a:extLst>
          </p:cNvPr>
          <p:cNvSpPr>
            <a:spLocks/>
          </p:cNvSpPr>
          <p:nvPr/>
        </p:nvSpPr>
        <p:spPr>
          <a:xfrm>
            <a:off x="2200966" y="5335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6363">
            <a:extLst>
              <a:ext uri="{FF2B5EF4-FFF2-40B4-BE49-F238E27FC236}">
                <a16:creationId xmlns:a16="http://schemas.microsoft.com/office/drawing/2014/main" id="{B8E23CB1-4B4C-4393-B6E5-D7CD696151B3}"/>
              </a:ext>
            </a:extLst>
          </p:cNvPr>
          <p:cNvSpPr>
            <a:spLocks/>
          </p:cNvSpPr>
          <p:nvPr/>
        </p:nvSpPr>
        <p:spPr>
          <a:xfrm>
            <a:off x="2007806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6364">
            <a:extLst>
              <a:ext uri="{FF2B5EF4-FFF2-40B4-BE49-F238E27FC236}">
                <a16:creationId xmlns:a16="http://schemas.microsoft.com/office/drawing/2014/main" id="{09E8D686-8DA2-4861-A285-C688AB99C204}"/>
              </a:ext>
            </a:extLst>
          </p:cNvPr>
          <p:cNvSpPr>
            <a:spLocks/>
          </p:cNvSpPr>
          <p:nvPr/>
        </p:nvSpPr>
        <p:spPr>
          <a:xfrm>
            <a:off x="22553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6365">
            <a:extLst>
              <a:ext uri="{FF2B5EF4-FFF2-40B4-BE49-F238E27FC236}">
                <a16:creationId xmlns:a16="http://schemas.microsoft.com/office/drawing/2014/main" id="{CC4ED9ED-76D6-4DAD-9DE1-A49A1B66F6BF}"/>
              </a:ext>
            </a:extLst>
          </p:cNvPr>
          <p:cNvSpPr>
            <a:spLocks/>
          </p:cNvSpPr>
          <p:nvPr/>
        </p:nvSpPr>
        <p:spPr>
          <a:xfrm>
            <a:off x="1963694" y="5384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6366">
            <a:extLst>
              <a:ext uri="{FF2B5EF4-FFF2-40B4-BE49-F238E27FC236}">
                <a16:creationId xmlns:a16="http://schemas.microsoft.com/office/drawing/2014/main" id="{A2883E52-564C-4065-81FF-A85BACC0D752}"/>
              </a:ext>
            </a:extLst>
          </p:cNvPr>
          <p:cNvSpPr>
            <a:spLocks/>
          </p:cNvSpPr>
          <p:nvPr/>
        </p:nvSpPr>
        <p:spPr>
          <a:xfrm>
            <a:off x="185904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6367">
            <a:extLst>
              <a:ext uri="{FF2B5EF4-FFF2-40B4-BE49-F238E27FC236}">
                <a16:creationId xmlns:a16="http://schemas.microsoft.com/office/drawing/2014/main" id="{EDBE2891-EACB-4829-93A1-43E28F74F76A}"/>
              </a:ext>
            </a:extLst>
          </p:cNvPr>
          <p:cNvSpPr>
            <a:spLocks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6368">
            <a:extLst>
              <a:ext uri="{FF2B5EF4-FFF2-40B4-BE49-F238E27FC236}">
                <a16:creationId xmlns:a16="http://schemas.microsoft.com/office/drawing/2014/main" id="{9BEF104F-6673-4298-A3B9-7ECD1E838EB7}"/>
              </a:ext>
            </a:extLst>
          </p:cNvPr>
          <p:cNvSpPr>
            <a:spLocks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6369">
            <a:extLst>
              <a:ext uri="{FF2B5EF4-FFF2-40B4-BE49-F238E27FC236}">
                <a16:creationId xmlns:a16="http://schemas.microsoft.com/office/drawing/2014/main" id="{8C1A8625-F63D-4B1E-9E86-73FB921F45AD}"/>
              </a:ext>
            </a:extLst>
          </p:cNvPr>
          <p:cNvSpPr>
            <a:spLocks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6370">
            <a:extLst>
              <a:ext uri="{FF2B5EF4-FFF2-40B4-BE49-F238E27FC236}">
                <a16:creationId xmlns:a16="http://schemas.microsoft.com/office/drawing/2014/main" id="{56427E44-B549-4819-B4B1-18005F94FAA6}"/>
              </a:ext>
            </a:extLst>
          </p:cNvPr>
          <p:cNvSpPr>
            <a:spLocks/>
          </p:cNvSpPr>
          <p:nvPr/>
        </p:nvSpPr>
        <p:spPr>
          <a:xfrm>
            <a:off x="2257166" y="5334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6371">
            <a:extLst>
              <a:ext uri="{FF2B5EF4-FFF2-40B4-BE49-F238E27FC236}">
                <a16:creationId xmlns:a16="http://schemas.microsoft.com/office/drawing/2014/main" id="{87B50AB3-C73B-4E0F-8E53-3A70B3E0DBD9}"/>
              </a:ext>
            </a:extLst>
          </p:cNvPr>
          <p:cNvSpPr>
            <a:spLocks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6372">
            <a:extLst>
              <a:ext uri="{FF2B5EF4-FFF2-40B4-BE49-F238E27FC236}">
                <a16:creationId xmlns:a16="http://schemas.microsoft.com/office/drawing/2014/main" id="{514E1310-D3AA-4767-AEEC-F746C56BF10C}"/>
              </a:ext>
            </a:extLst>
          </p:cNvPr>
          <p:cNvSpPr>
            <a:spLocks/>
          </p:cNvSpPr>
          <p:nvPr/>
        </p:nvSpPr>
        <p:spPr>
          <a:xfrm>
            <a:off x="2077906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6373">
            <a:extLst>
              <a:ext uri="{FF2B5EF4-FFF2-40B4-BE49-F238E27FC236}">
                <a16:creationId xmlns:a16="http://schemas.microsoft.com/office/drawing/2014/main" id="{F0429D08-A60A-43DF-ACC0-E0CDA2056F4D}"/>
              </a:ext>
            </a:extLst>
          </p:cNvPr>
          <p:cNvSpPr>
            <a:spLocks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6374">
            <a:extLst>
              <a:ext uri="{FF2B5EF4-FFF2-40B4-BE49-F238E27FC236}">
                <a16:creationId xmlns:a16="http://schemas.microsoft.com/office/drawing/2014/main" id="{4BC5C1D6-C578-4F5D-9026-3D52535A8C8D}"/>
              </a:ext>
            </a:extLst>
          </p:cNvPr>
          <p:cNvSpPr>
            <a:spLocks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6375">
            <a:extLst>
              <a:ext uri="{FF2B5EF4-FFF2-40B4-BE49-F238E27FC236}">
                <a16:creationId xmlns:a16="http://schemas.microsoft.com/office/drawing/2014/main" id="{D2C27DA0-5B28-41C8-BD5F-9CB83BCB49FB}"/>
              </a:ext>
            </a:extLst>
          </p:cNvPr>
          <p:cNvSpPr>
            <a:spLocks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6376">
            <a:extLst>
              <a:ext uri="{FF2B5EF4-FFF2-40B4-BE49-F238E27FC236}">
                <a16:creationId xmlns:a16="http://schemas.microsoft.com/office/drawing/2014/main" id="{CBAEA25C-86EC-4EA7-A3DC-31817167869A}"/>
              </a:ext>
            </a:extLst>
          </p:cNvPr>
          <p:cNvSpPr>
            <a:spLocks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6377">
            <a:extLst>
              <a:ext uri="{FF2B5EF4-FFF2-40B4-BE49-F238E27FC236}">
                <a16:creationId xmlns:a16="http://schemas.microsoft.com/office/drawing/2014/main" id="{F1A6CCD9-5CCF-46A5-8C65-EFBEEFEE8213}"/>
              </a:ext>
            </a:extLst>
          </p:cNvPr>
          <p:cNvSpPr>
            <a:spLocks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6378">
            <a:extLst>
              <a:ext uri="{FF2B5EF4-FFF2-40B4-BE49-F238E27FC236}">
                <a16:creationId xmlns:a16="http://schemas.microsoft.com/office/drawing/2014/main" id="{1A1D120D-CF17-46CB-83D0-727D7263102F}"/>
              </a:ext>
            </a:extLst>
          </p:cNvPr>
          <p:cNvSpPr>
            <a:spLocks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6379">
            <a:extLst>
              <a:ext uri="{FF2B5EF4-FFF2-40B4-BE49-F238E27FC236}">
                <a16:creationId xmlns:a16="http://schemas.microsoft.com/office/drawing/2014/main" id="{836B01A0-D17E-44A5-8EDD-F1DEA80272F3}"/>
              </a:ext>
            </a:extLst>
          </p:cNvPr>
          <p:cNvSpPr>
            <a:spLocks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6380">
            <a:extLst>
              <a:ext uri="{FF2B5EF4-FFF2-40B4-BE49-F238E27FC236}">
                <a16:creationId xmlns:a16="http://schemas.microsoft.com/office/drawing/2014/main" id="{D38358E9-BD59-4101-881B-8E74FBBD817D}"/>
              </a:ext>
            </a:extLst>
          </p:cNvPr>
          <p:cNvSpPr>
            <a:spLocks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6381">
            <a:extLst>
              <a:ext uri="{FF2B5EF4-FFF2-40B4-BE49-F238E27FC236}">
                <a16:creationId xmlns:a16="http://schemas.microsoft.com/office/drawing/2014/main" id="{96D1F682-1709-4213-8974-C03656C203B5}"/>
              </a:ext>
            </a:extLst>
          </p:cNvPr>
          <p:cNvSpPr>
            <a:spLocks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6382">
            <a:extLst>
              <a:ext uri="{FF2B5EF4-FFF2-40B4-BE49-F238E27FC236}">
                <a16:creationId xmlns:a16="http://schemas.microsoft.com/office/drawing/2014/main" id="{42F294FC-CF65-4468-A8FB-BC6AA7F0BCBB}"/>
              </a:ext>
            </a:extLst>
          </p:cNvPr>
          <p:cNvSpPr>
            <a:spLocks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6383">
            <a:extLst>
              <a:ext uri="{FF2B5EF4-FFF2-40B4-BE49-F238E27FC236}">
                <a16:creationId xmlns:a16="http://schemas.microsoft.com/office/drawing/2014/main" id="{E40D5DA2-E671-4691-BFD7-67099EEBE00D}"/>
              </a:ext>
            </a:extLst>
          </p:cNvPr>
          <p:cNvSpPr>
            <a:spLocks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6384">
            <a:extLst>
              <a:ext uri="{FF2B5EF4-FFF2-40B4-BE49-F238E27FC236}">
                <a16:creationId xmlns:a16="http://schemas.microsoft.com/office/drawing/2014/main" id="{5E5100B2-2E3C-47B3-89B4-23F278C4A77A}"/>
              </a:ext>
            </a:extLst>
          </p:cNvPr>
          <p:cNvSpPr>
            <a:spLocks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6385">
            <a:extLst>
              <a:ext uri="{FF2B5EF4-FFF2-40B4-BE49-F238E27FC236}">
                <a16:creationId xmlns:a16="http://schemas.microsoft.com/office/drawing/2014/main" id="{63DC6297-C90C-487A-A269-2D479299B731}"/>
              </a:ext>
            </a:extLst>
          </p:cNvPr>
          <p:cNvSpPr>
            <a:spLocks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6386">
            <a:extLst>
              <a:ext uri="{FF2B5EF4-FFF2-40B4-BE49-F238E27FC236}">
                <a16:creationId xmlns:a16="http://schemas.microsoft.com/office/drawing/2014/main" id="{9AD8E5B7-0881-414E-97EE-BF6DF0C75A82}"/>
              </a:ext>
            </a:extLst>
          </p:cNvPr>
          <p:cNvSpPr>
            <a:spLocks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6387">
            <a:extLst>
              <a:ext uri="{FF2B5EF4-FFF2-40B4-BE49-F238E27FC236}">
                <a16:creationId xmlns:a16="http://schemas.microsoft.com/office/drawing/2014/main" id="{3F5D7DBD-5C3B-4E84-A116-216B1F32EBEC}"/>
              </a:ext>
            </a:extLst>
          </p:cNvPr>
          <p:cNvSpPr>
            <a:spLocks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6388">
            <a:extLst>
              <a:ext uri="{FF2B5EF4-FFF2-40B4-BE49-F238E27FC236}">
                <a16:creationId xmlns:a16="http://schemas.microsoft.com/office/drawing/2014/main" id="{0AFC235A-6473-4B39-AA9F-C7B53AFE6A67}"/>
              </a:ext>
            </a:extLst>
          </p:cNvPr>
          <p:cNvSpPr>
            <a:spLocks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6389">
            <a:extLst>
              <a:ext uri="{FF2B5EF4-FFF2-40B4-BE49-F238E27FC236}">
                <a16:creationId xmlns:a16="http://schemas.microsoft.com/office/drawing/2014/main" id="{0FEAE5D0-8719-4113-B555-821AEF9652A1}"/>
              </a:ext>
            </a:extLst>
          </p:cNvPr>
          <p:cNvSpPr>
            <a:spLocks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6390">
            <a:extLst>
              <a:ext uri="{FF2B5EF4-FFF2-40B4-BE49-F238E27FC236}">
                <a16:creationId xmlns:a16="http://schemas.microsoft.com/office/drawing/2014/main" id="{2A1F3CF9-98CE-4B04-B302-3D92D7CDD386}"/>
              </a:ext>
            </a:extLst>
          </p:cNvPr>
          <p:cNvSpPr>
            <a:spLocks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6391">
            <a:extLst>
              <a:ext uri="{FF2B5EF4-FFF2-40B4-BE49-F238E27FC236}">
                <a16:creationId xmlns:a16="http://schemas.microsoft.com/office/drawing/2014/main" id="{2E40F629-D179-4685-919C-B83D1E7A2382}"/>
              </a:ext>
            </a:extLst>
          </p:cNvPr>
          <p:cNvSpPr>
            <a:spLocks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6392">
            <a:extLst>
              <a:ext uri="{FF2B5EF4-FFF2-40B4-BE49-F238E27FC236}">
                <a16:creationId xmlns:a16="http://schemas.microsoft.com/office/drawing/2014/main" id="{1DB47E81-3F7F-440E-8C83-95BD7AF3FD44}"/>
              </a:ext>
            </a:extLst>
          </p:cNvPr>
          <p:cNvSpPr>
            <a:spLocks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6393">
            <a:extLst>
              <a:ext uri="{FF2B5EF4-FFF2-40B4-BE49-F238E27FC236}">
                <a16:creationId xmlns:a16="http://schemas.microsoft.com/office/drawing/2014/main" id="{6DA65E75-1DD4-4B33-92E5-F129DE5AE173}"/>
              </a:ext>
            </a:extLst>
          </p:cNvPr>
          <p:cNvSpPr>
            <a:spLocks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6394">
            <a:extLst>
              <a:ext uri="{FF2B5EF4-FFF2-40B4-BE49-F238E27FC236}">
                <a16:creationId xmlns:a16="http://schemas.microsoft.com/office/drawing/2014/main" id="{2DF0D7BB-E2E1-488C-A791-2A31ABFFFC2D}"/>
              </a:ext>
            </a:extLst>
          </p:cNvPr>
          <p:cNvSpPr>
            <a:spLocks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6395">
            <a:extLst>
              <a:ext uri="{FF2B5EF4-FFF2-40B4-BE49-F238E27FC236}">
                <a16:creationId xmlns:a16="http://schemas.microsoft.com/office/drawing/2014/main" id="{A1506688-A947-498A-908B-ECF0A38B67DC}"/>
              </a:ext>
            </a:extLst>
          </p:cNvPr>
          <p:cNvSpPr>
            <a:spLocks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6396">
            <a:extLst>
              <a:ext uri="{FF2B5EF4-FFF2-40B4-BE49-F238E27FC236}">
                <a16:creationId xmlns:a16="http://schemas.microsoft.com/office/drawing/2014/main" id="{D0FC65B6-0BDA-4BE8-BB61-E5B93B2C871E}"/>
              </a:ext>
            </a:extLst>
          </p:cNvPr>
          <p:cNvSpPr>
            <a:spLocks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6397">
            <a:extLst>
              <a:ext uri="{FF2B5EF4-FFF2-40B4-BE49-F238E27FC236}">
                <a16:creationId xmlns:a16="http://schemas.microsoft.com/office/drawing/2014/main" id="{5BED083E-AF92-42FB-9978-9DA631C2DAA6}"/>
              </a:ext>
            </a:extLst>
          </p:cNvPr>
          <p:cNvSpPr>
            <a:spLocks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6398">
            <a:extLst>
              <a:ext uri="{FF2B5EF4-FFF2-40B4-BE49-F238E27FC236}">
                <a16:creationId xmlns:a16="http://schemas.microsoft.com/office/drawing/2014/main" id="{8CB719A8-D682-4942-9A76-CEF4D3ED9F89}"/>
              </a:ext>
            </a:extLst>
          </p:cNvPr>
          <p:cNvSpPr>
            <a:spLocks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6399">
            <a:extLst>
              <a:ext uri="{FF2B5EF4-FFF2-40B4-BE49-F238E27FC236}">
                <a16:creationId xmlns:a16="http://schemas.microsoft.com/office/drawing/2014/main" id="{541F6149-79E8-4913-BD20-E748F8F8BECA}"/>
              </a:ext>
            </a:extLst>
          </p:cNvPr>
          <p:cNvSpPr>
            <a:spLocks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6400">
            <a:extLst>
              <a:ext uri="{FF2B5EF4-FFF2-40B4-BE49-F238E27FC236}">
                <a16:creationId xmlns:a16="http://schemas.microsoft.com/office/drawing/2014/main" id="{2F7EC09E-CDFF-4EFA-888B-2779BCF4CD09}"/>
              </a:ext>
            </a:extLst>
          </p:cNvPr>
          <p:cNvSpPr>
            <a:spLocks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6401">
            <a:extLst>
              <a:ext uri="{FF2B5EF4-FFF2-40B4-BE49-F238E27FC236}">
                <a16:creationId xmlns:a16="http://schemas.microsoft.com/office/drawing/2014/main" id="{8F3FE2A3-DC5C-4814-BC57-0CDC62013117}"/>
              </a:ext>
            </a:extLst>
          </p:cNvPr>
          <p:cNvSpPr>
            <a:spLocks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6402">
            <a:extLst>
              <a:ext uri="{FF2B5EF4-FFF2-40B4-BE49-F238E27FC236}">
                <a16:creationId xmlns:a16="http://schemas.microsoft.com/office/drawing/2014/main" id="{E43B6808-F33A-4A75-AA12-DE0B4A216CBF}"/>
              </a:ext>
            </a:extLst>
          </p:cNvPr>
          <p:cNvSpPr>
            <a:spLocks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6403">
            <a:extLst>
              <a:ext uri="{FF2B5EF4-FFF2-40B4-BE49-F238E27FC236}">
                <a16:creationId xmlns:a16="http://schemas.microsoft.com/office/drawing/2014/main" id="{3FB09039-5B18-4BC6-AD2F-DAFBC221D951}"/>
              </a:ext>
            </a:extLst>
          </p:cNvPr>
          <p:cNvSpPr>
            <a:spLocks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6404">
            <a:extLst>
              <a:ext uri="{FF2B5EF4-FFF2-40B4-BE49-F238E27FC236}">
                <a16:creationId xmlns:a16="http://schemas.microsoft.com/office/drawing/2014/main" id="{37481F83-7C6C-47C1-BBF5-88DDB6BF3F0B}"/>
              </a:ext>
            </a:extLst>
          </p:cNvPr>
          <p:cNvSpPr>
            <a:spLocks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6405">
            <a:extLst>
              <a:ext uri="{FF2B5EF4-FFF2-40B4-BE49-F238E27FC236}">
                <a16:creationId xmlns:a16="http://schemas.microsoft.com/office/drawing/2014/main" id="{A4BF3827-7981-41E5-AD79-C067D403E72F}"/>
              </a:ext>
            </a:extLst>
          </p:cNvPr>
          <p:cNvSpPr>
            <a:spLocks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6406">
            <a:extLst>
              <a:ext uri="{FF2B5EF4-FFF2-40B4-BE49-F238E27FC236}">
                <a16:creationId xmlns:a16="http://schemas.microsoft.com/office/drawing/2014/main" id="{945E3344-13A6-4D02-B745-B7A688AB2349}"/>
              </a:ext>
            </a:extLst>
          </p:cNvPr>
          <p:cNvSpPr>
            <a:spLocks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6407">
            <a:extLst>
              <a:ext uri="{FF2B5EF4-FFF2-40B4-BE49-F238E27FC236}">
                <a16:creationId xmlns:a16="http://schemas.microsoft.com/office/drawing/2014/main" id="{2703A7AD-2E96-431D-B288-BF5485B3ECC9}"/>
              </a:ext>
            </a:extLst>
          </p:cNvPr>
          <p:cNvSpPr>
            <a:spLocks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6408">
            <a:extLst>
              <a:ext uri="{FF2B5EF4-FFF2-40B4-BE49-F238E27FC236}">
                <a16:creationId xmlns:a16="http://schemas.microsoft.com/office/drawing/2014/main" id="{1B09C60C-151D-47D9-8B14-0B6DA9F04AB9}"/>
              </a:ext>
            </a:extLst>
          </p:cNvPr>
          <p:cNvSpPr>
            <a:spLocks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6409">
            <a:extLst>
              <a:ext uri="{FF2B5EF4-FFF2-40B4-BE49-F238E27FC236}">
                <a16:creationId xmlns:a16="http://schemas.microsoft.com/office/drawing/2014/main" id="{32F9E66D-60DC-48C3-8C68-671C0EDC1BD9}"/>
              </a:ext>
            </a:extLst>
          </p:cNvPr>
          <p:cNvSpPr>
            <a:spLocks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6410">
            <a:extLst>
              <a:ext uri="{FF2B5EF4-FFF2-40B4-BE49-F238E27FC236}">
                <a16:creationId xmlns:a16="http://schemas.microsoft.com/office/drawing/2014/main" id="{B70B491C-DD9F-49D1-8533-28CFC281310C}"/>
              </a:ext>
            </a:extLst>
          </p:cNvPr>
          <p:cNvSpPr>
            <a:spLocks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6411">
            <a:extLst>
              <a:ext uri="{FF2B5EF4-FFF2-40B4-BE49-F238E27FC236}">
                <a16:creationId xmlns:a16="http://schemas.microsoft.com/office/drawing/2014/main" id="{8A1CC13C-CCF1-4758-BABF-1043182FDDCE}"/>
              </a:ext>
            </a:extLst>
          </p:cNvPr>
          <p:cNvSpPr>
            <a:spLocks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6412">
            <a:extLst>
              <a:ext uri="{FF2B5EF4-FFF2-40B4-BE49-F238E27FC236}">
                <a16:creationId xmlns:a16="http://schemas.microsoft.com/office/drawing/2014/main" id="{F55C7485-DDCA-437F-8D9B-AE1A73B4BB44}"/>
              </a:ext>
            </a:extLst>
          </p:cNvPr>
          <p:cNvSpPr>
            <a:spLocks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6413">
            <a:extLst>
              <a:ext uri="{FF2B5EF4-FFF2-40B4-BE49-F238E27FC236}">
                <a16:creationId xmlns:a16="http://schemas.microsoft.com/office/drawing/2014/main" id="{948296A9-70ED-4F7F-A9F6-BB79E8D3E405}"/>
              </a:ext>
            </a:extLst>
          </p:cNvPr>
          <p:cNvSpPr>
            <a:spLocks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6414">
            <a:extLst>
              <a:ext uri="{FF2B5EF4-FFF2-40B4-BE49-F238E27FC236}">
                <a16:creationId xmlns:a16="http://schemas.microsoft.com/office/drawing/2014/main" id="{96060EE0-8392-4D88-835C-DA72FB97D5A2}"/>
              </a:ext>
            </a:extLst>
          </p:cNvPr>
          <p:cNvSpPr>
            <a:spLocks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6415">
            <a:extLst>
              <a:ext uri="{FF2B5EF4-FFF2-40B4-BE49-F238E27FC236}">
                <a16:creationId xmlns:a16="http://schemas.microsoft.com/office/drawing/2014/main" id="{A085658C-22E8-4757-A0EC-A22410F2A50B}"/>
              </a:ext>
            </a:extLst>
          </p:cNvPr>
          <p:cNvSpPr>
            <a:spLocks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6416">
            <a:extLst>
              <a:ext uri="{FF2B5EF4-FFF2-40B4-BE49-F238E27FC236}">
                <a16:creationId xmlns:a16="http://schemas.microsoft.com/office/drawing/2014/main" id="{3EB08CAB-9746-467F-A341-D678BBA71559}"/>
              </a:ext>
            </a:extLst>
          </p:cNvPr>
          <p:cNvSpPr>
            <a:spLocks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6417">
            <a:extLst>
              <a:ext uri="{FF2B5EF4-FFF2-40B4-BE49-F238E27FC236}">
                <a16:creationId xmlns:a16="http://schemas.microsoft.com/office/drawing/2014/main" id="{60003ED7-585E-43CF-820C-503AE196265F}"/>
              </a:ext>
            </a:extLst>
          </p:cNvPr>
          <p:cNvSpPr>
            <a:spLocks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6418">
            <a:extLst>
              <a:ext uri="{FF2B5EF4-FFF2-40B4-BE49-F238E27FC236}">
                <a16:creationId xmlns:a16="http://schemas.microsoft.com/office/drawing/2014/main" id="{83837269-2E22-413F-B310-F131994416EA}"/>
              </a:ext>
            </a:extLst>
          </p:cNvPr>
          <p:cNvSpPr>
            <a:spLocks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6419">
            <a:extLst>
              <a:ext uri="{FF2B5EF4-FFF2-40B4-BE49-F238E27FC236}">
                <a16:creationId xmlns:a16="http://schemas.microsoft.com/office/drawing/2014/main" id="{4E10C33A-5D91-4076-846D-27771E9D5230}"/>
              </a:ext>
            </a:extLst>
          </p:cNvPr>
          <p:cNvSpPr>
            <a:spLocks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6420">
            <a:extLst>
              <a:ext uri="{FF2B5EF4-FFF2-40B4-BE49-F238E27FC236}">
                <a16:creationId xmlns:a16="http://schemas.microsoft.com/office/drawing/2014/main" id="{88E73183-1E46-4C58-82CC-58B773FEEF1A}"/>
              </a:ext>
            </a:extLst>
          </p:cNvPr>
          <p:cNvSpPr>
            <a:spLocks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6421">
            <a:extLst>
              <a:ext uri="{FF2B5EF4-FFF2-40B4-BE49-F238E27FC236}">
                <a16:creationId xmlns:a16="http://schemas.microsoft.com/office/drawing/2014/main" id="{E579B673-9436-42D8-98DB-A1A1420D533F}"/>
              </a:ext>
            </a:extLst>
          </p:cNvPr>
          <p:cNvSpPr>
            <a:spLocks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6422">
            <a:extLst>
              <a:ext uri="{FF2B5EF4-FFF2-40B4-BE49-F238E27FC236}">
                <a16:creationId xmlns:a16="http://schemas.microsoft.com/office/drawing/2014/main" id="{423A539A-AFEA-445D-A16F-EB19A7985E1B}"/>
              </a:ext>
            </a:extLst>
          </p:cNvPr>
          <p:cNvSpPr>
            <a:spLocks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6423">
            <a:extLst>
              <a:ext uri="{FF2B5EF4-FFF2-40B4-BE49-F238E27FC236}">
                <a16:creationId xmlns:a16="http://schemas.microsoft.com/office/drawing/2014/main" id="{8BA45BDC-7158-4D2E-AA5F-A8BF07213C0D}"/>
              </a:ext>
            </a:extLst>
          </p:cNvPr>
          <p:cNvSpPr>
            <a:spLocks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6424">
            <a:extLst>
              <a:ext uri="{FF2B5EF4-FFF2-40B4-BE49-F238E27FC236}">
                <a16:creationId xmlns:a16="http://schemas.microsoft.com/office/drawing/2014/main" id="{B050CCCB-66A2-49FE-A567-F99C977B282B}"/>
              </a:ext>
            </a:extLst>
          </p:cNvPr>
          <p:cNvSpPr>
            <a:spLocks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6425">
            <a:extLst>
              <a:ext uri="{FF2B5EF4-FFF2-40B4-BE49-F238E27FC236}">
                <a16:creationId xmlns:a16="http://schemas.microsoft.com/office/drawing/2014/main" id="{7F32A802-92B0-4074-BFF0-4CB6E37F6B28}"/>
              </a:ext>
            </a:extLst>
          </p:cNvPr>
          <p:cNvSpPr>
            <a:spLocks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6426">
            <a:extLst>
              <a:ext uri="{FF2B5EF4-FFF2-40B4-BE49-F238E27FC236}">
                <a16:creationId xmlns:a16="http://schemas.microsoft.com/office/drawing/2014/main" id="{CFC88F96-800F-428A-916B-99406C2F0A3A}"/>
              </a:ext>
            </a:extLst>
          </p:cNvPr>
          <p:cNvSpPr>
            <a:spLocks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6427">
            <a:extLst>
              <a:ext uri="{FF2B5EF4-FFF2-40B4-BE49-F238E27FC236}">
                <a16:creationId xmlns:a16="http://schemas.microsoft.com/office/drawing/2014/main" id="{A1AA09F2-DBB6-4EEF-BC5B-3D352A72794D}"/>
              </a:ext>
            </a:extLst>
          </p:cNvPr>
          <p:cNvSpPr>
            <a:spLocks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6428">
            <a:extLst>
              <a:ext uri="{FF2B5EF4-FFF2-40B4-BE49-F238E27FC236}">
                <a16:creationId xmlns:a16="http://schemas.microsoft.com/office/drawing/2014/main" id="{6E269F1E-A376-430F-BC1F-278A2136AE99}"/>
              </a:ext>
            </a:extLst>
          </p:cNvPr>
          <p:cNvSpPr>
            <a:spLocks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6429">
            <a:extLst>
              <a:ext uri="{FF2B5EF4-FFF2-40B4-BE49-F238E27FC236}">
                <a16:creationId xmlns:a16="http://schemas.microsoft.com/office/drawing/2014/main" id="{C6A59D5B-F63C-4AF9-830F-5053CBFB0D29}"/>
              </a:ext>
            </a:extLst>
          </p:cNvPr>
          <p:cNvSpPr>
            <a:spLocks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6430">
            <a:extLst>
              <a:ext uri="{FF2B5EF4-FFF2-40B4-BE49-F238E27FC236}">
                <a16:creationId xmlns:a16="http://schemas.microsoft.com/office/drawing/2014/main" id="{54C05E5B-950D-473F-B792-98785D8EF003}"/>
              </a:ext>
            </a:extLst>
          </p:cNvPr>
          <p:cNvSpPr>
            <a:spLocks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6431">
            <a:extLst>
              <a:ext uri="{FF2B5EF4-FFF2-40B4-BE49-F238E27FC236}">
                <a16:creationId xmlns:a16="http://schemas.microsoft.com/office/drawing/2014/main" id="{BE17355D-50C9-4BC5-AAD3-96F0E099D53C}"/>
              </a:ext>
            </a:extLst>
          </p:cNvPr>
          <p:cNvSpPr>
            <a:spLocks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6432">
            <a:extLst>
              <a:ext uri="{FF2B5EF4-FFF2-40B4-BE49-F238E27FC236}">
                <a16:creationId xmlns:a16="http://schemas.microsoft.com/office/drawing/2014/main" id="{A884B6D2-0356-49D5-B3D9-DC3E478A4A30}"/>
              </a:ext>
            </a:extLst>
          </p:cNvPr>
          <p:cNvSpPr>
            <a:spLocks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6433">
            <a:extLst>
              <a:ext uri="{FF2B5EF4-FFF2-40B4-BE49-F238E27FC236}">
                <a16:creationId xmlns:a16="http://schemas.microsoft.com/office/drawing/2014/main" id="{363D14CF-0890-4D17-AAA1-BFA805B53274}"/>
              </a:ext>
            </a:extLst>
          </p:cNvPr>
          <p:cNvSpPr>
            <a:spLocks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6434">
            <a:extLst>
              <a:ext uri="{FF2B5EF4-FFF2-40B4-BE49-F238E27FC236}">
                <a16:creationId xmlns:a16="http://schemas.microsoft.com/office/drawing/2014/main" id="{F2466010-9278-4BF6-9FF3-A4383D76FD54}"/>
              </a:ext>
            </a:extLst>
          </p:cNvPr>
          <p:cNvSpPr>
            <a:spLocks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6435">
            <a:extLst>
              <a:ext uri="{FF2B5EF4-FFF2-40B4-BE49-F238E27FC236}">
                <a16:creationId xmlns:a16="http://schemas.microsoft.com/office/drawing/2014/main" id="{BF317F84-D071-4542-83CB-E0700366BBEA}"/>
              </a:ext>
            </a:extLst>
          </p:cNvPr>
          <p:cNvSpPr>
            <a:spLocks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6436">
            <a:extLst>
              <a:ext uri="{FF2B5EF4-FFF2-40B4-BE49-F238E27FC236}">
                <a16:creationId xmlns:a16="http://schemas.microsoft.com/office/drawing/2014/main" id="{23F0F0C7-6B24-4BFC-A9EC-0ECBBB9FE121}"/>
              </a:ext>
            </a:extLst>
          </p:cNvPr>
          <p:cNvSpPr>
            <a:spLocks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6437">
            <a:extLst>
              <a:ext uri="{FF2B5EF4-FFF2-40B4-BE49-F238E27FC236}">
                <a16:creationId xmlns:a16="http://schemas.microsoft.com/office/drawing/2014/main" id="{44574340-8F07-4589-9718-D731721A3C15}"/>
              </a:ext>
            </a:extLst>
          </p:cNvPr>
          <p:cNvSpPr>
            <a:spLocks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6438">
            <a:extLst>
              <a:ext uri="{FF2B5EF4-FFF2-40B4-BE49-F238E27FC236}">
                <a16:creationId xmlns:a16="http://schemas.microsoft.com/office/drawing/2014/main" id="{0BC5F274-CC0A-46EE-9A8A-BEBAB4D79322}"/>
              </a:ext>
            </a:extLst>
          </p:cNvPr>
          <p:cNvSpPr>
            <a:spLocks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6439">
            <a:extLst>
              <a:ext uri="{FF2B5EF4-FFF2-40B4-BE49-F238E27FC236}">
                <a16:creationId xmlns:a16="http://schemas.microsoft.com/office/drawing/2014/main" id="{EAFF0BD3-8627-48B6-994E-CA52ADF8D74D}"/>
              </a:ext>
            </a:extLst>
          </p:cNvPr>
          <p:cNvSpPr>
            <a:spLocks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6440">
            <a:extLst>
              <a:ext uri="{FF2B5EF4-FFF2-40B4-BE49-F238E27FC236}">
                <a16:creationId xmlns:a16="http://schemas.microsoft.com/office/drawing/2014/main" id="{E94DE8B5-A956-4A48-A1AF-9165B868243B}"/>
              </a:ext>
            </a:extLst>
          </p:cNvPr>
          <p:cNvSpPr>
            <a:spLocks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6441">
            <a:extLst>
              <a:ext uri="{FF2B5EF4-FFF2-40B4-BE49-F238E27FC236}">
                <a16:creationId xmlns:a16="http://schemas.microsoft.com/office/drawing/2014/main" id="{719F4729-B03D-4CCC-95C7-D67D47BAE274}"/>
              </a:ext>
            </a:extLst>
          </p:cNvPr>
          <p:cNvSpPr>
            <a:spLocks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6442">
            <a:extLst>
              <a:ext uri="{FF2B5EF4-FFF2-40B4-BE49-F238E27FC236}">
                <a16:creationId xmlns:a16="http://schemas.microsoft.com/office/drawing/2014/main" id="{6FE0B350-2885-4D3F-87B6-654764976FE1}"/>
              </a:ext>
            </a:extLst>
          </p:cNvPr>
          <p:cNvSpPr>
            <a:spLocks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6443">
            <a:extLst>
              <a:ext uri="{FF2B5EF4-FFF2-40B4-BE49-F238E27FC236}">
                <a16:creationId xmlns:a16="http://schemas.microsoft.com/office/drawing/2014/main" id="{89DB2D97-2C9F-48F4-872C-B8BAF3F88AA1}"/>
              </a:ext>
            </a:extLst>
          </p:cNvPr>
          <p:cNvSpPr>
            <a:spLocks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6444">
            <a:extLst>
              <a:ext uri="{FF2B5EF4-FFF2-40B4-BE49-F238E27FC236}">
                <a16:creationId xmlns:a16="http://schemas.microsoft.com/office/drawing/2014/main" id="{B146DBA8-2EF0-4F26-84AA-EFE37856BB18}"/>
              </a:ext>
            </a:extLst>
          </p:cNvPr>
          <p:cNvSpPr>
            <a:spLocks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6445">
            <a:extLst>
              <a:ext uri="{FF2B5EF4-FFF2-40B4-BE49-F238E27FC236}">
                <a16:creationId xmlns:a16="http://schemas.microsoft.com/office/drawing/2014/main" id="{05CD7D68-2FF2-4B9B-B0F0-E02BEFAA6F31}"/>
              </a:ext>
            </a:extLst>
          </p:cNvPr>
          <p:cNvSpPr>
            <a:spLocks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6446">
            <a:extLst>
              <a:ext uri="{FF2B5EF4-FFF2-40B4-BE49-F238E27FC236}">
                <a16:creationId xmlns:a16="http://schemas.microsoft.com/office/drawing/2014/main" id="{03E475F3-D53F-42E0-97FB-EAE5483D5294}"/>
              </a:ext>
            </a:extLst>
          </p:cNvPr>
          <p:cNvSpPr>
            <a:spLocks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6447">
            <a:extLst>
              <a:ext uri="{FF2B5EF4-FFF2-40B4-BE49-F238E27FC236}">
                <a16:creationId xmlns:a16="http://schemas.microsoft.com/office/drawing/2014/main" id="{333152B4-D0DD-458D-90FE-7CC9C6D7E6F9}"/>
              </a:ext>
            </a:extLst>
          </p:cNvPr>
          <p:cNvSpPr>
            <a:spLocks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6448">
            <a:extLst>
              <a:ext uri="{FF2B5EF4-FFF2-40B4-BE49-F238E27FC236}">
                <a16:creationId xmlns:a16="http://schemas.microsoft.com/office/drawing/2014/main" id="{FC186DF0-9B9F-46AB-975A-55CED4F6B6BC}"/>
              </a:ext>
            </a:extLst>
          </p:cNvPr>
          <p:cNvSpPr>
            <a:spLocks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6449">
            <a:extLst>
              <a:ext uri="{FF2B5EF4-FFF2-40B4-BE49-F238E27FC236}">
                <a16:creationId xmlns:a16="http://schemas.microsoft.com/office/drawing/2014/main" id="{3E719409-6877-4908-A6CD-00B4BDB9EEB3}"/>
              </a:ext>
            </a:extLst>
          </p:cNvPr>
          <p:cNvSpPr>
            <a:spLocks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6450">
            <a:extLst>
              <a:ext uri="{FF2B5EF4-FFF2-40B4-BE49-F238E27FC236}">
                <a16:creationId xmlns:a16="http://schemas.microsoft.com/office/drawing/2014/main" id="{90247F26-3E14-4E20-9D09-164AF50117A1}"/>
              </a:ext>
            </a:extLst>
          </p:cNvPr>
          <p:cNvSpPr>
            <a:spLocks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6451">
            <a:extLst>
              <a:ext uri="{FF2B5EF4-FFF2-40B4-BE49-F238E27FC236}">
                <a16:creationId xmlns:a16="http://schemas.microsoft.com/office/drawing/2014/main" id="{825337F4-9A95-4A58-A74B-1463287FA6BC}"/>
              </a:ext>
            </a:extLst>
          </p:cNvPr>
          <p:cNvSpPr>
            <a:spLocks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6452">
            <a:extLst>
              <a:ext uri="{FF2B5EF4-FFF2-40B4-BE49-F238E27FC236}">
                <a16:creationId xmlns:a16="http://schemas.microsoft.com/office/drawing/2014/main" id="{99913C9A-3B9A-4965-963B-5C589687B95E}"/>
              </a:ext>
            </a:extLst>
          </p:cNvPr>
          <p:cNvSpPr>
            <a:spLocks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6453">
            <a:extLst>
              <a:ext uri="{FF2B5EF4-FFF2-40B4-BE49-F238E27FC236}">
                <a16:creationId xmlns:a16="http://schemas.microsoft.com/office/drawing/2014/main" id="{3B45BFA9-5ED3-489F-AF98-FCA9BB01CEA4}"/>
              </a:ext>
            </a:extLst>
          </p:cNvPr>
          <p:cNvSpPr>
            <a:spLocks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6454">
            <a:extLst>
              <a:ext uri="{FF2B5EF4-FFF2-40B4-BE49-F238E27FC236}">
                <a16:creationId xmlns:a16="http://schemas.microsoft.com/office/drawing/2014/main" id="{574F1845-6A27-443D-8220-90F73EEACB42}"/>
              </a:ext>
            </a:extLst>
          </p:cNvPr>
          <p:cNvSpPr>
            <a:spLocks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6455">
            <a:extLst>
              <a:ext uri="{FF2B5EF4-FFF2-40B4-BE49-F238E27FC236}">
                <a16:creationId xmlns:a16="http://schemas.microsoft.com/office/drawing/2014/main" id="{7F55800E-6772-46A0-8DCE-0B7B8311B036}"/>
              </a:ext>
            </a:extLst>
          </p:cNvPr>
          <p:cNvSpPr>
            <a:spLocks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6456">
            <a:extLst>
              <a:ext uri="{FF2B5EF4-FFF2-40B4-BE49-F238E27FC236}">
                <a16:creationId xmlns:a16="http://schemas.microsoft.com/office/drawing/2014/main" id="{08715A17-6355-48C2-B34F-486CC7A5B226}"/>
              </a:ext>
            </a:extLst>
          </p:cNvPr>
          <p:cNvSpPr>
            <a:spLocks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6457">
            <a:extLst>
              <a:ext uri="{FF2B5EF4-FFF2-40B4-BE49-F238E27FC236}">
                <a16:creationId xmlns:a16="http://schemas.microsoft.com/office/drawing/2014/main" id="{B9CBD675-7173-4124-89EB-E91B0E335409}"/>
              </a:ext>
            </a:extLst>
          </p:cNvPr>
          <p:cNvSpPr>
            <a:spLocks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6458">
            <a:extLst>
              <a:ext uri="{FF2B5EF4-FFF2-40B4-BE49-F238E27FC236}">
                <a16:creationId xmlns:a16="http://schemas.microsoft.com/office/drawing/2014/main" id="{5F9911DC-9893-4980-98A5-36F321E77FA3}"/>
              </a:ext>
            </a:extLst>
          </p:cNvPr>
          <p:cNvSpPr>
            <a:spLocks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6459">
            <a:extLst>
              <a:ext uri="{FF2B5EF4-FFF2-40B4-BE49-F238E27FC236}">
                <a16:creationId xmlns:a16="http://schemas.microsoft.com/office/drawing/2014/main" id="{0249BC8A-69A6-44AA-A74B-BBA4ECE817FA}"/>
              </a:ext>
            </a:extLst>
          </p:cNvPr>
          <p:cNvSpPr>
            <a:spLocks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6460">
            <a:extLst>
              <a:ext uri="{FF2B5EF4-FFF2-40B4-BE49-F238E27FC236}">
                <a16:creationId xmlns:a16="http://schemas.microsoft.com/office/drawing/2014/main" id="{56C7ACEC-853C-4125-B87B-521C74A4EA6E}"/>
              </a:ext>
            </a:extLst>
          </p:cNvPr>
          <p:cNvSpPr>
            <a:spLocks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6461">
            <a:extLst>
              <a:ext uri="{FF2B5EF4-FFF2-40B4-BE49-F238E27FC236}">
                <a16:creationId xmlns:a16="http://schemas.microsoft.com/office/drawing/2014/main" id="{EB629AEC-C7E0-4ECC-AAC3-722EC4B641E4}"/>
              </a:ext>
            </a:extLst>
          </p:cNvPr>
          <p:cNvSpPr>
            <a:spLocks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6462">
            <a:extLst>
              <a:ext uri="{FF2B5EF4-FFF2-40B4-BE49-F238E27FC236}">
                <a16:creationId xmlns:a16="http://schemas.microsoft.com/office/drawing/2014/main" id="{47863E0D-62A2-4352-8DF5-C3FF90DF15D3}"/>
              </a:ext>
            </a:extLst>
          </p:cNvPr>
          <p:cNvSpPr>
            <a:spLocks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6463">
            <a:extLst>
              <a:ext uri="{FF2B5EF4-FFF2-40B4-BE49-F238E27FC236}">
                <a16:creationId xmlns:a16="http://schemas.microsoft.com/office/drawing/2014/main" id="{E9735F7D-8391-4905-AF35-61AE0BA8FB30}"/>
              </a:ext>
            </a:extLst>
          </p:cNvPr>
          <p:cNvSpPr>
            <a:spLocks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6464">
            <a:extLst>
              <a:ext uri="{FF2B5EF4-FFF2-40B4-BE49-F238E27FC236}">
                <a16:creationId xmlns:a16="http://schemas.microsoft.com/office/drawing/2014/main" id="{35EC1B9D-A7F9-41EB-8129-8C31CBD0689E}"/>
              </a:ext>
            </a:extLst>
          </p:cNvPr>
          <p:cNvSpPr>
            <a:spLocks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6465">
            <a:extLst>
              <a:ext uri="{FF2B5EF4-FFF2-40B4-BE49-F238E27FC236}">
                <a16:creationId xmlns:a16="http://schemas.microsoft.com/office/drawing/2014/main" id="{DC5E4A4C-191B-49DD-9BDA-AD4E0B0ACB63}"/>
              </a:ext>
            </a:extLst>
          </p:cNvPr>
          <p:cNvSpPr>
            <a:spLocks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6466">
            <a:extLst>
              <a:ext uri="{FF2B5EF4-FFF2-40B4-BE49-F238E27FC236}">
                <a16:creationId xmlns:a16="http://schemas.microsoft.com/office/drawing/2014/main" id="{9D7405DE-633C-426B-B10E-9DEA07D3B48F}"/>
              </a:ext>
            </a:extLst>
          </p:cNvPr>
          <p:cNvSpPr>
            <a:spLocks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6467">
            <a:extLst>
              <a:ext uri="{FF2B5EF4-FFF2-40B4-BE49-F238E27FC236}">
                <a16:creationId xmlns:a16="http://schemas.microsoft.com/office/drawing/2014/main" id="{F43FB147-EB1C-4DCA-8224-21C478B801A2}"/>
              </a:ext>
            </a:extLst>
          </p:cNvPr>
          <p:cNvSpPr>
            <a:spLocks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6468">
            <a:extLst>
              <a:ext uri="{FF2B5EF4-FFF2-40B4-BE49-F238E27FC236}">
                <a16:creationId xmlns:a16="http://schemas.microsoft.com/office/drawing/2014/main" id="{1D133C50-3E16-4A39-9160-8CD3994DF84F}"/>
              </a:ext>
            </a:extLst>
          </p:cNvPr>
          <p:cNvSpPr>
            <a:spLocks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6469">
            <a:extLst>
              <a:ext uri="{FF2B5EF4-FFF2-40B4-BE49-F238E27FC236}">
                <a16:creationId xmlns:a16="http://schemas.microsoft.com/office/drawing/2014/main" id="{3F17238A-1CDE-40A5-B733-F9052F20F2D3}"/>
              </a:ext>
            </a:extLst>
          </p:cNvPr>
          <p:cNvSpPr>
            <a:spLocks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6470">
            <a:extLst>
              <a:ext uri="{FF2B5EF4-FFF2-40B4-BE49-F238E27FC236}">
                <a16:creationId xmlns:a16="http://schemas.microsoft.com/office/drawing/2014/main" id="{E6915259-8E48-472F-9FBC-9AA006935D3F}"/>
              </a:ext>
            </a:extLst>
          </p:cNvPr>
          <p:cNvSpPr>
            <a:spLocks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6471">
            <a:extLst>
              <a:ext uri="{FF2B5EF4-FFF2-40B4-BE49-F238E27FC236}">
                <a16:creationId xmlns:a16="http://schemas.microsoft.com/office/drawing/2014/main" id="{3968385D-57BB-4894-8F77-80A365606347}"/>
              </a:ext>
            </a:extLst>
          </p:cNvPr>
          <p:cNvSpPr>
            <a:spLocks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6472">
            <a:extLst>
              <a:ext uri="{FF2B5EF4-FFF2-40B4-BE49-F238E27FC236}">
                <a16:creationId xmlns:a16="http://schemas.microsoft.com/office/drawing/2014/main" id="{FCCA6980-6F11-419B-82D8-9F70776C04F4}"/>
              </a:ext>
            </a:extLst>
          </p:cNvPr>
          <p:cNvSpPr>
            <a:spLocks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6473">
            <a:extLst>
              <a:ext uri="{FF2B5EF4-FFF2-40B4-BE49-F238E27FC236}">
                <a16:creationId xmlns:a16="http://schemas.microsoft.com/office/drawing/2014/main" id="{6898F798-8BB5-48D2-B55D-D80D2ED4CBDC}"/>
              </a:ext>
            </a:extLst>
          </p:cNvPr>
          <p:cNvSpPr>
            <a:spLocks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6474">
            <a:extLst>
              <a:ext uri="{FF2B5EF4-FFF2-40B4-BE49-F238E27FC236}">
                <a16:creationId xmlns:a16="http://schemas.microsoft.com/office/drawing/2014/main" id="{E2461321-C59C-4353-AE0C-2FDD9A4E7FCA}"/>
              </a:ext>
            </a:extLst>
          </p:cNvPr>
          <p:cNvSpPr>
            <a:spLocks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6475">
            <a:extLst>
              <a:ext uri="{FF2B5EF4-FFF2-40B4-BE49-F238E27FC236}">
                <a16:creationId xmlns:a16="http://schemas.microsoft.com/office/drawing/2014/main" id="{1B57FD5F-086F-4EE3-AD37-26A24833C7D7}"/>
              </a:ext>
            </a:extLst>
          </p:cNvPr>
          <p:cNvSpPr>
            <a:spLocks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6476">
            <a:extLst>
              <a:ext uri="{FF2B5EF4-FFF2-40B4-BE49-F238E27FC236}">
                <a16:creationId xmlns:a16="http://schemas.microsoft.com/office/drawing/2014/main" id="{4AD24869-E629-4D9B-B732-BE74B43906BE}"/>
              </a:ext>
            </a:extLst>
          </p:cNvPr>
          <p:cNvSpPr>
            <a:spLocks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6477">
            <a:extLst>
              <a:ext uri="{FF2B5EF4-FFF2-40B4-BE49-F238E27FC236}">
                <a16:creationId xmlns:a16="http://schemas.microsoft.com/office/drawing/2014/main" id="{ECD4C989-2046-4E2D-B8ED-F370C5602694}"/>
              </a:ext>
            </a:extLst>
          </p:cNvPr>
          <p:cNvSpPr>
            <a:spLocks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6478">
            <a:extLst>
              <a:ext uri="{FF2B5EF4-FFF2-40B4-BE49-F238E27FC236}">
                <a16:creationId xmlns:a16="http://schemas.microsoft.com/office/drawing/2014/main" id="{A21EF1A1-D3D9-45FA-A199-5D69AB49FF0C}"/>
              </a:ext>
            </a:extLst>
          </p:cNvPr>
          <p:cNvSpPr>
            <a:spLocks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6479">
            <a:extLst>
              <a:ext uri="{FF2B5EF4-FFF2-40B4-BE49-F238E27FC236}">
                <a16:creationId xmlns:a16="http://schemas.microsoft.com/office/drawing/2014/main" id="{901BA9DC-D97C-4CAF-8850-63DCDC40353D}"/>
              </a:ext>
            </a:extLst>
          </p:cNvPr>
          <p:cNvSpPr>
            <a:spLocks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6480">
            <a:extLst>
              <a:ext uri="{FF2B5EF4-FFF2-40B4-BE49-F238E27FC236}">
                <a16:creationId xmlns:a16="http://schemas.microsoft.com/office/drawing/2014/main" id="{A3F9E2E4-C1AF-4529-847A-206DA5857723}"/>
              </a:ext>
            </a:extLst>
          </p:cNvPr>
          <p:cNvSpPr>
            <a:spLocks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6481">
            <a:extLst>
              <a:ext uri="{FF2B5EF4-FFF2-40B4-BE49-F238E27FC236}">
                <a16:creationId xmlns:a16="http://schemas.microsoft.com/office/drawing/2014/main" id="{1EBC4E14-CB62-4967-AFE5-AA7DC4E8B1CD}"/>
              </a:ext>
            </a:extLst>
          </p:cNvPr>
          <p:cNvSpPr>
            <a:spLocks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6482">
            <a:extLst>
              <a:ext uri="{FF2B5EF4-FFF2-40B4-BE49-F238E27FC236}">
                <a16:creationId xmlns:a16="http://schemas.microsoft.com/office/drawing/2014/main" id="{77FC563F-90AF-4653-9754-BBC4117BF1EC}"/>
              </a:ext>
            </a:extLst>
          </p:cNvPr>
          <p:cNvSpPr>
            <a:spLocks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6483">
            <a:extLst>
              <a:ext uri="{FF2B5EF4-FFF2-40B4-BE49-F238E27FC236}">
                <a16:creationId xmlns:a16="http://schemas.microsoft.com/office/drawing/2014/main" id="{A9B36DE0-90D4-42DD-B75C-589FAD83B912}"/>
              </a:ext>
            </a:extLst>
          </p:cNvPr>
          <p:cNvSpPr>
            <a:spLocks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6484">
            <a:extLst>
              <a:ext uri="{FF2B5EF4-FFF2-40B4-BE49-F238E27FC236}">
                <a16:creationId xmlns:a16="http://schemas.microsoft.com/office/drawing/2014/main" id="{052DBD33-1AC2-4A68-92D8-5A87EB4E258A}"/>
              </a:ext>
            </a:extLst>
          </p:cNvPr>
          <p:cNvSpPr>
            <a:spLocks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6485">
            <a:extLst>
              <a:ext uri="{FF2B5EF4-FFF2-40B4-BE49-F238E27FC236}">
                <a16:creationId xmlns:a16="http://schemas.microsoft.com/office/drawing/2014/main" id="{5AAD0F4B-EEF2-4CDE-AEBD-3A8D64805E7F}"/>
              </a:ext>
            </a:extLst>
          </p:cNvPr>
          <p:cNvSpPr>
            <a:spLocks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6486">
            <a:extLst>
              <a:ext uri="{FF2B5EF4-FFF2-40B4-BE49-F238E27FC236}">
                <a16:creationId xmlns:a16="http://schemas.microsoft.com/office/drawing/2014/main" id="{AEF97077-1BA8-43B3-9DBF-BB530BC74A61}"/>
              </a:ext>
            </a:extLst>
          </p:cNvPr>
          <p:cNvSpPr>
            <a:spLocks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6487">
            <a:extLst>
              <a:ext uri="{FF2B5EF4-FFF2-40B4-BE49-F238E27FC236}">
                <a16:creationId xmlns:a16="http://schemas.microsoft.com/office/drawing/2014/main" id="{D7CDE151-FD48-4330-A029-9A00863A8589}"/>
              </a:ext>
            </a:extLst>
          </p:cNvPr>
          <p:cNvSpPr>
            <a:spLocks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6488">
            <a:extLst>
              <a:ext uri="{FF2B5EF4-FFF2-40B4-BE49-F238E27FC236}">
                <a16:creationId xmlns:a16="http://schemas.microsoft.com/office/drawing/2014/main" id="{E54E019E-3314-464B-988A-2FEE63ED239F}"/>
              </a:ext>
            </a:extLst>
          </p:cNvPr>
          <p:cNvSpPr>
            <a:spLocks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6489">
            <a:extLst>
              <a:ext uri="{FF2B5EF4-FFF2-40B4-BE49-F238E27FC236}">
                <a16:creationId xmlns:a16="http://schemas.microsoft.com/office/drawing/2014/main" id="{BCB56860-322B-49D4-A63C-881138081F72}"/>
              </a:ext>
            </a:extLst>
          </p:cNvPr>
          <p:cNvSpPr>
            <a:spLocks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6490">
            <a:extLst>
              <a:ext uri="{FF2B5EF4-FFF2-40B4-BE49-F238E27FC236}">
                <a16:creationId xmlns:a16="http://schemas.microsoft.com/office/drawing/2014/main" id="{C2D26A86-ECA5-44B8-B216-45D736D23887}"/>
              </a:ext>
            </a:extLst>
          </p:cNvPr>
          <p:cNvSpPr>
            <a:spLocks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6491">
            <a:extLst>
              <a:ext uri="{FF2B5EF4-FFF2-40B4-BE49-F238E27FC236}">
                <a16:creationId xmlns:a16="http://schemas.microsoft.com/office/drawing/2014/main" id="{DD0A6ADB-075F-4872-BA43-A953BBCC165D}"/>
              </a:ext>
            </a:extLst>
          </p:cNvPr>
          <p:cNvSpPr>
            <a:spLocks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6492">
            <a:extLst>
              <a:ext uri="{FF2B5EF4-FFF2-40B4-BE49-F238E27FC236}">
                <a16:creationId xmlns:a16="http://schemas.microsoft.com/office/drawing/2014/main" id="{D6772308-E4C3-4B06-B3F5-D2B1274B378E}"/>
              </a:ext>
            </a:extLst>
          </p:cNvPr>
          <p:cNvSpPr>
            <a:spLocks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6493">
            <a:extLst>
              <a:ext uri="{FF2B5EF4-FFF2-40B4-BE49-F238E27FC236}">
                <a16:creationId xmlns:a16="http://schemas.microsoft.com/office/drawing/2014/main" id="{9B10CD09-7B87-4A04-89DE-3CA3F80440E6}"/>
              </a:ext>
            </a:extLst>
          </p:cNvPr>
          <p:cNvSpPr>
            <a:spLocks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6494">
            <a:extLst>
              <a:ext uri="{FF2B5EF4-FFF2-40B4-BE49-F238E27FC236}">
                <a16:creationId xmlns:a16="http://schemas.microsoft.com/office/drawing/2014/main" id="{FBEDBE4C-5B93-44FE-9989-5D5DE16AED51}"/>
              </a:ext>
            </a:extLst>
          </p:cNvPr>
          <p:cNvSpPr>
            <a:spLocks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6495">
            <a:extLst>
              <a:ext uri="{FF2B5EF4-FFF2-40B4-BE49-F238E27FC236}">
                <a16:creationId xmlns:a16="http://schemas.microsoft.com/office/drawing/2014/main" id="{13844E95-BAF1-4280-B064-319504D27E47}"/>
              </a:ext>
            </a:extLst>
          </p:cNvPr>
          <p:cNvSpPr>
            <a:spLocks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6496">
            <a:extLst>
              <a:ext uri="{FF2B5EF4-FFF2-40B4-BE49-F238E27FC236}">
                <a16:creationId xmlns:a16="http://schemas.microsoft.com/office/drawing/2014/main" id="{299C2D46-D837-4E61-BD51-F60E9A6E881E}"/>
              </a:ext>
            </a:extLst>
          </p:cNvPr>
          <p:cNvSpPr>
            <a:spLocks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6497">
            <a:extLst>
              <a:ext uri="{FF2B5EF4-FFF2-40B4-BE49-F238E27FC236}">
                <a16:creationId xmlns:a16="http://schemas.microsoft.com/office/drawing/2014/main" id="{B36CDBD1-27A1-4A6F-830F-FD1962BB8C0A}"/>
              </a:ext>
            </a:extLst>
          </p:cNvPr>
          <p:cNvSpPr>
            <a:spLocks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6498">
            <a:extLst>
              <a:ext uri="{FF2B5EF4-FFF2-40B4-BE49-F238E27FC236}">
                <a16:creationId xmlns:a16="http://schemas.microsoft.com/office/drawing/2014/main" id="{4971714C-FC00-4C94-960F-6FDA20E4BA7C}"/>
              </a:ext>
            </a:extLst>
          </p:cNvPr>
          <p:cNvSpPr>
            <a:spLocks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6499">
            <a:extLst>
              <a:ext uri="{FF2B5EF4-FFF2-40B4-BE49-F238E27FC236}">
                <a16:creationId xmlns:a16="http://schemas.microsoft.com/office/drawing/2014/main" id="{CC92931C-12FE-4699-8FAA-2197D093969B}"/>
              </a:ext>
            </a:extLst>
          </p:cNvPr>
          <p:cNvSpPr>
            <a:spLocks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6500">
            <a:extLst>
              <a:ext uri="{FF2B5EF4-FFF2-40B4-BE49-F238E27FC236}">
                <a16:creationId xmlns:a16="http://schemas.microsoft.com/office/drawing/2014/main" id="{F4AA9143-3157-444A-9798-7A02CE90E3B9}"/>
              </a:ext>
            </a:extLst>
          </p:cNvPr>
          <p:cNvSpPr>
            <a:spLocks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6501">
            <a:extLst>
              <a:ext uri="{FF2B5EF4-FFF2-40B4-BE49-F238E27FC236}">
                <a16:creationId xmlns:a16="http://schemas.microsoft.com/office/drawing/2014/main" id="{2C9CDB93-B7B3-45B5-BE03-C4E94448EDC6}"/>
              </a:ext>
            </a:extLst>
          </p:cNvPr>
          <p:cNvSpPr>
            <a:spLocks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6502">
            <a:extLst>
              <a:ext uri="{FF2B5EF4-FFF2-40B4-BE49-F238E27FC236}">
                <a16:creationId xmlns:a16="http://schemas.microsoft.com/office/drawing/2014/main" id="{12A07E70-6A04-43B0-8127-25E2871D224D}"/>
              </a:ext>
            </a:extLst>
          </p:cNvPr>
          <p:cNvSpPr>
            <a:spLocks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6503">
            <a:extLst>
              <a:ext uri="{FF2B5EF4-FFF2-40B4-BE49-F238E27FC236}">
                <a16:creationId xmlns:a16="http://schemas.microsoft.com/office/drawing/2014/main" id="{8C34B578-EEE7-414C-822F-7FF957594852}"/>
              </a:ext>
            </a:extLst>
          </p:cNvPr>
          <p:cNvSpPr>
            <a:spLocks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6504">
            <a:extLst>
              <a:ext uri="{FF2B5EF4-FFF2-40B4-BE49-F238E27FC236}">
                <a16:creationId xmlns:a16="http://schemas.microsoft.com/office/drawing/2014/main" id="{C723B47E-E1A6-431F-8A57-E82EAA3A237A}"/>
              </a:ext>
            </a:extLst>
          </p:cNvPr>
          <p:cNvSpPr>
            <a:spLocks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6505">
            <a:extLst>
              <a:ext uri="{FF2B5EF4-FFF2-40B4-BE49-F238E27FC236}">
                <a16:creationId xmlns:a16="http://schemas.microsoft.com/office/drawing/2014/main" id="{35AD4B81-BA6E-4CDB-8A93-6D9A9D7C1F32}"/>
              </a:ext>
            </a:extLst>
          </p:cNvPr>
          <p:cNvSpPr>
            <a:spLocks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6506">
            <a:extLst>
              <a:ext uri="{FF2B5EF4-FFF2-40B4-BE49-F238E27FC236}">
                <a16:creationId xmlns:a16="http://schemas.microsoft.com/office/drawing/2014/main" id="{E79EB1F8-139D-4935-BBA6-58AAFEE0F3F1}"/>
              </a:ext>
            </a:extLst>
          </p:cNvPr>
          <p:cNvSpPr>
            <a:spLocks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6507">
            <a:extLst>
              <a:ext uri="{FF2B5EF4-FFF2-40B4-BE49-F238E27FC236}">
                <a16:creationId xmlns:a16="http://schemas.microsoft.com/office/drawing/2014/main" id="{8AC56A63-7CE4-4AB2-B8E7-6FE456C4CBE3}"/>
              </a:ext>
            </a:extLst>
          </p:cNvPr>
          <p:cNvSpPr>
            <a:spLocks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6508">
            <a:extLst>
              <a:ext uri="{FF2B5EF4-FFF2-40B4-BE49-F238E27FC236}">
                <a16:creationId xmlns:a16="http://schemas.microsoft.com/office/drawing/2014/main" id="{847016A1-34EB-466F-87F1-B1AF5FAFF3D6}"/>
              </a:ext>
            </a:extLst>
          </p:cNvPr>
          <p:cNvSpPr>
            <a:spLocks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6509">
            <a:extLst>
              <a:ext uri="{FF2B5EF4-FFF2-40B4-BE49-F238E27FC236}">
                <a16:creationId xmlns:a16="http://schemas.microsoft.com/office/drawing/2014/main" id="{44EC22F2-00E1-493C-91D5-27452671EE52}"/>
              </a:ext>
            </a:extLst>
          </p:cNvPr>
          <p:cNvSpPr>
            <a:spLocks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6510">
            <a:extLst>
              <a:ext uri="{FF2B5EF4-FFF2-40B4-BE49-F238E27FC236}">
                <a16:creationId xmlns:a16="http://schemas.microsoft.com/office/drawing/2014/main" id="{2DC592D2-85F7-453E-AA3E-DAE2A43BF233}"/>
              </a:ext>
            </a:extLst>
          </p:cNvPr>
          <p:cNvSpPr>
            <a:spLocks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6511">
            <a:extLst>
              <a:ext uri="{FF2B5EF4-FFF2-40B4-BE49-F238E27FC236}">
                <a16:creationId xmlns:a16="http://schemas.microsoft.com/office/drawing/2014/main" id="{5A31E1C8-7022-4F0D-A15D-94058D222792}"/>
              </a:ext>
            </a:extLst>
          </p:cNvPr>
          <p:cNvSpPr>
            <a:spLocks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6512">
            <a:extLst>
              <a:ext uri="{FF2B5EF4-FFF2-40B4-BE49-F238E27FC236}">
                <a16:creationId xmlns:a16="http://schemas.microsoft.com/office/drawing/2014/main" id="{C1E44E0A-EEA5-4F1A-B305-C4A53C02A6E7}"/>
              </a:ext>
            </a:extLst>
          </p:cNvPr>
          <p:cNvSpPr>
            <a:spLocks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6513">
            <a:extLst>
              <a:ext uri="{FF2B5EF4-FFF2-40B4-BE49-F238E27FC236}">
                <a16:creationId xmlns:a16="http://schemas.microsoft.com/office/drawing/2014/main" id="{F9088E07-1B85-44C9-82E8-C53290FC9403}"/>
              </a:ext>
            </a:extLst>
          </p:cNvPr>
          <p:cNvSpPr>
            <a:spLocks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6514">
            <a:extLst>
              <a:ext uri="{FF2B5EF4-FFF2-40B4-BE49-F238E27FC236}">
                <a16:creationId xmlns:a16="http://schemas.microsoft.com/office/drawing/2014/main" id="{13E333E5-BF9F-47AD-AC82-9DA12B553784}"/>
              </a:ext>
            </a:extLst>
          </p:cNvPr>
          <p:cNvSpPr>
            <a:spLocks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6515">
            <a:extLst>
              <a:ext uri="{FF2B5EF4-FFF2-40B4-BE49-F238E27FC236}">
                <a16:creationId xmlns:a16="http://schemas.microsoft.com/office/drawing/2014/main" id="{74E28CDF-4DF5-4A90-9BCB-C0C230C09C05}"/>
              </a:ext>
            </a:extLst>
          </p:cNvPr>
          <p:cNvSpPr>
            <a:spLocks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6516">
            <a:extLst>
              <a:ext uri="{FF2B5EF4-FFF2-40B4-BE49-F238E27FC236}">
                <a16:creationId xmlns:a16="http://schemas.microsoft.com/office/drawing/2014/main" id="{E8992D56-1A20-46D1-BA0E-1080215C5573}"/>
              </a:ext>
            </a:extLst>
          </p:cNvPr>
          <p:cNvSpPr>
            <a:spLocks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6517">
            <a:extLst>
              <a:ext uri="{FF2B5EF4-FFF2-40B4-BE49-F238E27FC236}">
                <a16:creationId xmlns:a16="http://schemas.microsoft.com/office/drawing/2014/main" id="{895AF8DD-92A7-40A3-BD02-B964BCB587CE}"/>
              </a:ext>
            </a:extLst>
          </p:cNvPr>
          <p:cNvSpPr>
            <a:spLocks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6518">
            <a:extLst>
              <a:ext uri="{FF2B5EF4-FFF2-40B4-BE49-F238E27FC236}">
                <a16:creationId xmlns:a16="http://schemas.microsoft.com/office/drawing/2014/main" id="{23179581-37E3-4F82-AE4C-5B106542BD67}"/>
              </a:ext>
            </a:extLst>
          </p:cNvPr>
          <p:cNvSpPr>
            <a:spLocks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6519">
            <a:extLst>
              <a:ext uri="{FF2B5EF4-FFF2-40B4-BE49-F238E27FC236}">
                <a16:creationId xmlns:a16="http://schemas.microsoft.com/office/drawing/2014/main" id="{B1097AD0-01FE-4245-89EE-15E9384DCCE3}"/>
              </a:ext>
            </a:extLst>
          </p:cNvPr>
          <p:cNvSpPr>
            <a:spLocks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6520">
            <a:extLst>
              <a:ext uri="{FF2B5EF4-FFF2-40B4-BE49-F238E27FC236}">
                <a16:creationId xmlns:a16="http://schemas.microsoft.com/office/drawing/2014/main" id="{06CA054F-AC6E-45B4-B880-8E947D8A40B9}"/>
              </a:ext>
            </a:extLst>
          </p:cNvPr>
          <p:cNvSpPr>
            <a:spLocks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6521">
            <a:extLst>
              <a:ext uri="{FF2B5EF4-FFF2-40B4-BE49-F238E27FC236}">
                <a16:creationId xmlns:a16="http://schemas.microsoft.com/office/drawing/2014/main" id="{6D6DC43C-ADC4-4131-AEFD-82A42DB9B9A1}"/>
              </a:ext>
            </a:extLst>
          </p:cNvPr>
          <p:cNvSpPr>
            <a:spLocks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6522">
            <a:extLst>
              <a:ext uri="{FF2B5EF4-FFF2-40B4-BE49-F238E27FC236}">
                <a16:creationId xmlns:a16="http://schemas.microsoft.com/office/drawing/2014/main" id="{8FC4CC4E-0061-46C7-B8C9-944AA55EA272}"/>
              </a:ext>
            </a:extLst>
          </p:cNvPr>
          <p:cNvSpPr>
            <a:spLocks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6523">
            <a:extLst>
              <a:ext uri="{FF2B5EF4-FFF2-40B4-BE49-F238E27FC236}">
                <a16:creationId xmlns:a16="http://schemas.microsoft.com/office/drawing/2014/main" id="{39876D55-15D8-40E4-AA6A-A3C00D79E9FF}"/>
              </a:ext>
            </a:extLst>
          </p:cNvPr>
          <p:cNvSpPr>
            <a:spLocks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6524">
            <a:extLst>
              <a:ext uri="{FF2B5EF4-FFF2-40B4-BE49-F238E27FC236}">
                <a16:creationId xmlns:a16="http://schemas.microsoft.com/office/drawing/2014/main" id="{47318C87-7C59-4A91-94AE-CCA024E67932}"/>
              </a:ext>
            </a:extLst>
          </p:cNvPr>
          <p:cNvSpPr>
            <a:spLocks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6525">
            <a:extLst>
              <a:ext uri="{FF2B5EF4-FFF2-40B4-BE49-F238E27FC236}">
                <a16:creationId xmlns:a16="http://schemas.microsoft.com/office/drawing/2014/main" id="{647D4CCA-46B8-4630-BD48-E482EC382D83}"/>
              </a:ext>
            </a:extLst>
          </p:cNvPr>
          <p:cNvSpPr>
            <a:spLocks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6526">
            <a:extLst>
              <a:ext uri="{FF2B5EF4-FFF2-40B4-BE49-F238E27FC236}">
                <a16:creationId xmlns:a16="http://schemas.microsoft.com/office/drawing/2014/main" id="{3B1FC39C-41B4-405B-A2AA-4C8265CCF384}"/>
              </a:ext>
            </a:extLst>
          </p:cNvPr>
          <p:cNvSpPr>
            <a:spLocks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6527">
            <a:extLst>
              <a:ext uri="{FF2B5EF4-FFF2-40B4-BE49-F238E27FC236}">
                <a16:creationId xmlns:a16="http://schemas.microsoft.com/office/drawing/2014/main" id="{2345A46B-578B-4A8C-B954-A7F17D72F93E}"/>
              </a:ext>
            </a:extLst>
          </p:cNvPr>
          <p:cNvSpPr>
            <a:spLocks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6528">
            <a:extLst>
              <a:ext uri="{FF2B5EF4-FFF2-40B4-BE49-F238E27FC236}">
                <a16:creationId xmlns:a16="http://schemas.microsoft.com/office/drawing/2014/main" id="{48144464-1CC1-46E5-8FD8-885D63A7166D}"/>
              </a:ext>
            </a:extLst>
          </p:cNvPr>
          <p:cNvSpPr>
            <a:spLocks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6529">
            <a:extLst>
              <a:ext uri="{FF2B5EF4-FFF2-40B4-BE49-F238E27FC236}">
                <a16:creationId xmlns:a16="http://schemas.microsoft.com/office/drawing/2014/main" id="{5F59E5EC-7E04-4142-81E3-1A2082E09DB7}"/>
              </a:ext>
            </a:extLst>
          </p:cNvPr>
          <p:cNvSpPr>
            <a:spLocks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6530">
            <a:extLst>
              <a:ext uri="{FF2B5EF4-FFF2-40B4-BE49-F238E27FC236}">
                <a16:creationId xmlns:a16="http://schemas.microsoft.com/office/drawing/2014/main" id="{589761AA-09B6-4C8E-B6F1-74C99C679151}"/>
              </a:ext>
            </a:extLst>
          </p:cNvPr>
          <p:cNvSpPr>
            <a:spLocks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6531">
            <a:extLst>
              <a:ext uri="{FF2B5EF4-FFF2-40B4-BE49-F238E27FC236}">
                <a16:creationId xmlns:a16="http://schemas.microsoft.com/office/drawing/2014/main" id="{FF93C1E6-0B76-4477-AB2B-1A3B10C4F007}"/>
              </a:ext>
            </a:extLst>
          </p:cNvPr>
          <p:cNvSpPr>
            <a:spLocks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6532">
            <a:extLst>
              <a:ext uri="{FF2B5EF4-FFF2-40B4-BE49-F238E27FC236}">
                <a16:creationId xmlns:a16="http://schemas.microsoft.com/office/drawing/2014/main" id="{34551516-6280-48F6-B525-128FBF9192A1}"/>
              </a:ext>
            </a:extLst>
          </p:cNvPr>
          <p:cNvSpPr>
            <a:spLocks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6533">
            <a:extLst>
              <a:ext uri="{FF2B5EF4-FFF2-40B4-BE49-F238E27FC236}">
                <a16:creationId xmlns:a16="http://schemas.microsoft.com/office/drawing/2014/main" id="{7EBA4470-2685-4AB3-BCCB-9609AAA0E672}"/>
              </a:ext>
            </a:extLst>
          </p:cNvPr>
          <p:cNvSpPr>
            <a:spLocks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6534">
            <a:extLst>
              <a:ext uri="{FF2B5EF4-FFF2-40B4-BE49-F238E27FC236}">
                <a16:creationId xmlns:a16="http://schemas.microsoft.com/office/drawing/2014/main" id="{533BEBD4-9C45-453F-9697-6A1B0FEE5987}"/>
              </a:ext>
            </a:extLst>
          </p:cNvPr>
          <p:cNvSpPr>
            <a:spLocks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6535">
            <a:extLst>
              <a:ext uri="{FF2B5EF4-FFF2-40B4-BE49-F238E27FC236}">
                <a16:creationId xmlns:a16="http://schemas.microsoft.com/office/drawing/2014/main" id="{3CFD3C80-303F-40EA-BAC4-905D19E20E66}"/>
              </a:ext>
            </a:extLst>
          </p:cNvPr>
          <p:cNvSpPr>
            <a:spLocks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6536">
            <a:extLst>
              <a:ext uri="{FF2B5EF4-FFF2-40B4-BE49-F238E27FC236}">
                <a16:creationId xmlns:a16="http://schemas.microsoft.com/office/drawing/2014/main" id="{AA6CA51E-6639-489F-B61A-D078C4BFA6F4}"/>
              </a:ext>
            </a:extLst>
          </p:cNvPr>
          <p:cNvSpPr>
            <a:spLocks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6537">
            <a:extLst>
              <a:ext uri="{FF2B5EF4-FFF2-40B4-BE49-F238E27FC236}">
                <a16:creationId xmlns:a16="http://schemas.microsoft.com/office/drawing/2014/main" id="{BC670818-4B4C-4D92-A1DD-E41554FB5949}"/>
              </a:ext>
            </a:extLst>
          </p:cNvPr>
          <p:cNvSpPr>
            <a:spLocks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6538">
            <a:extLst>
              <a:ext uri="{FF2B5EF4-FFF2-40B4-BE49-F238E27FC236}">
                <a16:creationId xmlns:a16="http://schemas.microsoft.com/office/drawing/2014/main" id="{70569670-774D-4B27-AB94-B213C7229EA8}"/>
              </a:ext>
            </a:extLst>
          </p:cNvPr>
          <p:cNvSpPr>
            <a:spLocks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6539">
            <a:extLst>
              <a:ext uri="{FF2B5EF4-FFF2-40B4-BE49-F238E27FC236}">
                <a16:creationId xmlns:a16="http://schemas.microsoft.com/office/drawing/2014/main" id="{012B1ECE-DD24-4615-A219-CCC08A46D557}"/>
              </a:ext>
            </a:extLst>
          </p:cNvPr>
          <p:cNvSpPr>
            <a:spLocks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6540">
            <a:extLst>
              <a:ext uri="{FF2B5EF4-FFF2-40B4-BE49-F238E27FC236}">
                <a16:creationId xmlns:a16="http://schemas.microsoft.com/office/drawing/2014/main" id="{6BFB4BC7-09D5-4BAA-946E-3C5689BFF521}"/>
              </a:ext>
            </a:extLst>
          </p:cNvPr>
          <p:cNvSpPr>
            <a:spLocks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6541">
            <a:extLst>
              <a:ext uri="{FF2B5EF4-FFF2-40B4-BE49-F238E27FC236}">
                <a16:creationId xmlns:a16="http://schemas.microsoft.com/office/drawing/2014/main" id="{BE8B29CE-9FEC-4A32-9572-806F2D979723}"/>
              </a:ext>
            </a:extLst>
          </p:cNvPr>
          <p:cNvSpPr>
            <a:spLocks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6542">
            <a:extLst>
              <a:ext uri="{FF2B5EF4-FFF2-40B4-BE49-F238E27FC236}">
                <a16:creationId xmlns:a16="http://schemas.microsoft.com/office/drawing/2014/main" id="{DA455535-6FDB-4FA9-B50B-A766452ABB39}"/>
              </a:ext>
            </a:extLst>
          </p:cNvPr>
          <p:cNvSpPr>
            <a:spLocks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6543">
            <a:extLst>
              <a:ext uri="{FF2B5EF4-FFF2-40B4-BE49-F238E27FC236}">
                <a16:creationId xmlns:a16="http://schemas.microsoft.com/office/drawing/2014/main" id="{63D7B2ED-FBD8-4F02-980D-531FC78ED8A2}"/>
              </a:ext>
            </a:extLst>
          </p:cNvPr>
          <p:cNvSpPr>
            <a:spLocks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6544">
            <a:extLst>
              <a:ext uri="{FF2B5EF4-FFF2-40B4-BE49-F238E27FC236}">
                <a16:creationId xmlns:a16="http://schemas.microsoft.com/office/drawing/2014/main" id="{C37F1B93-E282-47C9-98AA-5BE074DCEDE6}"/>
              </a:ext>
            </a:extLst>
          </p:cNvPr>
          <p:cNvSpPr>
            <a:spLocks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6545">
            <a:extLst>
              <a:ext uri="{FF2B5EF4-FFF2-40B4-BE49-F238E27FC236}">
                <a16:creationId xmlns:a16="http://schemas.microsoft.com/office/drawing/2014/main" id="{D2815325-B7D5-4EFE-82C5-56BDDC634042}"/>
              </a:ext>
            </a:extLst>
          </p:cNvPr>
          <p:cNvSpPr>
            <a:spLocks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6546">
            <a:extLst>
              <a:ext uri="{FF2B5EF4-FFF2-40B4-BE49-F238E27FC236}">
                <a16:creationId xmlns:a16="http://schemas.microsoft.com/office/drawing/2014/main" id="{4BA2970E-1762-417D-A532-D5C292D5537C}"/>
              </a:ext>
            </a:extLst>
          </p:cNvPr>
          <p:cNvSpPr>
            <a:spLocks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6547">
            <a:extLst>
              <a:ext uri="{FF2B5EF4-FFF2-40B4-BE49-F238E27FC236}">
                <a16:creationId xmlns:a16="http://schemas.microsoft.com/office/drawing/2014/main" id="{3566F1AB-7C03-4EB6-B776-4361D2AD82D0}"/>
              </a:ext>
            </a:extLst>
          </p:cNvPr>
          <p:cNvSpPr>
            <a:spLocks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6548">
            <a:extLst>
              <a:ext uri="{FF2B5EF4-FFF2-40B4-BE49-F238E27FC236}">
                <a16:creationId xmlns:a16="http://schemas.microsoft.com/office/drawing/2014/main" id="{E884D455-D920-4800-A4D0-498FD7BB601C}"/>
              </a:ext>
            </a:extLst>
          </p:cNvPr>
          <p:cNvSpPr>
            <a:spLocks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6549">
            <a:extLst>
              <a:ext uri="{FF2B5EF4-FFF2-40B4-BE49-F238E27FC236}">
                <a16:creationId xmlns:a16="http://schemas.microsoft.com/office/drawing/2014/main" id="{88A7FC93-D7E0-486D-8547-710198A87839}"/>
              </a:ext>
            </a:extLst>
          </p:cNvPr>
          <p:cNvSpPr>
            <a:spLocks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6550">
            <a:extLst>
              <a:ext uri="{FF2B5EF4-FFF2-40B4-BE49-F238E27FC236}">
                <a16:creationId xmlns:a16="http://schemas.microsoft.com/office/drawing/2014/main" id="{A8283219-C600-49AB-ABE7-12332E36D8E7}"/>
              </a:ext>
            </a:extLst>
          </p:cNvPr>
          <p:cNvSpPr>
            <a:spLocks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6551">
            <a:extLst>
              <a:ext uri="{FF2B5EF4-FFF2-40B4-BE49-F238E27FC236}">
                <a16:creationId xmlns:a16="http://schemas.microsoft.com/office/drawing/2014/main" id="{AEA048F5-DD9E-4C0B-A58C-9542891F644D}"/>
              </a:ext>
            </a:extLst>
          </p:cNvPr>
          <p:cNvSpPr>
            <a:spLocks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6552">
            <a:extLst>
              <a:ext uri="{FF2B5EF4-FFF2-40B4-BE49-F238E27FC236}">
                <a16:creationId xmlns:a16="http://schemas.microsoft.com/office/drawing/2014/main" id="{544320F1-9314-43F7-992C-48DD9BF64EC3}"/>
              </a:ext>
            </a:extLst>
          </p:cNvPr>
          <p:cNvSpPr>
            <a:spLocks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6553">
            <a:extLst>
              <a:ext uri="{FF2B5EF4-FFF2-40B4-BE49-F238E27FC236}">
                <a16:creationId xmlns:a16="http://schemas.microsoft.com/office/drawing/2014/main" id="{5940A861-F54A-46A0-B358-1397BD50BA07}"/>
              </a:ext>
            </a:extLst>
          </p:cNvPr>
          <p:cNvSpPr>
            <a:spLocks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6554">
            <a:extLst>
              <a:ext uri="{FF2B5EF4-FFF2-40B4-BE49-F238E27FC236}">
                <a16:creationId xmlns:a16="http://schemas.microsoft.com/office/drawing/2014/main" id="{534B2B0A-7C56-48A1-B897-F44148BCDFE2}"/>
              </a:ext>
            </a:extLst>
          </p:cNvPr>
          <p:cNvSpPr>
            <a:spLocks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6555">
            <a:extLst>
              <a:ext uri="{FF2B5EF4-FFF2-40B4-BE49-F238E27FC236}">
                <a16:creationId xmlns:a16="http://schemas.microsoft.com/office/drawing/2014/main" id="{CB8E4EE4-0293-4AE7-AE44-4307C6242A3A}"/>
              </a:ext>
            </a:extLst>
          </p:cNvPr>
          <p:cNvSpPr>
            <a:spLocks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6556">
            <a:extLst>
              <a:ext uri="{FF2B5EF4-FFF2-40B4-BE49-F238E27FC236}">
                <a16:creationId xmlns:a16="http://schemas.microsoft.com/office/drawing/2014/main" id="{C82E6729-F13A-40A0-95DC-30735331779F}"/>
              </a:ext>
            </a:extLst>
          </p:cNvPr>
          <p:cNvSpPr>
            <a:spLocks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6557">
            <a:extLst>
              <a:ext uri="{FF2B5EF4-FFF2-40B4-BE49-F238E27FC236}">
                <a16:creationId xmlns:a16="http://schemas.microsoft.com/office/drawing/2014/main" id="{AB6772AE-018D-4A4C-AA18-7B266080BAF1}"/>
              </a:ext>
            </a:extLst>
          </p:cNvPr>
          <p:cNvSpPr>
            <a:spLocks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6558">
            <a:extLst>
              <a:ext uri="{FF2B5EF4-FFF2-40B4-BE49-F238E27FC236}">
                <a16:creationId xmlns:a16="http://schemas.microsoft.com/office/drawing/2014/main" id="{F1ADE71C-214C-4C51-A479-BAACA61A36E6}"/>
              </a:ext>
            </a:extLst>
          </p:cNvPr>
          <p:cNvSpPr>
            <a:spLocks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6559">
            <a:extLst>
              <a:ext uri="{FF2B5EF4-FFF2-40B4-BE49-F238E27FC236}">
                <a16:creationId xmlns:a16="http://schemas.microsoft.com/office/drawing/2014/main" id="{6B653AA5-C4A7-4CB3-AD11-BC3D9DFD8329}"/>
              </a:ext>
            </a:extLst>
          </p:cNvPr>
          <p:cNvSpPr>
            <a:spLocks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6560">
            <a:extLst>
              <a:ext uri="{FF2B5EF4-FFF2-40B4-BE49-F238E27FC236}">
                <a16:creationId xmlns:a16="http://schemas.microsoft.com/office/drawing/2014/main" id="{D6AD7E84-95BF-457C-8871-1C16C9166774}"/>
              </a:ext>
            </a:extLst>
          </p:cNvPr>
          <p:cNvSpPr>
            <a:spLocks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6561">
            <a:extLst>
              <a:ext uri="{FF2B5EF4-FFF2-40B4-BE49-F238E27FC236}">
                <a16:creationId xmlns:a16="http://schemas.microsoft.com/office/drawing/2014/main" id="{756B74A2-3495-4EE8-B36A-0CEB0FE6807A}"/>
              </a:ext>
            </a:extLst>
          </p:cNvPr>
          <p:cNvSpPr>
            <a:spLocks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6562">
            <a:extLst>
              <a:ext uri="{FF2B5EF4-FFF2-40B4-BE49-F238E27FC236}">
                <a16:creationId xmlns:a16="http://schemas.microsoft.com/office/drawing/2014/main" id="{30CC6A97-DDAB-4F8D-95EA-1D92BFF53834}"/>
              </a:ext>
            </a:extLst>
          </p:cNvPr>
          <p:cNvSpPr>
            <a:spLocks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6563">
            <a:extLst>
              <a:ext uri="{FF2B5EF4-FFF2-40B4-BE49-F238E27FC236}">
                <a16:creationId xmlns:a16="http://schemas.microsoft.com/office/drawing/2014/main" id="{91DE7A1C-A0F3-4278-B676-ECAC189175A1}"/>
              </a:ext>
            </a:extLst>
          </p:cNvPr>
          <p:cNvSpPr>
            <a:spLocks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6564">
            <a:extLst>
              <a:ext uri="{FF2B5EF4-FFF2-40B4-BE49-F238E27FC236}">
                <a16:creationId xmlns:a16="http://schemas.microsoft.com/office/drawing/2014/main" id="{338D8B21-D348-493D-97C5-F5FCA6F74592}"/>
              </a:ext>
            </a:extLst>
          </p:cNvPr>
          <p:cNvSpPr>
            <a:spLocks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6565">
            <a:extLst>
              <a:ext uri="{FF2B5EF4-FFF2-40B4-BE49-F238E27FC236}">
                <a16:creationId xmlns:a16="http://schemas.microsoft.com/office/drawing/2014/main" id="{38504BD6-E649-4C37-8DA6-F713F37ED021}"/>
              </a:ext>
            </a:extLst>
          </p:cNvPr>
          <p:cNvSpPr>
            <a:spLocks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6566">
            <a:extLst>
              <a:ext uri="{FF2B5EF4-FFF2-40B4-BE49-F238E27FC236}">
                <a16:creationId xmlns:a16="http://schemas.microsoft.com/office/drawing/2014/main" id="{35BEC22A-560A-4406-B452-2FB389A3AA2B}"/>
              </a:ext>
            </a:extLst>
          </p:cNvPr>
          <p:cNvSpPr>
            <a:spLocks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6567">
            <a:extLst>
              <a:ext uri="{FF2B5EF4-FFF2-40B4-BE49-F238E27FC236}">
                <a16:creationId xmlns:a16="http://schemas.microsoft.com/office/drawing/2014/main" id="{05003915-AEB5-465E-AC2A-935723FED788}"/>
              </a:ext>
            </a:extLst>
          </p:cNvPr>
          <p:cNvSpPr>
            <a:spLocks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6568">
            <a:extLst>
              <a:ext uri="{FF2B5EF4-FFF2-40B4-BE49-F238E27FC236}">
                <a16:creationId xmlns:a16="http://schemas.microsoft.com/office/drawing/2014/main" id="{8A882B0F-C67C-415F-B4FC-1593BDAE191B}"/>
              </a:ext>
            </a:extLst>
          </p:cNvPr>
          <p:cNvSpPr>
            <a:spLocks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6569">
            <a:extLst>
              <a:ext uri="{FF2B5EF4-FFF2-40B4-BE49-F238E27FC236}">
                <a16:creationId xmlns:a16="http://schemas.microsoft.com/office/drawing/2014/main" id="{5861E934-B291-4F45-9636-55BFF8E8BB15}"/>
              </a:ext>
            </a:extLst>
          </p:cNvPr>
          <p:cNvSpPr>
            <a:spLocks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6570">
            <a:extLst>
              <a:ext uri="{FF2B5EF4-FFF2-40B4-BE49-F238E27FC236}">
                <a16:creationId xmlns:a16="http://schemas.microsoft.com/office/drawing/2014/main" id="{8F8E180E-8A6A-4F63-A0C3-D7D5FCD068A6}"/>
              </a:ext>
            </a:extLst>
          </p:cNvPr>
          <p:cNvSpPr>
            <a:spLocks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6571">
            <a:extLst>
              <a:ext uri="{FF2B5EF4-FFF2-40B4-BE49-F238E27FC236}">
                <a16:creationId xmlns:a16="http://schemas.microsoft.com/office/drawing/2014/main" id="{4D0E788B-08BD-4BE7-BFD3-5381B7659CFC}"/>
              </a:ext>
            </a:extLst>
          </p:cNvPr>
          <p:cNvSpPr>
            <a:spLocks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6572">
            <a:extLst>
              <a:ext uri="{FF2B5EF4-FFF2-40B4-BE49-F238E27FC236}">
                <a16:creationId xmlns:a16="http://schemas.microsoft.com/office/drawing/2014/main" id="{C2FEA959-42AC-4C31-BAC2-7CCB45AA07D8}"/>
              </a:ext>
            </a:extLst>
          </p:cNvPr>
          <p:cNvSpPr>
            <a:spLocks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6573">
            <a:extLst>
              <a:ext uri="{FF2B5EF4-FFF2-40B4-BE49-F238E27FC236}">
                <a16:creationId xmlns:a16="http://schemas.microsoft.com/office/drawing/2014/main" id="{5ADA7B5E-F8B8-4EEF-A1A9-BC461DC53973}"/>
              </a:ext>
            </a:extLst>
          </p:cNvPr>
          <p:cNvSpPr>
            <a:spLocks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6574">
            <a:extLst>
              <a:ext uri="{FF2B5EF4-FFF2-40B4-BE49-F238E27FC236}">
                <a16:creationId xmlns:a16="http://schemas.microsoft.com/office/drawing/2014/main" id="{8C8B395C-9183-4758-A908-DCDC6F1D2296}"/>
              </a:ext>
            </a:extLst>
          </p:cNvPr>
          <p:cNvSpPr>
            <a:spLocks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6575">
            <a:extLst>
              <a:ext uri="{FF2B5EF4-FFF2-40B4-BE49-F238E27FC236}">
                <a16:creationId xmlns:a16="http://schemas.microsoft.com/office/drawing/2014/main" id="{34CC196C-0F7D-49FF-8FDC-64CF9484BA8A}"/>
              </a:ext>
            </a:extLst>
          </p:cNvPr>
          <p:cNvSpPr>
            <a:spLocks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6576">
            <a:extLst>
              <a:ext uri="{FF2B5EF4-FFF2-40B4-BE49-F238E27FC236}">
                <a16:creationId xmlns:a16="http://schemas.microsoft.com/office/drawing/2014/main" id="{CCC19003-FF45-4771-91CD-C046F5BA40DD}"/>
              </a:ext>
            </a:extLst>
          </p:cNvPr>
          <p:cNvSpPr>
            <a:spLocks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6577">
            <a:extLst>
              <a:ext uri="{FF2B5EF4-FFF2-40B4-BE49-F238E27FC236}">
                <a16:creationId xmlns:a16="http://schemas.microsoft.com/office/drawing/2014/main" id="{EA7AE3A8-3D2F-48DD-A815-BF70985CFF4E}"/>
              </a:ext>
            </a:extLst>
          </p:cNvPr>
          <p:cNvSpPr>
            <a:spLocks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6578">
            <a:extLst>
              <a:ext uri="{FF2B5EF4-FFF2-40B4-BE49-F238E27FC236}">
                <a16:creationId xmlns:a16="http://schemas.microsoft.com/office/drawing/2014/main" id="{6F99439A-4DFD-4858-9E08-5020D64CBFAC}"/>
              </a:ext>
            </a:extLst>
          </p:cNvPr>
          <p:cNvSpPr>
            <a:spLocks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6579">
            <a:extLst>
              <a:ext uri="{FF2B5EF4-FFF2-40B4-BE49-F238E27FC236}">
                <a16:creationId xmlns:a16="http://schemas.microsoft.com/office/drawing/2014/main" id="{88A552EA-7F64-4247-B87C-767DE6AB574F}"/>
              </a:ext>
            </a:extLst>
          </p:cNvPr>
          <p:cNvSpPr>
            <a:spLocks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6580">
            <a:extLst>
              <a:ext uri="{FF2B5EF4-FFF2-40B4-BE49-F238E27FC236}">
                <a16:creationId xmlns:a16="http://schemas.microsoft.com/office/drawing/2014/main" id="{4FCB7353-47B2-4C35-A238-BF3112CE4023}"/>
              </a:ext>
            </a:extLst>
          </p:cNvPr>
          <p:cNvSpPr>
            <a:spLocks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6581">
            <a:extLst>
              <a:ext uri="{FF2B5EF4-FFF2-40B4-BE49-F238E27FC236}">
                <a16:creationId xmlns:a16="http://schemas.microsoft.com/office/drawing/2014/main" id="{E3FB078C-BB0F-485A-A572-1447AA3B8BF5}"/>
              </a:ext>
            </a:extLst>
          </p:cNvPr>
          <p:cNvSpPr>
            <a:spLocks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6582">
            <a:extLst>
              <a:ext uri="{FF2B5EF4-FFF2-40B4-BE49-F238E27FC236}">
                <a16:creationId xmlns:a16="http://schemas.microsoft.com/office/drawing/2014/main" id="{DCDD0F58-8F7D-4286-BC89-ED9AE82D7BCF}"/>
              </a:ext>
            </a:extLst>
          </p:cNvPr>
          <p:cNvSpPr>
            <a:spLocks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6583">
            <a:extLst>
              <a:ext uri="{FF2B5EF4-FFF2-40B4-BE49-F238E27FC236}">
                <a16:creationId xmlns:a16="http://schemas.microsoft.com/office/drawing/2014/main" id="{582574E6-E54F-408C-8019-064B679A5E8D}"/>
              </a:ext>
            </a:extLst>
          </p:cNvPr>
          <p:cNvSpPr>
            <a:spLocks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6584">
            <a:extLst>
              <a:ext uri="{FF2B5EF4-FFF2-40B4-BE49-F238E27FC236}">
                <a16:creationId xmlns:a16="http://schemas.microsoft.com/office/drawing/2014/main" id="{9A88C7F0-0FD3-423C-8EF7-72D57B4B63CB}"/>
              </a:ext>
            </a:extLst>
          </p:cNvPr>
          <p:cNvSpPr>
            <a:spLocks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6585">
            <a:extLst>
              <a:ext uri="{FF2B5EF4-FFF2-40B4-BE49-F238E27FC236}">
                <a16:creationId xmlns:a16="http://schemas.microsoft.com/office/drawing/2014/main" id="{BCF9466E-5C46-49CB-88E6-906662A255EB}"/>
              </a:ext>
            </a:extLst>
          </p:cNvPr>
          <p:cNvSpPr>
            <a:spLocks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6586">
            <a:extLst>
              <a:ext uri="{FF2B5EF4-FFF2-40B4-BE49-F238E27FC236}">
                <a16:creationId xmlns:a16="http://schemas.microsoft.com/office/drawing/2014/main" id="{C6DDD89F-1EC2-4D52-B0B5-70681AFD3E0F}"/>
              </a:ext>
            </a:extLst>
          </p:cNvPr>
          <p:cNvSpPr>
            <a:spLocks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6587">
            <a:extLst>
              <a:ext uri="{FF2B5EF4-FFF2-40B4-BE49-F238E27FC236}">
                <a16:creationId xmlns:a16="http://schemas.microsoft.com/office/drawing/2014/main" id="{45DF7370-4027-4E3A-8FD8-174C7DCA3652}"/>
              </a:ext>
            </a:extLst>
          </p:cNvPr>
          <p:cNvSpPr>
            <a:spLocks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6588">
            <a:extLst>
              <a:ext uri="{FF2B5EF4-FFF2-40B4-BE49-F238E27FC236}">
                <a16:creationId xmlns:a16="http://schemas.microsoft.com/office/drawing/2014/main" id="{FE3EEBE9-AD74-4589-9234-C79BF37CC3E8}"/>
              </a:ext>
            </a:extLst>
          </p:cNvPr>
          <p:cNvSpPr>
            <a:spLocks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6589">
            <a:extLst>
              <a:ext uri="{FF2B5EF4-FFF2-40B4-BE49-F238E27FC236}">
                <a16:creationId xmlns:a16="http://schemas.microsoft.com/office/drawing/2014/main" id="{6EAAD2A9-D709-4E76-9FB5-1D0F684F345F}"/>
              </a:ext>
            </a:extLst>
          </p:cNvPr>
          <p:cNvSpPr>
            <a:spLocks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6590">
            <a:extLst>
              <a:ext uri="{FF2B5EF4-FFF2-40B4-BE49-F238E27FC236}">
                <a16:creationId xmlns:a16="http://schemas.microsoft.com/office/drawing/2014/main" id="{801C8484-D58F-456F-93A2-81F444301060}"/>
              </a:ext>
            </a:extLst>
          </p:cNvPr>
          <p:cNvSpPr>
            <a:spLocks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6591">
            <a:extLst>
              <a:ext uri="{FF2B5EF4-FFF2-40B4-BE49-F238E27FC236}">
                <a16:creationId xmlns:a16="http://schemas.microsoft.com/office/drawing/2014/main" id="{380DEF71-F554-4643-80AB-1D117676D5B2}"/>
              </a:ext>
            </a:extLst>
          </p:cNvPr>
          <p:cNvSpPr>
            <a:spLocks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6592">
            <a:extLst>
              <a:ext uri="{FF2B5EF4-FFF2-40B4-BE49-F238E27FC236}">
                <a16:creationId xmlns:a16="http://schemas.microsoft.com/office/drawing/2014/main" id="{DC0BD115-A1F4-4582-AB7F-0E416FDDF0E8}"/>
              </a:ext>
            </a:extLst>
          </p:cNvPr>
          <p:cNvSpPr>
            <a:spLocks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6593">
            <a:extLst>
              <a:ext uri="{FF2B5EF4-FFF2-40B4-BE49-F238E27FC236}">
                <a16:creationId xmlns:a16="http://schemas.microsoft.com/office/drawing/2014/main" id="{9D2F5B69-F490-4582-A0DD-63436238F2A8}"/>
              </a:ext>
            </a:extLst>
          </p:cNvPr>
          <p:cNvSpPr>
            <a:spLocks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6594">
            <a:extLst>
              <a:ext uri="{FF2B5EF4-FFF2-40B4-BE49-F238E27FC236}">
                <a16:creationId xmlns:a16="http://schemas.microsoft.com/office/drawing/2014/main" id="{D8F3283A-6488-4E25-9E6E-5E21529EBE40}"/>
              </a:ext>
            </a:extLst>
          </p:cNvPr>
          <p:cNvSpPr>
            <a:spLocks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6595">
            <a:extLst>
              <a:ext uri="{FF2B5EF4-FFF2-40B4-BE49-F238E27FC236}">
                <a16:creationId xmlns:a16="http://schemas.microsoft.com/office/drawing/2014/main" id="{834280AB-1E79-4380-98B4-F75B9791C175}"/>
              </a:ext>
            </a:extLst>
          </p:cNvPr>
          <p:cNvSpPr>
            <a:spLocks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6596">
            <a:extLst>
              <a:ext uri="{FF2B5EF4-FFF2-40B4-BE49-F238E27FC236}">
                <a16:creationId xmlns:a16="http://schemas.microsoft.com/office/drawing/2014/main" id="{A1E79CB5-C7F5-4FF8-8E33-BDD3548FCB7A}"/>
              </a:ext>
            </a:extLst>
          </p:cNvPr>
          <p:cNvSpPr>
            <a:spLocks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6597">
            <a:extLst>
              <a:ext uri="{FF2B5EF4-FFF2-40B4-BE49-F238E27FC236}">
                <a16:creationId xmlns:a16="http://schemas.microsoft.com/office/drawing/2014/main" id="{8605D4EA-8F8E-4E2F-B06F-42DDA938C74D}"/>
              </a:ext>
            </a:extLst>
          </p:cNvPr>
          <p:cNvSpPr>
            <a:spLocks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6598">
            <a:extLst>
              <a:ext uri="{FF2B5EF4-FFF2-40B4-BE49-F238E27FC236}">
                <a16:creationId xmlns:a16="http://schemas.microsoft.com/office/drawing/2014/main" id="{41138D27-69BD-4630-A2E2-7F4D4313D282}"/>
              </a:ext>
            </a:extLst>
          </p:cNvPr>
          <p:cNvSpPr>
            <a:spLocks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6599">
            <a:extLst>
              <a:ext uri="{FF2B5EF4-FFF2-40B4-BE49-F238E27FC236}">
                <a16:creationId xmlns:a16="http://schemas.microsoft.com/office/drawing/2014/main" id="{9B787610-A412-47A4-93E8-CB8BCBC07126}"/>
              </a:ext>
            </a:extLst>
          </p:cNvPr>
          <p:cNvSpPr>
            <a:spLocks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6600">
            <a:extLst>
              <a:ext uri="{FF2B5EF4-FFF2-40B4-BE49-F238E27FC236}">
                <a16:creationId xmlns:a16="http://schemas.microsoft.com/office/drawing/2014/main" id="{A2B11786-C78F-49F2-A6C9-AB9A207F8FEE}"/>
              </a:ext>
            </a:extLst>
          </p:cNvPr>
          <p:cNvSpPr>
            <a:spLocks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6601">
            <a:extLst>
              <a:ext uri="{FF2B5EF4-FFF2-40B4-BE49-F238E27FC236}">
                <a16:creationId xmlns:a16="http://schemas.microsoft.com/office/drawing/2014/main" id="{E825FF87-6C7B-4387-96BD-6B253F783870}"/>
              </a:ext>
            </a:extLst>
          </p:cNvPr>
          <p:cNvSpPr>
            <a:spLocks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6602">
            <a:extLst>
              <a:ext uri="{FF2B5EF4-FFF2-40B4-BE49-F238E27FC236}">
                <a16:creationId xmlns:a16="http://schemas.microsoft.com/office/drawing/2014/main" id="{20FC022F-53B5-4EDA-9934-F3ED11C52849}"/>
              </a:ext>
            </a:extLst>
          </p:cNvPr>
          <p:cNvSpPr>
            <a:spLocks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6603">
            <a:extLst>
              <a:ext uri="{FF2B5EF4-FFF2-40B4-BE49-F238E27FC236}">
                <a16:creationId xmlns:a16="http://schemas.microsoft.com/office/drawing/2014/main" id="{43FE58DA-8F77-40B3-A7B8-8152B5FE8529}"/>
              </a:ext>
            </a:extLst>
          </p:cNvPr>
          <p:cNvSpPr>
            <a:spLocks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6604">
            <a:extLst>
              <a:ext uri="{FF2B5EF4-FFF2-40B4-BE49-F238E27FC236}">
                <a16:creationId xmlns:a16="http://schemas.microsoft.com/office/drawing/2014/main" id="{34889D14-F55D-4F3D-957D-5DD5F3D52BF4}"/>
              </a:ext>
            </a:extLst>
          </p:cNvPr>
          <p:cNvSpPr>
            <a:spLocks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6605">
            <a:extLst>
              <a:ext uri="{FF2B5EF4-FFF2-40B4-BE49-F238E27FC236}">
                <a16:creationId xmlns:a16="http://schemas.microsoft.com/office/drawing/2014/main" id="{41178D4E-AD6C-48F7-B752-308319CC044F}"/>
              </a:ext>
            </a:extLst>
          </p:cNvPr>
          <p:cNvSpPr>
            <a:spLocks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6606">
            <a:extLst>
              <a:ext uri="{FF2B5EF4-FFF2-40B4-BE49-F238E27FC236}">
                <a16:creationId xmlns:a16="http://schemas.microsoft.com/office/drawing/2014/main" id="{B0683BB5-9534-4C17-82B7-591738F544A5}"/>
              </a:ext>
            </a:extLst>
          </p:cNvPr>
          <p:cNvSpPr>
            <a:spLocks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6607">
            <a:extLst>
              <a:ext uri="{FF2B5EF4-FFF2-40B4-BE49-F238E27FC236}">
                <a16:creationId xmlns:a16="http://schemas.microsoft.com/office/drawing/2014/main" id="{298379C3-14EB-4C60-BA64-F15A47E59DF8}"/>
              </a:ext>
            </a:extLst>
          </p:cNvPr>
          <p:cNvSpPr>
            <a:spLocks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6608">
            <a:extLst>
              <a:ext uri="{FF2B5EF4-FFF2-40B4-BE49-F238E27FC236}">
                <a16:creationId xmlns:a16="http://schemas.microsoft.com/office/drawing/2014/main" id="{E7EDA1F3-D2AC-42C8-A7BC-457ACA0F3CBA}"/>
              </a:ext>
            </a:extLst>
          </p:cNvPr>
          <p:cNvSpPr>
            <a:spLocks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6609">
            <a:extLst>
              <a:ext uri="{FF2B5EF4-FFF2-40B4-BE49-F238E27FC236}">
                <a16:creationId xmlns:a16="http://schemas.microsoft.com/office/drawing/2014/main" id="{7CDE8FDE-4AEE-4561-8804-88EDAA2D9C73}"/>
              </a:ext>
            </a:extLst>
          </p:cNvPr>
          <p:cNvSpPr>
            <a:spLocks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6610">
            <a:extLst>
              <a:ext uri="{FF2B5EF4-FFF2-40B4-BE49-F238E27FC236}">
                <a16:creationId xmlns:a16="http://schemas.microsoft.com/office/drawing/2014/main" id="{8071A8C7-1B05-4C32-8ACA-BB379EA1CAFF}"/>
              </a:ext>
            </a:extLst>
          </p:cNvPr>
          <p:cNvSpPr>
            <a:spLocks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6611">
            <a:extLst>
              <a:ext uri="{FF2B5EF4-FFF2-40B4-BE49-F238E27FC236}">
                <a16:creationId xmlns:a16="http://schemas.microsoft.com/office/drawing/2014/main" id="{D4C498F3-93CC-4E50-8CF8-C501FFDC1FEB}"/>
              </a:ext>
            </a:extLst>
          </p:cNvPr>
          <p:cNvSpPr>
            <a:spLocks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6612">
            <a:extLst>
              <a:ext uri="{FF2B5EF4-FFF2-40B4-BE49-F238E27FC236}">
                <a16:creationId xmlns:a16="http://schemas.microsoft.com/office/drawing/2014/main" id="{E5404803-47EE-43AE-A22C-720F9E7F7D73}"/>
              </a:ext>
            </a:extLst>
          </p:cNvPr>
          <p:cNvSpPr>
            <a:spLocks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6613">
            <a:extLst>
              <a:ext uri="{FF2B5EF4-FFF2-40B4-BE49-F238E27FC236}">
                <a16:creationId xmlns:a16="http://schemas.microsoft.com/office/drawing/2014/main" id="{1CFC5D60-9A9A-42E6-B40C-8ED9B985DDFE}"/>
              </a:ext>
            </a:extLst>
          </p:cNvPr>
          <p:cNvSpPr>
            <a:spLocks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6614">
            <a:extLst>
              <a:ext uri="{FF2B5EF4-FFF2-40B4-BE49-F238E27FC236}">
                <a16:creationId xmlns:a16="http://schemas.microsoft.com/office/drawing/2014/main" id="{E5587DFA-F382-4A1C-AB3C-C62205C4BC0F}"/>
              </a:ext>
            </a:extLst>
          </p:cNvPr>
          <p:cNvSpPr>
            <a:spLocks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6615">
            <a:extLst>
              <a:ext uri="{FF2B5EF4-FFF2-40B4-BE49-F238E27FC236}">
                <a16:creationId xmlns:a16="http://schemas.microsoft.com/office/drawing/2014/main" id="{26229A35-6AEB-469A-8D49-BBFAF7F42754}"/>
              </a:ext>
            </a:extLst>
          </p:cNvPr>
          <p:cNvSpPr>
            <a:spLocks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6616">
            <a:extLst>
              <a:ext uri="{FF2B5EF4-FFF2-40B4-BE49-F238E27FC236}">
                <a16:creationId xmlns:a16="http://schemas.microsoft.com/office/drawing/2014/main" id="{E1451514-51BD-453B-BD62-CC548611B312}"/>
              </a:ext>
            </a:extLst>
          </p:cNvPr>
          <p:cNvSpPr>
            <a:spLocks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6617">
            <a:extLst>
              <a:ext uri="{FF2B5EF4-FFF2-40B4-BE49-F238E27FC236}">
                <a16:creationId xmlns:a16="http://schemas.microsoft.com/office/drawing/2014/main" id="{95C77321-4E20-4249-BE5F-B2550BEA3137}"/>
              </a:ext>
            </a:extLst>
          </p:cNvPr>
          <p:cNvSpPr>
            <a:spLocks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6618">
            <a:extLst>
              <a:ext uri="{FF2B5EF4-FFF2-40B4-BE49-F238E27FC236}">
                <a16:creationId xmlns:a16="http://schemas.microsoft.com/office/drawing/2014/main" id="{7CC4DCB0-BE50-49B4-B13E-65919A988763}"/>
              </a:ext>
            </a:extLst>
          </p:cNvPr>
          <p:cNvSpPr>
            <a:spLocks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6619">
            <a:extLst>
              <a:ext uri="{FF2B5EF4-FFF2-40B4-BE49-F238E27FC236}">
                <a16:creationId xmlns:a16="http://schemas.microsoft.com/office/drawing/2014/main" id="{57E5B2AC-BA74-491A-B0EB-4C4CDD270253}"/>
              </a:ext>
            </a:extLst>
          </p:cNvPr>
          <p:cNvSpPr>
            <a:spLocks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6620">
            <a:extLst>
              <a:ext uri="{FF2B5EF4-FFF2-40B4-BE49-F238E27FC236}">
                <a16:creationId xmlns:a16="http://schemas.microsoft.com/office/drawing/2014/main" id="{DE4D9121-8F39-4641-A65F-B4B723DBF7E4}"/>
              </a:ext>
            </a:extLst>
          </p:cNvPr>
          <p:cNvSpPr>
            <a:spLocks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6621">
            <a:extLst>
              <a:ext uri="{FF2B5EF4-FFF2-40B4-BE49-F238E27FC236}">
                <a16:creationId xmlns:a16="http://schemas.microsoft.com/office/drawing/2014/main" id="{3A1A2AA4-9068-42A1-AB72-D42303D8F011}"/>
              </a:ext>
            </a:extLst>
          </p:cNvPr>
          <p:cNvSpPr>
            <a:spLocks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6622">
            <a:extLst>
              <a:ext uri="{FF2B5EF4-FFF2-40B4-BE49-F238E27FC236}">
                <a16:creationId xmlns:a16="http://schemas.microsoft.com/office/drawing/2014/main" id="{CEBC2415-8401-492C-A4EE-96B3B2DBD37C}"/>
              </a:ext>
            </a:extLst>
          </p:cNvPr>
          <p:cNvSpPr>
            <a:spLocks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6623">
            <a:extLst>
              <a:ext uri="{FF2B5EF4-FFF2-40B4-BE49-F238E27FC236}">
                <a16:creationId xmlns:a16="http://schemas.microsoft.com/office/drawing/2014/main" id="{90B00776-7406-4998-8EAA-22FDFA69F428}"/>
              </a:ext>
            </a:extLst>
          </p:cNvPr>
          <p:cNvSpPr>
            <a:spLocks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6624">
            <a:extLst>
              <a:ext uri="{FF2B5EF4-FFF2-40B4-BE49-F238E27FC236}">
                <a16:creationId xmlns:a16="http://schemas.microsoft.com/office/drawing/2014/main" id="{B9207036-71D7-4D95-8FBF-D0CD37992E8D}"/>
              </a:ext>
            </a:extLst>
          </p:cNvPr>
          <p:cNvSpPr>
            <a:spLocks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6625">
            <a:extLst>
              <a:ext uri="{FF2B5EF4-FFF2-40B4-BE49-F238E27FC236}">
                <a16:creationId xmlns:a16="http://schemas.microsoft.com/office/drawing/2014/main" id="{7AB1AF67-C30D-4C87-A250-33FD0023719A}"/>
              </a:ext>
            </a:extLst>
          </p:cNvPr>
          <p:cNvSpPr>
            <a:spLocks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6626">
            <a:extLst>
              <a:ext uri="{FF2B5EF4-FFF2-40B4-BE49-F238E27FC236}">
                <a16:creationId xmlns:a16="http://schemas.microsoft.com/office/drawing/2014/main" id="{D51BBB67-950B-4D42-98E9-099515B8954C}"/>
              </a:ext>
            </a:extLst>
          </p:cNvPr>
          <p:cNvSpPr>
            <a:spLocks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6627">
            <a:extLst>
              <a:ext uri="{FF2B5EF4-FFF2-40B4-BE49-F238E27FC236}">
                <a16:creationId xmlns:a16="http://schemas.microsoft.com/office/drawing/2014/main" id="{840231C8-B09C-4E13-937F-ACF12EABBC9B}"/>
              </a:ext>
            </a:extLst>
          </p:cNvPr>
          <p:cNvSpPr>
            <a:spLocks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6628">
            <a:extLst>
              <a:ext uri="{FF2B5EF4-FFF2-40B4-BE49-F238E27FC236}">
                <a16:creationId xmlns:a16="http://schemas.microsoft.com/office/drawing/2014/main" id="{0532BA79-CD39-45A6-8E2A-1C6B56D3B88D}"/>
              </a:ext>
            </a:extLst>
          </p:cNvPr>
          <p:cNvSpPr>
            <a:spLocks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6629">
            <a:extLst>
              <a:ext uri="{FF2B5EF4-FFF2-40B4-BE49-F238E27FC236}">
                <a16:creationId xmlns:a16="http://schemas.microsoft.com/office/drawing/2014/main" id="{ED66295F-0288-4A72-A70A-73D72273F66A}"/>
              </a:ext>
            </a:extLst>
          </p:cNvPr>
          <p:cNvSpPr>
            <a:spLocks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6630">
            <a:extLst>
              <a:ext uri="{FF2B5EF4-FFF2-40B4-BE49-F238E27FC236}">
                <a16:creationId xmlns:a16="http://schemas.microsoft.com/office/drawing/2014/main" id="{96D19B08-3A1E-4449-85BE-53C24DED30EB}"/>
              </a:ext>
            </a:extLst>
          </p:cNvPr>
          <p:cNvSpPr>
            <a:spLocks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6631">
            <a:extLst>
              <a:ext uri="{FF2B5EF4-FFF2-40B4-BE49-F238E27FC236}">
                <a16:creationId xmlns:a16="http://schemas.microsoft.com/office/drawing/2014/main" id="{D52E3454-D544-40A6-82CF-3133CE883C00}"/>
              </a:ext>
            </a:extLst>
          </p:cNvPr>
          <p:cNvSpPr>
            <a:spLocks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6632">
            <a:extLst>
              <a:ext uri="{FF2B5EF4-FFF2-40B4-BE49-F238E27FC236}">
                <a16:creationId xmlns:a16="http://schemas.microsoft.com/office/drawing/2014/main" id="{8CA29576-07C2-4E80-9476-C2FEE61D0D72}"/>
              </a:ext>
            </a:extLst>
          </p:cNvPr>
          <p:cNvSpPr>
            <a:spLocks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6633">
            <a:extLst>
              <a:ext uri="{FF2B5EF4-FFF2-40B4-BE49-F238E27FC236}">
                <a16:creationId xmlns:a16="http://schemas.microsoft.com/office/drawing/2014/main" id="{F69CE9F7-40F7-4601-A641-DA9B376E76AA}"/>
              </a:ext>
            </a:extLst>
          </p:cNvPr>
          <p:cNvSpPr>
            <a:spLocks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6634">
            <a:extLst>
              <a:ext uri="{FF2B5EF4-FFF2-40B4-BE49-F238E27FC236}">
                <a16:creationId xmlns:a16="http://schemas.microsoft.com/office/drawing/2014/main" id="{92D2B5C8-6195-4AA9-B1FE-85C4EB4A01C4}"/>
              </a:ext>
            </a:extLst>
          </p:cNvPr>
          <p:cNvSpPr>
            <a:spLocks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6635">
            <a:extLst>
              <a:ext uri="{FF2B5EF4-FFF2-40B4-BE49-F238E27FC236}">
                <a16:creationId xmlns:a16="http://schemas.microsoft.com/office/drawing/2014/main" id="{1298454A-C41E-4527-B277-433C7CDD6988}"/>
              </a:ext>
            </a:extLst>
          </p:cNvPr>
          <p:cNvSpPr>
            <a:spLocks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6636">
            <a:extLst>
              <a:ext uri="{FF2B5EF4-FFF2-40B4-BE49-F238E27FC236}">
                <a16:creationId xmlns:a16="http://schemas.microsoft.com/office/drawing/2014/main" id="{AF1F2078-89E0-4F06-BBD1-EAA4C05243D0}"/>
              </a:ext>
            </a:extLst>
          </p:cNvPr>
          <p:cNvSpPr>
            <a:spLocks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6637">
            <a:extLst>
              <a:ext uri="{FF2B5EF4-FFF2-40B4-BE49-F238E27FC236}">
                <a16:creationId xmlns:a16="http://schemas.microsoft.com/office/drawing/2014/main" id="{7F5FF749-BE20-4460-B205-57425C6D3B39}"/>
              </a:ext>
            </a:extLst>
          </p:cNvPr>
          <p:cNvSpPr>
            <a:spLocks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6638">
            <a:extLst>
              <a:ext uri="{FF2B5EF4-FFF2-40B4-BE49-F238E27FC236}">
                <a16:creationId xmlns:a16="http://schemas.microsoft.com/office/drawing/2014/main" id="{50E9475F-BAF5-4DD1-9FAC-0D040444CAE7}"/>
              </a:ext>
            </a:extLst>
          </p:cNvPr>
          <p:cNvSpPr>
            <a:spLocks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6639">
            <a:extLst>
              <a:ext uri="{FF2B5EF4-FFF2-40B4-BE49-F238E27FC236}">
                <a16:creationId xmlns:a16="http://schemas.microsoft.com/office/drawing/2014/main" id="{7662AB6A-C742-4AC2-97EF-E4AFCBD6D26D}"/>
              </a:ext>
            </a:extLst>
          </p:cNvPr>
          <p:cNvSpPr>
            <a:spLocks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6640">
            <a:extLst>
              <a:ext uri="{FF2B5EF4-FFF2-40B4-BE49-F238E27FC236}">
                <a16:creationId xmlns:a16="http://schemas.microsoft.com/office/drawing/2014/main" id="{5999399E-D552-4D52-8125-89B350CAFFAD}"/>
              </a:ext>
            </a:extLst>
          </p:cNvPr>
          <p:cNvSpPr>
            <a:spLocks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6641">
            <a:extLst>
              <a:ext uri="{FF2B5EF4-FFF2-40B4-BE49-F238E27FC236}">
                <a16:creationId xmlns:a16="http://schemas.microsoft.com/office/drawing/2014/main" id="{7C8294B3-BF7C-4D3D-AA14-43651EC40B62}"/>
              </a:ext>
            </a:extLst>
          </p:cNvPr>
          <p:cNvSpPr>
            <a:spLocks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6642">
            <a:extLst>
              <a:ext uri="{FF2B5EF4-FFF2-40B4-BE49-F238E27FC236}">
                <a16:creationId xmlns:a16="http://schemas.microsoft.com/office/drawing/2014/main" id="{0BC55991-0F1B-4C81-97FF-66C2B79516AF}"/>
              </a:ext>
            </a:extLst>
          </p:cNvPr>
          <p:cNvSpPr>
            <a:spLocks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6643">
            <a:extLst>
              <a:ext uri="{FF2B5EF4-FFF2-40B4-BE49-F238E27FC236}">
                <a16:creationId xmlns:a16="http://schemas.microsoft.com/office/drawing/2014/main" id="{F7B8BDB6-2693-43EA-959F-F46445FFA0ED}"/>
              </a:ext>
            </a:extLst>
          </p:cNvPr>
          <p:cNvSpPr>
            <a:spLocks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6644">
            <a:extLst>
              <a:ext uri="{FF2B5EF4-FFF2-40B4-BE49-F238E27FC236}">
                <a16:creationId xmlns:a16="http://schemas.microsoft.com/office/drawing/2014/main" id="{D536AA66-8F65-4470-839B-DC91EBE65CAF}"/>
              </a:ext>
            </a:extLst>
          </p:cNvPr>
          <p:cNvSpPr>
            <a:spLocks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6645">
            <a:extLst>
              <a:ext uri="{FF2B5EF4-FFF2-40B4-BE49-F238E27FC236}">
                <a16:creationId xmlns:a16="http://schemas.microsoft.com/office/drawing/2014/main" id="{B6D32B98-AD93-42E1-B13C-FA18F1C14F3A}"/>
              </a:ext>
            </a:extLst>
          </p:cNvPr>
          <p:cNvSpPr>
            <a:spLocks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6646">
            <a:extLst>
              <a:ext uri="{FF2B5EF4-FFF2-40B4-BE49-F238E27FC236}">
                <a16:creationId xmlns:a16="http://schemas.microsoft.com/office/drawing/2014/main" id="{CA7B8E81-E28E-4913-BDD8-9C39159286A5}"/>
              </a:ext>
            </a:extLst>
          </p:cNvPr>
          <p:cNvSpPr>
            <a:spLocks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6647">
            <a:extLst>
              <a:ext uri="{FF2B5EF4-FFF2-40B4-BE49-F238E27FC236}">
                <a16:creationId xmlns:a16="http://schemas.microsoft.com/office/drawing/2014/main" id="{55145936-DF5B-4AD9-B119-F3FBAEF71AC3}"/>
              </a:ext>
            </a:extLst>
          </p:cNvPr>
          <p:cNvSpPr>
            <a:spLocks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6648">
            <a:extLst>
              <a:ext uri="{FF2B5EF4-FFF2-40B4-BE49-F238E27FC236}">
                <a16:creationId xmlns:a16="http://schemas.microsoft.com/office/drawing/2014/main" id="{D70ACAA3-AD38-4A55-9D05-B7B992469ADE}"/>
              </a:ext>
            </a:extLst>
          </p:cNvPr>
          <p:cNvSpPr>
            <a:spLocks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6649">
            <a:extLst>
              <a:ext uri="{FF2B5EF4-FFF2-40B4-BE49-F238E27FC236}">
                <a16:creationId xmlns:a16="http://schemas.microsoft.com/office/drawing/2014/main" id="{F2157D85-5D81-4798-B6B1-6C07CFA48F86}"/>
              </a:ext>
            </a:extLst>
          </p:cNvPr>
          <p:cNvSpPr>
            <a:spLocks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6650">
            <a:extLst>
              <a:ext uri="{FF2B5EF4-FFF2-40B4-BE49-F238E27FC236}">
                <a16:creationId xmlns:a16="http://schemas.microsoft.com/office/drawing/2014/main" id="{8054678F-BD18-4482-82E0-A27C3F23DF17}"/>
              </a:ext>
            </a:extLst>
          </p:cNvPr>
          <p:cNvSpPr>
            <a:spLocks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6651">
            <a:extLst>
              <a:ext uri="{FF2B5EF4-FFF2-40B4-BE49-F238E27FC236}">
                <a16:creationId xmlns:a16="http://schemas.microsoft.com/office/drawing/2014/main" id="{46E07763-63AF-477D-B8CC-3B474EEC4300}"/>
              </a:ext>
            </a:extLst>
          </p:cNvPr>
          <p:cNvSpPr>
            <a:spLocks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6652">
            <a:extLst>
              <a:ext uri="{FF2B5EF4-FFF2-40B4-BE49-F238E27FC236}">
                <a16:creationId xmlns:a16="http://schemas.microsoft.com/office/drawing/2014/main" id="{C72270F1-4EF7-40FA-9D06-BBCDFBAC079F}"/>
              </a:ext>
            </a:extLst>
          </p:cNvPr>
          <p:cNvSpPr>
            <a:spLocks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6653">
            <a:extLst>
              <a:ext uri="{FF2B5EF4-FFF2-40B4-BE49-F238E27FC236}">
                <a16:creationId xmlns:a16="http://schemas.microsoft.com/office/drawing/2014/main" id="{509D65D3-BA6A-4EEB-A34F-E213DBEF6000}"/>
              </a:ext>
            </a:extLst>
          </p:cNvPr>
          <p:cNvSpPr>
            <a:spLocks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6654">
            <a:extLst>
              <a:ext uri="{FF2B5EF4-FFF2-40B4-BE49-F238E27FC236}">
                <a16:creationId xmlns:a16="http://schemas.microsoft.com/office/drawing/2014/main" id="{985C5B1F-6755-4308-A970-03B49747BD7A}"/>
              </a:ext>
            </a:extLst>
          </p:cNvPr>
          <p:cNvSpPr>
            <a:spLocks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6655">
            <a:extLst>
              <a:ext uri="{FF2B5EF4-FFF2-40B4-BE49-F238E27FC236}">
                <a16:creationId xmlns:a16="http://schemas.microsoft.com/office/drawing/2014/main" id="{B559FFEC-8A68-4602-B178-2C5A768B4DFF}"/>
              </a:ext>
            </a:extLst>
          </p:cNvPr>
          <p:cNvSpPr>
            <a:spLocks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6656">
            <a:extLst>
              <a:ext uri="{FF2B5EF4-FFF2-40B4-BE49-F238E27FC236}">
                <a16:creationId xmlns:a16="http://schemas.microsoft.com/office/drawing/2014/main" id="{492A4193-7134-433F-83D5-4D453A994DF7}"/>
              </a:ext>
            </a:extLst>
          </p:cNvPr>
          <p:cNvSpPr>
            <a:spLocks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6657">
            <a:extLst>
              <a:ext uri="{FF2B5EF4-FFF2-40B4-BE49-F238E27FC236}">
                <a16:creationId xmlns:a16="http://schemas.microsoft.com/office/drawing/2014/main" id="{35D633BB-B52D-4951-A379-E39D0EB43D05}"/>
              </a:ext>
            </a:extLst>
          </p:cNvPr>
          <p:cNvSpPr>
            <a:spLocks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6658">
            <a:extLst>
              <a:ext uri="{FF2B5EF4-FFF2-40B4-BE49-F238E27FC236}">
                <a16:creationId xmlns:a16="http://schemas.microsoft.com/office/drawing/2014/main" id="{F66D5FC6-34FE-42AC-9438-33D1904EC2B2}"/>
              </a:ext>
            </a:extLst>
          </p:cNvPr>
          <p:cNvSpPr>
            <a:spLocks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6659">
            <a:extLst>
              <a:ext uri="{FF2B5EF4-FFF2-40B4-BE49-F238E27FC236}">
                <a16:creationId xmlns:a16="http://schemas.microsoft.com/office/drawing/2014/main" id="{FD10EC2B-3A90-4A85-8EE4-F7803571471A}"/>
              </a:ext>
            </a:extLst>
          </p:cNvPr>
          <p:cNvSpPr>
            <a:spLocks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6660">
            <a:extLst>
              <a:ext uri="{FF2B5EF4-FFF2-40B4-BE49-F238E27FC236}">
                <a16:creationId xmlns:a16="http://schemas.microsoft.com/office/drawing/2014/main" id="{3487D0B2-38F3-4E8D-83ED-C629FD7960EE}"/>
              </a:ext>
            </a:extLst>
          </p:cNvPr>
          <p:cNvSpPr>
            <a:spLocks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6661">
            <a:extLst>
              <a:ext uri="{FF2B5EF4-FFF2-40B4-BE49-F238E27FC236}">
                <a16:creationId xmlns:a16="http://schemas.microsoft.com/office/drawing/2014/main" id="{6956C881-5E4D-43BE-9F32-80A4819558C5}"/>
              </a:ext>
            </a:extLst>
          </p:cNvPr>
          <p:cNvSpPr>
            <a:spLocks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6662">
            <a:extLst>
              <a:ext uri="{FF2B5EF4-FFF2-40B4-BE49-F238E27FC236}">
                <a16:creationId xmlns:a16="http://schemas.microsoft.com/office/drawing/2014/main" id="{A2886EAA-285F-43BB-9F3D-BA05B30F2511}"/>
              </a:ext>
            </a:extLst>
          </p:cNvPr>
          <p:cNvSpPr>
            <a:spLocks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6663">
            <a:extLst>
              <a:ext uri="{FF2B5EF4-FFF2-40B4-BE49-F238E27FC236}">
                <a16:creationId xmlns:a16="http://schemas.microsoft.com/office/drawing/2014/main" id="{36573DE0-1CFC-4F09-92A8-F66F46F95C3F}"/>
              </a:ext>
            </a:extLst>
          </p:cNvPr>
          <p:cNvSpPr>
            <a:spLocks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6664">
            <a:extLst>
              <a:ext uri="{FF2B5EF4-FFF2-40B4-BE49-F238E27FC236}">
                <a16:creationId xmlns:a16="http://schemas.microsoft.com/office/drawing/2014/main" id="{F8739B9A-DE81-4D04-A755-FCF1D3A69D38}"/>
              </a:ext>
            </a:extLst>
          </p:cNvPr>
          <p:cNvSpPr>
            <a:spLocks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6665">
            <a:extLst>
              <a:ext uri="{FF2B5EF4-FFF2-40B4-BE49-F238E27FC236}">
                <a16:creationId xmlns:a16="http://schemas.microsoft.com/office/drawing/2014/main" id="{B3ABF824-76F6-4E8D-8967-AE2C8BFF9C07}"/>
              </a:ext>
            </a:extLst>
          </p:cNvPr>
          <p:cNvSpPr>
            <a:spLocks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6666">
            <a:extLst>
              <a:ext uri="{FF2B5EF4-FFF2-40B4-BE49-F238E27FC236}">
                <a16:creationId xmlns:a16="http://schemas.microsoft.com/office/drawing/2014/main" id="{60FD8ED7-8B5F-4338-9C51-EE221C60E5A4}"/>
              </a:ext>
            </a:extLst>
          </p:cNvPr>
          <p:cNvSpPr>
            <a:spLocks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6667">
            <a:extLst>
              <a:ext uri="{FF2B5EF4-FFF2-40B4-BE49-F238E27FC236}">
                <a16:creationId xmlns:a16="http://schemas.microsoft.com/office/drawing/2014/main" id="{A34BEBE5-B148-496F-BB22-2B53E5783A2F}"/>
              </a:ext>
            </a:extLst>
          </p:cNvPr>
          <p:cNvSpPr>
            <a:spLocks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6668">
            <a:extLst>
              <a:ext uri="{FF2B5EF4-FFF2-40B4-BE49-F238E27FC236}">
                <a16:creationId xmlns:a16="http://schemas.microsoft.com/office/drawing/2014/main" id="{634B9BCE-3EAB-4541-926A-656C461BA882}"/>
              </a:ext>
            </a:extLst>
          </p:cNvPr>
          <p:cNvSpPr>
            <a:spLocks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6669">
            <a:extLst>
              <a:ext uri="{FF2B5EF4-FFF2-40B4-BE49-F238E27FC236}">
                <a16:creationId xmlns:a16="http://schemas.microsoft.com/office/drawing/2014/main" id="{47A74516-23D8-490F-AE1D-CB3CAE391EEF}"/>
              </a:ext>
            </a:extLst>
          </p:cNvPr>
          <p:cNvSpPr>
            <a:spLocks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6670">
            <a:extLst>
              <a:ext uri="{FF2B5EF4-FFF2-40B4-BE49-F238E27FC236}">
                <a16:creationId xmlns:a16="http://schemas.microsoft.com/office/drawing/2014/main" id="{B0097967-D943-47EC-AD66-BCF7E74FF3DB}"/>
              </a:ext>
            </a:extLst>
          </p:cNvPr>
          <p:cNvSpPr>
            <a:spLocks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6671">
            <a:extLst>
              <a:ext uri="{FF2B5EF4-FFF2-40B4-BE49-F238E27FC236}">
                <a16:creationId xmlns:a16="http://schemas.microsoft.com/office/drawing/2014/main" id="{76B5ED37-EBCC-4982-9281-6F60DF19026E}"/>
              </a:ext>
            </a:extLst>
          </p:cNvPr>
          <p:cNvSpPr>
            <a:spLocks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6672">
            <a:extLst>
              <a:ext uri="{FF2B5EF4-FFF2-40B4-BE49-F238E27FC236}">
                <a16:creationId xmlns:a16="http://schemas.microsoft.com/office/drawing/2014/main" id="{60670FC0-609E-4C8F-B77C-EAC7997F0C02}"/>
              </a:ext>
            </a:extLst>
          </p:cNvPr>
          <p:cNvSpPr>
            <a:spLocks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6673">
            <a:extLst>
              <a:ext uri="{FF2B5EF4-FFF2-40B4-BE49-F238E27FC236}">
                <a16:creationId xmlns:a16="http://schemas.microsoft.com/office/drawing/2014/main" id="{3154EA37-225E-4974-83E6-6D03C0E9859E}"/>
              </a:ext>
            </a:extLst>
          </p:cNvPr>
          <p:cNvSpPr>
            <a:spLocks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6674">
            <a:extLst>
              <a:ext uri="{FF2B5EF4-FFF2-40B4-BE49-F238E27FC236}">
                <a16:creationId xmlns:a16="http://schemas.microsoft.com/office/drawing/2014/main" id="{D93C01FE-BAF8-4BB2-BB6F-140D4E1EE2B7}"/>
              </a:ext>
            </a:extLst>
          </p:cNvPr>
          <p:cNvSpPr>
            <a:spLocks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6675">
            <a:extLst>
              <a:ext uri="{FF2B5EF4-FFF2-40B4-BE49-F238E27FC236}">
                <a16:creationId xmlns:a16="http://schemas.microsoft.com/office/drawing/2014/main" id="{BE051846-50BD-4D79-91D1-E617E2B19210}"/>
              </a:ext>
            </a:extLst>
          </p:cNvPr>
          <p:cNvSpPr>
            <a:spLocks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6676">
            <a:extLst>
              <a:ext uri="{FF2B5EF4-FFF2-40B4-BE49-F238E27FC236}">
                <a16:creationId xmlns:a16="http://schemas.microsoft.com/office/drawing/2014/main" id="{16ACBF83-ABC7-488B-B065-E1136DA36F7E}"/>
              </a:ext>
            </a:extLst>
          </p:cNvPr>
          <p:cNvSpPr>
            <a:spLocks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6677">
            <a:extLst>
              <a:ext uri="{FF2B5EF4-FFF2-40B4-BE49-F238E27FC236}">
                <a16:creationId xmlns:a16="http://schemas.microsoft.com/office/drawing/2014/main" id="{4E1B60ED-5EB2-4269-9B13-358DB396004C}"/>
              </a:ext>
            </a:extLst>
          </p:cNvPr>
          <p:cNvSpPr>
            <a:spLocks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6678">
            <a:extLst>
              <a:ext uri="{FF2B5EF4-FFF2-40B4-BE49-F238E27FC236}">
                <a16:creationId xmlns:a16="http://schemas.microsoft.com/office/drawing/2014/main" id="{A8477315-0E13-4E26-85E4-5F036E425A3D}"/>
              </a:ext>
            </a:extLst>
          </p:cNvPr>
          <p:cNvSpPr>
            <a:spLocks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6679">
            <a:extLst>
              <a:ext uri="{FF2B5EF4-FFF2-40B4-BE49-F238E27FC236}">
                <a16:creationId xmlns:a16="http://schemas.microsoft.com/office/drawing/2014/main" id="{3C7A5F55-D560-468F-8174-2B5078165CBD}"/>
              </a:ext>
            </a:extLst>
          </p:cNvPr>
          <p:cNvSpPr>
            <a:spLocks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6680">
            <a:extLst>
              <a:ext uri="{FF2B5EF4-FFF2-40B4-BE49-F238E27FC236}">
                <a16:creationId xmlns:a16="http://schemas.microsoft.com/office/drawing/2014/main" id="{B3BA265E-BA68-424F-BC3C-B2DCD233A923}"/>
              </a:ext>
            </a:extLst>
          </p:cNvPr>
          <p:cNvSpPr>
            <a:spLocks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6681">
            <a:extLst>
              <a:ext uri="{FF2B5EF4-FFF2-40B4-BE49-F238E27FC236}">
                <a16:creationId xmlns:a16="http://schemas.microsoft.com/office/drawing/2014/main" id="{FA12BCAA-7B5C-4285-AD8D-7EBA8115F05B}"/>
              </a:ext>
            </a:extLst>
          </p:cNvPr>
          <p:cNvSpPr>
            <a:spLocks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6682">
            <a:extLst>
              <a:ext uri="{FF2B5EF4-FFF2-40B4-BE49-F238E27FC236}">
                <a16:creationId xmlns:a16="http://schemas.microsoft.com/office/drawing/2014/main" id="{BEBEE4D1-518B-4D9A-971E-E29F7117D3D1}"/>
              </a:ext>
            </a:extLst>
          </p:cNvPr>
          <p:cNvSpPr>
            <a:spLocks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6683">
            <a:extLst>
              <a:ext uri="{FF2B5EF4-FFF2-40B4-BE49-F238E27FC236}">
                <a16:creationId xmlns:a16="http://schemas.microsoft.com/office/drawing/2014/main" id="{E7E6CFF9-A203-4A81-BBDC-010350A99DFD}"/>
              </a:ext>
            </a:extLst>
          </p:cNvPr>
          <p:cNvSpPr>
            <a:spLocks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6684">
            <a:extLst>
              <a:ext uri="{FF2B5EF4-FFF2-40B4-BE49-F238E27FC236}">
                <a16:creationId xmlns:a16="http://schemas.microsoft.com/office/drawing/2014/main" id="{85057A08-408C-4681-BEAA-74A68736EE5F}"/>
              </a:ext>
            </a:extLst>
          </p:cNvPr>
          <p:cNvSpPr>
            <a:spLocks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6685">
            <a:extLst>
              <a:ext uri="{FF2B5EF4-FFF2-40B4-BE49-F238E27FC236}">
                <a16:creationId xmlns:a16="http://schemas.microsoft.com/office/drawing/2014/main" id="{566B67E3-3482-46C7-A802-4B4D1B0F6611}"/>
              </a:ext>
            </a:extLst>
          </p:cNvPr>
          <p:cNvSpPr>
            <a:spLocks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6686">
            <a:extLst>
              <a:ext uri="{FF2B5EF4-FFF2-40B4-BE49-F238E27FC236}">
                <a16:creationId xmlns:a16="http://schemas.microsoft.com/office/drawing/2014/main" id="{B40B7CD9-8903-407E-B927-664E488B3E99}"/>
              </a:ext>
            </a:extLst>
          </p:cNvPr>
          <p:cNvSpPr>
            <a:spLocks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6687">
            <a:extLst>
              <a:ext uri="{FF2B5EF4-FFF2-40B4-BE49-F238E27FC236}">
                <a16:creationId xmlns:a16="http://schemas.microsoft.com/office/drawing/2014/main" id="{5E9C8E08-BA7A-4D9C-B4B8-5AA247A7EF5F}"/>
              </a:ext>
            </a:extLst>
          </p:cNvPr>
          <p:cNvSpPr>
            <a:spLocks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6688">
            <a:extLst>
              <a:ext uri="{FF2B5EF4-FFF2-40B4-BE49-F238E27FC236}">
                <a16:creationId xmlns:a16="http://schemas.microsoft.com/office/drawing/2014/main" id="{3C15163A-9139-47DA-B907-4318217E93FA}"/>
              </a:ext>
            </a:extLst>
          </p:cNvPr>
          <p:cNvSpPr>
            <a:spLocks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6689">
            <a:extLst>
              <a:ext uri="{FF2B5EF4-FFF2-40B4-BE49-F238E27FC236}">
                <a16:creationId xmlns:a16="http://schemas.microsoft.com/office/drawing/2014/main" id="{F66F4682-1786-4FBC-BB49-C5D62DC5D8C5}"/>
              </a:ext>
            </a:extLst>
          </p:cNvPr>
          <p:cNvSpPr>
            <a:spLocks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6690">
            <a:extLst>
              <a:ext uri="{FF2B5EF4-FFF2-40B4-BE49-F238E27FC236}">
                <a16:creationId xmlns:a16="http://schemas.microsoft.com/office/drawing/2014/main" id="{4F4A96A4-E4B8-4B1D-9EDE-7E25ADC3165F}"/>
              </a:ext>
            </a:extLst>
          </p:cNvPr>
          <p:cNvSpPr>
            <a:spLocks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6691">
            <a:extLst>
              <a:ext uri="{FF2B5EF4-FFF2-40B4-BE49-F238E27FC236}">
                <a16:creationId xmlns:a16="http://schemas.microsoft.com/office/drawing/2014/main" id="{31049A8A-402E-4E58-A9EC-973B573AA9B9}"/>
              </a:ext>
            </a:extLst>
          </p:cNvPr>
          <p:cNvSpPr>
            <a:spLocks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6692">
            <a:extLst>
              <a:ext uri="{FF2B5EF4-FFF2-40B4-BE49-F238E27FC236}">
                <a16:creationId xmlns:a16="http://schemas.microsoft.com/office/drawing/2014/main" id="{E1F4ACCF-C28A-483C-963F-2EF2B29B4999}"/>
              </a:ext>
            </a:extLst>
          </p:cNvPr>
          <p:cNvSpPr>
            <a:spLocks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6693">
            <a:extLst>
              <a:ext uri="{FF2B5EF4-FFF2-40B4-BE49-F238E27FC236}">
                <a16:creationId xmlns:a16="http://schemas.microsoft.com/office/drawing/2014/main" id="{963F5825-C3F6-4CF6-B4BB-7A9E525B74CE}"/>
              </a:ext>
            </a:extLst>
          </p:cNvPr>
          <p:cNvSpPr>
            <a:spLocks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6694">
            <a:extLst>
              <a:ext uri="{FF2B5EF4-FFF2-40B4-BE49-F238E27FC236}">
                <a16:creationId xmlns:a16="http://schemas.microsoft.com/office/drawing/2014/main" id="{3D10C10A-1468-4D59-9016-FE1233A518A0}"/>
              </a:ext>
            </a:extLst>
          </p:cNvPr>
          <p:cNvSpPr>
            <a:spLocks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6695">
            <a:extLst>
              <a:ext uri="{FF2B5EF4-FFF2-40B4-BE49-F238E27FC236}">
                <a16:creationId xmlns:a16="http://schemas.microsoft.com/office/drawing/2014/main" id="{137F3754-1907-4192-A7E6-2A19E1439360}"/>
              </a:ext>
            </a:extLst>
          </p:cNvPr>
          <p:cNvSpPr>
            <a:spLocks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6696">
            <a:extLst>
              <a:ext uri="{FF2B5EF4-FFF2-40B4-BE49-F238E27FC236}">
                <a16:creationId xmlns:a16="http://schemas.microsoft.com/office/drawing/2014/main" id="{BC39D55C-6986-42A5-822B-3D74B7F5CD1B}"/>
              </a:ext>
            </a:extLst>
          </p:cNvPr>
          <p:cNvSpPr>
            <a:spLocks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6697">
            <a:extLst>
              <a:ext uri="{FF2B5EF4-FFF2-40B4-BE49-F238E27FC236}">
                <a16:creationId xmlns:a16="http://schemas.microsoft.com/office/drawing/2014/main" id="{E8201418-C9C6-4C90-9E0B-5120BB41893D}"/>
              </a:ext>
            </a:extLst>
          </p:cNvPr>
          <p:cNvSpPr>
            <a:spLocks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6698">
            <a:extLst>
              <a:ext uri="{FF2B5EF4-FFF2-40B4-BE49-F238E27FC236}">
                <a16:creationId xmlns:a16="http://schemas.microsoft.com/office/drawing/2014/main" id="{ADDCD3C0-692D-4997-96C3-1EF12875F1E2}"/>
              </a:ext>
            </a:extLst>
          </p:cNvPr>
          <p:cNvSpPr>
            <a:spLocks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6699">
            <a:extLst>
              <a:ext uri="{FF2B5EF4-FFF2-40B4-BE49-F238E27FC236}">
                <a16:creationId xmlns:a16="http://schemas.microsoft.com/office/drawing/2014/main" id="{8A199718-8AB4-4EC3-B4A5-DF10DF2CE287}"/>
              </a:ext>
            </a:extLst>
          </p:cNvPr>
          <p:cNvSpPr>
            <a:spLocks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6700">
            <a:extLst>
              <a:ext uri="{FF2B5EF4-FFF2-40B4-BE49-F238E27FC236}">
                <a16:creationId xmlns:a16="http://schemas.microsoft.com/office/drawing/2014/main" id="{73E22367-105A-4694-8FE2-D4C58E5C9FD6}"/>
              </a:ext>
            </a:extLst>
          </p:cNvPr>
          <p:cNvSpPr>
            <a:spLocks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6701">
            <a:extLst>
              <a:ext uri="{FF2B5EF4-FFF2-40B4-BE49-F238E27FC236}">
                <a16:creationId xmlns:a16="http://schemas.microsoft.com/office/drawing/2014/main" id="{A27DE6E2-3FDA-4FBF-A1A0-59857B7DB975}"/>
              </a:ext>
            </a:extLst>
          </p:cNvPr>
          <p:cNvSpPr>
            <a:spLocks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6702">
            <a:extLst>
              <a:ext uri="{FF2B5EF4-FFF2-40B4-BE49-F238E27FC236}">
                <a16:creationId xmlns:a16="http://schemas.microsoft.com/office/drawing/2014/main" id="{114EC1B8-9DF5-47FA-AF17-6DB606B9F6F4}"/>
              </a:ext>
            </a:extLst>
          </p:cNvPr>
          <p:cNvSpPr>
            <a:spLocks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6703">
            <a:extLst>
              <a:ext uri="{FF2B5EF4-FFF2-40B4-BE49-F238E27FC236}">
                <a16:creationId xmlns:a16="http://schemas.microsoft.com/office/drawing/2014/main" id="{5E12B4B1-E254-45AD-9287-B8ED99F543D1}"/>
              </a:ext>
            </a:extLst>
          </p:cNvPr>
          <p:cNvSpPr>
            <a:spLocks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6704">
            <a:extLst>
              <a:ext uri="{FF2B5EF4-FFF2-40B4-BE49-F238E27FC236}">
                <a16:creationId xmlns:a16="http://schemas.microsoft.com/office/drawing/2014/main" id="{4384C54C-BDB3-4D09-8A6C-D66B8C8B8E31}"/>
              </a:ext>
            </a:extLst>
          </p:cNvPr>
          <p:cNvSpPr>
            <a:spLocks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6705">
            <a:extLst>
              <a:ext uri="{FF2B5EF4-FFF2-40B4-BE49-F238E27FC236}">
                <a16:creationId xmlns:a16="http://schemas.microsoft.com/office/drawing/2014/main" id="{807DC73F-4052-4F5D-9AB3-FF530B42E868}"/>
              </a:ext>
            </a:extLst>
          </p:cNvPr>
          <p:cNvSpPr>
            <a:spLocks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6706">
            <a:extLst>
              <a:ext uri="{FF2B5EF4-FFF2-40B4-BE49-F238E27FC236}">
                <a16:creationId xmlns:a16="http://schemas.microsoft.com/office/drawing/2014/main" id="{99F316F6-BA1C-46F0-B5B8-AA618C08E335}"/>
              </a:ext>
            </a:extLst>
          </p:cNvPr>
          <p:cNvSpPr>
            <a:spLocks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6707">
            <a:extLst>
              <a:ext uri="{FF2B5EF4-FFF2-40B4-BE49-F238E27FC236}">
                <a16:creationId xmlns:a16="http://schemas.microsoft.com/office/drawing/2014/main" id="{0EA4FACA-41E1-474F-8D25-D2DB90CE1A53}"/>
              </a:ext>
            </a:extLst>
          </p:cNvPr>
          <p:cNvSpPr>
            <a:spLocks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6708">
            <a:extLst>
              <a:ext uri="{FF2B5EF4-FFF2-40B4-BE49-F238E27FC236}">
                <a16:creationId xmlns:a16="http://schemas.microsoft.com/office/drawing/2014/main" id="{39E07D03-766D-4D54-AD32-4E860D37E6DE}"/>
              </a:ext>
            </a:extLst>
          </p:cNvPr>
          <p:cNvSpPr>
            <a:spLocks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6709">
            <a:extLst>
              <a:ext uri="{FF2B5EF4-FFF2-40B4-BE49-F238E27FC236}">
                <a16:creationId xmlns:a16="http://schemas.microsoft.com/office/drawing/2014/main" id="{8A6F599D-97F4-42D5-B3D2-569AFA0DCC1D}"/>
              </a:ext>
            </a:extLst>
          </p:cNvPr>
          <p:cNvSpPr>
            <a:spLocks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6710">
            <a:extLst>
              <a:ext uri="{FF2B5EF4-FFF2-40B4-BE49-F238E27FC236}">
                <a16:creationId xmlns:a16="http://schemas.microsoft.com/office/drawing/2014/main" id="{DF52F5D0-A3DE-416B-87BC-ABCBD3BAFDFF}"/>
              </a:ext>
            </a:extLst>
          </p:cNvPr>
          <p:cNvSpPr>
            <a:spLocks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6711">
            <a:extLst>
              <a:ext uri="{FF2B5EF4-FFF2-40B4-BE49-F238E27FC236}">
                <a16:creationId xmlns:a16="http://schemas.microsoft.com/office/drawing/2014/main" id="{73DE4624-F881-4971-B2EF-49CE222DA771}"/>
              </a:ext>
            </a:extLst>
          </p:cNvPr>
          <p:cNvSpPr>
            <a:spLocks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6712">
            <a:extLst>
              <a:ext uri="{FF2B5EF4-FFF2-40B4-BE49-F238E27FC236}">
                <a16:creationId xmlns:a16="http://schemas.microsoft.com/office/drawing/2014/main" id="{69DB4EFB-D97A-4937-ABAA-410361A80095}"/>
              </a:ext>
            </a:extLst>
          </p:cNvPr>
          <p:cNvSpPr>
            <a:spLocks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6713">
            <a:extLst>
              <a:ext uri="{FF2B5EF4-FFF2-40B4-BE49-F238E27FC236}">
                <a16:creationId xmlns:a16="http://schemas.microsoft.com/office/drawing/2014/main" id="{77ED8881-D06C-4A76-A4D4-B0BBD28E38A5}"/>
              </a:ext>
            </a:extLst>
          </p:cNvPr>
          <p:cNvSpPr>
            <a:spLocks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6714">
            <a:extLst>
              <a:ext uri="{FF2B5EF4-FFF2-40B4-BE49-F238E27FC236}">
                <a16:creationId xmlns:a16="http://schemas.microsoft.com/office/drawing/2014/main" id="{299F4C54-19DC-426A-9EE9-D0590B2967B1}"/>
              </a:ext>
            </a:extLst>
          </p:cNvPr>
          <p:cNvSpPr>
            <a:spLocks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6715">
            <a:extLst>
              <a:ext uri="{FF2B5EF4-FFF2-40B4-BE49-F238E27FC236}">
                <a16:creationId xmlns:a16="http://schemas.microsoft.com/office/drawing/2014/main" id="{70FF5B4D-D77B-4374-95C1-E03C6BEA706C}"/>
              </a:ext>
            </a:extLst>
          </p:cNvPr>
          <p:cNvSpPr>
            <a:spLocks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6716">
            <a:extLst>
              <a:ext uri="{FF2B5EF4-FFF2-40B4-BE49-F238E27FC236}">
                <a16:creationId xmlns:a16="http://schemas.microsoft.com/office/drawing/2014/main" id="{E0684CFA-20C0-49CE-8C28-198797A87707}"/>
              </a:ext>
            </a:extLst>
          </p:cNvPr>
          <p:cNvSpPr>
            <a:spLocks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6717">
            <a:extLst>
              <a:ext uri="{FF2B5EF4-FFF2-40B4-BE49-F238E27FC236}">
                <a16:creationId xmlns:a16="http://schemas.microsoft.com/office/drawing/2014/main" id="{94FFD898-860C-417D-A87D-00FAC7ADFAF2}"/>
              </a:ext>
            </a:extLst>
          </p:cNvPr>
          <p:cNvSpPr>
            <a:spLocks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6718">
            <a:extLst>
              <a:ext uri="{FF2B5EF4-FFF2-40B4-BE49-F238E27FC236}">
                <a16:creationId xmlns:a16="http://schemas.microsoft.com/office/drawing/2014/main" id="{A651448E-5BBF-47AD-91C7-0AD908BFAF8B}"/>
              </a:ext>
            </a:extLst>
          </p:cNvPr>
          <p:cNvSpPr>
            <a:spLocks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6719">
            <a:extLst>
              <a:ext uri="{FF2B5EF4-FFF2-40B4-BE49-F238E27FC236}">
                <a16:creationId xmlns:a16="http://schemas.microsoft.com/office/drawing/2014/main" id="{55DE812C-466B-4955-95C3-444C5FCA9BCF}"/>
              </a:ext>
            </a:extLst>
          </p:cNvPr>
          <p:cNvSpPr>
            <a:spLocks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6720">
            <a:extLst>
              <a:ext uri="{FF2B5EF4-FFF2-40B4-BE49-F238E27FC236}">
                <a16:creationId xmlns:a16="http://schemas.microsoft.com/office/drawing/2014/main" id="{DCB1F042-7C8B-4671-825B-A0EDB861471C}"/>
              </a:ext>
            </a:extLst>
          </p:cNvPr>
          <p:cNvSpPr>
            <a:spLocks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6721">
            <a:extLst>
              <a:ext uri="{FF2B5EF4-FFF2-40B4-BE49-F238E27FC236}">
                <a16:creationId xmlns:a16="http://schemas.microsoft.com/office/drawing/2014/main" id="{84B553C5-4443-400D-87B1-18E3EC432E6D}"/>
              </a:ext>
            </a:extLst>
          </p:cNvPr>
          <p:cNvSpPr>
            <a:spLocks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6722">
            <a:extLst>
              <a:ext uri="{FF2B5EF4-FFF2-40B4-BE49-F238E27FC236}">
                <a16:creationId xmlns:a16="http://schemas.microsoft.com/office/drawing/2014/main" id="{EDEB1BD4-B2C0-4D52-B2B4-E1F284D0F19A}"/>
              </a:ext>
            </a:extLst>
          </p:cNvPr>
          <p:cNvSpPr>
            <a:spLocks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6723">
            <a:extLst>
              <a:ext uri="{FF2B5EF4-FFF2-40B4-BE49-F238E27FC236}">
                <a16:creationId xmlns:a16="http://schemas.microsoft.com/office/drawing/2014/main" id="{2B99B05D-0A28-42DC-8771-8E89A9127D80}"/>
              </a:ext>
            </a:extLst>
          </p:cNvPr>
          <p:cNvSpPr>
            <a:spLocks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6724">
            <a:extLst>
              <a:ext uri="{FF2B5EF4-FFF2-40B4-BE49-F238E27FC236}">
                <a16:creationId xmlns:a16="http://schemas.microsoft.com/office/drawing/2014/main" id="{4C7E2759-7615-44EC-9CF9-6F8AE16D163D}"/>
              </a:ext>
            </a:extLst>
          </p:cNvPr>
          <p:cNvSpPr>
            <a:spLocks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6725">
            <a:extLst>
              <a:ext uri="{FF2B5EF4-FFF2-40B4-BE49-F238E27FC236}">
                <a16:creationId xmlns:a16="http://schemas.microsoft.com/office/drawing/2014/main" id="{076A5181-551D-4CA3-88C8-A6BCC8BE949D}"/>
              </a:ext>
            </a:extLst>
          </p:cNvPr>
          <p:cNvSpPr>
            <a:spLocks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6726">
            <a:extLst>
              <a:ext uri="{FF2B5EF4-FFF2-40B4-BE49-F238E27FC236}">
                <a16:creationId xmlns:a16="http://schemas.microsoft.com/office/drawing/2014/main" id="{2408DF19-E46B-4070-AA88-9D8ED6922455}"/>
              </a:ext>
            </a:extLst>
          </p:cNvPr>
          <p:cNvSpPr>
            <a:spLocks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6727">
            <a:extLst>
              <a:ext uri="{FF2B5EF4-FFF2-40B4-BE49-F238E27FC236}">
                <a16:creationId xmlns:a16="http://schemas.microsoft.com/office/drawing/2014/main" id="{0F0339DB-059B-4702-8F4C-2E167D3E9593}"/>
              </a:ext>
            </a:extLst>
          </p:cNvPr>
          <p:cNvSpPr>
            <a:spLocks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6728">
            <a:extLst>
              <a:ext uri="{FF2B5EF4-FFF2-40B4-BE49-F238E27FC236}">
                <a16:creationId xmlns:a16="http://schemas.microsoft.com/office/drawing/2014/main" id="{897BBBB5-11EB-479E-9216-29DC3B1A88A9}"/>
              </a:ext>
            </a:extLst>
          </p:cNvPr>
          <p:cNvSpPr>
            <a:spLocks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6729">
            <a:extLst>
              <a:ext uri="{FF2B5EF4-FFF2-40B4-BE49-F238E27FC236}">
                <a16:creationId xmlns:a16="http://schemas.microsoft.com/office/drawing/2014/main" id="{39127199-3A60-4529-9542-F5B9EC7EFB11}"/>
              </a:ext>
            </a:extLst>
          </p:cNvPr>
          <p:cNvSpPr>
            <a:spLocks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6730">
            <a:extLst>
              <a:ext uri="{FF2B5EF4-FFF2-40B4-BE49-F238E27FC236}">
                <a16:creationId xmlns:a16="http://schemas.microsoft.com/office/drawing/2014/main" id="{CD5CD0CB-C26D-458A-985B-50315D432CCF}"/>
              </a:ext>
            </a:extLst>
          </p:cNvPr>
          <p:cNvSpPr>
            <a:spLocks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6731">
            <a:extLst>
              <a:ext uri="{FF2B5EF4-FFF2-40B4-BE49-F238E27FC236}">
                <a16:creationId xmlns:a16="http://schemas.microsoft.com/office/drawing/2014/main" id="{904FF235-0834-429B-B649-D62341901304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6732">
            <a:extLst>
              <a:ext uri="{FF2B5EF4-FFF2-40B4-BE49-F238E27FC236}">
                <a16:creationId xmlns:a16="http://schemas.microsoft.com/office/drawing/2014/main" id="{2C32078A-C08B-4E46-B734-4CB2D23B742E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6733">
            <a:extLst>
              <a:ext uri="{FF2B5EF4-FFF2-40B4-BE49-F238E27FC236}">
                <a16:creationId xmlns:a16="http://schemas.microsoft.com/office/drawing/2014/main" id="{05E46EAE-A86A-4DD0-9765-FD3C4730798C}"/>
              </a:ext>
            </a:extLst>
          </p:cNvPr>
          <p:cNvSpPr>
            <a:spLocks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6734">
            <a:extLst>
              <a:ext uri="{FF2B5EF4-FFF2-40B4-BE49-F238E27FC236}">
                <a16:creationId xmlns:a16="http://schemas.microsoft.com/office/drawing/2014/main" id="{A249203E-5A9F-4E21-99AB-FFB375EFF5FF}"/>
              </a:ext>
            </a:extLst>
          </p:cNvPr>
          <p:cNvSpPr>
            <a:spLocks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6735">
            <a:extLst>
              <a:ext uri="{FF2B5EF4-FFF2-40B4-BE49-F238E27FC236}">
                <a16:creationId xmlns:a16="http://schemas.microsoft.com/office/drawing/2014/main" id="{B29BDFD5-F0DB-4FA0-9F9D-3C8B26D492E0}"/>
              </a:ext>
            </a:extLst>
          </p:cNvPr>
          <p:cNvSpPr>
            <a:spLocks/>
          </p:cNvSpPr>
          <p:nvPr/>
        </p:nvSpPr>
        <p:spPr>
          <a:xfrm>
            <a:off x="2084501" y="5107431"/>
            <a:ext cx="191" cy="125907"/>
          </a:xfrm>
          <a:custGeom>
            <a:avLst/>
            <a:gdLst/>
            <a:ahLst/>
            <a:cxnLst/>
            <a:rect l="0" t="0" r="0" b="0"/>
            <a:pathLst>
              <a:path w="191" h="125907">
                <a:moveTo>
                  <a:pt x="0" y="12590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6736">
            <a:extLst>
              <a:ext uri="{FF2B5EF4-FFF2-40B4-BE49-F238E27FC236}">
                <a16:creationId xmlns:a16="http://schemas.microsoft.com/office/drawing/2014/main" id="{2A411C92-8A64-4464-8E34-6133D440D775}"/>
              </a:ext>
            </a:extLst>
          </p:cNvPr>
          <p:cNvSpPr>
            <a:spLocks/>
          </p:cNvSpPr>
          <p:nvPr/>
        </p:nvSpPr>
        <p:spPr>
          <a:xfrm>
            <a:off x="1929379" y="523333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6737">
            <a:extLst>
              <a:ext uri="{FF2B5EF4-FFF2-40B4-BE49-F238E27FC236}">
                <a16:creationId xmlns:a16="http://schemas.microsoft.com/office/drawing/2014/main" id="{4B4D9C0E-3ED7-4019-AD52-BE12E6EC2F25}"/>
              </a:ext>
            </a:extLst>
          </p:cNvPr>
          <p:cNvSpPr>
            <a:spLocks/>
          </p:cNvSpPr>
          <p:nvPr/>
        </p:nvSpPr>
        <p:spPr>
          <a:xfrm>
            <a:off x="1929379" y="510743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6738">
            <a:extLst>
              <a:ext uri="{FF2B5EF4-FFF2-40B4-BE49-F238E27FC236}">
                <a16:creationId xmlns:a16="http://schemas.microsoft.com/office/drawing/2014/main" id="{4E7A6D2D-2C95-4F35-AB79-79D454BC5CAF}"/>
              </a:ext>
            </a:extLst>
          </p:cNvPr>
          <p:cNvSpPr>
            <a:spLocks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6739">
            <a:extLst>
              <a:ext uri="{FF2B5EF4-FFF2-40B4-BE49-F238E27FC236}">
                <a16:creationId xmlns:a16="http://schemas.microsoft.com/office/drawing/2014/main" id="{D9023F8B-D922-45B3-AFD9-D8385B33A6A8}"/>
              </a:ext>
            </a:extLst>
          </p:cNvPr>
          <p:cNvSpPr>
            <a:spLocks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6740">
            <a:extLst>
              <a:ext uri="{FF2B5EF4-FFF2-40B4-BE49-F238E27FC236}">
                <a16:creationId xmlns:a16="http://schemas.microsoft.com/office/drawing/2014/main" id="{B9DC1554-F1CD-43E7-8B13-BACF0FCFE53B}"/>
              </a:ext>
            </a:extLst>
          </p:cNvPr>
          <p:cNvSpPr>
            <a:spLocks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6741">
            <a:extLst>
              <a:ext uri="{FF2B5EF4-FFF2-40B4-BE49-F238E27FC236}">
                <a16:creationId xmlns:a16="http://schemas.microsoft.com/office/drawing/2014/main" id="{191A0F07-4E88-4DD2-BC87-EDBED9194255}"/>
              </a:ext>
            </a:extLst>
          </p:cNvPr>
          <p:cNvSpPr>
            <a:spLocks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6742">
            <a:extLst>
              <a:ext uri="{FF2B5EF4-FFF2-40B4-BE49-F238E27FC236}">
                <a16:creationId xmlns:a16="http://schemas.microsoft.com/office/drawing/2014/main" id="{B966AC70-6D5A-427B-A5BC-ACD5D94620C0}"/>
              </a:ext>
            </a:extLst>
          </p:cNvPr>
          <p:cNvSpPr>
            <a:spLocks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6743">
            <a:extLst>
              <a:ext uri="{FF2B5EF4-FFF2-40B4-BE49-F238E27FC236}">
                <a16:creationId xmlns:a16="http://schemas.microsoft.com/office/drawing/2014/main" id="{795AC442-3F72-4902-BF57-64A6398BD28A}"/>
              </a:ext>
            </a:extLst>
          </p:cNvPr>
          <p:cNvSpPr>
            <a:spLocks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6744">
            <a:extLst>
              <a:ext uri="{FF2B5EF4-FFF2-40B4-BE49-F238E27FC236}">
                <a16:creationId xmlns:a16="http://schemas.microsoft.com/office/drawing/2014/main" id="{A9B669F4-6FEE-4DD3-9C7B-7DD673AB8B57}"/>
              </a:ext>
            </a:extLst>
          </p:cNvPr>
          <p:cNvSpPr>
            <a:spLocks/>
          </p:cNvSpPr>
          <p:nvPr/>
        </p:nvSpPr>
        <p:spPr>
          <a:xfrm>
            <a:off x="1791494" y="517297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6745">
            <a:extLst>
              <a:ext uri="{FF2B5EF4-FFF2-40B4-BE49-F238E27FC236}">
                <a16:creationId xmlns:a16="http://schemas.microsoft.com/office/drawing/2014/main" id="{02E131EE-8C97-416A-92DD-248368CDF2C2}"/>
              </a:ext>
            </a:extLst>
          </p:cNvPr>
          <p:cNvSpPr>
            <a:spLocks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6746">
            <a:extLst>
              <a:ext uri="{FF2B5EF4-FFF2-40B4-BE49-F238E27FC236}">
                <a16:creationId xmlns:a16="http://schemas.microsoft.com/office/drawing/2014/main" id="{2F32CDA0-9783-4601-B98B-1ED1E3F98DE5}"/>
              </a:ext>
            </a:extLst>
          </p:cNvPr>
          <p:cNvSpPr>
            <a:spLocks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6747">
            <a:extLst>
              <a:ext uri="{FF2B5EF4-FFF2-40B4-BE49-F238E27FC236}">
                <a16:creationId xmlns:a16="http://schemas.microsoft.com/office/drawing/2014/main" id="{7C0BC3C9-F860-4289-87A3-C09EA0059F9A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6748">
            <a:extLst>
              <a:ext uri="{FF2B5EF4-FFF2-40B4-BE49-F238E27FC236}">
                <a16:creationId xmlns:a16="http://schemas.microsoft.com/office/drawing/2014/main" id="{26AA7AAC-EAFC-4287-9E6F-972531D42D74}"/>
              </a:ext>
            </a:extLst>
          </p:cNvPr>
          <p:cNvSpPr>
            <a:spLocks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6749">
            <a:extLst>
              <a:ext uri="{FF2B5EF4-FFF2-40B4-BE49-F238E27FC236}">
                <a16:creationId xmlns:a16="http://schemas.microsoft.com/office/drawing/2014/main" id="{BB981E3E-AC8F-4D68-A3F1-2A761C143DE6}"/>
              </a:ext>
            </a:extLst>
          </p:cNvPr>
          <p:cNvSpPr>
            <a:spLocks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6750">
            <a:extLst>
              <a:ext uri="{FF2B5EF4-FFF2-40B4-BE49-F238E27FC236}">
                <a16:creationId xmlns:a16="http://schemas.microsoft.com/office/drawing/2014/main" id="{4FDFD457-F254-4EE5-9C44-AA5F7D8DFFD1}"/>
              </a:ext>
            </a:extLst>
          </p:cNvPr>
          <p:cNvSpPr>
            <a:spLocks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6751">
            <a:extLst>
              <a:ext uri="{FF2B5EF4-FFF2-40B4-BE49-F238E27FC236}">
                <a16:creationId xmlns:a16="http://schemas.microsoft.com/office/drawing/2014/main" id="{583A18D1-8DC8-4E53-99D0-CA1EFD5BAB36}"/>
              </a:ext>
            </a:extLst>
          </p:cNvPr>
          <p:cNvSpPr>
            <a:spLocks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6752">
            <a:extLst>
              <a:ext uri="{FF2B5EF4-FFF2-40B4-BE49-F238E27FC236}">
                <a16:creationId xmlns:a16="http://schemas.microsoft.com/office/drawing/2014/main" id="{5F678F14-61B9-4960-A8FC-870484547507}"/>
              </a:ext>
            </a:extLst>
          </p:cNvPr>
          <p:cNvSpPr>
            <a:spLocks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6753">
            <a:extLst>
              <a:ext uri="{FF2B5EF4-FFF2-40B4-BE49-F238E27FC236}">
                <a16:creationId xmlns:a16="http://schemas.microsoft.com/office/drawing/2014/main" id="{520DC584-BE2A-4844-A639-F149F2A250FE}"/>
              </a:ext>
            </a:extLst>
          </p:cNvPr>
          <p:cNvSpPr>
            <a:spLocks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6754">
            <a:extLst>
              <a:ext uri="{FF2B5EF4-FFF2-40B4-BE49-F238E27FC236}">
                <a16:creationId xmlns:a16="http://schemas.microsoft.com/office/drawing/2014/main" id="{AB742E1A-D44A-4E10-80EE-148065E5A99C}"/>
              </a:ext>
            </a:extLst>
          </p:cNvPr>
          <p:cNvSpPr>
            <a:spLocks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6755">
            <a:extLst>
              <a:ext uri="{FF2B5EF4-FFF2-40B4-BE49-F238E27FC236}">
                <a16:creationId xmlns:a16="http://schemas.microsoft.com/office/drawing/2014/main" id="{7A425528-8276-416D-A632-53003FCA36A3}"/>
              </a:ext>
            </a:extLst>
          </p:cNvPr>
          <p:cNvSpPr>
            <a:spLocks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6756">
            <a:extLst>
              <a:ext uri="{FF2B5EF4-FFF2-40B4-BE49-F238E27FC236}">
                <a16:creationId xmlns:a16="http://schemas.microsoft.com/office/drawing/2014/main" id="{371B7D47-ACF1-4C31-A4CF-613CF80BEAB7}"/>
              </a:ext>
            </a:extLst>
          </p:cNvPr>
          <p:cNvSpPr>
            <a:spLocks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6757">
            <a:extLst>
              <a:ext uri="{FF2B5EF4-FFF2-40B4-BE49-F238E27FC236}">
                <a16:creationId xmlns:a16="http://schemas.microsoft.com/office/drawing/2014/main" id="{EB2E05BA-5079-4AD9-A2D8-4E761FEFAE12}"/>
              </a:ext>
            </a:extLst>
          </p:cNvPr>
          <p:cNvSpPr>
            <a:spLocks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6758">
            <a:extLst>
              <a:ext uri="{FF2B5EF4-FFF2-40B4-BE49-F238E27FC236}">
                <a16:creationId xmlns:a16="http://schemas.microsoft.com/office/drawing/2014/main" id="{1C0293E9-C2AC-4B43-AB0D-9C78352D9DFC}"/>
              </a:ext>
            </a:extLst>
          </p:cNvPr>
          <p:cNvSpPr>
            <a:spLocks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6759">
            <a:extLst>
              <a:ext uri="{FF2B5EF4-FFF2-40B4-BE49-F238E27FC236}">
                <a16:creationId xmlns:a16="http://schemas.microsoft.com/office/drawing/2014/main" id="{AD402B49-9195-47E9-81BE-D118E2C316AB}"/>
              </a:ext>
            </a:extLst>
          </p:cNvPr>
          <p:cNvSpPr>
            <a:spLocks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6760">
            <a:extLst>
              <a:ext uri="{FF2B5EF4-FFF2-40B4-BE49-F238E27FC236}">
                <a16:creationId xmlns:a16="http://schemas.microsoft.com/office/drawing/2014/main" id="{700CB84B-DEAE-4B18-836E-E7FC277C512B}"/>
              </a:ext>
            </a:extLst>
          </p:cNvPr>
          <p:cNvSpPr>
            <a:spLocks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6761">
            <a:extLst>
              <a:ext uri="{FF2B5EF4-FFF2-40B4-BE49-F238E27FC236}">
                <a16:creationId xmlns:a16="http://schemas.microsoft.com/office/drawing/2014/main" id="{81EEAD79-2435-452C-B0E9-3108C64C73FA}"/>
              </a:ext>
            </a:extLst>
          </p:cNvPr>
          <p:cNvSpPr>
            <a:spLocks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6762">
            <a:extLst>
              <a:ext uri="{FF2B5EF4-FFF2-40B4-BE49-F238E27FC236}">
                <a16:creationId xmlns:a16="http://schemas.microsoft.com/office/drawing/2014/main" id="{34695300-01EC-4F9E-B8BE-B391F0261E2C}"/>
              </a:ext>
            </a:extLst>
          </p:cNvPr>
          <p:cNvSpPr>
            <a:spLocks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6763">
            <a:extLst>
              <a:ext uri="{FF2B5EF4-FFF2-40B4-BE49-F238E27FC236}">
                <a16:creationId xmlns:a16="http://schemas.microsoft.com/office/drawing/2014/main" id="{2B683A22-9701-43C1-AF13-1C0D5A4C59D7}"/>
              </a:ext>
            </a:extLst>
          </p:cNvPr>
          <p:cNvSpPr>
            <a:spLocks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6764">
            <a:extLst>
              <a:ext uri="{FF2B5EF4-FFF2-40B4-BE49-F238E27FC236}">
                <a16:creationId xmlns:a16="http://schemas.microsoft.com/office/drawing/2014/main" id="{E438FBA5-2C89-4272-99F8-888B14D8074C}"/>
              </a:ext>
            </a:extLst>
          </p:cNvPr>
          <p:cNvSpPr>
            <a:spLocks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6765">
            <a:extLst>
              <a:ext uri="{FF2B5EF4-FFF2-40B4-BE49-F238E27FC236}">
                <a16:creationId xmlns:a16="http://schemas.microsoft.com/office/drawing/2014/main" id="{8F3A3DCC-8DD5-49A5-B5D3-AB5C666811EB}"/>
              </a:ext>
            </a:extLst>
          </p:cNvPr>
          <p:cNvSpPr>
            <a:spLocks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6766">
            <a:extLst>
              <a:ext uri="{FF2B5EF4-FFF2-40B4-BE49-F238E27FC236}">
                <a16:creationId xmlns:a16="http://schemas.microsoft.com/office/drawing/2014/main" id="{B922AA03-34BB-41B0-9CC4-554603ACABD8}"/>
              </a:ext>
            </a:extLst>
          </p:cNvPr>
          <p:cNvSpPr>
            <a:spLocks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6767">
            <a:extLst>
              <a:ext uri="{FF2B5EF4-FFF2-40B4-BE49-F238E27FC236}">
                <a16:creationId xmlns:a16="http://schemas.microsoft.com/office/drawing/2014/main" id="{21A80FD2-CDA8-4619-9133-E087D9A4C253}"/>
              </a:ext>
            </a:extLst>
          </p:cNvPr>
          <p:cNvSpPr>
            <a:spLocks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6768">
            <a:extLst>
              <a:ext uri="{FF2B5EF4-FFF2-40B4-BE49-F238E27FC236}">
                <a16:creationId xmlns:a16="http://schemas.microsoft.com/office/drawing/2014/main" id="{1ED0975C-DA8C-467F-92E3-96A3DA9E2281}"/>
              </a:ext>
            </a:extLst>
          </p:cNvPr>
          <p:cNvSpPr>
            <a:spLocks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6769">
            <a:extLst>
              <a:ext uri="{FF2B5EF4-FFF2-40B4-BE49-F238E27FC236}">
                <a16:creationId xmlns:a16="http://schemas.microsoft.com/office/drawing/2014/main" id="{FF492FE4-5A43-418F-8DC6-E2AF90063A36}"/>
              </a:ext>
            </a:extLst>
          </p:cNvPr>
          <p:cNvSpPr>
            <a:spLocks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6770">
            <a:extLst>
              <a:ext uri="{FF2B5EF4-FFF2-40B4-BE49-F238E27FC236}">
                <a16:creationId xmlns:a16="http://schemas.microsoft.com/office/drawing/2014/main" id="{AE75DEE5-52CF-42EF-8D3B-A1BD920B57CD}"/>
              </a:ext>
            </a:extLst>
          </p:cNvPr>
          <p:cNvSpPr>
            <a:spLocks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6771">
            <a:extLst>
              <a:ext uri="{FF2B5EF4-FFF2-40B4-BE49-F238E27FC236}">
                <a16:creationId xmlns:a16="http://schemas.microsoft.com/office/drawing/2014/main" id="{D31C6D3A-B481-487A-B1F3-E073FBE910D9}"/>
              </a:ext>
            </a:extLst>
          </p:cNvPr>
          <p:cNvSpPr>
            <a:spLocks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6772">
            <a:extLst>
              <a:ext uri="{FF2B5EF4-FFF2-40B4-BE49-F238E27FC236}">
                <a16:creationId xmlns:a16="http://schemas.microsoft.com/office/drawing/2014/main" id="{D66B6E3D-4D98-4312-8C46-1CD49D401848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6773">
            <a:extLst>
              <a:ext uri="{FF2B5EF4-FFF2-40B4-BE49-F238E27FC236}">
                <a16:creationId xmlns:a16="http://schemas.microsoft.com/office/drawing/2014/main" id="{7E65DDAA-89EF-4FBF-B82E-A6B49106D055}"/>
              </a:ext>
            </a:extLst>
          </p:cNvPr>
          <p:cNvSpPr>
            <a:spLocks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6774">
            <a:extLst>
              <a:ext uri="{FF2B5EF4-FFF2-40B4-BE49-F238E27FC236}">
                <a16:creationId xmlns:a16="http://schemas.microsoft.com/office/drawing/2014/main" id="{DCACDA4D-4158-47C2-B634-BE6A4267E3E1}"/>
              </a:ext>
            </a:extLst>
          </p:cNvPr>
          <p:cNvSpPr>
            <a:spLocks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6775">
            <a:extLst>
              <a:ext uri="{FF2B5EF4-FFF2-40B4-BE49-F238E27FC236}">
                <a16:creationId xmlns:a16="http://schemas.microsoft.com/office/drawing/2014/main" id="{52CD6800-F9E8-4A8D-B78F-C7FE74F7EA1E}"/>
              </a:ext>
            </a:extLst>
          </p:cNvPr>
          <p:cNvSpPr>
            <a:spLocks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6776">
            <a:extLst>
              <a:ext uri="{FF2B5EF4-FFF2-40B4-BE49-F238E27FC236}">
                <a16:creationId xmlns:a16="http://schemas.microsoft.com/office/drawing/2014/main" id="{5C9E62BF-4205-46B3-A7BE-ECDE896011CF}"/>
              </a:ext>
            </a:extLst>
          </p:cNvPr>
          <p:cNvSpPr>
            <a:spLocks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6777">
            <a:extLst>
              <a:ext uri="{FF2B5EF4-FFF2-40B4-BE49-F238E27FC236}">
                <a16:creationId xmlns:a16="http://schemas.microsoft.com/office/drawing/2014/main" id="{1DD63410-695C-45B4-845A-84B40DDB32E7}"/>
              </a:ext>
            </a:extLst>
          </p:cNvPr>
          <p:cNvSpPr>
            <a:spLocks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6778">
            <a:extLst>
              <a:ext uri="{FF2B5EF4-FFF2-40B4-BE49-F238E27FC236}">
                <a16:creationId xmlns:a16="http://schemas.microsoft.com/office/drawing/2014/main" id="{E64875FD-7EEB-4FFC-9C35-984E207337BE}"/>
              </a:ext>
            </a:extLst>
          </p:cNvPr>
          <p:cNvSpPr>
            <a:spLocks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6779">
            <a:extLst>
              <a:ext uri="{FF2B5EF4-FFF2-40B4-BE49-F238E27FC236}">
                <a16:creationId xmlns:a16="http://schemas.microsoft.com/office/drawing/2014/main" id="{6F3A782F-E7EF-45CE-A2A7-230EC42CEB34}"/>
              </a:ext>
            </a:extLst>
          </p:cNvPr>
          <p:cNvSpPr>
            <a:spLocks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6780">
            <a:extLst>
              <a:ext uri="{FF2B5EF4-FFF2-40B4-BE49-F238E27FC236}">
                <a16:creationId xmlns:a16="http://schemas.microsoft.com/office/drawing/2014/main" id="{650EF0B3-D133-4EAB-8C99-DF5616B3E9DD}"/>
              </a:ext>
            </a:extLst>
          </p:cNvPr>
          <p:cNvSpPr>
            <a:spLocks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6781">
            <a:extLst>
              <a:ext uri="{FF2B5EF4-FFF2-40B4-BE49-F238E27FC236}">
                <a16:creationId xmlns:a16="http://schemas.microsoft.com/office/drawing/2014/main" id="{20FA9137-B8EB-4824-8DAA-F02E7DACBC7E}"/>
              </a:ext>
            </a:extLst>
          </p:cNvPr>
          <p:cNvSpPr>
            <a:spLocks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6782">
            <a:extLst>
              <a:ext uri="{FF2B5EF4-FFF2-40B4-BE49-F238E27FC236}">
                <a16:creationId xmlns:a16="http://schemas.microsoft.com/office/drawing/2014/main" id="{F728B920-8453-4F63-974B-3A25866F3E2D}"/>
              </a:ext>
            </a:extLst>
          </p:cNvPr>
          <p:cNvSpPr>
            <a:spLocks/>
          </p:cNvSpPr>
          <p:nvPr/>
        </p:nvSpPr>
        <p:spPr>
          <a:xfrm>
            <a:off x="6246926" y="4871892"/>
            <a:ext cx="706664" cy="548150"/>
          </a:xfrm>
          <a:custGeom>
            <a:avLst/>
            <a:gdLst/>
            <a:ahLst/>
            <a:cxnLst/>
            <a:rect l="0" t="0" r="0" b="0"/>
            <a:pathLst>
              <a:path w="706664" h="548150">
                <a:moveTo>
                  <a:pt x="0" y="548150"/>
                </a:moveTo>
                <a:lnTo>
                  <a:pt x="706664" y="548150"/>
                </a:lnTo>
                <a:lnTo>
                  <a:pt x="706664" y="0"/>
                </a:lnTo>
                <a:lnTo>
                  <a:pt x="0" y="0"/>
                </a:lnTo>
                <a:lnTo>
                  <a:pt x="0" y="54815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6783">
            <a:extLst>
              <a:ext uri="{FF2B5EF4-FFF2-40B4-BE49-F238E27FC236}">
                <a16:creationId xmlns:a16="http://schemas.microsoft.com/office/drawing/2014/main" id="{7FBEC08E-F4D0-4F2F-9D2B-BA7DBAE37D17}"/>
              </a:ext>
            </a:extLst>
          </p:cNvPr>
          <p:cNvSpPr>
            <a:spLocks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6784">
            <a:extLst>
              <a:ext uri="{FF2B5EF4-FFF2-40B4-BE49-F238E27FC236}">
                <a16:creationId xmlns:a16="http://schemas.microsoft.com/office/drawing/2014/main" id="{F6EA1859-594E-4FBD-8433-A0344C3A52C3}"/>
              </a:ext>
            </a:extLst>
          </p:cNvPr>
          <p:cNvSpPr>
            <a:spLocks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6785">
            <a:extLst>
              <a:ext uri="{FF2B5EF4-FFF2-40B4-BE49-F238E27FC236}">
                <a16:creationId xmlns:a16="http://schemas.microsoft.com/office/drawing/2014/main" id="{2BF480BE-7EE2-43D5-97C1-04DE1DF3DA76}"/>
              </a:ext>
            </a:extLst>
          </p:cNvPr>
          <p:cNvSpPr>
            <a:spLocks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786">
            <a:extLst>
              <a:ext uri="{FF2B5EF4-FFF2-40B4-BE49-F238E27FC236}">
                <a16:creationId xmlns:a16="http://schemas.microsoft.com/office/drawing/2014/main" id="{D21ED552-51C6-4E5E-9B97-245B8CEEBDC1}"/>
              </a:ext>
            </a:extLst>
          </p:cNvPr>
          <p:cNvSpPr>
            <a:spLocks/>
          </p:cNvSpPr>
          <p:nvPr/>
        </p:nvSpPr>
        <p:spPr>
          <a:xfrm>
            <a:off x="6672821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787">
            <a:extLst>
              <a:ext uri="{FF2B5EF4-FFF2-40B4-BE49-F238E27FC236}">
                <a16:creationId xmlns:a16="http://schemas.microsoft.com/office/drawing/2014/main" id="{C6F8FBF6-D780-48D3-A3A8-7AC8FEE0F3FC}"/>
              </a:ext>
            </a:extLst>
          </p:cNvPr>
          <p:cNvSpPr>
            <a:spLocks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788">
            <a:extLst>
              <a:ext uri="{FF2B5EF4-FFF2-40B4-BE49-F238E27FC236}">
                <a16:creationId xmlns:a16="http://schemas.microsoft.com/office/drawing/2014/main" id="{03E7D5BB-81F3-447E-8608-6294CFEA5340}"/>
              </a:ext>
            </a:extLst>
          </p:cNvPr>
          <p:cNvSpPr>
            <a:spLocks/>
          </p:cNvSpPr>
          <p:nvPr/>
        </p:nvSpPr>
        <p:spPr>
          <a:xfrm>
            <a:off x="654870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789">
            <a:extLst>
              <a:ext uri="{FF2B5EF4-FFF2-40B4-BE49-F238E27FC236}">
                <a16:creationId xmlns:a16="http://schemas.microsoft.com/office/drawing/2014/main" id="{FF1667B2-15CC-4083-AC45-6739EB7DCC5B}"/>
              </a:ext>
            </a:extLst>
          </p:cNvPr>
          <p:cNvSpPr>
            <a:spLocks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790">
            <a:extLst>
              <a:ext uri="{FF2B5EF4-FFF2-40B4-BE49-F238E27FC236}">
                <a16:creationId xmlns:a16="http://schemas.microsoft.com/office/drawing/2014/main" id="{A86471C5-86B2-45E8-8CF8-AB665F772282}"/>
              </a:ext>
            </a:extLst>
          </p:cNvPr>
          <p:cNvSpPr>
            <a:spLocks/>
          </p:cNvSpPr>
          <p:nvPr/>
        </p:nvSpPr>
        <p:spPr>
          <a:xfrm>
            <a:off x="6739782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791">
            <a:extLst>
              <a:ext uri="{FF2B5EF4-FFF2-40B4-BE49-F238E27FC236}">
                <a16:creationId xmlns:a16="http://schemas.microsoft.com/office/drawing/2014/main" id="{7BDA61D1-42D8-48E7-AE6C-4F70975D6502}"/>
              </a:ext>
            </a:extLst>
          </p:cNvPr>
          <p:cNvSpPr>
            <a:spLocks/>
          </p:cNvSpPr>
          <p:nvPr/>
        </p:nvSpPr>
        <p:spPr>
          <a:xfrm>
            <a:off x="6615792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792">
            <a:extLst>
              <a:ext uri="{FF2B5EF4-FFF2-40B4-BE49-F238E27FC236}">
                <a16:creationId xmlns:a16="http://schemas.microsoft.com/office/drawing/2014/main" id="{B4732706-7915-42AA-8FD5-C4001C2E95F6}"/>
              </a:ext>
            </a:extLst>
          </p:cNvPr>
          <p:cNvSpPr>
            <a:spLocks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793">
            <a:extLst>
              <a:ext uri="{FF2B5EF4-FFF2-40B4-BE49-F238E27FC236}">
                <a16:creationId xmlns:a16="http://schemas.microsoft.com/office/drawing/2014/main" id="{D24FC5B4-1A53-4173-8B67-0538477AFDEF}"/>
              </a:ext>
            </a:extLst>
          </p:cNvPr>
          <p:cNvSpPr>
            <a:spLocks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794">
            <a:extLst>
              <a:ext uri="{FF2B5EF4-FFF2-40B4-BE49-F238E27FC236}">
                <a16:creationId xmlns:a16="http://schemas.microsoft.com/office/drawing/2014/main" id="{C65146D1-899E-4693-AD4E-7318375667DB}"/>
              </a:ext>
            </a:extLst>
          </p:cNvPr>
          <p:cNvSpPr>
            <a:spLocks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795">
            <a:extLst>
              <a:ext uri="{FF2B5EF4-FFF2-40B4-BE49-F238E27FC236}">
                <a16:creationId xmlns:a16="http://schemas.microsoft.com/office/drawing/2014/main" id="{B1DFCFF4-B721-4800-A838-618075345E63}"/>
              </a:ext>
            </a:extLst>
          </p:cNvPr>
          <p:cNvSpPr>
            <a:spLocks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796">
            <a:extLst>
              <a:ext uri="{FF2B5EF4-FFF2-40B4-BE49-F238E27FC236}">
                <a16:creationId xmlns:a16="http://schemas.microsoft.com/office/drawing/2014/main" id="{09B25734-CB4E-4587-8EF1-2A00C5A1ED6D}"/>
              </a:ext>
            </a:extLst>
          </p:cNvPr>
          <p:cNvSpPr>
            <a:spLocks/>
          </p:cNvSpPr>
          <p:nvPr/>
        </p:nvSpPr>
        <p:spPr>
          <a:xfrm>
            <a:off x="6575927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797">
            <a:extLst>
              <a:ext uri="{FF2B5EF4-FFF2-40B4-BE49-F238E27FC236}">
                <a16:creationId xmlns:a16="http://schemas.microsoft.com/office/drawing/2014/main" id="{C75F7B32-8986-4227-927A-EC81FDD12D19}"/>
              </a:ext>
            </a:extLst>
          </p:cNvPr>
          <p:cNvSpPr>
            <a:spLocks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798">
            <a:extLst>
              <a:ext uri="{FF2B5EF4-FFF2-40B4-BE49-F238E27FC236}">
                <a16:creationId xmlns:a16="http://schemas.microsoft.com/office/drawing/2014/main" id="{C77A4C00-B0DF-4F95-A784-F733415C5F8D}"/>
              </a:ext>
            </a:extLst>
          </p:cNvPr>
          <p:cNvSpPr>
            <a:spLocks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799">
            <a:extLst>
              <a:ext uri="{FF2B5EF4-FFF2-40B4-BE49-F238E27FC236}">
                <a16:creationId xmlns:a16="http://schemas.microsoft.com/office/drawing/2014/main" id="{249C1B02-DFD4-44EC-82E6-6B2455243C85}"/>
              </a:ext>
            </a:extLst>
          </p:cNvPr>
          <p:cNvSpPr>
            <a:spLocks/>
          </p:cNvSpPr>
          <p:nvPr/>
        </p:nvSpPr>
        <p:spPr>
          <a:xfrm>
            <a:off x="6781964" y="45179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800">
            <a:extLst>
              <a:ext uri="{FF2B5EF4-FFF2-40B4-BE49-F238E27FC236}">
                <a16:creationId xmlns:a16="http://schemas.microsoft.com/office/drawing/2014/main" id="{C844A9A5-49B7-42DF-A9BB-EBCB7FCEE3EB}"/>
              </a:ext>
            </a:extLst>
          </p:cNvPr>
          <p:cNvSpPr>
            <a:spLocks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801">
            <a:extLst>
              <a:ext uri="{FF2B5EF4-FFF2-40B4-BE49-F238E27FC236}">
                <a16:creationId xmlns:a16="http://schemas.microsoft.com/office/drawing/2014/main" id="{6C6EF36B-D390-466A-ABA4-111EADF7D328}"/>
              </a:ext>
            </a:extLst>
          </p:cNvPr>
          <p:cNvSpPr>
            <a:spLocks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802">
            <a:extLst>
              <a:ext uri="{FF2B5EF4-FFF2-40B4-BE49-F238E27FC236}">
                <a16:creationId xmlns:a16="http://schemas.microsoft.com/office/drawing/2014/main" id="{5E860AE1-2F97-4C89-83A6-3118A73508FD}"/>
              </a:ext>
            </a:extLst>
          </p:cNvPr>
          <p:cNvSpPr>
            <a:spLocks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803">
            <a:extLst>
              <a:ext uri="{FF2B5EF4-FFF2-40B4-BE49-F238E27FC236}">
                <a16:creationId xmlns:a16="http://schemas.microsoft.com/office/drawing/2014/main" id="{F5D2B779-B8A0-42F8-9BA4-6336A9964BA9}"/>
              </a:ext>
            </a:extLst>
          </p:cNvPr>
          <p:cNvSpPr>
            <a:spLocks/>
          </p:cNvSpPr>
          <p:nvPr/>
        </p:nvSpPr>
        <p:spPr>
          <a:xfrm>
            <a:off x="675161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804">
            <a:extLst>
              <a:ext uri="{FF2B5EF4-FFF2-40B4-BE49-F238E27FC236}">
                <a16:creationId xmlns:a16="http://schemas.microsoft.com/office/drawing/2014/main" id="{6956D227-D278-4C05-A63E-365AE5210FCA}"/>
              </a:ext>
            </a:extLst>
          </p:cNvPr>
          <p:cNvSpPr>
            <a:spLocks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805">
            <a:extLst>
              <a:ext uri="{FF2B5EF4-FFF2-40B4-BE49-F238E27FC236}">
                <a16:creationId xmlns:a16="http://schemas.microsoft.com/office/drawing/2014/main" id="{448876AC-E1F2-466E-9BF4-2009D9DA04A7}"/>
              </a:ext>
            </a:extLst>
          </p:cNvPr>
          <p:cNvSpPr>
            <a:spLocks/>
          </p:cNvSpPr>
          <p:nvPr/>
        </p:nvSpPr>
        <p:spPr>
          <a:xfrm>
            <a:off x="676917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806">
            <a:extLst>
              <a:ext uri="{FF2B5EF4-FFF2-40B4-BE49-F238E27FC236}">
                <a16:creationId xmlns:a16="http://schemas.microsoft.com/office/drawing/2014/main" id="{347DF67D-D865-48BB-B2C6-1FFEA295546E}"/>
              </a:ext>
            </a:extLst>
          </p:cNvPr>
          <p:cNvSpPr>
            <a:spLocks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807">
            <a:extLst>
              <a:ext uri="{FF2B5EF4-FFF2-40B4-BE49-F238E27FC236}">
                <a16:creationId xmlns:a16="http://schemas.microsoft.com/office/drawing/2014/main" id="{AAC514E3-F3FD-40D5-A269-DBF241F42255}"/>
              </a:ext>
            </a:extLst>
          </p:cNvPr>
          <p:cNvSpPr>
            <a:spLocks/>
          </p:cNvSpPr>
          <p:nvPr/>
        </p:nvSpPr>
        <p:spPr>
          <a:xfrm>
            <a:off x="6723915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808">
            <a:extLst>
              <a:ext uri="{FF2B5EF4-FFF2-40B4-BE49-F238E27FC236}">
                <a16:creationId xmlns:a16="http://schemas.microsoft.com/office/drawing/2014/main" id="{5E09EC88-470F-4906-B0BA-585F9B4CF8CC}"/>
              </a:ext>
            </a:extLst>
          </p:cNvPr>
          <p:cNvSpPr>
            <a:spLocks/>
          </p:cNvSpPr>
          <p:nvPr/>
        </p:nvSpPr>
        <p:spPr>
          <a:xfrm>
            <a:off x="6331480" y="4927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809">
            <a:extLst>
              <a:ext uri="{FF2B5EF4-FFF2-40B4-BE49-F238E27FC236}">
                <a16:creationId xmlns:a16="http://schemas.microsoft.com/office/drawing/2014/main" id="{F983C29C-7369-4387-93EF-DBA00A9BA45C}"/>
              </a:ext>
            </a:extLst>
          </p:cNvPr>
          <p:cNvSpPr>
            <a:spLocks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810">
            <a:extLst>
              <a:ext uri="{FF2B5EF4-FFF2-40B4-BE49-F238E27FC236}">
                <a16:creationId xmlns:a16="http://schemas.microsoft.com/office/drawing/2014/main" id="{19A78957-FC00-4D9C-8C20-47DCA6BC1F17}"/>
              </a:ext>
            </a:extLst>
          </p:cNvPr>
          <p:cNvSpPr>
            <a:spLocks/>
          </p:cNvSpPr>
          <p:nvPr/>
        </p:nvSpPr>
        <p:spPr>
          <a:xfrm>
            <a:off x="6702430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811">
            <a:extLst>
              <a:ext uri="{FF2B5EF4-FFF2-40B4-BE49-F238E27FC236}">
                <a16:creationId xmlns:a16="http://schemas.microsoft.com/office/drawing/2014/main" id="{53C42174-319D-4520-908D-F43E0DCE0CBC}"/>
              </a:ext>
            </a:extLst>
          </p:cNvPr>
          <p:cNvSpPr>
            <a:spLocks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812">
            <a:extLst>
              <a:ext uri="{FF2B5EF4-FFF2-40B4-BE49-F238E27FC236}">
                <a16:creationId xmlns:a16="http://schemas.microsoft.com/office/drawing/2014/main" id="{A05B6C7F-9768-43AB-A9C3-A30E8D9D67F1}"/>
              </a:ext>
            </a:extLst>
          </p:cNvPr>
          <p:cNvSpPr>
            <a:spLocks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813">
            <a:extLst>
              <a:ext uri="{FF2B5EF4-FFF2-40B4-BE49-F238E27FC236}">
                <a16:creationId xmlns:a16="http://schemas.microsoft.com/office/drawing/2014/main" id="{71F9638A-282C-49EC-8FB9-3D3315A97DD8}"/>
              </a:ext>
            </a:extLst>
          </p:cNvPr>
          <p:cNvSpPr>
            <a:spLocks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814">
            <a:extLst>
              <a:ext uri="{FF2B5EF4-FFF2-40B4-BE49-F238E27FC236}">
                <a16:creationId xmlns:a16="http://schemas.microsoft.com/office/drawing/2014/main" id="{DF71FDA7-3C94-4918-9544-EFD5D66A04EB}"/>
              </a:ext>
            </a:extLst>
          </p:cNvPr>
          <p:cNvSpPr>
            <a:spLocks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815">
            <a:extLst>
              <a:ext uri="{FF2B5EF4-FFF2-40B4-BE49-F238E27FC236}">
                <a16:creationId xmlns:a16="http://schemas.microsoft.com/office/drawing/2014/main" id="{CFC15C46-4DBB-446B-9985-E4A40CFA8AB1}"/>
              </a:ext>
            </a:extLst>
          </p:cNvPr>
          <p:cNvSpPr>
            <a:spLocks/>
          </p:cNvSpPr>
          <p:nvPr/>
        </p:nvSpPr>
        <p:spPr>
          <a:xfrm>
            <a:off x="6745179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816">
            <a:extLst>
              <a:ext uri="{FF2B5EF4-FFF2-40B4-BE49-F238E27FC236}">
                <a16:creationId xmlns:a16="http://schemas.microsoft.com/office/drawing/2014/main" id="{14D1FFD4-300E-4D33-843E-1E475778D9A0}"/>
              </a:ext>
            </a:extLst>
          </p:cNvPr>
          <p:cNvSpPr>
            <a:spLocks/>
          </p:cNvSpPr>
          <p:nvPr/>
        </p:nvSpPr>
        <p:spPr>
          <a:xfrm>
            <a:off x="66316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817">
            <a:extLst>
              <a:ext uri="{FF2B5EF4-FFF2-40B4-BE49-F238E27FC236}">
                <a16:creationId xmlns:a16="http://schemas.microsoft.com/office/drawing/2014/main" id="{EA7C06FE-71D0-46AC-AB3B-A5440B3CD4C7}"/>
              </a:ext>
            </a:extLst>
          </p:cNvPr>
          <p:cNvSpPr>
            <a:spLocks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818">
            <a:extLst>
              <a:ext uri="{FF2B5EF4-FFF2-40B4-BE49-F238E27FC236}">
                <a16:creationId xmlns:a16="http://schemas.microsoft.com/office/drawing/2014/main" id="{61B0F7AE-5728-4CCE-8C5F-5B11F3801F55}"/>
              </a:ext>
            </a:extLst>
          </p:cNvPr>
          <p:cNvSpPr>
            <a:spLocks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819">
            <a:extLst>
              <a:ext uri="{FF2B5EF4-FFF2-40B4-BE49-F238E27FC236}">
                <a16:creationId xmlns:a16="http://schemas.microsoft.com/office/drawing/2014/main" id="{3FAAC288-D6B5-4544-B9D6-A2A1A2611E0B}"/>
              </a:ext>
            </a:extLst>
          </p:cNvPr>
          <p:cNvSpPr>
            <a:spLocks/>
          </p:cNvSpPr>
          <p:nvPr/>
        </p:nvSpPr>
        <p:spPr>
          <a:xfrm>
            <a:off x="648024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820">
            <a:extLst>
              <a:ext uri="{FF2B5EF4-FFF2-40B4-BE49-F238E27FC236}">
                <a16:creationId xmlns:a16="http://schemas.microsoft.com/office/drawing/2014/main" id="{50287153-46F3-42F6-A519-9D2CFC828FF9}"/>
              </a:ext>
            </a:extLst>
          </p:cNvPr>
          <p:cNvSpPr>
            <a:spLocks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821">
            <a:extLst>
              <a:ext uri="{FF2B5EF4-FFF2-40B4-BE49-F238E27FC236}">
                <a16:creationId xmlns:a16="http://schemas.microsoft.com/office/drawing/2014/main" id="{80E1BB3D-21D9-4227-9726-866DE054B6AA}"/>
              </a:ext>
            </a:extLst>
          </p:cNvPr>
          <p:cNvSpPr>
            <a:spLocks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822">
            <a:extLst>
              <a:ext uri="{FF2B5EF4-FFF2-40B4-BE49-F238E27FC236}">
                <a16:creationId xmlns:a16="http://schemas.microsoft.com/office/drawing/2014/main" id="{4D586724-9A3E-472E-A479-CBBD43705DA6}"/>
              </a:ext>
            </a:extLst>
          </p:cNvPr>
          <p:cNvSpPr>
            <a:spLocks/>
          </p:cNvSpPr>
          <p:nvPr/>
        </p:nvSpPr>
        <p:spPr>
          <a:xfrm>
            <a:off x="6568926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823">
            <a:extLst>
              <a:ext uri="{FF2B5EF4-FFF2-40B4-BE49-F238E27FC236}">
                <a16:creationId xmlns:a16="http://schemas.microsoft.com/office/drawing/2014/main" id="{3B924D79-CEC8-47ED-8D87-17E2D453285E}"/>
              </a:ext>
            </a:extLst>
          </p:cNvPr>
          <p:cNvSpPr>
            <a:spLocks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824">
            <a:extLst>
              <a:ext uri="{FF2B5EF4-FFF2-40B4-BE49-F238E27FC236}">
                <a16:creationId xmlns:a16="http://schemas.microsoft.com/office/drawing/2014/main" id="{0E34D767-65C9-4BDB-86DC-6F70278F6FEB}"/>
              </a:ext>
            </a:extLst>
          </p:cNvPr>
          <p:cNvSpPr>
            <a:spLocks/>
          </p:cNvSpPr>
          <p:nvPr/>
        </p:nvSpPr>
        <p:spPr>
          <a:xfrm>
            <a:off x="635284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825">
            <a:extLst>
              <a:ext uri="{FF2B5EF4-FFF2-40B4-BE49-F238E27FC236}">
                <a16:creationId xmlns:a16="http://schemas.microsoft.com/office/drawing/2014/main" id="{1ECAABA6-1EFA-41DF-BA10-75561EF7697F}"/>
              </a:ext>
            </a:extLst>
          </p:cNvPr>
          <p:cNvSpPr>
            <a:spLocks/>
          </p:cNvSpPr>
          <p:nvPr/>
        </p:nvSpPr>
        <p:spPr>
          <a:xfrm>
            <a:off x="6785420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826">
            <a:extLst>
              <a:ext uri="{FF2B5EF4-FFF2-40B4-BE49-F238E27FC236}">
                <a16:creationId xmlns:a16="http://schemas.microsoft.com/office/drawing/2014/main" id="{0584BE66-AD9B-4BC0-A87E-58AED0D55A58}"/>
              </a:ext>
            </a:extLst>
          </p:cNvPr>
          <p:cNvSpPr>
            <a:spLocks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827">
            <a:extLst>
              <a:ext uri="{FF2B5EF4-FFF2-40B4-BE49-F238E27FC236}">
                <a16:creationId xmlns:a16="http://schemas.microsoft.com/office/drawing/2014/main" id="{6786876F-7A5C-41D1-BBBB-D95D9661AE17}"/>
              </a:ext>
            </a:extLst>
          </p:cNvPr>
          <p:cNvSpPr>
            <a:spLocks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828">
            <a:extLst>
              <a:ext uri="{FF2B5EF4-FFF2-40B4-BE49-F238E27FC236}">
                <a16:creationId xmlns:a16="http://schemas.microsoft.com/office/drawing/2014/main" id="{3BFAF3BA-D906-481A-81DC-BF0A740ED96E}"/>
              </a:ext>
            </a:extLst>
          </p:cNvPr>
          <p:cNvSpPr>
            <a:spLocks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829">
            <a:extLst>
              <a:ext uri="{FF2B5EF4-FFF2-40B4-BE49-F238E27FC236}">
                <a16:creationId xmlns:a16="http://schemas.microsoft.com/office/drawing/2014/main" id="{7DE6164C-0259-4AE8-92B6-E324274285FE}"/>
              </a:ext>
            </a:extLst>
          </p:cNvPr>
          <p:cNvSpPr>
            <a:spLocks/>
          </p:cNvSpPr>
          <p:nvPr/>
        </p:nvSpPr>
        <p:spPr>
          <a:xfrm>
            <a:off x="633037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830">
            <a:extLst>
              <a:ext uri="{FF2B5EF4-FFF2-40B4-BE49-F238E27FC236}">
                <a16:creationId xmlns:a16="http://schemas.microsoft.com/office/drawing/2014/main" id="{59073A84-729B-4717-B3D1-C00A144B4697}"/>
              </a:ext>
            </a:extLst>
          </p:cNvPr>
          <p:cNvSpPr>
            <a:spLocks/>
          </p:cNvSpPr>
          <p:nvPr/>
        </p:nvSpPr>
        <p:spPr>
          <a:xfrm>
            <a:off x="644213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831">
            <a:extLst>
              <a:ext uri="{FF2B5EF4-FFF2-40B4-BE49-F238E27FC236}">
                <a16:creationId xmlns:a16="http://schemas.microsoft.com/office/drawing/2014/main" id="{ED5D2418-A206-4AE4-BC43-052AB18EC76E}"/>
              </a:ext>
            </a:extLst>
          </p:cNvPr>
          <p:cNvSpPr>
            <a:spLocks/>
          </p:cNvSpPr>
          <p:nvPr/>
        </p:nvSpPr>
        <p:spPr>
          <a:xfrm>
            <a:off x="635721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832">
            <a:extLst>
              <a:ext uri="{FF2B5EF4-FFF2-40B4-BE49-F238E27FC236}">
                <a16:creationId xmlns:a16="http://schemas.microsoft.com/office/drawing/2014/main" id="{FAB1301E-0F56-42FA-B454-8ADAAC0CA0BE}"/>
              </a:ext>
            </a:extLst>
          </p:cNvPr>
          <p:cNvSpPr>
            <a:spLocks/>
          </p:cNvSpPr>
          <p:nvPr/>
        </p:nvSpPr>
        <p:spPr>
          <a:xfrm>
            <a:off x="65321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833">
            <a:extLst>
              <a:ext uri="{FF2B5EF4-FFF2-40B4-BE49-F238E27FC236}">
                <a16:creationId xmlns:a16="http://schemas.microsoft.com/office/drawing/2014/main" id="{D3E5780D-1DBD-4C2B-AA0C-AFF84BC82C0F}"/>
              </a:ext>
            </a:extLst>
          </p:cNvPr>
          <p:cNvSpPr>
            <a:spLocks/>
          </p:cNvSpPr>
          <p:nvPr/>
        </p:nvSpPr>
        <p:spPr>
          <a:xfrm>
            <a:off x="6687774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834">
            <a:extLst>
              <a:ext uri="{FF2B5EF4-FFF2-40B4-BE49-F238E27FC236}">
                <a16:creationId xmlns:a16="http://schemas.microsoft.com/office/drawing/2014/main" id="{57B3638A-17C2-4FA2-ABC5-151864555627}"/>
              </a:ext>
            </a:extLst>
          </p:cNvPr>
          <p:cNvSpPr>
            <a:spLocks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35">
            <a:extLst>
              <a:ext uri="{FF2B5EF4-FFF2-40B4-BE49-F238E27FC236}">
                <a16:creationId xmlns:a16="http://schemas.microsoft.com/office/drawing/2014/main" id="{8B46BC27-310B-486F-9201-58D729C26585}"/>
              </a:ext>
            </a:extLst>
          </p:cNvPr>
          <p:cNvSpPr>
            <a:spLocks/>
          </p:cNvSpPr>
          <p:nvPr/>
        </p:nvSpPr>
        <p:spPr>
          <a:xfrm>
            <a:off x="65618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36">
            <a:extLst>
              <a:ext uri="{FF2B5EF4-FFF2-40B4-BE49-F238E27FC236}">
                <a16:creationId xmlns:a16="http://schemas.microsoft.com/office/drawing/2014/main" id="{3FF2978B-D98C-4F58-A1B4-53C3EC139D1E}"/>
              </a:ext>
            </a:extLst>
          </p:cNvPr>
          <p:cNvSpPr>
            <a:spLocks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37">
            <a:extLst>
              <a:ext uri="{FF2B5EF4-FFF2-40B4-BE49-F238E27FC236}">
                <a16:creationId xmlns:a16="http://schemas.microsoft.com/office/drawing/2014/main" id="{2FEDD256-D2B6-46AD-A88B-0A2B303B2E98}"/>
              </a:ext>
            </a:extLst>
          </p:cNvPr>
          <p:cNvSpPr>
            <a:spLocks/>
          </p:cNvSpPr>
          <p:nvPr/>
        </p:nvSpPr>
        <p:spPr>
          <a:xfrm>
            <a:off x="6500335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8">
            <a:extLst>
              <a:ext uri="{FF2B5EF4-FFF2-40B4-BE49-F238E27FC236}">
                <a16:creationId xmlns:a16="http://schemas.microsoft.com/office/drawing/2014/main" id="{BD568509-BA5C-49FF-A421-70CE07101249}"/>
              </a:ext>
            </a:extLst>
          </p:cNvPr>
          <p:cNvSpPr>
            <a:spLocks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39">
            <a:extLst>
              <a:ext uri="{FF2B5EF4-FFF2-40B4-BE49-F238E27FC236}">
                <a16:creationId xmlns:a16="http://schemas.microsoft.com/office/drawing/2014/main" id="{0141D385-AA9A-484B-BB5A-388AAFE15FE5}"/>
              </a:ext>
            </a:extLst>
          </p:cNvPr>
          <p:cNvSpPr>
            <a:spLocks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40">
            <a:extLst>
              <a:ext uri="{FF2B5EF4-FFF2-40B4-BE49-F238E27FC236}">
                <a16:creationId xmlns:a16="http://schemas.microsoft.com/office/drawing/2014/main" id="{CB690029-8DCC-441B-BA2F-0885332CA721}"/>
              </a:ext>
            </a:extLst>
          </p:cNvPr>
          <p:cNvSpPr>
            <a:spLocks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41">
            <a:extLst>
              <a:ext uri="{FF2B5EF4-FFF2-40B4-BE49-F238E27FC236}">
                <a16:creationId xmlns:a16="http://schemas.microsoft.com/office/drawing/2014/main" id="{7357484C-BE14-42C6-B199-0CCFBA6B803F}"/>
              </a:ext>
            </a:extLst>
          </p:cNvPr>
          <p:cNvSpPr>
            <a:spLocks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42">
            <a:extLst>
              <a:ext uri="{FF2B5EF4-FFF2-40B4-BE49-F238E27FC236}">
                <a16:creationId xmlns:a16="http://schemas.microsoft.com/office/drawing/2014/main" id="{1005E05C-B43D-422D-A431-7609871265F4}"/>
              </a:ext>
            </a:extLst>
          </p:cNvPr>
          <p:cNvSpPr>
            <a:spLocks/>
          </p:cNvSpPr>
          <p:nvPr/>
        </p:nvSpPr>
        <p:spPr>
          <a:xfrm>
            <a:off x="6632326" y="4517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43">
            <a:extLst>
              <a:ext uri="{FF2B5EF4-FFF2-40B4-BE49-F238E27FC236}">
                <a16:creationId xmlns:a16="http://schemas.microsoft.com/office/drawing/2014/main" id="{3E584D18-4FEE-4462-9F36-4D3D38844218}"/>
              </a:ext>
            </a:extLst>
          </p:cNvPr>
          <p:cNvSpPr>
            <a:spLocks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44">
            <a:extLst>
              <a:ext uri="{FF2B5EF4-FFF2-40B4-BE49-F238E27FC236}">
                <a16:creationId xmlns:a16="http://schemas.microsoft.com/office/drawing/2014/main" id="{79477D0E-85DF-4C58-8261-2DBEFBA5CAB0}"/>
              </a:ext>
            </a:extLst>
          </p:cNvPr>
          <p:cNvSpPr>
            <a:spLocks/>
          </p:cNvSpPr>
          <p:nvPr/>
        </p:nvSpPr>
        <p:spPr>
          <a:xfrm>
            <a:off x="65218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845">
            <a:extLst>
              <a:ext uri="{FF2B5EF4-FFF2-40B4-BE49-F238E27FC236}">
                <a16:creationId xmlns:a16="http://schemas.microsoft.com/office/drawing/2014/main" id="{BCC1602E-15A5-4C04-B327-04EA533D3592}"/>
              </a:ext>
            </a:extLst>
          </p:cNvPr>
          <p:cNvSpPr>
            <a:spLocks/>
          </p:cNvSpPr>
          <p:nvPr/>
        </p:nvSpPr>
        <p:spPr>
          <a:xfrm>
            <a:off x="6612864" y="4724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846">
            <a:extLst>
              <a:ext uri="{FF2B5EF4-FFF2-40B4-BE49-F238E27FC236}">
                <a16:creationId xmlns:a16="http://schemas.microsoft.com/office/drawing/2014/main" id="{B434584E-0FE0-411B-8766-37C952C3D0C9}"/>
              </a:ext>
            </a:extLst>
          </p:cNvPr>
          <p:cNvSpPr>
            <a:spLocks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847">
            <a:extLst>
              <a:ext uri="{FF2B5EF4-FFF2-40B4-BE49-F238E27FC236}">
                <a16:creationId xmlns:a16="http://schemas.microsoft.com/office/drawing/2014/main" id="{4851C177-3B99-4FC8-A138-F0656DD73587}"/>
              </a:ext>
            </a:extLst>
          </p:cNvPr>
          <p:cNvSpPr>
            <a:spLocks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848">
            <a:extLst>
              <a:ext uri="{FF2B5EF4-FFF2-40B4-BE49-F238E27FC236}">
                <a16:creationId xmlns:a16="http://schemas.microsoft.com/office/drawing/2014/main" id="{B465B653-0177-42D5-ABB6-F6FEB6F6D20F}"/>
              </a:ext>
            </a:extLst>
          </p:cNvPr>
          <p:cNvSpPr>
            <a:spLocks/>
          </p:cNvSpPr>
          <p:nvPr/>
        </p:nvSpPr>
        <p:spPr>
          <a:xfrm>
            <a:off x="6469548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849">
            <a:extLst>
              <a:ext uri="{FF2B5EF4-FFF2-40B4-BE49-F238E27FC236}">
                <a16:creationId xmlns:a16="http://schemas.microsoft.com/office/drawing/2014/main" id="{92A44A30-E560-4D3A-AC78-F824E19BFB5E}"/>
              </a:ext>
            </a:extLst>
          </p:cNvPr>
          <p:cNvSpPr>
            <a:spLocks/>
          </p:cNvSpPr>
          <p:nvPr/>
        </p:nvSpPr>
        <p:spPr>
          <a:xfrm>
            <a:off x="644354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850">
            <a:extLst>
              <a:ext uri="{FF2B5EF4-FFF2-40B4-BE49-F238E27FC236}">
                <a16:creationId xmlns:a16="http://schemas.microsoft.com/office/drawing/2014/main" id="{476A04A8-E309-4667-B07A-D353825F2735}"/>
              </a:ext>
            </a:extLst>
          </p:cNvPr>
          <p:cNvSpPr>
            <a:spLocks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851">
            <a:extLst>
              <a:ext uri="{FF2B5EF4-FFF2-40B4-BE49-F238E27FC236}">
                <a16:creationId xmlns:a16="http://schemas.microsoft.com/office/drawing/2014/main" id="{736485E8-F184-4E47-A8EB-18F223FCCC60}"/>
              </a:ext>
            </a:extLst>
          </p:cNvPr>
          <p:cNvSpPr>
            <a:spLocks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852">
            <a:extLst>
              <a:ext uri="{FF2B5EF4-FFF2-40B4-BE49-F238E27FC236}">
                <a16:creationId xmlns:a16="http://schemas.microsoft.com/office/drawing/2014/main" id="{19F036D3-01AE-48C0-8B33-CD7605CC6940}"/>
              </a:ext>
            </a:extLst>
          </p:cNvPr>
          <p:cNvSpPr>
            <a:spLocks/>
          </p:cNvSpPr>
          <p:nvPr/>
        </p:nvSpPr>
        <p:spPr>
          <a:xfrm>
            <a:off x="6348525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853">
            <a:extLst>
              <a:ext uri="{FF2B5EF4-FFF2-40B4-BE49-F238E27FC236}">
                <a16:creationId xmlns:a16="http://schemas.microsoft.com/office/drawing/2014/main" id="{AC4377DA-1FA2-492C-AA05-27ABC3548092}"/>
              </a:ext>
            </a:extLst>
          </p:cNvPr>
          <p:cNvSpPr>
            <a:spLocks/>
          </p:cNvSpPr>
          <p:nvPr/>
        </p:nvSpPr>
        <p:spPr>
          <a:xfrm>
            <a:off x="658153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854">
            <a:extLst>
              <a:ext uri="{FF2B5EF4-FFF2-40B4-BE49-F238E27FC236}">
                <a16:creationId xmlns:a16="http://schemas.microsoft.com/office/drawing/2014/main" id="{CDF2F947-28A6-482B-B2F3-0A1ED88E73F1}"/>
              </a:ext>
            </a:extLst>
          </p:cNvPr>
          <p:cNvSpPr>
            <a:spLocks/>
          </p:cNvSpPr>
          <p:nvPr/>
        </p:nvSpPr>
        <p:spPr>
          <a:xfrm>
            <a:off x="668463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6855">
            <a:extLst>
              <a:ext uri="{FF2B5EF4-FFF2-40B4-BE49-F238E27FC236}">
                <a16:creationId xmlns:a16="http://schemas.microsoft.com/office/drawing/2014/main" id="{DA4A2ACE-E756-46F5-A3AB-1F8DB1C21BF3}"/>
              </a:ext>
            </a:extLst>
          </p:cNvPr>
          <p:cNvSpPr>
            <a:spLocks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6856">
            <a:extLst>
              <a:ext uri="{FF2B5EF4-FFF2-40B4-BE49-F238E27FC236}">
                <a16:creationId xmlns:a16="http://schemas.microsoft.com/office/drawing/2014/main" id="{52493C8A-437E-46CE-88E2-0096EA4469F8}"/>
              </a:ext>
            </a:extLst>
          </p:cNvPr>
          <p:cNvSpPr>
            <a:spLocks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6857">
            <a:extLst>
              <a:ext uri="{FF2B5EF4-FFF2-40B4-BE49-F238E27FC236}">
                <a16:creationId xmlns:a16="http://schemas.microsoft.com/office/drawing/2014/main" id="{5DC29F70-7AA8-4ECE-A4F7-13715D798D0A}"/>
              </a:ext>
            </a:extLst>
          </p:cNvPr>
          <p:cNvSpPr>
            <a:spLocks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6858">
            <a:extLst>
              <a:ext uri="{FF2B5EF4-FFF2-40B4-BE49-F238E27FC236}">
                <a16:creationId xmlns:a16="http://schemas.microsoft.com/office/drawing/2014/main" id="{EE949A39-2E98-49AB-8413-E1E3738EAFC1}"/>
              </a:ext>
            </a:extLst>
          </p:cNvPr>
          <p:cNvSpPr>
            <a:spLocks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6859">
            <a:extLst>
              <a:ext uri="{FF2B5EF4-FFF2-40B4-BE49-F238E27FC236}">
                <a16:creationId xmlns:a16="http://schemas.microsoft.com/office/drawing/2014/main" id="{1B189F81-D94B-4C3C-B972-CC2CB5B395DD}"/>
              </a:ext>
            </a:extLst>
          </p:cNvPr>
          <p:cNvSpPr>
            <a:spLocks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6860">
            <a:extLst>
              <a:ext uri="{FF2B5EF4-FFF2-40B4-BE49-F238E27FC236}">
                <a16:creationId xmlns:a16="http://schemas.microsoft.com/office/drawing/2014/main" id="{B8A0A89F-36B6-4643-B06D-CB7213423E99}"/>
              </a:ext>
            </a:extLst>
          </p:cNvPr>
          <p:cNvSpPr>
            <a:spLocks/>
          </p:cNvSpPr>
          <p:nvPr/>
        </p:nvSpPr>
        <p:spPr>
          <a:xfrm>
            <a:off x="680045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6861">
            <a:extLst>
              <a:ext uri="{FF2B5EF4-FFF2-40B4-BE49-F238E27FC236}">
                <a16:creationId xmlns:a16="http://schemas.microsoft.com/office/drawing/2014/main" id="{04384CD9-996F-4DEF-B96F-02FC162BCC3C}"/>
              </a:ext>
            </a:extLst>
          </p:cNvPr>
          <p:cNvSpPr>
            <a:spLocks/>
          </p:cNvSpPr>
          <p:nvPr/>
        </p:nvSpPr>
        <p:spPr>
          <a:xfrm>
            <a:off x="6498070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6862">
            <a:extLst>
              <a:ext uri="{FF2B5EF4-FFF2-40B4-BE49-F238E27FC236}">
                <a16:creationId xmlns:a16="http://schemas.microsoft.com/office/drawing/2014/main" id="{A041B8E0-2B5C-4968-B2CF-5069C5199A24}"/>
              </a:ext>
            </a:extLst>
          </p:cNvPr>
          <p:cNvSpPr>
            <a:spLocks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6863">
            <a:extLst>
              <a:ext uri="{FF2B5EF4-FFF2-40B4-BE49-F238E27FC236}">
                <a16:creationId xmlns:a16="http://schemas.microsoft.com/office/drawing/2014/main" id="{D4329A19-6EFB-49B5-A6DD-0685372D4A4D}"/>
              </a:ext>
            </a:extLst>
          </p:cNvPr>
          <p:cNvSpPr>
            <a:spLocks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6864">
            <a:extLst>
              <a:ext uri="{FF2B5EF4-FFF2-40B4-BE49-F238E27FC236}">
                <a16:creationId xmlns:a16="http://schemas.microsoft.com/office/drawing/2014/main" id="{9CDA443B-C3F2-44CF-A994-C76F6F4E4BB7}"/>
              </a:ext>
            </a:extLst>
          </p:cNvPr>
          <p:cNvSpPr>
            <a:spLocks/>
          </p:cNvSpPr>
          <p:nvPr/>
        </p:nvSpPr>
        <p:spPr>
          <a:xfrm>
            <a:off x="6594660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6865">
            <a:extLst>
              <a:ext uri="{FF2B5EF4-FFF2-40B4-BE49-F238E27FC236}">
                <a16:creationId xmlns:a16="http://schemas.microsoft.com/office/drawing/2014/main" id="{60EFD81A-271B-4749-9328-1CE7830832DB}"/>
              </a:ext>
            </a:extLst>
          </p:cNvPr>
          <p:cNvSpPr>
            <a:spLocks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6866">
            <a:extLst>
              <a:ext uri="{FF2B5EF4-FFF2-40B4-BE49-F238E27FC236}">
                <a16:creationId xmlns:a16="http://schemas.microsoft.com/office/drawing/2014/main" id="{0682E93E-82E3-4B14-A98D-AD99C4762E41}"/>
              </a:ext>
            </a:extLst>
          </p:cNvPr>
          <p:cNvSpPr>
            <a:spLocks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6867">
            <a:extLst>
              <a:ext uri="{FF2B5EF4-FFF2-40B4-BE49-F238E27FC236}">
                <a16:creationId xmlns:a16="http://schemas.microsoft.com/office/drawing/2014/main" id="{0DF95EF7-963E-4160-8BD9-7DCB02E07995}"/>
              </a:ext>
            </a:extLst>
          </p:cNvPr>
          <p:cNvSpPr>
            <a:spLocks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6868">
            <a:extLst>
              <a:ext uri="{FF2B5EF4-FFF2-40B4-BE49-F238E27FC236}">
                <a16:creationId xmlns:a16="http://schemas.microsoft.com/office/drawing/2014/main" id="{548B822D-47C4-4AE7-8340-DC3DA7A1521E}"/>
              </a:ext>
            </a:extLst>
          </p:cNvPr>
          <p:cNvSpPr>
            <a:spLocks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6869">
            <a:extLst>
              <a:ext uri="{FF2B5EF4-FFF2-40B4-BE49-F238E27FC236}">
                <a16:creationId xmlns:a16="http://schemas.microsoft.com/office/drawing/2014/main" id="{BA6944E8-EBBE-4239-B4E4-F2F35F740393}"/>
              </a:ext>
            </a:extLst>
          </p:cNvPr>
          <p:cNvSpPr>
            <a:spLocks/>
          </p:cNvSpPr>
          <p:nvPr/>
        </p:nvSpPr>
        <p:spPr>
          <a:xfrm>
            <a:off x="675498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6870">
            <a:extLst>
              <a:ext uri="{FF2B5EF4-FFF2-40B4-BE49-F238E27FC236}">
                <a16:creationId xmlns:a16="http://schemas.microsoft.com/office/drawing/2014/main" id="{D7FE6FBA-A4E0-4A1D-AD95-2EDA0B42C430}"/>
              </a:ext>
            </a:extLst>
          </p:cNvPr>
          <p:cNvSpPr>
            <a:spLocks/>
          </p:cNvSpPr>
          <p:nvPr/>
        </p:nvSpPr>
        <p:spPr>
          <a:xfrm>
            <a:off x="6507938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6871">
            <a:extLst>
              <a:ext uri="{FF2B5EF4-FFF2-40B4-BE49-F238E27FC236}">
                <a16:creationId xmlns:a16="http://schemas.microsoft.com/office/drawing/2014/main" id="{B9A6B51A-D8FA-4D38-BED5-B856E655A728}"/>
              </a:ext>
            </a:extLst>
          </p:cNvPr>
          <p:cNvSpPr>
            <a:spLocks/>
          </p:cNvSpPr>
          <p:nvPr/>
        </p:nvSpPr>
        <p:spPr>
          <a:xfrm>
            <a:off x="6388410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6872">
            <a:extLst>
              <a:ext uri="{FF2B5EF4-FFF2-40B4-BE49-F238E27FC236}">
                <a16:creationId xmlns:a16="http://schemas.microsoft.com/office/drawing/2014/main" id="{8B7E42F7-C637-4017-B3D6-F2E411B9B85A}"/>
              </a:ext>
            </a:extLst>
          </p:cNvPr>
          <p:cNvSpPr>
            <a:spLocks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6873">
            <a:extLst>
              <a:ext uri="{FF2B5EF4-FFF2-40B4-BE49-F238E27FC236}">
                <a16:creationId xmlns:a16="http://schemas.microsoft.com/office/drawing/2014/main" id="{B392FD78-2DBE-4725-B2E1-779F515653F9}"/>
              </a:ext>
            </a:extLst>
          </p:cNvPr>
          <p:cNvSpPr>
            <a:spLocks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6874">
            <a:extLst>
              <a:ext uri="{FF2B5EF4-FFF2-40B4-BE49-F238E27FC236}">
                <a16:creationId xmlns:a16="http://schemas.microsoft.com/office/drawing/2014/main" id="{B87706E2-8B88-41F1-9B5B-2D1CB38AB64D}"/>
              </a:ext>
            </a:extLst>
          </p:cNvPr>
          <p:cNvSpPr>
            <a:spLocks/>
          </p:cNvSpPr>
          <p:nvPr/>
        </p:nvSpPr>
        <p:spPr>
          <a:xfrm>
            <a:off x="6831434" y="407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6875">
            <a:extLst>
              <a:ext uri="{FF2B5EF4-FFF2-40B4-BE49-F238E27FC236}">
                <a16:creationId xmlns:a16="http://schemas.microsoft.com/office/drawing/2014/main" id="{A2E90C29-1467-4A38-B605-792F5ED67424}"/>
              </a:ext>
            </a:extLst>
          </p:cNvPr>
          <p:cNvSpPr>
            <a:spLocks/>
          </p:cNvSpPr>
          <p:nvPr/>
        </p:nvSpPr>
        <p:spPr>
          <a:xfrm>
            <a:off x="679684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6876">
            <a:extLst>
              <a:ext uri="{FF2B5EF4-FFF2-40B4-BE49-F238E27FC236}">
                <a16:creationId xmlns:a16="http://schemas.microsoft.com/office/drawing/2014/main" id="{DCB27B43-C761-4665-AA99-0F52D59CE4DE}"/>
              </a:ext>
            </a:extLst>
          </p:cNvPr>
          <p:cNvSpPr>
            <a:spLocks/>
          </p:cNvSpPr>
          <p:nvPr/>
        </p:nvSpPr>
        <p:spPr>
          <a:xfrm>
            <a:off x="66313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6877">
            <a:extLst>
              <a:ext uri="{FF2B5EF4-FFF2-40B4-BE49-F238E27FC236}">
                <a16:creationId xmlns:a16="http://schemas.microsoft.com/office/drawing/2014/main" id="{F9C7F37D-0A14-4DD6-BE3B-C1F1E32A3895}"/>
              </a:ext>
            </a:extLst>
          </p:cNvPr>
          <p:cNvSpPr>
            <a:spLocks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6878">
            <a:extLst>
              <a:ext uri="{FF2B5EF4-FFF2-40B4-BE49-F238E27FC236}">
                <a16:creationId xmlns:a16="http://schemas.microsoft.com/office/drawing/2014/main" id="{F4ECF757-A9EB-4364-A597-C002AE00A26F}"/>
              </a:ext>
            </a:extLst>
          </p:cNvPr>
          <p:cNvSpPr>
            <a:spLocks/>
          </p:cNvSpPr>
          <p:nvPr/>
        </p:nvSpPr>
        <p:spPr>
          <a:xfrm>
            <a:off x="6503489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6879">
            <a:extLst>
              <a:ext uri="{FF2B5EF4-FFF2-40B4-BE49-F238E27FC236}">
                <a16:creationId xmlns:a16="http://schemas.microsoft.com/office/drawing/2014/main" id="{1FDBD27F-EE99-4C3C-96B6-22956825E669}"/>
              </a:ext>
            </a:extLst>
          </p:cNvPr>
          <p:cNvSpPr>
            <a:spLocks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6880">
            <a:extLst>
              <a:ext uri="{FF2B5EF4-FFF2-40B4-BE49-F238E27FC236}">
                <a16:creationId xmlns:a16="http://schemas.microsoft.com/office/drawing/2014/main" id="{652F6DB1-109F-4E30-AF05-CCBEFECA35D8}"/>
              </a:ext>
            </a:extLst>
          </p:cNvPr>
          <p:cNvSpPr>
            <a:spLocks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6881">
            <a:extLst>
              <a:ext uri="{FF2B5EF4-FFF2-40B4-BE49-F238E27FC236}">
                <a16:creationId xmlns:a16="http://schemas.microsoft.com/office/drawing/2014/main" id="{56AB664C-CC98-4E08-945F-D82981BD901B}"/>
              </a:ext>
            </a:extLst>
          </p:cNvPr>
          <p:cNvSpPr>
            <a:spLocks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6882">
            <a:extLst>
              <a:ext uri="{FF2B5EF4-FFF2-40B4-BE49-F238E27FC236}">
                <a16:creationId xmlns:a16="http://schemas.microsoft.com/office/drawing/2014/main" id="{A704A634-6436-4F62-9589-BA893D4DBD9E}"/>
              </a:ext>
            </a:extLst>
          </p:cNvPr>
          <p:cNvSpPr>
            <a:spLocks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6883">
            <a:extLst>
              <a:ext uri="{FF2B5EF4-FFF2-40B4-BE49-F238E27FC236}">
                <a16:creationId xmlns:a16="http://schemas.microsoft.com/office/drawing/2014/main" id="{78FE7133-4990-4737-A5EB-643885C1E896}"/>
              </a:ext>
            </a:extLst>
          </p:cNvPr>
          <p:cNvSpPr>
            <a:spLocks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6884">
            <a:extLst>
              <a:ext uri="{FF2B5EF4-FFF2-40B4-BE49-F238E27FC236}">
                <a16:creationId xmlns:a16="http://schemas.microsoft.com/office/drawing/2014/main" id="{5DA1FBD9-0943-4DDE-AE0E-623EAF74517E}"/>
              </a:ext>
            </a:extLst>
          </p:cNvPr>
          <p:cNvSpPr>
            <a:spLocks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6885">
            <a:extLst>
              <a:ext uri="{FF2B5EF4-FFF2-40B4-BE49-F238E27FC236}">
                <a16:creationId xmlns:a16="http://schemas.microsoft.com/office/drawing/2014/main" id="{C60558EE-884D-4160-B96B-5B700965258D}"/>
              </a:ext>
            </a:extLst>
          </p:cNvPr>
          <p:cNvSpPr>
            <a:spLocks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6886">
            <a:extLst>
              <a:ext uri="{FF2B5EF4-FFF2-40B4-BE49-F238E27FC236}">
                <a16:creationId xmlns:a16="http://schemas.microsoft.com/office/drawing/2014/main" id="{541A079A-E9BC-4023-916D-309814BD284A}"/>
              </a:ext>
            </a:extLst>
          </p:cNvPr>
          <p:cNvSpPr>
            <a:spLocks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6887">
            <a:extLst>
              <a:ext uri="{FF2B5EF4-FFF2-40B4-BE49-F238E27FC236}">
                <a16:creationId xmlns:a16="http://schemas.microsoft.com/office/drawing/2014/main" id="{8746BC82-3C72-4D6F-AEC0-86F94466F401}"/>
              </a:ext>
            </a:extLst>
          </p:cNvPr>
          <p:cNvSpPr>
            <a:spLocks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6888">
            <a:extLst>
              <a:ext uri="{FF2B5EF4-FFF2-40B4-BE49-F238E27FC236}">
                <a16:creationId xmlns:a16="http://schemas.microsoft.com/office/drawing/2014/main" id="{269F942E-47EE-490A-B3D2-0A47EE7BD2D5}"/>
              </a:ext>
            </a:extLst>
          </p:cNvPr>
          <p:cNvSpPr>
            <a:spLocks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6889">
            <a:extLst>
              <a:ext uri="{FF2B5EF4-FFF2-40B4-BE49-F238E27FC236}">
                <a16:creationId xmlns:a16="http://schemas.microsoft.com/office/drawing/2014/main" id="{04757479-2514-4E5F-A35E-76B89E5BD039}"/>
              </a:ext>
            </a:extLst>
          </p:cNvPr>
          <p:cNvSpPr>
            <a:spLocks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6890">
            <a:extLst>
              <a:ext uri="{FF2B5EF4-FFF2-40B4-BE49-F238E27FC236}">
                <a16:creationId xmlns:a16="http://schemas.microsoft.com/office/drawing/2014/main" id="{CD30751E-0BF9-4200-B51D-1F9525567F1E}"/>
              </a:ext>
            </a:extLst>
          </p:cNvPr>
          <p:cNvSpPr>
            <a:spLocks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6891">
            <a:extLst>
              <a:ext uri="{FF2B5EF4-FFF2-40B4-BE49-F238E27FC236}">
                <a16:creationId xmlns:a16="http://schemas.microsoft.com/office/drawing/2014/main" id="{08769138-591E-4F5B-B07D-241DD330842B}"/>
              </a:ext>
            </a:extLst>
          </p:cNvPr>
          <p:cNvSpPr>
            <a:spLocks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6892">
            <a:extLst>
              <a:ext uri="{FF2B5EF4-FFF2-40B4-BE49-F238E27FC236}">
                <a16:creationId xmlns:a16="http://schemas.microsoft.com/office/drawing/2014/main" id="{4D565E68-0291-41B4-AD12-97A48B5EFE0F}"/>
              </a:ext>
            </a:extLst>
          </p:cNvPr>
          <p:cNvSpPr>
            <a:spLocks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6893">
            <a:extLst>
              <a:ext uri="{FF2B5EF4-FFF2-40B4-BE49-F238E27FC236}">
                <a16:creationId xmlns:a16="http://schemas.microsoft.com/office/drawing/2014/main" id="{1C2FECBD-CE81-499A-AFAA-8F88D8CA1472}"/>
              </a:ext>
            </a:extLst>
          </p:cNvPr>
          <p:cNvSpPr>
            <a:spLocks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6894">
            <a:extLst>
              <a:ext uri="{FF2B5EF4-FFF2-40B4-BE49-F238E27FC236}">
                <a16:creationId xmlns:a16="http://schemas.microsoft.com/office/drawing/2014/main" id="{CFECE020-84CF-42CB-83AC-633EC49F5E2B}"/>
              </a:ext>
            </a:extLst>
          </p:cNvPr>
          <p:cNvSpPr>
            <a:spLocks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6895">
            <a:extLst>
              <a:ext uri="{FF2B5EF4-FFF2-40B4-BE49-F238E27FC236}">
                <a16:creationId xmlns:a16="http://schemas.microsoft.com/office/drawing/2014/main" id="{AFD80EAF-CEF4-478F-87C5-0A2C700D214B}"/>
              </a:ext>
            </a:extLst>
          </p:cNvPr>
          <p:cNvSpPr>
            <a:spLocks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6896">
            <a:extLst>
              <a:ext uri="{FF2B5EF4-FFF2-40B4-BE49-F238E27FC236}">
                <a16:creationId xmlns:a16="http://schemas.microsoft.com/office/drawing/2014/main" id="{D31C9ABC-8602-46D5-B5AF-00694950D9D9}"/>
              </a:ext>
            </a:extLst>
          </p:cNvPr>
          <p:cNvSpPr>
            <a:spLocks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6897">
            <a:extLst>
              <a:ext uri="{FF2B5EF4-FFF2-40B4-BE49-F238E27FC236}">
                <a16:creationId xmlns:a16="http://schemas.microsoft.com/office/drawing/2014/main" id="{0127F55F-868F-4038-BE85-CE127B7C5D6E}"/>
              </a:ext>
            </a:extLst>
          </p:cNvPr>
          <p:cNvSpPr>
            <a:spLocks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6898">
            <a:extLst>
              <a:ext uri="{FF2B5EF4-FFF2-40B4-BE49-F238E27FC236}">
                <a16:creationId xmlns:a16="http://schemas.microsoft.com/office/drawing/2014/main" id="{E7A33D1B-EFF6-4B92-8B69-7234A1A932CC}"/>
              </a:ext>
            </a:extLst>
          </p:cNvPr>
          <p:cNvSpPr>
            <a:spLocks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6899">
            <a:extLst>
              <a:ext uri="{FF2B5EF4-FFF2-40B4-BE49-F238E27FC236}">
                <a16:creationId xmlns:a16="http://schemas.microsoft.com/office/drawing/2014/main" id="{878DBDCA-4EB7-4C33-B4C8-18EF757B0907}"/>
              </a:ext>
            </a:extLst>
          </p:cNvPr>
          <p:cNvSpPr>
            <a:spLocks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6900">
            <a:extLst>
              <a:ext uri="{FF2B5EF4-FFF2-40B4-BE49-F238E27FC236}">
                <a16:creationId xmlns:a16="http://schemas.microsoft.com/office/drawing/2014/main" id="{64080BFF-4B18-4B6B-B950-220ED2AF5110}"/>
              </a:ext>
            </a:extLst>
          </p:cNvPr>
          <p:cNvSpPr>
            <a:spLocks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6901">
            <a:extLst>
              <a:ext uri="{FF2B5EF4-FFF2-40B4-BE49-F238E27FC236}">
                <a16:creationId xmlns:a16="http://schemas.microsoft.com/office/drawing/2014/main" id="{5A55965C-74D2-441C-8D05-694B8A446FA4}"/>
              </a:ext>
            </a:extLst>
          </p:cNvPr>
          <p:cNvSpPr>
            <a:spLocks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6902">
            <a:extLst>
              <a:ext uri="{FF2B5EF4-FFF2-40B4-BE49-F238E27FC236}">
                <a16:creationId xmlns:a16="http://schemas.microsoft.com/office/drawing/2014/main" id="{402240F6-0C14-4CCB-9783-393E1EF1BD99}"/>
              </a:ext>
            </a:extLst>
          </p:cNvPr>
          <p:cNvSpPr>
            <a:spLocks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6903">
            <a:extLst>
              <a:ext uri="{FF2B5EF4-FFF2-40B4-BE49-F238E27FC236}">
                <a16:creationId xmlns:a16="http://schemas.microsoft.com/office/drawing/2014/main" id="{7A3893A9-7D9F-4921-B5BC-9448E78996A5}"/>
              </a:ext>
            </a:extLst>
          </p:cNvPr>
          <p:cNvSpPr>
            <a:spLocks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6904">
            <a:extLst>
              <a:ext uri="{FF2B5EF4-FFF2-40B4-BE49-F238E27FC236}">
                <a16:creationId xmlns:a16="http://schemas.microsoft.com/office/drawing/2014/main" id="{25422A98-7FE0-4694-83AC-AA8390605A03}"/>
              </a:ext>
            </a:extLst>
          </p:cNvPr>
          <p:cNvSpPr>
            <a:spLocks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6905">
            <a:extLst>
              <a:ext uri="{FF2B5EF4-FFF2-40B4-BE49-F238E27FC236}">
                <a16:creationId xmlns:a16="http://schemas.microsoft.com/office/drawing/2014/main" id="{F2030FC5-6124-4674-A8CF-349B67D8533A}"/>
              </a:ext>
            </a:extLst>
          </p:cNvPr>
          <p:cNvSpPr>
            <a:spLocks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6906">
            <a:extLst>
              <a:ext uri="{FF2B5EF4-FFF2-40B4-BE49-F238E27FC236}">
                <a16:creationId xmlns:a16="http://schemas.microsoft.com/office/drawing/2014/main" id="{E545D31B-D37F-49EC-8AA7-EE57482B7283}"/>
              </a:ext>
            </a:extLst>
          </p:cNvPr>
          <p:cNvSpPr>
            <a:spLocks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6907">
            <a:extLst>
              <a:ext uri="{FF2B5EF4-FFF2-40B4-BE49-F238E27FC236}">
                <a16:creationId xmlns:a16="http://schemas.microsoft.com/office/drawing/2014/main" id="{38FC0552-1575-4C29-9704-F38B0945FB5B}"/>
              </a:ext>
            </a:extLst>
          </p:cNvPr>
          <p:cNvSpPr>
            <a:spLocks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6908">
            <a:extLst>
              <a:ext uri="{FF2B5EF4-FFF2-40B4-BE49-F238E27FC236}">
                <a16:creationId xmlns:a16="http://schemas.microsoft.com/office/drawing/2014/main" id="{B12AE03E-A68C-4A6B-A9B6-4F04FB7DB909}"/>
              </a:ext>
            </a:extLst>
          </p:cNvPr>
          <p:cNvSpPr>
            <a:spLocks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6909">
            <a:extLst>
              <a:ext uri="{FF2B5EF4-FFF2-40B4-BE49-F238E27FC236}">
                <a16:creationId xmlns:a16="http://schemas.microsoft.com/office/drawing/2014/main" id="{AC6C5B82-A71B-433D-9F28-5D7D22B04692}"/>
              </a:ext>
            </a:extLst>
          </p:cNvPr>
          <p:cNvSpPr>
            <a:spLocks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6910">
            <a:extLst>
              <a:ext uri="{FF2B5EF4-FFF2-40B4-BE49-F238E27FC236}">
                <a16:creationId xmlns:a16="http://schemas.microsoft.com/office/drawing/2014/main" id="{836E9617-FB9F-4533-A04E-A9E519E5B45D}"/>
              </a:ext>
            </a:extLst>
          </p:cNvPr>
          <p:cNvSpPr>
            <a:spLocks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6911">
            <a:extLst>
              <a:ext uri="{FF2B5EF4-FFF2-40B4-BE49-F238E27FC236}">
                <a16:creationId xmlns:a16="http://schemas.microsoft.com/office/drawing/2014/main" id="{9523052E-E7FF-4C5D-9D7D-3A14CF502D65}"/>
              </a:ext>
            </a:extLst>
          </p:cNvPr>
          <p:cNvSpPr>
            <a:spLocks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6912">
            <a:extLst>
              <a:ext uri="{FF2B5EF4-FFF2-40B4-BE49-F238E27FC236}">
                <a16:creationId xmlns:a16="http://schemas.microsoft.com/office/drawing/2014/main" id="{C8449CCC-D612-4537-86FA-BB6D7A8CD558}"/>
              </a:ext>
            </a:extLst>
          </p:cNvPr>
          <p:cNvSpPr>
            <a:spLocks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6913">
            <a:extLst>
              <a:ext uri="{FF2B5EF4-FFF2-40B4-BE49-F238E27FC236}">
                <a16:creationId xmlns:a16="http://schemas.microsoft.com/office/drawing/2014/main" id="{CCDDCAFA-FC6C-420D-815A-32713C2EA017}"/>
              </a:ext>
            </a:extLst>
          </p:cNvPr>
          <p:cNvSpPr>
            <a:spLocks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6914">
            <a:extLst>
              <a:ext uri="{FF2B5EF4-FFF2-40B4-BE49-F238E27FC236}">
                <a16:creationId xmlns:a16="http://schemas.microsoft.com/office/drawing/2014/main" id="{05E8D0C8-F692-465E-84D8-AD9F9DBFE12E}"/>
              </a:ext>
            </a:extLst>
          </p:cNvPr>
          <p:cNvSpPr>
            <a:spLocks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6915">
            <a:extLst>
              <a:ext uri="{FF2B5EF4-FFF2-40B4-BE49-F238E27FC236}">
                <a16:creationId xmlns:a16="http://schemas.microsoft.com/office/drawing/2014/main" id="{EBB940D4-D4C2-4A9C-8D63-BEF4E497BFFD}"/>
              </a:ext>
            </a:extLst>
          </p:cNvPr>
          <p:cNvSpPr>
            <a:spLocks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6916">
            <a:extLst>
              <a:ext uri="{FF2B5EF4-FFF2-40B4-BE49-F238E27FC236}">
                <a16:creationId xmlns:a16="http://schemas.microsoft.com/office/drawing/2014/main" id="{C9CDA6E0-3D60-4FDA-A8D5-D9FAB2F104B3}"/>
              </a:ext>
            </a:extLst>
          </p:cNvPr>
          <p:cNvSpPr>
            <a:spLocks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6917">
            <a:extLst>
              <a:ext uri="{FF2B5EF4-FFF2-40B4-BE49-F238E27FC236}">
                <a16:creationId xmlns:a16="http://schemas.microsoft.com/office/drawing/2014/main" id="{17C3BC44-8EBB-40AC-BAC0-CC346815D17F}"/>
              </a:ext>
            </a:extLst>
          </p:cNvPr>
          <p:cNvSpPr>
            <a:spLocks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6918">
            <a:extLst>
              <a:ext uri="{FF2B5EF4-FFF2-40B4-BE49-F238E27FC236}">
                <a16:creationId xmlns:a16="http://schemas.microsoft.com/office/drawing/2014/main" id="{13BADAF9-B18A-4828-A03F-CAF61B5ED7B1}"/>
              </a:ext>
            </a:extLst>
          </p:cNvPr>
          <p:cNvSpPr>
            <a:spLocks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6919">
            <a:extLst>
              <a:ext uri="{FF2B5EF4-FFF2-40B4-BE49-F238E27FC236}">
                <a16:creationId xmlns:a16="http://schemas.microsoft.com/office/drawing/2014/main" id="{CACC6EE0-924B-4332-AE77-46A048363EA7}"/>
              </a:ext>
            </a:extLst>
          </p:cNvPr>
          <p:cNvSpPr>
            <a:spLocks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6920">
            <a:extLst>
              <a:ext uri="{FF2B5EF4-FFF2-40B4-BE49-F238E27FC236}">
                <a16:creationId xmlns:a16="http://schemas.microsoft.com/office/drawing/2014/main" id="{E235364F-1120-4577-A21C-6CA7A8E5C790}"/>
              </a:ext>
            </a:extLst>
          </p:cNvPr>
          <p:cNvSpPr>
            <a:spLocks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6921">
            <a:extLst>
              <a:ext uri="{FF2B5EF4-FFF2-40B4-BE49-F238E27FC236}">
                <a16:creationId xmlns:a16="http://schemas.microsoft.com/office/drawing/2014/main" id="{2919B4B0-93A3-4C4D-9C41-E8B949DA76BE}"/>
              </a:ext>
            </a:extLst>
          </p:cNvPr>
          <p:cNvSpPr>
            <a:spLocks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6922">
            <a:extLst>
              <a:ext uri="{FF2B5EF4-FFF2-40B4-BE49-F238E27FC236}">
                <a16:creationId xmlns:a16="http://schemas.microsoft.com/office/drawing/2014/main" id="{67694136-5492-4127-A2BF-3B79C6F2AABA}"/>
              </a:ext>
            </a:extLst>
          </p:cNvPr>
          <p:cNvSpPr>
            <a:spLocks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6923">
            <a:extLst>
              <a:ext uri="{FF2B5EF4-FFF2-40B4-BE49-F238E27FC236}">
                <a16:creationId xmlns:a16="http://schemas.microsoft.com/office/drawing/2014/main" id="{27560049-DDAA-4702-98C6-0CBE0D218482}"/>
              </a:ext>
            </a:extLst>
          </p:cNvPr>
          <p:cNvSpPr>
            <a:spLocks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6924">
            <a:extLst>
              <a:ext uri="{FF2B5EF4-FFF2-40B4-BE49-F238E27FC236}">
                <a16:creationId xmlns:a16="http://schemas.microsoft.com/office/drawing/2014/main" id="{29750432-FA49-48FB-95F6-443ABCB9CBC5}"/>
              </a:ext>
            </a:extLst>
          </p:cNvPr>
          <p:cNvSpPr>
            <a:spLocks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6925">
            <a:extLst>
              <a:ext uri="{FF2B5EF4-FFF2-40B4-BE49-F238E27FC236}">
                <a16:creationId xmlns:a16="http://schemas.microsoft.com/office/drawing/2014/main" id="{E89A9EAE-2981-41A8-B6C0-52C532D86A19}"/>
              </a:ext>
            </a:extLst>
          </p:cNvPr>
          <p:cNvSpPr>
            <a:spLocks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6926">
            <a:extLst>
              <a:ext uri="{FF2B5EF4-FFF2-40B4-BE49-F238E27FC236}">
                <a16:creationId xmlns:a16="http://schemas.microsoft.com/office/drawing/2014/main" id="{1AFDBB88-7647-4221-BBC0-AFDB5A9271DE}"/>
              </a:ext>
            </a:extLst>
          </p:cNvPr>
          <p:cNvSpPr>
            <a:spLocks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6927">
            <a:extLst>
              <a:ext uri="{FF2B5EF4-FFF2-40B4-BE49-F238E27FC236}">
                <a16:creationId xmlns:a16="http://schemas.microsoft.com/office/drawing/2014/main" id="{E8B766DC-443B-4249-A402-102E173823A5}"/>
              </a:ext>
            </a:extLst>
          </p:cNvPr>
          <p:cNvSpPr>
            <a:spLocks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6928">
            <a:extLst>
              <a:ext uri="{FF2B5EF4-FFF2-40B4-BE49-F238E27FC236}">
                <a16:creationId xmlns:a16="http://schemas.microsoft.com/office/drawing/2014/main" id="{98D81AC7-8328-4F08-A915-CF723F51E761}"/>
              </a:ext>
            </a:extLst>
          </p:cNvPr>
          <p:cNvSpPr>
            <a:spLocks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6929">
            <a:extLst>
              <a:ext uri="{FF2B5EF4-FFF2-40B4-BE49-F238E27FC236}">
                <a16:creationId xmlns:a16="http://schemas.microsoft.com/office/drawing/2014/main" id="{4E6C8B38-A2F1-4D5E-8DDA-1E42FB2F50D9}"/>
              </a:ext>
            </a:extLst>
          </p:cNvPr>
          <p:cNvSpPr>
            <a:spLocks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6930">
            <a:extLst>
              <a:ext uri="{FF2B5EF4-FFF2-40B4-BE49-F238E27FC236}">
                <a16:creationId xmlns:a16="http://schemas.microsoft.com/office/drawing/2014/main" id="{C0EDDAE7-E283-4A0A-BFCA-992840C9B310}"/>
              </a:ext>
            </a:extLst>
          </p:cNvPr>
          <p:cNvSpPr>
            <a:spLocks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6931">
            <a:extLst>
              <a:ext uri="{FF2B5EF4-FFF2-40B4-BE49-F238E27FC236}">
                <a16:creationId xmlns:a16="http://schemas.microsoft.com/office/drawing/2014/main" id="{BACA7F58-E13A-445F-BD60-EE083A75B625}"/>
              </a:ext>
            </a:extLst>
          </p:cNvPr>
          <p:cNvSpPr>
            <a:spLocks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6932">
            <a:extLst>
              <a:ext uri="{FF2B5EF4-FFF2-40B4-BE49-F238E27FC236}">
                <a16:creationId xmlns:a16="http://schemas.microsoft.com/office/drawing/2014/main" id="{EA868C68-1A46-414F-B2F8-4EEE4542ABEE}"/>
              </a:ext>
            </a:extLst>
          </p:cNvPr>
          <p:cNvSpPr>
            <a:spLocks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6933">
            <a:extLst>
              <a:ext uri="{FF2B5EF4-FFF2-40B4-BE49-F238E27FC236}">
                <a16:creationId xmlns:a16="http://schemas.microsoft.com/office/drawing/2014/main" id="{10D72390-F9DF-40BD-B401-8E4ECC3F2A5F}"/>
              </a:ext>
            </a:extLst>
          </p:cNvPr>
          <p:cNvSpPr>
            <a:spLocks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6934">
            <a:extLst>
              <a:ext uri="{FF2B5EF4-FFF2-40B4-BE49-F238E27FC236}">
                <a16:creationId xmlns:a16="http://schemas.microsoft.com/office/drawing/2014/main" id="{C2B52C1D-4F18-4B49-8B2C-0820FF72FD4F}"/>
              </a:ext>
            </a:extLst>
          </p:cNvPr>
          <p:cNvSpPr>
            <a:spLocks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6935">
            <a:extLst>
              <a:ext uri="{FF2B5EF4-FFF2-40B4-BE49-F238E27FC236}">
                <a16:creationId xmlns:a16="http://schemas.microsoft.com/office/drawing/2014/main" id="{2FF117BD-9BF1-4CC0-8D13-C004AF8ED3B4}"/>
              </a:ext>
            </a:extLst>
          </p:cNvPr>
          <p:cNvSpPr>
            <a:spLocks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6936">
            <a:extLst>
              <a:ext uri="{FF2B5EF4-FFF2-40B4-BE49-F238E27FC236}">
                <a16:creationId xmlns:a16="http://schemas.microsoft.com/office/drawing/2014/main" id="{DEA9D77F-1B2A-4088-8E13-53D76455D106}"/>
              </a:ext>
            </a:extLst>
          </p:cNvPr>
          <p:cNvSpPr>
            <a:spLocks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6937">
            <a:extLst>
              <a:ext uri="{FF2B5EF4-FFF2-40B4-BE49-F238E27FC236}">
                <a16:creationId xmlns:a16="http://schemas.microsoft.com/office/drawing/2014/main" id="{B2A96C4E-0546-4C1C-80CF-6C37B158FF95}"/>
              </a:ext>
            </a:extLst>
          </p:cNvPr>
          <p:cNvSpPr>
            <a:spLocks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6938">
            <a:extLst>
              <a:ext uri="{FF2B5EF4-FFF2-40B4-BE49-F238E27FC236}">
                <a16:creationId xmlns:a16="http://schemas.microsoft.com/office/drawing/2014/main" id="{F2413566-B061-4515-9433-E6732CF51A62}"/>
              </a:ext>
            </a:extLst>
          </p:cNvPr>
          <p:cNvSpPr>
            <a:spLocks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6939">
            <a:extLst>
              <a:ext uri="{FF2B5EF4-FFF2-40B4-BE49-F238E27FC236}">
                <a16:creationId xmlns:a16="http://schemas.microsoft.com/office/drawing/2014/main" id="{33E0CA7F-3D19-4B92-9330-8E1EF4A019AE}"/>
              </a:ext>
            </a:extLst>
          </p:cNvPr>
          <p:cNvSpPr>
            <a:spLocks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6940">
            <a:extLst>
              <a:ext uri="{FF2B5EF4-FFF2-40B4-BE49-F238E27FC236}">
                <a16:creationId xmlns:a16="http://schemas.microsoft.com/office/drawing/2014/main" id="{FD55C7B6-610F-4554-8A10-402702B853A5}"/>
              </a:ext>
            </a:extLst>
          </p:cNvPr>
          <p:cNvSpPr>
            <a:spLocks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6941">
            <a:extLst>
              <a:ext uri="{FF2B5EF4-FFF2-40B4-BE49-F238E27FC236}">
                <a16:creationId xmlns:a16="http://schemas.microsoft.com/office/drawing/2014/main" id="{B8800646-DDC1-43ED-BB04-45795A987074}"/>
              </a:ext>
            </a:extLst>
          </p:cNvPr>
          <p:cNvSpPr>
            <a:spLocks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6942">
            <a:extLst>
              <a:ext uri="{FF2B5EF4-FFF2-40B4-BE49-F238E27FC236}">
                <a16:creationId xmlns:a16="http://schemas.microsoft.com/office/drawing/2014/main" id="{7A9F6DBA-C6EF-4541-ADF5-9E8995D9BD57}"/>
              </a:ext>
            </a:extLst>
          </p:cNvPr>
          <p:cNvSpPr>
            <a:spLocks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6943">
            <a:extLst>
              <a:ext uri="{FF2B5EF4-FFF2-40B4-BE49-F238E27FC236}">
                <a16:creationId xmlns:a16="http://schemas.microsoft.com/office/drawing/2014/main" id="{A874984A-7EE1-4255-A859-11D15AF912E6}"/>
              </a:ext>
            </a:extLst>
          </p:cNvPr>
          <p:cNvSpPr>
            <a:spLocks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6944">
            <a:extLst>
              <a:ext uri="{FF2B5EF4-FFF2-40B4-BE49-F238E27FC236}">
                <a16:creationId xmlns:a16="http://schemas.microsoft.com/office/drawing/2014/main" id="{3061789A-49C5-4B6B-9FF9-EBA51E560F86}"/>
              </a:ext>
            </a:extLst>
          </p:cNvPr>
          <p:cNvSpPr>
            <a:spLocks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6945">
            <a:extLst>
              <a:ext uri="{FF2B5EF4-FFF2-40B4-BE49-F238E27FC236}">
                <a16:creationId xmlns:a16="http://schemas.microsoft.com/office/drawing/2014/main" id="{551A5D3D-0C3E-4450-8681-C47931221E5B}"/>
              </a:ext>
            </a:extLst>
          </p:cNvPr>
          <p:cNvSpPr>
            <a:spLocks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6946">
            <a:extLst>
              <a:ext uri="{FF2B5EF4-FFF2-40B4-BE49-F238E27FC236}">
                <a16:creationId xmlns:a16="http://schemas.microsoft.com/office/drawing/2014/main" id="{4C80519B-DD74-411A-B1CD-D5EC69D26AD4}"/>
              </a:ext>
            </a:extLst>
          </p:cNvPr>
          <p:cNvSpPr>
            <a:spLocks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6947">
            <a:extLst>
              <a:ext uri="{FF2B5EF4-FFF2-40B4-BE49-F238E27FC236}">
                <a16:creationId xmlns:a16="http://schemas.microsoft.com/office/drawing/2014/main" id="{5020616F-D037-471C-80D2-1D445008D13B}"/>
              </a:ext>
            </a:extLst>
          </p:cNvPr>
          <p:cNvSpPr>
            <a:spLocks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6948">
            <a:extLst>
              <a:ext uri="{FF2B5EF4-FFF2-40B4-BE49-F238E27FC236}">
                <a16:creationId xmlns:a16="http://schemas.microsoft.com/office/drawing/2014/main" id="{41B26DE8-6C0C-4F30-B40F-AE83C1B715B0}"/>
              </a:ext>
            </a:extLst>
          </p:cNvPr>
          <p:cNvSpPr>
            <a:spLocks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6949">
            <a:extLst>
              <a:ext uri="{FF2B5EF4-FFF2-40B4-BE49-F238E27FC236}">
                <a16:creationId xmlns:a16="http://schemas.microsoft.com/office/drawing/2014/main" id="{7C685628-DDB2-45CA-B958-CEB0F3FDD293}"/>
              </a:ext>
            </a:extLst>
          </p:cNvPr>
          <p:cNvSpPr>
            <a:spLocks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6950">
            <a:extLst>
              <a:ext uri="{FF2B5EF4-FFF2-40B4-BE49-F238E27FC236}">
                <a16:creationId xmlns:a16="http://schemas.microsoft.com/office/drawing/2014/main" id="{F4CE4FBD-056E-4AD5-BFE2-35256ECCBDB4}"/>
              </a:ext>
            </a:extLst>
          </p:cNvPr>
          <p:cNvSpPr>
            <a:spLocks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6951">
            <a:extLst>
              <a:ext uri="{FF2B5EF4-FFF2-40B4-BE49-F238E27FC236}">
                <a16:creationId xmlns:a16="http://schemas.microsoft.com/office/drawing/2014/main" id="{6189FE56-8368-4ED3-A58F-A382BC340182}"/>
              </a:ext>
            </a:extLst>
          </p:cNvPr>
          <p:cNvSpPr>
            <a:spLocks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6952">
            <a:extLst>
              <a:ext uri="{FF2B5EF4-FFF2-40B4-BE49-F238E27FC236}">
                <a16:creationId xmlns:a16="http://schemas.microsoft.com/office/drawing/2014/main" id="{F60EC6B2-1F15-42BA-BB48-09C7D3F9277C}"/>
              </a:ext>
            </a:extLst>
          </p:cNvPr>
          <p:cNvSpPr>
            <a:spLocks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6953">
            <a:extLst>
              <a:ext uri="{FF2B5EF4-FFF2-40B4-BE49-F238E27FC236}">
                <a16:creationId xmlns:a16="http://schemas.microsoft.com/office/drawing/2014/main" id="{95A47BE8-B304-49B3-9DCE-0067A641F1A4}"/>
              </a:ext>
            </a:extLst>
          </p:cNvPr>
          <p:cNvSpPr>
            <a:spLocks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6954">
            <a:extLst>
              <a:ext uri="{FF2B5EF4-FFF2-40B4-BE49-F238E27FC236}">
                <a16:creationId xmlns:a16="http://schemas.microsoft.com/office/drawing/2014/main" id="{7FC4084B-AE05-4BDD-9DBA-00AC3FE4B284}"/>
              </a:ext>
            </a:extLst>
          </p:cNvPr>
          <p:cNvSpPr>
            <a:spLocks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6955">
            <a:extLst>
              <a:ext uri="{FF2B5EF4-FFF2-40B4-BE49-F238E27FC236}">
                <a16:creationId xmlns:a16="http://schemas.microsoft.com/office/drawing/2014/main" id="{8368FD4F-23B7-4B05-A39E-066A64E90DFB}"/>
              </a:ext>
            </a:extLst>
          </p:cNvPr>
          <p:cNvSpPr>
            <a:spLocks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6956">
            <a:extLst>
              <a:ext uri="{FF2B5EF4-FFF2-40B4-BE49-F238E27FC236}">
                <a16:creationId xmlns:a16="http://schemas.microsoft.com/office/drawing/2014/main" id="{CE5159BD-367F-4A17-9E21-E499014C1490}"/>
              </a:ext>
            </a:extLst>
          </p:cNvPr>
          <p:cNvSpPr>
            <a:spLocks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6957">
            <a:extLst>
              <a:ext uri="{FF2B5EF4-FFF2-40B4-BE49-F238E27FC236}">
                <a16:creationId xmlns:a16="http://schemas.microsoft.com/office/drawing/2014/main" id="{DD3F9AF6-383C-4D5D-9623-2F3A20D9A685}"/>
              </a:ext>
            </a:extLst>
          </p:cNvPr>
          <p:cNvSpPr>
            <a:spLocks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6958">
            <a:extLst>
              <a:ext uri="{FF2B5EF4-FFF2-40B4-BE49-F238E27FC236}">
                <a16:creationId xmlns:a16="http://schemas.microsoft.com/office/drawing/2014/main" id="{1EDA001B-C2E2-4D88-9A95-7F744944908A}"/>
              </a:ext>
            </a:extLst>
          </p:cNvPr>
          <p:cNvSpPr>
            <a:spLocks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6959">
            <a:extLst>
              <a:ext uri="{FF2B5EF4-FFF2-40B4-BE49-F238E27FC236}">
                <a16:creationId xmlns:a16="http://schemas.microsoft.com/office/drawing/2014/main" id="{B31ECFAD-B3C3-4C85-9B36-33F6274812D5}"/>
              </a:ext>
            </a:extLst>
          </p:cNvPr>
          <p:cNvSpPr>
            <a:spLocks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6960">
            <a:extLst>
              <a:ext uri="{FF2B5EF4-FFF2-40B4-BE49-F238E27FC236}">
                <a16:creationId xmlns:a16="http://schemas.microsoft.com/office/drawing/2014/main" id="{73D22A3B-D797-47CC-B943-512DCFFBD243}"/>
              </a:ext>
            </a:extLst>
          </p:cNvPr>
          <p:cNvSpPr>
            <a:spLocks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6961">
            <a:extLst>
              <a:ext uri="{FF2B5EF4-FFF2-40B4-BE49-F238E27FC236}">
                <a16:creationId xmlns:a16="http://schemas.microsoft.com/office/drawing/2014/main" id="{ACC5BAA0-A035-4CC0-9157-1CB7470937AB}"/>
              </a:ext>
            </a:extLst>
          </p:cNvPr>
          <p:cNvSpPr>
            <a:spLocks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6962">
            <a:extLst>
              <a:ext uri="{FF2B5EF4-FFF2-40B4-BE49-F238E27FC236}">
                <a16:creationId xmlns:a16="http://schemas.microsoft.com/office/drawing/2014/main" id="{E0FC8504-1B94-4601-B7FE-1D726D12023A}"/>
              </a:ext>
            </a:extLst>
          </p:cNvPr>
          <p:cNvSpPr>
            <a:spLocks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6963">
            <a:extLst>
              <a:ext uri="{FF2B5EF4-FFF2-40B4-BE49-F238E27FC236}">
                <a16:creationId xmlns:a16="http://schemas.microsoft.com/office/drawing/2014/main" id="{E0E01842-065E-48B1-B968-02C82FEB1BF5}"/>
              </a:ext>
            </a:extLst>
          </p:cNvPr>
          <p:cNvSpPr>
            <a:spLocks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6964">
            <a:extLst>
              <a:ext uri="{FF2B5EF4-FFF2-40B4-BE49-F238E27FC236}">
                <a16:creationId xmlns:a16="http://schemas.microsoft.com/office/drawing/2014/main" id="{04741F27-4C90-4AAD-B6D4-FCEF115A774A}"/>
              </a:ext>
            </a:extLst>
          </p:cNvPr>
          <p:cNvSpPr>
            <a:spLocks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6965">
            <a:extLst>
              <a:ext uri="{FF2B5EF4-FFF2-40B4-BE49-F238E27FC236}">
                <a16:creationId xmlns:a16="http://schemas.microsoft.com/office/drawing/2014/main" id="{F45CA857-8E37-4F6B-B75D-6BC13682E40F}"/>
              </a:ext>
            </a:extLst>
          </p:cNvPr>
          <p:cNvSpPr>
            <a:spLocks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6966">
            <a:extLst>
              <a:ext uri="{FF2B5EF4-FFF2-40B4-BE49-F238E27FC236}">
                <a16:creationId xmlns:a16="http://schemas.microsoft.com/office/drawing/2014/main" id="{37A17EE1-89CA-483B-A24F-DE86933DCF4A}"/>
              </a:ext>
            </a:extLst>
          </p:cNvPr>
          <p:cNvSpPr>
            <a:spLocks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6967">
            <a:extLst>
              <a:ext uri="{FF2B5EF4-FFF2-40B4-BE49-F238E27FC236}">
                <a16:creationId xmlns:a16="http://schemas.microsoft.com/office/drawing/2014/main" id="{42EFC002-41C7-487F-9180-5BC03B85FBC9}"/>
              </a:ext>
            </a:extLst>
          </p:cNvPr>
          <p:cNvSpPr>
            <a:spLocks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6968">
            <a:extLst>
              <a:ext uri="{FF2B5EF4-FFF2-40B4-BE49-F238E27FC236}">
                <a16:creationId xmlns:a16="http://schemas.microsoft.com/office/drawing/2014/main" id="{CD081E25-F5B3-45D7-B0D2-1B59B7A9DDE8}"/>
              </a:ext>
            </a:extLst>
          </p:cNvPr>
          <p:cNvSpPr>
            <a:spLocks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6969">
            <a:extLst>
              <a:ext uri="{FF2B5EF4-FFF2-40B4-BE49-F238E27FC236}">
                <a16:creationId xmlns:a16="http://schemas.microsoft.com/office/drawing/2014/main" id="{BAB8665B-466A-4FF7-9C3B-B62F87F0AEE3}"/>
              </a:ext>
            </a:extLst>
          </p:cNvPr>
          <p:cNvSpPr>
            <a:spLocks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6970">
            <a:extLst>
              <a:ext uri="{FF2B5EF4-FFF2-40B4-BE49-F238E27FC236}">
                <a16:creationId xmlns:a16="http://schemas.microsoft.com/office/drawing/2014/main" id="{CF96DA37-3EC4-4CAF-A794-FA9A6705FD2E}"/>
              </a:ext>
            </a:extLst>
          </p:cNvPr>
          <p:cNvSpPr>
            <a:spLocks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6971">
            <a:extLst>
              <a:ext uri="{FF2B5EF4-FFF2-40B4-BE49-F238E27FC236}">
                <a16:creationId xmlns:a16="http://schemas.microsoft.com/office/drawing/2014/main" id="{E3404117-E76E-44C1-8AEE-B2EC14DBF4DE}"/>
              </a:ext>
            </a:extLst>
          </p:cNvPr>
          <p:cNvSpPr>
            <a:spLocks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6972">
            <a:extLst>
              <a:ext uri="{FF2B5EF4-FFF2-40B4-BE49-F238E27FC236}">
                <a16:creationId xmlns:a16="http://schemas.microsoft.com/office/drawing/2014/main" id="{3C38627B-60C0-4EDA-B1C5-F9FEB71A8169}"/>
              </a:ext>
            </a:extLst>
          </p:cNvPr>
          <p:cNvSpPr>
            <a:spLocks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6973">
            <a:extLst>
              <a:ext uri="{FF2B5EF4-FFF2-40B4-BE49-F238E27FC236}">
                <a16:creationId xmlns:a16="http://schemas.microsoft.com/office/drawing/2014/main" id="{EFE429B0-BD5B-4D19-8586-1E36C53E243D}"/>
              </a:ext>
            </a:extLst>
          </p:cNvPr>
          <p:cNvSpPr>
            <a:spLocks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6974">
            <a:extLst>
              <a:ext uri="{FF2B5EF4-FFF2-40B4-BE49-F238E27FC236}">
                <a16:creationId xmlns:a16="http://schemas.microsoft.com/office/drawing/2014/main" id="{40C310C5-1B2D-4DFD-9F42-4BF71E93047C}"/>
              </a:ext>
            </a:extLst>
          </p:cNvPr>
          <p:cNvSpPr>
            <a:spLocks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6975">
            <a:extLst>
              <a:ext uri="{FF2B5EF4-FFF2-40B4-BE49-F238E27FC236}">
                <a16:creationId xmlns:a16="http://schemas.microsoft.com/office/drawing/2014/main" id="{BA0C1F75-C54E-4013-B589-E81383F16D94}"/>
              </a:ext>
            </a:extLst>
          </p:cNvPr>
          <p:cNvSpPr>
            <a:spLocks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6976">
            <a:extLst>
              <a:ext uri="{FF2B5EF4-FFF2-40B4-BE49-F238E27FC236}">
                <a16:creationId xmlns:a16="http://schemas.microsoft.com/office/drawing/2014/main" id="{9FC77E58-962B-494E-B2B7-AA1EF45F7894}"/>
              </a:ext>
            </a:extLst>
          </p:cNvPr>
          <p:cNvSpPr>
            <a:spLocks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6977">
            <a:extLst>
              <a:ext uri="{FF2B5EF4-FFF2-40B4-BE49-F238E27FC236}">
                <a16:creationId xmlns:a16="http://schemas.microsoft.com/office/drawing/2014/main" id="{731D5945-C331-49B8-BA6F-4E0D53FCCEEC}"/>
              </a:ext>
            </a:extLst>
          </p:cNvPr>
          <p:cNvSpPr>
            <a:spLocks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6978">
            <a:extLst>
              <a:ext uri="{FF2B5EF4-FFF2-40B4-BE49-F238E27FC236}">
                <a16:creationId xmlns:a16="http://schemas.microsoft.com/office/drawing/2014/main" id="{CB814310-5294-4A99-81F6-D3033BC00C6C}"/>
              </a:ext>
            </a:extLst>
          </p:cNvPr>
          <p:cNvSpPr>
            <a:spLocks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6979">
            <a:extLst>
              <a:ext uri="{FF2B5EF4-FFF2-40B4-BE49-F238E27FC236}">
                <a16:creationId xmlns:a16="http://schemas.microsoft.com/office/drawing/2014/main" id="{C97CE319-DD80-4903-B9D0-34DEFE6E91BF}"/>
              </a:ext>
            </a:extLst>
          </p:cNvPr>
          <p:cNvSpPr>
            <a:spLocks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6980">
            <a:extLst>
              <a:ext uri="{FF2B5EF4-FFF2-40B4-BE49-F238E27FC236}">
                <a16:creationId xmlns:a16="http://schemas.microsoft.com/office/drawing/2014/main" id="{53BD6605-4BE3-48F1-9D9E-36D22C9579AF}"/>
              </a:ext>
            </a:extLst>
          </p:cNvPr>
          <p:cNvSpPr>
            <a:spLocks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6981">
            <a:extLst>
              <a:ext uri="{FF2B5EF4-FFF2-40B4-BE49-F238E27FC236}">
                <a16:creationId xmlns:a16="http://schemas.microsoft.com/office/drawing/2014/main" id="{1E0567D1-5822-45DA-BFDE-F2FE4C7A62BC}"/>
              </a:ext>
            </a:extLst>
          </p:cNvPr>
          <p:cNvSpPr>
            <a:spLocks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6982">
            <a:extLst>
              <a:ext uri="{FF2B5EF4-FFF2-40B4-BE49-F238E27FC236}">
                <a16:creationId xmlns:a16="http://schemas.microsoft.com/office/drawing/2014/main" id="{13B1FCCA-1493-42E6-8F8E-BBE71EB47ABB}"/>
              </a:ext>
            </a:extLst>
          </p:cNvPr>
          <p:cNvSpPr>
            <a:spLocks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6983">
            <a:extLst>
              <a:ext uri="{FF2B5EF4-FFF2-40B4-BE49-F238E27FC236}">
                <a16:creationId xmlns:a16="http://schemas.microsoft.com/office/drawing/2014/main" id="{DE720A95-4816-445D-B748-5AE5E2E0C931}"/>
              </a:ext>
            </a:extLst>
          </p:cNvPr>
          <p:cNvSpPr>
            <a:spLocks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6984">
            <a:extLst>
              <a:ext uri="{FF2B5EF4-FFF2-40B4-BE49-F238E27FC236}">
                <a16:creationId xmlns:a16="http://schemas.microsoft.com/office/drawing/2014/main" id="{61637F1C-B47F-429C-A32D-012CC8C90BE1}"/>
              </a:ext>
            </a:extLst>
          </p:cNvPr>
          <p:cNvSpPr>
            <a:spLocks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6985">
            <a:extLst>
              <a:ext uri="{FF2B5EF4-FFF2-40B4-BE49-F238E27FC236}">
                <a16:creationId xmlns:a16="http://schemas.microsoft.com/office/drawing/2014/main" id="{583C2D13-6515-40DB-B756-C9B1BCC3A04F}"/>
              </a:ext>
            </a:extLst>
          </p:cNvPr>
          <p:cNvSpPr>
            <a:spLocks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6986">
            <a:extLst>
              <a:ext uri="{FF2B5EF4-FFF2-40B4-BE49-F238E27FC236}">
                <a16:creationId xmlns:a16="http://schemas.microsoft.com/office/drawing/2014/main" id="{8F17D8BD-72E5-4D5C-86F6-6C0A1A752F7A}"/>
              </a:ext>
            </a:extLst>
          </p:cNvPr>
          <p:cNvSpPr>
            <a:spLocks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6987">
            <a:extLst>
              <a:ext uri="{FF2B5EF4-FFF2-40B4-BE49-F238E27FC236}">
                <a16:creationId xmlns:a16="http://schemas.microsoft.com/office/drawing/2014/main" id="{AAE373A1-0035-41F5-B4DC-49E4959CE283}"/>
              </a:ext>
            </a:extLst>
          </p:cNvPr>
          <p:cNvSpPr>
            <a:spLocks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6988">
            <a:extLst>
              <a:ext uri="{FF2B5EF4-FFF2-40B4-BE49-F238E27FC236}">
                <a16:creationId xmlns:a16="http://schemas.microsoft.com/office/drawing/2014/main" id="{D69DE03C-6305-4457-B67D-F4C1F241F57B}"/>
              </a:ext>
            </a:extLst>
          </p:cNvPr>
          <p:cNvSpPr>
            <a:spLocks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6989">
            <a:extLst>
              <a:ext uri="{FF2B5EF4-FFF2-40B4-BE49-F238E27FC236}">
                <a16:creationId xmlns:a16="http://schemas.microsoft.com/office/drawing/2014/main" id="{5356E8AD-E068-4D0B-A9D9-6BF21F436412}"/>
              </a:ext>
            </a:extLst>
          </p:cNvPr>
          <p:cNvSpPr>
            <a:spLocks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6990">
            <a:extLst>
              <a:ext uri="{FF2B5EF4-FFF2-40B4-BE49-F238E27FC236}">
                <a16:creationId xmlns:a16="http://schemas.microsoft.com/office/drawing/2014/main" id="{9F50CE99-470E-4E7D-BDF2-576B87337974}"/>
              </a:ext>
            </a:extLst>
          </p:cNvPr>
          <p:cNvSpPr>
            <a:spLocks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6991">
            <a:extLst>
              <a:ext uri="{FF2B5EF4-FFF2-40B4-BE49-F238E27FC236}">
                <a16:creationId xmlns:a16="http://schemas.microsoft.com/office/drawing/2014/main" id="{42DBAD18-4F5A-4BBB-A37E-36F41C9015E4}"/>
              </a:ext>
            </a:extLst>
          </p:cNvPr>
          <p:cNvSpPr>
            <a:spLocks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6992">
            <a:extLst>
              <a:ext uri="{FF2B5EF4-FFF2-40B4-BE49-F238E27FC236}">
                <a16:creationId xmlns:a16="http://schemas.microsoft.com/office/drawing/2014/main" id="{04FF1430-87D5-45F3-829F-C879C8C4A246}"/>
              </a:ext>
            </a:extLst>
          </p:cNvPr>
          <p:cNvSpPr>
            <a:spLocks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6993">
            <a:extLst>
              <a:ext uri="{FF2B5EF4-FFF2-40B4-BE49-F238E27FC236}">
                <a16:creationId xmlns:a16="http://schemas.microsoft.com/office/drawing/2014/main" id="{8B41D359-D883-41CE-9FAC-3DA41A19E7C0}"/>
              </a:ext>
            </a:extLst>
          </p:cNvPr>
          <p:cNvSpPr>
            <a:spLocks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6994">
            <a:extLst>
              <a:ext uri="{FF2B5EF4-FFF2-40B4-BE49-F238E27FC236}">
                <a16:creationId xmlns:a16="http://schemas.microsoft.com/office/drawing/2014/main" id="{077B11F3-7DFA-4062-94C7-E1635B02753C}"/>
              </a:ext>
            </a:extLst>
          </p:cNvPr>
          <p:cNvSpPr>
            <a:spLocks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6995">
            <a:extLst>
              <a:ext uri="{FF2B5EF4-FFF2-40B4-BE49-F238E27FC236}">
                <a16:creationId xmlns:a16="http://schemas.microsoft.com/office/drawing/2014/main" id="{7E371DD6-E84C-4CC1-B4D4-1839EDF2C6A5}"/>
              </a:ext>
            </a:extLst>
          </p:cNvPr>
          <p:cNvSpPr>
            <a:spLocks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6996">
            <a:extLst>
              <a:ext uri="{FF2B5EF4-FFF2-40B4-BE49-F238E27FC236}">
                <a16:creationId xmlns:a16="http://schemas.microsoft.com/office/drawing/2014/main" id="{BC7CE415-232E-46FD-AAC9-9478BF7BDCE7}"/>
              </a:ext>
            </a:extLst>
          </p:cNvPr>
          <p:cNvSpPr>
            <a:spLocks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6997">
            <a:extLst>
              <a:ext uri="{FF2B5EF4-FFF2-40B4-BE49-F238E27FC236}">
                <a16:creationId xmlns:a16="http://schemas.microsoft.com/office/drawing/2014/main" id="{E213BC6E-F124-4276-ADC9-BF941CCADFD2}"/>
              </a:ext>
            </a:extLst>
          </p:cNvPr>
          <p:cNvSpPr>
            <a:spLocks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6998">
            <a:extLst>
              <a:ext uri="{FF2B5EF4-FFF2-40B4-BE49-F238E27FC236}">
                <a16:creationId xmlns:a16="http://schemas.microsoft.com/office/drawing/2014/main" id="{686B8F9A-3A04-43CF-AD28-888A5E7E6B34}"/>
              </a:ext>
            </a:extLst>
          </p:cNvPr>
          <p:cNvSpPr>
            <a:spLocks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6999">
            <a:extLst>
              <a:ext uri="{FF2B5EF4-FFF2-40B4-BE49-F238E27FC236}">
                <a16:creationId xmlns:a16="http://schemas.microsoft.com/office/drawing/2014/main" id="{AE0DFD69-7B4D-4F7C-8FC1-AE7C2DAADE02}"/>
              </a:ext>
            </a:extLst>
          </p:cNvPr>
          <p:cNvSpPr>
            <a:spLocks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7000">
            <a:extLst>
              <a:ext uri="{FF2B5EF4-FFF2-40B4-BE49-F238E27FC236}">
                <a16:creationId xmlns:a16="http://schemas.microsoft.com/office/drawing/2014/main" id="{9DFE149B-BDDD-40DF-96FF-23AC9ECCE455}"/>
              </a:ext>
            </a:extLst>
          </p:cNvPr>
          <p:cNvSpPr>
            <a:spLocks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7001">
            <a:extLst>
              <a:ext uri="{FF2B5EF4-FFF2-40B4-BE49-F238E27FC236}">
                <a16:creationId xmlns:a16="http://schemas.microsoft.com/office/drawing/2014/main" id="{B0327C18-376F-47F5-9A0F-15E73483B11F}"/>
              </a:ext>
            </a:extLst>
          </p:cNvPr>
          <p:cNvSpPr>
            <a:spLocks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7002">
            <a:extLst>
              <a:ext uri="{FF2B5EF4-FFF2-40B4-BE49-F238E27FC236}">
                <a16:creationId xmlns:a16="http://schemas.microsoft.com/office/drawing/2014/main" id="{240204B9-6861-4093-BB6B-643F7DC844E8}"/>
              </a:ext>
            </a:extLst>
          </p:cNvPr>
          <p:cNvSpPr>
            <a:spLocks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7003">
            <a:extLst>
              <a:ext uri="{FF2B5EF4-FFF2-40B4-BE49-F238E27FC236}">
                <a16:creationId xmlns:a16="http://schemas.microsoft.com/office/drawing/2014/main" id="{4FF2BCF5-C22F-428C-A295-ACD11669A7A4}"/>
              </a:ext>
            </a:extLst>
          </p:cNvPr>
          <p:cNvSpPr>
            <a:spLocks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7004">
            <a:extLst>
              <a:ext uri="{FF2B5EF4-FFF2-40B4-BE49-F238E27FC236}">
                <a16:creationId xmlns:a16="http://schemas.microsoft.com/office/drawing/2014/main" id="{3A54B5CC-34C2-4DDF-967D-C78782AA65F9}"/>
              </a:ext>
            </a:extLst>
          </p:cNvPr>
          <p:cNvSpPr>
            <a:spLocks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7005">
            <a:extLst>
              <a:ext uri="{FF2B5EF4-FFF2-40B4-BE49-F238E27FC236}">
                <a16:creationId xmlns:a16="http://schemas.microsoft.com/office/drawing/2014/main" id="{852454C8-EE03-485C-9B73-6D846D2E18A1}"/>
              </a:ext>
            </a:extLst>
          </p:cNvPr>
          <p:cNvSpPr>
            <a:spLocks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7006">
            <a:extLst>
              <a:ext uri="{FF2B5EF4-FFF2-40B4-BE49-F238E27FC236}">
                <a16:creationId xmlns:a16="http://schemas.microsoft.com/office/drawing/2014/main" id="{A921FB0D-9A3B-4F55-A4F1-D37C26DBDDD9}"/>
              </a:ext>
            </a:extLst>
          </p:cNvPr>
          <p:cNvSpPr>
            <a:spLocks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7007">
            <a:extLst>
              <a:ext uri="{FF2B5EF4-FFF2-40B4-BE49-F238E27FC236}">
                <a16:creationId xmlns:a16="http://schemas.microsoft.com/office/drawing/2014/main" id="{B365E93A-710F-46CA-9078-6E3317ECD6D1}"/>
              </a:ext>
            </a:extLst>
          </p:cNvPr>
          <p:cNvSpPr>
            <a:spLocks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7008">
            <a:extLst>
              <a:ext uri="{FF2B5EF4-FFF2-40B4-BE49-F238E27FC236}">
                <a16:creationId xmlns:a16="http://schemas.microsoft.com/office/drawing/2014/main" id="{2C42D29E-6B10-460A-9A57-9AC8C2FA2780}"/>
              </a:ext>
            </a:extLst>
          </p:cNvPr>
          <p:cNvSpPr>
            <a:spLocks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7009">
            <a:extLst>
              <a:ext uri="{FF2B5EF4-FFF2-40B4-BE49-F238E27FC236}">
                <a16:creationId xmlns:a16="http://schemas.microsoft.com/office/drawing/2014/main" id="{A25CF0B6-9962-4319-9127-8A207A203B24}"/>
              </a:ext>
            </a:extLst>
          </p:cNvPr>
          <p:cNvSpPr>
            <a:spLocks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7010">
            <a:extLst>
              <a:ext uri="{FF2B5EF4-FFF2-40B4-BE49-F238E27FC236}">
                <a16:creationId xmlns:a16="http://schemas.microsoft.com/office/drawing/2014/main" id="{0BCF8C52-64A2-4CD6-89C9-40ED600D83EF}"/>
              </a:ext>
            </a:extLst>
          </p:cNvPr>
          <p:cNvSpPr>
            <a:spLocks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7011">
            <a:extLst>
              <a:ext uri="{FF2B5EF4-FFF2-40B4-BE49-F238E27FC236}">
                <a16:creationId xmlns:a16="http://schemas.microsoft.com/office/drawing/2014/main" id="{95704970-EF2B-42B6-9EAF-08BA5B085926}"/>
              </a:ext>
            </a:extLst>
          </p:cNvPr>
          <p:cNvSpPr>
            <a:spLocks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7012">
            <a:extLst>
              <a:ext uri="{FF2B5EF4-FFF2-40B4-BE49-F238E27FC236}">
                <a16:creationId xmlns:a16="http://schemas.microsoft.com/office/drawing/2014/main" id="{B9AF0795-5CB6-4821-8194-97FF159DC83A}"/>
              </a:ext>
            </a:extLst>
          </p:cNvPr>
          <p:cNvSpPr>
            <a:spLocks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7013">
            <a:extLst>
              <a:ext uri="{FF2B5EF4-FFF2-40B4-BE49-F238E27FC236}">
                <a16:creationId xmlns:a16="http://schemas.microsoft.com/office/drawing/2014/main" id="{B877639E-90F2-4364-8CC6-871D638C910B}"/>
              </a:ext>
            </a:extLst>
          </p:cNvPr>
          <p:cNvSpPr>
            <a:spLocks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7014">
            <a:extLst>
              <a:ext uri="{FF2B5EF4-FFF2-40B4-BE49-F238E27FC236}">
                <a16:creationId xmlns:a16="http://schemas.microsoft.com/office/drawing/2014/main" id="{F4E3382E-6CCD-4F33-8B34-DD57353BC55B}"/>
              </a:ext>
            </a:extLst>
          </p:cNvPr>
          <p:cNvSpPr>
            <a:spLocks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7015">
            <a:extLst>
              <a:ext uri="{FF2B5EF4-FFF2-40B4-BE49-F238E27FC236}">
                <a16:creationId xmlns:a16="http://schemas.microsoft.com/office/drawing/2014/main" id="{6F3D3B74-FD12-4957-8802-0F0C846E0FEF}"/>
              </a:ext>
            </a:extLst>
          </p:cNvPr>
          <p:cNvSpPr>
            <a:spLocks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7016">
            <a:extLst>
              <a:ext uri="{FF2B5EF4-FFF2-40B4-BE49-F238E27FC236}">
                <a16:creationId xmlns:a16="http://schemas.microsoft.com/office/drawing/2014/main" id="{E5B83B48-2E37-4A30-93B0-BE443A24BDF4}"/>
              </a:ext>
            </a:extLst>
          </p:cNvPr>
          <p:cNvSpPr>
            <a:spLocks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7017">
            <a:extLst>
              <a:ext uri="{FF2B5EF4-FFF2-40B4-BE49-F238E27FC236}">
                <a16:creationId xmlns:a16="http://schemas.microsoft.com/office/drawing/2014/main" id="{6D7A998E-A894-413E-8EDC-4ECB70A982C0}"/>
              </a:ext>
            </a:extLst>
          </p:cNvPr>
          <p:cNvSpPr>
            <a:spLocks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7018">
            <a:extLst>
              <a:ext uri="{FF2B5EF4-FFF2-40B4-BE49-F238E27FC236}">
                <a16:creationId xmlns:a16="http://schemas.microsoft.com/office/drawing/2014/main" id="{0FFF0EC4-50AA-4AC3-A8D9-93307103AA52}"/>
              </a:ext>
            </a:extLst>
          </p:cNvPr>
          <p:cNvSpPr>
            <a:spLocks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7019">
            <a:extLst>
              <a:ext uri="{FF2B5EF4-FFF2-40B4-BE49-F238E27FC236}">
                <a16:creationId xmlns:a16="http://schemas.microsoft.com/office/drawing/2014/main" id="{91A7EC88-5F51-4E30-AB0B-F61B18650540}"/>
              </a:ext>
            </a:extLst>
          </p:cNvPr>
          <p:cNvSpPr>
            <a:spLocks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7020">
            <a:extLst>
              <a:ext uri="{FF2B5EF4-FFF2-40B4-BE49-F238E27FC236}">
                <a16:creationId xmlns:a16="http://schemas.microsoft.com/office/drawing/2014/main" id="{CFD2F059-3B92-4FA0-AA0B-5811E4FA3F55}"/>
              </a:ext>
            </a:extLst>
          </p:cNvPr>
          <p:cNvSpPr>
            <a:spLocks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7021">
            <a:extLst>
              <a:ext uri="{FF2B5EF4-FFF2-40B4-BE49-F238E27FC236}">
                <a16:creationId xmlns:a16="http://schemas.microsoft.com/office/drawing/2014/main" id="{2C1252C0-5347-43E9-B824-C7D09D4D2AC5}"/>
              </a:ext>
            </a:extLst>
          </p:cNvPr>
          <p:cNvSpPr>
            <a:spLocks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7022">
            <a:extLst>
              <a:ext uri="{FF2B5EF4-FFF2-40B4-BE49-F238E27FC236}">
                <a16:creationId xmlns:a16="http://schemas.microsoft.com/office/drawing/2014/main" id="{DEA9C7B4-EB84-4445-AD50-AF7633C59790}"/>
              </a:ext>
            </a:extLst>
          </p:cNvPr>
          <p:cNvSpPr>
            <a:spLocks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7023">
            <a:extLst>
              <a:ext uri="{FF2B5EF4-FFF2-40B4-BE49-F238E27FC236}">
                <a16:creationId xmlns:a16="http://schemas.microsoft.com/office/drawing/2014/main" id="{79AD2D7B-661B-4A4F-B0FF-A6F9BE5FA6B6}"/>
              </a:ext>
            </a:extLst>
          </p:cNvPr>
          <p:cNvSpPr>
            <a:spLocks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7024">
            <a:extLst>
              <a:ext uri="{FF2B5EF4-FFF2-40B4-BE49-F238E27FC236}">
                <a16:creationId xmlns:a16="http://schemas.microsoft.com/office/drawing/2014/main" id="{F8195E2D-F24C-4C03-B166-B5EA7B04C361}"/>
              </a:ext>
            </a:extLst>
          </p:cNvPr>
          <p:cNvSpPr>
            <a:spLocks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7025">
            <a:extLst>
              <a:ext uri="{FF2B5EF4-FFF2-40B4-BE49-F238E27FC236}">
                <a16:creationId xmlns:a16="http://schemas.microsoft.com/office/drawing/2014/main" id="{86BCCA50-C4A3-4BE8-85B3-297FE6765939}"/>
              </a:ext>
            </a:extLst>
          </p:cNvPr>
          <p:cNvSpPr>
            <a:spLocks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7026">
            <a:extLst>
              <a:ext uri="{FF2B5EF4-FFF2-40B4-BE49-F238E27FC236}">
                <a16:creationId xmlns:a16="http://schemas.microsoft.com/office/drawing/2014/main" id="{4FC3AEA4-03E9-461F-8F81-8212007776CF}"/>
              </a:ext>
            </a:extLst>
          </p:cNvPr>
          <p:cNvSpPr>
            <a:spLocks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7027">
            <a:extLst>
              <a:ext uri="{FF2B5EF4-FFF2-40B4-BE49-F238E27FC236}">
                <a16:creationId xmlns:a16="http://schemas.microsoft.com/office/drawing/2014/main" id="{7C644998-475D-4A17-B032-4ACE1B7BB161}"/>
              </a:ext>
            </a:extLst>
          </p:cNvPr>
          <p:cNvSpPr>
            <a:spLocks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7028">
            <a:extLst>
              <a:ext uri="{FF2B5EF4-FFF2-40B4-BE49-F238E27FC236}">
                <a16:creationId xmlns:a16="http://schemas.microsoft.com/office/drawing/2014/main" id="{3B3B2857-20F3-4B8A-BC99-2D7A09103A19}"/>
              </a:ext>
            </a:extLst>
          </p:cNvPr>
          <p:cNvSpPr>
            <a:spLocks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7029">
            <a:extLst>
              <a:ext uri="{FF2B5EF4-FFF2-40B4-BE49-F238E27FC236}">
                <a16:creationId xmlns:a16="http://schemas.microsoft.com/office/drawing/2014/main" id="{1BDBBADC-6E37-418E-AA0B-B28CEA5C687F}"/>
              </a:ext>
            </a:extLst>
          </p:cNvPr>
          <p:cNvSpPr>
            <a:spLocks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7030">
            <a:extLst>
              <a:ext uri="{FF2B5EF4-FFF2-40B4-BE49-F238E27FC236}">
                <a16:creationId xmlns:a16="http://schemas.microsoft.com/office/drawing/2014/main" id="{4EE07F1C-0052-47B6-9BB9-DAA7609C3D65}"/>
              </a:ext>
            </a:extLst>
          </p:cNvPr>
          <p:cNvSpPr>
            <a:spLocks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7031">
            <a:extLst>
              <a:ext uri="{FF2B5EF4-FFF2-40B4-BE49-F238E27FC236}">
                <a16:creationId xmlns:a16="http://schemas.microsoft.com/office/drawing/2014/main" id="{4FC499A1-E0E9-4B5B-B7FA-752A5A2B6048}"/>
              </a:ext>
            </a:extLst>
          </p:cNvPr>
          <p:cNvSpPr>
            <a:spLocks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7032">
            <a:extLst>
              <a:ext uri="{FF2B5EF4-FFF2-40B4-BE49-F238E27FC236}">
                <a16:creationId xmlns:a16="http://schemas.microsoft.com/office/drawing/2014/main" id="{9D00F806-0F44-4CC4-90DA-DE955BFD2260}"/>
              </a:ext>
            </a:extLst>
          </p:cNvPr>
          <p:cNvSpPr>
            <a:spLocks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7033">
            <a:extLst>
              <a:ext uri="{FF2B5EF4-FFF2-40B4-BE49-F238E27FC236}">
                <a16:creationId xmlns:a16="http://schemas.microsoft.com/office/drawing/2014/main" id="{DA35848F-92F1-4A09-B38C-B167E09B7CB7}"/>
              </a:ext>
            </a:extLst>
          </p:cNvPr>
          <p:cNvSpPr>
            <a:spLocks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7034">
            <a:extLst>
              <a:ext uri="{FF2B5EF4-FFF2-40B4-BE49-F238E27FC236}">
                <a16:creationId xmlns:a16="http://schemas.microsoft.com/office/drawing/2014/main" id="{8A6D4A1A-4983-46BA-81BF-092E1693F3A7}"/>
              </a:ext>
            </a:extLst>
          </p:cNvPr>
          <p:cNvSpPr>
            <a:spLocks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7035">
            <a:extLst>
              <a:ext uri="{FF2B5EF4-FFF2-40B4-BE49-F238E27FC236}">
                <a16:creationId xmlns:a16="http://schemas.microsoft.com/office/drawing/2014/main" id="{ED21619D-89F4-4964-B250-E781343A6119}"/>
              </a:ext>
            </a:extLst>
          </p:cNvPr>
          <p:cNvSpPr>
            <a:spLocks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7036">
            <a:extLst>
              <a:ext uri="{FF2B5EF4-FFF2-40B4-BE49-F238E27FC236}">
                <a16:creationId xmlns:a16="http://schemas.microsoft.com/office/drawing/2014/main" id="{0DC63C44-A891-43DB-A1F4-1D187202800F}"/>
              </a:ext>
            </a:extLst>
          </p:cNvPr>
          <p:cNvSpPr>
            <a:spLocks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7037">
            <a:extLst>
              <a:ext uri="{FF2B5EF4-FFF2-40B4-BE49-F238E27FC236}">
                <a16:creationId xmlns:a16="http://schemas.microsoft.com/office/drawing/2014/main" id="{9534F4DD-B10C-4CAA-85FC-46D296D55045}"/>
              </a:ext>
            </a:extLst>
          </p:cNvPr>
          <p:cNvSpPr>
            <a:spLocks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7038">
            <a:extLst>
              <a:ext uri="{FF2B5EF4-FFF2-40B4-BE49-F238E27FC236}">
                <a16:creationId xmlns:a16="http://schemas.microsoft.com/office/drawing/2014/main" id="{FD99EDB6-FA85-4853-AC44-9567659B70C0}"/>
              </a:ext>
            </a:extLst>
          </p:cNvPr>
          <p:cNvSpPr>
            <a:spLocks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7039">
            <a:extLst>
              <a:ext uri="{FF2B5EF4-FFF2-40B4-BE49-F238E27FC236}">
                <a16:creationId xmlns:a16="http://schemas.microsoft.com/office/drawing/2014/main" id="{2809A78D-2284-44F4-B817-6F28CE010B3C}"/>
              </a:ext>
            </a:extLst>
          </p:cNvPr>
          <p:cNvSpPr>
            <a:spLocks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7040">
            <a:extLst>
              <a:ext uri="{FF2B5EF4-FFF2-40B4-BE49-F238E27FC236}">
                <a16:creationId xmlns:a16="http://schemas.microsoft.com/office/drawing/2014/main" id="{8190C87E-89BB-491A-9B13-45755D3A6329}"/>
              </a:ext>
            </a:extLst>
          </p:cNvPr>
          <p:cNvSpPr>
            <a:spLocks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7041">
            <a:extLst>
              <a:ext uri="{FF2B5EF4-FFF2-40B4-BE49-F238E27FC236}">
                <a16:creationId xmlns:a16="http://schemas.microsoft.com/office/drawing/2014/main" id="{88A93691-6654-4D56-891C-78C8B856D168}"/>
              </a:ext>
            </a:extLst>
          </p:cNvPr>
          <p:cNvSpPr>
            <a:spLocks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7042">
            <a:extLst>
              <a:ext uri="{FF2B5EF4-FFF2-40B4-BE49-F238E27FC236}">
                <a16:creationId xmlns:a16="http://schemas.microsoft.com/office/drawing/2014/main" id="{CBF07B23-5BA1-4DE1-BF8E-31E201106489}"/>
              </a:ext>
            </a:extLst>
          </p:cNvPr>
          <p:cNvSpPr>
            <a:spLocks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7043">
            <a:extLst>
              <a:ext uri="{FF2B5EF4-FFF2-40B4-BE49-F238E27FC236}">
                <a16:creationId xmlns:a16="http://schemas.microsoft.com/office/drawing/2014/main" id="{DD9ECC0B-6481-4E2B-8699-0DA7B6E8F439}"/>
              </a:ext>
            </a:extLst>
          </p:cNvPr>
          <p:cNvSpPr>
            <a:spLocks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7044">
            <a:extLst>
              <a:ext uri="{FF2B5EF4-FFF2-40B4-BE49-F238E27FC236}">
                <a16:creationId xmlns:a16="http://schemas.microsoft.com/office/drawing/2014/main" id="{70FBD459-8503-4EBD-B56A-0B27D6656428}"/>
              </a:ext>
            </a:extLst>
          </p:cNvPr>
          <p:cNvSpPr>
            <a:spLocks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7045">
            <a:extLst>
              <a:ext uri="{FF2B5EF4-FFF2-40B4-BE49-F238E27FC236}">
                <a16:creationId xmlns:a16="http://schemas.microsoft.com/office/drawing/2014/main" id="{1023433D-F4A8-4780-BD72-61C790EB3FA3}"/>
              </a:ext>
            </a:extLst>
          </p:cNvPr>
          <p:cNvSpPr>
            <a:spLocks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7046">
            <a:extLst>
              <a:ext uri="{FF2B5EF4-FFF2-40B4-BE49-F238E27FC236}">
                <a16:creationId xmlns:a16="http://schemas.microsoft.com/office/drawing/2014/main" id="{14BC6B32-1BCE-4A25-BE75-A53420EF7FF2}"/>
              </a:ext>
            </a:extLst>
          </p:cNvPr>
          <p:cNvSpPr>
            <a:spLocks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7047">
            <a:extLst>
              <a:ext uri="{FF2B5EF4-FFF2-40B4-BE49-F238E27FC236}">
                <a16:creationId xmlns:a16="http://schemas.microsoft.com/office/drawing/2014/main" id="{9803D1A4-DC1B-4648-8901-10FE8D28ADA2}"/>
              </a:ext>
            </a:extLst>
          </p:cNvPr>
          <p:cNvSpPr>
            <a:spLocks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7048">
            <a:extLst>
              <a:ext uri="{FF2B5EF4-FFF2-40B4-BE49-F238E27FC236}">
                <a16:creationId xmlns:a16="http://schemas.microsoft.com/office/drawing/2014/main" id="{C3E42363-0945-4AA4-AB6F-565E12B8CEE6}"/>
              </a:ext>
            </a:extLst>
          </p:cNvPr>
          <p:cNvSpPr>
            <a:spLocks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7049">
            <a:extLst>
              <a:ext uri="{FF2B5EF4-FFF2-40B4-BE49-F238E27FC236}">
                <a16:creationId xmlns:a16="http://schemas.microsoft.com/office/drawing/2014/main" id="{CA32B21A-4D07-4EBD-B98B-69118BAB4CD1}"/>
              </a:ext>
            </a:extLst>
          </p:cNvPr>
          <p:cNvSpPr>
            <a:spLocks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7050">
            <a:extLst>
              <a:ext uri="{FF2B5EF4-FFF2-40B4-BE49-F238E27FC236}">
                <a16:creationId xmlns:a16="http://schemas.microsoft.com/office/drawing/2014/main" id="{19939AFD-C92E-4E3E-99FE-E26EA1A2A723}"/>
              </a:ext>
            </a:extLst>
          </p:cNvPr>
          <p:cNvSpPr>
            <a:spLocks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7051">
            <a:extLst>
              <a:ext uri="{FF2B5EF4-FFF2-40B4-BE49-F238E27FC236}">
                <a16:creationId xmlns:a16="http://schemas.microsoft.com/office/drawing/2014/main" id="{F6195025-52B5-41E4-B5D0-AE1E5887761D}"/>
              </a:ext>
            </a:extLst>
          </p:cNvPr>
          <p:cNvSpPr>
            <a:spLocks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7052">
            <a:extLst>
              <a:ext uri="{FF2B5EF4-FFF2-40B4-BE49-F238E27FC236}">
                <a16:creationId xmlns:a16="http://schemas.microsoft.com/office/drawing/2014/main" id="{C38463B0-927D-479D-A1B0-BCC5D7092DBD}"/>
              </a:ext>
            </a:extLst>
          </p:cNvPr>
          <p:cNvSpPr>
            <a:spLocks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7053">
            <a:extLst>
              <a:ext uri="{FF2B5EF4-FFF2-40B4-BE49-F238E27FC236}">
                <a16:creationId xmlns:a16="http://schemas.microsoft.com/office/drawing/2014/main" id="{93304F98-79AE-4E3C-8205-1CC60DE26E53}"/>
              </a:ext>
            </a:extLst>
          </p:cNvPr>
          <p:cNvSpPr>
            <a:spLocks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7054">
            <a:extLst>
              <a:ext uri="{FF2B5EF4-FFF2-40B4-BE49-F238E27FC236}">
                <a16:creationId xmlns:a16="http://schemas.microsoft.com/office/drawing/2014/main" id="{4A0C1F50-41A3-4B9A-8FF4-4685EEC7121E}"/>
              </a:ext>
            </a:extLst>
          </p:cNvPr>
          <p:cNvSpPr>
            <a:spLocks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7055">
            <a:extLst>
              <a:ext uri="{FF2B5EF4-FFF2-40B4-BE49-F238E27FC236}">
                <a16:creationId xmlns:a16="http://schemas.microsoft.com/office/drawing/2014/main" id="{E3188144-2BA6-4CE8-9185-3399FFD49CDA}"/>
              </a:ext>
            </a:extLst>
          </p:cNvPr>
          <p:cNvSpPr>
            <a:spLocks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7056">
            <a:extLst>
              <a:ext uri="{FF2B5EF4-FFF2-40B4-BE49-F238E27FC236}">
                <a16:creationId xmlns:a16="http://schemas.microsoft.com/office/drawing/2014/main" id="{022D6598-C347-460C-AB5E-69581D1AB1B0}"/>
              </a:ext>
            </a:extLst>
          </p:cNvPr>
          <p:cNvSpPr>
            <a:spLocks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7057">
            <a:extLst>
              <a:ext uri="{FF2B5EF4-FFF2-40B4-BE49-F238E27FC236}">
                <a16:creationId xmlns:a16="http://schemas.microsoft.com/office/drawing/2014/main" id="{A0EF4379-4292-4240-9DE1-E4423C9C0D16}"/>
              </a:ext>
            </a:extLst>
          </p:cNvPr>
          <p:cNvSpPr>
            <a:spLocks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7058">
            <a:extLst>
              <a:ext uri="{FF2B5EF4-FFF2-40B4-BE49-F238E27FC236}">
                <a16:creationId xmlns:a16="http://schemas.microsoft.com/office/drawing/2014/main" id="{C7896CC3-611A-40BB-8B30-6767547ED09D}"/>
              </a:ext>
            </a:extLst>
          </p:cNvPr>
          <p:cNvSpPr>
            <a:spLocks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7059">
            <a:extLst>
              <a:ext uri="{FF2B5EF4-FFF2-40B4-BE49-F238E27FC236}">
                <a16:creationId xmlns:a16="http://schemas.microsoft.com/office/drawing/2014/main" id="{2783866A-F76B-4F3B-844A-22F566036C52}"/>
              </a:ext>
            </a:extLst>
          </p:cNvPr>
          <p:cNvSpPr>
            <a:spLocks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7060">
            <a:extLst>
              <a:ext uri="{FF2B5EF4-FFF2-40B4-BE49-F238E27FC236}">
                <a16:creationId xmlns:a16="http://schemas.microsoft.com/office/drawing/2014/main" id="{A493A361-5D26-4D88-8A73-7D3EC13CC342}"/>
              </a:ext>
            </a:extLst>
          </p:cNvPr>
          <p:cNvSpPr>
            <a:spLocks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7061">
            <a:extLst>
              <a:ext uri="{FF2B5EF4-FFF2-40B4-BE49-F238E27FC236}">
                <a16:creationId xmlns:a16="http://schemas.microsoft.com/office/drawing/2014/main" id="{DC8E3F27-A0B4-434A-826C-A5E30DFC6133}"/>
              </a:ext>
            </a:extLst>
          </p:cNvPr>
          <p:cNvSpPr>
            <a:spLocks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7062">
            <a:extLst>
              <a:ext uri="{FF2B5EF4-FFF2-40B4-BE49-F238E27FC236}">
                <a16:creationId xmlns:a16="http://schemas.microsoft.com/office/drawing/2014/main" id="{0D2B1D7F-AE2B-4B39-A410-0F1B86010E9E}"/>
              </a:ext>
            </a:extLst>
          </p:cNvPr>
          <p:cNvSpPr>
            <a:spLocks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7063">
            <a:extLst>
              <a:ext uri="{FF2B5EF4-FFF2-40B4-BE49-F238E27FC236}">
                <a16:creationId xmlns:a16="http://schemas.microsoft.com/office/drawing/2014/main" id="{A01E40A2-8200-47B0-B183-20A6303F00CE}"/>
              </a:ext>
            </a:extLst>
          </p:cNvPr>
          <p:cNvSpPr>
            <a:spLocks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7064">
            <a:extLst>
              <a:ext uri="{FF2B5EF4-FFF2-40B4-BE49-F238E27FC236}">
                <a16:creationId xmlns:a16="http://schemas.microsoft.com/office/drawing/2014/main" id="{23B4DFD8-FDE8-417C-8EEB-B8A464842CD9}"/>
              </a:ext>
            </a:extLst>
          </p:cNvPr>
          <p:cNvSpPr>
            <a:spLocks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7065">
            <a:extLst>
              <a:ext uri="{FF2B5EF4-FFF2-40B4-BE49-F238E27FC236}">
                <a16:creationId xmlns:a16="http://schemas.microsoft.com/office/drawing/2014/main" id="{2C0C9C8F-1AF5-4A79-8683-3BF2091F0E0E}"/>
              </a:ext>
            </a:extLst>
          </p:cNvPr>
          <p:cNvSpPr>
            <a:spLocks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7066">
            <a:extLst>
              <a:ext uri="{FF2B5EF4-FFF2-40B4-BE49-F238E27FC236}">
                <a16:creationId xmlns:a16="http://schemas.microsoft.com/office/drawing/2014/main" id="{F7AA62BF-3613-4FBE-B250-1146159567A0}"/>
              </a:ext>
            </a:extLst>
          </p:cNvPr>
          <p:cNvSpPr>
            <a:spLocks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7067">
            <a:extLst>
              <a:ext uri="{FF2B5EF4-FFF2-40B4-BE49-F238E27FC236}">
                <a16:creationId xmlns:a16="http://schemas.microsoft.com/office/drawing/2014/main" id="{192D46A2-E2E5-4BEB-8AD2-6C23B3099827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7068">
            <a:extLst>
              <a:ext uri="{FF2B5EF4-FFF2-40B4-BE49-F238E27FC236}">
                <a16:creationId xmlns:a16="http://schemas.microsoft.com/office/drawing/2014/main" id="{13298537-5BA8-483F-953B-F3E3A5671666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7069">
            <a:extLst>
              <a:ext uri="{FF2B5EF4-FFF2-40B4-BE49-F238E27FC236}">
                <a16:creationId xmlns:a16="http://schemas.microsoft.com/office/drawing/2014/main" id="{1C08A6B7-A61E-4BB8-B96E-45ABD48C3784}"/>
              </a:ext>
            </a:extLst>
          </p:cNvPr>
          <p:cNvSpPr>
            <a:spLocks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7070">
            <a:extLst>
              <a:ext uri="{FF2B5EF4-FFF2-40B4-BE49-F238E27FC236}">
                <a16:creationId xmlns:a16="http://schemas.microsoft.com/office/drawing/2014/main" id="{6FDCC4D6-A06E-4A82-BACD-DF6F5FFEB3AF}"/>
              </a:ext>
            </a:extLst>
          </p:cNvPr>
          <p:cNvSpPr>
            <a:spLocks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7071">
            <a:extLst>
              <a:ext uri="{FF2B5EF4-FFF2-40B4-BE49-F238E27FC236}">
                <a16:creationId xmlns:a16="http://schemas.microsoft.com/office/drawing/2014/main" id="{037A5006-8ADD-4E27-B2D1-08ECE177E50A}"/>
              </a:ext>
            </a:extLst>
          </p:cNvPr>
          <p:cNvSpPr>
            <a:spLocks/>
          </p:cNvSpPr>
          <p:nvPr/>
        </p:nvSpPr>
        <p:spPr>
          <a:xfrm>
            <a:off x="6600258" y="4739203"/>
            <a:ext cx="191" cy="258678"/>
          </a:xfrm>
          <a:custGeom>
            <a:avLst/>
            <a:gdLst/>
            <a:ahLst/>
            <a:cxnLst/>
            <a:rect l="0" t="0" r="0" b="0"/>
            <a:pathLst>
              <a:path w="191" h="258678">
                <a:moveTo>
                  <a:pt x="0" y="25867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7072">
            <a:extLst>
              <a:ext uri="{FF2B5EF4-FFF2-40B4-BE49-F238E27FC236}">
                <a16:creationId xmlns:a16="http://schemas.microsoft.com/office/drawing/2014/main" id="{A735437E-B0D7-4124-9709-D5BCE79AEB2D}"/>
              </a:ext>
            </a:extLst>
          </p:cNvPr>
          <p:cNvSpPr>
            <a:spLocks/>
          </p:cNvSpPr>
          <p:nvPr/>
        </p:nvSpPr>
        <p:spPr>
          <a:xfrm>
            <a:off x="6445137" y="499788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7073">
            <a:extLst>
              <a:ext uri="{FF2B5EF4-FFF2-40B4-BE49-F238E27FC236}">
                <a16:creationId xmlns:a16="http://schemas.microsoft.com/office/drawing/2014/main" id="{A314292A-A0DC-4D32-BD8C-EB2B3F509532}"/>
              </a:ext>
            </a:extLst>
          </p:cNvPr>
          <p:cNvSpPr>
            <a:spLocks/>
          </p:cNvSpPr>
          <p:nvPr/>
        </p:nvSpPr>
        <p:spPr>
          <a:xfrm>
            <a:off x="6445137" y="4739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7074">
            <a:extLst>
              <a:ext uri="{FF2B5EF4-FFF2-40B4-BE49-F238E27FC236}">
                <a16:creationId xmlns:a16="http://schemas.microsoft.com/office/drawing/2014/main" id="{08240621-D623-4793-ABB5-441BEE258EE3}"/>
              </a:ext>
            </a:extLst>
          </p:cNvPr>
          <p:cNvSpPr>
            <a:spLocks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7075">
            <a:extLst>
              <a:ext uri="{FF2B5EF4-FFF2-40B4-BE49-F238E27FC236}">
                <a16:creationId xmlns:a16="http://schemas.microsoft.com/office/drawing/2014/main" id="{18E8347B-4AAA-4A4D-B698-03F01DF0A97D}"/>
              </a:ext>
            </a:extLst>
          </p:cNvPr>
          <p:cNvSpPr>
            <a:spLocks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7076">
            <a:extLst>
              <a:ext uri="{FF2B5EF4-FFF2-40B4-BE49-F238E27FC236}">
                <a16:creationId xmlns:a16="http://schemas.microsoft.com/office/drawing/2014/main" id="{7DA5E6C8-306B-4C20-AEC3-664778FAB2F6}"/>
              </a:ext>
            </a:extLst>
          </p:cNvPr>
          <p:cNvSpPr>
            <a:spLocks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7077">
            <a:extLst>
              <a:ext uri="{FF2B5EF4-FFF2-40B4-BE49-F238E27FC236}">
                <a16:creationId xmlns:a16="http://schemas.microsoft.com/office/drawing/2014/main" id="{B0AF67BD-9248-42AF-8745-4C20AB82CCE4}"/>
              </a:ext>
            </a:extLst>
          </p:cNvPr>
          <p:cNvSpPr>
            <a:spLocks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7078">
            <a:extLst>
              <a:ext uri="{FF2B5EF4-FFF2-40B4-BE49-F238E27FC236}">
                <a16:creationId xmlns:a16="http://schemas.microsoft.com/office/drawing/2014/main" id="{5A65BADF-10CA-4F22-8F96-CE60376E3BDA}"/>
              </a:ext>
            </a:extLst>
          </p:cNvPr>
          <p:cNvSpPr>
            <a:spLocks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7079">
            <a:extLst>
              <a:ext uri="{FF2B5EF4-FFF2-40B4-BE49-F238E27FC236}">
                <a16:creationId xmlns:a16="http://schemas.microsoft.com/office/drawing/2014/main" id="{7E12EA5A-615C-4171-ADF1-B0478DD79144}"/>
              </a:ext>
            </a:extLst>
          </p:cNvPr>
          <p:cNvSpPr>
            <a:spLocks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7080">
            <a:extLst>
              <a:ext uri="{FF2B5EF4-FFF2-40B4-BE49-F238E27FC236}">
                <a16:creationId xmlns:a16="http://schemas.microsoft.com/office/drawing/2014/main" id="{720A55D1-67A5-49A5-B1C6-B0F656B0359F}"/>
              </a:ext>
            </a:extLst>
          </p:cNvPr>
          <p:cNvSpPr>
            <a:spLocks/>
          </p:cNvSpPr>
          <p:nvPr/>
        </p:nvSpPr>
        <p:spPr>
          <a:xfrm>
            <a:off x="6307251" y="487189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7081">
            <a:extLst>
              <a:ext uri="{FF2B5EF4-FFF2-40B4-BE49-F238E27FC236}">
                <a16:creationId xmlns:a16="http://schemas.microsoft.com/office/drawing/2014/main" id="{B9324839-9EFF-4D97-A69B-3D5D1DF64D0C}"/>
              </a:ext>
            </a:extLst>
          </p:cNvPr>
          <p:cNvSpPr>
            <a:spLocks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7082">
            <a:extLst>
              <a:ext uri="{FF2B5EF4-FFF2-40B4-BE49-F238E27FC236}">
                <a16:creationId xmlns:a16="http://schemas.microsoft.com/office/drawing/2014/main" id="{04F3C92D-E26A-4735-91E7-2B0D48342E90}"/>
              </a:ext>
            </a:extLst>
          </p:cNvPr>
          <p:cNvSpPr>
            <a:spLocks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7083">
            <a:extLst>
              <a:ext uri="{FF2B5EF4-FFF2-40B4-BE49-F238E27FC236}">
                <a16:creationId xmlns:a16="http://schemas.microsoft.com/office/drawing/2014/main" id="{4927A2B9-5B94-4AA6-A26F-08F5317E6C3E}"/>
              </a:ext>
            </a:extLst>
          </p:cNvPr>
          <p:cNvSpPr>
            <a:spLocks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7084">
            <a:extLst>
              <a:ext uri="{FF2B5EF4-FFF2-40B4-BE49-F238E27FC236}">
                <a16:creationId xmlns:a16="http://schemas.microsoft.com/office/drawing/2014/main" id="{E185C914-960F-4C96-9919-3BC7DDA90DEF}"/>
              </a:ext>
            </a:extLst>
          </p:cNvPr>
          <p:cNvSpPr>
            <a:spLocks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7085">
            <a:extLst>
              <a:ext uri="{FF2B5EF4-FFF2-40B4-BE49-F238E27FC236}">
                <a16:creationId xmlns:a16="http://schemas.microsoft.com/office/drawing/2014/main" id="{349E740B-11B3-4115-8323-F6D4D88AB22D}"/>
              </a:ext>
            </a:extLst>
          </p:cNvPr>
          <p:cNvSpPr>
            <a:spLocks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7086">
            <a:extLst>
              <a:ext uri="{FF2B5EF4-FFF2-40B4-BE49-F238E27FC236}">
                <a16:creationId xmlns:a16="http://schemas.microsoft.com/office/drawing/2014/main" id="{08E17F91-3F1B-461F-A17A-F8DF103EC9DD}"/>
              </a:ext>
            </a:extLst>
          </p:cNvPr>
          <p:cNvSpPr>
            <a:spLocks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7087">
            <a:extLst>
              <a:ext uri="{FF2B5EF4-FFF2-40B4-BE49-F238E27FC236}">
                <a16:creationId xmlns:a16="http://schemas.microsoft.com/office/drawing/2014/main" id="{4EBD5CB1-CAEA-483F-9781-4F9A914B8DDF}"/>
              </a:ext>
            </a:extLst>
          </p:cNvPr>
          <p:cNvSpPr>
            <a:spLocks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7088">
            <a:extLst>
              <a:ext uri="{FF2B5EF4-FFF2-40B4-BE49-F238E27FC236}">
                <a16:creationId xmlns:a16="http://schemas.microsoft.com/office/drawing/2014/main" id="{737D4E5D-E67F-46A5-877E-3D7E05579FFF}"/>
              </a:ext>
            </a:extLst>
          </p:cNvPr>
          <p:cNvSpPr>
            <a:spLocks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5796251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7089">
            <a:extLst>
              <a:ext uri="{FF2B5EF4-FFF2-40B4-BE49-F238E27FC236}">
                <a16:creationId xmlns:a16="http://schemas.microsoft.com/office/drawing/2014/main" id="{7FD33EEA-2D39-4DB4-A4A7-9982055988F5}"/>
              </a:ext>
            </a:extLst>
          </p:cNvPr>
          <p:cNvSpPr>
            <a:spLocks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7090">
            <a:extLst>
              <a:ext uri="{FF2B5EF4-FFF2-40B4-BE49-F238E27FC236}">
                <a16:creationId xmlns:a16="http://schemas.microsoft.com/office/drawing/2014/main" id="{A84A4BF2-B187-4C92-A70A-3AB97B82B074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7091">
            <a:extLst>
              <a:ext uri="{FF2B5EF4-FFF2-40B4-BE49-F238E27FC236}">
                <a16:creationId xmlns:a16="http://schemas.microsoft.com/office/drawing/2014/main" id="{15E1011E-8A80-4168-A5AA-20ACE27EB905}"/>
              </a:ext>
            </a:extLst>
          </p:cNvPr>
          <p:cNvSpPr>
            <a:spLocks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7092">
            <a:extLst>
              <a:ext uri="{FF2B5EF4-FFF2-40B4-BE49-F238E27FC236}">
                <a16:creationId xmlns:a16="http://schemas.microsoft.com/office/drawing/2014/main" id="{A18F3C64-0B7C-49DC-A648-A7EAFB06EBA8}"/>
              </a:ext>
            </a:extLst>
          </p:cNvPr>
          <p:cNvSpPr>
            <a:spLocks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7093">
            <a:extLst>
              <a:ext uri="{FF2B5EF4-FFF2-40B4-BE49-F238E27FC236}">
                <a16:creationId xmlns:a16="http://schemas.microsoft.com/office/drawing/2014/main" id="{13C7AF8F-8C66-42D7-8385-2B2D50F01577}"/>
              </a:ext>
            </a:extLst>
          </p:cNvPr>
          <p:cNvSpPr>
            <a:spLocks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7094">
            <a:extLst>
              <a:ext uri="{FF2B5EF4-FFF2-40B4-BE49-F238E27FC236}">
                <a16:creationId xmlns:a16="http://schemas.microsoft.com/office/drawing/2014/main" id="{6C3AB917-7FE7-44AF-B997-E9BC3732CF61}"/>
              </a:ext>
            </a:extLst>
          </p:cNvPr>
          <p:cNvSpPr>
            <a:spLocks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7095">
            <a:extLst>
              <a:ext uri="{FF2B5EF4-FFF2-40B4-BE49-F238E27FC236}">
                <a16:creationId xmlns:a16="http://schemas.microsoft.com/office/drawing/2014/main" id="{B1A86F68-EB4A-41EC-81B9-4A0250D3CDCB}"/>
              </a:ext>
            </a:extLst>
          </p:cNvPr>
          <p:cNvSpPr>
            <a:spLocks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7096">
            <a:extLst>
              <a:ext uri="{FF2B5EF4-FFF2-40B4-BE49-F238E27FC236}">
                <a16:creationId xmlns:a16="http://schemas.microsoft.com/office/drawing/2014/main" id="{746BA1E8-291D-44BF-AB3C-1D4A7DBBC1B7}"/>
              </a:ext>
            </a:extLst>
          </p:cNvPr>
          <p:cNvSpPr>
            <a:spLocks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7097">
            <a:extLst>
              <a:ext uri="{FF2B5EF4-FFF2-40B4-BE49-F238E27FC236}">
                <a16:creationId xmlns:a16="http://schemas.microsoft.com/office/drawing/2014/main" id="{6B6459EE-3224-4BB6-B56D-1E132D6EB9AF}"/>
              </a:ext>
            </a:extLst>
          </p:cNvPr>
          <p:cNvSpPr>
            <a:spLocks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7098">
            <a:extLst>
              <a:ext uri="{FF2B5EF4-FFF2-40B4-BE49-F238E27FC236}">
                <a16:creationId xmlns:a16="http://schemas.microsoft.com/office/drawing/2014/main" id="{BC4949D0-4CEA-47F7-ABEB-F40C841B3670}"/>
              </a:ext>
            </a:extLst>
          </p:cNvPr>
          <p:cNvSpPr>
            <a:spLocks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7099">
            <a:extLst>
              <a:ext uri="{FF2B5EF4-FFF2-40B4-BE49-F238E27FC236}">
                <a16:creationId xmlns:a16="http://schemas.microsoft.com/office/drawing/2014/main" id="{6F62C85C-F4DB-4D4C-8ECA-519B2BA2F911}"/>
              </a:ext>
            </a:extLst>
          </p:cNvPr>
          <p:cNvSpPr>
            <a:spLocks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7100">
            <a:extLst>
              <a:ext uri="{FF2B5EF4-FFF2-40B4-BE49-F238E27FC236}">
                <a16:creationId xmlns:a16="http://schemas.microsoft.com/office/drawing/2014/main" id="{F089C7DC-558D-44CC-B36A-0866DDB98DEE}"/>
              </a:ext>
            </a:extLst>
          </p:cNvPr>
          <p:cNvSpPr>
            <a:spLocks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7101">
            <a:extLst>
              <a:ext uri="{FF2B5EF4-FFF2-40B4-BE49-F238E27FC236}">
                <a16:creationId xmlns:a16="http://schemas.microsoft.com/office/drawing/2014/main" id="{05C938FA-41AD-4848-B960-82482C37A896}"/>
              </a:ext>
            </a:extLst>
          </p:cNvPr>
          <p:cNvSpPr>
            <a:spLocks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7102">
            <a:extLst>
              <a:ext uri="{FF2B5EF4-FFF2-40B4-BE49-F238E27FC236}">
                <a16:creationId xmlns:a16="http://schemas.microsoft.com/office/drawing/2014/main" id="{7FAF94D6-44EA-40A9-AB81-84436E0E606A}"/>
              </a:ext>
            </a:extLst>
          </p:cNvPr>
          <p:cNvSpPr>
            <a:spLocks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7103">
            <a:extLst>
              <a:ext uri="{FF2B5EF4-FFF2-40B4-BE49-F238E27FC236}">
                <a16:creationId xmlns:a16="http://schemas.microsoft.com/office/drawing/2014/main" id="{665A300F-BB64-48A4-810E-2C9A094FEB4F}"/>
              </a:ext>
            </a:extLst>
          </p:cNvPr>
          <p:cNvSpPr>
            <a:spLocks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7104">
            <a:extLst>
              <a:ext uri="{FF2B5EF4-FFF2-40B4-BE49-F238E27FC236}">
                <a16:creationId xmlns:a16="http://schemas.microsoft.com/office/drawing/2014/main" id="{A97929D3-03B8-46FF-9F37-DA369A7356B4}"/>
              </a:ext>
            </a:extLst>
          </p:cNvPr>
          <p:cNvSpPr>
            <a:spLocks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7105">
            <a:extLst>
              <a:ext uri="{FF2B5EF4-FFF2-40B4-BE49-F238E27FC236}">
                <a16:creationId xmlns:a16="http://schemas.microsoft.com/office/drawing/2014/main" id="{041D474D-2B48-4575-93BB-489802C0BA99}"/>
              </a:ext>
            </a:extLst>
          </p:cNvPr>
          <p:cNvSpPr>
            <a:spLocks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7106">
            <a:extLst>
              <a:ext uri="{FF2B5EF4-FFF2-40B4-BE49-F238E27FC236}">
                <a16:creationId xmlns:a16="http://schemas.microsoft.com/office/drawing/2014/main" id="{6F09E6FA-003D-4374-9C31-0036C8184B0B}"/>
              </a:ext>
            </a:extLst>
          </p:cNvPr>
          <p:cNvSpPr>
            <a:spLocks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7107">
            <a:extLst>
              <a:ext uri="{FF2B5EF4-FFF2-40B4-BE49-F238E27FC236}">
                <a16:creationId xmlns:a16="http://schemas.microsoft.com/office/drawing/2014/main" id="{E3448113-8689-49C5-9A08-EE5822FC4B4F}"/>
              </a:ext>
            </a:extLst>
          </p:cNvPr>
          <p:cNvSpPr>
            <a:spLocks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7108">
            <a:extLst>
              <a:ext uri="{FF2B5EF4-FFF2-40B4-BE49-F238E27FC236}">
                <a16:creationId xmlns:a16="http://schemas.microsoft.com/office/drawing/2014/main" id="{E6ABEEA6-24E3-46E9-B3FE-7AAC5B20D3C1}"/>
              </a:ext>
            </a:extLst>
          </p:cNvPr>
          <p:cNvSpPr>
            <a:spLocks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7109">
            <a:extLst>
              <a:ext uri="{FF2B5EF4-FFF2-40B4-BE49-F238E27FC236}">
                <a16:creationId xmlns:a16="http://schemas.microsoft.com/office/drawing/2014/main" id="{843232AB-ED2A-4738-964B-B340B2A514C2}"/>
              </a:ext>
            </a:extLst>
          </p:cNvPr>
          <p:cNvSpPr>
            <a:spLocks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7110">
            <a:extLst>
              <a:ext uri="{FF2B5EF4-FFF2-40B4-BE49-F238E27FC236}">
                <a16:creationId xmlns:a16="http://schemas.microsoft.com/office/drawing/2014/main" id="{1D631503-5DDC-40EF-A5E2-31FECA5CC20E}"/>
              </a:ext>
            </a:extLst>
          </p:cNvPr>
          <p:cNvSpPr>
            <a:spLocks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7111">
            <a:extLst>
              <a:ext uri="{FF2B5EF4-FFF2-40B4-BE49-F238E27FC236}">
                <a16:creationId xmlns:a16="http://schemas.microsoft.com/office/drawing/2014/main" id="{0A0E7E44-C3DC-4836-B8D6-1F31807BB84A}"/>
              </a:ext>
            </a:extLst>
          </p:cNvPr>
          <p:cNvSpPr>
            <a:spLocks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7112">
            <a:extLst>
              <a:ext uri="{FF2B5EF4-FFF2-40B4-BE49-F238E27FC236}">
                <a16:creationId xmlns:a16="http://schemas.microsoft.com/office/drawing/2014/main" id="{A1702700-65FB-4CC7-81E3-B06FF75AB6C5}"/>
              </a:ext>
            </a:extLst>
          </p:cNvPr>
          <p:cNvSpPr>
            <a:spLocks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7113">
            <a:extLst>
              <a:ext uri="{FF2B5EF4-FFF2-40B4-BE49-F238E27FC236}">
                <a16:creationId xmlns:a16="http://schemas.microsoft.com/office/drawing/2014/main" id="{7BA9E247-5D84-472A-A90A-618429B8B01C}"/>
              </a:ext>
            </a:extLst>
          </p:cNvPr>
          <p:cNvSpPr>
            <a:spLocks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7114">
            <a:extLst>
              <a:ext uri="{FF2B5EF4-FFF2-40B4-BE49-F238E27FC236}">
                <a16:creationId xmlns:a16="http://schemas.microsoft.com/office/drawing/2014/main" id="{273779BA-2E29-432F-800C-A26D9BAD60AE}"/>
              </a:ext>
            </a:extLst>
          </p:cNvPr>
          <p:cNvSpPr>
            <a:spLocks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7115">
            <a:extLst>
              <a:ext uri="{FF2B5EF4-FFF2-40B4-BE49-F238E27FC236}">
                <a16:creationId xmlns:a16="http://schemas.microsoft.com/office/drawing/2014/main" id="{00180D7F-381E-42BA-8EA0-21518C2CF1BC}"/>
              </a:ext>
            </a:extLst>
          </p:cNvPr>
          <p:cNvSpPr>
            <a:spLocks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7116">
            <a:extLst>
              <a:ext uri="{FF2B5EF4-FFF2-40B4-BE49-F238E27FC236}">
                <a16:creationId xmlns:a16="http://schemas.microsoft.com/office/drawing/2014/main" id="{F66370F6-B00C-4234-9F1C-426657105DF2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7117">
            <a:extLst>
              <a:ext uri="{FF2B5EF4-FFF2-40B4-BE49-F238E27FC236}">
                <a16:creationId xmlns:a16="http://schemas.microsoft.com/office/drawing/2014/main" id="{1B5B621A-5239-4FC9-AD44-C8A0F6633740}"/>
              </a:ext>
            </a:extLst>
          </p:cNvPr>
          <p:cNvSpPr>
            <a:spLocks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7118">
            <a:extLst>
              <a:ext uri="{FF2B5EF4-FFF2-40B4-BE49-F238E27FC236}">
                <a16:creationId xmlns:a16="http://schemas.microsoft.com/office/drawing/2014/main" id="{6E5D82C2-EB35-4175-8E9A-C6F8CFABD8EE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7119">
            <a:extLst>
              <a:ext uri="{FF2B5EF4-FFF2-40B4-BE49-F238E27FC236}">
                <a16:creationId xmlns:a16="http://schemas.microsoft.com/office/drawing/2014/main" id="{BBCD181F-FD78-4838-AA2C-BD93C653CCE3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7120">
            <a:extLst>
              <a:ext uri="{FF2B5EF4-FFF2-40B4-BE49-F238E27FC236}">
                <a16:creationId xmlns:a16="http://schemas.microsoft.com/office/drawing/2014/main" id="{11D02C21-0ABB-4A6F-BC5A-600DA3F28C6E}"/>
              </a:ext>
            </a:extLst>
          </p:cNvPr>
          <p:cNvSpPr>
            <a:spLocks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7121">
            <a:extLst>
              <a:ext uri="{FF2B5EF4-FFF2-40B4-BE49-F238E27FC236}">
                <a16:creationId xmlns:a16="http://schemas.microsoft.com/office/drawing/2014/main" id="{0B16DA2A-F4DB-4B1A-A207-0DC7A678427C}"/>
              </a:ext>
            </a:extLst>
          </p:cNvPr>
          <p:cNvSpPr>
            <a:spLocks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7122">
            <a:extLst>
              <a:ext uri="{FF2B5EF4-FFF2-40B4-BE49-F238E27FC236}">
                <a16:creationId xmlns:a16="http://schemas.microsoft.com/office/drawing/2014/main" id="{27644ECC-C22D-41E6-91DC-F744BCCDE0BE}"/>
              </a:ext>
            </a:extLst>
          </p:cNvPr>
          <p:cNvSpPr>
            <a:spLocks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7123">
            <a:extLst>
              <a:ext uri="{FF2B5EF4-FFF2-40B4-BE49-F238E27FC236}">
                <a16:creationId xmlns:a16="http://schemas.microsoft.com/office/drawing/2014/main" id="{0F9D7029-34F5-4FBF-94DC-54D683677028}"/>
              </a:ext>
            </a:extLst>
          </p:cNvPr>
          <p:cNvSpPr>
            <a:spLocks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7124">
            <a:extLst>
              <a:ext uri="{FF2B5EF4-FFF2-40B4-BE49-F238E27FC236}">
                <a16:creationId xmlns:a16="http://schemas.microsoft.com/office/drawing/2014/main" id="{8B492354-758D-4B5B-B3C5-1D6E702DB32A}"/>
              </a:ext>
            </a:extLst>
          </p:cNvPr>
          <p:cNvSpPr>
            <a:spLocks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7125">
            <a:extLst>
              <a:ext uri="{FF2B5EF4-FFF2-40B4-BE49-F238E27FC236}">
                <a16:creationId xmlns:a16="http://schemas.microsoft.com/office/drawing/2014/main" id="{D21BFF53-D464-4D53-AC69-ABFD87467604}"/>
              </a:ext>
            </a:extLst>
          </p:cNvPr>
          <p:cNvSpPr>
            <a:spLocks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7126">
            <a:extLst>
              <a:ext uri="{FF2B5EF4-FFF2-40B4-BE49-F238E27FC236}">
                <a16:creationId xmlns:a16="http://schemas.microsoft.com/office/drawing/2014/main" id="{A15E09B6-5A1F-409A-B070-36F1B0228F72}"/>
              </a:ext>
            </a:extLst>
          </p:cNvPr>
          <p:cNvSpPr>
            <a:spLocks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7127">
            <a:extLst>
              <a:ext uri="{FF2B5EF4-FFF2-40B4-BE49-F238E27FC236}">
                <a16:creationId xmlns:a16="http://schemas.microsoft.com/office/drawing/2014/main" id="{CFEB6921-C545-4380-ABEA-C816237ACC1F}"/>
              </a:ext>
            </a:extLst>
          </p:cNvPr>
          <p:cNvSpPr>
            <a:spLocks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7128">
            <a:extLst>
              <a:ext uri="{FF2B5EF4-FFF2-40B4-BE49-F238E27FC236}">
                <a16:creationId xmlns:a16="http://schemas.microsoft.com/office/drawing/2014/main" id="{296F16DE-FDF4-49E8-B4F2-7ACD2FA67426}"/>
              </a:ext>
            </a:extLst>
          </p:cNvPr>
          <p:cNvSpPr>
            <a:spLocks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7129">
            <a:extLst>
              <a:ext uri="{FF2B5EF4-FFF2-40B4-BE49-F238E27FC236}">
                <a16:creationId xmlns:a16="http://schemas.microsoft.com/office/drawing/2014/main" id="{20B9854A-FA38-42F1-866D-F95A82A06012}"/>
              </a:ext>
            </a:extLst>
          </p:cNvPr>
          <p:cNvSpPr>
            <a:spLocks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7130">
            <a:extLst>
              <a:ext uri="{FF2B5EF4-FFF2-40B4-BE49-F238E27FC236}">
                <a16:creationId xmlns:a16="http://schemas.microsoft.com/office/drawing/2014/main" id="{262E6B74-FB5B-4180-AE25-14D72A5D841F}"/>
              </a:ext>
            </a:extLst>
          </p:cNvPr>
          <p:cNvSpPr>
            <a:spLocks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7131">
            <a:extLst>
              <a:ext uri="{FF2B5EF4-FFF2-40B4-BE49-F238E27FC236}">
                <a16:creationId xmlns:a16="http://schemas.microsoft.com/office/drawing/2014/main" id="{43E9CF35-747D-451C-9D63-DC4215FAAE8F}"/>
              </a:ext>
            </a:extLst>
          </p:cNvPr>
          <p:cNvSpPr>
            <a:spLocks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7132">
            <a:extLst>
              <a:ext uri="{FF2B5EF4-FFF2-40B4-BE49-F238E27FC236}">
                <a16:creationId xmlns:a16="http://schemas.microsoft.com/office/drawing/2014/main" id="{933DB688-8743-4FA4-A092-8C0630607953}"/>
              </a:ext>
            </a:extLst>
          </p:cNvPr>
          <p:cNvSpPr>
            <a:spLocks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7133">
            <a:extLst>
              <a:ext uri="{FF2B5EF4-FFF2-40B4-BE49-F238E27FC236}">
                <a16:creationId xmlns:a16="http://schemas.microsoft.com/office/drawing/2014/main" id="{DA6BDA50-BF71-4980-85F1-92A20BA6A2C9}"/>
              </a:ext>
            </a:extLst>
          </p:cNvPr>
          <p:cNvSpPr>
            <a:spLocks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7134">
            <a:extLst>
              <a:ext uri="{FF2B5EF4-FFF2-40B4-BE49-F238E27FC236}">
                <a16:creationId xmlns:a16="http://schemas.microsoft.com/office/drawing/2014/main" id="{296640A7-4973-4D69-B0FD-DE319FC0839A}"/>
              </a:ext>
            </a:extLst>
          </p:cNvPr>
          <p:cNvSpPr>
            <a:spLocks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7135">
            <a:extLst>
              <a:ext uri="{FF2B5EF4-FFF2-40B4-BE49-F238E27FC236}">
                <a16:creationId xmlns:a16="http://schemas.microsoft.com/office/drawing/2014/main" id="{6622035C-370A-41FF-9B42-4BEA10C32F69}"/>
              </a:ext>
            </a:extLst>
          </p:cNvPr>
          <p:cNvSpPr>
            <a:spLocks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7136">
            <a:extLst>
              <a:ext uri="{FF2B5EF4-FFF2-40B4-BE49-F238E27FC236}">
                <a16:creationId xmlns:a16="http://schemas.microsoft.com/office/drawing/2014/main" id="{96E11EFC-FC71-4E36-BFB9-DB9618349A48}"/>
              </a:ext>
            </a:extLst>
          </p:cNvPr>
          <p:cNvSpPr>
            <a:spLocks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7137">
            <a:extLst>
              <a:ext uri="{FF2B5EF4-FFF2-40B4-BE49-F238E27FC236}">
                <a16:creationId xmlns:a16="http://schemas.microsoft.com/office/drawing/2014/main" id="{60031EDF-CB22-4F70-9C10-84B622C007B0}"/>
              </a:ext>
            </a:extLst>
          </p:cNvPr>
          <p:cNvSpPr>
            <a:spLocks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7138">
            <a:extLst>
              <a:ext uri="{FF2B5EF4-FFF2-40B4-BE49-F238E27FC236}">
                <a16:creationId xmlns:a16="http://schemas.microsoft.com/office/drawing/2014/main" id="{A4E842FF-F9EF-4025-B496-1929DE87844B}"/>
              </a:ext>
            </a:extLst>
          </p:cNvPr>
          <p:cNvSpPr>
            <a:spLocks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7139">
            <a:extLst>
              <a:ext uri="{FF2B5EF4-FFF2-40B4-BE49-F238E27FC236}">
                <a16:creationId xmlns:a16="http://schemas.microsoft.com/office/drawing/2014/main" id="{232C57FF-2C14-41BF-8F35-7BBBBFAA4194}"/>
              </a:ext>
            </a:extLst>
          </p:cNvPr>
          <p:cNvSpPr>
            <a:spLocks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7140">
            <a:extLst>
              <a:ext uri="{FF2B5EF4-FFF2-40B4-BE49-F238E27FC236}">
                <a16:creationId xmlns:a16="http://schemas.microsoft.com/office/drawing/2014/main" id="{B098B24C-7C62-4C88-9732-B30F3CEDD5FA}"/>
              </a:ext>
            </a:extLst>
          </p:cNvPr>
          <p:cNvSpPr>
            <a:spLocks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7141">
            <a:extLst>
              <a:ext uri="{FF2B5EF4-FFF2-40B4-BE49-F238E27FC236}">
                <a16:creationId xmlns:a16="http://schemas.microsoft.com/office/drawing/2014/main" id="{48C31083-E720-43DC-BCBD-05694446A321}"/>
              </a:ext>
            </a:extLst>
          </p:cNvPr>
          <p:cNvSpPr>
            <a:spLocks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7142">
            <a:extLst>
              <a:ext uri="{FF2B5EF4-FFF2-40B4-BE49-F238E27FC236}">
                <a16:creationId xmlns:a16="http://schemas.microsoft.com/office/drawing/2014/main" id="{1B47C150-0757-4D1F-B5B6-0394D51A5A6D}"/>
              </a:ext>
            </a:extLst>
          </p:cNvPr>
          <p:cNvSpPr>
            <a:spLocks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7143">
            <a:extLst>
              <a:ext uri="{FF2B5EF4-FFF2-40B4-BE49-F238E27FC236}">
                <a16:creationId xmlns:a16="http://schemas.microsoft.com/office/drawing/2014/main" id="{7C324C2E-5341-4DB7-9598-4ABB3A7E260E}"/>
              </a:ext>
            </a:extLst>
          </p:cNvPr>
          <p:cNvSpPr>
            <a:spLocks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7144">
            <a:extLst>
              <a:ext uri="{FF2B5EF4-FFF2-40B4-BE49-F238E27FC236}">
                <a16:creationId xmlns:a16="http://schemas.microsoft.com/office/drawing/2014/main" id="{618A10A5-EC9E-471B-9B7C-B0B12D889B21}"/>
              </a:ext>
            </a:extLst>
          </p:cNvPr>
          <p:cNvSpPr>
            <a:spLocks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7145">
            <a:extLst>
              <a:ext uri="{FF2B5EF4-FFF2-40B4-BE49-F238E27FC236}">
                <a16:creationId xmlns:a16="http://schemas.microsoft.com/office/drawing/2014/main" id="{68D1E19A-AF5B-4BA0-9259-6F41C4E780C1}"/>
              </a:ext>
            </a:extLst>
          </p:cNvPr>
          <p:cNvSpPr>
            <a:spLocks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7146">
            <a:extLst>
              <a:ext uri="{FF2B5EF4-FFF2-40B4-BE49-F238E27FC236}">
                <a16:creationId xmlns:a16="http://schemas.microsoft.com/office/drawing/2014/main" id="{8FBE2D58-DD7B-43A6-934A-20E8DB7B6FF9}"/>
              </a:ext>
            </a:extLst>
          </p:cNvPr>
          <p:cNvSpPr>
            <a:spLocks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7147">
            <a:extLst>
              <a:ext uri="{FF2B5EF4-FFF2-40B4-BE49-F238E27FC236}">
                <a16:creationId xmlns:a16="http://schemas.microsoft.com/office/drawing/2014/main" id="{86C30EAD-5B2B-406D-B7EA-AC4575B314E4}"/>
              </a:ext>
            </a:extLst>
          </p:cNvPr>
          <p:cNvSpPr>
            <a:spLocks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7148">
            <a:extLst>
              <a:ext uri="{FF2B5EF4-FFF2-40B4-BE49-F238E27FC236}">
                <a16:creationId xmlns:a16="http://schemas.microsoft.com/office/drawing/2014/main" id="{66C5036C-DC75-48BB-B378-E64A399F5A80}"/>
              </a:ext>
            </a:extLst>
          </p:cNvPr>
          <p:cNvSpPr>
            <a:spLocks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7149">
            <a:extLst>
              <a:ext uri="{FF2B5EF4-FFF2-40B4-BE49-F238E27FC236}">
                <a16:creationId xmlns:a16="http://schemas.microsoft.com/office/drawing/2014/main" id="{9B769D00-092B-4F0E-9C8F-8973B291CFC4}"/>
              </a:ext>
            </a:extLst>
          </p:cNvPr>
          <p:cNvSpPr>
            <a:spLocks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7150">
            <a:extLst>
              <a:ext uri="{FF2B5EF4-FFF2-40B4-BE49-F238E27FC236}">
                <a16:creationId xmlns:a16="http://schemas.microsoft.com/office/drawing/2014/main" id="{82D9ADAF-B08D-4690-97F5-C9DD99B27769}"/>
              </a:ext>
            </a:extLst>
          </p:cNvPr>
          <p:cNvSpPr>
            <a:spLocks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7151">
            <a:extLst>
              <a:ext uri="{FF2B5EF4-FFF2-40B4-BE49-F238E27FC236}">
                <a16:creationId xmlns:a16="http://schemas.microsoft.com/office/drawing/2014/main" id="{F32EA93B-E5DD-4CCB-B7FC-68829C19A18D}"/>
              </a:ext>
            </a:extLst>
          </p:cNvPr>
          <p:cNvSpPr>
            <a:spLocks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7152">
            <a:extLst>
              <a:ext uri="{FF2B5EF4-FFF2-40B4-BE49-F238E27FC236}">
                <a16:creationId xmlns:a16="http://schemas.microsoft.com/office/drawing/2014/main" id="{E89662E0-4812-4F81-BC84-F1BE69D5D5BA}"/>
              </a:ext>
            </a:extLst>
          </p:cNvPr>
          <p:cNvSpPr>
            <a:spLocks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7153">
            <a:extLst>
              <a:ext uri="{FF2B5EF4-FFF2-40B4-BE49-F238E27FC236}">
                <a16:creationId xmlns:a16="http://schemas.microsoft.com/office/drawing/2014/main" id="{8FB4C71E-7E9D-437E-B4E7-EBFF1F4FC153}"/>
              </a:ext>
            </a:extLst>
          </p:cNvPr>
          <p:cNvSpPr>
            <a:spLocks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7154">
            <a:extLst>
              <a:ext uri="{FF2B5EF4-FFF2-40B4-BE49-F238E27FC236}">
                <a16:creationId xmlns:a16="http://schemas.microsoft.com/office/drawing/2014/main" id="{775E173F-F32B-40D1-834D-AFE9E9689BDB}"/>
              </a:ext>
            </a:extLst>
          </p:cNvPr>
          <p:cNvSpPr>
            <a:spLocks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7155">
            <a:extLst>
              <a:ext uri="{FF2B5EF4-FFF2-40B4-BE49-F238E27FC236}">
                <a16:creationId xmlns:a16="http://schemas.microsoft.com/office/drawing/2014/main" id="{A2E799CB-1843-4564-8C75-E7C62A2E7416}"/>
              </a:ext>
            </a:extLst>
          </p:cNvPr>
          <p:cNvSpPr>
            <a:spLocks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7156">
            <a:extLst>
              <a:ext uri="{FF2B5EF4-FFF2-40B4-BE49-F238E27FC236}">
                <a16:creationId xmlns:a16="http://schemas.microsoft.com/office/drawing/2014/main" id="{4A39F945-F744-4E34-8F78-E340A6BCFDDD}"/>
              </a:ext>
            </a:extLst>
          </p:cNvPr>
          <p:cNvSpPr>
            <a:spLocks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7157">
            <a:extLst>
              <a:ext uri="{FF2B5EF4-FFF2-40B4-BE49-F238E27FC236}">
                <a16:creationId xmlns:a16="http://schemas.microsoft.com/office/drawing/2014/main" id="{7114AB6E-14E0-4E45-891E-B6AAF6188D39}"/>
              </a:ext>
            </a:extLst>
          </p:cNvPr>
          <p:cNvSpPr>
            <a:spLocks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7158">
            <a:extLst>
              <a:ext uri="{FF2B5EF4-FFF2-40B4-BE49-F238E27FC236}">
                <a16:creationId xmlns:a16="http://schemas.microsoft.com/office/drawing/2014/main" id="{A5FEF0B9-F74E-4932-B09B-5B18BDD9CFE7}"/>
              </a:ext>
            </a:extLst>
          </p:cNvPr>
          <p:cNvSpPr>
            <a:spLocks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7159">
            <a:extLst>
              <a:ext uri="{FF2B5EF4-FFF2-40B4-BE49-F238E27FC236}">
                <a16:creationId xmlns:a16="http://schemas.microsoft.com/office/drawing/2014/main" id="{21DA3F3B-AC44-443F-999A-B291959AE981}"/>
              </a:ext>
            </a:extLst>
          </p:cNvPr>
          <p:cNvSpPr>
            <a:spLocks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7160">
            <a:extLst>
              <a:ext uri="{FF2B5EF4-FFF2-40B4-BE49-F238E27FC236}">
                <a16:creationId xmlns:a16="http://schemas.microsoft.com/office/drawing/2014/main" id="{E8F33980-613B-4571-AAE5-252B9E4D4086}"/>
              </a:ext>
            </a:extLst>
          </p:cNvPr>
          <p:cNvSpPr>
            <a:spLocks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7161">
            <a:extLst>
              <a:ext uri="{FF2B5EF4-FFF2-40B4-BE49-F238E27FC236}">
                <a16:creationId xmlns:a16="http://schemas.microsoft.com/office/drawing/2014/main" id="{328C0AFA-D9E3-450C-955E-C524115834B6}"/>
              </a:ext>
            </a:extLst>
          </p:cNvPr>
          <p:cNvSpPr>
            <a:spLocks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7162">
            <a:extLst>
              <a:ext uri="{FF2B5EF4-FFF2-40B4-BE49-F238E27FC236}">
                <a16:creationId xmlns:a16="http://schemas.microsoft.com/office/drawing/2014/main" id="{52D3F316-1099-409D-BA38-5A68C805D23F}"/>
              </a:ext>
            </a:extLst>
          </p:cNvPr>
          <p:cNvSpPr>
            <a:spLocks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7163">
            <a:extLst>
              <a:ext uri="{FF2B5EF4-FFF2-40B4-BE49-F238E27FC236}">
                <a16:creationId xmlns:a16="http://schemas.microsoft.com/office/drawing/2014/main" id="{600CEE84-759C-4C70-BB95-B486E6664BA6}"/>
              </a:ext>
            </a:extLst>
          </p:cNvPr>
          <p:cNvSpPr>
            <a:spLocks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7164">
            <a:extLst>
              <a:ext uri="{FF2B5EF4-FFF2-40B4-BE49-F238E27FC236}">
                <a16:creationId xmlns:a16="http://schemas.microsoft.com/office/drawing/2014/main" id="{0FE00ED0-1993-45C3-8469-0086546796BE}"/>
              </a:ext>
            </a:extLst>
          </p:cNvPr>
          <p:cNvSpPr>
            <a:spLocks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7165">
            <a:extLst>
              <a:ext uri="{FF2B5EF4-FFF2-40B4-BE49-F238E27FC236}">
                <a16:creationId xmlns:a16="http://schemas.microsoft.com/office/drawing/2014/main" id="{FD2E9D32-ADE2-497D-9E05-99E7F62024CB}"/>
              </a:ext>
            </a:extLst>
          </p:cNvPr>
          <p:cNvSpPr>
            <a:spLocks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7166">
            <a:extLst>
              <a:ext uri="{FF2B5EF4-FFF2-40B4-BE49-F238E27FC236}">
                <a16:creationId xmlns:a16="http://schemas.microsoft.com/office/drawing/2014/main" id="{00A15FFB-DF78-4A60-A0EE-D9988008CED5}"/>
              </a:ext>
            </a:extLst>
          </p:cNvPr>
          <p:cNvSpPr>
            <a:spLocks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7167">
            <a:extLst>
              <a:ext uri="{FF2B5EF4-FFF2-40B4-BE49-F238E27FC236}">
                <a16:creationId xmlns:a16="http://schemas.microsoft.com/office/drawing/2014/main" id="{9A2C0F42-4FC4-4C6B-8CED-BF01F8A9EAD0}"/>
              </a:ext>
            </a:extLst>
          </p:cNvPr>
          <p:cNvSpPr>
            <a:spLocks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7168">
            <a:extLst>
              <a:ext uri="{FF2B5EF4-FFF2-40B4-BE49-F238E27FC236}">
                <a16:creationId xmlns:a16="http://schemas.microsoft.com/office/drawing/2014/main" id="{1324C885-DBE6-45CA-A0E1-66FB36A178FF}"/>
              </a:ext>
            </a:extLst>
          </p:cNvPr>
          <p:cNvSpPr>
            <a:spLocks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7169">
            <a:extLst>
              <a:ext uri="{FF2B5EF4-FFF2-40B4-BE49-F238E27FC236}">
                <a16:creationId xmlns:a16="http://schemas.microsoft.com/office/drawing/2014/main" id="{17E217A5-610D-4B99-8DCC-5A5DA90C77EE}"/>
              </a:ext>
            </a:extLst>
          </p:cNvPr>
          <p:cNvSpPr>
            <a:spLocks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7170">
            <a:extLst>
              <a:ext uri="{FF2B5EF4-FFF2-40B4-BE49-F238E27FC236}">
                <a16:creationId xmlns:a16="http://schemas.microsoft.com/office/drawing/2014/main" id="{312FBFE2-5E68-4DFB-8D34-D226AC659AEC}"/>
              </a:ext>
            </a:extLst>
          </p:cNvPr>
          <p:cNvSpPr>
            <a:spLocks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7171">
            <a:extLst>
              <a:ext uri="{FF2B5EF4-FFF2-40B4-BE49-F238E27FC236}">
                <a16:creationId xmlns:a16="http://schemas.microsoft.com/office/drawing/2014/main" id="{B036B66F-C808-4DBE-9812-009FBB0F25A9}"/>
              </a:ext>
            </a:extLst>
          </p:cNvPr>
          <p:cNvSpPr>
            <a:spLocks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7172">
            <a:extLst>
              <a:ext uri="{FF2B5EF4-FFF2-40B4-BE49-F238E27FC236}">
                <a16:creationId xmlns:a16="http://schemas.microsoft.com/office/drawing/2014/main" id="{076AB82D-3120-4F67-8E81-D9BB3A3B3A92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7173">
            <a:extLst>
              <a:ext uri="{FF2B5EF4-FFF2-40B4-BE49-F238E27FC236}">
                <a16:creationId xmlns:a16="http://schemas.microsoft.com/office/drawing/2014/main" id="{7F0C8781-6115-488A-9278-BA9C2DCDEA0C}"/>
              </a:ext>
            </a:extLst>
          </p:cNvPr>
          <p:cNvSpPr>
            <a:spLocks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7174">
            <a:extLst>
              <a:ext uri="{FF2B5EF4-FFF2-40B4-BE49-F238E27FC236}">
                <a16:creationId xmlns:a16="http://schemas.microsoft.com/office/drawing/2014/main" id="{9665E197-8D73-4DE5-A396-D4A52418DCEE}"/>
              </a:ext>
            </a:extLst>
          </p:cNvPr>
          <p:cNvSpPr>
            <a:spLocks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7175">
            <a:extLst>
              <a:ext uri="{FF2B5EF4-FFF2-40B4-BE49-F238E27FC236}">
                <a16:creationId xmlns:a16="http://schemas.microsoft.com/office/drawing/2014/main" id="{594C3705-AF89-4B8C-BF15-B8A9C05C4679}"/>
              </a:ext>
            </a:extLst>
          </p:cNvPr>
          <p:cNvSpPr>
            <a:spLocks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7176">
            <a:extLst>
              <a:ext uri="{FF2B5EF4-FFF2-40B4-BE49-F238E27FC236}">
                <a16:creationId xmlns:a16="http://schemas.microsoft.com/office/drawing/2014/main" id="{6E63CF55-06AD-43D8-B0C2-9E22308BD8E5}"/>
              </a:ext>
            </a:extLst>
          </p:cNvPr>
          <p:cNvSpPr>
            <a:spLocks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7177">
            <a:extLst>
              <a:ext uri="{FF2B5EF4-FFF2-40B4-BE49-F238E27FC236}">
                <a16:creationId xmlns:a16="http://schemas.microsoft.com/office/drawing/2014/main" id="{BF412900-132E-489E-9CD3-DFE5C1ACD2EB}"/>
              </a:ext>
            </a:extLst>
          </p:cNvPr>
          <p:cNvSpPr>
            <a:spLocks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7178">
            <a:extLst>
              <a:ext uri="{FF2B5EF4-FFF2-40B4-BE49-F238E27FC236}">
                <a16:creationId xmlns:a16="http://schemas.microsoft.com/office/drawing/2014/main" id="{0F20ACD4-EFA2-445D-BCD9-5E523E8B49B7}"/>
              </a:ext>
            </a:extLst>
          </p:cNvPr>
          <p:cNvSpPr>
            <a:spLocks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7179">
            <a:extLst>
              <a:ext uri="{FF2B5EF4-FFF2-40B4-BE49-F238E27FC236}">
                <a16:creationId xmlns:a16="http://schemas.microsoft.com/office/drawing/2014/main" id="{8838F970-050A-4176-BBA0-07B75D2E9FEB}"/>
              </a:ext>
            </a:extLst>
          </p:cNvPr>
          <p:cNvSpPr>
            <a:spLocks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7180">
            <a:extLst>
              <a:ext uri="{FF2B5EF4-FFF2-40B4-BE49-F238E27FC236}">
                <a16:creationId xmlns:a16="http://schemas.microsoft.com/office/drawing/2014/main" id="{10E3538B-57DA-4816-B1CD-CD052ED3CE0F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7181">
            <a:extLst>
              <a:ext uri="{FF2B5EF4-FFF2-40B4-BE49-F238E27FC236}">
                <a16:creationId xmlns:a16="http://schemas.microsoft.com/office/drawing/2014/main" id="{2FD4B624-47B4-4C72-B419-82AEACE70F66}"/>
              </a:ext>
            </a:extLst>
          </p:cNvPr>
          <p:cNvSpPr>
            <a:spLocks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7182">
            <a:extLst>
              <a:ext uri="{FF2B5EF4-FFF2-40B4-BE49-F238E27FC236}">
                <a16:creationId xmlns:a16="http://schemas.microsoft.com/office/drawing/2014/main" id="{CA19468B-C309-41BC-9FCF-CCBB3F27DEC6}"/>
              </a:ext>
            </a:extLst>
          </p:cNvPr>
          <p:cNvSpPr>
            <a:spLocks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7183">
            <a:extLst>
              <a:ext uri="{FF2B5EF4-FFF2-40B4-BE49-F238E27FC236}">
                <a16:creationId xmlns:a16="http://schemas.microsoft.com/office/drawing/2014/main" id="{581ABEBE-B557-43C1-A910-51CB9C3E3646}"/>
              </a:ext>
            </a:extLst>
          </p:cNvPr>
          <p:cNvSpPr>
            <a:spLocks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7184">
            <a:extLst>
              <a:ext uri="{FF2B5EF4-FFF2-40B4-BE49-F238E27FC236}">
                <a16:creationId xmlns:a16="http://schemas.microsoft.com/office/drawing/2014/main" id="{4EA614E2-2266-4C5A-B97E-AF5D0E7B1C7B}"/>
              </a:ext>
            </a:extLst>
          </p:cNvPr>
          <p:cNvSpPr>
            <a:spLocks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7185">
            <a:extLst>
              <a:ext uri="{FF2B5EF4-FFF2-40B4-BE49-F238E27FC236}">
                <a16:creationId xmlns:a16="http://schemas.microsoft.com/office/drawing/2014/main" id="{52BE7CFA-ECBB-4299-8163-4DDEBA654E44}"/>
              </a:ext>
            </a:extLst>
          </p:cNvPr>
          <p:cNvSpPr>
            <a:spLocks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7186">
            <a:extLst>
              <a:ext uri="{FF2B5EF4-FFF2-40B4-BE49-F238E27FC236}">
                <a16:creationId xmlns:a16="http://schemas.microsoft.com/office/drawing/2014/main" id="{70D56D85-57B3-42F7-80ED-A35CB97A759D}"/>
              </a:ext>
            </a:extLst>
          </p:cNvPr>
          <p:cNvSpPr>
            <a:spLocks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7187">
            <a:extLst>
              <a:ext uri="{FF2B5EF4-FFF2-40B4-BE49-F238E27FC236}">
                <a16:creationId xmlns:a16="http://schemas.microsoft.com/office/drawing/2014/main" id="{8FCEEAAF-F9A0-4883-B54D-977E24E7A553}"/>
              </a:ext>
            </a:extLst>
          </p:cNvPr>
          <p:cNvSpPr>
            <a:spLocks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7188">
            <a:extLst>
              <a:ext uri="{FF2B5EF4-FFF2-40B4-BE49-F238E27FC236}">
                <a16:creationId xmlns:a16="http://schemas.microsoft.com/office/drawing/2014/main" id="{159536DA-24A8-46B5-8A0B-7821140B1DEF}"/>
              </a:ext>
            </a:extLst>
          </p:cNvPr>
          <p:cNvSpPr>
            <a:spLocks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7189">
            <a:extLst>
              <a:ext uri="{FF2B5EF4-FFF2-40B4-BE49-F238E27FC236}">
                <a16:creationId xmlns:a16="http://schemas.microsoft.com/office/drawing/2014/main" id="{87D6CE8E-00D3-4E45-A304-3800A0B04E77}"/>
              </a:ext>
            </a:extLst>
          </p:cNvPr>
          <p:cNvSpPr>
            <a:spLocks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7190">
            <a:extLst>
              <a:ext uri="{FF2B5EF4-FFF2-40B4-BE49-F238E27FC236}">
                <a16:creationId xmlns:a16="http://schemas.microsoft.com/office/drawing/2014/main" id="{76DD80D9-C707-46B1-818C-5E7DA2AF81A2}"/>
              </a:ext>
            </a:extLst>
          </p:cNvPr>
          <p:cNvSpPr>
            <a:spLocks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7191">
            <a:extLst>
              <a:ext uri="{FF2B5EF4-FFF2-40B4-BE49-F238E27FC236}">
                <a16:creationId xmlns:a16="http://schemas.microsoft.com/office/drawing/2014/main" id="{DAC72581-258F-4948-BB06-0CC7D2850B6B}"/>
              </a:ext>
            </a:extLst>
          </p:cNvPr>
          <p:cNvSpPr>
            <a:spLocks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7192">
            <a:extLst>
              <a:ext uri="{FF2B5EF4-FFF2-40B4-BE49-F238E27FC236}">
                <a16:creationId xmlns:a16="http://schemas.microsoft.com/office/drawing/2014/main" id="{8E4575FF-7244-4764-A72D-5272AE16E5E7}"/>
              </a:ext>
            </a:extLst>
          </p:cNvPr>
          <p:cNvSpPr>
            <a:spLocks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7193">
            <a:extLst>
              <a:ext uri="{FF2B5EF4-FFF2-40B4-BE49-F238E27FC236}">
                <a16:creationId xmlns:a16="http://schemas.microsoft.com/office/drawing/2014/main" id="{CA735DAA-6A0B-42BC-A60A-5A8DF5FC34D4}"/>
              </a:ext>
            </a:extLst>
          </p:cNvPr>
          <p:cNvSpPr>
            <a:spLocks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7194">
            <a:extLst>
              <a:ext uri="{FF2B5EF4-FFF2-40B4-BE49-F238E27FC236}">
                <a16:creationId xmlns:a16="http://schemas.microsoft.com/office/drawing/2014/main" id="{886E8FA7-6EB0-4840-ACCE-1636AEC9A5C1}"/>
              </a:ext>
            </a:extLst>
          </p:cNvPr>
          <p:cNvSpPr>
            <a:spLocks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7195">
            <a:extLst>
              <a:ext uri="{FF2B5EF4-FFF2-40B4-BE49-F238E27FC236}">
                <a16:creationId xmlns:a16="http://schemas.microsoft.com/office/drawing/2014/main" id="{65C5EDD0-D818-4333-B53B-AE11B7FCE23C}"/>
              </a:ext>
            </a:extLst>
          </p:cNvPr>
          <p:cNvSpPr>
            <a:spLocks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7196">
            <a:extLst>
              <a:ext uri="{FF2B5EF4-FFF2-40B4-BE49-F238E27FC236}">
                <a16:creationId xmlns:a16="http://schemas.microsoft.com/office/drawing/2014/main" id="{3D7C5C3C-058C-4577-B1C7-AC2333DD8DB1}"/>
              </a:ext>
            </a:extLst>
          </p:cNvPr>
          <p:cNvSpPr>
            <a:spLocks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7197">
            <a:extLst>
              <a:ext uri="{FF2B5EF4-FFF2-40B4-BE49-F238E27FC236}">
                <a16:creationId xmlns:a16="http://schemas.microsoft.com/office/drawing/2014/main" id="{0A260AF5-764C-45BD-9142-EC7B969CC3FF}"/>
              </a:ext>
            </a:extLst>
          </p:cNvPr>
          <p:cNvSpPr>
            <a:spLocks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7198">
            <a:extLst>
              <a:ext uri="{FF2B5EF4-FFF2-40B4-BE49-F238E27FC236}">
                <a16:creationId xmlns:a16="http://schemas.microsoft.com/office/drawing/2014/main" id="{25C627D6-DFF4-47C8-A0DA-E2EDF90B65C9}"/>
              </a:ext>
            </a:extLst>
          </p:cNvPr>
          <p:cNvSpPr>
            <a:spLocks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7199">
            <a:extLst>
              <a:ext uri="{FF2B5EF4-FFF2-40B4-BE49-F238E27FC236}">
                <a16:creationId xmlns:a16="http://schemas.microsoft.com/office/drawing/2014/main" id="{472F47B7-2991-493C-93B0-2F9696BEF47C}"/>
              </a:ext>
            </a:extLst>
          </p:cNvPr>
          <p:cNvSpPr>
            <a:spLocks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7200">
            <a:extLst>
              <a:ext uri="{FF2B5EF4-FFF2-40B4-BE49-F238E27FC236}">
                <a16:creationId xmlns:a16="http://schemas.microsoft.com/office/drawing/2014/main" id="{21013AB6-66DD-4495-BF3B-30F1F4A89840}"/>
              </a:ext>
            </a:extLst>
          </p:cNvPr>
          <p:cNvSpPr>
            <a:spLocks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7201">
            <a:extLst>
              <a:ext uri="{FF2B5EF4-FFF2-40B4-BE49-F238E27FC236}">
                <a16:creationId xmlns:a16="http://schemas.microsoft.com/office/drawing/2014/main" id="{FB081D5E-2986-4495-BD30-4D67F909F235}"/>
              </a:ext>
            </a:extLst>
          </p:cNvPr>
          <p:cNvSpPr>
            <a:spLocks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7202">
            <a:extLst>
              <a:ext uri="{FF2B5EF4-FFF2-40B4-BE49-F238E27FC236}">
                <a16:creationId xmlns:a16="http://schemas.microsoft.com/office/drawing/2014/main" id="{4E1E7729-9F65-493E-B49C-31CCEE77C8F5}"/>
              </a:ext>
            </a:extLst>
          </p:cNvPr>
          <p:cNvSpPr>
            <a:spLocks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7203">
            <a:extLst>
              <a:ext uri="{FF2B5EF4-FFF2-40B4-BE49-F238E27FC236}">
                <a16:creationId xmlns:a16="http://schemas.microsoft.com/office/drawing/2014/main" id="{217BCBF4-2D51-4C22-9574-D21538747BAF}"/>
              </a:ext>
            </a:extLst>
          </p:cNvPr>
          <p:cNvSpPr>
            <a:spLocks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7204">
            <a:extLst>
              <a:ext uri="{FF2B5EF4-FFF2-40B4-BE49-F238E27FC236}">
                <a16:creationId xmlns:a16="http://schemas.microsoft.com/office/drawing/2014/main" id="{1A6D0CFB-AFEB-4EE9-A67F-815750143A5B}"/>
              </a:ext>
            </a:extLst>
          </p:cNvPr>
          <p:cNvSpPr>
            <a:spLocks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7205">
            <a:extLst>
              <a:ext uri="{FF2B5EF4-FFF2-40B4-BE49-F238E27FC236}">
                <a16:creationId xmlns:a16="http://schemas.microsoft.com/office/drawing/2014/main" id="{472CF94B-B622-448E-A292-B105371FC05C}"/>
              </a:ext>
            </a:extLst>
          </p:cNvPr>
          <p:cNvSpPr>
            <a:spLocks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7206">
            <a:extLst>
              <a:ext uri="{FF2B5EF4-FFF2-40B4-BE49-F238E27FC236}">
                <a16:creationId xmlns:a16="http://schemas.microsoft.com/office/drawing/2014/main" id="{B4DA6494-9CD5-445D-B011-07490B9E9E24}"/>
              </a:ext>
            </a:extLst>
          </p:cNvPr>
          <p:cNvSpPr>
            <a:spLocks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7207">
            <a:extLst>
              <a:ext uri="{FF2B5EF4-FFF2-40B4-BE49-F238E27FC236}">
                <a16:creationId xmlns:a16="http://schemas.microsoft.com/office/drawing/2014/main" id="{FD333253-7B68-45F4-8E7B-8E4504641682}"/>
              </a:ext>
            </a:extLst>
          </p:cNvPr>
          <p:cNvSpPr>
            <a:spLocks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7208">
            <a:extLst>
              <a:ext uri="{FF2B5EF4-FFF2-40B4-BE49-F238E27FC236}">
                <a16:creationId xmlns:a16="http://schemas.microsoft.com/office/drawing/2014/main" id="{7D6C78EB-2784-4CB1-8786-F93C4219F1D6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7209">
            <a:extLst>
              <a:ext uri="{FF2B5EF4-FFF2-40B4-BE49-F238E27FC236}">
                <a16:creationId xmlns:a16="http://schemas.microsoft.com/office/drawing/2014/main" id="{A563BA24-E680-4810-A6CB-745C48D6F742}"/>
              </a:ext>
            </a:extLst>
          </p:cNvPr>
          <p:cNvSpPr>
            <a:spLocks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7210">
            <a:extLst>
              <a:ext uri="{FF2B5EF4-FFF2-40B4-BE49-F238E27FC236}">
                <a16:creationId xmlns:a16="http://schemas.microsoft.com/office/drawing/2014/main" id="{EF71D606-97A0-47D1-BDD8-93C00282594D}"/>
              </a:ext>
            </a:extLst>
          </p:cNvPr>
          <p:cNvSpPr>
            <a:spLocks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7211">
            <a:extLst>
              <a:ext uri="{FF2B5EF4-FFF2-40B4-BE49-F238E27FC236}">
                <a16:creationId xmlns:a16="http://schemas.microsoft.com/office/drawing/2014/main" id="{0CC3A8AA-829D-4137-A20E-80241EAE06DC}"/>
              </a:ext>
            </a:extLst>
          </p:cNvPr>
          <p:cNvSpPr>
            <a:spLocks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7212">
            <a:extLst>
              <a:ext uri="{FF2B5EF4-FFF2-40B4-BE49-F238E27FC236}">
                <a16:creationId xmlns:a16="http://schemas.microsoft.com/office/drawing/2014/main" id="{396846C0-5E66-4A60-926F-AA42BFFE6AA2}"/>
              </a:ext>
            </a:extLst>
          </p:cNvPr>
          <p:cNvSpPr>
            <a:spLocks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7213">
            <a:extLst>
              <a:ext uri="{FF2B5EF4-FFF2-40B4-BE49-F238E27FC236}">
                <a16:creationId xmlns:a16="http://schemas.microsoft.com/office/drawing/2014/main" id="{666BB85D-FADA-439D-B0A0-4198CACDB75C}"/>
              </a:ext>
            </a:extLst>
          </p:cNvPr>
          <p:cNvSpPr>
            <a:spLocks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7214">
            <a:extLst>
              <a:ext uri="{FF2B5EF4-FFF2-40B4-BE49-F238E27FC236}">
                <a16:creationId xmlns:a16="http://schemas.microsoft.com/office/drawing/2014/main" id="{C9BE06EB-CA3E-45E9-9A85-84127A214080}"/>
              </a:ext>
            </a:extLst>
          </p:cNvPr>
          <p:cNvSpPr>
            <a:spLocks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7215">
            <a:extLst>
              <a:ext uri="{FF2B5EF4-FFF2-40B4-BE49-F238E27FC236}">
                <a16:creationId xmlns:a16="http://schemas.microsoft.com/office/drawing/2014/main" id="{5C9D30D5-78A5-4FFB-9F58-963D51D36641}"/>
              </a:ext>
            </a:extLst>
          </p:cNvPr>
          <p:cNvSpPr>
            <a:spLocks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7216">
            <a:extLst>
              <a:ext uri="{FF2B5EF4-FFF2-40B4-BE49-F238E27FC236}">
                <a16:creationId xmlns:a16="http://schemas.microsoft.com/office/drawing/2014/main" id="{53E94FB5-6EB4-45A9-8F12-6107FAF672B4}"/>
              </a:ext>
            </a:extLst>
          </p:cNvPr>
          <p:cNvSpPr>
            <a:spLocks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7217">
            <a:extLst>
              <a:ext uri="{FF2B5EF4-FFF2-40B4-BE49-F238E27FC236}">
                <a16:creationId xmlns:a16="http://schemas.microsoft.com/office/drawing/2014/main" id="{9AF8812B-2417-4BFA-AF7B-E9B9EEAED375}"/>
              </a:ext>
            </a:extLst>
          </p:cNvPr>
          <p:cNvSpPr>
            <a:spLocks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7218">
            <a:extLst>
              <a:ext uri="{FF2B5EF4-FFF2-40B4-BE49-F238E27FC236}">
                <a16:creationId xmlns:a16="http://schemas.microsoft.com/office/drawing/2014/main" id="{1BCDD48F-B33C-4A22-B835-813CC5E59DE1}"/>
              </a:ext>
            </a:extLst>
          </p:cNvPr>
          <p:cNvSpPr>
            <a:spLocks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7219">
            <a:extLst>
              <a:ext uri="{FF2B5EF4-FFF2-40B4-BE49-F238E27FC236}">
                <a16:creationId xmlns:a16="http://schemas.microsoft.com/office/drawing/2014/main" id="{B2BE6013-12AB-4951-90EA-FEF9C54A40C6}"/>
              </a:ext>
            </a:extLst>
          </p:cNvPr>
          <p:cNvSpPr>
            <a:spLocks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7220">
            <a:extLst>
              <a:ext uri="{FF2B5EF4-FFF2-40B4-BE49-F238E27FC236}">
                <a16:creationId xmlns:a16="http://schemas.microsoft.com/office/drawing/2014/main" id="{52052DC9-7365-401C-B6AB-2C01AB325286}"/>
              </a:ext>
            </a:extLst>
          </p:cNvPr>
          <p:cNvSpPr>
            <a:spLocks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7221">
            <a:extLst>
              <a:ext uri="{FF2B5EF4-FFF2-40B4-BE49-F238E27FC236}">
                <a16:creationId xmlns:a16="http://schemas.microsoft.com/office/drawing/2014/main" id="{7B2D2D6A-8876-4F5B-B67B-1D1CFAA817B6}"/>
              </a:ext>
            </a:extLst>
          </p:cNvPr>
          <p:cNvSpPr>
            <a:spLocks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7222">
            <a:extLst>
              <a:ext uri="{FF2B5EF4-FFF2-40B4-BE49-F238E27FC236}">
                <a16:creationId xmlns:a16="http://schemas.microsoft.com/office/drawing/2014/main" id="{59AC28DA-27FA-4154-9E1B-15159443E2BF}"/>
              </a:ext>
            </a:extLst>
          </p:cNvPr>
          <p:cNvSpPr>
            <a:spLocks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7223">
            <a:extLst>
              <a:ext uri="{FF2B5EF4-FFF2-40B4-BE49-F238E27FC236}">
                <a16:creationId xmlns:a16="http://schemas.microsoft.com/office/drawing/2014/main" id="{C1B1B756-5345-4C4A-83EC-9AA96E4A5B7F}"/>
              </a:ext>
            </a:extLst>
          </p:cNvPr>
          <p:cNvSpPr>
            <a:spLocks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7224">
            <a:extLst>
              <a:ext uri="{FF2B5EF4-FFF2-40B4-BE49-F238E27FC236}">
                <a16:creationId xmlns:a16="http://schemas.microsoft.com/office/drawing/2014/main" id="{5A3FB372-2179-48CC-8E31-FA8949BB472A}"/>
              </a:ext>
            </a:extLst>
          </p:cNvPr>
          <p:cNvSpPr>
            <a:spLocks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7225">
            <a:extLst>
              <a:ext uri="{FF2B5EF4-FFF2-40B4-BE49-F238E27FC236}">
                <a16:creationId xmlns:a16="http://schemas.microsoft.com/office/drawing/2014/main" id="{DCA9F562-BA12-4617-99A7-CC176686918D}"/>
              </a:ext>
            </a:extLst>
          </p:cNvPr>
          <p:cNvSpPr>
            <a:spLocks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7226">
            <a:extLst>
              <a:ext uri="{FF2B5EF4-FFF2-40B4-BE49-F238E27FC236}">
                <a16:creationId xmlns:a16="http://schemas.microsoft.com/office/drawing/2014/main" id="{169A03C3-1FF4-4CC5-826F-A734196A6898}"/>
              </a:ext>
            </a:extLst>
          </p:cNvPr>
          <p:cNvSpPr>
            <a:spLocks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7227">
            <a:extLst>
              <a:ext uri="{FF2B5EF4-FFF2-40B4-BE49-F238E27FC236}">
                <a16:creationId xmlns:a16="http://schemas.microsoft.com/office/drawing/2014/main" id="{F5A533C2-8E53-4754-BDC1-BEF0E5EC7E1F}"/>
              </a:ext>
            </a:extLst>
          </p:cNvPr>
          <p:cNvSpPr>
            <a:spLocks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7228">
            <a:extLst>
              <a:ext uri="{FF2B5EF4-FFF2-40B4-BE49-F238E27FC236}">
                <a16:creationId xmlns:a16="http://schemas.microsoft.com/office/drawing/2014/main" id="{34E4C7D6-0490-440C-99E1-C308577490C7}"/>
              </a:ext>
            </a:extLst>
          </p:cNvPr>
          <p:cNvSpPr>
            <a:spLocks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7229">
            <a:extLst>
              <a:ext uri="{FF2B5EF4-FFF2-40B4-BE49-F238E27FC236}">
                <a16:creationId xmlns:a16="http://schemas.microsoft.com/office/drawing/2014/main" id="{64BF4974-69E5-4CC5-B585-F1C0EA12D024}"/>
              </a:ext>
            </a:extLst>
          </p:cNvPr>
          <p:cNvSpPr>
            <a:spLocks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7230">
            <a:extLst>
              <a:ext uri="{FF2B5EF4-FFF2-40B4-BE49-F238E27FC236}">
                <a16:creationId xmlns:a16="http://schemas.microsoft.com/office/drawing/2014/main" id="{E4506346-7E28-43A9-842F-8428712E9039}"/>
              </a:ext>
            </a:extLst>
          </p:cNvPr>
          <p:cNvSpPr>
            <a:spLocks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7231">
            <a:extLst>
              <a:ext uri="{FF2B5EF4-FFF2-40B4-BE49-F238E27FC236}">
                <a16:creationId xmlns:a16="http://schemas.microsoft.com/office/drawing/2014/main" id="{2C753B84-7C66-40A5-8E16-ED07D41C9F31}"/>
              </a:ext>
            </a:extLst>
          </p:cNvPr>
          <p:cNvSpPr>
            <a:spLocks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7232">
            <a:extLst>
              <a:ext uri="{FF2B5EF4-FFF2-40B4-BE49-F238E27FC236}">
                <a16:creationId xmlns:a16="http://schemas.microsoft.com/office/drawing/2014/main" id="{F04D8183-C68D-4130-B80F-ABA7DF686549}"/>
              </a:ext>
            </a:extLst>
          </p:cNvPr>
          <p:cNvSpPr>
            <a:spLocks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7233">
            <a:extLst>
              <a:ext uri="{FF2B5EF4-FFF2-40B4-BE49-F238E27FC236}">
                <a16:creationId xmlns:a16="http://schemas.microsoft.com/office/drawing/2014/main" id="{FCA84310-4AC9-43F5-9B65-A760B1456FFD}"/>
              </a:ext>
            </a:extLst>
          </p:cNvPr>
          <p:cNvSpPr>
            <a:spLocks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7234">
            <a:extLst>
              <a:ext uri="{FF2B5EF4-FFF2-40B4-BE49-F238E27FC236}">
                <a16:creationId xmlns:a16="http://schemas.microsoft.com/office/drawing/2014/main" id="{4A430066-BDA2-46EA-BFB5-253FFC3D8301}"/>
              </a:ext>
            </a:extLst>
          </p:cNvPr>
          <p:cNvSpPr>
            <a:spLocks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7235">
            <a:extLst>
              <a:ext uri="{FF2B5EF4-FFF2-40B4-BE49-F238E27FC236}">
                <a16:creationId xmlns:a16="http://schemas.microsoft.com/office/drawing/2014/main" id="{6FF4EAB6-54BD-43E8-9EE8-5DF4CD3A2D46}"/>
              </a:ext>
            </a:extLst>
          </p:cNvPr>
          <p:cNvSpPr>
            <a:spLocks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7236">
            <a:extLst>
              <a:ext uri="{FF2B5EF4-FFF2-40B4-BE49-F238E27FC236}">
                <a16:creationId xmlns:a16="http://schemas.microsoft.com/office/drawing/2014/main" id="{F14A158D-C9E4-422C-A01C-D61875524E16}"/>
              </a:ext>
            </a:extLst>
          </p:cNvPr>
          <p:cNvSpPr>
            <a:spLocks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7237">
            <a:extLst>
              <a:ext uri="{FF2B5EF4-FFF2-40B4-BE49-F238E27FC236}">
                <a16:creationId xmlns:a16="http://schemas.microsoft.com/office/drawing/2014/main" id="{FCE4D3BC-5008-421D-8475-71A10424DE38}"/>
              </a:ext>
            </a:extLst>
          </p:cNvPr>
          <p:cNvSpPr>
            <a:spLocks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7238">
            <a:extLst>
              <a:ext uri="{FF2B5EF4-FFF2-40B4-BE49-F238E27FC236}">
                <a16:creationId xmlns:a16="http://schemas.microsoft.com/office/drawing/2014/main" id="{4951AB2A-8A4F-427C-A9EF-D6BEFA615AE5}"/>
              </a:ext>
            </a:extLst>
          </p:cNvPr>
          <p:cNvSpPr>
            <a:spLocks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7239">
            <a:extLst>
              <a:ext uri="{FF2B5EF4-FFF2-40B4-BE49-F238E27FC236}">
                <a16:creationId xmlns:a16="http://schemas.microsoft.com/office/drawing/2014/main" id="{FCAD922E-A95E-4D2F-976F-A7A92598B99A}"/>
              </a:ext>
            </a:extLst>
          </p:cNvPr>
          <p:cNvSpPr>
            <a:spLocks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7240">
            <a:extLst>
              <a:ext uri="{FF2B5EF4-FFF2-40B4-BE49-F238E27FC236}">
                <a16:creationId xmlns:a16="http://schemas.microsoft.com/office/drawing/2014/main" id="{6F35DF85-78A5-4C6C-AF75-8FEC20C5086E}"/>
              </a:ext>
            </a:extLst>
          </p:cNvPr>
          <p:cNvSpPr>
            <a:spLocks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7241">
            <a:extLst>
              <a:ext uri="{FF2B5EF4-FFF2-40B4-BE49-F238E27FC236}">
                <a16:creationId xmlns:a16="http://schemas.microsoft.com/office/drawing/2014/main" id="{B772B90C-36CA-4828-A30B-EA305081BFFB}"/>
              </a:ext>
            </a:extLst>
          </p:cNvPr>
          <p:cNvSpPr>
            <a:spLocks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7242">
            <a:extLst>
              <a:ext uri="{FF2B5EF4-FFF2-40B4-BE49-F238E27FC236}">
                <a16:creationId xmlns:a16="http://schemas.microsoft.com/office/drawing/2014/main" id="{A90BFFE2-B8ED-44A1-A726-9741690FE0D0}"/>
              </a:ext>
            </a:extLst>
          </p:cNvPr>
          <p:cNvSpPr>
            <a:spLocks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7243">
            <a:extLst>
              <a:ext uri="{FF2B5EF4-FFF2-40B4-BE49-F238E27FC236}">
                <a16:creationId xmlns:a16="http://schemas.microsoft.com/office/drawing/2014/main" id="{634CB5CE-1FF1-4B04-BB48-A9EDA6BB9069}"/>
              </a:ext>
            </a:extLst>
          </p:cNvPr>
          <p:cNvSpPr>
            <a:spLocks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7244">
            <a:extLst>
              <a:ext uri="{FF2B5EF4-FFF2-40B4-BE49-F238E27FC236}">
                <a16:creationId xmlns:a16="http://schemas.microsoft.com/office/drawing/2014/main" id="{A904395A-E848-42B6-9F94-FF014E0FE13E}"/>
              </a:ext>
            </a:extLst>
          </p:cNvPr>
          <p:cNvSpPr>
            <a:spLocks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7245">
            <a:extLst>
              <a:ext uri="{FF2B5EF4-FFF2-40B4-BE49-F238E27FC236}">
                <a16:creationId xmlns:a16="http://schemas.microsoft.com/office/drawing/2014/main" id="{D7F029D8-A61C-4DF3-A400-F1A236F9EA14}"/>
              </a:ext>
            </a:extLst>
          </p:cNvPr>
          <p:cNvSpPr>
            <a:spLocks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7246">
            <a:extLst>
              <a:ext uri="{FF2B5EF4-FFF2-40B4-BE49-F238E27FC236}">
                <a16:creationId xmlns:a16="http://schemas.microsoft.com/office/drawing/2014/main" id="{7F4BAD97-7B70-46FF-84F9-FBFE4FEA5403}"/>
              </a:ext>
            </a:extLst>
          </p:cNvPr>
          <p:cNvSpPr>
            <a:spLocks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7247">
            <a:extLst>
              <a:ext uri="{FF2B5EF4-FFF2-40B4-BE49-F238E27FC236}">
                <a16:creationId xmlns:a16="http://schemas.microsoft.com/office/drawing/2014/main" id="{97D9B830-9107-4EA7-B334-6BE560F01CDB}"/>
              </a:ext>
            </a:extLst>
          </p:cNvPr>
          <p:cNvSpPr>
            <a:spLocks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7248">
            <a:extLst>
              <a:ext uri="{FF2B5EF4-FFF2-40B4-BE49-F238E27FC236}">
                <a16:creationId xmlns:a16="http://schemas.microsoft.com/office/drawing/2014/main" id="{035722AB-8E12-492E-9E23-755754674DA7}"/>
              </a:ext>
            </a:extLst>
          </p:cNvPr>
          <p:cNvSpPr>
            <a:spLocks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7249">
            <a:extLst>
              <a:ext uri="{FF2B5EF4-FFF2-40B4-BE49-F238E27FC236}">
                <a16:creationId xmlns:a16="http://schemas.microsoft.com/office/drawing/2014/main" id="{3A506888-AA22-444A-9425-5E96B795F5E4}"/>
              </a:ext>
            </a:extLst>
          </p:cNvPr>
          <p:cNvSpPr>
            <a:spLocks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7250">
            <a:extLst>
              <a:ext uri="{FF2B5EF4-FFF2-40B4-BE49-F238E27FC236}">
                <a16:creationId xmlns:a16="http://schemas.microsoft.com/office/drawing/2014/main" id="{6BB4A6CF-0A27-4FD5-A1A2-4BB4FABFB36B}"/>
              </a:ext>
            </a:extLst>
          </p:cNvPr>
          <p:cNvSpPr>
            <a:spLocks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7251">
            <a:extLst>
              <a:ext uri="{FF2B5EF4-FFF2-40B4-BE49-F238E27FC236}">
                <a16:creationId xmlns:a16="http://schemas.microsoft.com/office/drawing/2014/main" id="{E193E747-5C67-4CBD-BCE6-0091F46A2E96}"/>
              </a:ext>
            </a:extLst>
          </p:cNvPr>
          <p:cNvSpPr>
            <a:spLocks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7252">
            <a:extLst>
              <a:ext uri="{FF2B5EF4-FFF2-40B4-BE49-F238E27FC236}">
                <a16:creationId xmlns:a16="http://schemas.microsoft.com/office/drawing/2014/main" id="{2BFA1567-740E-4D3A-8BE3-7D9B55A43221}"/>
              </a:ext>
            </a:extLst>
          </p:cNvPr>
          <p:cNvSpPr>
            <a:spLocks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7253">
            <a:extLst>
              <a:ext uri="{FF2B5EF4-FFF2-40B4-BE49-F238E27FC236}">
                <a16:creationId xmlns:a16="http://schemas.microsoft.com/office/drawing/2014/main" id="{9DE4583D-B4F2-4856-B262-8CD790CE4C78}"/>
              </a:ext>
            </a:extLst>
          </p:cNvPr>
          <p:cNvSpPr>
            <a:spLocks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7254">
            <a:extLst>
              <a:ext uri="{FF2B5EF4-FFF2-40B4-BE49-F238E27FC236}">
                <a16:creationId xmlns:a16="http://schemas.microsoft.com/office/drawing/2014/main" id="{CF96CCF0-512A-4B96-9A71-B822F907FD53}"/>
              </a:ext>
            </a:extLst>
          </p:cNvPr>
          <p:cNvSpPr>
            <a:spLocks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7255">
            <a:extLst>
              <a:ext uri="{FF2B5EF4-FFF2-40B4-BE49-F238E27FC236}">
                <a16:creationId xmlns:a16="http://schemas.microsoft.com/office/drawing/2014/main" id="{4C841169-D50C-4E14-9026-251498BBA236}"/>
              </a:ext>
            </a:extLst>
          </p:cNvPr>
          <p:cNvSpPr>
            <a:spLocks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7256">
            <a:extLst>
              <a:ext uri="{FF2B5EF4-FFF2-40B4-BE49-F238E27FC236}">
                <a16:creationId xmlns:a16="http://schemas.microsoft.com/office/drawing/2014/main" id="{E2A01C8B-2DB0-4112-A853-869E385263EA}"/>
              </a:ext>
            </a:extLst>
          </p:cNvPr>
          <p:cNvSpPr>
            <a:spLocks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7257">
            <a:extLst>
              <a:ext uri="{FF2B5EF4-FFF2-40B4-BE49-F238E27FC236}">
                <a16:creationId xmlns:a16="http://schemas.microsoft.com/office/drawing/2014/main" id="{296EC6A4-0771-49BC-BBEF-1CDABD4DFF4B}"/>
              </a:ext>
            </a:extLst>
          </p:cNvPr>
          <p:cNvSpPr>
            <a:spLocks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7258">
            <a:extLst>
              <a:ext uri="{FF2B5EF4-FFF2-40B4-BE49-F238E27FC236}">
                <a16:creationId xmlns:a16="http://schemas.microsoft.com/office/drawing/2014/main" id="{C5DB4C2F-1F2A-48E3-9763-F00109278D30}"/>
              </a:ext>
            </a:extLst>
          </p:cNvPr>
          <p:cNvSpPr>
            <a:spLocks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7259">
            <a:extLst>
              <a:ext uri="{FF2B5EF4-FFF2-40B4-BE49-F238E27FC236}">
                <a16:creationId xmlns:a16="http://schemas.microsoft.com/office/drawing/2014/main" id="{A3B32348-0A1D-4F43-9938-468C596B7A42}"/>
              </a:ext>
            </a:extLst>
          </p:cNvPr>
          <p:cNvSpPr>
            <a:spLocks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7260">
            <a:extLst>
              <a:ext uri="{FF2B5EF4-FFF2-40B4-BE49-F238E27FC236}">
                <a16:creationId xmlns:a16="http://schemas.microsoft.com/office/drawing/2014/main" id="{8F8FEFA5-8467-4E38-95AA-3CFD8AD58A67}"/>
              </a:ext>
            </a:extLst>
          </p:cNvPr>
          <p:cNvSpPr>
            <a:spLocks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7261">
            <a:extLst>
              <a:ext uri="{FF2B5EF4-FFF2-40B4-BE49-F238E27FC236}">
                <a16:creationId xmlns:a16="http://schemas.microsoft.com/office/drawing/2014/main" id="{4C75D074-D7E9-46E7-8A90-E9A03E8E98AB}"/>
              </a:ext>
            </a:extLst>
          </p:cNvPr>
          <p:cNvSpPr>
            <a:spLocks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7262">
            <a:extLst>
              <a:ext uri="{FF2B5EF4-FFF2-40B4-BE49-F238E27FC236}">
                <a16:creationId xmlns:a16="http://schemas.microsoft.com/office/drawing/2014/main" id="{F13F8BB4-AD3F-40C9-9D1D-480B34CF175B}"/>
              </a:ext>
            </a:extLst>
          </p:cNvPr>
          <p:cNvSpPr>
            <a:spLocks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7263">
            <a:extLst>
              <a:ext uri="{FF2B5EF4-FFF2-40B4-BE49-F238E27FC236}">
                <a16:creationId xmlns:a16="http://schemas.microsoft.com/office/drawing/2014/main" id="{1CAB572E-A764-413B-A46B-360D0CC7B02B}"/>
              </a:ext>
            </a:extLst>
          </p:cNvPr>
          <p:cNvSpPr>
            <a:spLocks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7264">
            <a:extLst>
              <a:ext uri="{FF2B5EF4-FFF2-40B4-BE49-F238E27FC236}">
                <a16:creationId xmlns:a16="http://schemas.microsoft.com/office/drawing/2014/main" id="{FD8525E8-AF41-490F-9101-6758CB38C975}"/>
              </a:ext>
            </a:extLst>
          </p:cNvPr>
          <p:cNvSpPr>
            <a:spLocks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7265">
            <a:extLst>
              <a:ext uri="{FF2B5EF4-FFF2-40B4-BE49-F238E27FC236}">
                <a16:creationId xmlns:a16="http://schemas.microsoft.com/office/drawing/2014/main" id="{DA55B353-7BC2-49E8-BD89-23D2237B5B7C}"/>
              </a:ext>
            </a:extLst>
          </p:cNvPr>
          <p:cNvSpPr>
            <a:spLocks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7266">
            <a:extLst>
              <a:ext uri="{FF2B5EF4-FFF2-40B4-BE49-F238E27FC236}">
                <a16:creationId xmlns:a16="http://schemas.microsoft.com/office/drawing/2014/main" id="{0DFF3162-5489-4D49-BD55-20DE64186F49}"/>
              </a:ext>
            </a:extLst>
          </p:cNvPr>
          <p:cNvSpPr>
            <a:spLocks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7267">
            <a:extLst>
              <a:ext uri="{FF2B5EF4-FFF2-40B4-BE49-F238E27FC236}">
                <a16:creationId xmlns:a16="http://schemas.microsoft.com/office/drawing/2014/main" id="{6D9D91D6-0E55-49EE-B285-23E0DB11F395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7268">
            <a:extLst>
              <a:ext uri="{FF2B5EF4-FFF2-40B4-BE49-F238E27FC236}">
                <a16:creationId xmlns:a16="http://schemas.microsoft.com/office/drawing/2014/main" id="{3A3A638A-EE1F-499F-9F56-03CBA1E561EB}"/>
              </a:ext>
            </a:extLst>
          </p:cNvPr>
          <p:cNvSpPr>
            <a:spLocks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7269">
            <a:extLst>
              <a:ext uri="{FF2B5EF4-FFF2-40B4-BE49-F238E27FC236}">
                <a16:creationId xmlns:a16="http://schemas.microsoft.com/office/drawing/2014/main" id="{0CDE2923-584F-47A9-B6B3-8BD1512C1F33}"/>
              </a:ext>
            </a:extLst>
          </p:cNvPr>
          <p:cNvSpPr>
            <a:spLocks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7270">
            <a:extLst>
              <a:ext uri="{FF2B5EF4-FFF2-40B4-BE49-F238E27FC236}">
                <a16:creationId xmlns:a16="http://schemas.microsoft.com/office/drawing/2014/main" id="{A2D4E60F-C0B0-4213-B797-43613E22CC6A}"/>
              </a:ext>
            </a:extLst>
          </p:cNvPr>
          <p:cNvSpPr>
            <a:spLocks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7271">
            <a:extLst>
              <a:ext uri="{FF2B5EF4-FFF2-40B4-BE49-F238E27FC236}">
                <a16:creationId xmlns:a16="http://schemas.microsoft.com/office/drawing/2014/main" id="{8FF492CC-A177-48BD-88D5-A9C93AD6A656}"/>
              </a:ext>
            </a:extLst>
          </p:cNvPr>
          <p:cNvSpPr>
            <a:spLocks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7272">
            <a:extLst>
              <a:ext uri="{FF2B5EF4-FFF2-40B4-BE49-F238E27FC236}">
                <a16:creationId xmlns:a16="http://schemas.microsoft.com/office/drawing/2014/main" id="{9CC8AC62-9981-4CA3-B9CC-7618782C3246}"/>
              </a:ext>
            </a:extLst>
          </p:cNvPr>
          <p:cNvSpPr>
            <a:spLocks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7273">
            <a:extLst>
              <a:ext uri="{FF2B5EF4-FFF2-40B4-BE49-F238E27FC236}">
                <a16:creationId xmlns:a16="http://schemas.microsoft.com/office/drawing/2014/main" id="{AF0BC384-2AB9-4113-8E13-A1F1A977DE03}"/>
              </a:ext>
            </a:extLst>
          </p:cNvPr>
          <p:cNvSpPr>
            <a:spLocks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7274">
            <a:extLst>
              <a:ext uri="{FF2B5EF4-FFF2-40B4-BE49-F238E27FC236}">
                <a16:creationId xmlns:a16="http://schemas.microsoft.com/office/drawing/2014/main" id="{4524407D-BDAE-4DEE-A37B-AFF4A90A0917}"/>
              </a:ext>
            </a:extLst>
          </p:cNvPr>
          <p:cNvSpPr>
            <a:spLocks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7275">
            <a:extLst>
              <a:ext uri="{FF2B5EF4-FFF2-40B4-BE49-F238E27FC236}">
                <a16:creationId xmlns:a16="http://schemas.microsoft.com/office/drawing/2014/main" id="{E819F47C-490A-4743-853D-A8955FF03050}"/>
              </a:ext>
            </a:extLst>
          </p:cNvPr>
          <p:cNvSpPr>
            <a:spLocks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7276">
            <a:extLst>
              <a:ext uri="{FF2B5EF4-FFF2-40B4-BE49-F238E27FC236}">
                <a16:creationId xmlns:a16="http://schemas.microsoft.com/office/drawing/2014/main" id="{5DB4953E-1061-495F-B9DE-26C3B7B6B529}"/>
              </a:ext>
            </a:extLst>
          </p:cNvPr>
          <p:cNvSpPr>
            <a:spLocks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7277">
            <a:extLst>
              <a:ext uri="{FF2B5EF4-FFF2-40B4-BE49-F238E27FC236}">
                <a16:creationId xmlns:a16="http://schemas.microsoft.com/office/drawing/2014/main" id="{AFFEB88B-4AA4-49D9-B510-4AB0CAB8C4BA}"/>
              </a:ext>
            </a:extLst>
          </p:cNvPr>
          <p:cNvSpPr>
            <a:spLocks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7278">
            <a:extLst>
              <a:ext uri="{FF2B5EF4-FFF2-40B4-BE49-F238E27FC236}">
                <a16:creationId xmlns:a16="http://schemas.microsoft.com/office/drawing/2014/main" id="{DC1D5B0B-51D6-4F06-8A9F-354C07BA7F5A}"/>
              </a:ext>
            </a:extLst>
          </p:cNvPr>
          <p:cNvSpPr>
            <a:spLocks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7279">
            <a:extLst>
              <a:ext uri="{FF2B5EF4-FFF2-40B4-BE49-F238E27FC236}">
                <a16:creationId xmlns:a16="http://schemas.microsoft.com/office/drawing/2014/main" id="{14C6D5FD-0FC5-4410-BCBE-3D2F2E2FABE0}"/>
              </a:ext>
            </a:extLst>
          </p:cNvPr>
          <p:cNvSpPr>
            <a:spLocks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7280">
            <a:extLst>
              <a:ext uri="{FF2B5EF4-FFF2-40B4-BE49-F238E27FC236}">
                <a16:creationId xmlns:a16="http://schemas.microsoft.com/office/drawing/2014/main" id="{10347B7E-1F58-4E9F-8729-F585B7C83C42}"/>
              </a:ext>
            </a:extLst>
          </p:cNvPr>
          <p:cNvSpPr>
            <a:spLocks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7281">
            <a:extLst>
              <a:ext uri="{FF2B5EF4-FFF2-40B4-BE49-F238E27FC236}">
                <a16:creationId xmlns:a16="http://schemas.microsoft.com/office/drawing/2014/main" id="{B06A1B73-974F-4713-88C7-A59EF1ABC14F}"/>
              </a:ext>
            </a:extLst>
          </p:cNvPr>
          <p:cNvSpPr>
            <a:spLocks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7282">
            <a:extLst>
              <a:ext uri="{FF2B5EF4-FFF2-40B4-BE49-F238E27FC236}">
                <a16:creationId xmlns:a16="http://schemas.microsoft.com/office/drawing/2014/main" id="{3C719AF0-A83D-42CA-ABA7-54BA58BD60D1}"/>
              </a:ext>
            </a:extLst>
          </p:cNvPr>
          <p:cNvSpPr>
            <a:spLocks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7283">
            <a:extLst>
              <a:ext uri="{FF2B5EF4-FFF2-40B4-BE49-F238E27FC236}">
                <a16:creationId xmlns:a16="http://schemas.microsoft.com/office/drawing/2014/main" id="{3DE2DE65-F5FE-4112-8675-B757867AD86C}"/>
              </a:ext>
            </a:extLst>
          </p:cNvPr>
          <p:cNvSpPr>
            <a:spLocks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7284">
            <a:extLst>
              <a:ext uri="{FF2B5EF4-FFF2-40B4-BE49-F238E27FC236}">
                <a16:creationId xmlns:a16="http://schemas.microsoft.com/office/drawing/2014/main" id="{0E3ACCB4-EF2A-4420-9FE0-D6B006057D63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7285">
            <a:extLst>
              <a:ext uri="{FF2B5EF4-FFF2-40B4-BE49-F238E27FC236}">
                <a16:creationId xmlns:a16="http://schemas.microsoft.com/office/drawing/2014/main" id="{FB536E91-D58B-4E18-915A-B185099E7D46}"/>
              </a:ext>
            </a:extLst>
          </p:cNvPr>
          <p:cNvSpPr>
            <a:spLocks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7286">
            <a:extLst>
              <a:ext uri="{FF2B5EF4-FFF2-40B4-BE49-F238E27FC236}">
                <a16:creationId xmlns:a16="http://schemas.microsoft.com/office/drawing/2014/main" id="{0AF5CCAB-77E9-4CB7-8B4B-339CFFFFC011}"/>
              </a:ext>
            </a:extLst>
          </p:cNvPr>
          <p:cNvSpPr>
            <a:spLocks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7287">
            <a:extLst>
              <a:ext uri="{FF2B5EF4-FFF2-40B4-BE49-F238E27FC236}">
                <a16:creationId xmlns:a16="http://schemas.microsoft.com/office/drawing/2014/main" id="{A68DA907-9D9D-440D-A698-963787355887}"/>
              </a:ext>
            </a:extLst>
          </p:cNvPr>
          <p:cNvSpPr>
            <a:spLocks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7288">
            <a:extLst>
              <a:ext uri="{FF2B5EF4-FFF2-40B4-BE49-F238E27FC236}">
                <a16:creationId xmlns:a16="http://schemas.microsoft.com/office/drawing/2014/main" id="{565B4B8E-DFF2-402C-B249-46483DD926AD}"/>
              </a:ext>
            </a:extLst>
          </p:cNvPr>
          <p:cNvSpPr>
            <a:spLocks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7289">
            <a:extLst>
              <a:ext uri="{FF2B5EF4-FFF2-40B4-BE49-F238E27FC236}">
                <a16:creationId xmlns:a16="http://schemas.microsoft.com/office/drawing/2014/main" id="{B1DDBE54-6CAE-493B-9488-EAA0C969A9B2}"/>
              </a:ext>
            </a:extLst>
          </p:cNvPr>
          <p:cNvSpPr>
            <a:spLocks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7290">
            <a:extLst>
              <a:ext uri="{FF2B5EF4-FFF2-40B4-BE49-F238E27FC236}">
                <a16:creationId xmlns:a16="http://schemas.microsoft.com/office/drawing/2014/main" id="{4493D3C6-406C-491C-9E84-F882E3E70600}"/>
              </a:ext>
            </a:extLst>
          </p:cNvPr>
          <p:cNvSpPr>
            <a:spLocks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7291">
            <a:extLst>
              <a:ext uri="{FF2B5EF4-FFF2-40B4-BE49-F238E27FC236}">
                <a16:creationId xmlns:a16="http://schemas.microsoft.com/office/drawing/2014/main" id="{02B98560-277E-4436-AE31-557AA78EC8D6}"/>
              </a:ext>
            </a:extLst>
          </p:cNvPr>
          <p:cNvSpPr>
            <a:spLocks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7292">
            <a:extLst>
              <a:ext uri="{FF2B5EF4-FFF2-40B4-BE49-F238E27FC236}">
                <a16:creationId xmlns:a16="http://schemas.microsoft.com/office/drawing/2014/main" id="{CE404369-9E45-4976-B3A2-5DDC57CFD185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7293">
            <a:extLst>
              <a:ext uri="{FF2B5EF4-FFF2-40B4-BE49-F238E27FC236}">
                <a16:creationId xmlns:a16="http://schemas.microsoft.com/office/drawing/2014/main" id="{99F4E540-F1DE-4831-8683-3269FA2635DF}"/>
              </a:ext>
            </a:extLst>
          </p:cNvPr>
          <p:cNvSpPr>
            <a:spLocks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7294">
            <a:extLst>
              <a:ext uri="{FF2B5EF4-FFF2-40B4-BE49-F238E27FC236}">
                <a16:creationId xmlns:a16="http://schemas.microsoft.com/office/drawing/2014/main" id="{39753092-D851-4A81-BD48-13BB917A6306}"/>
              </a:ext>
            </a:extLst>
          </p:cNvPr>
          <p:cNvSpPr>
            <a:spLocks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7295">
            <a:extLst>
              <a:ext uri="{FF2B5EF4-FFF2-40B4-BE49-F238E27FC236}">
                <a16:creationId xmlns:a16="http://schemas.microsoft.com/office/drawing/2014/main" id="{88A92DCA-E634-44DA-80CA-BCB1123969F8}"/>
              </a:ext>
            </a:extLst>
          </p:cNvPr>
          <p:cNvSpPr>
            <a:spLocks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7296">
            <a:extLst>
              <a:ext uri="{FF2B5EF4-FFF2-40B4-BE49-F238E27FC236}">
                <a16:creationId xmlns:a16="http://schemas.microsoft.com/office/drawing/2014/main" id="{F66C1E12-F5D3-4489-B36D-697E5F1A648A}"/>
              </a:ext>
            </a:extLst>
          </p:cNvPr>
          <p:cNvSpPr>
            <a:spLocks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7297">
            <a:extLst>
              <a:ext uri="{FF2B5EF4-FFF2-40B4-BE49-F238E27FC236}">
                <a16:creationId xmlns:a16="http://schemas.microsoft.com/office/drawing/2014/main" id="{418E4950-DDEC-4686-B52C-B618DD688BEB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7298">
            <a:extLst>
              <a:ext uri="{FF2B5EF4-FFF2-40B4-BE49-F238E27FC236}">
                <a16:creationId xmlns:a16="http://schemas.microsoft.com/office/drawing/2014/main" id="{6EEC28C6-4F0C-4830-BD93-F443C738FCA9}"/>
              </a:ext>
            </a:extLst>
          </p:cNvPr>
          <p:cNvSpPr>
            <a:spLocks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7299">
            <a:extLst>
              <a:ext uri="{FF2B5EF4-FFF2-40B4-BE49-F238E27FC236}">
                <a16:creationId xmlns:a16="http://schemas.microsoft.com/office/drawing/2014/main" id="{1A5CFBFA-1147-467E-9A0B-197C63B286B7}"/>
              </a:ext>
            </a:extLst>
          </p:cNvPr>
          <p:cNvSpPr>
            <a:spLocks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7300">
            <a:extLst>
              <a:ext uri="{FF2B5EF4-FFF2-40B4-BE49-F238E27FC236}">
                <a16:creationId xmlns:a16="http://schemas.microsoft.com/office/drawing/2014/main" id="{6FB0C4C6-B3E3-4876-8961-324FE5F1128E}"/>
              </a:ext>
            </a:extLst>
          </p:cNvPr>
          <p:cNvSpPr>
            <a:spLocks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7301">
            <a:extLst>
              <a:ext uri="{FF2B5EF4-FFF2-40B4-BE49-F238E27FC236}">
                <a16:creationId xmlns:a16="http://schemas.microsoft.com/office/drawing/2014/main" id="{485161F9-B82D-42EC-A8D1-9D96947062D7}"/>
              </a:ext>
            </a:extLst>
          </p:cNvPr>
          <p:cNvSpPr>
            <a:spLocks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7302">
            <a:extLst>
              <a:ext uri="{FF2B5EF4-FFF2-40B4-BE49-F238E27FC236}">
                <a16:creationId xmlns:a16="http://schemas.microsoft.com/office/drawing/2014/main" id="{F8264284-3B4F-428B-A06A-FFFAF7C91CCA}"/>
              </a:ext>
            </a:extLst>
          </p:cNvPr>
          <p:cNvSpPr>
            <a:spLocks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7303">
            <a:extLst>
              <a:ext uri="{FF2B5EF4-FFF2-40B4-BE49-F238E27FC236}">
                <a16:creationId xmlns:a16="http://schemas.microsoft.com/office/drawing/2014/main" id="{B57D06D1-9851-497B-BE0E-9DE830B35378}"/>
              </a:ext>
            </a:extLst>
          </p:cNvPr>
          <p:cNvSpPr>
            <a:spLocks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7304">
            <a:extLst>
              <a:ext uri="{FF2B5EF4-FFF2-40B4-BE49-F238E27FC236}">
                <a16:creationId xmlns:a16="http://schemas.microsoft.com/office/drawing/2014/main" id="{4349FDF2-71F7-4AF0-B99F-D919D60D9FB3}"/>
              </a:ext>
            </a:extLst>
          </p:cNvPr>
          <p:cNvSpPr>
            <a:spLocks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7305">
            <a:extLst>
              <a:ext uri="{FF2B5EF4-FFF2-40B4-BE49-F238E27FC236}">
                <a16:creationId xmlns:a16="http://schemas.microsoft.com/office/drawing/2014/main" id="{2F20394C-478F-4431-AD0C-4702461430C0}"/>
              </a:ext>
            </a:extLst>
          </p:cNvPr>
          <p:cNvSpPr>
            <a:spLocks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7306">
            <a:extLst>
              <a:ext uri="{FF2B5EF4-FFF2-40B4-BE49-F238E27FC236}">
                <a16:creationId xmlns:a16="http://schemas.microsoft.com/office/drawing/2014/main" id="{7EF60A25-CB89-4C82-9ABA-FC8DC65168C0}"/>
              </a:ext>
            </a:extLst>
          </p:cNvPr>
          <p:cNvSpPr>
            <a:spLocks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7307">
            <a:extLst>
              <a:ext uri="{FF2B5EF4-FFF2-40B4-BE49-F238E27FC236}">
                <a16:creationId xmlns:a16="http://schemas.microsoft.com/office/drawing/2014/main" id="{99FB1E5B-B489-4CA6-A10E-4818FD8B0DE3}"/>
              </a:ext>
            </a:extLst>
          </p:cNvPr>
          <p:cNvSpPr>
            <a:spLocks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7308">
            <a:extLst>
              <a:ext uri="{FF2B5EF4-FFF2-40B4-BE49-F238E27FC236}">
                <a16:creationId xmlns:a16="http://schemas.microsoft.com/office/drawing/2014/main" id="{588E678F-FD5A-4230-A4C5-EBFF8AEA8F14}"/>
              </a:ext>
            </a:extLst>
          </p:cNvPr>
          <p:cNvSpPr>
            <a:spLocks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7309">
            <a:extLst>
              <a:ext uri="{FF2B5EF4-FFF2-40B4-BE49-F238E27FC236}">
                <a16:creationId xmlns:a16="http://schemas.microsoft.com/office/drawing/2014/main" id="{F36914C7-A37F-4220-99AD-ACBE98D5C820}"/>
              </a:ext>
            </a:extLst>
          </p:cNvPr>
          <p:cNvSpPr>
            <a:spLocks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7310">
            <a:extLst>
              <a:ext uri="{FF2B5EF4-FFF2-40B4-BE49-F238E27FC236}">
                <a16:creationId xmlns:a16="http://schemas.microsoft.com/office/drawing/2014/main" id="{DCD65F92-86E2-49A5-A69A-E2FEF82E030C}"/>
              </a:ext>
            </a:extLst>
          </p:cNvPr>
          <p:cNvSpPr>
            <a:spLocks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7311">
            <a:extLst>
              <a:ext uri="{FF2B5EF4-FFF2-40B4-BE49-F238E27FC236}">
                <a16:creationId xmlns:a16="http://schemas.microsoft.com/office/drawing/2014/main" id="{56BBF4B6-721D-4BEB-A049-0B6B2EA6BAEC}"/>
              </a:ext>
            </a:extLst>
          </p:cNvPr>
          <p:cNvSpPr>
            <a:spLocks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7312">
            <a:extLst>
              <a:ext uri="{FF2B5EF4-FFF2-40B4-BE49-F238E27FC236}">
                <a16:creationId xmlns:a16="http://schemas.microsoft.com/office/drawing/2014/main" id="{0C4F0575-2077-4E70-894C-1B45F852705A}"/>
              </a:ext>
            </a:extLst>
          </p:cNvPr>
          <p:cNvSpPr>
            <a:spLocks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7313">
            <a:extLst>
              <a:ext uri="{FF2B5EF4-FFF2-40B4-BE49-F238E27FC236}">
                <a16:creationId xmlns:a16="http://schemas.microsoft.com/office/drawing/2014/main" id="{87F39522-880E-4A46-90AB-2C6B0052473A}"/>
              </a:ext>
            </a:extLst>
          </p:cNvPr>
          <p:cNvSpPr>
            <a:spLocks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7314">
            <a:extLst>
              <a:ext uri="{FF2B5EF4-FFF2-40B4-BE49-F238E27FC236}">
                <a16:creationId xmlns:a16="http://schemas.microsoft.com/office/drawing/2014/main" id="{E1649F4A-A80A-4129-AB02-24618AFED1EC}"/>
              </a:ext>
            </a:extLst>
          </p:cNvPr>
          <p:cNvSpPr>
            <a:spLocks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7315">
            <a:extLst>
              <a:ext uri="{FF2B5EF4-FFF2-40B4-BE49-F238E27FC236}">
                <a16:creationId xmlns:a16="http://schemas.microsoft.com/office/drawing/2014/main" id="{1809EAFF-788E-4B5E-82A7-1E67523E7015}"/>
              </a:ext>
            </a:extLst>
          </p:cNvPr>
          <p:cNvSpPr>
            <a:spLocks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7316">
            <a:extLst>
              <a:ext uri="{FF2B5EF4-FFF2-40B4-BE49-F238E27FC236}">
                <a16:creationId xmlns:a16="http://schemas.microsoft.com/office/drawing/2014/main" id="{872337B6-74D2-4222-BB27-6812DD6B87D7}"/>
              </a:ext>
            </a:extLst>
          </p:cNvPr>
          <p:cNvSpPr>
            <a:spLocks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7317">
            <a:extLst>
              <a:ext uri="{FF2B5EF4-FFF2-40B4-BE49-F238E27FC236}">
                <a16:creationId xmlns:a16="http://schemas.microsoft.com/office/drawing/2014/main" id="{8D9816D0-3A27-4EA4-ADD1-3D4EC96E675F}"/>
              </a:ext>
            </a:extLst>
          </p:cNvPr>
          <p:cNvSpPr>
            <a:spLocks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7318">
            <a:extLst>
              <a:ext uri="{FF2B5EF4-FFF2-40B4-BE49-F238E27FC236}">
                <a16:creationId xmlns:a16="http://schemas.microsoft.com/office/drawing/2014/main" id="{9B157661-48A6-4268-B7A2-F1CF47B7C4B0}"/>
              </a:ext>
            </a:extLst>
          </p:cNvPr>
          <p:cNvSpPr>
            <a:spLocks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7319">
            <a:extLst>
              <a:ext uri="{FF2B5EF4-FFF2-40B4-BE49-F238E27FC236}">
                <a16:creationId xmlns:a16="http://schemas.microsoft.com/office/drawing/2014/main" id="{215CB83C-5F81-4B36-8932-8B5650319353}"/>
              </a:ext>
            </a:extLst>
          </p:cNvPr>
          <p:cNvSpPr>
            <a:spLocks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7320">
            <a:extLst>
              <a:ext uri="{FF2B5EF4-FFF2-40B4-BE49-F238E27FC236}">
                <a16:creationId xmlns:a16="http://schemas.microsoft.com/office/drawing/2014/main" id="{C7D63AD1-6953-4D45-B22E-E3266CEB594F}"/>
              </a:ext>
            </a:extLst>
          </p:cNvPr>
          <p:cNvSpPr>
            <a:spLocks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7321">
            <a:extLst>
              <a:ext uri="{FF2B5EF4-FFF2-40B4-BE49-F238E27FC236}">
                <a16:creationId xmlns:a16="http://schemas.microsoft.com/office/drawing/2014/main" id="{18ECEECF-7B7E-4393-B5A0-C13A011225AC}"/>
              </a:ext>
            </a:extLst>
          </p:cNvPr>
          <p:cNvSpPr>
            <a:spLocks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7322">
            <a:extLst>
              <a:ext uri="{FF2B5EF4-FFF2-40B4-BE49-F238E27FC236}">
                <a16:creationId xmlns:a16="http://schemas.microsoft.com/office/drawing/2014/main" id="{8229A235-C2F9-487F-A739-6117DB6AA7E5}"/>
              </a:ext>
            </a:extLst>
          </p:cNvPr>
          <p:cNvSpPr>
            <a:spLocks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7323">
            <a:extLst>
              <a:ext uri="{FF2B5EF4-FFF2-40B4-BE49-F238E27FC236}">
                <a16:creationId xmlns:a16="http://schemas.microsoft.com/office/drawing/2014/main" id="{1CD1DD5F-714A-4A62-AC9C-13EEF5C8AED4}"/>
              </a:ext>
            </a:extLst>
          </p:cNvPr>
          <p:cNvSpPr>
            <a:spLocks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7324">
            <a:extLst>
              <a:ext uri="{FF2B5EF4-FFF2-40B4-BE49-F238E27FC236}">
                <a16:creationId xmlns:a16="http://schemas.microsoft.com/office/drawing/2014/main" id="{14BE7325-95C3-4E99-AB3A-F343959C72DA}"/>
              </a:ext>
            </a:extLst>
          </p:cNvPr>
          <p:cNvSpPr>
            <a:spLocks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7325">
            <a:extLst>
              <a:ext uri="{FF2B5EF4-FFF2-40B4-BE49-F238E27FC236}">
                <a16:creationId xmlns:a16="http://schemas.microsoft.com/office/drawing/2014/main" id="{9F1D812E-3421-41BE-BF45-16092000F011}"/>
              </a:ext>
            </a:extLst>
          </p:cNvPr>
          <p:cNvSpPr>
            <a:spLocks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7326">
            <a:extLst>
              <a:ext uri="{FF2B5EF4-FFF2-40B4-BE49-F238E27FC236}">
                <a16:creationId xmlns:a16="http://schemas.microsoft.com/office/drawing/2014/main" id="{B5124063-E309-4788-BC22-CF70E32530AD}"/>
              </a:ext>
            </a:extLst>
          </p:cNvPr>
          <p:cNvSpPr>
            <a:spLocks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7327">
            <a:extLst>
              <a:ext uri="{FF2B5EF4-FFF2-40B4-BE49-F238E27FC236}">
                <a16:creationId xmlns:a16="http://schemas.microsoft.com/office/drawing/2014/main" id="{B218B067-9D5A-428E-9708-15258C5CB120}"/>
              </a:ext>
            </a:extLst>
          </p:cNvPr>
          <p:cNvSpPr>
            <a:spLocks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7328">
            <a:extLst>
              <a:ext uri="{FF2B5EF4-FFF2-40B4-BE49-F238E27FC236}">
                <a16:creationId xmlns:a16="http://schemas.microsoft.com/office/drawing/2014/main" id="{5351B390-FA9D-4F10-A7B2-AD6BBB4C5A48}"/>
              </a:ext>
            </a:extLst>
          </p:cNvPr>
          <p:cNvSpPr>
            <a:spLocks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7329">
            <a:extLst>
              <a:ext uri="{FF2B5EF4-FFF2-40B4-BE49-F238E27FC236}">
                <a16:creationId xmlns:a16="http://schemas.microsoft.com/office/drawing/2014/main" id="{01FAD1AF-50EB-491C-BBA2-5BB1428DDFBD}"/>
              </a:ext>
            </a:extLst>
          </p:cNvPr>
          <p:cNvSpPr>
            <a:spLocks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7330">
            <a:extLst>
              <a:ext uri="{FF2B5EF4-FFF2-40B4-BE49-F238E27FC236}">
                <a16:creationId xmlns:a16="http://schemas.microsoft.com/office/drawing/2014/main" id="{4FC021E0-792F-4113-932D-DC055B9E7D49}"/>
              </a:ext>
            </a:extLst>
          </p:cNvPr>
          <p:cNvSpPr>
            <a:spLocks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7331">
            <a:extLst>
              <a:ext uri="{FF2B5EF4-FFF2-40B4-BE49-F238E27FC236}">
                <a16:creationId xmlns:a16="http://schemas.microsoft.com/office/drawing/2014/main" id="{200EE6FE-FA3F-4A32-80CD-08F76422850B}"/>
              </a:ext>
            </a:extLst>
          </p:cNvPr>
          <p:cNvSpPr>
            <a:spLocks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7332">
            <a:extLst>
              <a:ext uri="{FF2B5EF4-FFF2-40B4-BE49-F238E27FC236}">
                <a16:creationId xmlns:a16="http://schemas.microsoft.com/office/drawing/2014/main" id="{57716BCF-EEAD-4EB9-B10D-BD5BA94B6FC7}"/>
              </a:ext>
            </a:extLst>
          </p:cNvPr>
          <p:cNvSpPr>
            <a:spLocks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7333">
            <a:extLst>
              <a:ext uri="{FF2B5EF4-FFF2-40B4-BE49-F238E27FC236}">
                <a16:creationId xmlns:a16="http://schemas.microsoft.com/office/drawing/2014/main" id="{B09F5AD4-3AED-4A42-ADC0-7600446D1BD1}"/>
              </a:ext>
            </a:extLst>
          </p:cNvPr>
          <p:cNvSpPr>
            <a:spLocks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7334">
            <a:extLst>
              <a:ext uri="{FF2B5EF4-FFF2-40B4-BE49-F238E27FC236}">
                <a16:creationId xmlns:a16="http://schemas.microsoft.com/office/drawing/2014/main" id="{1E992AE9-0122-4EDF-BCE9-9AD444962ACC}"/>
              </a:ext>
            </a:extLst>
          </p:cNvPr>
          <p:cNvSpPr>
            <a:spLocks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7335">
            <a:extLst>
              <a:ext uri="{FF2B5EF4-FFF2-40B4-BE49-F238E27FC236}">
                <a16:creationId xmlns:a16="http://schemas.microsoft.com/office/drawing/2014/main" id="{F8D1A076-A4FB-49F1-9E6A-AE93144C21DA}"/>
              </a:ext>
            </a:extLst>
          </p:cNvPr>
          <p:cNvSpPr>
            <a:spLocks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7336">
            <a:extLst>
              <a:ext uri="{FF2B5EF4-FFF2-40B4-BE49-F238E27FC236}">
                <a16:creationId xmlns:a16="http://schemas.microsoft.com/office/drawing/2014/main" id="{0E20B7AC-6991-4131-B6A8-27632DFAD92B}"/>
              </a:ext>
            </a:extLst>
          </p:cNvPr>
          <p:cNvSpPr>
            <a:spLocks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7337">
            <a:extLst>
              <a:ext uri="{FF2B5EF4-FFF2-40B4-BE49-F238E27FC236}">
                <a16:creationId xmlns:a16="http://schemas.microsoft.com/office/drawing/2014/main" id="{BC4B786C-6B2C-43FD-B47D-0896E80DB756}"/>
              </a:ext>
            </a:extLst>
          </p:cNvPr>
          <p:cNvSpPr>
            <a:spLocks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7338">
            <a:extLst>
              <a:ext uri="{FF2B5EF4-FFF2-40B4-BE49-F238E27FC236}">
                <a16:creationId xmlns:a16="http://schemas.microsoft.com/office/drawing/2014/main" id="{5D4617DD-8338-4BDF-B717-E6A3F1A8BD60}"/>
              </a:ext>
            </a:extLst>
          </p:cNvPr>
          <p:cNvSpPr>
            <a:spLocks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7339">
            <a:extLst>
              <a:ext uri="{FF2B5EF4-FFF2-40B4-BE49-F238E27FC236}">
                <a16:creationId xmlns:a16="http://schemas.microsoft.com/office/drawing/2014/main" id="{7867749B-8DC2-47BD-8783-EBE597665E9F}"/>
              </a:ext>
            </a:extLst>
          </p:cNvPr>
          <p:cNvSpPr>
            <a:spLocks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7340">
            <a:extLst>
              <a:ext uri="{FF2B5EF4-FFF2-40B4-BE49-F238E27FC236}">
                <a16:creationId xmlns:a16="http://schemas.microsoft.com/office/drawing/2014/main" id="{F64C87BE-E371-40AF-AB03-4194B1056A56}"/>
              </a:ext>
            </a:extLst>
          </p:cNvPr>
          <p:cNvSpPr>
            <a:spLocks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7341">
            <a:extLst>
              <a:ext uri="{FF2B5EF4-FFF2-40B4-BE49-F238E27FC236}">
                <a16:creationId xmlns:a16="http://schemas.microsoft.com/office/drawing/2014/main" id="{F8A2E93E-91D8-42D3-82FE-B449F1646D15}"/>
              </a:ext>
            </a:extLst>
          </p:cNvPr>
          <p:cNvSpPr>
            <a:spLocks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7342">
            <a:extLst>
              <a:ext uri="{FF2B5EF4-FFF2-40B4-BE49-F238E27FC236}">
                <a16:creationId xmlns:a16="http://schemas.microsoft.com/office/drawing/2014/main" id="{850534D6-C987-41AD-AB76-5CD9F17FB8F0}"/>
              </a:ext>
            </a:extLst>
          </p:cNvPr>
          <p:cNvSpPr>
            <a:spLocks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7343">
            <a:extLst>
              <a:ext uri="{FF2B5EF4-FFF2-40B4-BE49-F238E27FC236}">
                <a16:creationId xmlns:a16="http://schemas.microsoft.com/office/drawing/2014/main" id="{50FD0E1B-960C-4499-8528-084A57D8B64E}"/>
              </a:ext>
            </a:extLst>
          </p:cNvPr>
          <p:cNvSpPr>
            <a:spLocks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7344">
            <a:extLst>
              <a:ext uri="{FF2B5EF4-FFF2-40B4-BE49-F238E27FC236}">
                <a16:creationId xmlns:a16="http://schemas.microsoft.com/office/drawing/2014/main" id="{D6A31721-EF2E-4F42-A698-60D7C7D417EC}"/>
              </a:ext>
            </a:extLst>
          </p:cNvPr>
          <p:cNvSpPr>
            <a:spLocks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7345">
            <a:extLst>
              <a:ext uri="{FF2B5EF4-FFF2-40B4-BE49-F238E27FC236}">
                <a16:creationId xmlns:a16="http://schemas.microsoft.com/office/drawing/2014/main" id="{2642551C-A328-4F3B-93CC-F80EA2C86F3E}"/>
              </a:ext>
            </a:extLst>
          </p:cNvPr>
          <p:cNvSpPr>
            <a:spLocks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7346">
            <a:extLst>
              <a:ext uri="{FF2B5EF4-FFF2-40B4-BE49-F238E27FC236}">
                <a16:creationId xmlns:a16="http://schemas.microsoft.com/office/drawing/2014/main" id="{1E9090F1-B5BB-4103-9B96-4B7EAEEC75E7}"/>
              </a:ext>
            </a:extLst>
          </p:cNvPr>
          <p:cNvSpPr>
            <a:spLocks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7347">
            <a:extLst>
              <a:ext uri="{FF2B5EF4-FFF2-40B4-BE49-F238E27FC236}">
                <a16:creationId xmlns:a16="http://schemas.microsoft.com/office/drawing/2014/main" id="{DD2ECEEB-A465-4F64-896E-D5D4F71A8945}"/>
              </a:ext>
            </a:extLst>
          </p:cNvPr>
          <p:cNvSpPr>
            <a:spLocks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7348">
            <a:extLst>
              <a:ext uri="{FF2B5EF4-FFF2-40B4-BE49-F238E27FC236}">
                <a16:creationId xmlns:a16="http://schemas.microsoft.com/office/drawing/2014/main" id="{9307777C-8B92-4524-AD14-F24F4E030421}"/>
              </a:ext>
            </a:extLst>
          </p:cNvPr>
          <p:cNvSpPr>
            <a:spLocks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7349">
            <a:extLst>
              <a:ext uri="{FF2B5EF4-FFF2-40B4-BE49-F238E27FC236}">
                <a16:creationId xmlns:a16="http://schemas.microsoft.com/office/drawing/2014/main" id="{605F19A6-C78A-4976-A2C1-32EB6B9F2523}"/>
              </a:ext>
            </a:extLst>
          </p:cNvPr>
          <p:cNvSpPr>
            <a:spLocks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7350">
            <a:extLst>
              <a:ext uri="{FF2B5EF4-FFF2-40B4-BE49-F238E27FC236}">
                <a16:creationId xmlns:a16="http://schemas.microsoft.com/office/drawing/2014/main" id="{BF02977D-8A9B-48F3-B97B-99DE0102B373}"/>
              </a:ext>
            </a:extLst>
          </p:cNvPr>
          <p:cNvSpPr>
            <a:spLocks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7351">
            <a:extLst>
              <a:ext uri="{FF2B5EF4-FFF2-40B4-BE49-F238E27FC236}">
                <a16:creationId xmlns:a16="http://schemas.microsoft.com/office/drawing/2014/main" id="{EC0F674D-B719-40E3-B2FB-05C1D5AC2EA7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7352">
            <a:extLst>
              <a:ext uri="{FF2B5EF4-FFF2-40B4-BE49-F238E27FC236}">
                <a16:creationId xmlns:a16="http://schemas.microsoft.com/office/drawing/2014/main" id="{CF6B0EF0-CB57-49E6-91CA-8EDF0F928FC5}"/>
              </a:ext>
            </a:extLst>
          </p:cNvPr>
          <p:cNvSpPr>
            <a:spLocks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7353">
            <a:extLst>
              <a:ext uri="{FF2B5EF4-FFF2-40B4-BE49-F238E27FC236}">
                <a16:creationId xmlns:a16="http://schemas.microsoft.com/office/drawing/2014/main" id="{3E785049-A0CA-4AA0-8D4B-81D608142055}"/>
              </a:ext>
            </a:extLst>
          </p:cNvPr>
          <p:cNvSpPr>
            <a:spLocks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7354">
            <a:extLst>
              <a:ext uri="{FF2B5EF4-FFF2-40B4-BE49-F238E27FC236}">
                <a16:creationId xmlns:a16="http://schemas.microsoft.com/office/drawing/2014/main" id="{0B590445-CEA1-4A43-AE78-F3AE5A163412}"/>
              </a:ext>
            </a:extLst>
          </p:cNvPr>
          <p:cNvSpPr>
            <a:spLocks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7355">
            <a:extLst>
              <a:ext uri="{FF2B5EF4-FFF2-40B4-BE49-F238E27FC236}">
                <a16:creationId xmlns:a16="http://schemas.microsoft.com/office/drawing/2014/main" id="{096232D7-AB0B-4BF8-AC05-75094C08C3BC}"/>
              </a:ext>
            </a:extLst>
          </p:cNvPr>
          <p:cNvSpPr>
            <a:spLocks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7356">
            <a:extLst>
              <a:ext uri="{FF2B5EF4-FFF2-40B4-BE49-F238E27FC236}">
                <a16:creationId xmlns:a16="http://schemas.microsoft.com/office/drawing/2014/main" id="{E7B12EBF-4738-40D3-B0A0-15CB23CC2493}"/>
              </a:ext>
            </a:extLst>
          </p:cNvPr>
          <p:cNvSpPr>
            <a:spLocks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7357">
            <a:extLst>
              <a:ext uri="{FF2B5EF4-FFF2-40B4-BE49-F238E27FC236}">
                <a16:creationId xmlns:a16="http://schemas.microsoft.com/office/drawing/2014/main" id="{8A35E9D7-D65F-4802-A85D-1D7D6D584514}"/>
              </a:ext>
            </a:extLst>
          </p:cNvPr>
          <p:cNvSpPr>
            <a:spLocks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7358">
            <a:extLst>
              <a:ext uri="{FF2B5EF4-FFF2-40B4-BE49-F238E27FC236}">
                <a16:creationId xmlns:a16="http://schemas.microsoft.com/office/drawing/2014/main" id="{B14CDADA-A423-4556-89ED-9B476E7D1DAE}"/>
              </a:ext>
            </a:extLst>
          </p:cNvPr>
          <p:cNvSpPr>
            <a:spLocks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7359">
            <a:extLst>
              <a:ext uri="{FF2B5EF4-FFF2-40B4-BE49-F238E27FC236}">
                <a16:creationId xmlns:a16="http://schemas.microsoft.com/office/drawing/2014/main" id="{3A9FAD9F-6309-445B-9CB4-5C0AA98A0351}"/>
              </a:ext>
            </a:extLst>
          </p:cNvPr>
          <p:cNvSpPr>
            <a:spLocks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7360">
            <a:extLst>
              <a:ext uri="{FF2B5EF4-FFF2-40B4-BE49-F238E27FC236}">
                <a16:creationId xmlns:a16="http://schemas.microsoft.com/office/drawing/2014/main" id="{EBF1FBC6-0938-4C47-86A6-319AB9581983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7361">
            <a:extLst>
              <a:ext uri="{FF2B5EF4-FFF2-40B4-BE49-F238E27FC236}">
                <a16:creationId xmlns:a16="http://schemas.microsoft.com/office/drawing/2014/main" id="{29A02514-0F3C-4DE6-AAD5-142588F9CA98}"/>
              </a:ext>
            </a:extLst>
          </p:cNvPr>
          <p:cNvSpPr>
            <a:spLocks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7362">
            <a:extLst>
              <a:ext uri="{FF2B5EF4-FFF2-40B4-BE49-F238E27FC236}">
                <a16:creationId xmlns:a16="http://schemas.microsoft.com/office/drawing/2014/main" id="{EC3602B4-3F0A-43D0-A4EF-C0490AA90F12}"/>
              </a:ext>
            </a:extLst>
          </p:cNvPr>
          <p:cNvSpPr>
            <a:spLocks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7363">
            <a:extLst>
              <a:ext uri="{FF2B5EF4-FFF2-40B4-BE49-F238E27FC236}">
                <a16:creationId xmlns:a16="http://schemas.microsoft.com/office/drawing/2014/main" id="{AEA027D1-3057-4B09-B1B6-98047FFFD78C}"/>
              </a:ext>
            </a:extLst>
          </p:cNvPr>
          <p:cNvSpPr>
            <a:spLocks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7364">
            <a:extLst>
              <a:ext uri="{FF2B5EF4-FFF2-40B4-BE49-F238E27FC236}">
                <a16:creationId xmlns:a16="http://schemas.microsoft.com/office/drawing/2014/main" id="{5527B46C-6903-4871-B41B-E06886BD7600}"/>
              </a:ext>
            </a:extLst>
          </p:cNvPr>
          <p:cNvSpPr>
            <a:spLocks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7365">
            <a:extLst>
              <a:ext uri="{FF2B5EF4-FFF2-40B4-BE49-F238E27FC236}">
                <a16:creationId xmlns:a16="http://schemas.microsoft.com/office/drawing/2014/main" id="{F54381E8-6927-4EE8-A968-8661A2416C6D}"/>
              </a:ext>
            </a:extLst>
          </p:cNvPr>
          <p:cNvSpPr>
            <a:spLocks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7366">
            <a:extLst>
              <a:ext uri="{FF2B5EF4-FFF2-40B4-BE49-F238E27FC236}">
                <a16:creationId xmlns:a16="http://schemas.microsoft.com/office/drawing/2014/main" id="{6E0EBB24-B1BC-4B21-8818-07E45989D5AB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7367">
            <a:extLst>
              <a:ext uri="{FF2B5EF4-FFF2-40B4-BE49-F238E27FC236}">
                <a16:creationId xmlns:a16="http://schemas.microsoft.com/office/drawing/2014/main" id="{9F790D29-2D60-40AE-8894-C9C9DCC768B7}"/>
              </a:ext>
            </a:extLst>
          </p:cNvPr>
          <p:cNvSpPr>
            <a:spLocks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7368">
            <a:extLst>
              <a:ext uri="{FF2B5EF4-FFF2-40B4-BE49-F238E27FC236}">
                <a16:creationId xmlns:a16="http://schemas.microsoft.com/office/drawing/2014/main" id="{6D2B1C23-68CF-49C9-931D-E43B7CA02CBE}"/>
              </a:ext>
            </a:extLst>
          </p:cNvPr>
          <p:cNvSpPr>
            <a:spLocks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7369">
            <a:extLst>
              <a:ext uri="{FF2B5EF4-FFF2-40B4-BE49-F238E27FC236}">
                <a16:creationId xmlns:a16="http://schemas.microsoft.com/office/drawing/2014/main" id="{8419BF9F-70D4-41B5-8229-D918DF9BF82B}"/>
              </a:ext>
            </a:extLst>
          </p:cNvPr>
          <p:cNvSpPr>
            <a:spLocks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7370">
            <a:extLst>
              <a:ext uri="{FF2B5EF4-FFF2-40B4-BE49-F238E27FC236}">
                <a16:creationId xmlns:a16="http://schemas.microsoft.com/office/drawing/2014/main" id="{FD5CECE8-1F75-4145-B97E-74F5898E3956}"/>
              </a:ext>
            </a:extLst>
          </p:cNvPr>
          <p:cNvSpPr>
            <a:spLocks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7371">
            <a:extLst>
              <a:ext uri="{FF2B5EF4-FFF2-40B4-BE49-F238E27FC236}">
                <a16:creationId xmlns:a16="http://schemas.microsoft.com/office/drawing/2014/main" id="{11E2AD6C-EA23-48CB-83C8-6BFB4B0C837D}"/>
              </a:ext>
            </a:extLst>
          </p:cNvPr>
          <p:cNvSpPr>
            <a:spLocks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7372">
            <a:extLst>
              <a:ext uri="{FF2B5EF4-FFF2-40B4-BE49-F238E27FC236}">
                <a16:creationId xmlns:a16="http://schemas.microsoft.com/office/drawing/2014/main" id="{4E6EEF2D-2460-42A7-8067-03097D310BB2}"/>
              </a:ext>
            </a:extLst>
          </p:cNvPr>
          <p:cNvSpPr>
            <a:spLocks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7373">
            <a:extLst>
              <a:ext uri="{FF2B5EF4-FFF2-40B4-BE49-F238E27FC236}">
                <a16:creationId xmlns:a16="http://schemas.microsoft.com/office/drawing/2014/main" id="{BD5A76C4-DB92-4E01-A4B5-AE42E8053815}"/>
              </a:ext>
            </a:extLst>
          </p:cNvPr>
          <p:cNvSpPr>
            <a:spLocks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7374">
            <a:extLst>
              <a:ext uri="{FF2B5EF4-FFF2-40B4-BE49-F238E27FC236}">
                <a16:creationId xmlns:a16="http://schemas.microsoft.com/office/drawing/2014/main" id="{3665377B-F196-4374-8038-D6B5DD1B99A5}"/>
              </a:ext>
            </a:extLst>
          </p:cNvPr>
          <p:cNvSpPr>
            <a:spLocks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7375">
            <a:extLst>
              <a:ext uri="{FF2B5EF4-FFF2-40B4-BE49-F238E27FC236}">
                <a16:creationId xmlns:a16="http://schemas.microsoft.com/office/drawing/2014/main" id="{388A6DAA-974A-485E-82B6-4CBBD350804D}"/>
              </a:ext>
            </a:extLst>
          </p:cNvPr>
          <p:cNvSpPr>
            <a:spLocks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7376">
            <a:extLst>
              <a:ext uri="{FF2B5EF4-FFF2-40B4-BE49-F238E27FC236}">
                <a16:creationId xmlns:a16="http://schemas.microsoft.com/office/drawing/2014/main" id="{5EEC275A-8B7A-4B16-99F4-785358C7BBBD}"/>
              </a:ext>
            </a:extLst>
          </p:cNvPr>
          <p:cNvSpPr>
            <a:spLocks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7377">
            <a:extLst>
              <a:ext uri="{FF2B5EF4-FFF2-40B4-BE49-F238E27FC236}">
                <a16:creationId xmlns:a16="http://schemas.microsoft.com/office/drawing/2014/main" id="{C4A371E5-E5E2-47D0-9580-61F71145F470}"/>
              </a:ext>
            </a:extLst>
          </p:cNvPr>
          <p:cNvSpPr>
            <a:spLocks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7378">
            <a:extLst>
              <a:ext uri="{FF2B5EF4-FFF2-40B4-BE49-F238E27FC236}">
                <a16:creationId xmlns:a16="http://schemas.microsoft.com/office/drawing/2014/main" id="{40658EF9-16AE-481C-8769-652D8C5756ED}"/>
              </a:ext>
            </a:extLst>
          </p:cNvPr>
          <p:cNvSpPr>
            <a:spLocks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7379">
            <a:extLst>
              <a:ext uri="{FF2B5EF4-FFF2-40B4-BE49-F238E27FC236}">
                <a16:creationId xmlns:a16="http://schemas.microsoft.com/office/drawing/2014/main" id="{B2855AA3-388D-4EFD-BCE8-3AFF69C47E74}"/>
              </a:ext>
            </a:extLst>
          </p:cNvPr>
          <p:cNvSpPr>
            <a:spLocks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7380">
            <a:extLst>
              <a:ext uri="{FF2B5EF4-FFF2-40B4-BE49-F238E27FC236}">
                <a16:creationId xmlns:a16="http://schemas.microsoft.com/office/drawing/2014/main" id="{1A90F0B9-4CAE-4218-9980-EE624D574728}"/>
              </a:ext>
            </a:extLst>
          </p:cNvPr>
          <p:cNvSpPr>
            <a:spLocks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7381">
            <a:extLst>
              <a:ext uri="{FF2B5EF4-FFF2-40B4-BE49-F238E27FC236}">
                <a16:creationId xmlns:a16="http://schemas.microsoft.com/office/drawing/2014/main" id="{A53092E6-DAE7-46ED-B7BB-5474E1B1F010}"/>
              </a:ext>
            </a:extLst>
          </p:cNvPr>
          <p:cNvSpPr>
            <a:spLocks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7382">
            <a:extLst>
              <a:ext uri="{FF2B5EF4-FFF2-40B4-BE49-F238E27FC236}">
                <a16:creationId xmlns:a16="http://schemas.microsoft.com/office/drawing/2014/main" id="{1E40116D-31DE-4A5E-9673-0B5B754C20ED}"/>
              </a:ext>
            </a:extLst>
          </p:cNvPr>
          <p:cNvSpPr>
            <a:spLocks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7383">
            <a:extLst>
              <a:ext uri="{FF2B5EF4-FFF2-40B4-BE49-F238E27FC236}">
                <a16:creationId xmlns:a16="http://schemas.microsoft.com/office/drawing/2014/main" id="{EB5FBBCB-2A90-4736-A36A-51C6F92D0051}"/>
              </a:ext>
            </a:extLst>
          </p:cNvPr>
          <p:cNvSpPr>
            <a:spLocks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7384">
            <a:extLst>
              <a:ext uri="{FF2B5EF4-FFF2-40B4-BE49-F238E27FC236}">
                <a16:creationId xmlns:a16="http://schemas.microsoft.com/office/drawing/2014/main" id="{EE17426D-02F2-43C7-AF35-FC48876BDEDC}"/>
              </a:ext>
            </a:extLst>
          </p:cNvPr>
          <p:cNvSpPr>
            <a:spLocks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7385">
            <a:extLst>
              <a:ext uri="{FF2B5EF4-FFF2-40B4-BE49-F238E27FC236}">
                <a16:creationId xmlns:a16="http://schemas.microsoft.com/office/drawing/2014/main" id="{A47B7427-6C3D-4B80-98C4-4E3EB2AF2337}"/>
              </a:ext>
            </a:extLst>
          </p:cNvPr>
          <p:cNvSpPr>
            <a:spLocks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7386">
            <a:extLst>
              <a:ext uri="{FF2B5EF4-FFF2-40B4-BE49-F238E27FC236}">
                <a16:creationId xmlns:a16="http://schemas.microsoft.com/office/drawing/2014/main" id="{9958431A-4AC6-46BE-A089-2D0CF1E62A2B}"/>
              </a:ext>
            </a:extLst>
          </p:cNvPr>
          <p:cNvSpPr>
            <a:spLocks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7387">
            <a:extLst>
              <a:ext uri="{FF2B5EF4-FFF2-40B4-BE49-F238E27FC236}">
                <a16:creationId xmlns:a16="http://schemas.microsoft.com/office/drawing/2014/main" id="{F7BA0BC5-79E0-4E9B-A8C0-A8BC27EB7361}"/>
              </a:ext>
            </a:extLst>
          </p:cNvPr>
          <p:cNvSpPr>
            <a:spLocks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7388">
            <a:extLst>
              <a:ext uri="{FF2B5EF4-FFF2-40B4-BE49-F238E27FC236}">
                <a16:creationId xmlns:a16="http://schemas.microsoft.com/office/drawing/2014/main" id="{950C7E54-A9C2-4AF6-8106-66A167ECD867}"/>
              </a:ext>
            </a:extLst>
          </p:cNvPr>
          <p:cNvSpPr>
            <a:spLocks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7389">
            <a:extLst>
              <a:ext uri="{FF2B5EF4-FFF2-40B4-BE49-F238E27FC236}">
                <a16:creationId xmlns:a16="http://schemas.microsoft.com/office/drawing/2014/main" id="{71ED4D4D-5B50-4EA9-B7F3-9182F9A59C21}"/>
              </a:ext>
            </a:extLst>
          </p:cNvPr>
          <p:cNvSpPr>
            <a:spLocks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7390">
            <a:extLst>
              <a:ext uri="{FF2B5EF4-FFF2-40B4-BE49-F238E27FC236}">
                <a16:creationId xmlns:a16="http://schemas.microsoft.com/office/drawing/2014/main" id="{E1CBBA5C-79CC-4ADE-9090-F0729248C228}"/>
              </a:ext>
            </a:extLst>
          </p:cNvPr>
          <p:cNvSpPr>
            <a:spLocks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7391">
            <a:extLst>
              <a:ext uri="{FF2B5EF4-FFF2-40B4-BE49-F238E27FC236}">
                <a16:creationId xmlns:a16="http://schemas.microsoft.com/office/drawing/2014/main" id="{80ACD572-D3C4-427D-B66D-7EC81A67CBCE}"/>
              </a:ext>
            </a:extLst>
          </p:cNvPr>
          <p:cNvSpPr>
            <a:spLocks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7392">
            <a:extLst>
              <a:ext uri="{FF2B5EF4-FFF2-40B4-BE49-F238E27FC236}">
                <a16:creationId xmlns:a16="http://schemas.microsoft.com/office/drawing/2014/main" id="{3078B539-6AF6-46A7-9823-4041EDF55E4C}"/>
              </a:ext>
            </a:extLst>
          </p:cNvPr>
          <p:cNvSpPr>
            <a:spLocks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7393">
            <a:extLst>
              <a:ext uri="{FF2B5EF4-FFF2-40B4-BE49-F238E27FC236}">
                <a16:creationId xmlns:a16="http://schemas.microsoft.com/office/drawing/2014/main" id="{54E6F0B5-30D3-4C14-8327-3E1B68E4E559}"/>
              </a:ext>
            </a:extLst>
          </p:cNvPr>
          <p:cNvSpPr>
            <a:spLocks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7394">
            <a:extLst>
              <a:ext uri="{FF2B5EF4-FFF2-40B4-BE49-F238E27FC236}">
                <a16:creationId xmlns:a16="http://schemas.microsoft.com/office/drawing/2014/main" id="{89CEC2A1-30B9-424D-B8AC-42AF41D8640A}"/>
              </a:ext>
            </a:extLst>
          </p:cNvPr>
          <p:cNvSpPr>
            <a:spLocks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7395">
            <a:extLst>
              <a:ext uri="{FF2B5EF4-FFF2-40B4-BE49-F238E27FC236}">
                <a16:creationId xmlns:a16="http://schemas.microsoft.com/office/drawing/2014/main" id="{A4E9AAE1-BEFF-4004-B56C-323101354FF3}"/>
              </a:ext>
            </a:extLst>
          </p:cNvPr>
          <p:cNvSpPr>
            <a:spLocks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7396">
            <a:extLst>
              <a:ext uri="{FF2B5EF4-FFF2-40B4-BE49-F238E27FC236}">
                <a16:creationId xmlns:a16="http://schemas.microsoft.com/office/drawing/2014/main" id="{14FD2E34-D3C4-4CEC-B0DF-1CE819015AF3}"/>
              </a:ext>
            </a:extLst>
          </p:cNvPr>
          <p:cNvSpPr>
            <a:spLocks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7397">
            <a:extLst>
              <a:ext uri="{FF2B5EF4-FFF2-40B4-BE49-F238E27FC236}">
                <a16:creationId xmlns:a16="http://schemas.microsoft.com/office/drawing/2014/main" id="{7284AD76-D843-4357-8A92-7A234AE3F00E}"/>
              </a:ext>
            </a:extLst>
          </p:cNvPr>
          <p:cNvSpPr>
            <a:spLocks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7398">
            <a:extLst>
              <a:ext uri="{FF2B5EF4-FFF2-40B4-BE49-F238E27FC236}">
                <a16:creationId xmlns:a16="http://schemas.microsoft.com/office/drawing/2014/main" id="{A8F7CC5F-8037-4C65-8430-D8AC0609B922}"/>
              </a:ext>
            </a:extLst>
          </p:cNvPr>
          <p:cNvSpPr>
            <a:spLocks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7399">
            <a:extLst>
              <a:ext uri="{FF2B5EF4-FFF2-40B4-BE49-F238E27FC236}">
                <a16:creationId xmlns:a16="http://schemas.microsoft.com/office/drawing/2014/main" id="{DBBB7D6A-A91A-4454-8EF9-C04E83D670C3}"/>
              </a:ext>
            </a:extLst>
          </p:cNvPr>
          <p:cNvSpPr>
            <a:spLocks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7400">
            <a:extLst>
              <a:ext uri="{FF2B5EF4-FFF2-40B4-BE49-F238E27FC236}">
                <a16:creationId xmlns:a16="http://schemas.microsoft.com/office/drawing/2014/main" id="{C1E42B2E-0B6E-4F7E-A57C-A3FD1CA2BD4E}"/>
              </a:ext>
            </a:extLst>
          </p:cNvPr>
          <p:cNvSpPr>
            <a:spLocks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7401">
            <a:extLst>
              <a:ext uri="{FF2B5EF4-FFF2-40B4-BE49-F238E27FC236}">
                <a16:creationId xmlns:a16="http://schemas.microsoft.com/office/drawing/2014/main" id="{9697C1C3-13FD-4C3C-8F86-EFA5DDBBF888}"/>
              </a:ext>
            </a:extLst>
          </p:cNvPr>
          <p:cNvSpPr>
            <a:spLocks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7402">
            <a:extLst>
              <a:ext uri="{FF2B5EF4-FFF2-40B4-BE49-F238E27FC236}">
                <a16:creationId xmlns:a16="http://schemas.microsoft.com/office/drawing/2014/main" id="{03782647-3414-42A2-8AC0-8A91D243BEEF}"/>
              </a:ext>
            </a:extLst>
          </p:cNvPr>
          <p:cNvSpPr>
            <a:spLocks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7403">
            <a:extLst>
              <a:ext uri="{FF2B5EF4-FFF2-40B4-BE49-F238E27FC236}">
                <a16:creationId xmlns:a16="http://schemas.microsoft.com/office/drawing/2014/main" id="{D6AE5937-48EF-46B1-B446-A2EB1DC98380}"/>
              </a:ext>
            </a:extLst>
          </p:cNvPr>
          <p:cNvSpPr>
            <a:spLocks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7404">
            <a:extLst>
              <a:ext uri="{FF2B5EF4-FFF2-40B4-BE49-F238E27FC236}">
                <a16:creationId xmlns:a16="http://schemas.microsoft.com/office/drawing/2014/main" id="{5FB5734E-FF94-49A0-9166-5D7181BD2510}"/>
              </a:ext>
            </a:extLst>
          </p:cNvPr>
          <p:cNvSpPr>
            <a:spLocks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7405">
            <a:extLst>
              <a:ext uri="{FF2B5EF4-FFF2-40B4-BE49-F238E27FC236}">
                <a16:creationId xmlns:a16="http://schemas.microsoft.com/office/drawing/2014/main" id="{5C340F2F-86B4-4E82-A5BD-E49551AC95D6}"/>
              </a:ext>
            </a:extLst>
          </p:cNvPr>
          <p:cNvSpPr>
            <a:spLocks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7406">
            <a:extLst>
              <a:ext uri="{FF2B5EF4-FFF2-40B4-BE49-F238E27FC236}">
                <a16:creationId xmlns:a16="http://schemas.microsoft.com/office/drawing/2014/main" id="{6A2C14AB-573C-4077-B2E1-861E829CA8DE}"/>
              </a:ext>
            </a:extLst>
          </p:cNvPr>
          <p:cNvSpPr>
            <a:spLocks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7407">
            <a:extLst>
              <a:ext uri="{FF2B5EF4-FFF2-40B4-BE49-F238E27FC236}">
                <a16:creationId xmlns:a16="http://schemas.microsoft.com/office/drawing/2014/main" id="{2C142964-33CF-4013-B831-32CF1FE81E4B}"/>
              </a:ext>
            </a:extLst>
          </p:cNvPr>
          <p:cNvSpPr>
            <a:spLocks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7408">
            <a:extLst>
              <a:ext uri="{FF2B5EF4-FFF2-40B4-BE49-F238E27FC236}">
                <a16:creationId xmlns:a16="http://schemas.microsoft.com/office/drawing/2014/main" id="{B4A2170B-F2B2-487C-96E8-E8E1D644F0FB}"/>
              </a:ext>
            </a:extLst>
          </p:cNvPr>
          <p:cNvSpPr>
            <a:spLocks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7409">
            <a:extLst>
              <a:ext uri="{FF2B5EF4-FFF2-40B4-BE49-F238E27FC236}">
                <a16:creationId xmlns:a16="http://schemas.microsoft.com/office/drawing/2014/main" id="{F08CDE51-9066-4C55-BB26-68FD60FD5E92}"/>
              </a:ext>
            </a:extLst>
          </p:cNvPr>
          <p:cNvSpPr>
            <a:spLocks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7410">
            <a:extLst>
              <a:ext uri="{FF2B5EF4-FFF2-40B4-BE49-F238E27FC236}">
                <a16:creationId xmlns:a16="http://schemas.microsoft.com/office/drawing/2014/main" id="{C5132B5F-C126-4B86-B35C-1574B86D17C7}"/>
              </a:ext>
            </a:extLst>
          </p:cNvPr>
          <p:cNvSpPr>
            <a:spLocks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7411">
            <a:extLst>
              <a:ext uri="{FF2B5EF4-FFF2-40B4-BE49-F238E27FC236}">
                <a16:creationId xmlns:a16="http://schemas.microsoft.com/office/drawing/2014/main" id="{BEE7159D-3F05-40DA-82FF-8BAC2D50EE77}"/>
              </a:ext>
            </a:extLst>
          </p:cNvPr>
          <p:cNvSpPr>
            <a:spLocks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7412">
            <a:extLst>
              <a:ext uri="{FF2B5EF4-FFF2-40B4-BE49-F238E27FC236}">
                <a16:creationId xmlns:a16="http://schemas.microsoft.com/office/drawing/2014/main" id="{43A480AF-CACA-4037-B66D-88A1F8F373D6}"/>
              </a:ext>
            </a:extLst>
          </p:cNvPr>
          <p:cNvSpPr>
            <a:spLocks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7413">
            <a:extLst>
              <a:ext uri="{FF2B5EF4-FFF2-40B4-BE49-F238E27FC236}">
                <a16:creationId xmlns:a16="http://schemas.microsoft.com/office/drawing/2014/main" id="{EC14A423-EF09-4B5A-A925-911A7CA8C6B7}"/>
              </a:ext>
            </a:extLst>
          </p:cNvPr>
          <p:cNvSpPr>
            <a:spLocks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7414">
            <a:extLst>
              <a:ext uri="{FF2B5EF4-FFF2-40B4-BE49-F238E27FC236}">
                <a16:creationId xmlns:a16="http://schemas.microsoft.com/office/drawing/2014/main" id="{1F42CA04-F634-470F-BB9F-C4A4E961D7F1}"/>
              </a:ext>
            </a:extLst>
          </p:cNvPr>
          <p:cNvSpPr>
            <a:spLocks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7415">
            <a:extLst>
              <a:ext uri="{FF2B5EF4-FFF2-40B4-BE49-F238E27FC236}">
                <a16:creationId xmlns:a16="http://schemas.microsoft.com/office/drawing/2014/main" id="{095C077D-8222-4AC8-8E9B-4E9A0CB2C252}"/>
              </a:ext>
            </a:extLst>
          </p:cNvPr>
          <p:cNvSpPr>
            <a:spLocks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7416">
            <a:extLst>
              <a:ext uri="{FF2B5EF4-FFF2-40B4-BE49-F238E27FC236}">
                <a16:creationId xmlns:a16="http://schemas.microsoft.com/office/drawing/2014/main" id="{C2EB9A8E-58D3-47FD-A4E7-DEF7802423CB}"/>
              </a:ext>
            </a:extLst>
          </p:cNvPr>
          <p:cNvSpPr>
            <a:spLocks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7417">
            <a:extLst>
              <a:ext uri="{FF2B5EF4-FFF2-40B4-BE49-F238E27FC236}">
                <a16:creationId xmlns:a16="http://schemas.microsoft.com/office/drawing/2014/main" id="{D4293712-D048-4703-ABBF-F8F860D5DC4B}"/>
              </a:ext>
            </a:extLst>
          </p:cNvPr>
          <p:cNvSpPr>
            <a:spLocks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7418">
            <a:extLst>
              <a:ext uri="{FF2B5EF4-FFF2-40B4-BE49-F238E27FC236}">
                <a16:creationId xmlns:a16="http://schemas.microsoft.com/office/drawing/2014/main" id="{63678909-C690-4C2C-97D7-AD52CCD38652}"/>
              </a:ext>
            </a:extLst>
          </p:cNvPr>
          <p:cNvSpPr>
            <a:spLocks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7419">
            <a:extLst>
              <a:ext uri="{FF2B5EF4-FFF2-40B4-BE49-F238E27FC236}">
                <a16:creationId xmlns:a16="http://schemas.microsoft.com/office/drawing/2014/main" id="{2392CD00-432B-4BCD-B7A8-BC965941D0AD}"/>
              </a:ext>
            </a:extLst>
          </p:cNvPr>
          <p:cNvSpPr>
            <a:spLocks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7420">
            <a:extLst>
              <a:ext uri="{FF2B5EF4-FFF2-40B4-BE49-F238E27FC236}">
                <a16:creationId xmlns:a16="http://schemas.microsoft.com/office/drawing/2014/main" id="{B12F01B7-2DA2-4F76-AA8E-B6057136CE35}"/>
              </a:ext>
            </a:extLst>
          </p:cNvPr>
          <p:cNvSpPr>
            <a:spLocks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7421">
            <a:extLst>
              <a:ext uri="{FF2B5EF4-FFF2-40B4-BE49-F238E27FC236}">
                <a16:creationId xmlns:a16="http://schemas.microsoft.com/office/drawing/2014/main" id="{3256A453-2C1F-4B13-AB47-24FED94BDB4C}"/>
              </a:ext>
            </a:extLst>
          </p:cNvPr>
          <p:cNvSpPr>
            <a:spLocks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7422">
            <a:extLst>
              <a:ext uri="{FF2B5EF4-FFF2-40B4-BE49-F238E27FC236}">
                <a16:creationId xmlns:a16="http://schemas.microsoft.com/office/drawing/2014/main" id="{0FFA0073-2ED6-40A4-A350-6190C322ADA2}"/>
              </a:ext>
            </a:extLst>
          </p:cNvPr>
          <p:cNvSpPr>
            <a:spLocks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7423">
            <a:extLst>
              <a:ext uri="{FF2B5EF4-FFF2-40B4-BE49-F238E27FC236}">
                <a16:creationId xmlns:a16="http://schemas.microsoft.com/office/drawing/2014/main" id="{9CB5D2F3-A7CD-454E-914F-21D6ADB8CAA6}"/>
              </a:ext>
            </a:extLst>
          </p:cNvPr>
          <p:cNvSpPr>
            <a:spLocks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7424">
            <a:extLst>
              <a:ext uri="{FF2B5EF4-FFF2-40B4-BE49-F238E27FC236}">
                <a16:creationId xmlns:a16="http://schemas.microsoft.com/office/drawing/2014/main" id="{1816F928-39A7-4710-8300-0F790E0276E3}"/>
              </a:ext>
            </a:extLst>
          </p:cNvPr>
          <p:cNvSpPr>
            <a:spLocks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7425">
            <a:extLst>
              <a:ext uri="{FF2B5EF4-FFF2-40B4-BE49-F238E27FC236}">
                <a16:creationId xmlns:a16="http://schemas.microsoft.com/office/drawing/2014/main" id="{401469AE-43E4-4DD8-B455-C548F9823FAB}"/>
              </a:ext>
            </a:extLst>
          </p:cNvPr>
          <p:cNvSpPr>
            <a:spLocks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7426">
            <a:extLst>
              <a:ext uri="{FF2B5EF4-FFF2-40B4-BE49-F238E27FC236}">
                <a16:creationId xmlns:a16="http://schemas.microsoft.com/office/drawing/2014/main" id="{141B76AD-FF31-4B59-B982-7FFDD4645C0D}"/>
              </a:ext>
            </a:extLst>
          </p:cNvPr>
          <p:cNvSpPr>
            <a:spLocks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7427">
            <a:extLst>
              <a:ext uri="{FF2B5EF4-FFF2-40B4-BE49-F238E27FC236}">
                <a16:creationId xmlns:a16="http://schemas.microsoft.com/office/drawing/2014/main" id="{8F4F4A3A-2362-4DE0-A841-095601311DE0}"/>
              </a:ext>
            </a:extLst>
          </p:cNvPr>
          <p:cNvSpPr>
            <a:spLocks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7428">
            <a:extLst>
              <a:ext uri="{FF2B5EF4-FFF2-40B4-BE49-F238E27FC236}">
                <a16:creationId xmlns:a16="http://schemas.microsoft.com/office/drawing/2014/main" id="{AF405082-3AA7-4064-BC21-765CE105E91C}"/>
              </a:ext>
            </a:extLst>
          </p:cNvPr>
          <p:cNvSpPr>
            <a:spLocks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7429">
            <a:extLst>
              <a:ext uri="{FF2B5EF4-FFF2-40B4-BE49-F238E27FC236}">
                <a16:creationId xmlns:a16="http://schemas.microsoft.com/office/drawing/2014/main" id="{C341F072-CB2E-4595-8E37-34CCC8D03A95}"/>
              </a:ext>
            </a:extLst>
          </p:cNvPr>
          <p:cNvSpPr>
            <a:spLocks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7430">
            <a:extLst>
              <a:ext uri="{FF2B5EF4-FFF2-40B4-BE49-F238E27FC236}">
                <a16:creationId xmlns:a16="http://schemas.microsoft.com/office/drawing/2014/main" id="{738EEF71-A737-4805-8A79-15E9E21BFFEB}"/>
              </a:ext>
            </a:extLst>
          </p:cNvPr>
          <p:cNvSpPr>
            <a:spLocks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7431">
            <a:extLst>
              <a:ext uri="{FF2B5EF4-FFF2-40B4-BE49-F238E27FC236}">
                <a16:creationId xmlns:a16="http://schemas.microsoft.com/office/drawing/2014/main" id="{C5703FBA-C90B-4703-81D0-23161A12D448}"/>
              </a:ext>
            </a:extLst>
          </p:cNvPr>
          <p:cNvSpPr>
            <a:spLocks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7432">
            <a:extLst>
              <a:ext uri="{FF2B5EF4-FFF2-40B4-BE49-F238E27FC236}">
                <a16:creationId xmlns:a16="http://schemas.microsoft.com/office/drawing/2014/main" id="{D3A18F01-B9E8-4F0B-8B2D-4542E76678DE}"/>
              </a:ext>
            </a:extLst>
          </p:cNvPr>
          <p:cNvSpPr>
            <a:spLocks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7433">
            <a:extLst>
              <a:ext uri="{FF2B5EF4-FFF2-40B4-BE49-F238E27FC236}">
                <a16:creationId xmlns:a16="http://schemas.microsoft.com/office/drawing/2014/main" id="{E37D5C38-259F-47B9-B256-1AD1AF13037A}"/>
              </a:ext>
            </a:extLst>
          </p:cNvPr>
          <p:cNvSpPr>
            <a:spLocks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7434">
            <a:extLst>
              <a:ext uri="{FF2B5EF4-FFF2-40B4-BE49-F238E27FC236}">
                <a16:creationId xmlns:a16="http://schemas.microsoft.com/office/drawing/2014/main" id="{28A2EB5D-65D8-4CDA-8218-73802D2D235B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7435">
            <a:extLst>
              <a:ext uri="{FF2B5EF4-FFF2-40B4-BE49-F238E27FC236}">
                <a16:creationId xmlns:a16="http://schemas.microsoft.com/office/drawing/2014/main" id="{DF7F4369-EAD2-4FA6-93CB-DA486CE61893}"/>
              </a:ext>
            </a:extLst>
          </p:cNvPr>
          <p:cNvSpPr>
            <a:spLocks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7436">
            <a:extLst>
              <a:ext uri="{FF2B5EF4-FFF2-40B4-BE49-F238E27FC236}">
                <a16:creationId xmlns:a16="http://schemas.microsoft.com/office/drawing/2014/main" id="{E4ED8213-40B2-4213-B706-01CE9FC8372B}"/>
              </a:ext>
            </a:extLst>
          </p:cNvPr>
          <p:cNvSpPr>
            <a:spLocks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7437">
            <a:extLst>
              <a:ext uri="{FF2B5EF4-FFF2-40B4-BE49-F238E27FC236}">
                <a16:creationId xmlns:a16="http://schemas.microsoft.com/office/drawing/2014/main" id="{898801BD-78F6-4ED9-B364-2BD02D726534}"/>
              </a:ext>
            </a:extLst>
          </p:cNvPr>
          <p:cNvSpPr>
            <a:spLocks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7438">
            <a:extLst>
              <a:ext uri="{FF2B5EF4-FFF2-40B4-BE49-F238E27FC236}">
                <a16:creationId xmlns:a16="http://schemas.microsoft.com/office/drawing/2014/main" id="{C6834165-2D19-41ED-BA22-D1FF17647B1E}"/>
              </a:ext>
            </a:extLst>
          </p:cNvPr>
          <p:cNvSpPr>
            <a:spLocks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7439">
            <a:extLst>
              <a:ext uri="{FF2B5EF4-FFF2-40B4-BE49-F238E27FC236}">
                <a16:creationId xmlns:a16="http://schemas.microsoft.com/office/drawing/2014/main" id="{E90A25B3-D5E6-4C10-8F78-1482EB30378F}"/>
              </a:ext>
            </a:extLst>
          </p:cNvPr>
          <p:cNvSpPr>
            <a:spLocks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7440">
            <a:extLst>
              <a:ext uri="{FF2B5EF4-FFF2-40B4-BE49-F238E27FC236}">
                <a16:creationId xmlns:a16="http://schemas.microsoft.com/office/drawing/2014/main" id="{378D8D2C-7A9D-4544-B4A2-97F8DAC9D536}"/>
              </a:ext>
            </a:extLst>
          </p:cNvPr>
          <p:cNvSpPr>
            <a:spLocks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7441">
            <a:extLst>
              <a:ext uri="{FF2B5EF4-FFF2-40B4-BE49-F238E27FC236}">
                <a16:creationId xmlns:a16="http://schemas.microsoft.com/office/drawing/2014/main" id="{1BE36967-13E8-4DBA-B29A-E0BBB2C5A1F0}"/>
              </a:ext>
            </a:extLst>
          </p:cNvPr>
          <p:cNvSpPr>
            <a:spLocks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7442">
            <a:extLst>
              <a:ext uri="{FF2B5EF4-FFF2-40B4-BE49-F238E27FC236}">
                <a16:creationId xmlns:a16="http://schemas.microsoft.com/office/drawing/2014/main" id="{7483CB08-7C2F-4D7D-A3DF-B2A59D5CC5AB}"/>
              </a:ext>
            </a:extLst>
          </p:cNvPr>
          <p:cNvSpPr>
            <a:spLocks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7443">
            <a:extLst>
              <a:ext uri="{FF2B5EF4-FFF2-40B4-BE49-F238E27FC236}">
                <a16:creationId xmlns:a16="http://schemas.microsoft.com/office/drawing/2014/main" id="{572B7279-E339-4E44-951A-079CF6BD5843}"/>
              </a:ext>
            </a:extLst>
          </p:cNvPr>
          <p:cNvSpPr>
            <a:spLocks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7444">
            <a:extLst>
              <a:ext uri="{FF2B5EF4-FFF2-40B4-BE49-F238E27FC236}">
                <a16:creationId xmlns:a16="http://schemas.microsoft.com/office/drawing/2014/main" id="{1AD3EE5B-90F3-4959-BDC6-F5639572129A}"/>
              </a:ext>
            </a:extLst>
          </p:cNvPr>
          <p:cNvSpPr>
            <a:spLocks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7445">
            <a:extLst>
              <a:ext uri="{FF2B5EF4-FFF2-40B4-BE49-F238E27FC236}">
                <a16:creationId xmlns:a16="http://schemas.microsoft.com/office/drawing/2014/main" id="{FFA697FD-7E84-4AA0-A747-1DF41836D363}"/>
              </a:ext>
            </a:extLst>
          </p:cNvPr>
          <p:cNvSpPr>
            <a:spLocks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7446">
            <a:extLst>
              <a:ext uri="{FF2B5EF4-FFF2-40B4-BE49-F238E27FC236}">
                <a16:creationId xmlns:a16="http://schemas.microsoft.com/office/drawing/2014/main" id="{FAF8B167-127F-4F7D-9FA1-AB5372E4CC4D}"/>
              </a:ext>
            </a:extLst>
          </p:cNvPr>
          <p:cNvSpPr>
            <a:spLocks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7447">
            <a:extLst>
              <a:ext uri="{FF2B5EF4-FFF2-40B4-BE49-F238E27FC236}">
                <a16:creationId xmlns:a16="http://schemas.microsoft.com/office/drawing/2014/main" id="{D012A06B-C51D-4C4B-8C8F-835C07A64F33}"/>
              </a:ext>
            </a:extLst>
          </p:cNvPr>
          <p:cNvSpPr>
            <a:spLocks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7448">
            <a:extLst>
              <a:ext uri="{FF2B5EF4-FFF2-40B4-BE49-F238E27FC236}">
                <a16:creationId xmlns:a16="http://schemas.microsoft.com/office/drawing/2014/main" id="{1BEE24F1-BF9D-4986-A4A3-5C1DA46060CC}"/>
              </a:ext>
            </a:extLst>
          </p:cNvPr>
          <p:cNvSpPr>
            <a:spLocks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7449">
            <a:extLst>
              <a:ext uri="{FF2B5EF4-FFF2-40B4-BE49-F238E27FC236}">
                <a16:creationId xmlns:a16="http://schemas.microsoft.com/office/drawing/2014/main" id="{D0F77109-4665-46DF-AE9B-01B320D892CF}"/>
              </a:ext>
            </a:extLst>
          </p:cNvPr>
          <p:cNvSpPr>
            <a:spLocks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7450">
            <a:extLst>
              <a:ext uri="{FF2B5EF4-FFF2-40B4-BE49-F238E27FC236}">
                <a16:creationId xmlns:a16="http://schemas.microsoft.com/office/drawing/2014/main" id="{5A5705BB-4479-453C-B0CB-265EC3B7E8C9}"/>
              </a:ext>
            </a:extLst>
          </p:cNvPr>
          <p:cNvSpPr>
            <a:spLocks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7451">
            <a:extLst>
              <a:ext uri="{FF2B5EF4-FFF2-40B4-BE49-F238E27FC236}">
                <a16:creationId xmlns:a16="http://schemas.microsoft.com/office/drawing/2014/main" id="{BBF140B4-7F9B-44A1-90FC-737271F1E071}"/>
              </a:ext>
            </a:extLst>
          </p:cNvPr>
          <p:cNvSpPr>
            <a:spLocks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7452">
            <a:extLst>
              <a:ext uri="{FF2B5EF4-FFF2-40B4-BE49-F238E27FC236}">
                <a16:creationId xmlns:a16="http://schemas.microsoft.com/office/drawing/2014/main" id="{1B05968B-EF5B-495E-9B53-EE3A96F67E8A}"/>
              </a:ext>
            </a:extLst>
          </p:cNvPr>
          <p:cNvSpPr>
            <a:spLocks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7453">
            <a:extLst>
              <a:ext uri="{FF2B5EF4-FFF2-40B4-BE49-F238E27FC236}">
                <a16:creationId xmlns:a16="http://schemas.microsoft.com/office/drawing/2014/main" id="{29D8939A-83F7-4E32-B82A-92B2C9946442}"/>
              </a:ext>
            </a:extLst>
          </p:cNvPr>
          <p:cNvSpPr>
            <a:spLocks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7454">
            <a:extLst>
              <a:ext uri="{FF2B5EF4-FFF2-40B4-BE49-F238E27FC236}">
                <a16:creationId xmlns:a16="http://schemas.microsoft.com/office/drawing/2014/main" id="{0C79AFF2-E1A5-416B-88AE-87A841EE407A}"/>
              </a:ext>
            </a:extLst>
          </p:cNvPr>
          <p:cNvSpPr>
            <a:spLocks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7455">
            <a:extLst>
              <a:ext uri="{FF2B5EF4-FFF2-40B4-BE49-F238E27FC236}">
                <a16:creationId xmlns:a16="http://schemas.microsoft.com/office/drawing/2014/main" id="{5DA11001-AC71-4554-BC95-AC7C803C8B2D}"/>
              </a:ext>
            </a:extLst>
          </p:cNvPr>
          <p:cNvSpPr>
            <a:spLocks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7456">
            <a:extLst>
              <a:ext uri="{FF2B5EF4-FFF2-40B4-BE49-F238E27FC236}">
                <a16:creationId xmlns:a16="http://schemas.microsoft.com/office/drawing/2014/main" id="{3846B684-AB0E-41D2-9FB2-17EDE852BCC2}"/>
              </a:ext>
            </a:extLst>
          </p:cNvPr>
          <p:cNvSpPr>
            <a:spLocks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7457">
            <a:extLst>
              <a:ext uri="{FF2B5EF4-FFF2-40B4-BE49-F238E27FC236}">
                <a16:creationId xmlns:a16="http://schemas.microsoft.com/office/drawing/2014/main" id="{CDF508DD-F446-4BCA-9421-F655D8DEEEED}"/>
              </a:ext>
            </a:extLst>
          </p:cNvPr>
          <p:cNvSpPr>
            <a:spLocks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7458">
            <a:extLst>
              <a:ext uri="{FF2B5EF4-FFF2-40B4-BE49-F238E27FC236}">
                <a16:creationId xmlns:a16="http://schemas.microsoft.com/office/drawing/2014/main" id="{62521F5F-E681-40AD-8501-C10B62DBBF69}"/>
              </a:ext>
            </a:extLst>
          </p:cNvPr>
          <p:cNvSpPr>
            <a:spLocks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7459">
            <a:extLst>
              <a:ext uri="{FF2B5EF4-FFF2-40B4-BE49-F238E27FC236}">
                <a16:creationId xmlns:a16="http://schemas.microsoft.com/office/drawing/2014/main" id="{8514384C-142C-4E17-AAD2-D65553D30113}"/>
              </a:ext>
            </a:extLst>
          </p:cNvPr>
          <p:cNvSpPr>
            <a:spLocks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7460">
            <a:extLst>
              <a:ext uri="{FF2B5EF4-FFF2-40B4-BE49-F238E27FC236}">
                <a16:creationId xmlns:a16="http://schemas.microsoft.com/office/drawing/2014/main" id="{3B5F7987-1A89-4349-BDF9-6A37EE35F295}"/>
              </a:ext>
            </a:extLst>
          </p:cNvPr>
          <p:cNvSpPr>
            <a:spLocks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7461">
            <a:extLst>
              <a:ext uri="{FF2B5EF4-FFF2-40B4-BE49-F238E27FC236}">
                <a16:creationId xmlns:a16="http://schemas.microsoft.com/office/drawing/2014/main" id="{1AB0B520-391A-4B95-90D6-6F4864EC3DA0}"/>
              </a:ext>
            </a:extLst>
          </p:cNvPr>
          <p:cNvSpPr>
            <a:spLocks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7462">
            <a:extLst>
              <a:ext uri="{FF2B5EF4-FFF2-40B4-BE49-F238E27FC236}">
                <a16:creationId xmlns:a16="http://schemas.microsoft.com/office/drawing/2014/main" id="{4C4B91DE-D7EE-44A8-A42F-68DE6E2B2219}"/>
              </a:ext>
            </a:extLst>
          </p:cNvPr>
          <p:cNvSpPr>
            <a:spLocks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7463">
            <a:extLst>
              <a:ext uri="{FF2B5EF4-FFF2-40B4-BE49-F238E27FC236}">
                <a16:creationId xmlns:a16="http://schemas.microsoft.com/office/drawing/2014/main" id="{CB9E1D70-C0C1-415A-803A-E6F0AA0E9561}"/>
              </a:ext>
            </a:extLst>
          </p:cNvPr>
          <p:cNvSpPr>
            <a:spLocks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7464">
            <a:extLst>
              <a:ext uri="{FF2B5EF4-FFF2-40B4-BE49-F238E27FC236}">
                <a16:creationId xmlns:a16="http://schemas.microsoft.com/office/drawing/2014/main" id="{8AC0B4D1-5CF5-4875-93B7-0FF8FCB9F292}"/>
              </a:ext>
            </a:extLst>
          </p:cNvPr>
          <p:cNvSpPr>
            <a:spLocks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7465">
            <a:extLst>
              <a:ext uri="{FF2B5EF4-FFF2-40B4-BE49-F238E27FC236}">
                <a16:creationId xmlns:a16="http://schemas.microsoft.com/office/drawing/2014/main" id="{C4969880-112E-4DFF-820F-45775A85BE76}"/>
              </a:ext>
            </a:extLst>
          </p:cNvPr>
          <p:cNvSpPr>
            <a:spLocks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7466">
            <a:extLst>
              <a:ext uri="{FF2B5EF4-FFF2-40B4-BE49-F238E27FC236}">
                <a16:creationId xmlns:a16="http://schemas.microsoft.com/office/drawing/2014/main" id="{F1B95285-DB62-426A-A608-4353A2784F8F}"/>
              </a:ext>
            </a:extLst>
          </p:cNvPr>
          <p:cNvSpPr>
            <a:spLocks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7467">
            <a:extLst>
              <a:ext uri="{FF2B5EF4-FFF2-40B4-BE49-F238E27FC236}">
                <a16:creationId xmlns:a16="http://schemas.microsoft.com/office/drawing/2014/main" id="{B158F0AE-22EE-45C8-8461-BF8A453EED10}"/>
              </a:ext>
            </a:extLst>
          </p:cNvPr>
          <p:cNvSpPr>
            <a:spLocks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7468">
            <a:extLst>
              <a:ext uri="{FF2B5EF4-FFF2-40B4-BE49-F238E27FC236}">
                <a16:creationId xmlns:a16="http://schemas.microsoft.com/office/drawing/2014/main" id="{EA0D5ED4-5384-4662-BD54-C96C47BF4628}"/>
              </a:ext>
            </a:extLst>
          </p:cNvPr>
          <p:cNvSpPr>
            <a:spLocks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7469">
            <a:extLst>
              <a:ext uri="{FF2B5EF4-FFF2-40B4-BE49-F238E27FC236}">
                <a16:creationId xmlns:a16="http://schemas.microsoft.com/office/drawing/2014/main" id="{54AD7CD4-6F0C-48D2-9C52-EEE631571986}"/>
              </a:ext>
            </a:extLst>
          </p:cNvPr>
          <p:cNvSpPr>
            <a:spLocks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7470">
            <a:extLst>
              <a:ext uri="{FF2B5EF4-FFF2-40B4-BE49-F238E27FC236}">
                <a16:creationId xmlns:a16="http://schemas.microsoft.com/office/drawing/2014/main" id="{2D1B13CC-09BE-47F9-ABA8-9A4953C0B1E0}"/>
              </a:ext>
            </a:extLst>
          </p:cNvPr>
          <p:cNvSpPr>
            <a:spLocks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7471">
            <a:extLst>
              <a:ext uri="{FF2B5EF4-FFF2-40B4-BE49-F238E27FC236}">
                <a16:creationId xmlns:a16="http://schemas.microsoft.com/office/drawing/2014/main" id="{C58D8B0E-0E93-46A5-B865-1F615442254C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7472">
            <a:extLst>
              <a:ext uri="{FF2B5EF4-FFF2-40B4-BE49-F238E27FC236}">
                <a16:creationId xmlns:a16="http://schemas.microsoft.com/office/drawing/2014/main" id="{37D0D225-BEEE-4FC9-8ADF-F004A1F499B2}"/>
              </a:ext>
            </a:extLst>
          </p:cNvPr>
          <p:cNvSpPr>
            <a:spLocks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7473">
            <a:extLst>
              <a:ext uri="{FF2B5EF4-FFF2-40B4-BE49-F238E27FC236}">
                <a16:creationId xmlns:a16="http://schemas.microsoft.com/office/drawing/2014/main" id="{A766D377-09C7-44EE-9FAA-085CC6472CDC}"/>
              </a:ext>
            </a:extLst>
          </p:cNvPr>
          <p:cNvSpPr>
            <a:spLocks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7474">
            <a:extLst>
              <a:ext uri="{FF2B5EF4-FFF2-40B4-BE49-F238E27FC236}">
                <a16:creationId xmlns:a16="http://schemas.microsoft.com/office/drawing/2014/main" id="{35FAA03B-8954-4B8C-84DD-3F166FB049F3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7475">
            <a:extLst>
              <a:ext uri="{FF2B5EF4-FFF2-40B4-BE49-F238E27FC236}">
                <a16:creationId xmlns:a16="http://schemas.microsoft.com/office/drawing/2014/main" id="{98B87BC6-5FFD-4D95-BD6A-9DE995B703A1}"/>
              </a:ext>
            </a:extLst>
          </p:cNvPr>
          <p:cNvSpPr>
            <a:spLocks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7476">
            <a:extLst>
              <a:ext uri="{FF2B5EF4-FFF2-40B4-BE49-F238E27FC236}">
                <a16:creationId xmlns:a16="http://schemas.microsoft.com/office/drawing/2014/main" id="{BCA49885-7315-4B97-B103-AE1DE8806C4B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7477">
            <a:extLst>
              <a:ext uri="{FF2B5EF4-FFF2-40B4-BE49-F238E27FC236}">
                <a16:creationId xmlns:a16="http://schemas.microsoft.com/office/drawing/2014/main" id="{CE0E511A-1298-4FED-B995-89661E7A7AC1}"/>
              </a:ext>
            </a:extLst>
          </p:cNvPr>
          <p:cNvSpPr>
            <a:spLocks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7478">
            <a:extLst>
              <a:ext uri="{FF2B5EF4-FFF2-40B4-BE49-F238E27FC236}">
                <a16:creationId xmlns:a16="http://schemas.microsoft.com/office/drawing/2014/main" id="{0F2B2830-5F2D-4076-B92C-487A01A8A1D0}"/>
              </a:ext>
            </a:extLst>
          </p:cNvPr>
          <p:cNvSpPr>
            <a:spLocks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7479">
            <a:extLst>
              <a:ext uri="{FF2B5EF4-FFF2-40B4-BE49-F238E27FC236}">
                <a16:creationId xmlns:a16="http://schemas.microsoft.com/office/drawing/2014/main" id="{D9F7B9FC-4483-4CBD-AFD9-1696AA00EAB9}"/>
              </a:ext>
            </a:extLst>
          </p:cNvPr>
          <p:cNvSpPr>
            <a:spLocks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7480">
            <a:extLst>
              <a:ext uri="{FF2B5EF4-FFF2-40B4-BE49-F238E27FC236}">
                <a16:creationId xmlns:a16="http://schemas.microsoft.com/office/drawing/2014/main" id="{91641114-443C-411D-AA43-E41A9F409158}"/>
              </a:ext>
            </a:extLst>
          </p:cNvPr>
          <p:cNvSpPr>
            <a:spLocks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7481">
            <a:extLst>
              <a:ext uri="{FF2B5EF4-FFF2-40B4-BE49-F238E27FC236}">
                <a16:creationId xmlns:a16="http://schemas.microsoft.com/office/drawing/2014/main" id="{BC63B2DE-7A45-4D70-9BB8-C82A85913391}"/>
              </a:ext>
            </a:extLst>
          </p:cNvPr>
          <p:cNvSpPr>
            <a:spLocks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7482">
            <a:extLst>
              <a:ext uri="{FF2B5EF4-FFF2-40B4-BE49-F238E27FC236}">
                <a16:creationId xmlns:a16="http://schemas.microsoft.com/office/drawing/2014/main" id="{2B58BE3F-5F5A-47F3-BCB2-BBBA15C56EBC}"/>
              </a:ext>
            </a:extLst>
          </p:cNvPr>
          <p:cNvSpPr>
            <a:spLocks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7483">
            <a:extLst>
              <a:ext uri="{FF2B5EF4-FFF2-40B4-BE49-F238E27FC236}">
                <a16:creationId xmlns:a16="http://schemas.microsoft.com/office/drawing/2014/main" id="{53E8A572-A645-4E0C-9635-925B17EA9DB0}"/>
              </a:ext>
            </a:extLst>
          </p:cNvPr>
          <p:cNvSpPr>
            <a:spLocks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7484">
            <a:extLst>
              <a:ext uri="{FF2B5EF4-FFF2-40B4-BE49-F238E27FC236}">
                <a16:creationId xmlns:a16="http://schemas.microsoft.com/office/drawing/2014/main" id="{36603F01-87DC-4510-B094-22C5A9D5449A}"/>
              </a:ext>
            </a:extLst>
          </p:cNvPr>
          <p:cNvSpPr>
            <a:spLocks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7485">
            <a:extLst>
              <a:ext uri="{FF2B5EF4-FFF2-40B4-BE49-F238E27FC236}">
                <a16:creationId xmlns:a16="http://schemas.microsoft.com/office/drawing/2014/main" id="{5FA965AC-7C15-4BF8-851B-D37DA1F40FC1}"/>
              </a:ext>
            </a:extLst>
          </p:cNvPr>
          <p:cNvSpPr>
            <a:spLocks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7486">
            <a:extLst>
              <a:ext uri="{FF2B5EF4-FFF2-40B4-BE49-F238E27FC236}">
                <a16:creationId xmlns:a16="http://schemas.microsoft.com/office/drawing/2014/main" id="{DCA1C621-AF91-4BE1-B8EE-9F54508D80ED}"/>
              </a:ext>
            </a:extLst>
          </p:cNvPr>
          <p:cNvSpPr>
            <a:spLocks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7487">
            <a:extLst>
              <a:ext uri="{FF2B5EF4-FFF2-40B4-BE49-F238E27FC236}">
                <a16:creationId xmlns:a16="http://schemas.microsoft.com/office/drawing/2014/main" id="{4DE1228F-7D66-4666-9BF3-86331F22E439}"/>
              </a:ext>
            </a:extLst>
          </p:cNvPr>
          <p:cNvSpPr>
            <a:spLocks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7488">
            <a:extLst>
              <a:ext uri="{FF2B5EF4-FFF2-40B4-BE49-F238E27FC236}">
                <a16:creationId xmlns:a16="http://schemas.microsoft.com/office/drawing/2014/main" id="{F5BC1FD8-4E0E-47A1-932E-3AA064056795}"/>
              </a:ext>
            </a:extLst>
          </p:cNvPr>
          <p:cNvSpPr>
            <a:spLocks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7489">
            <a:extLst>
              <a:ext uri="{FF2B5EF4-FFF2-40B4-BE49-F238E27FC236}">
                <a16:creationId xmlns:a16="http://schemas.microsoft.com/office/drawing/2014/main" id="{CDA79CD9-08EC-4B68-857A-F69D8109309E}"/>
              </a:ext>
            </a:extLst>
          </p:cNvPr>
          <p:cNvSpPr>
            <a:spLocks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7490">
            <a:extLst>
              <a:ext uri="{FF2B5EF4-FFF2-40B4-BE49-F238E27FC236}">
                <a16:creationId xmlns:a16="http://schemas.microsoft.com/office/drawing/2014/main" id="{AE06D17A-2E22-4335-B2D7-EC93A0916782}"/>
              </a:ext>
            </a:extLst>
          </p:cNvPr>
          <p:cNvSpPr>
            <a:spLocks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7491">
            <a:extLst>
              <a:ext uri="{FF2B5EF4-FFF2-40B4-BE49-F238E27FC236}">
                <a16:creationId xmlns:a16="http://schemas.microsoft.com/office/drawing/2014/main" id="{04AF0DD6-AE14-4CD2-9A0B-8E94AB0677F2}"/>
              </a:ext>
            </a:extLst>
          </p:cNvPr>
          <p:cNvSpPr>
            <a:spLocks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7492">
            <a:extLst>
              <a:ext uri="{FF2B5EF4-FFF2-40B4-BE49-F238E27FC236}">
                <a16:creationId xmlns:a16="http://schemas.microsoft.com/office/drawing/2014/main" id="{4C2DE3A5-B0CE-43B2-8C55-D1CFE5AAF65A}"/>
              </a:ext>
            </a:extLst>
          </p:cNvPr>
          <p:cNvSpPr>
            <a:spLocks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7493">
            <a:extLst>
              <a:ext uri="{FF2B5EF4-FFF2-40B4-BE49-F238E27FC236}">
                <a16:creationId xmlns:a16="http://schemas.microsoft.com/office/drawing/2014/main" id="{8CFBA212-3F38-4C4A-BCB4-17509082467F}"/>
              </a:ext>
            </a:extLst>
          </p:cNvPr>
          <p:cNvSpPr>
            <a:spLocks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7494">
            <a:extLst>
              <a:ext uri="{FF2B5EF4-FFF2-40B4-BE49-F238E27FC236}">
                <a16:creationId xmlns:a16="http://schemas.microsoft.com/office/drawing/2014/main" id="{E5874E68-1107-414D-BF76-75BF8859ABF3}"/>
              </a:ext>
            </a:extLst>
          </p:cNvPr>
          <p:cNvSpPr>
            <a:spLocks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7495">
            <a:extLst>
              <a:ext uri="{FF2B5EF4-FFF2-40B4-BE49-F238E27FC236}">
                <a16:creationId xmlns:a16="http://schemas.microsoft.com/office/drawing/2014/main" id="{24FA29FC-98BE-49BC-AC39-FBF03CDBD6B2}"/>
              </a:ext>
            </a:extLst>
          </p:cNvPr>
          <p:cNvSpPr>
            <a:spLocks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7496">
            <a:extLst>
              <a:ext uri="{FF2B5EF4-FFF2-40B4-BE49-F238E27FC236}">
                <a16:creationId xmlns:a16="http://schemas.microsoft.com/office/drawing/2014/main" id="{6B95CAF1-FDE5-43DB-95EC-CACF7C8B184C}"/>
              </a:ext>
            </a:extLst>
          </p:cNvPr>
          <p:cNvSpPr>
            <a:spLocks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7497">
            <a:extLst>
              <a:ext uri="{FF2B5EF4-FFF2-40B4-BE49-F238E27FC236}">
                <a16:creationId xmlns:a16="http://schemas.microsoft.com/office/drawing/2014/main" id="{90D97E84-4691-4398-A03B-8AC3242DA621}"/>
              </a:ext>
            </a:extLst>
          </p:cNvPr>
          <p:cNvSpPr>
            <a:spLocks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7498">
            <a:extLst>
              <a:ext uri="{FF2B5EF4-FFF2-40B4-BE49-F238E27FC236}">
                <a16:creationId xmlns:a16="http://schemas.microsoft.com/office/drawing/2014/main" id="{7270A302-5E93-45F3-8A25-2E2FD2F0E5A1}"/>
              </a:ext>
            </a:extLst>
          </p:cNvPr>
          <p:cNvSpPr>
            <a:spLocks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7499">
            <a:extLst>
              <a:ext uri="{FF2B5EF4-FFF2-40B4-BE49-F238E27FC236}">
                <a16:creationId xmlns:a16="http://schemas.microsoft.com/office/drawing/2014/main" id="{23B71502-DB19-4C3D-8F58-FC4124DBE992}"/>
              </a:ext>
            </a:extLst>
          </p:cNvPr>
          <p:cNvSpPr>
            <a:spLocks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7500">
            <a:extLst>
              <a:ext uri="{FF2B5EF4-FFF2-40B4-BE49-F238E27FC236}">
                <a16:creationId xmlns:a16="http://schemas.microsoft.com/office/drawing/2014/main" id="{D115579F-0E36-48F7-AF2C-DD091457C3FF}"/>
              </a:ext>
            </a:extLst>
          </p:cNvPr>
          <p:cNvSpPr>
            <a:spLocks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7501">
            <a:extLst>
              <a:ext uri="{FF2B5EF4-FFF2-40B4-BE49-F238E27FC236}">
                <a16:creationId xmlns:a16="http://schemas.microsoft.com/office/drawing/2014/main" id="{097F4BF4-7D54-4B5D-9BE8-315A6BE2200C}"/>
              </a:ext>
            </a:extLst>
          </p:cNvPr>
          <p:cNvSpPr>
            <a:spLocks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7502">
            <a:extLst>
              <a:ext uri="{FF2B5EF4-FFF2-40B4-BE49-F238E27FC236}">
                <a16:creationId xmlns:a16="http://schemas.microsoft.com/office/drawing/2014/main" id="{E2D10978-0181-43DA-8E28-5E0F7392897A}"/>
              </a:ext>
            </a:extLst>
          </p:cNvPr>
          <p:cNvSpPr>
            <a:spLocks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7503">
            <a:extLst>
              <a:ext uri="{FF2B5EF4-FFF2-40B4-BE49-F238E27FC236}">
                <a16:creationId xmlns:a16="http://schemas.microsoft.com/office/drawing/2014/main" id="{627E57BF-EC5E-4479-B5B4-6122F3016152}"/>
              </a:ext>
            </a:extLst>
          </p:cNvPr>
          <p:cNvSpPr>
            <a:spLocks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7504">
            <a:extLst>
              <a:ext uri="{FF2B5EF4-FFF2-40B4-BE49-F238E27FC236}">
                <a16:creationId xmlns:a16="http://schemas.microsoft.com/office/drawing/2014/main" id="{12505D68-920E-447F-B80D-9A31743E1180}"/>
              </a:ext>
            </a:extLst>
          </p:cNvPr>
          <p:cNvSpPr>
            <a:spLocks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7505">
            <a:extLst>
              <a:ext uri="{FF2B5EF4-FFF2-40B4-BE49-F238E27FC236}">
                <a16:creationId xmlns:a16="http://schemas.microsoft.com/office/drawing/2014/main" id="{6FC6317A-E181-4EFE-9321-056B85E3D626}"/>
              </a:ext>
            </a:extLst>
          </p:cNvPr>
          <p:cNvSpPr>
            <a:spLocks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7506">
            <a:extLst>
              <a:ext uri="{FF2B5EF4-FFF2-40B4-BE49-F238E27FC236}">
                <a16:creationId xmlns:a16="http://schemas.microsoft.com/office/drawing/2014/main" id="{61CF4C0F-82B8-4537-BFDB-7CFB8B5C8BF2}"/>
              </a:ext>
            </a:extLst>
          </p:cNvPr>
          <p:cNvSpPr>
            <a:spLocks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7507">
            <a:extLst>
              <a:ext uri="{FF2B5EF4-FFF2-40B4-BE49-F238E27FC236}">
                <a16:creationId xmlns:a16="http://schemas.microsoft.com/office/drawing/2014/main" id="{0FED572E-B520-4850-A8B9-DAFB2C67AE2D}"/>
              </a:ext>
            </a:extLst>
          </p:cNvPr>
          <p:cNvSpPr>
            <a:spLocks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7508">
            <a:extLst>
              <a:ext uri="{FF2B5EF4-FFF2-40B4-BE49-F238E27FC236}">
                <a16:creationId xmlns:a16="http://schemas.microsoft.com/office/drawing/2014/main" id="{27F68D89-7603-4116-91CC-0FAD99F5B539}"/>
              </a:ext>
            </a:extLst>
          </p:cNvPr>
          <p:cNvSpPr>
            <a:spLocks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7509">
            <a:extLst>
              <a:ext uri="{FF2B5EF4-FFF2-40B4-BE49-F238E27FC236}">
                <a16:creationId xmlns:a16="http://schemas.microsoft.com/office/drawing/2014/main" id="{3D6A2573-5836-417C-BFC7-538E800770E4}"/>
              </a:ext>
            </a:extLst>
          </p:cNvPr>
          <p:cNvSpPr>
            <a:spLocks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7510">
            <a:extLst>
              <a:ext uri="{FF2B5EF4-FFF2-40B4-BE49-F238E27FC236}">
                <a16:creationId xmlns:a16="http://schemas.microsoft.com/office/drawing/2014/main" id="{C8672386-0AC0-4B76-B11A-C6701B59849F}"/>
              </a:ext>
            </a:extLst>
          </p:cNvPr>
          <p:cNvSpPr>
            <a:spLocks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7511">
            <a:extLst>
              <a:ext uri="{FF2B5EF4-FFF2-40B4-BE49-F238E27FC236}">
                <a16:creationId xmlns:a16="http://schemas.microsoft.com/office/drawing/2014/main" id="{F691520A-B0BF-43CE-8754-2D30DCF09012}"/>
              </a:ext>
            </a:extLst>
          </p:cNvPr>
          <p:cNvSpPr>
            <a:spLocks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7512">
            <a:extLst>
              <a:ext uri="{FF2B5EF4-FFF2-40B4-BE49-F238E27FC236}">
                <a16:creationId xmlns:a16="http://schemas.microsoft.com/office/drawing/2014/main" id="{32F96EBB-D60E-4ED1-A118-4BD093810020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7513">
            <a:extLst>
              <a:ext uri="{FF2B5EF4-FFF2-40B4-BE49-F238E27FC236}">
                <a16:creationId xmlns:a16="http://schemas.microsoft.com/office/drawing/2014/main" id="{9B881F4A-0027-4088-9C97-3C4BDACB2A69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7514">
            <a:extLst>
              <a:ext uri="{FF2B5EF4-FFF2-40B4-BE49-F238E27FC236}">
                <a16:creationId xmlns:a16="http://schemas.microsoft.com/office/drawing/2014/main" id="{C2F5404E-F171-4F69-9812-83AE171E8041}"/>
              </a:ext>
            </a:extLst>
          </p:cNvPr>
          <p:cNvSpPr>
            <a:spLocks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7515">
            <a:extLst>
              <a:ext uri="{FF2B5EF4-FFF2-40B4-BE49-F238E27FC236}">
                <a16:creationId xmlns:a16="http://schemas.microsoft.com/office/drawing/2014/main" id="{77C2377C-66D4-45BC-803B-4D9CF6E693F6}"/>
              </a:ext>
            </a:extLst>
          </p:cNvPr>
          <p:cNvSpPr>
            <a:spLocks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7516">
            <a:extLst>
              <a:ext uri="{FF2B5EF4-FFF2-40B4-BE49-F238E27FC236}">
                <a16:creationId xmlns:a16="http://schemas.microsoft.com/office/drawing/2014/main" id="{E57CB455-E345-4D4B-8F1C-8D49E014EE29}"/>
              </a:ext>
            </a:extLst>
          </p:cNvPr>
          <p:cNvSpPr>
            <a:spLocks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7517">
            <a:extLst>
              <a:ext uri="{FF2B5EF4-FFF2-40B4-BE49-F238E27FC236}">
                <a16:creationId xmlns:a16="http://schemas.microsoft.com/office/drawing/2014/main" id="{23E9F1FA-887D-4124-8A20-315459FCED6B}"/>
              </a:ext>
            </a:extLst>
          </p:cNvPr>
          <p:cNvSpPr>
            <a:spLocks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7518">
            <a:extLst>
              <a:ext uri="{FF2B5EF4-FFF2-40B4-BE49-F238E27FC236}">
                <a16:creationId xmlns:a16="http://schemas.microsoft.com/office/drawing/2014/main" id="{8B36CE98-A135-40DF-A633-1B31C2CB0600}"/>
              </a:ext>
            </a:extLst>
          </p:cNvPr>
          <p:cNvSpPr>
            <a:spLocks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7519">
            <a:extLst>
              <a:ext uri="{FF2B5EF4-FFF2-40B4-BE49-F238E27FC236}">
                <a16:creationId xmlns:a16="http://schemas.microsoft.com/office/drawing/2014/main" id="{0C4A43A1-CFE5-4AEE-8E69-0511E4189792}"/>
              </a:ext>
            </a:extLst>
          </p:cNvPr>
          <p:cNvSpPr>
            <a:spLocks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7520">
            <a:extLst>
              <a:ext uri="{FF2B5EF4-FFF2-40B4-BE49-F238E27FC236}">
                <a16:creationId xmlns:a16="http://schemas.microsoft.com/office/drawing/2014/main" id="{470DC218-B93F-433E-B59A-54C18D6F088F}"/>
              </a:ext>
            </a:extLst>
          </p:cNvPr>
          <p:cNvSpPr>
            <a:spLocks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7521">
            <a:extLst>
              <a:ext uri="{FF2B5EF4-FFF2-40B4-BE49-F238E27FC236}">
                <a16:creationId xmlns:a16="http://schemas.microsoft.com/office/drawing/2014/main" id="{5D218A5B-1CEA-4555-8A97-004C51CCFA43}"/>
              </a:ext>
            </a:extLst>
          </p:cNvPr>
          <p:cNvSpPr>
            <a:spLocks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7522">
            <a:extLst>
              <a:ext uri="{FF2B5EF4-FFF2-40B4-BE49-F238E27FC236}">
                <a16:creationId xmlns:a16="http://schemas.microsoft.com/office/drawing/2014/main" id="{9AAF7E49-930E-48F9-AB59-43FCABB7A91E}"/>
              </a:ext>
            </a:extLst>
          </p:cNvPr>
          <p:cNvSpPr>
            <a:spLocks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7523">
            <a:extLst>
              <a:ext uri="{FF2B5EF4-FFF2-40B4-BE49-F238E27FC236}">
                <a16:creationId xmlns:a16="http://schemas.microsoft.com/office/drawing/2014/main" id="{888D1051-3477-46F4-8B63-D6014716376B}"/>
              </a:ext>
            </a:extLst>
          </p:cNvPr>
          <p:cNvSpPr>
            <a:spLocks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7524">
            <a:extLst>
              <a:ext uri="{FF2B5EF4-FFF2-40B4-BE49-F238E27FC236}">
                <a16:creationId xmlns:a16="http://schemas.microsoft.com/office/drawing/2014/main" id="{066EABCC-2819-4089-B8D1-302CA52E1308}"/>
              </a:ext>
            </a:extLst>
          </p:cNvPr>
          <p:cNvSpPr>
            <a:spLocks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7525">
            <a:extLst>
              <a:ext uri="{FF2B5EF4-FFF2-40B4-BE49-F238E27FC236}">
                <a16:creationId xmlns:a16="http://schemas.microsoft.com/office/drawing/2014/main" id="{5D32425D-FC7A-4FAD-964A-CE6E43E7F200}"/>
              </a:ext>
            </a:extLst>
          </p:cNvPr>
          <p:cNvSpPr>
            <a:spLocks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7526">
            <a:extLst>
              <a:ext uri="{FF2B5EF4-FFF2-40B4-BE49-F238E27FC236}">
                <a16:creationId xmlns:a16="http://schemas.microsoft.com/office/drawing/2014/main" id="{DD31D2E5-21A4-43F5-8282-DB6021A3FE33}"/>
              </a:ext>
            </a:extLst>
          </p:cNvPr>
          <p:cNvSpPr>
            <a:spLocks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7527">
            <a:extLst>
              <a:ext uri="{FF2B5EF4-FFF2-40B4-BE49-F238E27FC236}">
                <a16:creationId xmlns:a16="http://schemas.microsoft.com/office/drawing/2014/main" id="{C4676E3F-9711-4F24-9F49-F36232519E89}"/>
              </a:ext>
            </a:extLst>
          </p:cNvPr>
          <p:cNvSpPr>
            <a:spLocks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7528">
            <a:extLst>
              <a:ext uri="{FF2B5EF4-FFF2-40B4-BE49-F238E27FC236}">
                <a16:creationId xmlns:a16="http://schemas.microsoft.com/office/drawing/2014/main" id="{2DD64C97-7FA5-4346-AD33-EC01FA216952}"/>
              </a:ext>
            </a:extLst>
          </p:cNvPr>
          <p:cNvSpPr>
            <a:spLocks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7529">
            <a:extLst>
              <a:ext uri="{FF2B5EF4-FFF2-40B4-BE49-F238E27FC236}">
                <a16:creationId xmlns:a16="http://schemas.microsoft.com/office/drawing/2014/main" id="{8662C22A-2B87-43CB-B788-924DD38D6FF1}"/>
              </a:ext>
            </a:extLst>
          </p:cNvPr>
          <p:cNvSpPr>
            <a:spLocks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7530">
            <a:extLst>
              <a:ext uri="{FF2B5EF4-FFF2-40B4-BE49-F238E27FC236}">
                <a16:creationId xmlns:a16="http://schemas.microsoft.com/office/drawing/2014/main" id="{B1BE6AAD-E46B-4C8D-8544-7B8C69D04F3A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7531">
            <a:extLst>
              <a:ext uri="{FF2B5EF4-FFF2-40B4-BE49-F238E27FC236}">
                <a16:creationId xmlns:a16="http://schemas.microsoft.com/office/drawing/2014/main" id="{E0D69832-4401-4BA9-ACA9-5C66789C8CD5}"/>
              </a:ext>
            </a:extLst>
          </p:cNvPr>
          <p:cNvSpPr>
            <a:spLocks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7532">
            <a:extLst>
              <a:ext uri="{FF2B5EF4-FFF2-40B4-BE49-F238E27FC236}">
                <a16:creationId xmlns:a16="http://schemas.microsoft.com/office/drawing/2014/main" id="{27816EF7-9081-419B-8300-163FB5E96FE2}"/>
              </a:ext>
            </a:extLst>
          </p:cNvPr>
          <p:cNvSpPr>
            <a:spLocks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7533">
            <a:extLst>
              <a:ext uri="{FF2B5EF4-FFF2-40B4-BE49-F238E27FC236}">
                <a16:creationId xmlns:a16="http://schemas.microsoft.com/office/drawing/2014/main" id="{444B0C3B-B119-476F-83BE-0407F04284AC}"/>
              </a:ext>
            </a:extLst>
          </p:cNvPr>
          <p:cNvSpPr>
            <a:spLocks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7534">
            <a:extLst>
              <a:ext uri="{FF2B5EF4-FFF2-40B4-BE49-F238E27FC236}">
                <a16:creationId xmlns:a16="http://schemas.microsoft.com/office/drawing/2014/main" id="{83BB7C0C-2A81-4B60-9A91-A61AEEED94A3}"/>
              </a:ext>
            </a:extLst>
          </p:cNvPr>
          <p:cNvSpPr>
            <a:spLocks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7535">
            <a:extLst>
              <a:ext uri="{FF2B5EF4-FFF2-40B4-BE49-F238E27FC236}">
                <a16:creationId xmlns:a16="http://schemas.microsoft.com/office/drawing/2014/main" id="{E0069E7C-067A-4379-8311-A581F8CA9FCD}"/>
              </a:ext>
            </a:extLst>
          </p:cNvPr>
          <p:cNvSpPr>
            <a:spLocks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7536">
            <a:extLst>
              <a:ext uri="{FF2B5EF4-FFF2-40B4-BE49-F238E27FC236}">
                <a16:creationId xmlns:a16="http://schemas.microsoft.com/office/drawing/2014/main" id="{3C509BDC-EF9A-4B6E-9843-E9F4D7145609}"/>
              </a:ext>
            </a:extLst>
          </p:cNvPr>
          <p:cNvSpPr>
            <a:spLocks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7537">
            <a:extLst>
              <a:ext uri="{FF2B5EF4-FFF2-40B4-BE49-F238E27FC236}">
                <a16:creationId xmlns:a16="http://schemas.microsoft.com/office/drawing/2014/main" id="{F1BB8FD6-6923-4673-B6DD-7173E9D7B087}"/>
              </a:ext>
            </a:extLst>
          </p:cNvPr>
          <p:cNvSpPr>
            <a:spLocks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7538">
            <a:extLst>
              <a:ext uri="{FF2B5EF4-FFF2-40B4-BE49-F238E27FC236}">
                <a16:creationId xmlns:a16="http://schemas.microsoft.com/office/drawing/2014/main" id="{4FD66250-E26B-4E3B-99F8-6F88EF27464F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7539">
            <a:extLst>
              <a:ext uri="{FF2B5EF4-FFF2-40B4-BE49-F238E27FC236}">
                <a16:creationId xmlns:a16="http://schemas.microsoft.com/office/drawing/2014/main" id="{117C25C2-0AAE-494E-A05C-5904F2BF3C61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7540">
            <a:extLst>
              <a:ext uri="{FF2B5EF4-FFF2-40B4-BE49-F238E27FC236}">
                <a16:creationId xmlns:a16="http://schemas.microsoft.com/office/drawing/2014/main" id="{9A81DA09-9AF8-42C8-87FB-A7E2C3C8543D}"/>
              </a:ext>
            </a:extLst>
          </p:cNvPr>
          <p:cNvSpPr>
            <a:spLocks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7541">
            <a:extLst>
              <a:ext uri="{FF2B5EF4-FFF2-40B4-BE49-F238E27FC236}">
                <a16:creationId xmlns:a16="http://schemas.microsoft.com/office/drawing/2014/main" id="{4F4AA2F3-0434-42F0-B5F2-470B84D36619}"/>
              </a:ext>
            </a:extLst>
          </p:cNvPr>
          <p:cNvSpPr>
            <a:spLocks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7542">
            <a:extLst>
              <a:ext uri="{FF2B5EF4-FFF2-40B4-BE49-F238E27FC236}">
                <a16:creationId xmlns:a16="http://schemas.microsoft.com/office/drawing/2014/main" id="{6756A0F1-0130-4D18-97B8-760392601BA1}"/>
              </a:ext>
            </a:extLst>
          </p:cNvPr>
          <p:cNvSpPr>
            <a:spLocks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7543">
            <a:extLst>
              <a:ext uri="{FF2B5EF4-FFF2-40B4-BE49-F238E27FC236}">
                <a16:creationId xmlns:a16="http://schemas.microsoft.com/office/drawing/2014/main" id="{58D27F06-7E10-4432-98A8-91BA6E822442}"/>
              </a:ext>
            </a:extLst>
          </p:cNvPr>
          <p:cNvSpPr>
            <a:spLocks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7544">
            <a:extLst>
              <a:ext uri="{FF2B5EF4-FFF2-40B4-BE49-F238E27FC236}">
                <a16:creationId xmlns:a16="http://schemas.microsoft.com/office/drawing/2014/main" id="{AA9BDF7E-711A-423C-A433-E7577735B015}"/>
              </a:ext>
            </a:extLst>
          </p:cNvPr>
          <p:cNvSpPr>
            <a:spLocks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7545">
            <a:extLst>
              <a:ext uri="{FF2B5EF4-FFF2-40B4-BE49-F238E27FC236}">
                <a16:creationId xmlns:a16="http://schemas.microsoft.com/office/drawing/2014/main" id="{683F61CE-FF43-471E-85C5-836958F01261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7546">
            <a:extLst>
              <a:ext uri="{FF2B5EF4-FFF2-40B4-BE49-F238E27FC236}">
                <a16:creationId xmlns:a16="http://schemas.microsoft.com/office/drawing/2014/main" id="{FDE05D90-D150-4A59-A228-053F451B38D5}"/>
              </a:ext>
            </a:extLst>
          </p:cNvPr>
          <p:cNvSpPr>
            <a:spLocks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7547">
            <a:extLst>
              <a:ext uri="{FF2B5EF4-FFF2-40B4-BE49-F238E27FC236}">
                <a16:creationId xmlns:a16="http://schemas.microsoft.com/office/drawing/2014/main" id="{4FD3D9DB-DE2C-4C43-8CC9-B05EC8C4E33B}"/>
              </a:ext>
            </a:extLst>
          </p:cNvPr>
          <p:cNvSpPr>
            <a:spLocks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7548">
            <a:extLst>
              <a:ext uri="{FF2B5EF4-FFF2-40B4-BE49-F238E27FC236}">
                <a16:creationId xmlns:a16="http://schemas.microsoft.com/office/drawing/2014/main" id="{98F8D0F2-8D5E-4E64-9E2E-040CD704400A}"/>
              </a:ext>
            </a:extLst>
          </p:cNvPr>
          <p:cNvSpPr>
            <a:spLocks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7549">
            <a:extLst>
              <a:ext uri="{FF2B5EF4-FFF2-40B4-BE49-F238E27FC236}">
                <a16:creationId xmlns:a16="http://schemas.microsoft.com/office/drawing/2014/main" id="{C7F7E2EE-92A4-4C37-B150-58665E5F7A3A}"/>
              </a:ext>
            </a:extLst>
          </p:cNvPr>
          <p:cNvSpPr>
            <a:spLocks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7550">
            <a:extLst>
              <a:ext uri="{FF2B5EF4-FFF2-40B4-BE49-F238E27FC236}">
                <a16:creationId xmlns:a16="http://schemas.microsoft.com/office/drawing/2014/main" id="{F03B7D62-B51A-4CA4-9080-E78574E8BCD3}"/>
              </a:ext>
            </a:extLst>
          </p:cNvPr>
          <p:cNvSpPr>
            <a:spLocks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7551">
            <a:extLst>
              <a:ext uri="{FF2B5EF4-FFF2-40B4-BE49-F238E27FC236}">
                <a16:creationId xmlns:a16="http://schemas.microsoft.com/office/drawing/2014/main" id="{19A8A206-2353-4F55-A931-9A29A6C42BE2}"/>
              </a:ext>
            </a:extLst>
          </p:cNvPr>
          <p:cNvSpPr>
            <a:spLocks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7552">
            <a:extLst>
              <a:ext uri="{FF2B5EF4-FFF2-40B4-BE49-F238E27FC236}">
                <a16:creationId xmlns:a16="http://schemas.microsoft.com/office/drawing/2014/main" id="{51A772B4-544E-4B84-9788-4D68A23238E0}"/>
              </a:ext>
            </a:extLst>
          </p:cNvPr>
          <p:cNvSpPr>
            <a:spLocks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7553">
            <a:extLst>
              <a:ext uri="{FF2B5EF4-FFF2-40B4-BE49-F238E27FC236}">
                <a16:creationId xmlns:a16="http://schemas.microsoft.com/office/drawing/2014/main" id="{7D8DCE25-9F4D-4B6E-BBFF-48142E170D69}"/>
              </a:ext>
            </a:extLst>
          </p:cNvPr>
          <p:cNvSpPr>
            <a:spLocks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7554">
            <a:extLst>
              <a:ext uri="{FF2B5EF4-FFF2-40B4-BE49-F238E27FC236}">
                <a16:creationId xmlns:a16="http://schemas.microsoft.com/office/drawing/2014/main" id="{EA0D104E-CA99-4F29-851C-D0DD01028E36}"/>
              </a:ext>
            </a:extLst>
          </p:cNvPr>
          <p:cNvSpPr>
            <a:spLocks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7555">
            <a:extLst>
              <a:ext uri="{FF2B5EF4-FFF2-40B4-BE49-F238E27FC236}">
                <a16:creationId xmlns:a16="http://schemas.microsoft.com/office/drawing/2014/main" id="{29055509-5FF4-4CA0-B1FE-4E51AF3A0E0B}"/>
              </a:ext>
            </a:extLst>
          </p:cNvPr>
          <p:cNvSpPr>
            <a:spLocks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7556">
            <a:extLst>
              <a:ext uri="{FF2B5EF4-FFF2-40B4-BE49-F238E27FC236}">
                <a16:creationId xmlns:a16="http://schemas.microsoft.com/office/drawing/2014/main" id="{28D8DAE2-4B23-46CD-8B6E-10991DFDA52E}"/>
              </a:ext>
            </a:extLst>
          </p:cNvPr>
          <p:cNvSpPr>
            <a:spLocks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7557">
            <a:extLst>
              <a:ext uri="{FF2B5EF4-FFF2-40B4-BE49-F238E27FC236}">
                <a16:creationId xmlns:a16="http://schemas.microsoft.com/office/drawing/2014/main" id="{64F1400C-C396-46F3-96E8-9F4DCDBF8C0C}"/>
              </a:ext>
            </a:extLst>
          </p:cNvPr>
          <p:cNvSpPr>
            <a:spLocks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7558">
            <a:extLst>
              <a:ext uri="{FF2B5EF4-FFF2-40B4-BE49-F238E27FC236}">
                <a16:creationId xmlns:a16="http://schemas.microsoft.com/office/drawing/2014/main" id="{F8413E42-AA51-4573-8113-A898C50306E2}"/>
              </a:ext>
            </a:extLst>
          </p:cNvPr>
          <p:cNvSpPr>
            <a:spLocks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7559">
            <a:extLst>
              <a:ext uri="{FF2B5EF4-FFF2-40B4-BE49-F238E27FC236}">
                <a16:creationId xmlns:a16="http://schemas.microsoft.com/office/drawing/2014/main" id="{72DF03E2-F39D-452D-9FB9-00C8282802AA}"/>
              </a:ext>
            </a:extLst>
          </p:cNvPr>
          <p:cNvSpPr>
            <a:spLocks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7560">
            <a:extLst>
              <a:ext uri="{FF2B5EF4-FFF2-40B4-BE49-F238E27FC236}">
                <a16:creationId xmlns:a16="http://schemas.microsoft.com/office/drawing/2014/main" id="{0536D441-ED68-42BD-AAC9-48E9B01690B3}"/>
              </a:ext>
            </a:extLst>
          </p:cNvPr>
          <p:cNvSpPr>
            <a:spLocks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7561">
            <a:extLst>
              <a:ext uri="{FF2B5EF4-FFF2-40B4-BE49-F238E27FC236}">
                <a16:creationId xmlns:a16="http://schemas.microsoft.com/office/drawing/2014/main" id="{54CD3848-2477-41F0-AC54-8FEE47010F8B}"/>
              </a:ext>
            </a:extLst>
          </p:cNvPr>
          <p:cNvSpPr>
            <a:spLocks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7562">
            <a:extLst>
              <a:ext uri="{FF2B5EF4-FFF2-40B4-BE49-F238E27FC236}">
                <a16:creationId xmlns:a16="http://schemas.microsoft.com/office/drawing/2014/main" id="{7D045E0C-360E-4222-94B5-43FCE196E6D8}"/>
              </a:ext>
            </a:extLst>
          </p:cNvPr>
          <p:cNvSpPr>
            <a:spLocks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7563">
            <a:extLst>
              <a:ext uri="{FF2B5EF4-FFF2-40B4-BE49-F238E27FC236}">
                <a16:creationId xmlns:a16="http://schemas.microsoft.com/office/drawing/2014/main" id="{6FC3677A-01AC-40E2-B686-4A758F8CBE9B}"/>
              </a:ext>
            </a:extLst>
          </p:cNvPr>
          <p:cNvSpPr>
            <a:spLocks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7564">
            <a:extLst>
              <a:ext uri="{FF2B5EF4-FFF2-40B4-BE49-F238E27FC236}">
                <a16:creationId xmlns:a16="http://schemas.microsoft.com/office/drawing/2014/main" id="{3DD90E87-D1FD-4FA1-8693-7C7906FC5CD5}"/>
              </a:ext>
            </a:extLst>
          </p:cNvPr>
          <p:cNvSpPr>
            <a:spLocks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7565">
            <a:extLst>
              <a:ext uri="{FF2B5EF4-FFF2-40B4-BE49-F238E27FC236}">
                <a16:creationId xmlns:a16="http://schemas.microsoft.com/office/drawing/2014/main" id="{BF9DE4D5-68D6-48EC-8FC0-629FE2419F2D}"/>
              </a:ext>
            </a:extLst>
          </p:cNvPr>
          <p:cNvSpPr>
            <a:spLocks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7566">
            <a:extLst>
              <a:ext uri="{FF2B5EF4-FFF2-40B4-BE49-F238E27FC236}">
                <a16:creationId xmlns:a16="http://schemas.microsoft.com/office/drawing/2014/main" id="{51832254-A8F1-4350-BAE3-94156124154D}"/>
              </a:ext>
            </a:extLst>
          </p:cNvPr>
          <p:cNvSpPr>
            <a:spLocks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7567">
            <a:extLst>
              <a:ext uri="{FF2B5EF4-FFF2-40B4-BE49-F238E27FC236}">
                <a16:creationId xmlns:a16="http://schemas.microsoft.com/office/drawing/2014/main" id="{E90E57B6-D705-42E7-98D4-DCC919687AB8}"/>
              </a:ext>
            </a:extLst>
          </p:cNvPr>
          <p:cNvSpPr>
            <a:spLocks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7568">
            <a:extLst>
              <a:ext uri="{FF2B5EF4-FFF2-40B4-BE49-F238E27FC236}">
                <a16:creationId xmlns:a16="http://schemas.microsoft.com/office/drawing/2014/main" id="{E65A7D8F-C03C-4C88-8C49-5BBABBF2FF66}"/>
              </a:ext>
            </a:extLst>
          </p:cNvPr>
          <p:cNvSpPr>
            <a:spLocks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7569">
            <a:extLst>
              <a:ext uri="{FF2B5EF4-FFF2-40B4-BE49-F238E27FC236}">
                <a16:creationId xmlns:a16="http://schemas.microsoft.com/office/drawing/2014/main" id="{51266F12-FD27-4709-BE65-65610D0558EF}"/>
              </a:ext>
            </a:extLst>
          </p:cNvPr>
          <p:cNvSpPr>
            <a:spLocks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7570">
            <a:extLst>
              <a:ext uri="{FF2B5EF4-FFF2-40B4-BE49-F238E27FC236}">
                <a16:creationId xmlns:a16="http://schemas.microsoft.com/office/drawing/2014/main" id="{3B3F3865-448C-4B29-AC51-1528DCB5904D}"/>
              </a:ext>
            </a:extLst>
          </p:cNvPr>
          <p:cNvSpPr>
            <a:spLocks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7571">
            <a:extLst>
              <a:ext uri="{FF2B5EF4-FFF2-40B4-BE49-F238E27FC236}">
                <a16:creationId xmlns:a16="http://schemas.microsoft.com/office/drawing/2014/main" id="{B1B1DBA6-DD01-4C38-97CC-A3E5E6A8B797}"/>
              </a:ext>
            </a:extLst>
          </p:cNvPr>
          <p:cNvSpPr>
            <a:spLocks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7572">
            <a:extLst>
              <a:ext uri="{FF2B5EF4-FFF2-40B4-BE49-F238E27FC236}">
                <a16:creationId xmlns:a16="http://schemas.microsoft.com/office/drawing/2014/main" id="{67B55F7A-354B-4ADC-949D-2CF2629E1A49}"/>
              </a:ext>
            </a:extLst>
          </p:cNvPr>
          <p:cNvSpPr>
            <a:spLocks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7573">
            <a:extLst>
              <a:ext uri="{FF2B5EF4-FFF2-40B4-BE49-F238E27FC236}">
                <a16:creationId xmlns:a16="http://schemas.microsoft.com/office/drawing/2014/main" id="{8C85E9FE-46E7-4D20-B597-EC6459513570}"/>
              </a:ext>
            </a:extLst>
          </p:cNvPr>
          <p:cNvSpPr>
            <a:spLocks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7574">
            <a:extLst>
              <a:ext uri="{FF2B5EF4-FFF2-40B4-BE49-F238E27FC236}">
                <a16:creationId xmlns:a16="http://schemas.microsoft.com/office/drawing/2014/main" id="{EEA4F62A-FB92-4EC9-94E0-263EAA2087CE}"/>
              </a:ext>
            </a:extLst>
          </p:cNvPr>
          <p:cNvSpPr>
            <a:spLocks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7575">
            <a:extLst>
              <a:ext uri="{FF2B5EF4-FFF2-40B4-BE49-F238E27FC236}">
                <a16:creationId xmlns:a16="http://schemas.microsoft.com/office/drawing/2014/main" id="{B5EA2E17-DC50-48B6-8C0D-FD65210CE843}"/>
              </a:ext>
            </a:extLst>
          </p:cNvPr>
          <p:cNvSpPr>
            <a:spLocks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7576">
            <a:extLst>
              <a:ext uri="{FF2B5EF4-FFF2-40B4-BE49-F238E27FC236}">
                <a16:creationId xmlns:a16="http://schemas.microsoft.com/office/drawing/2014/main" id="{0DCEAD30-754F-4CF9-8BA3-18DF4C8C78F2}"/>
              </a:ext>
            </a:extLst>
          </p:cNvPr>
          <p:cNvSpPr>
            <a:spLocks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7577">
            <a:extLst>
              <a:ext uri="{FF2B5EF4-FFF2-40B4-BE49-F238E27FC236}">
                <a16:creationId xmlns:a16="http://schemas.microsoft.com/office/drawing/2014/main" id="{72263E49-49DC-4E91-999F-07A2A20A0FA3}"/>
              </a:ext>
            </a:extLst>
          </p:cNvPr>
          <p:cNvSpPr>
            <a:spLocks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7578">
            <a:extLst>
              <a:ext uri="{FF2B5EF4-FFF2-40B4-BE49-F238E27FC236}">
                <a16:creationId xmlns:a16="http://schemas.microsoft.com/office/drawing/2014/main" id="{D2E2CC7E-FCDC-4942-BED1-68417EAFD431}"/>
              </a:ext>
            </a:extLst>
          </p:cNvPr>
          <p:cNvSpPr>
            <a:spLocks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7579">
            <a:extLst>
              <a:ext uri="{FF2B5EF4-FFF2-40B4-BE49-F238E27FC236}">
                <a16:creationId xmlns:a16="http://schemas.microsoft.com/office/drawing/2014/main" id="{7E93907D-0B73-4F5E-A450-C3600B02872C}"/>
              </a:ext>
            </a:extLst>
          </p:cNvPr>
          <p:cNvSpPr>
            <a:spLocks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7580">
            <a:extLst>
              <a:ext uri="{FF2B5EF4-FFF2-40B4-BE49-F238E27FC236}">
                <a16:creationId xmlns:a16="http://schemas.microsoft.com/office/drawing/2014/main" id="{3233F3CD-F01C-4DDF-8095-84D3FBF47F66}"/>
              </a:ext>
            </a:extLst>
          </p:cNvPr>
          <p:cNvSpPr>
            <a:spLocks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7581">
            <a:extLst>
              <a:ext uri="{FF2B5EF4-FFF2-40B4-BE49-F238E27FC236}">
                <a16:creationId xmlns:a16="http://schemas.microsoft.com/office/drawing/2014/main" id="{265F8A9C-BFE4-4F71-B9E2-2B51657B1C04}"/>
              </a:ext>
            </a:extLst>
          </p:cNvPr>
          <p:cNvSpPr>
            <a:spLocks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7582">
            <a:extLst>
              <a:ext uri="{FF2B5EF4-FFF2-40B4-BE49-F238E27FC236}">
                <a16:creationId xmlns:a16="http://schemas.microsoft.com/office/drawing/2014/main" id="{17860FB4-EAE6-49DC-AEF7-C6D821BF8EE6}"/>
              </a:ext>
            </a:extLst>
          </p:cNvPr>
          <p:cNvSpPr>
            <a:spLocks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7583">
            <a:extLst>
              <a:ext uri="{FF2B5EF4-FFF2-40B4-BE49-F238E27FC236}">
                <a16:creationId xmlns:a16="http://schemas.microsoft.com/office/drawing/2014/main" id="{EE5A36B4-53EF-4FE7-B312-7CF576790CF8}"/>
              </a:ext>
            </a:extLst>
          </p:cNvPr>
          <p:cNvSpPr>
            <a:spLocks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7584">
            <a:extLst>
              <a:ext uri="{FF2B5EF4-FFF2-40B4-BE49-F238E27FC236}">
                <a16:creationId xmlns:a16="http://schemas.microsoft.com/office/drawing/2014/main" id="{AE3983F3-6776-43C9-9718-B953FD118374}"/>
              </a:ext>
            </a:extLst>
          </p:cNvPr>
          <p:cNvSpPr>
            <a:spLocks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7585">
            <a:extLst>
              <a:ext uri="{FF2B5EF4-FFF2-40B4-BE49-F238E27FC236}">
                <a16:creationId xmlns:a16="http://schemas.microsoft.com/office/drawing/2014/main" id="{062EC64A-559E-475F-AE8D-5E28A260AC19}"/>
              </a:ext>
            </a:extLst>
          </p:cNvPr>
          <p:cNvSpPr>
            <a:spLocks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7586">
            <a:extLst>
              <a:ext uri="{FF2B5EF4-FFF2-40B4-BE49-F238E27FC236}">
                <a16:creationId xmlns:a16="http://schemas.microsoft.com/office/drawing/2014/main" id="{F99C2743-3E01-484A-8555-74A7EBDC68D9}"/>
              </a:ext>
            </a:extLst>
          </p:cNvPr>
          <p:cNvSpPr>
            <a:spLocks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7587">
            <a:extLst>
              <a:ext uri="{FF2B5EF4-FFF2-40B4-BE49-F238E27FC236}">
                <a16:creationId xmlns:a16="http://schemas.microsoft.com/office/drawing/2014/main" id="{B35DDCD7-BF39-4612-801C-9B53BDE00ED4}"/>
              </a:ext>
            </a:extLst>
          </p:cNvPr>
          <p:cNvSpPr>
            <a:spLocks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7588">
            <a:extLst>
              <a:ext uri="{FF2B5EF4-FFF2-40B4-BE49-F238E27FC236}">
                <a16:creationId xmlns:a16="http://schemas.microsoft.com/office/drawing/2014/main" id="{A9AFB3A7-4EA7-4CBC-889B-8BF64F8AE4EA}"/>
              </a:ext>
            </a:extLst>
          </p:cNvPr>
          <p:cNvSpPr>
            <a:spLocks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7589">
            <a:extLst>
              <a:ext uri="{FF2B5EF4-FFF2-40B4-BE49-F238E27FC236}">
                <a16:creationId xmlns:a16="http://schemas.microsoft.com/office/drawing/2014/main" id="{39E7C005-B8DC-4AD9-B17A-7E4287E8A458}"/>
              </a:ext>
            </a:extLst>
          </p:cNvPr>
          <p:cNvSpPr>
            <a:spLocks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7590">
            <a:extLst>
              <a:ext uri="{FF2B5EF4-FFF2-40B4-BE49-F238E27FC236}">
                <a16:creationId xmlns:a16="http://schemas.microsoft.com/office/drawing/2014/main" id="{4609D1F5-660F-4983-8E47-B0F55AD77DFD}"/>
              </a:ext>
            </a:extLst>
          </p:cNvPr>
          <p:cNvSpPr>
            <a:spLocks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7591">
            <a:extLst>
              <a:ext uri="{FF2B5EF4-FFF2-40B4-BE49-F238E27FC236}">
                <a16:creationId xmlns:a16="http://schemas.microsoft.com/office/drawing/2014/main" id="{EC509564-410C-4E21-9D5A-68D7E7725CE6}"/>
              </a:ext>
            </a:extLst>
          </p:cNvPr>
          <p:cNvSpPr>
            <a:spLocks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7592">
            <a:extLst>
              <a:ext uri="{FF2B5EF4-FFF2-40B4-BE49-F238E27FC236}">
                <a16:creationId xmlns:a16="http://schemas.microsoft.com/office/drawing/2014/main" id="{09F08DE0-84CB-469F-AFEE-5A78083B6957}"/>
              </a:ext>
            </a:extLst>
          </p:cNvPr>
          <p:cNvSpPr>
            <a:spLocks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7593">
            <a:extLst>
              <a:ext uri="{FF2B5EF4-FFF2-40B4-BE49-F238E27FC236}">
                <a16:creationId xmlns:a16="http://schemas.microsoft.com/office/drawing/2014/main" id="{402DE6D0-2ACB-4F00-A0AD-1F6E2495F634}"/>
              </a:ext>
            </a:extLst>
          </p:cNvPr>
          <p:cNvSpPr>
            <a:spLocks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7594">
            <a:extLst>
              <a:ext uri="{FF2B5EF4-FFF2-40B4-BE49-F238E27FC236}">
                <a16:creationId xmlns:a16="http://schemas.microsoft.com/office/drawing/2014/main" id="{7D1BADCA-FE20-4293-A8BB-2ADCDC1F71EC}"/>
              </a:ext>
            </a:extLst>
          </p:cNvPr>
          <p:cNvSpPr>
            <a:spLocks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7595">
            <a:extLst>
              <a:ext uri="{FF2B5EF4-FFF2-40B4-BE49-F238E27FC236}">
                <a16:creationId xmlns:a16="http://schemas.microsoft.com/office/drawing/2014/main" id="{8849C8E5-1F99-47FC-9CA5-9DF433C06972}"/>
              </a:ext>
            </a:extLst>
          </p:cNvPr>
          <p:cNvSpPr>
            <a:spLocks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7596">
            <a:extLst>
              <a:ext uri="{FF2B5EF4-FFF2-40B4-BE49-F238E27FC236}">
                <a16:creationId xmlns:a16="http://schemas.microsoft.com/office/drawing/2014/main" id="{4A10DA16-2226-4D60-A221-EE9C638270F9}"/>
              </a:ext>
            </a:extLst>
          </p:cNvPr>
          <p:cNvSpPr>
            <a:spLocks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7597">
            <a:extLst>
              <a:ext uri="{FF2B5EF4-FFF2-40B4-BE49-F238E27FC236}">
                <a16:creationId xmlns:a16="http://schemas.microsoft.com/office/drawing/2014/main" id="{30C6E905-7A06-4A98-8F5B-70D17872F03A}"/>
              </a:ext>
            </a:extLst>
          </p:cNvPr>
          <p:cNvSpPr>
            <a:spLocks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7598">
            <a:extLst>
              <a:ext uri="{FF2B5EF4-FFF2-40B4-BE49-F238E27FC236}">
                <a16:creationId xmlns:a16="http://schemas.microsoft.com/office/drawing/2014/main" id="{0BF60B64-C54F-440B-9635-3E4285E53DFB}"/>
              </a:ext>
            </a:extLst>
          </p:cNvPr>
          <p:cNvSpPr>
            <a:spLocks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7599">
            <a:extLst>
              <a:ext uri="{FF2B5EF4-FFF2-40B4-BE49-F238E27FC236}">
                <a16:creationId xmlns:a16="http://schemas.microsoft.com/office/drawing/2014/main" id="{BDC88D97-4BA4-4AF9-B29D-999C48F72CBA}"/>
              </a:ext>
            </a:extLst>
          </p:cNvPr>
          <p:cNvSpPr>
            <a:spLocks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7600">
            <a:extLst>
              <a:ext uri="{FF2B5EF4-FFF2-40B4-BE49-F238E27FC236}">
                <a16:creationId xmlns:a16="http://schemas.microsoft.com/office/drawing/2014/main" id="{9E7F972C-6B08-4496-BF10-DECC636E13A8}"/>
              </a:ext>
            </a:extLst>
          </p:cNvPr>
          <p:cNvSpPr>
            <a:spLocks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7601">
            <a:extLst>
              <a:ext uri="{FF2B5EF4-FFF2-40B4-BE49-F238E27FC236}">
                <a16:creationId xmlns:a16="http://schemas.microsoft.com/office/drawing/2014/main" id="{1F03A7C1-9BF1-43D5-89C7-466EC3A09A7D}"/>
              </a:ext>
            </a:extLst>
          </p:cNvPr>
          <p:cNvSpPr>
            <a:spLocks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7602">
            <a:extLst>
              <a:ext uri="{FF2B5EF4-FFF2-40B4-BE49-F238E27FC236}">
                <a16:creationId xmlns:a16="http://schemas.microsoft.com/office/drawing/2014/main" id="{F8461EFC-F578-4B98-B414-809699338ABD}"/>
              </a:ext>
            </a:extLst>
          </p:cNvPr>
          <p:cNvSpPr>
            <a:spLocks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7603">
            <a:extLst>
              <a:ext uri="{FF2B5EF4-FFF2-40B4-BE49-F238E27FC236}">
                <a16:creationId xmlns:a16="http://schemas.microsoft.com/office/drawing/2014/main" id="{299A3750-1AD8-4741-A993-51317608F08E}"/>
              </a:ext>
            </a:extLst>
          </p:cNvPr>
          <p:cNvSpPr>
            <a:spLocks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7604">
            <a:extLst>
              <a:ext uri="{FF2B5EF4-FFF2-40B4-BE49-F238E27FC236}">
                <a16:creationId xmlns:a16="http://schemas.microsoft.com/office/drawing/2014/main" id="{87358814-0D62-4231-9F79-3A29C8E4443F}"/>
              </a:ext>
            </a:extLst>
          </p:cNvPr>
          <p:cNvSpPr>
            <a:spLocks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7605">
            <a:extLst>
              <a:ext uri="{FF2B5EF4-FFF2-40B4-BE49-F238E27FC236}">
                <a16:creationId xmlns:a16="http://schemas.microsoft.com/office/drawing/2014/main" id="{48614A29-15BC-4E72-A79F-B5718A27AA67}"/>
              </a:ext>
            </a:extLst>
          </p:cNvPr>
          <p:cNvSpPr>
            <a:spLocks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7606">
            <a:extLst>
              <a:ext uri="{FF2B5EF4-FFF2-40B4-BE49-F238E27FC236}">
                <a16:creationId xmlns:a16="http://schemas.microsoft.com/office/drawing/2014/main" id="{AB8BEC1F-77E4-4D99-99BD-2957EB5B49B1}"/>
              </a:ext>
            </a:extLst>
          </p:cNvPr>
          <p:cNvSpPr>
            <a:spLocks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7607">
            <a:extLst>
              <a:ext uri="{FF2B5EF4-FFF2-40B4-BE49-F238E27FC236}">
                <a16:creationId xmlns:a16="http://schemas.microsoft.com/office/drawing/2014/main" id="{8F00E489-CD08-4966-B252-52FA8CBE0C7A}"/>
              </a:ext>
            </a:extLst>
          </p:cNvPr>
          <p:cNvSpPr>
            <a:spLocks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7608">
            <a:extLst>
              <a:ext uri="{FF2B5EF4-FFF2-40B4-BE49-F238E27FC236}">
                <a16:creationId xmlns:a16="http://schemas.microsoft.com/office/drawing/2014/main" id="{ECCA18CC-F0F7-4049-8D00-BE46D7E4DE2C}"/>
              </a:ext>
            </a:extLst>
          </p:cNvPr>
          <p:cNvSpPr>
            <a:spLocks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7609">
            <a:extLst>
              <a:ext uri="{FF2B5EF4-FFF2-40B4-BE49-F238E27FC236}">
                <a16:creationId xmlns:a16="http://schemas.microsoft.com/office/drawing/2014/main" id="{B7CF3C57-47F0-4818-82DA-4AFD5EF18992}"/>
              </a:ext>
            </a:extLst>
          </p:cNvPr>
          <p:cNvSpPr>
            <a:spLocks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7610">
            <a:extLst>
              <a:ext uri="{FF2B5EF4-FFF2-40B4-BE49-F238E27FC236}">
                <a16:creationId xmlns:a16="http://schemas.microsoft.com/office/drawing/2014/main" id="{E3BA43AE-AADD-4FE4-9163-FAA0E21CFE55}"/>
              </a:ext>
            </a:extLst>
          </p:cNvPr>
          <p:cNvSpPr>
            <a:spLocks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7611">
            <a:extLst>
              <a:ext uri="{FF2B5EF4-FFF2-40B4-BE49-F238E27FC236}">
                <a16:creationId xmlns:a16="http://schemas.microsoft.com/office/drawing/2014/main" id="{DB8984E8-C227-40BD-884D-C144CAF0A1E8}"/>
              </a:ext>
            </a:extLst>
          </p:cNvPr>
          <p:cNvSpPr>
            <a:spLocks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7612">
            <a:extLst>
              <a:ext uri="{FF2B5EF4-FFF2-40B4-BE49-F238E27FC236}">
                <a16:creationId xmlns:a16="http://schemas.microsoft.com/office/drawing/2014/main" id="{BBFB2A38-440A-4C57-A6F6-E178459D976A}"/>
              </a:ext>
            </a:extLst>
          </p:cNvPr>
          <p:cNvSpPr>
            <a:spLocks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7613">
            <a:extLst>
              <a:ext uri="{FF2B5EF4-FFF2-40B4-BE49-F238E27FC236}">
                <a16:creationId xmlns:a16="http://schemas.microsoft.com/office/drawing/2014/main" id="{FA9BC89A-098B-4114-914C-A3376FC250A7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7614">
            <a:extLst>
              <a:ext uri="{FF2B5EF4-FFF2-40B4-BE49-F238E27FC236}">
                <a16:creationId xmlns:a16="http://schemas.microsoft.com/office/drawing/2014/main" id="{CB5213D4-ADB5-4898-BB5A-B3E5CCE4FA51}"/>
              </a:ext>
            </a:extLst>
          </p:cNvPr>
          <p:cNvSpPr>
            <a:spLocks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7615">
            <a:extLst>
              <a:ext uri="{FF2B5EF4-FFF2-40B4-BE49-F238E27FC236}">
                <a16:creationId xmlns:a16="http://schemas.microsoft.com/office/drawing/2014/main" id="{2BF7F3AB-728E-4A0E-8658-3E7CA95AD1AA}"/>
              </a:ext>
            </a:extLst>
          </p:cNvPr>
          <p:cNvSpPr>
            <a:spLocks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7616">
            <a:extLst>
              <a:ext uri="{FF2B5EF4-FFF2-40B4-BE49-F238E27FC236}">
                <a16:creationId xmlns:a16="http://schemas.microsoft.com/office/drawing/2014/main" id="{E122BBC3-5B5B-4FFA-899C-89697C256F84}"/>
              </a:ext>
            </a:extLst>
          </p:cNvPr>
          <p:cNvSpPr>
            <a:spLocks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7617">
            <a:extLst>
              <a:ext uri="{FF2B5EF4-FFF2-40B4-BE49-F238E27FC236}">
                <a16:creationId xmlns:a16="http://schemas.microsoft.com/office/drawing/2014/main" id="{DABC5B54-9FCB-40C3-9722-48EA5B9D3208}"/>
              </a:ext>
            </a:extLst>
          </p:cNvPr>
          <p:cNvSpPr>
            <a:spLocks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7618">
            <a:extLst>
              <a:ext uri="{FF2B5EF4-FFF2-40B4-BE49-F238E27FC236}">
                <a16:creationId xmlns:a16="http://schemas.microsoft.com/office/drawing/2014/main" id="{5DDA67FC-80F4-48AE-87B7-2C64407A0805}"/>
              </a:ext>
            </a:extLst>
          </p:cNvPr>
          <p:cNvSpPr>
            <a:spLocks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7619">
            <a:extLst>
              <a:ext uri="{FF2B5EF4-FFF2-40B4-BE49-F238E27FC236}">
                <a16:creationId xmlns:a16="http://schemas.microsoft.com/office/drawing/2014/main" id="{444FD884-89C0-45AB-A370-67A585925B1C}"/>
              </a:ext>
            </a:extLst>
          </p:cNvPr>
          <p:cNvSpPr>
            <a:spLocks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7620">
            <a:extLst>
              <a:ext uri="{FF2B5EF4-FFF2-40B4-BE49-F238E27FC236}">
                <a16:creationId xmlns:a16="http://schemas.microsoft.com/office/drawing/2014/main" id="{9E018EB6-FEBD-4676-B532-711049E31D71}"/>
              </a:ext>
            </a:extLst>
          </p:cNvPr>
          <p:cNvSpPr>
            <a:spLocks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7621">
            <a:extLst>
              <a:ext uri="{FF2B5EF4-FFF2-40B4-BE49-F238E27FC236}">
                <a16:creationId xmlns:a16="http://schemas.microsoft.com/office/drawing/2014/main" id="{C184F81B-FE08-4037-8AEC-6D4F768AA45B}"/>
              </a:ext>
            </a:extLst>
          </p:cNvPr>
          <p:cNvSpPr>
            <a:spLocks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7622">
            <a:extLst>
              <a:ext uri="{FF2B5EF4-FFF2-40B4-BE49-F238E27FC236}">
                <a16:creationId xmlns:a16="http://schemas.microsoft.com/office/drawing/2014/main" id="{9A911E81-15A7-422C-8106-5E14C8C8DBB9}"/>
              </a:ext>
            </a:extLst>
          </p:cNvPr>
          <p:cNvSpPr>
            <a:spLocks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7623">
            <a:extLst>
              <a:ext uri="{FF2B5EF4-FFF2-40B4-BE49-F238E27FC236}">
                <a16:creationId xmlns:a16="http://schemas.microsoft.com/office/drawing/2014/main" id="{304D62CA-8C09-47A7-BA7E-D002CA6BAAB4}"/>
              </a:ext>
            </a:extLst>
          </p:cNvPr>
          <p:cNvSpPr>
            <a:spLocks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7624">
            <a:extLst>
              <a:ext uri="{FF2B5EF4-FFF2-40B4-BE49-F238E27FC236}">
                <a16:creationId xmlns:a16="http://schemas.microsoft.com/office/drawing/2014/main" id="{19916D77-4AD9-4728-80F7-FA7C68452686}"/>
              </a:ext>
            </a:extLst>
          </p:cNvPr>
          <p:cNvSpPr>
            <a:spLocks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7625">
            <a:extLst>
              <a:ext uri="{FF2B5EF4-FFF2-40B4-BE49-F238E27FC236}">
                <a16:creationId xmlns:a16="http://schemas.microsoft.com/office/drawing/2014/main" id="{AA8F5ACF-3907-4E04-86CE-DF7473883532}"/>
              </a:ext>
            </a:extLst>
          </p:cNvPr>
          <p:cNvSpPr>
            <a:spLocks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7626">
            <a:extLst>
              <a:ext uri="{FF2B5EF4-FFF2-40B4-BE49-F238E27FC236}">
                <a16:creationId xmlns:a16="http://schemas.microsoft.com/office/drawing/2014/main" id="{A2EEFFD0-10F9-421F-B202-41D2BC115C06}"/>
              </a:ext>
            </a:extLst>
          </p:cNvPr>
          <p:cNvSpPr>
            <a:spLocks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7627">
            <a:extLst>
              <a:ext uri="{FF2B5EF4-FFF2-40B4-BE49-F238E27FC236}">
                <a16:creationId xmlns:a16="http://schemas.microsoft.com/office/drawing/2014/main" id="{43D49C30-9C2B-4AA8-807B-CFF3891E0020}"/>
              </a:ext>
            </a:extLst>
          </p:cNvPr>
          <p:cNvSpPr>
            <a:spLocks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7628">
            <a:extLst>
              <a:ext uri="{FF2B5EF4-FFF2-40B4-BE49-F238E27FC236}">
                <a16:creationId xmlns:a16="http://schemas.microsoft.com/office/drawing/2014/main" id="{E1FD7525-A208-4612-A119-9D6AE4F9665C}"/>
              </a:ext>
            </a:extLst>
          </p:cNvPr>
          <p:cNvSpPr>
            <a:spLocks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7629">
            <a:extLst>
              <a:ext uri="{FF2B5EF4-FFF2-40B4-BE49-F238E27FC236}">
                <a16:creationId xmlns:a16="http://schemas.microsoft.com/office/drawing/2014/main" id="{836AA9B0-B4F5-4ACD-8939-FCCCDB089E1D}"/>
              </a:ext>
            </a:extLst>
          </p:cNvPr>
          <p:cNvSpPr>
            <a:spLocks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7630">
            <a:extLst>
              <a:ext uri="{FF2B5EF4-FFF2-40B4-BE49-F238E27FC236}">
                <a16:creationId xmlns:a16="http://schemas.microsoft.com/office/drawing/2014/main" id="{81205216-1730-4459-A07B-9C50BA07926C}"/>
              </a:ext>
            </a:extLst>
          </p:cNvPr>
          <p:cNvSpPr>
            <a:spLocks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7631">
            <a:extLst>
              <a:ext uri="{FF2B5EF4-FFF2-40B4-BE49-F238E27FC236}">
                <a16:creationId xmlns:a16="http://schemas.microsoft.com/office/drawing/2014/main" id="{88B8DA2E-DE80-44FC-9016-43B73573020F}"/>
              </a:ext>
            </a:extLst>
          </p:cNvPr>
          <p:cNvSpPr>
            <a:spLocks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7632">
            <a:extLst>
              <a:ext uri="{FF2B5EF4-FFF2-40B4-BE49-F238E27FC236}">
                <a16:creationId xmlns:a16="http://schemas.microsoft.com/office/drawing/2014/main" id="{D6A13838-AD4E-4C27-BAA0-D23F0F5002A1}"/>
              </a:ext>
            </a:extLst>
          </p:cNvPr>
          <p:cNvSpPr>
            <a:spLocks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7633">
            <a:extLst>
              <a:ext uri="{FF2B5EF4-FFF2-40B4-BE49-F238E27FC236}">
                <a16:creationId xmlns:a16="http://schemas.microsoft.com/office/drawing/2014/main" id="{08983AE4-B071-43AC-9C2B-94F6E229CD78}"/>
              </a:ext>
            </a:extLst>
          </p:cNvPr>
          <p:cNvSpPr>
            <a:spLocks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7634">
            <a:extLst>
              <a:ext uri="{FF2B5EF4-FFF2-40B4-BE49-F238E27FC236}">
                <a16:creationId xmlns:a16="http://schemas.microsoft.com/office/drawing/2014/main" id="{502F5F47-2096-4842-842A-5CECFFD2C677}"/>
              </a:ext>
            </a:extLst>
          </p:cNvPr>
          <p:cNvSpPr>
            <a:spLocks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7635">
            <a:extLst>
              <a:ext uri="{FF2B5EF4-FFF2-40B4-BE49-F238E27FC236}">
                <a16:creationId xmlns:a16="http://schemas.microsoft.com/office/drawing/2014/main" id="{3C071D70-9ED9-4DBC-B519-FC49192807D1}"/>
              </a:ext>
            </a:extLst>
          </p:cNvPr>
          <p:cNvSpPr>
            <a:spLocks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7636">
            <a:extLst>
              <a:ext uri="{FF2B5EF4-FFF2-40B4-BE49-F238E27FC236}">
                <a16:creationId xmlns:a16="http://schemas.microsoft.com/office/drawing/2014/main" id="{850C8D6A-8FB1-4A58-9000-34230E87C3FD}"/>
              </a:ext>
            </a:extLst>
          </p:cNvPr>
          <p:cNvSpPr>
            <a:spLocks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7637">
            <a:extLst>
              <a:ext uri="{FF2B5EF4-FFF2-40B4-BE49-F238E27FC236}">
                <a16:creationId xmlns:a16="http://schemas.microsoft.com/office/drawing/2014/main" id="{9E0BECD9-BD1A-43B7-B382-2C7458842D41}"/>
              </a:ext>
            </a:extLst>
          </p:cNvPr>
          <p:cNvSpPr>
            <a:spLocks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7638">
            <a:extLst>
              <a:ext uri="{FF2B5EF4-FFF2-40B4-BE49-F238E27FC236}">
                <a16:creationId xmlns:a16="http://schemas.microsoft.com/office/drawing/2014/main" id="{8A4C3D52-BF90-4C5D-99AB-8B4C2014F23B}"/>
              </a:ext>
            </a:extLst>
          </p:cNvPr>
          <p:cNvSpPr>
            <a:spLocks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7639">
            <a:extLst>
              <a:ext uri="{FF2B5EF4-FFF2-40B4-BE49-F238E27FC236}">
                <a16:creationId xmlns:a16="http://schemas.microsoft.com/office/drawing/2014/main" id="{91C7AE00-2879-44FA-B1E6-835894E49711}"/>
              </a:ext>
            </a:extLst>
          </p:cNvPr>
          <p:cNvSpPr>
            <a:spLocks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7640">
            <a:extLst>
              <a:ext uri="{FF2B5EF4-FFF2-40B4-BE49-F238E27FC236}">
                <a16:creationId xmlns:a16="http://schemas.microsoft.com/office/drawing/2014/main" id="{6AB692A3-7DBD-4CF7-813F-C78AA441F0C6}"/>
              </a:ext>
            </a:extLst>
          </p:cNvPr>
          <p:cNvSpPr>
            <a:spLocks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7641">
            <a:extLst>
              <a:ext uri="{FF2B5EF4-FFF2-40B4-BE49-F238E27FC236}">
                <a16:creationId xmlns:a16="http://schemas.microsoft.com/office/drawing/2014/main" id="{4A1E85B7-8645-4850-A605-6660BDC62C7B}"/>
              </a:ext>
            </a:extLst>
          </p:cNvPr>
          <p:cNvSpPr>
            <a:spLocks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7642">
            <a:extLst>
              <a:ext uri="{FF2B5EF4-FFF2-40B4-BE49-F238E27FC236}">
                <a16:creationId xmlns:a16="http://schemas.microsoft.com/office/drawing/2014/main" id="{CA1EA8D4-EAD1-489B-A6BB-313E76AD6676}"/>
              </a:ext>
            </a:extLst>
          </p:cNvPr>
          <p:cNvSpPr>
            <a:spLocks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7643">
            <a:extLst>
              <a:ext uri="{FF2B5EF4-FFF2-40B4-BE49-F238E27FC236}">
                <a16:creationId xmlns:a16="http://schemas.microsoft.com/office/drawing/2014/main" id="{5A1B79BF-938C-45AA-89CE-BCA3BFC78E28}"/>
              </a:ext>
            </a:extLst>
          </p:cNvPr>
          <p:cNvSpPr>
            <a:spLocks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7644">
            <a:extLst>
              <a:ext uri="{FF2B5EF4-FFF2-40B4-BE49-F238E27FC236}">
                <a16:creationId xmlns:a16="http://schemas.microsoft.com/office/drawing/2014/main" id="{B31F010E-47AD-42BE-87F7-8ECE62364F32}"/>
              </a:ext>
            </a:extLst>
          </p:cNvPr>
          <p:cNvSpPr>
            <a:spLocks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7645">
            <a:extLst>
              <a:ext uri="{FF2B5EF4-FFF2-40B4-BE49-F238E27FC236}">
                <a16:creationId xmlns:a16="http://schemas.microsoft.com/office/drawing/2014/main" id="{24007E95-DA3F-4E0A-892F-2981B43E2465}"/>
              </a:ext>
            </a:extLst>
          </p:cNvPr>
          <p:cNvSpPr>
            <a:spLocks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7646">
            <a:extLst>
              <a:ext uri="{FF2B5EF4-FFF2-40B4-BE49-F238E27FC236}">
                <a16:creationId xmlns:a16="http://schemas.microsoft.com/office/drawing/2014/main" id="{E7092E3B-4075-4CAA-9598-EE6DA918BC59}"/>
              </a:ext>
            </a:extLst>
          </p:cNvPr>
          <p:cNvSpPr>
            <a:spLocks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7647">
            <a:extLst>
              <a:ext uri="{FF2B5EF4-FFF2-40B4-BE49-F238E27FC236}">
                <a16:creationId xmlns:a16="http://schemas.microsoft.com/office/drawing/2014/main" id="{4FBC612A-0B4D-4E87-AE92-42A5FEDC66F3}"/>
              </a:ext>
            </a:extLst>
          </p:cNvPr>
          <p:cNvSpPr>
            <a:spLocks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7648">
            <a:extLst>
              <a:ext uri="{FF2B5EF4-FFF2-40B4-BE49-F238E27FC236}">
                <a16:creationId xmlns:a16="http://schemas.microsoft.com/office/drawing/2014/main" id="{988B6ED4-56BB-4A05-A161-8B16B2660B64}"/>
              </a:ext>
            </a:extLst>
          </p:cNvPr>
          <p:cNvSpPr>
            <a:spLocks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7649">
            <a:extLst>
              <a:ext uri="{FF2B5EF4-FFF2-40B4-BE49-F238E27FC236}">
                <a16:creationId xmlns:a16="http://schemas.microsoft.com/office/drawing/2014/main" id="{0B729FED-2062-41F3-8512-B1AB4AC02221}"/>
              </a:ext>
            </a:extLst>
          </p:cNvPr>
          <p:cNvSpPr>
            <a:spLocks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7650">
            <a:extLst>
              <a:ext uri="{FF2B5EF4-FFF2-40B4-BE49-F238E27FC236}">
                <a16:creationId xmlns:a16="http://schemas.microsoft.com/office/drawing/2014/main" id="{B5222BF7-D5E2-4E5F-AA49-59E2EE362D17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7651">
            <a:extLst>
              <a:ext uri="{FF2B5EF4-FFF2-40B4-BE49-F238E27FC236}">
                <a16:creationId xmlns:a16="http://schemas.microsoft.com/office/drawing/2014/main" id="{56841917-6C52-4418-B364-07C324FEE24E}"/>
              </a:ext>
            </a:extLst>
          </p:cNvPr>
          <p:cNvSpPr>
            <a:spLocks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7652">
            <a:extLst>
              <a:ext uri="{FF2B5EF4-FFF2-40B4-BE49-F238E27FC236}">
                <a16:creationId xmlns:a16="http://schemas.microsoft.com/office/drawing/2014/main" id="{388955E5-DA9B-4657-95ED-96CD261D2998}"/>
              </a:ext>
            </a:extLst>
          </p:cNvPr>
          <p:cNvSpPr>
            <a:spLocks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7653">
            <a:extLst>
              <a:ext uri="{FF2B5EF4-FFF2-40B4-BE49-F238E27FC236}">
                <a16:creationId xmlns:a16="http://schemas.microsoft.com/office/drawing/2014/main" id="{B10C1AB2-AA72-4433-B51D-ED06FB8CD790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7654">
            <a:extLst>
              <a:ext uri="{FF2B5EF4-FFF2-40B4-BE49-F238E27FC236}">
                <a16:creationId xmlns:a16="http://schemas.microsoft.com/office/drawing/2014/main" id="{13448B06-92C6-4D2D-A91C-52D562A95940}"/>
              </a:ext>
            </a:extLst>
          </p:cNvPr>
          <p:cNvSpPr>
            <a:spLocks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7655">
            <a:extLst>
              <a:ext uri="{FF2B5EF4-FFF2-40B4-BE49-F238E27FC236}">
                <a16:creationId xmlns:a16="http://schemas.microsoft.com/office/drawing/2014/main" id="{9D084A58-4B63-403D-A44D-71816A40E9D3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7656">
            <a:extLst>
              <a:ext uri="{FF2B5EF4-FFF2-40B4-BE49-F238E27FC236}">
                <a16:creationId xmlns:a16="http://schemas.microsoft.com/office/drawing/2014/main" id="{E9F4BA66-035B-4B07-A459-98BE126D98CD}"/>
              </a:ext>
            </a:extLst>
          </p:cNvPr>
          <p:cNvSpPr>
            <a:spLocks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7657">
            <a:extLst>
              <a:ext uri="{FF2B5EF4-FFF2-40B4-BE49-F238E27FC236}">
                <a16:creationId xmlns:a16="http://schemas.microsoft.com/office/drawing/2014/main" id="{129FEC57-EEAC-4F67-B826-08CA55F351BC}"/>
              </a:ext>
            </a:extLst>
          </p:cNvPr>
          <p:cNvSpPr>
            <a:spLocks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7658">
            <a:extLst>
              <a:ext uri="{FF2B5EF4-FFF2-40B4-BE49-F238E27FC236}">
                <a16:creationId xmlns:a16="http://schemas.microsoft.com/office/drawing/2014/main" id="{451DB5FD-AB2D-47B0-BDF1-1B3F19970ACC}"/>
              </a:ext>
            </a:extLst>
          </p:cNvPr>
          <p:cNvSpPr>
            <a:spLocks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7659">
            <a:extLst>
              <a:ext uri="{FF2B5EF4-FFF2-40B4-BE49-F238E27FC236}">
                <a16:creationId xmlns:a16="http://schemas.microsoft.com/office/drawing/2014/main" id="{B63ECB35-52A6-41C8-8140-410F5CF8E73D}"/>
              </a:ext>
            </a:extLst>
          </p:cNvPr>
          <p:cNvSpPr>
            <a:spLocks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7660">
            <a:extLst>
              <a:ext uri="{FF2B5EF4-FFF2-40B4-BE49-F238E27FC236}">
                <a16:creationId xmlns:a16="http://schemas.microsoft.com/office/drawing/2014/main" id="{E375FDFF-34C1-4C19-88B4-FEF1C1D2518E}"/>
              </a:ext>
            </a:extLst>
          </p:cNvPr>
          <p:cNvSpPr>
            <a:spLocks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7661">
            <a:extLst>
              <a:ext uri="{FF2B5EF4-FFF2-40B4-BE49-F238E27FC236}">
                <a16:creationId xmlns:a16="http://schemas.microsoft.com/office/drawing/2014/main" id="{ACF07B9D-981B-4CA7-8675-E3750AE74CCC}"/>
              </a:ext>
            </a:extLst>
          </p:cNvPr>
          <p:cNvSpPr>
            <a:spLocks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7662">
            <a:extLst>
              <a:ext uri="{FF2B5EF4-FFF2-40B4-BE49-F238E27FC236}">
                <a16:creationId xmlns:a16="http://schemas.microsoft.com/office/drawing/2014/main" id="{4534EEC1-EBE8-4693-8B39-2C4E780D2C22}"/>
              </a:ext>
            </a:extLst>
          </p:cNvPr>
          <p:cNvSpPr>
            <a:spLocks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7663">
            <a:extLst>
              <a:ext uri="{FF2B5EF4-FFF2-40B4-BE49-F238E27FC236}">
                <a16:creationId xmlns:a16="http://schemas.microsoft.com/office/drawing/2014/main" id="{25BE2C6A-7567-4722-811A-C279FE2824A7}"/>
              </a:ext>
            </a:extLst>
          </p:cNvPr>
          <p:cNvSpPr>
            <a:spLocks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7664">
            <a:extLst>
              <a:ext uri="{FF2B5EF4-FFF2-40B4-BE49-F238E27FC236}">
                <a16:creationId xmlns:a16="http://schemas.microsoft.com/office/drawing/2014/main" id="{17FFB8B2-F0BA-4B59-A6ED-30EAF18ACBDC}"/>
              </a:ext>
            </a:extLst>
          </p:cNvPr>
          <p:cNvSpPr>
            <a:spLocks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7665">
            <a:extLst>
              <a:ext uri="{FF2B5EF4-FFF2-40B4-BE49-F238E27FC236}">
                <a16:creationId xmlns:a16="http://schemas.microsoft.com/office/drawing/2014/main" id="{B0ABBCC6-302D-4609-B2E5-068426050C0A}"/>
              </a:ext>
            </a:extLst>
          </p:cNvPr>
          <p:cNvSpPr>
            <a:spLocks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7666">
            <a:extLst>
              <a:ext uri="{FF2B5EF4-FFF2-40B4-BE49-F238E27FC236}">
                <a16:creationId xmlns:a16="http://schemas.microsoft.com/office/drawing/2014/main" id="{38C21BB1-A67A-44F7-8B67-19F5770A9CF1}"/>
              </a:ext>
            </a:extLst>
          </p:cNvPr>
          <p:cNvSpPr>
            <a:spLocks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7667">
            <a:extLst>
              <a:ext uri="{FF2B5EF4-FFF2-40B4-BE49-F238E27FC236}">
                <a16:creationId xmlns:a16="http://schemas.microsoft.com/office/drawing/2014/main" id="{8A60E47E-D57A-4668-BA31-690E2E07E81E}"/>
              </a:ext>
            </a:extLst>
          </p:cNvPr>
          <p:cNvSpPr>
            <a:spLocks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7668">
            <a:extLst>
              <a:ext uri="{FF2B5EF4-FFF2-40B4-BE49-F238E27FC236}">
                <a16:creationId xmlns:a16="http://schemas.microsoft.com/office/drawing/2014/main" id="{E1DDAB98-0C28-4ACD-8E21-E4D5EEBECB33}"/>
              </a:ext>
            </a:extLst>
          </p:cNvPr>
          <p:cNvSpPr>
            <a:spLocks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7669">
            <a:extLst>
              <a:ext uri="{FF2B5EF4-FFF2-40B4-BE49-F238E27FC236}">
                <a16:creationId xmlns:a16="http://schemas.microsoft.com/office/drawing/2014/main" id="{30540633-66C8-4D24-934F-FDC68ACFCEFD}"/>
              </a:ext>
            </a:extLst>
          </p:cNvPr>
          <p:cNvSpPr>
            <a:spLocks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7670">
            <a:extLst>
              <a:ext uri="{FF2B5EF4-FFF2-40B4-BE49-F238E27FC236}">
                <a16:creationId xmlns:a16="http://schemas.microsoft.com/office/drawing/2014/main" id="{73E4F0E3-B2CE-4D12-B964-49CF7F9C75DA}"/>
              </a:ext>
            </a:extLst>
          </p:cNvPr>
          <p:cNvSpPr>
            <a:spLocks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7671">
            <a:extLst>
              <a:ext uri="{FF2B5EF4-FFF2-40B4-BE49-F238E27FC236}">
                <a16:creationId xmlns:a16="http://schemas.microsoft.com/office/drawing/2014/main" id="{35724CD3-85A4-49B8-A8B9-C0B755DB712A}"/>
              </a:ext>
            </a:extLst>
          </p:cNvPr>
          <p:cNvSpPr>
            <a:spLocks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7672">
            <a:extLst>
              <a:ext uri="{FF2B5EF4-FFF2-40B4-BE49-F238E27FC236}">
                <a16:creationId xmlns:a16="http://schemas.microsoft.com/office/drawing/2014/main" id="{0B1144B0-D64F-463B-8B99-3892CCEC9020}"/>
              </a:ext>
            </a:extLst>
          </p:cNvPr>
          <p:cNvSpPr>
            <a:spLocks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7673">
            <a:extLst>
              <a:ext uri="{FF2B5EF4-FFF2-40B4-BE49-F238E27FC236}">
                <a16:creationId xmlns:a16="http://schemas.microsoft.com/office/drawing/2014/main" id="{AE3E0FCF-BC7C-43F8-9CAA-E20B20A8D5F4}"/>
              </a:ext>
            </a:extLst>
          </p:cNvPr>
          <p:cNvSpPr>
            <a:spLocks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7674">
            <a:extLst>
              <a:ext uri="{FF2B5EF4-FFF2-40B4-BE49-F238E27FC236}">
                <a16:creationId xmlns:a16="http://schemas.microsoft.com/office/drawing/2014/main" id="{07F4FFC7-099F-4090-9F72-DB1E0E5D0D90}"/>
              </a:ext>
            </a:extLst>
          </p:cNvPr>
          <p:cNvSpPr>
            <a:spLocks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7675">
            <a:extLst>
              <a:ext uri="{FF2B5EF4-FFF2-40B4-BE49-F238E27FC236}">
                <a16:creationId xmlns:a16="http://schemas.microsoft.com/office/drawing/2014/main" id="{9AA4A09B-B33A-4DDA-BEE1-D6C599767472}"/>
              </a:ext>
            </a:extLst>
          </p:cNvPr>
          <p:cNvSpPr>
            <a:spLocks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7676">
            <a:extLst>
              <a:ext uri="{FF2B5EF4-FFF2-40B4-BE49-F238E27FC236}">
                <a16:creationId xmlns:a16="http://schemas.microsoft.com/office/drawing/2014/main" id="{7058FB3A-1E26-42BA-A377-40712A09C7D1}"/>
              </a:ext>
            </a:extLst>
          </p:cNvPr>
          <p:cNvSpPr>
            <a:spLocks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7677">
            <a:extLst>
              <a:ext uri="{FF2B5EF4-FFF2-40B4-BE49-F238E27FC236}">
                <a16:creationId xmlns:a16="http://schemas.microsoft.com/office/drawing/2014/main" id="{5D1EF946-96A0-4CA9-B463-B93B25ED0117}"/>
              </a:ext>
            </a:extLst>
          </p:cNvPr>
          <p:cNvSpPr>
            <a:spLocks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7678">
            <a:extLst>
              <a:ext uri="{FF2B5EF4-FFF2-40B4-BE49-F238E27FC236}">
                <a16:creationId xmlns:a16="http://schemas.microsoft.com/office/drawing/2014/main" id="{C2393330-9270-42B0-BFB3-A331380673CA}"/>
              </a:ext>
            </a:extLst>
          </p:cNvPr>
          <p:cNvSpPr>
            <a:spLocks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7679">
            <a:extLst>
              <a:ext uri="{FF2B5EF4-FFF2-40B4-BE49-F238E27FC236}">
                <a16:creationId xmlns:a16="http://schemas.microsoft.com/office/drawing/2014/main" id="{B7E1D9D9-C9C3-4BAE-A257-37DF39779406}"/>
              </a:ext>
            </a:extLst>
          </p:cNvPr>
          <p:cNvSpPr>
            <a:spLocks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7680">
            <a:extLst>
              <a:ext uri="{FF2B5EF4-FFF2-40B4-BE49-F238E27FC236}">
                <a16:creationId xmlns:a16="http://schemas.microsoft.com/office/drawing/2014/main" id="{E3816E31-976A-4CB0-B851-FF0A4936BAE1}"/>
              </a:ext>
            </a:extLst>
          </p:cNvPr>
          <p:cNvSpPr>
            <a:spLocks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7681">
            <a:extLst>
              <a:ext uri="{FF2B5EF4-FFF2-40B4-BE49-F238E27FC236}">
                <a16:creationId xmlns:a16="http://schemas.microsoft.com/office/drawing/2014/main" id="{8BD7BC99-D1C0-4336-9036-140FB77E304F}"/>
              </a:ext>
            </a:extLst>
          </p:cNvPr>
          <p:cNvSpPr>
            <a:spLocks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7682">
            <a:extLst>
              <a:ext uri="{FF2B5EF4-FFF2-40B4-BE49-F238E27FC236}">
                <a16:creationId xmlns:a16="http://schemas.microsoft.com/office/drawing/2014/main" id="{B1A94173-5C9C-40E7-97B4-9B73898C755E}"/>
              </a:ext>
            </a:extLst>
          </p:cNvPr>
          <p:cNvSpPr>
            <a:spLocks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7683">
            <a:extLst>
              <a:ext uri="{FF2B5EF4-FFF2-40B4-BE49-F238E27FC236}">
                <a16:creationId xmlns:a16="http://schemas.microsoft.com/office/drawing/2014/main" id="{C00DB490-164C-4EB9-B07D-6F9D59DDBC25}"/>
              </a:ext>
            </a:extLst>
          </p:cNvPr>
          <p:cNvSpPr>
            <a:spLocks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7684">
            <a:extLst>
              <a:ext uri="{FF2B5EF4-FFF2-40B4-BE49-F238E27FC236}">
                <a16:creationId xmlns:a16="http://schemas.microsoft.com/office/drawing/2014/main" id="{555AAFDF-29CB-48EF-9113-D516DC882F9B}"/>
              </a:ext>
            </a:extLst>
          </p:cNvPr>
          <p:cNvSpPr>
            <a:spLocks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7685">
            <a:extLst>
              <a:ext uri="{FF2B5EF4-FFF2-40B4-BE49-F238E27FC236}">
                <a16:creationId xmlns:a16="http://schemas.microsoft.com/office/drawing/2014/main" id="{B5658877-3911-4939-B16A-30965C2639FC}"/>
              </a:ext>
            </a:extLst>
          </p:cNvPr>
          <p:cNvSpPr>
            <a:spLocks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7686">
            <a:extLst>
              <a:ext uri="{FF2B5EF4-FFF2-40B4-BE49-F238E27FC236}">
                <a16:creationId xmlns:a16="http://schemas.microsoft.com/office/drawing/2014/main" id="{21697EF0-909F-470F-B9E2-FF2F58B1DD20}"/>
              </a:ext>
            </a:extLst>
          </p:cNvPr>
          <p:cNvSpPr>
            <a:spLocks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7687">
            <a:extLst>
              <a:ext uri="{FF2B5EF4-FFF2-40B4-BE49-F238E27FC236}">
                <a16:creationId xmlns:a16="http://schemas.microsoft.com/office/drawing/2014/main" id="{287D3E8E-5B8F-44CB-AFBF-53608641C0AA}"/>
              </a:ext>
            </a:extLst>
          </p:cNvPr>
          <p:cNvSpPr>
            <a:spLocks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7688">
            <a:extLst>
              <a:ext uri="{FF2B5EF4-FFF2-40B4-BE49-F238E27FC236}">
                <a16:creationId xmlns:a16="http://schemas.microsoft.com/office/drawing/2014/main" id="{8EE6F37C-DCBF-4561-AB25-03C044951CF0}"/>
              </a:ext>
            </a:extLst>
          </p:cNvPr>
          <p:cNvSpPr>
            <a:spLocks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7689">
            <a:extLst>
              <a:ext uri="{FF2B5EF4-FFF2-40B4-BE49-F238E27FC236}">
                <a16:creationId xmlns:a16="http://schemas.microsoft.com/office/drawing/2014/main" id="{3F361927-DB5A-44B3-8616-A3B064CD0FF5}"/>
              </a:ext>
            </a:extLst>
          </p:cNvPr>
          <p:cNvSpPr>
            <a:spLocks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7690">
            <a:extLst>
              <a:ext uri="{FF2B5EF4-FFF2-40B4-BE49-F238E27FC236}">
                <a16:creationId xmlns:a16="http://schemas.microsoft.com/office/drawing/2014/main" id="{B907AEEA-E1CC-461D-AE6E-E7B69B5D2E94}"/>
              </a:ext>
            </a:extLst>
          </p:cNvPr>
          <p:cNvSpPr>
            <a:spLocks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7691">
            <a:extLst>
              <a:ext uri="{FF2B5EF4-FFF2-40B4-BE49-F238E27FC236}">
                <a16:creationId xmlns:a16="http://schemas.microsoft.com/office/drawing/2014/main" id="{93088FC7-1D34-4F1F-9BA9-479CD27C06DB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7692">
            <a:extLst>
              <a:ext uri="{FF2B5EF4-FFF2-40B4-BE49-F238E27FC236}">
                <a16:creationId xmlns:a16="http://schemas.microsoft.com/office/drawing/2014/main" id="{74AEE8F1-65BB-4445-AE60-C22FB1823E8D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7693">
            <a:extLst>
              <a:ext uri="{FF2B5EF4-FFF2-40B4-BE49-F238E27FC236}">
                <a16:creationId xmlns:a16="http://schemas.microsoft.com/office/drawing/2014/main" id="{F962AB88-1959-4CC6-90A9-D3B7CFB44519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7694">
            <a:extLst>
              <a:ext uri="{FF2B5EF4-FFF2-40B4-BE49-F238E27FC236}">
                <a16:creationId xmlns:a16="http://schemas.microsoft.com/office/drawing/2014/main" id="{05CE205C-73BB-410E-9916-5F34BABADD81}"/>
              </a:ext>
            </a:extLst>
          </p:cNvPr>
          <p:cNvSpPr>
            <a:spLocks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7695">
            <a:extLst>
              <a:ext uri="{FF2B5EF4-FFF2-40B4-BE49-F238E27FC236}">
                <a16:creationId xmlns:a16="http://schemas.microsoft.com/office/drawing/2014/main" id="{FE9D53F6-A51E-4A14-8ED8-6233732C15B0}"/>
              </a:ext>
            </a:extLst>
          </p:cNvPr>
          <p:cNvSpPr>
            <a:spLocks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7696">
            <a:extLst>
              <a:ext uri="{FF2B5EF4-FFF2-40B4-BE49-F238E27FC236}">
                <a16:creationId xmlns:a16="http://schemas.microsoft.com/office/drawing/2014/main" id="{085D30AB-7F64-4E40-B64A-97C8A82AD2EC}"/>
              </a:ext>
            </a:extLst>
          </p:cNvPr>
          <p:cNvSpPr>
            <a:spLocks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7697">
            <a:extLst>
              <a:ext uri="{FF2B5EF4-FFF2-40B4-BE49-F238E27FC236}">
                <a16:creationId xmlns:a16="http://schemas.microsoft.com/office/drawing/2014/main" id="{B56DEADC-172E-4A10-BDE8-7A8C0BB4081A}"/>
              </a:ext>
            </a:extLst>
          </p:cNvPr>
          <p:cNvSpPr>
            <a:spLocks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7698">
            <a:extLst>
              <a:ext uri="{FF2B5EF4-FFF2-40B4-BE49-F238E27FC236}">
                <a16:creationId xmlns:a16="http://schemas.microsoft.com/office/drawing/2014/main" id="{61A44493-298C-4002-BFB6-3A293E5E20D0}"/>
              </a:ext>
            </a:extLst>
          </p:cNvPr>
          <p:cNvSpPr>
            <a:spLocks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7699">
            <a:extLst>
              <a:ext uri="{FF2B5EF4-FFF2-40B4-BE49-F238E27FC236}">
                <a16:creationId xmlns:a16="http://schemas.microsoft.com/office/drawing/2014/main" id="{8872434C-F6EB-4577-9725-43093BD65EEA}"/>
              </a:ext>
            </a:extLst>
          </p:cNvPr>
          <p:cNvSpPr>
            <a:spLocks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7700">
            <a:extLst>
              <a:ext uri="{FF2B5EF4-FFF2-40B4-BE49-F238E27FC236}">
                <a16:creationId xmlns:a16="http://schemas.microsoft.com/office/drawing/2014/main" id="{559EC721-8A67-490D-A81D-15AA3EC9962D}"/>
              </a:ext>
            </a:extLst>
          </p:cNvPr>
          <p:cNvSpPr>
            <a:spLocks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7701">
            <a:extLst>
              <a:ext uri="{FF2B5EF4-FFF2-40B4-BE49-F238E27FC236}">
                <a16:creationId xmlns:a16="http://schemas.microsoft.com/office/drawing/2014/main" id="{8FCB9749-9209-481B-BCB6-8E9B6448EFC8}"/>
              </a:ext>
            </a:extLst>
          </p:cNvPr>
          <p:cNvSpPr>
            <a:spLocks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7702">
            <a:extLst>
              <a:ext uri="{FF2B5EF4-FFF2-40B4-BE49-F238E27FC236}">
                <a16:creationId xmlns:a16="http://schemas.microsoft.com/office/drawing/2014/main" id="{4D34BA21-E336-48D0-8C3C-BD78522AF849}"/>
              </a:ext>
            </a:extLst>
          </p:cNvPr>
          <p:cNvSpPr>
            <a:spLocks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7703">
            <a:extLst>
              <a:ext uri="{FF2B5EF4-FFF2-40B4-BE49-F238E27FC236}">
                <a16:creationId xmlns:a16="http://schemas.microsoft.com/office/drawing/2014/main" id="{E4A740EC-47B7-4F60-9A8F-1CBFDD5A4D6D}"/>
              </a:ext>
            </a:extLst>
          </p:cNvPr>
          <p:cNvSpPr>
            <a:spLocks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7704">
            <a:extLst>
              <a:ext uri="{FF2B5EF4-FFF2-40B4-BE49-F238E27FC236}">
                <a16:creationId xmlns:a16="http://schemas.microsoft.com/office/drawing/2014/main" id="{1C99D509-B051-4863-9211-C465FF92CE3F}"/>
              </a:ext>
            </a:extLst>
          </p:cNvPr>
          <p:cNvSpPr>
            <a:spLocks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7705">
            <a:extLst>
              <a:ext uri="{FF2B5EF4-FFF2-40B4-BE49-F238E27FC236}">
                <a16:creationId xmlns:a16="http://schemas.microsoft.com/office/drawing/2014/main" id="{52A0C730-FE2F-471C-AB5A-54A66C33DCDB}"/>
              </a:ext>
            </a:extLst>
          </p:cNvPr>
          <p:cNvSpPr>
            <a:spLocks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7706">
            <a:extLst>
              <a:ext uri="{FF2B5EF4-FFF2-40B4-BE49-F238E27FC236}">
                <a16:creationId xmlns:a16="http://schemas.microsoft.com/office/drawing/2014/main" id="{A8C35B17-C731-4BC3-8D92-764260E287AB}"/>
              </a:ext>
            </a:extLst>
          </p:cNvPr>
          <p:cNvSpPr>
            <a:spLocks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7707">
            <a:extLst>
              <a:ext uri="{FF2B5EF4-FFF2-40B4-BE49-F238E27FC236}">
                <a16:creationId xmlns:a16="http://schemas.microsoft.com/office/drawing/2014/main" id="{0F9A9D9B-898D-45DA-B28F-4977434E60EF}"/>
              </a:ext>
            </a:extLst>
          </p:cNvPr>
          <p:cNvSpPr>
            <a:spLocks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7708">
            <a:extLst>
              <a:ext uri="{FF2B5EF4-FFF2-40B4-BE49-F238E27FC236}">
                <a16:creationId xmlns:a16="http://schemas.microsoft.com/office/drawing/2014/main" id="{9B7A7CC4-ECCC-4DE4-9E6C-9202A5B7D88D}"/>
              </a:ext>
            </a:extLst>
          </p:cNvPr>
          <p:cNvSpPr>
            <a:spLocks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7709">
            <a:extLst>
              <a:ext uri="{FF2B5EF4-FFF2-40B4-BE49-F238E27FC236}">
                <a16:creationId xmlns:a16="http://schemas.microsoft.com/office/drawing/2014/main" id="{DDD6DDC9-C5F7-4BC7-A4CC-88825E15D220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7710">
            <a:extLst>
              <a:ext uri="{FF2B5EF4-FFF2-40B4-BE49-F238E27FC236}">
                <a16:creationId xmlns:a16="http://schemas.microsoft.com/office/drawing/2014/main" id="{9306178F-138A-470C-B796-90EC82F5E403}"/>
              </a:ext>
            </a:extLst>
          </p:cNvPr>
          <p:cNvSpPr>
            <a:spLocks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7711">
            <a:extLst>
              <a:ext uri="{FF2B5EF4-FFF2-40B4-BE49-F238E27FC236}">
                <a16:creationId xmlns:a16="http://schemas.microsoft.com/office/drawing/2014/main" id="{FCDDF280-4F25-4E5A-9E8A-686ADEB34AD9}"/>
              </a:ext>
            </a:extLst>
          </p:cNvPr>
          <p:cNvSpPr>
            <a:spLocks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7712">
            <a:extLst>
              <a:ext uri="{FF2B5EF4-FFF2-40B4-BE49-F238E27FC236}">
                <a16:creationId xmlns:a16="http://schemas.microsoft.com/office/drawing/2014/main" id="{0AF1324D-668F-4729-AA92-07EC68070169}"/>
              </a:ext>
            </a:extLst>
          </p:cNvPr>
          <p:cNvSpPr>
            <a:spLocks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7713">
            <a:extLst>
              <a:ext uri="{FF2B5EF4-FFF2-40B4-BE49-F238E27FC236}">
                <a16:creationId xmlns:a16="http://schemas.microsoft.com/office/drawing/2014/main" id="{AAF0E8BC-1CFB-42FB-AFF1-62A07AC6C174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7714">
            <a:extLst>
              <a:ext uri="{FF2B5EF4-FFF2-40B4-BE49-F238E27FC236}">
                <a16:creationId xmlns:a16="http://schemas.microsoft.com/office/drawing/2014/main" id="{1FFC9958-0EBD-4503-A572-064C007551E2}"/>
              </a:ext>
            </a:extLst>
          </p:cNvPr>
          <p:cNvSpPr>
            <a:spLocks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7715">
            <a:extLst>
              <a:ext uri="{FF2B5EF4-FFF2-40B4-BE49-F238E27FC236}">
                <a16:creationId xmlns:a16="http://schemas.microsoft.com/office/drawing/2014/main" id="{EC4DB254-99E7-402E-989B-AC6DB87E7F7C}"/>
              </a:ext>
            </a:extLst>
          </p:cNvPr>
          <p:cNvSpPr>
            <a:spLocks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7716">
            <a:extLst>
              <a:ext uri="{FF2B5EF4-FFF2-40B4-BE49-F238E27FC236}">
                <a16:creationId xmlns:a16="http://schemas.microsoft.com/office/drawing/2014/main" id="{5BA78566-0AD3-443C-8A4E-4FB942A8BC9F}"/>
              </a:ext>
            </a:extLst>
          </p:cNvPr>
          <p:cNvSpPr>
            <a:spLocks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7717">
            <a:extLst>
              <a:ext uri="{FF2B5EF4-FFF2-40B4-BE49-F238E27FC236}">
                <a16:creationId xmlns:a16="http://schemas.microsoft.com/office/drawing/2014/main" id="{B7C3D51D-FE2A-4414-B42B-9AB52B1685F6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7718">
            <a:extLst>
              <a:ext uri="{FF2B5EF4-FFF2-40B4-BE49-F238E27FC236}">
                <a16:creationId xmlns:a16="http://schemas.microsoft.com/office/drawing/2014/main" id="{EC8697D4-8C10-471A-B39B-7EE5986DD098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7719">
            <a:extLst>
              <a:ext uri="{FF2B5EF4-FFF2-40B4-BE49-F238E27FC236}">
                <a16:creationId xmlns:a16="http://schemas.microsoft.com/office/drawing/2014/main" id="{2785EEF9-3F8F-4516-8101-96955D55220C}"/>
              </a:ext>
            </a:extLst>
          </p:cNvPr>
          <p:cNvSpPr>
            <a:spLocks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7720">
            <a:extLst>
              <a:ext uri="{FF2B5EF4-FFF2-40B4-BE49-F238E27FC236}">
                <a16:creationId xmlns:a16="http://schemas.microsoft.com/office/drawing/2014/main" id="{4D8BBCDF-5C97-4410-98E8-5E8FDCA1EA82}"/>
              </a:ext>
            </a:extLst>
          </p:cNvPr>
          <p:cNvSpPr>
            <a:spLocks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7721">
            <a:extLst>
              <a:ext uri="{FF2B5EF4-FFF2-40B4-BE49-F238E27FC236}">
                <a16:creationId xmlns:a16="http://schemas.microsoft.com/office/drawing/2014/main" id="{10780964-8D7C-4DF1-ACDE-34CC491AC2ED}"/>
              </a:ext>
            </a:extLst>
          </p:cNvPr>
          <p:cNvSpPr>
            <a:spLocks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7722">
            <a:extLst>
              <a:ext uri="{FF2B5EF4-FFF2-40B4-BE49-F238E27FC236}">
                <a16:creationId xmlns:a16="http://schemas.microsoft.com/office/drawing/2014/main" id="{EA065F0E-D964-471C-B4B9-97C254BF1425}"/>
              </a:ext>
            </a:extLst>
          </p:cNvPr>
          <p:cNvSpPr>
            <a:spLocks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7723">
            <a:extLst>
              <a:ext uri="{FF2B5EF4-FFF2-40B4-BE49-F238E27FC236}">
                <a16:creationId xmlns:a16="http://schemas.microsoft.com/office/drawing/2014/main" id="{894623AD-9D5A-4374-AE84-E2644FFD43ED}"/>
              </a:ext>
            </a:extLst>
          </p:cNvPr>
          <p:cNvSpPr>
            <a:spLocks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7724">
            <a:extLst>
              <a:ext uri="{FF2B5EF4-FFF2-40B4-BE49-F238E27FC236}">
                <a16:creationId xmlns:a16="http://schemas.microsoft.com/office/drawing/2014/main" id="{C8A3A0DD-7553-49B8-B00E-285BF0486A6D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7725">
            <a:extLst>
              <a:ext uri="{FF2B5EF4-FFF2-40B4-BE49-F238E27FC236}">
                <a16:creationId xmlns:a16="http://schemas.microsoft.com/office/drawing/2014/main" id="{84AD75C0-384F-4E4D-B2DB-005BFF08BA87}"/>
              </a:ext>
            </a:extLst>
          </p:cNvPr>
          <p:cNvSpPr>
            <a:spLocks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7726">
            <a:extLst>
              <a:ext uri="{FF2B5EF4-FFF2-40B4-BE49-F238E27FC236}">
                <a16:creationId xmlns:a16="http://schemas.microsoft.com/office/drawing/2014/main" id="{1C5C13CF-1993-41E7-BEB1-E37E34A847DC}"/>
              </a:ext>
            </a:extLst>
          </p:cNvPr>
          <p:cNvSpPr>
            <a:spLocks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7727">
            <a:extLst>
              <a:ext uri="{FF2B5EF4-FFF2-40B4-BE49-F238E27FC236}">
                <a16:creationId xmlns:a16="http://schemas.microsoft.com/office/drawing/2014/main" id="{7B5A41AB-AE8E-42C1-8683-D299C1D49975}"/>
              </a:ext>
            </a:extLst>
          </p:cNvPr>
          <p:cNvSpPr>
            <a:spLocks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7728">
            <a:extLst>
              <a:ext uri="{FF2B5EF4-FFF2-40B4-BE49-F238E27FC236}">
                <a16:creationId xmlns:a16="http://schemas.microsoft.com/office/drawing/2014/main" id="{96288573-5E02-4CC3-AC31-F8ED40A686BF}"/>
              </a:ext>
            </a:extLst>
          </p:cNvPr>
          <p:cNvSpPr>
            <a:spLocks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7729">
            <a:extLst>
              <a:ext uri="{FF2B5EF4-FFF2-40B4-BE49-F238E27FC236}">
                <a16:creationId xmlns:a16="http://schemas.microsoft.com/office/drawing/2014/main" id="{10CFFC11-1722-454B-88AD-7F52ED85A96E}"/>
              </a:ext>
            </a:extLst>
          </p:cNvPr>
          <p:cNvSpPr>
            <a:spLocks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7730">
            <a:extLst>
              <a:ext uri="{FF2B5EF4-FFF2-40B4-BE49-F238E27FC236}">
                <a16:creationId xmlns:a16="http://schemas.microsoft.com/office/drawing/2014/main" id="{FD8D7794-30A9-4BBE-82C4-2AF360EA4D87}"/>
              </a:ext>
            </a:extLst>
          </p:cNvPr>
          <p:cNvSpPr>
            <a:spLocks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7731">
            <a:extLst>
              <a:ext uri="{FF2B5EF4-FFF2-40B4-BE49-F238E27FC236}">
                <a16:creationId xmlns:a16="http://schemas.microsoft.com/office/drawing/2014/main" id="{EFECE179-D818-43BB-91C7-FF14D8F70FCF}"/>
              </a:ext>
            </a:extLst>
          </p:cNvPr>
          <p:cNvSpPr>
            <a:spLocks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7732">
            <a:extLst>
              <a:ext uri="{FF2B5EF4-FFF2-40B4-BE49-F238E27FC236}">
                <a16:creationId xmlns:a16="http://schemas.microsoft.com/office/drawing/2014/main" id="{481679E9-D627-4B85-A79F-04DDC21D927B}"/>
              </a:ext>
            </a:extLst>
          </p:cNvPr>
          <p:cNvSpPr>
            <a:spLocks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7733">
            <a:extLst>
              <a:ext uri="{FF2B5EF4-FFF2-40B4-BE49-F238E27FC236}">
                <a16:creationId xmlns:a16="http://schemas.microsoft.com/office/drawing/2014/main" id="{D9DFFD9A-0677-4E56-AC2D-7C18AFCB8C0E}"/>
              </a:ext>
            </a:extLst>
          </p:cNvPr>
          <p:cNvSpPr>
            <a:spLocks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7734">
            <a:extLst>
              <a:ext uri="{FF2B5EF4-FFF2-40B4-BE49-F238E27FC236}">
                <a16:creationId xmlns:a16="http://schemas.microsoft.com/office/drawing/2014/main" id="{4D624F6E-7630-492D-AB61-781315CF5CD2}"/>
              </a:ext>
            </a:extLst>
          </p:cNvPr>
          <p:cNvSpPr>
            <a:spLocks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7735">
            <a:extLst>
              <a:ext uri="{FF2B5EF4-FFF2-40B4-BE49-F238E27FC236}">
                <a16:creationId xmlns:a16="http://schemas.microsoft.com/office/drawing/2014/main" id="{C827970D-F905-42FB-8896-DB4F07DB95E1}"/>
              </a:ext>
            </a:extLst>
          </p:cNvPr>
          <p:cNvSpPr>
            <a:spLocks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7736">
            <a:extLst>
              <a:ext uri="{FF2B5EF4-FFF2-40B4-BE49-F238E27FC236}">
                <a16:creationId xmlns:a16="http://schemas.microsoft.com/office/drawing/2014/main" id="{C066E8FB-191D-466D-8632-A0B8CEB60322}"/>
              </a:ext>
            </a:extLst>
          </p:cNvPr>
          <p:cNvSpPr>
            <a:spLocks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7737">
            <a:extLst>
              <a:ext uri="{FF2B5EF4-FFF2-40B4-BE49-F238E27FC236}">
                <a16:creationId xmlns:a16="http://schemas.microsoft.com/office/drawing/2014/main" id="{A0F16D7B-39AD-455E-8F2A-592AD7150045}"/>
              </a:ext>
            </a:extLst>
          </p:cNvPr>
          <p:cNvSpPr>
            <a:spLocks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7738">
            <a:extLst>
              <a:ext uri="{FF2B5EF4-FFF2-40B4-BE49-F238E27FC236}">
                <a16:creationId xmlns:a16="http://schemas.microsoft.com/office/drawing/2014/main" id="{B87BEE84-83DF-4216-8982-9D7861AD674F}"/>
              </a:ext>
            </a:extLst>
          </p:cNvPr>
          <p:cNvSpPr>
            <a:spLocks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7739">
            <a:extLst>
              <a:ext uri="{FF2B5EF4-FFF2-40B4-BE49-F238E27FC236}">
                <a16:creationId xmlns:a16="http://schemas.microsoft.com/office/drawing/2014/main" id="{B24B72F6-DBA1-4771-9673-1722F6445CCB}"/>
              </a:ext>
            </a:extLst>
          </p:cNvPr>
          <p:cNvSpPr>
            <a:spLocks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7740">
            <a:extLst>
              <a:ext uri="{FF2B5EF4-FFF2-40B4-BE49-F238E27FC236}">
                <a16:creationId xmlns:a16="http://schemas.microsoft.com/office/drawing/2014/main" id="{C0F23E9E-E1D1-41F9-8FE6-629995E531F8}"/>
              </a:ext>
            </a:extLst>
          </p:cNvPr>
          <p:cNvSpPr>
            <a:spLocks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7741">
            <a:extLst>
              <a:ext uri="{FF2B5EF4-FFF2-40B4-BE49-F238E27FC236}">
                <a16:creationId xmlns:a16="http://schemas.microsoft.com/office/drawing/2014/main" id="{475716C0-5DDB-4B5C-A94E-9D918CDB9D05}"/>
              </a:ext>
            </a:extLst>
          </p:cNvPr>
          <p:cNvSpPr>
            <a:spLocks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7742">
            <a:extLst>
              <a:ext uri="{FF2B5EF4-FFF2-40B4-BE49-F238E27FC236}">
                <a16:creationId xmlns:a16="http://schemas.microsoft.com/office/drawing/2014/main" id="{16E59370-3E7B-41E0-9A3E-792A5D1F4110}"/>
              </a:ext>
            </a:extLst>
          </p:cNvPr>
          <p:cNvSpPr>
            <a:spLocks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7743">
            <a:extLst>
              <a:ext uri="{FF2B5EF4-FFF2-40B4-BE49-F238E27FC236}">
                <a16:creationId xmlns:a16="http://schemas.microsoft.com/office/drawing/2014/main" id="{D2C1539B-758C-4984-90EC-FE5C1DFD8241}"/>
              </a:ext>
            </a:extLst>
          </p:cNvPr>
          <p:cNvSpPr>
            <a:spLocks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7744">
            <a:extLst>
              <a:ext uri="{FF2B5EF4-FFF2-40B4-BE49-F238E27FC236}">
                <a16:creationId xmlns:a16="http://schemas.microsoft.com/office/drawing/2014/main" id="{33F9254B-DE89-4CAD-B268-9BEBB68777F1}"/>
              </a:ext>
            </a:extLst>
          </p:cNvPr>
          <p:cNvSpPr>
            <a:spLocks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7745">
            <a:extLst>
              <a:ext uri="{FF2B5EF4-FFF2-40B4-BE49-F238E27FC236}">
                <a16:creationId xmlns:a16="http://schemas.microsoft.com/office/drawing/2014/main" id="{8D3ECCE0-DD89-4C19-AEF8-D922503C32F9}"/>
              </a:ext>
            </a:extLst>
          </p:cNvPr>
          <p:cNvSpPr>
            <a:spLocks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7746">
            <a:extLst>
              <a:ext uri="{FF2B5EF4-FFF2-40B4-BE49-F238E27FC236}">
                <a16:creationId xmlns:a16="http://schemas.microsoft.com/office/drawing/2014/main" id="{87B3DAE4-FF3E-4358-A19E-FE0D0159C578}"/>
              </a:ext>
            </a:extLst>
          </p:cNvPr>
          <p:cNvSpPr>
            <a:spLocks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7747">
            <a:extLst>
              <a:ext uri="{FF2B5EF4-FFF2-40B4-BE49-F238E27FC236}">
                <a16:creationId xmlns:a16="http://schemas.microsoft.com/office/drawing/2014/main" id="{97E99813-49E3-4BA6-80A3-5907302E4CB9}"/>
              </a:ext>
            </a:extLst>
          </p:cNvPr>
          <p:cNvSpPr>
            <a:spLocks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7748">
            <a:extLst>
              <a:ext uri="{FF2B5EF4-FFF2-40B4-BE49-F238E27FC236}">
                <a16:creationId xmlns:a16="http://schemas.microsoft.com/office/drawing/2014/main" id="{579709C3-528C-4802-B74C-E1DF6A3E87E2}"/>
              </a:ext>
            </a:extLst>
          </p:cNvPr>
          <p:cNvSpPr>
            <a:spLocks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7749">
            <a:extLst>
              <a:ext uri="{FF2B5EF4-FFF2-40B4-BE49-F238E27FC236}">
                <a16:creationId xmlns:a16="http://schemas.microsoft.com/office/drawing/2014/main" id="{C21190F0-AB7E-443D-9D14-59639B14BEED}"/>
              </a:ext>
            </a:extLst>
          </p:cNvPr>
          <p:cNvSpPr>
            <a:spLocks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7750">
            <a:extLst>
              <a:ext uri="{FF2B5EF4-FFF2-40B4-BE49-F238E27FC236}">
                <a16:creationId xmlns:a16="http://schemas.microsoft.com/office/drawing/2014/main" id="{BA82CF10-00FD-4FD5-997C-08E9450D2376}"/>
              </a:ext>
            </a:extLst>
          </p:cNvPr>
          <p:cNvSpPr>
            <a:spLocks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7751">
            <a:extLst>
              <a:ext uri="{FF2B5EF4-FFF2-40B4-BE49-F238E27FC236}">
                <a16:creationId xmlns:a16="http://schemas.microsoft.com/office/drawing/2014/main" id="{3CA94EDB-D5E7-4106-A113-1555A08351FD}"/>
              </a:ext>
            </a:extLst>
          </p:cNvPr>
          <p:cNvSpPr>
            <a:spLocks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7752">
            <a:extLst>
              <a:ext uri="{FF2B5EF4-FFF2-40B4-BE49-F238E27FC236}">
                <a16:creationId xmlns:a16="http://schemas.microsoft.com/office/drawing/2014/main" id="{70F04020-276E-4100-A95C-50708ADB60E4}"/>
              </a:ext>
            </a:extLst>
          </p:cNvPr>
          <p:cNvSpPr>
            <a:spLocks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7753">
            <a:extLst>
              <a:ext uri="{FF2B5EF4-FFF2-40B4-BE49-F238E27FC236}">
                <a16:creationId xmlns:a16="http://schemas.microsoft.com/office/drawing/2014/main" id="{545D3838-4441-4F44-90FA-F17BF92DEFFA}"/>
              </a:ext>
            </a:extLst>
          </p:cNvPr>
          <p:cNvSpPr>
            <a:spLocks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7754">
            <a:extLst>
              <a:ext uri="{FF2B5EF4-FFF2-40B4-BE49-F238E27FC236}">
                <a16:creationId xmlns:a16="http://schemas.microsoft.com/office/drawing/2014/main" id="{E40E8700-4DA7-4C95-A516-1E73C6F4E680}"/>
              </a:ext>
            </a:extLst>
          </p:cNvPr>
          <p:cNvSpPr>
            <a:spLocks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7755">
            <a:extLst>
              <a:ext uri="{FF2B5EF4-FFF2-40B4-BE49-F238E27FC236}">
                <a16:creationId xmlns:a16="http://schemas.microsoft.com/office/drawing/2014/main" id="{0FD8A13A-4930-4EB4-8C24-E724C81B68A7}"/>
              </a:ext>
            </a:extLst>
          </p:cNvPr>
          <p:cNvSpPr>
            <a:spLocks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7756">
            <a:extLst>
              <a:ext uri="{FF2B5EF4-FFF2-40B4-BE49-F238E27FC236}">
                <a16:creationId xmlns:a16="http://schemas.microsoft.com/office/drawing/2014/main" id="{B3BDD34F-772B-4717-9FBE-CA5114B21554}"/>
              </a:ext>
            </a:extLst>
          </p:cNvPr>
          <p:cNvSpPr>
            <a:spLocks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7757">
            <a:extLst>
              <a:ext uri="{FF2B5EF4-FFF2-40B4-BE49-F238E27FC236}">
                <a16:creationId xmlns:a16="http://schemas.microsoft.com/office/drawing/2014/main" id="{B471EFB7-2515-49A7-BBCA-2FC9011F9847}"/>
              </a:ext>
            </a:extLst>
          </p:cNvPr>
          <p:cNvSpPr>
            <a:spLocks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7758">
            <a:extLst>
              <a:ext uri="{FF2B5EF4-FFF2-40B4-BE49-F238E27FC236}">
                <a16:creationId xmlns:a16="http://schemas.microsoft.com/office/drawing/2014/main" id="{4FBDBA75-A2A5-491D-B6C5-879635508E93}"/>
              </a:ext>
            </a:extLst>
          </p:cNvPr>
          <p:cNvSpPr>
            <a:spLocks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7759">
            <a:extLst>
              <a:ext uri="{FF2B5EF4-FFF2-40B4-BE49-F238E27FC236}">
                <a16:creationId xmlns:a16="http://schemas.microsoft.com/office/drawing/2014/main" id="{DB8D68C6-B4E9-417E-BA65-9FFA67B4E7E3}"/>
              </a:ext>
            </a:extLst>
          </p:cNvPr>
          <p:cNvSpPr>
            <a:spLocks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7760">
            <a:extLst>
              <a:ext uri="{FF2B5EF4-FFF2-40B4-BE49-F238E27FC236}">
                <a16:creationId xmlns:a16="http://schemas.microsoft.com/office/drawing/2014/main" id="{04F2E287-B164-4F1B-B019-F5AB7B05000F}"/>
              </a:ext>
            </a:extLst>
          </p:cNvPr>
          <p:cNvSpPr>
            <a:spLocks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7761">
            <a:extLst>
              <a:ext uri="{FF2B5EF4-FFF2-40B4-BE49-F238E27FC236}">
                <a16:creationId xmlns:a16="http://schemas.microsoft.com/office/drawing/2014/main" id="{6F7697F4-B894-4870-93C6-181C6E9035ED}"/>
              </a:ext>
            </a:extLst>
          </p:cNvPr>
          <p:cNvSpPr>
            <a:spLocks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7762">
            <a:extLst>
              <a:ext uri="{FF2B5EF4-FFF2-40B4-BE49-F238E27FC236}">
                <a16:creationId xmlns:a16="http://schemas.microsoft.com/office/drawing/2014/main" id="{6E2B9356-A771-47FF-A2F5-954ACF5652B0}"/>
              </a:ext>
            </a:extLst>
          </p:cNvPr>
          <p:cNvSpPr>
            <a:spLocks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7763">
            <a:extLst>
              <a:ext uri="{FF2B5EF4-FFF2-40B4-BE49-F238E27FC236}">
                <a16:creationId xmlns:a16="http://schemas.microsoft.com/office/drawing/2014/main" id="{22113516-A4A0-4E12-8405-376D0A6F35EF}"/>
              </a:ext>
            </a:extLst>
          </p:cNvPr>
          <p:cNvSpPr>
            <a:spLocks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7764">
            <a:extLst>
              <a:ext uri="{FF2B5EF4-FFF2-40B4-BE49-F238E27FC236}">
                <a16:creationId xmlns:a16="http://schemas.microsoft.com/office/drawing/2014/main" id="{B6B7F131-3EE8-4ADA-828F-30AA2548EB87}"/>
              </a:ext>
            </a:extLst>
          </p:cNvPr>
          <p:cNvSpPr>
            <a:spLocks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7765">
            <a:extLst>
              <a:ext uri="{FF2B5EF4-FFF2-40B4-BE49-F238E27FC236}">
                <a16:creationId xmlns:a16="http://schemas.microsoft.com/office/drawing/2014/main" id="{1F878E88-792F-4F4D-870D-71C9A467E8C6}"/>
              </a:ext>
            </a:extLst>
          </p:cNvPr>
          <p:cNvSpPr>
            <a:spLocks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7766">
            <a:extLst>
              <a:ext uri="{FF2B5EF4-FFF2-40B4-BE49-F238E27FC236}">
                <a16:creationId xmlns:a16="http://schemas.microsoft.com/office/drawing/2014/main" id="{1345F4D9-3203-4C5E-8CBF-4E297ADB6B20}"/>
              </a:ext>
            </a:extLst>
          </p:cNvPr>
          <p:cNvSpPr>
            <a:spLocks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7767">
            <a:extLst>
              <a:ext uri="{FF2B5EF4-FFF2-40B4-BE49-F238E27FC236}">
                <a16:creationId xmlns:a16="http://schemas.microsoft.com/office/drawing/2014/main" id="{70C32AEB-21E9-4DAF-9B70-47E3EDB2FD17}"/>
              </a:ext>
            </a:extLst>
          </p:cNvPr>
          <p:cNvSpPr>
            <a:spLocks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7768">
            <a:extLst>
              <a:ext uri="{FF2B5EF4-FFF2-40B4-BE49-F238E27FC236}">
                <a16:creationId xmlns:a16="http://schemas.microsoft.com/office/drawing/2014/main" id="{BD678C37-D4A2-4C67-9AC2-77771F65C0F7}"/>
              </a:ext>
            </a:extLst>
          </p:cNvPr>
          <p:cNvSpPr>
            <a:spLocks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7769">
            <a:extLst>
              <a:ext uri="{FF2B5EF4-FFF2-40B4-BE49-F238E27FC236}">
                <a16:creationId xmlns:a16="http://schemas.microsoft.com/office/drawing/2014/main" id="{00E06A67-FEDE-48E0-B139-A6CE695E97FB}"/>
              </a:ext>
            </a:extLst>
          </p:cNvPr>
          <p:cNvSpPr>
            <a:spLocks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7770">
            <a:extLst>
              <a:ext uri="{FF2B5EF4-FFF2-40B4-BE49-F238E27FC236}">
                <a16:creationId xmlns:a16="http://schemas.microsoft.com/office/drawing/2014/main" id="{A6032175-2F95-4714-88CC-783526E19EA1}"/>
              </a:ext>
            </a:extLst>
          </p:cNvPr>
          <p:cNvSpPr>
            <a:spLocks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7771">
            <a:extLst>
              <a:ext uri="{FF2B5EF4-FFF2-40B4-BE49-F238E27FC236}">
                <a16:creationId xmlns:a16="http://schemas.microsoft.com/office/drawing/2014/main" id="{714A4307-3433-43B7-B3BE-CB29BCEF4F7E}"/>
              </a:ext>
            </a:extLst>
          </p:cNvPr>
          <p:cNvSpPr>
            <a:spLocks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7772">
            <a:extLst>
              <a:ext uri="{FF2B5EF4-FFF2-40B4-BE49-F238E27FC236}">
                <a16:creationId xmlns:a16="http://schemas.microsoft.com/office/drawing/2014/main" id="{4AC5DCD9-EF6D-4C6E-8041-BA1751B6904B}"/>
              </a:ext>
            </a:extLst>
          </p:cNvPr>
          <p:cNvSpPr>
            <a:spLocks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7773">
            <a:extLst>
              <a:ext uri="{FF2B5EF4-FFF2-40B4-BE49-F238E27FC236}">
                <a16:creationId xmlns:a16="http://schemas.microsoft.com/office/drawing/2014/main" id="{5E9E4CDE-BF6D-4AC5-95B1-946281763780}"/>
              </a:ext>
            </a:extLst>
          </p:cNvPr>
          <p:cNvSpPr>
            <a:spLocks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7774">
            <a:extLst>
              <a:ext uri="{FF2B5EF4-FFF2-40B4-BE49-F238E27FC236}">
                <a16:creationId xmlns:a16="http://schemas.microsoft.com/office/drawing/2014/main" id="{06C56EC1-45FA-409C-BE61-17A30C2678C9}"/>
              </a:ext>
            </a:extLst>
          </p:cNvPr>
          <p:cNvSpPr>
            <a:spLocks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7775">
            <a:extLst>
              <a:ext uri="{FF2B5EF4-FFF2-40B4-BE49-F238E27FC236}">
                <a16:creationId xmlns:a16="http://schemas.microsoft.com/office/drawing/2014/main" id="{5E9E1B28-968B-4EA1-8B7C-CF2707312D29}"/>
              </a:ext>
            </a:extLst>
          </p:cNvPr>
          <p:cNvSpPr>
            <a:spLocks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7776">
            <a:extLst>
              <a:ext uri="{FF2B5EF4-FFF2-40B4-BE49-F238E27FC236}">
                <a16:creationId xmlns:a16="http://schemas.microsoft.com/office/drawing/2014/main" id="{BC382143-F99D-4AD0-A0B0-712AD4A224BC}"/>
              </a:ext>
            </a:extLst>
          </p:cNvPr>
          <p:cNvSpPr>
            <a:spLocks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7777">
            <a:extLst>
              <a:ext uri="{FF2B5EF4-FFF2-40B4-BE49-F238E27FC236}">
                <a16:creationId xmlns:a16="http://schemas.microsoft.com/office/drawing/2014/main" id="{A3E3D547-4365-439E-8BF2-590C0525D3D3}"/>
              </a:ext>
            </a:extLst>
          </p:cNvPr>
          <p:cNvSpPr>
            <a:spLocks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7778">
            <a:extLst>
              <a:ext uri="{FF2B5EF4-FFF2-40B4-BE49-F238E27FC236}">
                <a16:creationId xmlns:a16="http://schemas.microsoft.com/office/drawing/2014/main" id="{91EFE864-9E8F-45BC-A0F1-790FF9716FD0}"/>
              </a:ext>
            </a:extLst>
          </p:cNvPr>
          <p:cNvSpPr>
            <a:spLocks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7779">
            <a:extLst>
              <a:ext uri="{FF2B5EF4-FFF2-40B4-BE49-F238E27FC236}">
                <a16:creationId xmlns:a16="http://schemas.microsoft.com/office/drawing/2014/main" id="{475888A4-C81E-4219-AFDB-603215640306}"/>
              </a:ext>
            </a:extLst>
          </p:cNvPr>
          <p:cNvSpPr>
            <a:spLocks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7780">
            <a:extLst>
              <a:ext uri="{FF2B5EF4-FFF2-40B4-BE49-F238E27FC236}">
                <a16:creationId xmlns:a16="http://schemas.microsoft.com/office/drawing/2014/main" id="{E6BA7C07-C0D8-4FB6-A04A-DCA9BED55067}"/>
              </a:ext>
            </a:extLst>
          </p:cNvPr>
          <p:cNvSpPr>
            <a:spLocks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7781">
            <a:extLst>
              <a:ext uri="{FF2B5EF4-FFF2-40B4-BE49-F238E27FC236}">
                <a16:creationId xmlns:a16="http://schemas.microsoft.com/office/drawing/2014/main" id="{E5B00B3E-A5E6-4125-BDC5-EF38F099DB7A}"/>
              </a:ext>
            </a:extLst>
          </p:cNvPr>
          <p:cNvSpPr>
            <a:spLocks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7782">
            <a:extLst>
              <a:ext uri="{FF2B5EF4-FFF2-40B4-BE49-F238E27FC236}">
                <a16:creationId xmlns:a16="http://schemas.microsoft.com/office/drawing/2014/main" id="{627A40AB-3815-4E31-B111-E34458F8A99C}"/>
              </a:ext>
            </a:extLst>
          </p:cNvPr>
          <p:cNvSpPr>
            <a:spLocks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7783">
            <a:extLst>
              <a:ext uri="{FF2B5EF4-FFF2-40B4-BE49-F238E27FC236}">
                <a16:creationId xmlns:a16="http://schemas.microsoft.com/office/drawing/2014/main" id="{4E727FC1-883D-4972-8F04-82D25278D0BE}"/>
              </a:ext>
            </a:extLst>
          </p:cNvPr>
          <p:cNvSpPr>
            <a:spLocks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7784">
            <a:extLst>
              <a:ext uri="{FF2B5EF4-FFF2-40B4-BE49-F238E27FC236}">
                <a16:creationId xmlns:a16="http://schemas.microsoft.com/office/drawing/2014/main" id="{ED6A9C4D-21BC-40C3-A6CD-75B0D388827A}"/>
              </a:ext>
            </a:extLst>
          </p:cNvPr>
          <p:cNvSpPr>
            <a:spLocks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7785">
            <a:extLst>
              <a:ext uri="{FF2B5EF4-FFF2-40B4-BE49-F238E27FC236}">
                <a16:creationId xmlns:a16="http://schemas.microsoft.com/office/drawing/2014/main" id="{A2C16BC8-7EC1-4504-A678-2C3E3134931D}"/>
              </a:ext>
            </a:extLst>
          </p:cNvPr>
          <p:cNvSpPr>
            <a:spLocks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7786">
            <a:extLst>
              <a:ext uri="{FF2B5EF4-FFF2-40B4-BE49-F238E27FC236}">
                <a16:creationId xmlns:a16="http://schemas.microsoft.com/office/drawing/2014/main" id="{9F8B44DD-468D-4C62-9F69-4F00BDE13E95}"/>
              </a:ext>
            </a:extLst>
          </p:cNvPr>
          <p:cNvSpPr>
            <a:spLocks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7787">
            <a:extLst>
              <a:ext uri="{FF2B5EF4-FFF2-40B4-BE49-F238E27FC236}">
                <a16:creationId xmlns:a16="http://schemas.microsoft.com/office/drawing/2014/main" id="{2F358EAD-2132-420C-AA97-42365FA63886}"/>
              </a:ext>
            </a:extLst>
          </p:cNvPr>
          <p:cNvSpPr>
            <a:spLocks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7788">
            <a:extLst>
              <a:ext uri="{FF2B5EF4-FFF2-40B4-BE49-F238E27FC236}">
                <a16:creationId xmlns:a16="http://schemas.microsoft.com/office/drawing/2014/main" id="{8430D79E-E099-4A53-8557-41BE0037F908}"/>
              </a:ext>
            </a:extLst>
          </p:cNvPr>
          <p:cNvSpPr>
            <a:spLocks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7789">
            <a:extLst>
              <a:ext uri="{FF2B5EF4-FFF2-40B4-BE49-F238E27FC236}">
                <a16:creationId xmlns:a16="http://schemas.microsoft.com/office/drawing/2014/main" id="{98F2FD20-D986-47DF-A06D-90DFBE19766E}"/>
              </a:ext>
            </a:extLst>
          </p:cNvPr>
          <p:cNvSpPr>
            <a:spLocks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7790">
            <a:extLst>
              <a:ext uri="{FF2B5EF4-FFF2-40B4-BE49-F238E27FC236}">
                <a16:creationId xmlns:a16="http://schemas.microsoft.com/office/drawing/2014/main" id="{6D7BF8CB-45D6-4C44-AC34-AFF2405E626C}"/>
              </a:ext>
            </a:extLst>
          </p:cNvPr>
          <p:cNvSpPr>
            <a:spLocks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7791">
            <a:extLst>
              <a:ext uri="{FF2B5EF4-FFF2-40B4-BE49-F238E27FC236}">
                <a16:creationId xmlns:a16="http://schemas.microsoft.com/office/drawing/2014/main" id="{E4675C97-03C0-4DB8-80B3-12F171B88029}"/>
              </a:ext>
            </a:extLst>
          </p:cNvPr>
          <p:cNvSpPr>
            <a:spLocks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7792">
            <a:extLst>
              <a:ext uri="{FF2B5EF4-FFF2-40B4-BE49-F238E27FC236}">
                <a16:creationId xmlns:a16="http://schemas.microsoft.com/office/drawing/2014/main" id="{47F611E7-8BA8-43E9-AB55-F2B5FC1FF539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7793">
            <a:extLst>
              <a:ext uri="{FF2B5EF4-FFF2-40B4-BE49-F238E27FC236}">
                <a16:creationId xmlns:a16="http://schemas.microsoft.com/office/drawing/2014/main" id="{A66E6896-3E6D-41E5-8972-A1D8F4BDF4D8}"/>
              </a:ext>
            </a:extLst>
          </p:cNvPr>
          <p:cNvSpPr>
            <a:spLocks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7794">
            <a:extLst>
              <a:ext uri="{FF2B5EF4-FFF2-40B4-BE49-F238E27FC236}">
                <a16:creationId xmlns:a16="http://schemas.microsoft.com/office/drawing/2014/main" id="{77312EC6-7FED-422E-9384-F098A7FF2DC2}"/>
              </a:ext>
            </a:extLst>
          </p:cNvPr>
          <p:cNvSpPr>
            <a:spLocks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7795">
            <a:extLst>
              <a:ext uri="{FF2B5EF4-FFF2-40B4-BE49-F238E27FC236}">
                <a16:creationId xmlns:a16="http://schemas.microsoft.com/office/drawing/2014/main" id="{D2E9A915-3A45-4592-A5F8-948C3526F4EE}"/>
              </a:ext>
            </a:extLst>
          </p:cNvPr>
          <p:cNvSpPr>
            <a:spLocks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7796">
            <a:extLst>
              <a:ext uri="{FF2B5EF4-FFF2-40B4-BE49-F238E27FC236}">
                <a16:creationId xmlns:a16="http://schemas.microsoft.com/office/drawing/2014/main" id="{3A4146C4-3508-4FE8-B0E4-CA8CC1780052}"/>
              </a:ext>
            </a:extLst>
          </p:cNvPr>
          <p:cNvSpPr>
            <a:spLocks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7797">
            <a:extLst>
              <a:ext uri="{FF2B5EF4-FFF2-40B4-BE49-F238E27FC236}">
                <a16:creationId xmlns:a16="http://schemas.microsoft.com/office/drawing/2014/main" id="{B529C9BB-D46A-4BA7-A687-85FB56EDF814}"/>
              </a:ext>
            </a:extLst>
          </p:cNvPr>
          <p:cNvSpPr>
            <a:spLocks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7798">
            <a:extLst>
              <a:ext uri="{FF2B5EF4-FFF2-40B4-BE49-F238E27FC236}">
                <a16:creationId xmlns:a16="http://schemas.microsoft.com/office/drawing/2014/main" id="{0494729E-1965-49C0-9AD3-4DACEB57A759}"/>
              </a:ext>
            </a:extLst>
          </p:cNvPr>
          <p:cNvSpPr>
            <a:spLocks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7799">
            <a:extLst>
              <a:ext uri="{FF2B5EF4-FFF2-40B4-BE49-F238E27FC236}">
                <a16:creationId xmlns:a16="http://schemas.microsoft.com/office/drawing/2014/main" id="{A817D294-2FAF-4A88-8221-7E16F056D218}"/>
              </a:ext>
            </a:extLst>
          </p:cNvPr>
          <p:cNvSpPr>
            <a:spLocks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7800">
            <a:extLst>
              <a:ext uri="{FF2B5EF4-FFF2-40B4-BE49-F238E27FC236}">
                <a16:creationId xmlns:a16="http://schemas.microsoft.com/office/drawing/2014/main" id="{7EB72D68-518D-492D-8DE5-EA7F09405FD2}"/>
              </a:ext>
            </a:extLst>
          </p:cNvPr>
          <p:cNvSpPr>
            <a:spLocks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7801">
            <a:extLst>
              <a:ext uri="{FF2B5EF4-FFF2-40B4-BE49-F238E27FC236}">
                <a16:creationId xmlns:a16="http://schemas.microsoft.com/office/drawing/2014/main" id="{CAFB063E-1EFE-4DB4-AEFF-5EF7AE1F897C}"/>
              </a:ext>
            </a:extLst>
          </p:cNvPr>
          <p:cNvSpPr>
            <a:spLocks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7802">
            <a:extLst>
              <a:ext uri="{FF2B5EF4-FFF2-40B4-BE49-F238E27FC236}">
                <a16:creationId xmlns:a16="http://schemas.microsoft.com/office/drawing/2014/main" id="{42299020-BCD6-4CB7-AC3B-A338A8E825AA}"/>
              </a:ext>
            </a:extLst>
          </p:cNvPr>
          <p:cNvSpPr>
            <a:spLocks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7803">
            <a:extLst>
              <a:ext uri="{FF2B5EF4-FFF2-40B4-BE49-F238E27FC236}">
                <a16:creationId xmlns:a16="http://schemas.microsoft.com/office/drawing/2014/main" id="{BA5A81D9-139A-4B46-A373-FCFF7145D03F}"/>
              </a:ext>
            </a:extLst>
          </p:cNvPr>
          <p:cNvSpPr>
            <a:spLocks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7804">
            <a:extLst>
              <a:ext uri="{FF2B5EF4-FFF2-40B4-BE49-F238E27FC236}">
                <a16:creationId xmlns:a16="http://schemas.microsoft.com/office/drawing/2014/main" id="{BAE5A6CE-A12B-4BFB-A56B-ABA6DA16CA7C}"/>
              </a:ext>
            </a:extLst>
          </p:cNvPr>
          <p:cNvSpPr>
            <a:spLocks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7805">
            <a:extLst>
              <a:ext uri="{FF2B5EF4-FFF2-40B4-BE49-F238E27FC236}">
                <a16:creationId xmlns:a16="http://schemas.microsoft.com/office/drawing/2014/main" id="{E8EFB78D-BF9F-4AC1-BC14-97AEDF501D58}"/>
              </a:ext>
            </a:extLst>
          </p:cNvPr>
          <p:cNvSpPr>
            <a:spLocks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7806">
            <a:extLst>
              <a:ext uri="{FF2B5EF4-FFF2-40B4-BE49-F238E27FC236}">
                <a16:creationId xmlns:a16="http://schemas.microsoft.com/office/drawing/2014/main" id="{2AB3D9C3-6FE5-43E9-A8F8-79755C52E04D}"/>
              </a:ext>
            </a:extLst>
          </p:cNvPr>
          <p:cNvSpPr>
            <a:spLocks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7807">
            <a:extLst>
              <a:ext uri="{FF2B5EF4-FFF2-40B4-BE49-F238E27FC236}">
                <a16:creationId xmlns:a16="http://schemas.microsoft.com/office/drawing/2014/main" id="{78512511-9B33-4931-B89E-83679E30499A}"/>
              </a:ext>
            </a:extLst>
          </p:cNvPr>
          <p:cNvSpPr>
            <a:spLocks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7808">
            <a:extLst>
              <a:ext uri="{FF2B5EF4-FFF2-40B4-BE49-F238E27FC236}">
                <a16:creationId xmlns:a16="http://schemas.microsoft.com/office/drawing/2014/main" id="{8A3AD19C-E7B7-4760-A130-03BAB2B0CE16}"/>
              </a:ext>
            </a:extLst>
          </p:cNvPr>
          <p:cNvSpPr>
            <a:spLocks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7809">
            <a:extLst>
              <a:ext uri="{FF2B5EF4-FFF2-40B4-BE49-F238E27FC236}">
                <a16:creationId xmlns:a16="http://schemas.microsoft.com/office/drawing/2014/main" id="{AE0070C5-A4AA-40E7-B4ED-1544AF79EEFD}"/>
              </a:ext>
            </a:extLst>
          </p:cNvPr>
          <p:cNvSpPr>
            <a:spLocks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7810">
            <a:extLst>
              <a:ext uri="{FF2B5EF4-FFF2-40B4-BE49-F238E27FC236}">
                <a16:creationId xmlns:a16="http://schemas.microsoft.com/office/drawing/2014/main" id="{2FB5B3A3-F256-4B82-9CBA-3EF4D0CD835A}"/>
              </a:ext>
            </a:extLst>
          </p:cNvPr>
          <p:cNvSpPr>
            <a:spLocks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7811">
            <a:extLst>
              <a:ext uri="{FF2B5EF4-FFF2-40B4-BE49-F238E27FC236}">
                <a16:creationId xmlns:a16="http://schemas.microsoft.com/office/drawing/2014/main" id="{06482C1B-312A-4D4B-8212-3BB856011C5A}"/>
              </a:ext>
            </a:extLst>
          </p:cNvPr>
          <p:cNvSpPr>
            <a:spLocks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7812">
            <a:extLst>
              <a:ext uri="{FF2B5EF4-FFF2-40B4-BE49-F238E27FC236}">
                <a16:creationId xmlns:a16="http://schemas.microsoft.com/office/drawing/2014/main" id="{33B711AD-27B1-4EAC-94A4-E18FF10D07F0}"/>
              </a:ext>
            </a:extLst>
          </p:cNvPr>
          <p:cNvSpPr>
            <a:spLocks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7813">
            <a:extLst>
              <a:ext uri="{FF2B5EF4-FFF2-40B4-BE49-F238E27FC236}">
                <a16:creationId xmlns:a16="http://schemas.microsoft.com/office/drawing/2014/main" id="{9E7E2FD7-406C-4480-AA1B-954BDC69806C}"/>
              </a:ext>
            </a:extLst>
          </p:cNvPr>
          <p:cNvSpPr>
            <a:spLocks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7814">
            <a:extLst>
              <a:ext uri="{FF2B5EF4-FFF2-40B4-BE49-F238E27FC236}">
                <a16:creationId xmlns:a16="http://schemas.microsoft.com/office/drawing/2014/main" id="{9CB85065-8906-4F9C-9545-5F70BF16881A}"/>
              </a:ext>
            </a:extLst>
          </p:cNvPr>
          <p:cNvSpPr>
            <a:spLocks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7815">
            <a:extLst>
              <a:ext uri="{FF2B5EF4-FFF2-40B4-BE49-F238E27FC236}">
                <a16:creationId xmlns:a16="http://schemas.microsoft.com/office/drawing/2014/main" id="{1CECB577-7CC9-4750-8306-3BBA3BD2207F}"/>
              </a:ext>
            </a:extLst>
          </p:cNvPr>
          <p:cNvSpPr>
            <a:spLocks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7816">
            <a:extLst>
              <a:ext uri="{FF2B5EF4-FFF2-40B4-BE49-F238E27FC236}">
                <a16:creationId xmlns:a16="http://schemas.microsoft.com/office/drawing/2014/main" id="{4A48F4F1-7F27-4090-9979-89FEAB012C5F}"/>
              </a:ext>
            </a:extLst>
          </p:cNvPr>
          <p:cNvSpPr>
            <a:spLocks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7817">
            <a:extLst>
              <a:ext uri="{FF2B5EF4-FFF2-40B4-BE49-F238E27FC236}">
                <a16:creationId xmlns:a16="http://schemas.microsoft.com/office/drawing/2014/main" id="{AD5DE71D-A6A0-43C6-92D9-A971DB29F9D8}"/>
              </a:ext>
            </a:extLst>
          </p:cNvPr>
          <p:cNvSpPr>
            <a:spLocks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7818">
            <a:extLst>
              <a:ext uri="{FF2B5EF4-FFF2-40B4-BE49-F238E27FC236}">
                <a16:creationId xmlns:a16="http://schemas.microsoft.com/office/drawing/2014/main" id="{EAA00667-3124-44BC-BD19-494F6C8AF371}"/>
              </a:ext>
            </a:extLst>
          </p:cNvPr>
          <p:cNvSpPr>
            <a:spLocks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7819">
            <a:extLst>
              <a:ext uri="{FF2B5EF4-FFF2-40B4-BE49-F238E27FC236}">
                <a16:creationId xmlns:a16="http://schemas.microsoft.com/office/drawing/2014/main" id="{58AC5E17-94A8-464D-BADE-CF8B679F781C}"/>
              </a:ext>
            </a:extLst>
          </p:cNvPr>
          <p:cNvSpPr>
            <a:spLocks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7820">
            <a:extLst>
              <a:ext uri="{FF2B5EF4-FFF2-40B4-BE49-F238E27FC236}">
                <a16:creationId xmlns:a16="http://schemas.microsoft.com/office/drawing/2014/main" id="{E6E4DD18-0B50-40DD-B525-2B8A6DB66D82}"/>
              </a:ext>
            </a:extLst>
          </p:cNvPr>
          <p:cNvSpPr>
            <a:spLocks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7821">
            <a:extLst>
              <a:ext uri="{FF2B5EF4-FFF2-40B4-BE49-F238E27FC236}">
                <a16:creationId xmlns:a16="http://schemas.microsoft.com/office/drawing/2014/main" id="{A1D69799-8247-4003-BD5C-E5F540CBF2D6}"/>
              </a:ext>
            </a:extLst>
          </p:cNvPr>
          <p:cNvSpPr>
            <a:spLocks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7822">
            <a:extLst>
              <a:ext uri="{FF2B5EF4-FFF2-40B4-BE49-F238E27FC236}">
                <a16:creationId xmlns:a16="http://schemas.microsoft.com/office/drawing/2014/main" id="{52EA49F0-851F-44A5-BE95-9826246305F3}"/>
              </a:ext>
            </a:extLst>
          </p:cNvPr>
          <p:cNvSpPr>
            <a:spLocks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7823">
            <a:extLst>
              <a:ext uri="{FF2B5EF4-FFF2-40B4-BE49-F238E27FC236}">
                <a16:creationId xmlns:a16="http://schemas.microsoft.com/office/drawing/2014/main" id="{9FB92E47-BC85-4086-AF68-711BEB77A4A5}"/>
              </a:ext>
            </a:extLst>
          </p:cNvPr>
          <p:cNvSpPr>
            <a:spLocks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7824">
            <a:extLst>
              <a:ext uri="{FF2B5EF4-FFF2-40B4-BE49-F238E27FC236}">
                <a16:creationId xmlns:a16="http://schemas.microsoft.com/office/drawing/2014/main" id="{A517DD0D-9C4C-4C4D-BD60-70B75CE31B22}"/>
              </a:ext>
            </a:extLst>
          </p:cNvPr>
          <p:cNvSpPr>
            <a:spLocks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7825">
            <a:extLst>
              <a:ext uri="{FF2B5EF4-FFF2-40B4-BE49-F238E27FC236}">
                <a16:creationId xmlns:a16="http://schemas.microsoft.com/office/drawing/2014/main" id="{95B2166D-D2A1-4C78-8045-EC174D70B60C}"/>
              </a:ext>
            </a:extLst>
          </p:cNvPr>
          <p:cNvSpPr>
            <a:spLocks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7826">
            <a:extLst>
              <a:ext uri="{FF2B5EF4-FFF2-40B4-BE49-F238E27FC236}">
                <a16:creationId xmlns:a16="http://schemas.microsoft.com/office/drawing/2014/main" id="{F2958834-A063-4812-987F-47FC7FF0956D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7827">
            <a:extLst>
              <a:ext uri="{FF2B5EF4-FFF2-40B4-BE49-F238E27FC236}">
                <a16:creationId xmlns:a16="http://schemas.microsoft.com/office/drawing/2014/main" id="{7131338E-78B1-4EF3-8CD0-B5A3114EF110}"/>
              </a:ext>
            </a:extLst>
          </p:cNvPr>
          <p:cNvSpPr>
            <a:spLocks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7828">
            <a:extLst>
              <a:ext uri="{FF2B5EF4-FFF2-40B4-BE49-F238E27FC236}">
                <a16:creationId xmlns:a16="http://schemas.microsoft.com/office/drawing/2014/main" id="{52603DF6-BE76-44A5-839C-C029537B0848}"/>
              </a:ext>
            </a:extLst>
          </p:cNvPr>
          <p:cNvSpPr>
            <a:spLocks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7829">
            <a:extLst>
              <a:ext uri="{FF2B5EF4-FFF2-40B4-BE49-F238E27FC236}">
                <a16:creationId xmlns:a16="http://schemas.microsoft.com/office/drawing/2014/main" id="{A181A6E2-A0D5-4865-89B7-BE20595B4AFC}"/>
              </a:ext>
            </a:extLst>
          </p:cNvPr>
          <p:cNvSpPr>
            <a:spLocks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7830">
            <a:extLst>
              <a:ext uri="{FF2B5EF4-FFF2-40B4-BE49-F238E27FC236}">
                <a16:creationId xmlns:a16="http://schemas.microsoft.com/office/drawing/2014/main" id="{11202EA8-7ACA-451E-88FA-32B237BD1AC6}"/>
              </a:ext>
            </a:extLst>
          </p:cNvPr>
          <p:cNvSpPr>
            <a:spLocks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7831">
            <a:extLst>
              <a:ext uri="{FF2B5EF4-FFF2-40B4-BE49-F238E27FC236}">
                <a16:creationId xmlns:a16="http://schemas.microsoft.com/office/drawing/2014/main" id="{A87122D7-AD16-4D1F-BCB1-0AE2C3BCC872}"/>
              </a:ext>
            </a:extLst>
          </p:cNvPr>
          <p:cNvSpPr>
            <a:spLocks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7832">
            <a:extLst>
              <a:ext uri="{FF2B5EF4-FFF2-40B4-BE49-F238E27FC236}">
                <a16:creationId xmlns:a16="http://schemas.microsoft.com/office/drawing/2014/main" id="{914A2F8B-A565-4B57-B0B3-69A1F5FB9314}"/>
              </a:ext>
            </a:extLst>
          </p:cNvPr>
          <p:cNvSpPr>
            <a:spLocks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7833">
            <a:extLst>
              <a:ext uri="{FF2B5EF4-FFF2-40B4-BE49-F238E27FC236}">
                <a16:creationId xmlns:a16="http://schemas.microsoft.com/office/drawing/2014/main" id="{0C74DEF1-E3DE-47CE-9674-161CCBE08499}"/>
              </a:ext>
            </a:extLst>
          </p:cNvPr>
          <p:cNvSpPr>
            <a:spLocks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7834">
            <a:extLst>
              <a:ext uri="{FF2B5EF4-FFF2-40B4-BE49-F238E27FC236}">
                <a16:creationId xmlns:a16="http://schemas.microsoft.com/office/drawing/2014/main" id="{ED5E17CE-C6E8-4AD3-BD03-BB6D4FD51D0E}"/>
              </a:ext>
            </a:extLst>
          </p:cNvPr>
          <p:cNvSpPr>
            <a:spLocks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7835">
            <a:extLst>
              <a:ext uri="{FF2B5EF4-FFF2-40B4-BE49-F238E27FC236}">
                <a16:creationId xmlns:a16="http://schemas.microsoft.com/office/drawing/2014/main" id="{4DCAF725-7259-4F83-9FB4-C04F4292588C}"/>
              </a:ext>
            </a:extLst>
          </p:cNvPr>
          <p:cNvSpPr>
            <a:spLocks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7836">
            <a:extLst>
              <a:ext uri="{FF2B5EF4-FFF2-40B4-BE49-F238E27FC236}">
                <a16:creationId xmlns:a16="http://schemas.microsoft.com/office/drawing/2014/main" id="{C9F7BEFD-6315-4736-8714-ECF8006FB72C}"/>
              </a:ext>
            </a:extLst>
          </p:cNvPr>
          <p:cNvSpPr>
            <a:spLocks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7837">
            <a:extLst>
              <a:ext uri="{FF2B5EF4-FFF2-40B4-BE49-F238E27FC236}">
                <a16:creationId xmlns:a16="http://schemas.microsoft.com/office/drawing/2014/main" id="{2989C887-C021-4C91-B0FB-F4E25C867DBE}"/>
              </a:ext>
            </a:extLst>
          </p:cNvPr>
          <p:cNvSpPr>
            <a:spLocks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7838">
            <a:extLst>
              <a:ext uri="{FF2B5EF4-FFF2-40B4-BE49-F238E27FC236}">
                <a16:creationId xmlns:a16="http://schemas.microsoft.com/office/drawing/2014/main" id="{B149FA5F-7EDD-4892-80A4-7F7B9210232D}"/>
              </a:ext>
            </a:extLst>
          </p:cNvPr>
          <p:cNvSpPr>
            <a:spLocks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7839">
            <a:extLst>
              <a:ext uri="{FF2B5EF4-FFF2-40B4-BE49-F238E27FC236}">
                <a16:creationId xmlns:a16="http://schemas.microsoft.com/office/drawing/2014/main" id="{91558FDD-FB91-41A4-835B-FB57E7DBBDD5}"/>
              </a:ext>
            </a:extLst>
          </p:cNvPr>
          <p:cNvSpPr>
            <a:spLocks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7840">
            <a:extLst>
              <a:ext uri="{FF2B5EF4-FFF2-40B4-BE49-F238E27FC236}">
                <a16:creationId xmlns:a16="http://schemas.microsoft.com/office/drawing/2014/main" id="{FE7EFADF-B2B0-41E9-9BA6-68A32A2E4294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7841">
            <a:extLst>
              <a:ext uri="{FF2B5EF4-FFF2-40B4-BE49-F238E27FC236}">
                <a16:creationId xmlns:a16="http://schemas.microsoft.com/office/drawing/2014/main" id="{EC3F1866-B015-4E52-8BC6-7B1E7D983AAA}"/>
              </a:ext>
            </a:extLst>
          </p:cNvPr>
          <p:cNvSpPr>
            <a:spLocks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7842">
            <a:extLst>
              <a:ext uri="{FF2B5EF4-FFF2-40B4-BE49-F238E27FC236}">
                <a16:creationId xmlns:a16="http://schemas.microsoft.com/office/drawing/2014/main" id="{D8189EFA-267C-44C7-B6A0-34B512D2FB01}"/>
              </a:ext>
            </a:extLst>
          </p:cNvPr>
          <p:cNvSpPr>
            <a:spLocks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7843">
            <a:extLst>
              <a:ext uri="{FF2B5EF4-FFF2-40B4-BE49-F238E27FC236}">
                <a16:creationId xmlns:a16="http://schemas.microsoft.com/office/drawing/2014/main" id="{896E6D3B-46A5-49AE-B322-C53E5F5FE12B}"/>
              </a:ext>
            </a:extLst>
          </p:cNvPr>
          <p:cNvSpPr>
            <a:spLocks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7844">
            <a:extLst>
              <a:ext uri="{FF2B5EF4-FFF2-40B4-BE49-F238E27FC236}">
                <a16:creationId xmlns:a16="http://schemas.microsoft.com/office/drawing/2014/main" id="{7E3C77B2-4B98-4ED0-838F-E2C406E0D534}"/>
              </a:ext>
            </a:extLst>
          </p:cNvPr>
          <p:cNvSpPr>
            <a:spLocks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7845">
            <a:extLst>
              <a:ext uri="{FF2B5EF4-FFF2-40B4-BE49-F238E27FC236}">
                <a16:creationId xmlns:a16="http://schemas.microsoft.com/office/drawing/2014/main" id="{811FF7EB-0264-4804-B83F-1A3B69DDCEA7}"/>
              </a:ext>
            </a:extLst>
          </p:cNvPr>
          <p:cNvSpPr>
            <a:spLocks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7846">
            <a:extLst>
              <a:ext uri="{FF2B5EF4-FFF2-40B4-BE49-F238E27FC236}">
                <a16:creationId xmlns:a16="http://schemas.microsoft.com/office/drawing/2014/main" id="{4C1DFAF7-D218-4DCF-BB8C-5AD3EA13604F}"/>
              </a:ext>
            </a:extLst>
          </p:cNvPr>
          <p:cNvSpPr>
            <a:spLocks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7847">
            <a:extLst>
              <a:ext uri="{FF2B5EF4-FFF2-40B4-BE49-F238E27FC236}">
                <a16:creationId xmlns:a16="http://schemas.microsoft.com/office/drawing/2014/main" id="{BD947B5C-455B-452C-8E6E-CF9DB6C8087B}"/>
              </a:ext>
            </a:extLst>
          </p:cNvPr>
          <p:cNvSpPr>
            <a:spLocks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7848">
            <a:extLst>
              <a:ext uri="{FF2B5EF4-FFF2-40B4-BE49-F238E27FC236}">
                <a16:creationId xmlns:a16="http://schemas.microsoft.com/office/drawing/2014/main" id="{81521589-9A3B-4840-8F29-569ABF9C03B7}"/>
              </a:ext>
            </a:extLst>
          </p:cNvPr>
          <p:cNvSpPr>
            <a:spLocks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7849">
            <a:extLst>
              <a:ext uri="{FF2B5EF4-FFF2-40B4-BE49-F238E27FC236}">
                <a16:creationId xmlns:a16="http://schemas.microsoft.com/office/drawing/2014/main" id="{33F67790-DAE0-439B-B475-A9461AD3FBC6}"/>
              </a:ext>
            </a:extLst>
          </p:cNvPr>
          <p:cNvSpPr>
            <a:spLocks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7850">
            <a:extLst>
              <a:ext uri="{FF2B5EF4-FFF2-40B4-BE49-F238E27FC236}">
                <a16:creationId xmlns:a16="http://schemas.microsoft.com/office/drawing/2014/main" id="{98E8AC06-065B-44BC-A1A3-2848344E6115}"/>
              </a:ext>
            </a:extLst>
          </p:cNvPr>
          <p:cNvSpPr>
            <a:spLocks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7851">
            <a:extLst>
              <a:ext uri="{FF2B5EF4-FFF2-40B4-BE49-F238E27FC236}">
                <a16:creationId xmlns:a16="http://schemas.microsoft.com/office/drawing/2014/main" id="{68D17D55-2625-4361-A5D8-B7E7C4B8BC80}"/>
              </a:ext>
            </a:extLst>
          </p:cNvPr>
          <p:cNvSpPr>
            <a:spLocks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7852">
            <a:extLst>
              <a:ext uri="{FF2B5EF4-FFF2-40B4-BE49-F238E27FC236}">
                <a16:creationId xmlns:a16="http://schemas.microsoft.com/office/drawing/2014/main" id="{72E9EB0C-B435-4651-B50F-4D60356F186B}"/>
              </a:ext>
            </a:extLst>
          </p:cNvPr>
          <p:cNvSpPr>
            <a:spLocks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7853">
            <a:extLst>
              <a:ext uri="{FF2B5EF4-FFF2-40B4-BE49-F238E27FC236}">
                <a16:creationId xmlns:a16="http://schemas.microsoft.com/office/drawing/2014/main" id="{7EFB03A6-9F75-47BB-AE48-F50BBCBF52C2}"/>
              </a:ext>
            </a:extLst>
          </p:cNvPr>
          <p:cNvSpPr>
            <a:spLocks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7854">
            <a:extLst>
              <a:ext uri="{FF2B5EF4-FFF2-40B4-BE49-F238E27FC236}">
                <a16:creationId xmlns:a16="http://schemas.microsoft.com/office/drawing/2014/main" id="{6D69D3AD-7B27-409C-A4E9-2389851492C2}"/>
              </a:ext>
            </a:extLst>
          </p:cNvPr>
          <p:cNvSpPr>
            <a:spLocks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7855">
            <a:extLst>
              <a:ext uri="{FF2B5EF4-FFF2-40B4-BE49-F238E27FC236}">
                <a16:creationId xmlns:a16="http://schemas.microsoft.com/office/drawing/2014/main" id="{AC9C1FA3-2798-4DB7-9B4D-FF73D556051D}"/>
              </a:ext>
            </a:extLst>
          </p:cNvPr>
          <p:cNvSpPr>
            <a:spLocks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7856">
            <a:extLst>
              <a:ext uri="{FF2B5EF4-FFF2-40B4-BE49-F238E27FC236}">
                <a16:creationId xmlns:a16="http://schemas.microsoft.com/office/drawing/2014/main" id="{CBCF3A91-1C27-44AC-8ECB-72ADA88E4960}"/>
              </a:ext>
            </a:extLst>
          </p:cNvPr>
          <p:cNvSpPr>
            <a:spLocks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7857">
            <a:extLst>
              <a:ext uri="{FF2B5EF4-FFF2-40B4-BE49-F238E27FC236}">
                <a16:creationId xmlns:a16="http://schemas.microsoft.com/office/drawing/2014/main" id="{6369AA46-80F8-4BCE-A62A-EE653B273531}"/>
              </a:ext>
            </a:extLst>
          </p:cNvPr>
          <p:cNvSpPr>
            <a:spLocks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7858">
            <a:extLst>
              <a:ext uri="{FF2B5EF4-FFF2-40B4-BE49-F238E27FC236}">
                <a16:creationId xmlns:a16="http://schemas.microsoft.com/office/drawing/2014/main" id="{55D71978-B647-4DC4-8640-EEE86D3E2A6F}"/>
              </a:ext>
            </a:extLst>
          </p:cNvPr>
          <p:cNvSpPr>
            <a:spLocks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7859">
            <a:extLst>
              <a:ext uri="{FF2B5EF4-FFF2-40B4-BE49-F238E27FC236}">
                <a16:creationId xmlns:a16="http://schemas.microsoft.com/office/drawing/2014/main" id="{D02B3807-9F5E-4471-A62E-DA1D857644EA}"/>
              </a:ext>
            </a:extLst>
          </p:cNvPr>
          <p:cNvSpPr>
            <a:spLocks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7860">
            <a:extLst>
              <a:ext uri="{FF2B5EF4-FFF2-40B4-BE49-F238E27FC236}">
                <a16:creationId xmlns:a16="http://schemas.microsoft.com/office/drawing/2014/main" id="{50AB48E0-5403-4984-8199-85C6662CCCA7}"/>
              </a:ext>
            </a:extLst>
          </p:cNvPr>
          <p:cNvSpPr>
            <a:spLocks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7861">
            <a:extLst>
              <a:ext uri="{FF2B5EF4-FFF2-40B4-BE49-F238E27FC236}">
                <a16:creationId xmlns:a16="http://schemas.microsoft.com/office/drawing/2014/main" id="{AEA51A25-0DA0-4119-B4E9-043574194F60}"/>
              </a:ext>
            </a:extLst>
          </p:cNvPr>
          <p:cNvSpPr>
            <a:spLocks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7862">
            <a:extLst>
              <a:ext uri="{FF2B5EF4-FFF2-40B4-BE49-F238E27FC236}">
                <a16:creationId xmlns:a16="http://schemas.microsoft.com/office/drawing/2014/main" id="{4B74DA34-A316-4DFC-82F6-6C19D1E43F9B}"/>
              </a:ext>
            </a:extLst>
          </p:cNvPr>
          <p:cNvSpPr>
            <a:spLocks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7863">
            <a:extLst>
              <a:ext uri="{FF2B5EF4-FFF2-40B4-BE49-F238E27FC236}">
                <a16:creationId xmlns:a16="http://schemas.microsoft.com/office/drawing/2014/main" id="{C65D2CA3-25F3-4197-B9EA-73042EC6E588}"/>
              </a:ext>
            </a:extLst>
          </p:cNvPr>
          <p:cNvSpPr>
            <a:spLocks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7864">
            <a:extLst>
              <a:ext uri="{FF2B5EF4-FFF2-40B4-BE49-F238E27FC236}">
                <a16:creationId xmlns:a16="http://schemas.microsoft.com/office/drawing/2014/main" id="{DAA59A7F-A27C-4547-968D-1DC1BD73D922}"/>
              </a:ext>
            </a:extLst>
          </p:cNvPr>
          <p:cNvSpPr>
            <a:spLocks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7865">
            <a:extLst>
              <a:ext uri="{FF2B5EF4-FFF2-40B4-BE49-F238E27FC236}">
                <a16:creationId xmlns:a16="http://schemas.microsoft.com/office/drawing/2014/main" id="{6D4301BA-9158-4F74-B44C-80E6FDF5366E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7866">
            <a:extLst>
              <a:ext uri="{FF2B5EF4-FFF2-40B4-BE49-F238E27FC236}">
                <a16:creationId xmlns:a16="http://schemas.microsoft.com/office/drawing/2014/main" id="{90865FA4-EE24-46CF-97E8-E4542EB77887}"/>
              </a:ext>
            </a:extLst>
          </p:cNvPr>
          <p:cNvSpPr>
            <a:spLocks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7867">
            <a:extLst>
              <a:ext uri="{FF2B5EF4-FFF2-40B4-BE49-F238E27FC236}">
                <a16:creationId xmlns:a16="http://schemas.microsoft.com/office/drawing/2014/main" id="{4C9F938C-4EDE-4530-919B-2088DFBEEB50}"/>
              </a:ext>
            </a:extLst>
          </p:cNvPr>
          <p:cNvSpPr>
            <a:spLocks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7868">
            <a:extLst>
              <a:ext uri="{FF2B5EF4-FFF2-40B4-BE49-F238E27FC236}">
                <a16:creationId xmlns:a16="http://schemas.microsoft.com/office/drawing/2014/main" id="{804A6937-263D-42FF-9BE9-3842AECE40C7}"/>
              </a:ext>
            </a:extLst>
          </p:cNvPr>
          <p:cNvSpPr>
            <a:spLocks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7869">
            <a:extLst>
              <a:ext uri="{FF2B5EF4-FFF2-40B4-BE49-F238E27FC236}">
                <a16:creationId xmlns:a16="http://schemas.microsoft.com/office/drawing/2014/main" id="{C103E51E-FE7E-4575-820B-F686AFC125D2}"/>
              </a:ext>
            </a:extLst>
          </p:cNvPr>
          <p:cNvSpPr>
            <a:spLocks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7870">
            <a:extLst>
              <a:ext uri="{FF2B5EF4-FFF2-40B4-BE49-F238E27FC236}">
                <a16:creationId xmlns:a16="http://schemas.microsoft.com/office/drawing/2014/main" id="{E651CD41-E347-48AD-BD91-BB0D171A687D}"/>
              </a:ext>
            </a:extLst>
          </p:cNvPr>
          <p:cNvSpPr>
            <a:spLocks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7871">
            <a:extLst>
              <a:ext uri="{FF2B5EF4-FFF2-40B4-BE49-F238E27FC236}">
                <a16:creationId xmlns:a16="http://schemas.microsoft.com/office/drawing/2014/main" id="{6538F94C-101D-4CFF-818A-5F54D9DDDF15}"/>
              </a:ext>
            </a:extLst>
          </p:cNvPr>
          <p:cNvSpPr>
            <a:spLocks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7872">
            <a:extLst>
              <a:ext uri="{FF2B5EF4-FFF2-40B4-BE49-F238E27FC236}">
                <a16:creationId xmlns:a16="http://schemas.microsoft.com/office/drawing/2014/main" id="{F9D1768C-2CEA-4B1F-8DC0-F07607520449}"/>
              </a:ext>
            </a:extLst>
          </p:cNvPr>
          <p:cNvSpPr>
            <a:spLocks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7873">
            <a:extLst>
              <a:ext uri="{FF2B5EF4-FFF2-40B4-BE49-F238E27FC236}">
                <a16:creationId xmlns:a16="http://schemas.microsoft.com/office/drawing/2014/main" id="{33201120-722C-4258-AE95-25FC2A35E57A}"/>
              </a:ext>
            </a:extLst>
          </p:cNvPr>
          <p:cNvSpPr>
            <a:spLocks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7874">
            <a:extLst>
              <a:ext uri="{FF2B5EF4-FFF2-40B4-BE49-F238E27FC236}">
                <a16:creationId xmlns:a16="http://schemas.microsoft.com/office/drawing/2014/main" id="{A7D7B312-D27D-4A7E-8351-2D9B42B1DD3D}"/>
              </a:ext>
            </a:extLst>
          </p:cNvPr>
          <p:cNvSpPr>
            <a:spLocks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7875">
            <a:extLst>
              <a:ext uri="{FF2B5EF4-FFF2-40B4-BE49-F238E27FC236}">
                <a16:creationId xmlns:a16="http://schemas.microsoft.com/office/drawing/2014/main" id="{AA8955A2-F71E-4522-819B-29F18E9F31CE}"/>
              </a:ext>
            </a:extLst>
          </p:cNvPr>
          <p:cNvSpPr>
            <a:spLocks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7876">
            <a:extLst>
              <a:ext uri="{FF2B5EF4-FFF2-40B4-BE49-F238E27FC236}">
                <a16:creationId xmlns:a16="http://schemas.microsoft.com/office/drawing/2014/main" id="{8221308A-6CCF-4232-980D-B811EA02F954}"/>
              </a:ext>
            </a:extLst>
          </p:cNvPr>
          <p:cNvSpPr>
            <a:spLocks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7877">
            <a:extLst>
              <a:ext uri="{FF2B5EF4-FFF2-40B4-BE49-F238E27FC236}">
                <a16:creationId xmlns:a16="http://schemas.microsoft.com/office/drawing/2014/main" id="{F1C817B7-C5BE-4C38-9AC9-81ECFFA0974E}"/>
              </a:ext>
            </a:extLst>
          </p:cNvPr>
          <p:cNvSpPr>
            <a:spLocks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7878">
            <a:extLst>
              <a:ext uri="{FF2B5EF4-FFF2-40B4-BE49-F238E27FC236}">
                <a16:creationId xmlns:a16="http://schemas.microsoft.com/office/drawing/2014/main" id="{160B00EC-F815-4D2A-906B-56301122E935}"/>
              </a:ext>
            </a:extLst>
          </p:cNvPr>
          <p:cNvSpPr>
            <a:spLocks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7879">
            <a:extLst>
              <a:ext uri="{FF2B5EF4-FFF2-40B4-BE49-F238E27FC236}">
                <a16:creationId xmlns:a16="http://schemas.microsoft.com/office/drawing/2014/main" id="{5C0AF40F-9FCF-4C7A-B7B9-5A461D7DB7D6}"/>
              </a:ext>
            </a:extLst>
          </p:cNvPr>
          <p:cNvSpPr>
            <a:spLocks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7880">
            <a:extLst>
              <a:ext uri="{FF2B5EF4-FFF2-40B4-BE49-F238E27FC236}">
                <a16:creationId xmlns:a16="http://schemas.microsoft.com/office/drawing/2014/main" id="{10C44BDD-3777-47C6-919C-C69D440F69DD}"/>
              </a:ext>
            </a:extLst>
          </p:cNvPr>
          <p:cNvSpPr>
            <a:spLocks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7881">
            <a:extLst>
              <a:ext uri="{FF2B5EF4-FFF2-40B4-BE49-F238E27FC236}">
                <a16:creationId xmlns:a16="http://schemas.microsoft.com/office/drawing/2014/main" id="{A381C6D4-DD54-46AE-994E-AB36204C5AC0}"/>
              </a:ext>
            </a:extLst>
          </p:cNvPr>
          <p:cNvSpPr>
            <a:spLocks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7882">
            <a:extLst>
              <a:ext uri="{FF2B5EF4-FFF2-40B4-BE49-F238E27FC236}">
                <a16:creationId xmlns:a16="http://schemas.microsoft.com/office/drawing/2014/main" id="{FD16772D-91E9-4204-ACD6-C5B27B2E728E}"/>
              </a:ext>
            </a:extLst>
          </p:cNvPr>
          <p:cNvSpPr>
            <a:spLocks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7883">
            <a:extLst>
              <a:ext uri="{FF2B5EF4-FFF2-40B4-BE49-F238E27FC236}">
                <a16:creationId xmlns:a16="http://schemas.microsoft.com/office/drawing/2014/main" id="{AF8373EB-A609-4C38-A480-7535D0FB724B}"/>
              </a:ext>
            </a:extLst>
          </p:cNvPr>
          <p:cNvSpPr>
            <a:spLocks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7884">
            <a:extLst>
              <a:ext uri="{FF2B5EF4-FFF2-40B4-BE49-F238E27FC236}">
                <a16:creationId xmlns:a16="http://schemas.microsoft.com/office/drawing/2014/main" id="{7DAA2EA0-E25D-403C-A38C-E11D50865CB2}"/>
              </a:ext>
            </a:extLst>
          </p:cNvPr>
          <p:cNvSpPr>
            <a:spLocks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7885">
            <a:extLst>
              <a:ext uri="{FF2B5EF4-FFF2-40B4-BE49-F238E27FC236}">
                <a16:creationId xmlns:a16="http://schemas.microsoft.com/office/drawing/2014/main" id="{3093471A-7D6C-47C9-8C88-5E01E1D7D9B3}"/>
              </a:ext>
            </a:extLst>
          </p:cNvPr>
          <p:cNvSpPr>
            <a:spLocks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7886">
            <a:extLst>
              <a:ext uri="{FF2B5EF4-FFF2-40B4-BE49-F238E27FC236}">
                <a16:creationId xmlns:a16="http://schemas.microsoft.com/office/drawing/2014/main" id="{5BEC46B2-0E7B-42CB-A177-ABA1BB724DB8}"/>
              </a:ext>
            </a:extLst>
          </p:cNvPr>
          <p:cNvSpPr>
            <a:spLocks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7887">
            <a:extLst>
              <a:ext uri="{FF2B5EF4-FFF2-40B4-BE49-F238E27FC236}">
                <a16:creationId xmlns:a16="http://schemas.microsoft.com/office/drawing/2014/main" id="{0E771F27-46AF-4060-8B18-7A784549E06D}"/>
              </a:ext>
            </a:extLst>
          </p:cNvPr>
          <p:cNvSpPr>
            <a:spLocks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7888">
            <a:extLst>
              <a:ext uri="{FF2B5EF4-FFF2-40B4-BE49-F238E27FC236}">
                <a16:creationId xmlns:a16="http://schemas.microsoft.com/office/drawing/2014/main" id="{0842946E-3CA4-4DB0-B680-D77A83D7A98A}"/>
              </a:ext>
            </a:extLst>
          </p:cNvPr>
          <p:cNvSpPr>
            <a:spLocks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7889">
            <a:extLst>
              <a:ext uri="{FF2B5EF4-FFF2-40B4-BE49-F238E27FC236}">
                <a16:creationId xmlns:a16="http://schemas.microsoft.com/office/drawing/2014/main" id="{17031357-DA07-436C-8673-D1A65993746F}"/>
              </a:ext>
            </a:extLst>
          </p:cNvPr>
          <p:cNvSpPr>
            <a:spLocks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7890">
            <a:extLst>
              <a:ext uri="{FF2B5EF4-FFF2-40B4-BE49-F238E27FC236}">
                <a16:creationId xmlns:a16="http://schemas.microsoft.com/office/drawing/2014/main" id="{273A83C9-D78E-4046-A254-8E4A4A386B36}"/>
              </a:ext>
            </a:extLst>
          </p:cNvPr>
          <p:cNvSpPr>
            <a:spLocks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7891">
            <a:extLst>
              <a:ext uri="{FF2B5EF4-FFF2-40B4-BE49-F238E27FC236}">
                <a16:creationId xmlns:a16="http://schemas.microsoft.com/office/drawing/2014/main" id="{ACA35210-380E-4153-A8FD-A3FBE3B99255}"/>
              </a:ext>
            </a:extLst>
          </p:cNvPr>
          <p:cNvSpPr>
            <a:spLocks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7892">
            <a:extLst>
              <a:ext uri="{FF2B5EF4-FFF2-40B4-BE49-F238E27FC236}">
                <a16:creationId xmlns:a16="http://schemas.microsoft.com/office/drawing/2014/main" id="{A57F3EAE-584B-4634-924C-B5030D99CB8F}"/>
              </a:ext>
            </a:extLst>
          </p:cNvPr>
          <p:cNvSpPr>
            <a:spLocks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7893">
            <a:extLst>
              <a:ext uri="{FF2B5EF4-FFF2-40B4-BE49-F238E27FC236}">
                <a16:creationId xmlns:a16="http://schemas.microsoft.com/office/drawing/2014/main" id="{F20822E2-A0CD-4FB6-AC1A-C23B6AB136F0}"/>
              </a:ext>
            </a:extLst>
          </p:cNvPr>
          <p:cNvSpPr>
            <a:spLocks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7894">
            <a:extLst>
              <a:ext uri="{FF2B5EF4-FFF2-40B4-BE49-F238E27FC236}">
                <a16:creationId xmlns:a16="http://schemas.microsoft.com/office/drawing/2014/main" id="{BA8FF45E-A729-4230-BB2E-530264723462}"/>
              </a:ext>
            </a:extLst>
          </p:cNvPr>
          <p:cNvSpPr>
            <a:spLocks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7895">
            <a:extLst>
              <a:ext uri="{FF2B5EF4-FFF2-40B4-BE49-F238E27FC236}">
                <a16:creationId xmlns:a16="http://schemas.microsoft.com/office/drawing/2014/main" id="{0826739E-BCE2-47DF-ACD5-D6142B810FB4}"/>
              </a:ext>
            </a:extLst>
          </p:cNvPr>
          <p:cNvSpPr>
            <a:spLocks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7896">
            <a:extLst>
              <a:ext uri="{FF2B5EF4-FFF2-40B4-BE49-F238E27FC236}">
                <a16:creationId xmlns:a16="http://schemas.microsoft.com/office/drawing/2014/main" id="{E38D2BE4-B876-415A-A1D3-BE5184D4C8A3}"/>
              </a:ext>
            </a:extLst>
          </p:cNvPr>
          <p:cNvSpPr>
            <a:spLocks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7897">
            <a:extLst>
              <a:ext uri="{FF2B5EF4-FFF2-40B4-BE49-F238E27FC236}">
                <a16:creationId xmlns:a16="http://schemas.microsoft.com/office/drawing/2014/main" id="{480D1129-5A97-41DF-B8D5-95FE93B43E84}"/>
              </a:ext>
            </a:extLst>
          </p:cNvPr>
          <p:cNvSpPr>
            <a:spLocks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7898">
            <a:extLst>
              <a:ext uri="{FF2B5EF4-FFF2-40B4-BE49-F238E27FC236}">
                <a16:creationId xmlns:a16="http://schemas.microsoft.com/office/drawing/2014/main" id="{F32BEDBC-A02B-4E17-BE1D-BD5FDB97CB43}"/>
              </a:ext>
            </a:extLst>
          </p:cNvPr>
          <p:cNvSpPr>
            <a:spLocks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7899">
            <a:extLst>
              <a:ext uri="{FF2B5EF4-FFF2-40B4-BE49-F238E27FC236}">
                <a16:creationId xmlns:a16="http://schemas.microsoft.com/office/drawing/2014/main" id="{0BA49A78-B79A-4F97-8158-444B3A874E84}"/>
              </a:ext>
            </a:extLst>
          </p:cNvPr>
          <p:cNvSpPr>
            <a:spLocks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7900">
            <a:extLst>
              <a:ext uri="{FF2B5EF4-FFF2-40B4-BE49-F238E27FC236}">
                <a16:creationId xmlns:a16="http://schemas.microsoft.com/office/drawing/2014/main" id="{2BD3790E-8AF7-4717-A41B-6B684AE1EADC}"/>
              </a:ext>
            </a:extLst>
          </p:cNvPr>
          <p:cNvSpPr>
            <a:spLocks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7901">
            <a:extLst>
              <a:ext uri="{FF2B5EF4-FFF2-40B4-BE49-F238E27FC236}">
                <a16:creationId xmlns:a16="http://schemas.microsoft.com/office/drawing/2014/main" id="{5F14D851-F445-42AC-A96F-8CFAD2B3E04E}"/>
              </a:ext>
            </a:extLst>
          </p:cNvPr>
          <p:cNvSpPr>
            <a:spLocks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7902">
            <a:extLst>
              <a:ext uri="{FF2B5EF4-FFF2-40B4-BE49-F238E27FC236}">
                <a16:creationId xmlns:a16="http://schemas.microsoft.com/office/drawing/2014/main" id="{DC1DBBB8-F674-4502-832D-544DE7A388BB}"/>
              </a:ext>
            </a:extLst>
          </p:cNvPr>
          <p:cNvSpPr>
            <a:spLocks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7903">
            <a:extLst>
              <a:ext uri="{FF2B5EF4-FFF2-40B4-BE49-F238E27FC236}">
                <a16:creationId xmlns:a16="http://schemas.microsoft.com/office/drawing/2014/main" id="{263D884E-9E4B-4E40-8096-C2D9E8EDE8DC}"/>
              </a:ext>
            </a:extLst>
          </p:cNvPr>
          <p:cNvSpPr>
            <a:spLocks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7904">
            <a:extLst>
              <a:ext uri="{FF2B5EF4-FFF2-40B4-BE49-F238E27FC236}">
                <a16:creationId xmlns:a16="http://schemas.microsoft.com/office/drawing/2014/main" id="{5993ECC9-0FD2-43B9-9EDE-288795BDA510}"/>
              </a:ext>
            </a:extLst>
          </p:cNvPr>
          <p:cNvSpPr>
            <a:spLocks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7905">
            <a:extLst>
              <a:ext uri="{FF2B5EF4-FFF2-40B4-BE49-F238E27FC236}">
                <a16:creationId xmlns:a16="http://schemas.microsoft.com/office/drawing/2014/main" id="{3AE07482-1BDF-474B-871D-C4E2EAF0AD55}"/>
              </a:ext>
            </a:extLst>
          </p:cNvPr>
          <p:cNvSpPr>
            <a:spLocks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7906">
            <a:extLst>
              <a:ext uri="{FF2B5EF4-FFF2-40B4-BE49-F238E27FC236}">
                <a16:creationId xmlns:a16="http://schemas.microsoft.com/office/drawing/2014/main" id="{47EB5E06-FF3A-4963-83C6-9DE345AB7EA7}"/>
              </a:ext>
            </a:extLst>
          </p:cNvPr>
          <p:cNvSpPr>
            <a:spLocks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7907">
            <a:extLst>
              <a:ext uri="{FF2B5EF4-FFF2-40B4-BE49-F238E27FC236}">
                <a16:creationId xmlns:a16="http://schemas.microsoft.com/office/drawing/2014/main" id="{D89A5845-1C9C-465D-8787-9C5C71F7E03F}"/>
              </a:ext>
            </a:extLst>
          </p:cNvPr>
          <p:cNvSpPr>
            <a:spLocks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7908">
            <a:extLst>
              <a:ext uri="{FF2B5EF4-FFF2-40B4-BE49-F238E27FC236}">
                <a16:creationId xmlns:a16="http://schemas.microsoft.com/office/drawing/2014/main" id="{56451B87-C32D-4D5A-8C03-C147DC50E402}"/>
              </a:ext>
            </a:extLst>
          </p:cNvPr>
          <p:cNvSpPr>
            <a:spLocks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7909">
            <a:extLst>
              <a:ext uri="{FF2B5EF4-FFF2-40B4-BE49-F238E27FC236}">
                <a16:creationId xmlns:a16="http://schemas.microsoft.com/office/drawing/2014/main" id="{7DF7C4EE-F1A3-4CD5-A620-665F6DF74FCE}"/>
              </a:ext>
            </a:extLst>
          </p:cNvPr>
          <p:cNvSpPr>
            <a:spLocks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7910">
            <a:extLst>
              <a:ext uri="{FF2B5EF4-FFF2-40B4-BE49-F238E27FC236}">
                <a16:creationId xmlns:a16="http://schemas.microsoft.com/office/drawing/2014/main" id="{4A2A5E3C-278B-45DC-AA76-9592D4AFFB14}"/>
              </a:ext>
            </a:extLst>
          </p:cNvPr>
          <p:cNvSpPr>
            <a:spLocks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7911">
            <a:extLst>
              <a:ext uri="{FF2B5EF4-FFF2-40B4-BE49-F238E27FC236}">
                <a16:creationId xmlns:a16="http://schemas.microsoft.com/office/drawing/2014/main" id="{D7CA757E-E5DF-4E6B-8454-BA430A1D66A7}"/>
              </a:ext>
            </a:extLst>
          </p:cNvPr>
          <p:cNvSpPr>
            <a:spLocks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7912">
            <a:extLst>
              <a:ext uri="{FF2B5EF4-FFF2-40B4-BE49-F238E27FC236}">
                <a16:creationId xmlns:a16="http://schemas.microsoft.com/office/drawing/2014/main" id="{322AC287-48A9-4D4C-95E3-13CD8F78984D}"/>
              </a:ext>
            </a:extLst>
          </p:cNvPr>
          <p:cNvSpPr>
            <a:spLocks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7913">
            <a:extLst>
              <a:ext uri="{FF2B5EF4-FFF2-40B4-BE49-F238E27FC236}">
                <a16:creationId xmlns:a16="http://schemas.microsoft.com/office/drawing/2014/main" id="{B0EB9E76-5155-4661-831E-7F3C0713806B}"/>
              </a:ext>
            </a:extLst>
          </p:cNvPr>
          <p:cNvSpPr>
            <a:spLocks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7914">
            <a:extLst>
              <a:ext uri="{FF2B5EF4-FFF2-40B4-BE49-F238E27FC236}">
                <a16:creationId xmlns:a16="http://schemas.microsoft.com/office/drawing/2014/main" id="{4F6418F2-004B-431F-A3FA-8F47997093F8}"/>
              </a:ext>
            </a:extLst>
          </p:cNvPr>
          <p:cNvSpPr>
            <a:spLocks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7915">
            <a:extLst>
              <a:ext uri="{FF2B5EF4-FFF2-40B4-BE49-F238E27FC236}">
                <a16:creationId xmlns:a16="http://schemas.microsoft.com/office/drawing/2014/main" id="{09A0277F-3D8A-43B4-9070-1CA0544C6775}"/>
              </a:ext>
            </a:extLst>
          </p:cNvPr>
          <p:cNvSpPr>
            <a:spLocks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7916">
            <a:extLst>
              <a:ext uri="{FF2B5EF4-FFF2-40B4-BE49-F238E27FC236}">
                <a16:creationId xmlns:a16="http://schemas.microsoft.com/office/drawing/2014/main" id="{AF831E4C-44E0-4142-8B3D-8B3DF7AFF280}"/>
              </a:ext>
            </a:extLst>
          </p:cNvPr>
          <p:cNvSpPr>
            <a:spLocks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7917">
            <a:extLst>
              <a:ext uri="{FF2B5EF4-FFF2-40B4-BE49-F238E27FC236}">
                <a16:creationId xmlns:a16="http://schemas.microsoft.com/office/drawing/2014/main" id="{6BE4527A-4F7B-443D-B491-7E3B0502F6ED}"/>
              </a:ext>
            </a:extLst>
          </p:cNvPr>
          <p:cNvSpPr>
            <a:spLocks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7918">
            <a:extLst>
              <a:ext uri="{FF2B5EF4-FFF2-40B4-BE49-F238E27FC236}">
                <a16:creationId xmlns:a16="http://schemas.microsoft.com/office/drawing/2014/main" id="{BF3424C4-3D28-4926-B01F-0E4DCC3AF281}"/>
              </a:ext>
            </a:extLst>
          </p:cNvPr>
          <p:cNvSpPr>
            <a:spLocks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7919">
            <a:extLst>
              <a:ext uri="{FF2B5EF4-FFF2-40B4-BE49-F238E27FC236}">
                <a16:creationId xmlns:a16="http://schemas.microsoft.com/office/drawing/2014/main" id="{A80BB8E2-B9A4-4937-8769-1CC7B901CC49}"/>
              </a:ext>
            </a:extLst>
          </p:cNvPr>
          <p:cNvSpPr>
            <a:spLocks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7920">
            <a:extLst>
              <a:ext uri="{FF2B5EF4-FFF2-40B4-BE49-F238E27FC236}">
                <a16:creationId xmlns:a16="http://schemas.microsoft.com/office/drawing/2014/main" id="{B9D00C4E-C61A-4A16-9E16-7E7283C68A7E}"/>
              </a:ext>
            </a:extLst>
          </p:cNvPr>
          <p:cNvSpPr>
            <a:spLocks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7921">
            <a:extLst>
              <a:ext uri="{FF2B5EF4-FFF2-40B4-BE49-F238E27FC236}">
                <a16:creationId xmlns:a16="http://schemas.microsoft.com/office/drawing/2014/main" id="{B624037A-70D9-40E9-8C42-60D4F9737327}"/>
              </a:ext>
            </a:extLst>
          </p:cNvPr>
          <p:cNvSpPr>
            <a:spLocks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7922">
            <a:extLst>
              <a:ext uri="{FF2B5EF4-FFF2-40B4-BE49-F238E27FC236}">
                <a16:creationId xmlns:a16="http://schemas.microsoft.com/office/drawing/2014/main" id="{68034A1C-F2C8-474E-A04C-BD3C96EDDE37}"/>
              </a:ext>
            </a:extLst>
          </p:cNvPr>
          <p:cNvSpPr>
            <a:spLocks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7923">
            <a:extLst>
              <a:ext uri="{FF2B5EF4-FFF2-40B4-BE49-F238E27FC236}">
                <a16:creationId xmlns:a16="http://schemas.microsoft.com/office/drawing/2014/main" id="{D3877EEE-1A98-4144-B6A6-3ED80CE7DCF6}"/>
              </a:ext>
            </a:extLst>
          </p:cNvPr>
          <p:cNvSpPr>
            <a:spLocks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7924">
            <a:extLst>
              <a:ext uri="{FF2B5EF4-FFF2-40B4-BE49-F238E27FC236}">
                <a16:creationId xmlns:a16="http://schemas.microsoft.com/office/drawing/2014/main" id="{20DED253-9DA3-4E3D-86E8-D8C5B49F73A8}"/>
              </a:ext>
            </a:extLst>
          </p:cNvPr>
          <p:cNvSpPr>
            <a:spLocks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7925">
            <a:extLst>
              <a:ext uri="{FF2B5EF4-FFF2-40B4-BE49-F238E27FC236}">
                <a16:creationId xmlns:a16="http://schemas.microsoft.com/office/drawing/2014/main" id="{046C1171-3E03-4816-9F3D-C8D7D3FC559E}"/>
              </a:ext>
            </a:extLst>
          </p:cNvPr>
          <p:cNvSpPr>
            <a:spLocks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7926">
            <a:extLst>
              <a:ext uri="{FF2B5EF4-FFF2-40B4-BE49-F238E27FC236}">
                <a16:creationId xmlns:a16="http://schemas.microsoft.com/office/drawing/2014/main" id="{A7B893D6-463D-4D74-8DF1-4035FDF7C04E}"/>
              </a:ext>
            </a:extLst>
          </p:cNvPr>
          <p:cNvSpPr>
            <a:spLocks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7927">
            <a:extLst>
              <a:ext uri="{FF2B5EF4-FFF2-40B4-BE49-F238E27FC236}">
                <a16:creationId xmlns:a16="http://schemas.microsoft.com/office/drawing/2014/main" id="{C0CD41CE-DEAA-4AB1-B582-F8A3B19404A8}"/>
              </a:ext>
            </a:extLst>
          </p:cNvPr>
          <p:cNvSpPr>
            <a:spLocks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7928">
            <a:extLst>
              <a:ext uri="{FF2B5EF4-FFF2-40B4-BE49-F238E27FC236}">
                <a16:creationId xmlns:a16="http://schemas.microsoft.com/office/drawing/2014/main" id="{AC1BA2D8-E381-4777-BC5C-272714CE4725}"/>
              </a:ext>
            </a:extLst>
          </p:cNvPr>
          <p:cNvSpPr>
            <a:spLocks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7929">
            <a:extLst>
              <a:ext uri="{FF2B5EF4-FFF2-40B4-BE49-F238E27FC236}">
                <a16:creationId xmlns:a16="http://schemas.microsoft.com/office/drawing/2014/main" id="{B4F8A1C5-9673-44EC-876F-697AA3122C5A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7930">
            <a:extLst>
              <a:ext uri="{FF2B5EF4-FFF2-40B4-BE49-F238E27FC236}">
                <a16:creationId xmlns:a16="http://schemas.microsoft.com/office/drawing/2014/main" id="{98158CA0-A7B5-4A44-9EA8-1F351E630E8A}"/>
              </a:ext>
            </a:extLst>
          </p:cNvPr>
          <p:cNvSpPr>
            <a:spLocks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7931">
            <a:extLst>
              <a:ext uri="{FF2B5EF4-FFF2-40B4-BE49-F238E27FC236}">
                <a16:creationId xmlns:a16="http://schemas.microsoft.com/office/drawing/2014/main" id="{78A938AE-DF64-4230-9AB1-33BB7C49565C}"/>
              </a:ext>
            </a:extLst>
          </p:cNvPr>
          <p:cNvSpPr>
            <a:spLocks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7932">
            <a:extLst>
              <a:ext uri="{FF2B5EF4-FFF2-40B4-BE49-F238E27FC236}">
                <a16:creationId xmlns:a16="http://schemas.microsoft.com/office/drawing/2014/main" id="{56F85625-CE70-42CC-8B5C-C77896C6243C}"/>
              </a:ext>
            </a:extLst>
          </p:cNvPr>
          <p:cNvSpPr>
            <a:spLocks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7933">
            <a:extLst>
              <a:ext uri="{FF2B5EF4-FFF2-40B4-BE49-F238E27FC236}">
                <a16:creationId xmlns:a16="http://schemas.microsoft.com/office/drawing/2014/main" id="{D7A38A42-635E-45E1-B9CD-E9808335A590}"/>
              </a:ext>
            </a:extLst>
          </p:cNvPr>
          <p:cNvSpPr>
            <a:spLocks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7934">
            <a:extLst>
              <a:ext uri="{FF2B5EF4-FFF2-40B4-BE49-F238E27FC236}">
                <a16:creationId xmlns:a16="http://schemas.microsoft.com/office/drawing/2014/main" id="{B5F35723-10E3-4123-8ADE-3664FFF34B8B}"/>
              </a:ext>
            </a:extLst>
          </p:cNvPr>
          <p:cNvSpPr>
            <a:spLocks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7935">
            <a:extLst>
              <a:ext uri="{FF2B5EF4-FFF2-40B4-BE49-F238E27FC236}">
                <a16:creationId xmlns:a16="http://schemas.microsoft.com/office/drawing/2014/main" id="{FCD38176-9DF0-4948-A97D-C98AFDCF3CDA}"/>
              </a:ext>
            </a:extLst>
          </p:cNvPr>
          <p:cNvSpPr>
            <a:spLocks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7936">
            <a:extLst>
              <a:ext uri="{FF2B5EF4-FFF2-40B4-BE49-F238E27FC236}">
                <a16:creationId xmlns:a16="http://schemas.microsoft.com/office/drawing/2014/main" id="{730726D6-4275-4BF1-98EA-329EDBC991D8}"/>
              </a:ext>
            </a:extLst>
          </p:cNvPr>
          <p:cNvSpPr>
            <a:spLocks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7937">
            <a:extLst>
              <a:ext uri="{FF2B5EF4-FFF2-40B4-BE49-F238E27FC236}">
                <a16:creationId xmlns:a16="http://schemas.microsoft.com/office/drawing/2014/main" id="{91BBE8B7-39B8-4DED-8476-5754547B9995}"/>
              </a:ext>
            </a:extLst>
          </p:cNvPr>
          <p:cNvSpPr>
            <a:spLocks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7938">
            <a:extLst>
              <a:ext uri="{FF2B5EF4-FFF2-40B4-BE49-F238E27FC236}">
                <a16:creationId xmlns:a16="http://schemas.microsoft.com/office/drawing/2014/main" id="{52271731-302C-4BFB-A535-83B1A387621F}"/>
              </a:ext>
            </a:extLst>
          </p:cNvPr>
          <p:cNvSpPr>
            <a:spLocks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7939">
            <a:extLst>
              <a:ext uri="{FF2B5EF4-FFF2-40B4-BE49-F238E27FC236}">
                <a16:creationId xmlns:a16="http://schemas.microsoft.com/office/drawing/2014/main" id="{0EE337AA-4B3B-4044-9A72-EA6809A013EE}"/>
              </a:ext>
            </a:extLst>
          </p:cNvPr>
          <p:cNvSpPr>
            <a:spLocks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7940">
            <a:extLst>
              <a:ext uri="{FF2B5EF4-FFF2-40B4-BE49-F238E27FC236}">
                <a16:creationId xmlns:a16="http://schemas.microsoft.com/office/drawing/2014/main" id="{4DDF9714-A24C-436D-A0CB-283748D648A4}"/>
              </a:ext>
            </a:extLst>
          </p:cNvPr>
          <p:cNvSpPr>
            <a:spLocks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7941">
            <a:extLst>
              <a:ext uri="{FF2B5EF4-FFF2-40B4-BE49-F238E27FC236}">
                <a16:creationId xmlns:a16="http://schemas.microsoft.com/office/drawing/2014/main" id="{FE629601-F197-4DD7-803D-DCC9F1E71641}"/>
              </a:ext>
            </a:extLst>
          </p:cNvPr>
          <p:cNvSpPr>
            <a:spLocks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7942">
            <a:extLst>
              <a:ext uri="{FF2B5EF4-FFF2-40B4-BE49-F238E27FC236}">
                <a16:creationId xmlns:a16="http://schemas.microsoft.com/office/drawing/2014/main" id="{460C80EB-1F52-4622-8243-03AC6887332D}"/>
              </a:ext>
            </a:extLst>
          </p:cNvPr>
          <p:cNvSpPr>
            <a:spLocks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7943">
            <a:extLst>
              <a:ext uri="{FF2B5EF4-FFF2-40B4-BE49-F238E27FC236}">
                <a16:creationId xmlns:a16="http://schemas.microsoft.com/office/drawing/2014/main" id="{FD039980-2574-4EE9-833A-D3986F1AE97B}"/>
              </a:ext>
            </a:extLst>
          </p:cNvPr>
          <p:cNvSpPr>
            <a:spLocks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7944">
            <a:extLst>
              <a:ext uri="{FF2B5EF4-FFF2-40B4-BE49-F238E27FC236}">
                <a16:creationId xmlns:a16="http://schemas.microsoft.com/office/drawing/2014/main" id="{A72C00A6-D90E-4941-8E1A-7BEB503423C9}"/>
              </a:ext>
            </a:extLst>
          </p:cNvPr>
          <p:cNvSpPr>
            <a:spLocks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7945">
            <a:extLst>
              <a:ext uri="{FF2B5EF4-FFF2-40B4-BE49-F238E27FC236}">
                <a16:creationId xmlns:a16="http://schemas.microsoft.com/office/drawing/2014/main" id="{09B7256F-E34B-45A6-A1C0-AC18C6967D26}"/>
              </a:ext>
            </a:extLst>
          </p:cNvPr>
          <p:cNvSpPr>
            <a:spLocks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7946">
            <a:extLst>
              <a:ext uri="{FF2B5EF4-FFF2-40B4-BE49-F238E27FC236}">
                <a16:creationId xmlns:a16="http://schemas.microsoft.com/office/drawing/2014/main" id="{D6C74C6A-2EC0-4A5E-8252-F70750AA08A7}"/>
              </a:ext>
            </a:extLst>
          </p:cNvPr>
          <p:cNvSpPr>
            <a:spLocks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7947">
            <a:extLst>
              <a:ext uri="{FF2B5EF4-FFF2-40B4-BE49-F238E27FC236}">
                <a16:creationId xmlns:a16="http://schemas.microsoft.com/office/drawing/2014/main" id="{E25AE87C-7B81-42C3-8314-4B9D4D213C0D}"/>
              </a:ext>
            </a:extLst>
          </p:cNvPr>
          <p:cNvSpPr>
            <a:spLocks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7948">
            <a:extLst>
              <a:ext uri="{FF2B5EF4-FFF2-40B4-BE49-F238E27FC236}">
                <a16:creationId xmlns:a16="http://schemas.microsoft.com/office/drawing/2014/main" id="{DAF1EC1F-A7AC-4F4D-82C8-39B79260D15D}"/>
              </a:ext>
            </a:extLst>
          </p:cNvPr>
          <p:cNvSpPr>
            <a:spLocks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7949">
            <a:extLst>
              <a:ext uri="{FF2B5EF4-FFF2-40B4-BE49-F238E27FC236}">
                <a16:creationId xmlns:a16="http://schemas.microsoft.com/office/drawing/2014/main" id="{7A19B2E5-F2BE-47E5-B71C-FF90CF5F540D}"/>
              </a:ext>
            </a:extLst>
          </p:cNvPr>
          <p:cNvSpPr>
            <a:spLocks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7950">
            <a:extLst>
              <a:ext uri="{FF2B5EF4-FFF2-40B4-BE49-F238E27FC236}">
                <a16:creationId xmlns:a16="http://schemas.microsoft.com/office/drawing/2014/main" id="{1004CF3D-BD80-436B-A77C-7D2443E801EA}"/>
              </a:ext>
            </a:extLst>
          </p:cNvPr>
          <p:cNvSpPr>
            <a:spLocks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7951">
            <a:extLst>
              <a:ext uri="{FF2B5EF4-FFF2-40B4-BE49-F238E27FC236}">
                <a16:creationId xmlns:a16="http://schemas.microsoft.com/office/drawing/2014/main" id="{1CEA22A3-8F7B-4B00-99F9-6320CA958509}"/>
              </a:ext>
            </a:extLst>
          </p:cNvPr>
          <p:cNvSpPr>
            <a:spLocks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7952">
            <a:extLst>
              <a:ext uri="{FF2B5EF4-FFF2-40B4-BE49-F238E27FC236}">
                <a16:creationId xmlns:a16="http://schemas.microsoft.com/office/drawing/2014/main" id="{6E04F942-179B-45D3-996A-4C253D5EB99D}"/>
              </a:ext>
            </a:extLst>
          </p:cNvPr>
          <p:cNvSpPr>
            <a:spLocks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7953">
            <a:extLst>
              <a:ext uri="{FF2B5EF4-FFF2-40B4-BE49-F238E27FC236}">
                <a16:creationId xmlns:a16="http://schemas.microsoft.com/office/drawing/2014/main" id="{E08DCFCC-711E-4F50-8C32-41F9D8E83C9E}"/>
              </a:ext>
            </a:extLst>
          </p:cNvPr>
          <p:cNvSpPr>
            <a:spLocks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7954">
            <a:extLst>
              <a:ext uri="{FF2B5EF4-FFF2-40B4-BE49-F238E27FC236}">
                <a16:creationId xmlns:a16="http://schemas.microsoft.com/office/drawing/2014/main" id="{0A926BE4-5FF8-44BF-8A6E-CE37128008B9}"/>
              </a:ext>
            </a:extLst>
          </p:cNvPr>
          <p:cNvSpPr>
            <a:spLocks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7955">
            <a:extLst>
              <a:ext uri="{FF2B5EF4-FFF2-40B4-BE49-F238E27FC236}">
                <a16:creationId xmlns:a16="http://schemas.microsoft.com/office/drawing/2014/main" id="{97E6CE6E-F433-40B0-90FC-BB4F19D81A00}"/>
              </a:ext>
            </a:extLst>
          </p:cNvPr>
          <p:cNvSpPr>
            <a:spLocks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7956">
            <a:extLst>
              <a:ext uri="{FF2B5EF4-FFF2-40B4-BE49-F238E27FC236}">
                <a16:creationId xmlns:a16="http://schemas.microsoft.com/office/drawing/2014/main" id="{82443D2F-64FF-4613-8968-DBF3BC46B229}"/>
              </a:ext>
            </a:extLst>
          </p:cNvPr>
          <p:cNvSpPr>
            <a:spLocks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7957">
            <a:extLst>
              <a:ext uri="{FF2B5EF4-FFF2-40B4-BE49-F238E27FC236}">
                <a16:creationId xmlns:a16="http://schemas.microsoft.com/office/drawing/2014/main" id="{A76AD012-C5C4-4746-872D-325F08208366}"/>
              </a:ext>
            </a:extLst>
          </p:cNvPr>
          <p:cNvSpPr>
            <a:spLocks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7958">
            <a:extLst>
              <a:ext uri="{FF2B5EF4-FFF2-40B4-BE49-F238E27FC236}">
                <a16:creationId xmlns:a16="http://schemas.microsoft.com/office/drawing/2014/main" id="{A11320BB-B2AB-45FE-9EB9-16A72E74CFD1}"/>
              </a:ext>
            </a:extLst>
          </p:cNvPr>
          <p:cNvSpPr>
            <a:spLocks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7959">
            <a:extLst>
              <a:ext uri="{FF2B5EF4-FFF2-40B4-BE49-F238E27FC236}">
                <a16:creationId xmlns:a16="http://schemas.microsoft.com/office/drawing/2014/main" id="{F9B8B52F-2DF5-4375-9361-3AC911E7842E}"/>
              </a:ext>
            </a:extLst>
          </p:cNvPr>
          <p:cNvSpPr>
            <a:spLocks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7960">
            <a:extLst>
              <a:ext uri="{FF2B5EF4-FFF2-40B4-BE49-F238E27FC236}">
                <a16:creationId xmlns:a16="http://schemas.microsoft.com/office/drawing/2014/main" id="{0225CD26-A481-4DA9-96A5-F026628B7D94}"/>
              </a:ext>
            </a:extLst>
          </p:cNvPr>
          <p:cNvSpPr>
            <a:spLocks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7961">
            <a:extLst>
              <a:ext uri="{FF2B5EF4-FFF2-40B4-BE49-F238E27FC236}">
                <a16:creationId xmlns:a16="http://schemas.microsoft.com/office/drawing/2014/main" id="{127F6FAC-6D95-4310-9CF8-22994F3CE392}"/>
              </a:ext>
            </a:extLst>
          </p:cNvPr>
          <p:cNvSpPr>
            <a:spLocks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7962">
            <a:extLst>
              <a:ext uri="{FF2B5EF4-FFF2-40B4-BE49-F238E27FC236}">
                <a16:creationId xmlns:a16="http://schemas.microsoft.com/office/drawing/2014/main" id="{5F59B15E-8793-4EE5-A54F-9E923922E6B1}"/>
              </a:ext>
            </a:extLst>
          </p:cNvPr>
          <p:cNvSpPr>
            <a:spLocks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7963">
            <a:extLst>
              <a:ext uri="{FF2B5EF4-FFF2-40B4-BE49-F238E27FC236}">
                <a16:creationId xmlns:a16="http://schemas.microsoft.com/office/drawing/2014/main" id="{B721EA1A-30E3-4022-B28E-97F4E7F8DDBE}"/>
              </a:ext>
            </a:extLst>
          </p:cNvPr>
          <p:cNvSpPr>
            <a:spLocks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7964">
            <a:extLst>
              <a:ext uri="{FF2B5EF4-FFF2-40B4-BE49-F238E27FC236}">
                <a16:creationId xmlns:a16="http://schemas.microsoft.com/office/drawing/2014/main" id="{FBE22CA8-ACFA-4DA3-A5C4-4396FC0648D4}"/>
              </a:ext>
            </a:extLst>
          </p:cNvPr>
          <p:cNvSpPr>
            <a:spLocks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7965">
            <a:extLst>
              <a:ext uri="{FF2B5EF4-FFF2-40B4-BE49-F238E27FC236}">
                <a16:creationId xmlns:a16="http://schemas.microsoft.com/office/drawing/2014/main" id="{61C6A5B0-19A0-4790-83B5-E4EC10B873E2}"/>
              </a:ext>
            </a:extLst>
          </p:cNvPr>
          <p:cNvSpPr>
            <a:spLocks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7966">
            <a:extLst>
              <a:ext uri="{FF2B5EF4-FFF2-40B4-BE49-F238E27FC236}">
                <a16:creationId xmlns:a16="http://schemas.microsoft.com/office/drawing/2014/main" id="{D30D71D3-563F-4472-BA6B-8B9E983B68CC}"/>
              </a:ext>
            </a:extLst>
          </p:cNvPr>
          <p:cNvSpPr>
            <a:spLocks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7967">
            <a:extLst>
              <a:ext uri="{FF2B5EF4-FFF2-40B4-BE49-F238E27FC236}">
                <a16:creationId xmlns:a16="http://schemas.microsoft.com/office/drawing/2014/main" id="{F2A1CFC7-B11C-4A15-87F6-6EFA14805465}"/>
              </a:ext>
            </a:extLst>
          </p:cNvPr>
          <p:cNvSpPr>
            <a:spLocks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7968">
            <a:extLst>
              <a:ext uri="{FF2B5EF4-FFF2-40B4-BE49-F238E27FC236}">
                <a16:creationId xmlns:a16="http://schemas.microsoft.com/office/drawing/2014/main" id="{70DFC44D-BB2B-484B-8E1D-464623CC1E19}"/>
              </a:ext>
            </a:extLst>
          </p:cNvPr>
          <p:cNvSpPr>
            <a:spLocks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7969">
            <a:extLst>
              <a:ext uri="{FF2B5EF4-FFF2-40B4-BE49-F238E27FC236}">
                <a16:creationId xmlns:a16="http://schemas.microsoft.com/office/drawing/2014/main" id="{4AF24316-AEE0-4D7D-8B09-7ABD965A7877}"/>
              </a:ext>
            </a:extLst>
          </p:cNvPr>
          <p:cNvSpPr>
            <a:spLocks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7970">
            <a:extLst>
              <a:ext uri="{FF2B5EF4-FFF2-40B4-BE49-F238E27FC236}">
                <a16:creationId xmlns:a16="http://schemas.microsoft.com/office/drawing/2014/main" id="{D74A845B-1E1C-4A4B-B831-F8DE6F61699C}"/>
              </a:ext>
            </a:extLst>
          </p:cNvPr>
          <p:cNvSpPr>
            <a:spLocks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7971">
            <a:extLst>
              <a:ext uri="{FF2B5EF4-FFF2-40B4-BE49-F238E27FC236}">
                <a16:creationId xmlns:a16="http://schemas.microsoft.com/office/drawing/2014/main" id="{2B76C11F-26CD-4B32-A713-F3990F6350C3}"/>
              </a:ext>
            </a:extLst>
          </p:cNvPr>
          <p:cNvSpPr>
            <a:spLocks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7972">
            <a:extLst>
              <a:ext uri="{FF2B5EF4-FFF2-40B4-BE49-F238E27FC236}">
                <a16:creationId xmlns:a16="http://schemas.microsoft.com/office/drawing/2014/main" id="{55A8831D-BA5B-4670-85FC-0CAF29B82FEB}"/>
              </a:ext>
            </a:extLst>
          </p:cNvPr>
          <p:cNvSpPr>
            <a:spLocks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7973">
            <a:extLst>
              <a:ext uri="{FF2B5EF4-FFF2-40B4-BE49-F238E27FC236}">
                <a16:creationId xmlns:a16="http://schemas.microsoft.com/office/drawing/2014/main" id="{B3330EF7-07D8-42F5-8B33-6929BAF707C0}"/>
              </a:ext>
            </a:extLst>
          </p:cNvPr>
          <p:cNvSpPr>
            <a:spLocks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7974">
            <a:extLst>
              <a:ext uri="{FF2B5EF4-FFF2-40B4-BE49-F238E27FC236}">
                <a16:creationId xmlns:a16="http://schemas.microsoft.com/office/drawing/2014/main" id="{60C7E55D-9971-4F43-AAE7-9BEA53C9BB51}"/>
              </a:ext>
            </a:extLst>
          </p:cNvPr>
          <p:cNvSpPr>
            <a:spLocks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7975">
            <a:extLst>
              <a:ext uri="{FF2B5EF4-FFF2-40B4-BE49-F238E27FC236}">
                <a16:creationId xmlns:a16="http://schemas.microsoft.com/office/drawing/2014/main" id="{F27FDD51-DD84-4DC5-BD2A-45A9D402539B}"/>
              </a:ext>
            </a:extLst>
          </p:cNvPr>
          <p:cNvSpPr>
            <a:spLocks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7976">
            <a:extLst>
              <a:ext uri="{FF2B5EF4-FFF2-40B4-BE49-F238E27FC236}">
                <a16:creationId xmlns:a16="http://schemas.microsoft.com/office/drawing/2014/main" id="{14343B61-BB43-444D-A86F-59BB63FF122C}"/>
              </a:ext>
            </a:extLst>
          </p:cNvPr>
          <p:cNvSpPr>
            <a:spLocks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7977">
            <a:extLst>
              <a:ext uri="{FF2B5EF4-FFF2-40B4-BE49-F238E27FC236}">
                <a16:creationId xmlns:a16="http://schemas.microsoft.com/office/drawing/2014/main" id="{35683424-12E8-4A96-94EA-B0222F027B28}"/>
              </a:ext>
            </a:extLst>
          </p:cNvPr>
          <p:cNvSpPr>
            <a:spLocks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7978">
            <a:extLst>
              <a:ext uri="{FF2B5EF4-FFF2-40B4-BE49-F238E27FC236}">
                <a16:creationId xmlns:a16="http://schemas.microsoft.com/office/drawing/2014/main" id="{0097D523-E230-4FCC-B034-4572883D596F}"/>
              </a:ext>
            </a:extLst>
          </p:cNvPr>
          <p:cNvSpPr>
            <a:spLocks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7979">
            <a:extLst>
              <a:ext uri="{FF2B5EF4-FFF2-40B4-BE49-F238E27FC236}">
                <a16:creationId xmlns:a16="http://schemas.microsoft.com/office/drawing/2014/main" id="{9CDA53E1-7874-43AF-811A-B0AC6E15A904}"/>
              </a:ext>
            </a:extLst>
          </p:cNvPr>
          <p:cNvSpPr>
            <a:spLocks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7980">
            <a:extLst>
              <a:ext uri="{FF2B5EF4-FFF2-40B4-BE49-F238E27FC236}">
                <a16:creationId xmlns:a16="http://schemas.microsoft.com/office/drawing/2014/main" id="{CB0F30FC-DA63-4ED5-80B1-1BC8B063DA88}"/>
              </a:ext>
            </a:extLst>
          </p:cNvPr>
          <p:cNvSpPr>
            <a:spLocks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7981">
            <a:extLst>
              <a:ext uri="{FF2B5EF4-FFF2-40B4-BE49-F238E27FC236}">
                <a16:creationId xmlns:a16="http://schemas.microsoft.com/office/drawing/2014/main" id="{C64C0B9E-82D6-4F6C-80B3-B95CB5B931AE}"/>
              </a:ext>
            </a:extLst>
          </p:cNvPr>
          <p:cNvSpPr>
            <a:spLocks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7982">
            <a:extLst>
              <a:ext uri="{FF2B5EF4-FFF2-40B4-BE49-F238E27FC236}">
                <a16:creationId xmlns:a16="http://schemas.microsoft.com/office/drawing/2014/main" id="{899EF1FC-0FC9-4D1E-B269-171D732FE2D5}"/>
              </a:ext>
            </a:extLst>
          </p:cNvPr>
          <p:cNvSpPr>
            <a:spLocks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7983">
            <a:extLst>
              <a:ext uri="{FF2B5EF4-FFF2-40B4-BE49-F238E27FC236}">
                <a16:creationId xmlns:a16="http://schemas.microsoft.com/office/drawing/2014/main" id="{D1F2E49A-ED91-4345-A58B-A935C3D5AC18}"/>
              </a:ext>
            </a:extLst>
          </p:cNvPr>
          <p:cNvSpPr>
            <a:spLocks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7984">
            <a:extLst>
              <a:ext uri="{FF2B5EF4-FFF2-40B4-BE49-F238E27FC236}">
                <a16:creationId xmlns:a16="http://schemas.microsoft.com/office/drawing/2014/main" id="{4B482C20-6D93-4A2A-B232-45D2F4985197}"/>
              </a:ext>
            </a:extLst>
          </p:cNvPr>
          <p:cNvSpPr>
            <a:spLocks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7985">
            <a:extLst>
              <a:ext uri="{FF2B5EF4-FFF2-40B4-BE49-F238E27FC236}">
                <a16:creationId xmlns:a16="http://schemas.microsoft.com/office/drawing/2014/main" id="{18B1B762-E56C-48B6-AFF4-8138CF88E05F}"/>
              </a:ext>
            </a:extLst>
          </p:cNvPr>
          <p:cNvSpPr>
            <a:spLocks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7986">
            <a:extLst>
              <a:ext uri="{FF2B5EF4-FFF2-40B4-BE49-F238E27FC236}">
                <a16:creationId xmlns:a16="http://schemas.microsoft.com/office/drawing/2014/main" id="{621F53F2-B19C-4C1E-939F-ED82904B54DD}"/>
              </a:ext>
            </a:extLst>
          </p:cNvPr>
          <p:cNvSpPr>
            <a:spLocks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7987">
            <a:extLst>
              <a:ext uri="{FF2B5EF4-FFF2-40B4-BE49-F238E27FC236}">
                <a16:creationId xmlns:a16="http://schemas.microsoft.com/office/drawing/2014/main" id="{C10A0765-BCA3-4A58-B742-63CA4057F07A}"/>
              </a:ext>
            </a:extLst>
          </p:cNvPr>
          <p:cNvSpPr>
            <a:spLocks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7988">
            <a:extLst>
              <a:ext uri="{FF2B5EF4-FFF2-40B4-BE49-F238E27FC236}">
                <a16:creationId xmlns:a16="http://schemas.microsoft.com/office/drawing/2014/main" id="{75056F15-68E7-4722-82EE-871C7EE11AE6}"/>
              </a:ext>
            </a:extLst>
          </p:cNvPr>
          <p:cNvSpPr>
            <a:spLocks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7989">
            <a:extLst>
              <a:ext uri="{FF2B5EF4-FFF2-40B4-BE49-F238E27FC236}">
                <a16:creationId xmlns:a16="http://schemas.microsoft.com/office/drawing/2014/main" id="{580F4728-39B6-42A4-8A2A-537C4103F11D}"/>
              </a:ext>
            </a:extLst>
          </p:cNvPr>
          <p:cNvSpPr>
            <a:spLocks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7990">
            <a:extLst>
              <a:ext uri="{FF2B5EF4-FFF2-40B4-BE49-F238E27FC236}">
                <a16:creationId xmlns:a16="http://schemas.microsoft.com/office/drawing/2014/main" id="{EA899E57-BE60-46EF-A251-A694D80F4B3C}"/>
              </a:ext>
            </a:extLst>
          </p:cNvPr>
          <p:cNvSpPr>
            <a:spLocks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7991">
            <a:extLst>
              <a:ext uri="{FF2B5EF4-FFF2-40B4-BE49-F238E27FC236}">
                <a16:creationId xmlns:a16="http://schemas.microsoft.com/office/drawing/2014/main" id="{5D1D1C4B-F4F8-4075-B801-028BD99B7842}"/>
              </a:ext>
            </a:extLst>
          </p:cNvPr>
          <p:cNvSpPr>
            <a:spLocks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7992">
            <a:extLst>
              <a:ext uri="{FF2B5EF4-FFF2-40B4-BE49-F238E27FC236}">
                <a16:creationId xmlns:a16="http://schemas.microsoft.com/office/drawing/2014/main" id="{FCAB9270-0EA0-4F3B-BB90-B0BE75EB7E54}"/>
              </a:ext>
            </a:extLst>
          </p:cNvPr>
          <p:cNvSpPr>
            <a:spLocks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7993">
            <a:extLst>
              <a:ext uri="{FF2B5EF4-FFF2-40B4-BE49-F238E27FC236}">
                <a16:creationId xmlns:a16="http://schemas.microsoft.com/office/drawing/2014/main" id="{D53773A8-DC38-4F30-841C-A52547F0A638}"/>
              </a:ext>
            </a:extLst>
          </p:cNvPr>
          <p:cNvSpPr>
            <a:spLocks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7994">
            <a:extLst>
              <a:ext uri="{FF2B5EF4-FFF2-40B4-BE49-F238E27FC236}">
                <a16:creationId xmlns:a16="http://schemas.microsoft.com/office/drawing/2014/main" id="{A4D2183E-9751-4629-A82C-699CA83A3806}"/>
              </a:ext>
            </a:extLst>
          </p:cNvPr>
          <p:cNvSpPr>
            <a:spLocks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7995">
            <a:extLst>
              <a:ext uri="{FF2B5EF4-FFF2-40B4-BE49-F238E27FC236}">
                <a16:creationId xmlns:a16="http://schemas.microsoft.com/office/drawing/2014/main" id="{38581668-9813-4EC6-9197-0A2377B98EA4}"/>
              </a:ext>
            </a:extLst>
          </p:cNvPr>
          <p:cNvSpPr>
            <a:spLocks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7996">
            <a:extLst>
              <a:ext uri="{FF2B5EF4-FFF2-40B4-BE49-F238E27FC236}">
                <a16:creationId xmlns:a16="http://schemas.microsoft.com/office/drawing/2014/main" id="{626B7188-5FBD-4051-BC4F-4461D036852C}"/>
              </a:ext>
            </a:extLst>
          </p:cNvPr>
          <p:cNvSpPr>
            <a:spLocks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7997">
            <a:extLst>
              <a:ext uri="{FF2B5EF4-FFF2-40B4-BE49-F238E27FC236}">
                <a16:creationId xmlns:a16="http://schemas.microsoft.com/office/drawing/2014/main" id="{7C3EEBB8-C2BA-4B40-A75E-A43FDE81D036}"/>
              </a:ext>
            </a:extLst>
          </p:cNvPr>
          <p:cNvSpPr>
            <a:spLocks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7998">
            <a:extLst>
              <a:ext uri="{FF2B5EF4-FFF2-40B4-BE49-F238E27FC236}">
                <a16:creationId xmlns:a16="http://schemas.microsoft.com/office/drawing/2014/main" id="{3B79DC8D-E349-4D9E-83A8-17F0B21F3D54}"/>
              </a:ext>
            </a:extLst>
          </p:cNvPr>
          <p:cNvSpPr>
            <a:spLocks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7999">
            <a:extLst>
              <a:ext uri="{FF2B5EF4-FFF2-40B4-BE49-F238E27FC236}">
                <a16:creationId xmlns:a16="http://schemas.microsoft.com/office/drawing/2014/main" id="{4F4A6551-3FA8-431E-A753-196426BD1785}"/>
              </a:ext>
            </a:extLst>
          </p:cNvPr>
          <p:cNvSpPr>
            <a:spLocks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8000">
            <a:extLst>
              <a:ext uri="{FF2B5EF4-FFF2-40B4-BE49-F238E27FC236}">
                <a16:creationId xmlns:a16="http://schemas.microsoft.com/office/drawing/2014/main" id="{BE2550DE-EF86-4D68-82F4-D30E5B409F91}"/>
              </a:ext>
            </a:extLst>
          </p:cNvPr>
          <p:cNvSpPr>
            <a:spLocks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8001">
            <a:extLst>
              <a:ext uri="{FF2B5EF4-FFF2-40B4-BE49-F238E27FC236}">
                <a16:creationId xmlns:a16="http://schemas.microsoft.com/office/drawing/2014/main" id="{1475814A-64A8-4137-AF37-DD6A1DE4CCB1}"/>
              </a:ext>
            </a:extLst>
          </p:cNvPr>
          <p:cNvSpPr>
            <a:spLocks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8002">
            <a:extLst>
              <a:ext uri="{FF2B5EF4-FFF2-40B4-BE49-F238E27FC236}">
                <a16:creationId xmlns:a16="http://schemas.microsoft.com/office/drawing/2014/main" id="{584C6600-5867-4814-9883-C29151616AA7}"/>
              </a:ext>
            </a:extLst>
          </p:cNvPr>
          <p:cNvSpPr>
            <a:spLocks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8003">
            <a:extLst>
              <a:ext uri="{FF2B5EF4-FFF2-40B4-BE49-F238E27FC236}">
                <a16:creationId xmlns:a16="http://schemas.microsoft.com/office/drawing/2014/main" id="{C8D06A36-8A8F-4D12-8370-940998931821}"/>
              </a:ext>
            </a:extLst>
          </p:cNvPr>
          <p:cNvSpPr>
            <a:spLocks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8004">
            <a:extLst>
              <a:ext uri="{FF2B5EF4-FFF2-40B4-BE49-F238E27FC236}">
                <a16:creationId xmlns:a16="http://schemas.microsoft.com/office/drawing/2014/main" id="{E64764AA-46EE-47F1-8482-FEE549073AFE}"/>
              </a:ext>
            </a:extLst>
          </p:cNvPr>
          <p:cNvSpPr>
            <a:spLocks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8005">
            <a:extLst>
              <a:ext uri="{FF2B5EF4-FFF2-40B4-BE49-F238E27FC236}">
                <a16:creationId xmlns:a16="http://schemas.microsoft.com/office/drawing/2014/main" id="{E3704FDA-2792-48D8-A039-A82C33AF2396}"/>
              </a:ext>
            </a:extLst>
          </p:cNvPr>
          <p:cNvSpPr>
            <a:spLocks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8006">
            <a:extLst>
              <a:ext uri="{FF2B5EF4-FFF2-40B4-BE49-F238E27FC236}">
                <a16:creationId xmlns:a16="http://schemas.microsoft.com/office/drawing/2014/main" id="{DD4F61B7-A96F-41B6-9016-2C11311ABB5A}"/>
              </a:ext>
            </a:extLst>
          </p:cNvPr>
          <p:cNvSpPr>
            <a:spLocks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8007">
            <a:extLst>
              <a:ext uri="{FF2B5EF4-FFF2-40B4-BE49-F238E27FC236}">
                <a16:creationId xmlns:a16="http://schemas.microsoft.com/office/drawing/2014/main" id="{8696FD67-84BA-40DD-93B1-19F3A352D20C}"/>
              </a:ext>
            </a:extLst>
          </p:cNvPr>
          <p:cNvSpPr>
            <a:spLocks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8008">
            <a:extLst>
              <a:ext uri="{FF2B5EF4-FFF2-40B4-BE49-F238E27FC236}">
                <a16:creationId xmlns:a16="http://schemas.microsoft.com/office/drawing/2014/main" id="{866C4B04-86A0-4EC2-A5CE-E342E79861FE}"/>
              </a:ext>
            </a:extLst>
          </p:cNvPr>
          <p:cNvSpPr>
            <a:spLocks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8009">
            <a:extLst>
              <a:ext uri="{FF2B5EF4-FFF2-40B4-BE49-F238E27FC236}">
                <a16:creationId xmlns:a16="http://schemas.microsoft.com/office/drawing/2014/main" id="{7EE37A2C-E75D-46F5-9584-F98F3B64EF44}"/>
              </a:ext>
            </a:extLst>
          </p:cNvPr>
          <p:cNvSpPr>
            <a:spLocks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8010">
            <a:extLst>
              <a:ext uri="{FF2B5EF4-FFF2-40B4-BE49-F238E27FC236}">
                <a16:creationId xmlns:a16="http://schemas.microsoft.com/office/drawing/2014/main" id="{E77BB2C4-5BDB-4815-B8B0-773515692A45}"/>
              </a:ext>
            </a:extLst>
          </p:cNvPr>
          <p:cNvSpPr>
            <a:spLocks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8011">
            <a:extLst>
              <a:ext uri="{FF2B5EF4-FFF2-40B4-BE49-F238E27FC236}">
                <a16:creationId xmlns:a16="http://schemas.microsoft.com/office/drawing/2014/main" id="{1F774B46-5E4C-463A-A151-27D9F53D4B77}"/>
              </a:ext>
            </a:extLst>
          </p:cNvPr>
          <p:cNvSpPr>
            <a:spLocks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8012">
            <a:extLst>
              <a:ext uri="{FF2B5EF4-FFF2-40B4-BE49-F238E27FC236}">
                <a16:creationId xmlns:a16="http://schemas.microsoft.com/office/drawing/2014/main" id="{8BC5D9BE-E079-4C88-866C-7D6D13C1D1F3}"/>
              </a:ext>
            </a:extLst>
          </p:cNvPr>
          <p:cNvSpPr>
            <a:spLocks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8013">
            <a:extLst>
              <a:ext uri="{FF2B5EF4-FFF2-40B4-BE49-F238E27FC236}">
                <a16:creationId xmlns:a16="http://schemas.microsoft.com/office/drawing/2014/main" id="{F8F05468-76AA-4ADB-85F1-78C1AD9E8929}"/>
              </a:ext>
            </a:extLst>
          </p:cNvPr>
          <p:cNvSpPr>
            <a:spLocks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8014">
            <a:extLst>
              <a:ext uri="{FF2B5EF4-FFF2-40B4-BE49-F238E27FC236}">
                <a16:creationId xmlns:a16="http://schemas.microsoft.com/office/drawing/2014/main" id="{628AB759-3ED6-4175-ACF5-B0F4094C8C48}"/>
              </a:ext>
            </a:extLst>
          </p:cNvPr>
          <p:cNvSpPr>
            <a:spLocks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8015">
            <a:extLst>
              <a:ext uri="{FF2B5EF4-FFF2-40B4-BE49-F238E27FC236}">
                <a16:creationId xmlns:a16="http://schemas.microsoft.com/office/drawing/2014/main" id="{FB611D5E-AAF6-4D32-A6D9-78E7D6CBADF5}"/>
              </a:ext>
            </a:extLst>
          </p:cNvPr>
          <p:cNvSpPr>
            <a:spLocks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8016">
            <a:extLst>
              <a:ext uri="{FF2B5EF4-FFF2-40B4-BE49-F238E27FC236}">
                <a16:creationId xmlns:a16="http://schemas.microsoft.com/office/drawing/2014/main" id="{FF494B20-EC13-4630-84CC-06A18F11807E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8017">
            <a:extLst>
              <a:ext uri="{FF2B5EF4-FFF2-40B4-BE49-F238E27FC236}">
                <a16:creationId xmlns:a16="http://schemas.microsoft.com/office/drawing/2014/main" id="{E98C7536-9660-4E94-8C94-9C1472482F71}"/>
              </a:ext>
            </a:extLst>
          </p:cNvPr>
          <p:cNvSpPr>
            <a:spLocks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8018">
            <a:extLst>
              <a:ext uri="{FF2B5EF4-FFF2-40B4-BE49-F238E27FC236}">
                <a16:creationId xmlns:a16="http://schemas.microsoft.com/office/drawing/2014/main" id="{676CBFFF-309B-4E06-8803-D124F83CD5CB}"/>
              </a:ext>
            </a:extLst>
          </p:cNvPr>
          <p:cNvSpPr>
            <a:spLocks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8019">
            <a:extLst>
              <a:ext uri="{FF2B5EF4-FFF2-40B4-BE49-F238E27FC236}">
                <a16:creationId xmlns:a16="http://schemas.microsoft.com/office/drawing/2014/main" id="{9E712A2E-002E-4B71-9B5A-A6DB715B3147}"/>
              </a:ext>
            </a:extLst>
          </p:cNvPr>
          <p:cNvSpPr>
            <a:spLocks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8020">
            <a:extLst>
              <a:ext uri="{FF2B5EF4-FFF2-40B4-BE49-F238E27FC236}">
                <a16:creationId xmlns:a16="http://schemas.microsoft.com/office/drawing/2014/main" id="{BC5DC507-D9FF-4594-B2A6-5FDCA51CAE68}"/>
              </a:ext>
            </a:extLst>
          </p:cNvPr>
          <p:cNvSpPr>
            <a:spLocks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8021">
            <a:extLst>
              <a:ext uri="{FF2B5EF4-FFF2-40B4-BE49-F238E27FC236}">
                <a16:creationId xmlns:a16="http://schemas.microsoft.com/office/drawing/2014/main" id="{D3FA1FC2-5ACF-4605-8082-6BAAC9DEFB98}"/>
              </a:ext>
            </a:extLst>
          </p:cNvPr>
          <p:cNvSpPr>
            <a:spLocks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8022">
            <a:extLst>
              <a:ext uri="{FF2B5EF4-FFF2-40B4-BE49-F238E27FC236}">
                <a16:creationId xmlns:a16="http://schemas.microsoft.com/office/drawing/2014/main" id="{075BA313-CEF7-4979-B87B-CBA4FCC76A17}"/>
              </a:ext>
            </a:extLst>
          </p:cNvPr>
          <p:cNvSpPr>
            <a:spLocks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8023">
            <a:extLst>
              <a:ext uri="{FF2B5EF4-FFF2-40B4-BE49-F238E27FC236}">
                <a16:creationId xmlns:a16="http://schemas.microsoft.com/office/drawing/2014/main" id="{78FE42AF-D374-4567-BAB2-BB61E0129112}"/>
              </a:ext>
            </a:extLst>
          </p:cNvPr>
          <p:cNvSpPr>
            <a:spLocks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8024">
            <a:extLst>
              <a:ext uri="{FF2B5EF4-FFF2-40B4-BE49-F238E27FC236}">
                <a16:creationId xmlns:a16="http://schemas.microsoft.com/office/drawing/2014/main" id="{806DBA33-08E8-4B47-BA02-0EE23BDC1AC6}"/>
              </a:ext>
            </a:extLst>
          </p:cNvPr>
          <p:cNvSpPr>
            <a:spLocks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8025">
            <a:extLst>
              <a:ext uri="{FF2B5EF4-FFF2-40B4-BE49-F238E27FC236}">
                <a16:creationId xmlns:a16="http://schemas.microsoft.com/office/drawing/2014/main" id="{AFDFFD85-0767-4B42-AA1C-FF49FF218434}"/>
              </a:ext>
            </a:extLst>
          </p:cNvPr>
          <p:cNvSpPr>
            <a:spLocks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8026">
            <a:extLst>
              <a:ext uri="{FF2B5EF4-FFF2-40B4-BE49-F238E27FC236}">
                <a16:creationId xmlns:a16="http://schemas.microsoft.com/office/drawing/2014/main" id="{0449C3E9-5CA9-4E8E-8E11-39EB41E5EF14}"/>
              </a:ext>
            </a:extLst>
          </p:cNvPr>
          <p:cNvSpPr>
            <a:spLocks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8027">
            <a:extLst>
              <a:ext uri="{FF2B5EF4-FFF2-40B4-BE49-F238E27FC236}">
                <a16:creationId xmlns:a16="http://schemas.microsoft.com/office/drawing/2014/main" id="{BDADE880-997F-4B4C-9265-EF80F59DB4D1}"/>
              </a:ext>
            </a:extLst>
          </p:cNvPr>
          <p:cNvSpPr>
            <a:spLocks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8028">
            <a:extLst>
              <a:ext uri="{FF2B5EF4-FFF2-40B4-BE49-F238E27FC236}">
                <a16:creationId xmlns:a16="http://schemas.microsoft.com/office/drawing/2014/main" id="{89F5B2F8-F80A-4C93-9D66-E41C21ACB15B}"/>
              </a:ext>
            </a:extLst>
          </p:cNvPr>
          <p:cNvSpPr>
            <a:spLocks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8029">
            <a:extLst>
              <a:ext uri="{FF2B5EF4-FFF2-40B4-BE49-F238E27FC236}">
                <a16:creationId xmlns:a16="http://schemas.microsoft.com/office/drawing/2014/main" id="{E11EBA5F-DA5E-4ED9-8F68-90F8A8078310}"/>
              </a:ext>
            </a:extLst>
          </p:cNvPr>
          <p:cNvSpPr>
            <a:spLocks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8030">
            <a:extLst>
              <a:ext uri="{FF2B5EF4-FFF2-40B4-BE49-F238E27FC236}">
                <a16:creationId xmlns:a16="http://schemas.microsoft.com/office/drawing/2014/main" id="{D77797FF-3716-45DB-A44B-E832D1A09FEB}"/>
              </a:ext>
            </a:extLst>
          </p:cNvPr>
          <p:cNvSpPr>
            <a:spLocks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8031">
            <a:extLst>
              <a:ext uri="{FF2B5EF4-FFF2-40B4-BE49-F238E27FC236}">
                <a16:creationId xmlns:a16="http://schemas.microsoft.com/office/drawing/2014/main" id="{967F4C3A-FC1E-4757-9904-4655823A5787}"/>
              </a:ext>
            </a:extLst>
          </p:cNvPr>
          <p:cNvSpPr>
            <a:spLocks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8032">
            <a:extLst>
              <a:ext uri="{FF2B5EF4-FFF2-40B4-BE49-F238E27FC236}">
                <a16:creationId xmlns:a16="http://schemas.microsoft.com/office/drawing/2014/main" id="{2B4C3DC2-B982-415D-9750-96985A245321}"/>
              </a:ext>
            </a:extLst>
          </p:cNvPr>
          <p:cNvSpPr>
            <a:spLocks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8033">
            <a:extLst>
              <a:ext uri="{FF2B5EF4-FFF2-40B4-BE49-F238E27FC236}">
                <a16:creationId xmlns:a16="http://schemas.microsoft.com/office/drawing/2014/main" id="{ABC067D0-FD16-494A-B6AD-9580696AD235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8034">
            <a:extLst>
              <a:ext uri="{FF2B5EF4-FFF2-40B4-BE49-F238E27FC236}">
                <a16:creationId xmlns:a16="http://schemas.microsoft.com/office/drawing/2014/main" id="{73888676-69BC-4349-901C-E12191F0E85C}"/>
              </a:ext>
            </a:extLst>
          </p:cNvPr>
          <p:cNvSpPr>
            <a:spLocks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8035">
            <a:extLst>
              <a:ext uri="{FF2B5EF4-FFF2-40B4-BE49-F238E27FC236}">
                <a16:creationId xmlns:a16="http://schemas.microsoft.com/office/drawing/2014/main" id="{038E1742-3133-4917-9AAF-25493F4536C1}"/>
              </a:ext>
            </a:extLst>
          </p:cNvPr>
          <p:cNvSpPr>
            <a:spLocks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8036">
            <a:extLst>
              <a:ext uri="{FF2B5EF4-FFF2-40B4-BE49-F238E27FC236}">
                <a16:creationId xmlns:a16="http://schemas.microsoft.com/office/drawing/2014/main" id="{EA4F516D-EB81-4423-807C-6FE1F4F2ABC7}"/>
              </a:ext>
            </a:extLst>
          </p:cNvPr>
          <p:cNvSpPr>
            <a:spLocks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8037">
            <a:extLst>
              <a:ext uri="{FF2B5EF4-FFF2-40B4-BE49-F238E27FC236}">
                <a16:creationId xmlns:a16="http://schemas.microsoft.com/office/drawing/2014/main" id="{E25799E9-0F94-487F-977A-C12A27931A5E}"/>
              </a:ext>
            </a:extLst>
          </p:cNvPr>
          <p:cNvSpPr>
            <a:spLocks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8038">
            <a:extLst>
              <a:ext uri="{FF2B5EF4-FFF2-40B4-BE49-F238E27FC236}">
                <a16:creationId xmlns:a16="http://schemas.microsoft.com/office/drawing/2014/main" id="{CB9CAA7D-EA52-4358-99A3-30C1E6A34E79}"/>
              </a:ext>
            </a:extLst>
          </p:cNvPr>
          <p:cNvSpPr>
            <a:spLocks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8039">
            <a:extLst>
              <a:ext uri="{FF2B5EF4-FFF2-40B4-BE49-F238E27FC236}">
                <a16:creationId xmlns:a16="http://schemas.microsoft.com/office/drawing/2014/main" id="{26B1766F-2595-4354-85E1-1621EF3DE0A9}"/>
              </a:ext>
            </a:extLst>
          </p:cNvPr>
          <p:cNvSpPr>
            <a:spLocks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8040">
            <a:extLst>
              <a:ext uri="{FF2B5EF4-FFF2-40B4-BE49-F238E27FC236}">
                <a16:creationId xmlns:a16="http://schemas.microsoft.com/office/drawing/2014/main" id="{175EA93C-5306-4E8B-9225-B01553FBAD33}"/>
              </a:ext>
            </a:extLst>
          </p:cNvPr>
          <p:cNvSpPr>
            <a:spLocks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8041">
            <a:extLst>
              <a:ext uri="{FF2B5EF4-FFF2-40B4-BE49-F238E27FC236}">
                <a16:creationId xmlns:a16="http://schemas.microsoft.com/office/drawing/2014/main" id="{7D15802C-4946-489D-B53F-38CC693845AA}"/>
              </a:ext>
            </a:extLst>
          </p:cNvPr>
          <p:cNvSpPr>
            <a:spLocks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8042">
            <a:extLst>
              <a:ext uri="{FF2B5EF4-FFF2-40B4-BE49-F238E27FC236}">
                <a16:creationId xmlns:a16="http://schemas.microsoft.com/office/drawing/2014/main" id="{DF7E9AD4-61D5-4A9F-8C0A-4A82E6BFCE27}"/>
              </a:ext>
            </a:extLst>
          </p:cNvPr>
          <p:cNvSpPr>
            <a:spLocks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8043">
            <a:extLst>
              <a:ext uri="{FF2B5EF4-FFF2-40B4-BE49-F238E27FC236}">
                <a16:creationId xmlns:a16="http://schemas.microsoft.com/office/drawing/2014/main" id="{36075746-314D-4600-9EC5-AED3C2348C0F}"/>
              </a:ext>
            </a:extLst>
          </p:cNvPr>
          <p:cNvSpPr>
            <a:spLocks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8044">
            <a:extLst>
              <a:ext uri="{FF2B5EF4-FFF2-40B4-BE49-F238E27FC236}">
                <a16:creationId xmlns:a16="http://schemas.microsoft.com/office/drawing/2014/main" id="{CBB5E777-4DA2-47B4-A384-27FB24B452A0}"/>
              </a:ext>
            </a:extLst>
          </p:cNvPr>
          <p:cNvSpPr>
            <a:spLocks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8045">
            <a:extLst>
              <a:ext uri="{FF2B5EF4-FFF2-40B4-BE49-F238E27FC236}">
                <a16:creationId xmlns:a16="http://schemas.microsoft.com/office/drawing/2014/main" id="{BC77568F-F99B-4651-89E1-FF1496376BB4}"/>
              </a:ext>
            </a:extLst>
          </p:cNvPr>
          <p:cNvSpPr>
            <a:spLocks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8046">
            <a:extLst>
              <a:ext uri="{FF2B5EF4-FFF2-40B4-BE49-F238E27FC236}">
                <a16:creationId xmlns:a16="http://schemas.microsoft.com/office/drawing/2014/main" id="{CC8EB8CF-54D1-4847-9967-CE80D0A1225B}"/>
              </a:ext>
            </a:extLst>
          </p:cNvPr>
          <p:cNvSpPr>
            <a:spLocks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8047">
            <a:extLst>
              <a:ext uri="{FF2B5EF4-FFF2-40B4-BE49-F238E27FC236}">
                <a16:creationId xmlns:a16="http://schemas.microsoft.com/office/drawing/2014/main" id="{368CBFCA-763F-46B4-AE6D-C5B7815836B8}"/>
              </a:ext>
            </a:extLst>
          </p:cNvPr>
          <p:cNvSpPr>
            <a:spLocks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8048">
            <a:extLst>
              <a:ext uri="{FF2B5EF4-FFF2-40B4-BE49-F238E27FC236}">
                <a16:creationId xmlns:a16="http://schemas.microsoft.com/office/drawing/2014/main" id="{509B6E55-65C0-4A6D-BAD1-00B439A14C6C}"/>
              </a:ext>
            </a:extLst>
          </p:cNvPr>
          <p:cNvSpPr>
            <a:spLocks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8049">
            <a:extLst>
              <a:ext uri="{FF2B5EF4-FFF2-40B4-BE49-F238E27FC236}">
                <a16:creationId xmlns:a16="http://schemas.microsoft.com/office/drawing/2014/main" id="{35353AC8-16FF-4068-9B10-4D8F777A1F58}"/>
              </a:ext>
            </a:extLst>
          </p:cNvPr>
          <p:cNvSpPr>
            <a:spLocks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8050">
            <a:extLst>
              <a:ext uri="{FF2B5EF4-FFF2-40B4-BE49-F238E27FC236}">
                <a16:creationId xmlns:a16="http://schemas.microsoft.com/office/drawing/2014/main" id="{099F4F28-59EB-4544-A1DC-A79E5D309C5B}"/>
              </a:ext>
            </a:extLst>
          </p:cNvPr>
          <p:cNvSpPr>
            <a:spLocks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8051">
            <a:extLst>
              <a:ext uri="{FF2B5EF4-FFF2-40B4-BE49-F238E27FC236}">
                <a16:creationId xmlns:a16="http://schemas.microsoft.com/office/drawing/2014/main" id="{00BDA6FA-29A5-4BD9-A611-CF149460DA45}"/>
              </a:ext>
            </a:extLst>
          </p:cNvPr>
          <p:cNvSpPr>
            <a:spLocks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8052">
            <a:extLst>
              <a:ext uri="{FF2B5EF4-FFF2-40B4-BE49-F238E27FC236}">
                <a16:creationId xmlns:a16="http://schemas.microsoft.com/office/drawing/2014/main" id="{84E0F245-977A-464E-966D-D8756223A6F0}"/>
              </a:ext>
            </a:extLst>
          </p:cNvPr>
          <p:cNvSpPr>
            <a:spLocks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8053">
            <a:extLst>
              <a:ext uri="{FF2B5EF4-FFF2-40B4-BE49-F238E27FC236}">
                <a16:creationId xmlns:a16="http://schemas.microsoft.com/office/drawing/2014/main" id="{85E9444A-C540-4C59-A6B7-65CF40D87BD5}"/>
              </a:ext>
            </a:extLst>
          </p:cNvPr>
          <p:cNvSpPr>
            <a:spLocks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8054">
            <a:extLst>
              <a:ext uri="{FF2B5EF4-FFF2-40B4-BE49-F238E27FC236}">
                <a16:creationId xmlns:a16="http://schemas.microsoft.com/office/drawing/2014/main" id="{20EAE7C3-3C0D-4629-9199-F024410D63CB}"/>
              </a:ext>
            </a:extLst>
          </p:cNvPr>
          <p:cNvSpPr>
            <a:spLocks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8055">
            <a:extLst>
              <a:ext uri="{FF2B5EF4-FFF2-40B4-BE49-F238E27FC236}">
                <a16:creationId xmlns:a16="http://schemas.microsoft.com/office/drawing/2014/main" id="{DE5FEFF0-22E5-4F4D-AA9F-5E5A9F522FD4}"/>
              </a:ext>
            </a:extLst>
          </p:cNvPr>
          <p:cNvSpPr>
            <a:spLocks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8056">
            <a:extLst>
              <a:ext uri="{FF2B5EF4-FFF2-40B4-BE49-F238E27FC236}">
                <a16:creationId xmlns:a16="http://schemas.microsoft.com/office/drawing/2014/main" id="{F71452B0-375D-4F47-BCED-4FE34610D081}"/>
              </a:ext>
            </a:extLst>
          </p:cNvPr>
          <p:cNvSpPr>
            <a:spLocks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8057">
            <a:extLst>
              <a:ext uri="{FF2B5EF4-FFF2-40B4-BE49-F238E27FC236}">
                <a16:creationId xmlns:a16="http://schemas.microsoft.com/office/drawing/2014/main" id="{71A6DA09-7378-49B9-B99E-3944AD2FC4E5}"/>
              </a:ext>
            </a:extLst>
          </p:cNvPr>
          <p:cNvSpPr>
            <a:spLocks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8058">
            <a:extLst>
              <a:ext uri="{FF2B5EF4-FFF2-40B4-BE49-F238E27FC236}">
                <a16:creationId xmlns:a16="http://schemas.microsoft.com/office/drawing/2014/main" id="{D8B4F948-165F-436E-8DF3-C20B1D544EBD}"/>
              </a:ext>
            </a:extLst>
          </p:cNvPr>
          <p:cNvSpPr>
            <a:spLocks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8059">
            <a:extLst>
              <a:ext uri="{FF2B5EF4-FFF2-40B4-BE49-F238E27FC236}">
                <a16:creationId xmlns:a16="http://schemas.microsoft.com/office/drawing/2014/main" id="{C35ECC66-0AC0-4DC3-8C0B-71025EBE8937}"/>
              </a:ext>
            </a:extLst>
          </p:cNvPr>
          <p:cNvSpPr>
            <a:spLocks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8060">
            <a:extLst>
              <a:ext uri="{FF2B5EF4-FFF2-40B4-BE49-F238E27FC236}">
                <a16:creationId xmlns:a16="http://schemas.microsoft.com/office/drawing/2014/main" id="{D008AA4C-AA05-4C8A-99E5-7953EAFE9DA6}"/>
              </a:ext>
            </a:extLst>
          </p:cNvPr>
          <p:cNvSpPr>
            <a:spLocks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8061">
            <a:extLst>
              <a:ext uri="{FF2B5EF4-FFF2-40B4-BE49-F238E27FC236}">
                <a16:creationId xmlns:a16="http://schemas.microsoft.com/office/drawing/2014/main" id="{72DF8A25-ACC3-4B21-9767-4978CFFCC4D6}"/>
              </a:ext>
            </a:extLst>
          </p:cNvPr>
          <p:cNvSpPr>
            <a:spLocks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8062">
            <a:extLst>
              <a:ext uri="{FF2B5EF4-FFF2-40B4-BE49-F238E27FC236}">
                <a16:creationId xmlns:a16="http://schemas.microsoft.com/office/drawing/2014/main" id="{C4CA2B7B-8ABD-4DEC-86CF-D5975A69377A}"/>
              </a:ext>
            </a:extLst>
          </p:cNvPr>
          <p:cNvSpPr>
            <a:spLocks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8063">
            <a:extLst>
              <a:ext uri="{FF2B5EF4-FFF2-40B4-BE49-F238E27FC236}">
                <a16:creationId xmlns:a16="http://schemas.microsoft.com/office/drawing/2014/main" id="{0E21CFCB-D6BD-460C-B319-73E213FDAEA1}"/>
              </a:ext>
            </a:extLst>
          </p:cNvPr>
          <p:cNvSpPr>
            <a:spLocks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8064">
            <a:extLst>
              <a:ext uri="{FF2B5EF4-FFF2-40B4-BE49-F238E27FC236}">
                <a16:creationId xmlns:a16="http://schemas.microsoft.com/office/drawing/2014/main" id="{7DA3D6CB-F1F1-40C9-AEAD-D67ECF57027A}"/>
              </a:ext>
            </a:extLst>
          </p:cNvPr>
          <p:cNvSpPr>
            <a:spLocks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8065">
            <a:extLst>
              <a:ext uri="{FF2B5EF4-FFF2-40B4-BE49-F238E27FC236}">
                <a16:creationId xmlns:a16="http://schemas.microsoft.com/office/drawing/2014/main" id="{955B25D6-A85F-47D5-A985-67928DD66385}"/>
              </a:ext>
            </a:extLst>
          </p:cNvPr>
          <p:cNvSpPr>
            <a:spLocks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8066">
            <a:extLst>
              <a:ext uri="{FF2B5EF4-FFF2-40B4-BE49-F238E27FC236}">
                <a16:creationId xmlns:a16="http://schemas.microsoft.com/office/drawing/2014/main" id="{9DEF7283-78AF-4988-B11B-00ECBDCE6FEF}"/>
              </a:ext>
            </a:extLst>
          </p:cNvPr>
          <p:cNvSpPr>
            <a:spLocks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8067">
            <a:extLst>
              <a:ext uri="{FF2B5EF4-FFF2-40B4-BE49-F238E27FC236}">
                <a16:creationId xmlns:a16="http://schemas.microsoft.com/office/drawing/2014/main" id="{4C7300B3-60EF-45B4-B0A4-6A57831E7781}"/>
              </a:ext>
            </a:extLst>
          </p:cNvPr>
          <p:cNvSpPr>
            <a:spLocks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8068">
            <a:extLst>
              <a:ext uri="{FF2B5EF4-FFF2-40B4-BE49-F238E27FC236}">
                <a16:creationId xmlns:a16="http://schemas.microsoft.com/office/drawing/2014/main" id="{1F291610-3FB5-4C37-B080-6322587EEAD0}"/>
              </a:ext>
            </a:extLst>
          </p:cNvPr>
          <p:cNvSpPr>
            <a:spLocks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8069">
            <a:extLst>
              <a:ext uri="{FF2B5EF4-FFF2-40B4-BE49-F238E27FC236}">
                <a16:creationId xmlns:a16="http://schemas.microsoft.com/office/drawing/2014/main" id="{C98B9170-FB6B-4866-8562-F519CB573001}"/>
              </a:ext>
            </a:extLst>
          </p:cNvPr>
          <p:cNvSpPr>
            <a:spLocks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8070">
            <a:extLst>
              <a:ext uri="{FF2B5EF4-FFF2-40B4-BE49-F238E27FC236}">
                <a16:creationId xmlns:a16="http://schemas.microsoft.com/office/drawing/2014/main" id="{3F2FADDA-4B12-4B48-900F-EEC4A5A03C66}"/>
              </a:ext>
            </a:extLst>
          </p:cNvPr>
          <p:cNvSpPr>
            <a:spLocks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8071">
            <a:extLst>
              <a:ext uri="{FF2B5EF4-FFF2-40B4-BE49-F238E27FC236}">
                <a16:creationId xmlns:a16="http://schemas.microsoft.com/office/drawing/2014/main" id="{4FB8A8C9-2E2C-4D60-A03D-3FBB7D6B9964}"/>
              </a:ext>
            </a:extLst>
          </p:cNvPr>
          <p:cNvSpPr>
            <a:spLocks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8072">
            <a:extLst>
              <a:ext uri="{FF2B5EF4-FFF2-40B4-BE49-F238E27FC236}">
                <a16:creationId xmlns:a16="http://schemas.microsoft.com/office/drawing/2014/main" id="{3FDF2833-4628-4802-BBFF-FEF514930604}"/>
              </a:ext>
            </a:extLst>
          </p:cNvPr>
          <p:cNvSpPr>
            <a:spLocks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8073">
            <a:extLst>
              <a:ext uri="{FF2B5EF4-FFF2-40B4-BE49-F238E27FC236}">
                <a16:creationId xmlns:a16="http://schemas.microsoft.com/office/drawing/2014/main" id="{B9B4E9A0-8C87-47CC-99E1-C65996EC1987}"/>
              </a:ext>
            </a:extLst>
          </p:cNvPr>
          <p:cNvSpPr>
            <a:spLocks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8074">
            <a:extLst>
              <a:ext uri="{FF2B5EF4-FFF2-40B4-BE49-F238E27FC236}">
                <a16:creationId xmlns:a16="http://schemas.microsoft.com/office/drawing/2014/main" id="{01E6B5FF-6691-47A8-A820-D7C982370B6F}"/>
              </a:ext>
            </a:extLst>
          </p:cNvPr>
          <p:cNvSpPr>
            <a:spLocks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8075">
            <a:extLst>
              <a:ext uri="{FF2B5EF4-FFF2-40B4-BE49-F238E27FC236}">
                <a16:creationId xmlns:a16="http://schemas.microsoft.com/office/drawing/2014/main" id="{8E589EE2-5B14-49CE-8399-3FC44D4A9E7C}"/>
              </a:ext>
            </a:extLst>
          </p:cNvPr>
          <p:cNvSpPr>
            <a:spLocks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8076">
            <a:extLst>
              <a:ext uri="{FF2B5EF4-FFF2-40B4-BE49-F238E27FC236}">
                <a16:creationId xmlns:a16="http://schemas.microsoft.com/office/drawing/2014/main" id="{665ED115-3708-48A2-A5C5-B112C9119B02}"/>
              </a:ext>
            </a:extLst>
          </p:cNvPr>
          <p:cNvSpPr>
            <a:spLocks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8077">
            <a:extLst>
              <a:ext uri="{FF2B5EF4-FFF2-40B4-BE49-F238E27FC236}">
                <a16:creationId xmlns:a16="http://schemas.microsoft.com/office/drawing/2014/main" id="{A5E1B9CE-2D07-4439-AB29-D50A74E541FF}"/>
              </a:ext>
            </a:extLst>
          </p:cNvPr>
          <p:cNvSpPr>
            <a:spLocks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8078">
            <a:extLst>
              <a:ext uri="{FF2B5EF4-FFF2-40B4-BE49-F238E27FC236}">
                <a16:creationId xmlns:a16="http://schemas.microsoft.com/office/drawing/2014/main" id="{5C328D7C-3C8B-4DE1-AAA2-5FB35E7C9F75}"/>
              </a:ext>
            </a:extLst>
          </p:cNvPr>
          <p:cNvSpPr>
            <a:spLocks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8079">
            <a:extLst>
              <a:ext uri="{FF2B5EF4-FFF2-40B4-BE49-F238E27FC236}">
                <a16:creationId xmlns:a16="http://schemas.microsoft.com/office/drawing/2014/main" id="{F18360DF-E924-46CE-8F3A-1FFB8A3D69EF}"/>
              </a:ext>
            </a:extLst>
          </p:cNvPr>
          <p:cNvSpPr>
            <a:spLocks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8080">
            <a:extLst>
              <a:ext uri="{FF2B5EF4-FFF2-40B4-BE49-F238E27FC236}">
                <a16:creationId xmlns:a16="http://schemas.microsoft.com/office/drawing/2014/main" id="{C984A387-6DD9-4AC4-8F6D-FC115EFB5EA1}"/>
              </a:ext>
            </a:extLst>
          </p:cNvPr>
          <p:cNvSpPr>
            <a:spLocks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8081">
            <a:extLst>
              <a:ext uri="{FF2B5EF4-FFF2-40B4-BE49-F238E27FC236}">
                <a16:creationId xmlns:a16="http://schemas.microsoft.com/office/drawing/2014/main" id="{BF6C4965-D8A4-451E-B5ED-D1C6C2150F20}"/>
              </a:ext>
            </a:extLst>
          </p:cNvPr>
          <p:cNvSpPr>
            <a:spLocks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8082">
            <a:extLst>
              <a:ext uri="{FF2B5EF4-FFF2-40B4-BE49-F238E27FC236}">
                <a16:creationId xmlns:a16="http://schemas.microsoft.com/office/drawing/2014/main" id="{154C6B55-5E7A-4B84-B83C-F025491CF8D8}"/>
              </a:ext>
            </a:extLst>
          </p:cNvPr>
          <p:cNvSpPr>
            <a:spLocks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8083">
            <a:extLst>
              <a:ext uri="{FF2B5EF4-FFF2-40B4-BE49-F238E27FC236}">
                <a16:creationId xmlns:a16="http://schemas.microsoft.com/office/drawing/2014/main" id="{0C1369C2-32E3-4016-8731-D6322777FAF1}"/>
              </a:ext>
            </a:extLst>
          </p:cNvPr>
          <p:cNvSpPr>
            <a:spLocks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8084">
            <a:extLst>
              <a:ext uri="{FF2B5EF4-FFF2-40B4-BE49-F238E27FC236}">
                <a16:creationId xmlns:a16="http://schemas.microsoft.com/office/drawing/2014/main" id="{3E454CD3-9F07-4915-AF7A-1AD63B4C1482}"/>
              </a:ext>
            </a:extLst>
          </p:cNvPr>
          <p:cNvSpPr>
            <a:spLocks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8085">
            <a:extLst>
              <a:ext uri="{FF2B5EF4-FFF2-40B4-BE49-F238E27FC236}">
                <a16:creationId xmlns:a16="http://schemas.microsoft.com/office/drawing/2014/main" id="{D2839430-5C15-4384-B838-59D213963227}"/>
              </a:ext>
            </a:extLst>
          </p:cNvPr>
          <p:cNvSpPr>
            <a:spLocks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8086">
            <a:extLst>
              <a:ext uri="{FF2B5EF4-FFF2-40B4-BE49-F238E27FC236}">
                <a16:creationId xmlns:a16="http://schemas.microsoft.com/office/drawing/2014/main" id="{EF190060-9D11-4B54-8670-6BB8352D82A0}"/>
              </a:ext>
            </a:extLst>
          </p:cNvPr>
          <p:cNvSpPr>
            <a:spLocks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8087">
            <a:extLst>
              <a:ext uri="{FF2B5EF4-FFF2-40B4-BE49-F238E27FC236}">
                <a16:creationId xmlns:a16="http://schemas.microsoft.com/office/drawing/2014/main" id="{3A935537-58D2-4A1E-9E46-CA812D22CD83}"/>
              </a:ext>
            </a:extLst>
          </p:cNvPr>
          <p:cNvSpPr>
            <a:spLocks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8088">
            <a:extLst>
              <a:ext uri="{FF2B5EF4-FFF2-40B4-BE49-F238E27FC236}">
                <a16:creationId xmlns:a16="http://schemas.microsoft.com/office/drawing/2014/main" id="{1D5D4E2B-0B97-4D13-81B3-13457F05049B}"/>
              </a:ext>
            </a:extLst>
          </p:cNvPr>
          <p:cNvSpPr>
            <a:spLocks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8089">
            <a:extLst>
              <a:ext uri="{FF2B5EF4-FFF2-40B4-BE49-F238E27FC236}">
                <a16:creationId xmlns:a16="http://schemas.microsoft.com/office/drawing/2014/main" id="{508A4430-AE06-4F1F-9F5C-EA553C78606E}"/>
              </a:ext>
            </a:extLst>
          </p:cNvPr>
          <p:cNvSpPr>
            <a:spLocks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8090">
            <a:extLst>
              <a:ext uri="{FF2B5EF4-FFF2-40B4-BE49-F238E27FC236}">
                <a16:creationId xmlns:a16="http://schemas.microsoft.com/office/drawing/2014/main" id="{60BAACE1-02A3-41A4-9EC4-1809D6EA91D0}"/>
              </a:ext>
            </a:extLst>
          </p:cNvPr>
          <p:cNvSpPr>
            <a:spLocks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8091">
            <a:extLst>
              <a:ext uri="{FF2B5EF4-FFF2-40B4-BE49-F238E27FC236}">
                <a16:creationId xmlns:a16="http://schemas.microsoft.com/office/drawing/2014/main" id="{B1A677F7-7552-4DAB-AFE3-4A2E5F34BE44}"/>
              </a:ext>
            </a:extLst>
          </p:cNvPr>
          <p:cNvSpPr>
            <a:spLocks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8092">
            <a:extLst>
              <a:ext uri="{FF2B5EF4-FFF2-40B4-BE49-F238E27FC236}">
                <a16:creationId xmlns:a16="http://schemas.microsoft.com/office/drawing/2014/main" id="{D36F39AA-5AB7-4587-BB51-130630527EA5}"/>
              </a:ext>
            </a:extLst>
          </p:cNvPr>
          <p:cNvSpPr>
            <a:spLocks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8093">
            <a:extLst>
              <a:ext uri="{FF2B5EF4-FFF2-40B4-BE49-F238E27FC236}">
                <a16:creationId xmlns:a16="http://schemas.microsoft.com/office/drawing/2014/main" id="{D44FAC42-DFEF-4B58-BFF7-785085B60458}"/>
              </a:ext>
            </a:extLst>
          </p:cNvPr>
          <p:cNvSpPr>
            <a:spLocks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8094">
            <a:extLst>
              <a:ext uri="{FF2B5EF4-FFF2-40B4-BE49-F238E27FC236}">
                <a16:creationId xmlns:a16="http://schemas.microsoft.com/office/drawing/2014/main" id="{DAEC3927-A174-4882-AFCF-9EE8A4C8B2D8}"/>
              </a:ext>
            </a:extLst>
          </p:cNvPr>
          <p:cNvSpPr>
            <a:spLocks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8095">
            <a:extLst>
              <a:ext uri="{FF2B5EF4-FFF2-40B4-BE49-F238E27FC236}">
                <a16:creationId xmlns:a16="http://schemas.microsoft.com/office/drawing/2014/main" id="{D06F521C-4FCA-4578-A1F8-958F8342E384}"/>
              </a:ext>
            </a:extLst>
          </p:cNvPr>
          <p:cNvSpPr>
            <a:spLocks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8096">
            <a:extLst>
              <a:ext uri="{FF2B5EF4-FFF2-40B4-BE49-F238E27FC236}">
                <a16:creationId xmlns:a16="http://schemas.microsoft.com/office/drawing/2014/main" id="{6BDC8BA2-A542-4825-9828-83259222439D}"/>
              </a:ext>
            </a:extLst>
          </p:cNvPr>
          <p:cNvSpPr>
            <a:spLocks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8097">
            <a:extLst>
              <a:ext uri="{FF2B5EF4-FFF2-40B4-BE49-F238E27FC236}">
                <a16:creationId xmlns:a16="http://schemas.microsoft.com/office/drawing/2014/main" id="{0100DA24-1B7F-4264-8442-EA198AF9629B}"/>
              </a:ext>
            </a:extLst>
          </p:cNvPr>
          <p:cNvSpPr>
            <a:spLocks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8098">
            <a:extLst>
              <a:ext uri="{FF2B5EF4-FFF2-40B4-BE49-F238E27FC236}">
                <a16:creationId xmlns:a16="http://schemas.microsoft.com/office/drawing/2014/main" id="{E8FD640D-C278-4AD6-B742-33AFC8977CC5}"/>
              </a:ext>
            </a:extLst>
          </p:cNvPr>
          <p:cNvSpPr>
            <a:spLocks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8099">
            <a:extLst>
              <a:ext uri="{FF2B5EF4-FFF2-40B4-BE49-F238E27FC236}">
                <a16:creationId xmlns:a16="http://schemas.microsoft.com/office/drawing/2014/main" id="{C1A46313-A8A7-47AA-A7D9-D1C35D81202D}"/>
              </a:ext>
            </a:extLst>
          </p:cNvPr>
          <p:cNvSpPr>
            <a:spLocks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8100">
            <a:extLst>
              <a:ext uri="{FF2B5EF4-FFF2-40B4-BE49-F238E27FC236}">
                <a16:creationId xmlns:a16="http://schemas.microsoft.com/office/drawing/2014/main" id="{240E9300-9688-4006-BB48-B96B35FD5EF9}"/>
              </a:ext>
            </a:extLst>
          </p:cNvPr>
          <p:cNvSpPr>
            <a:spLocks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8101">
            <a:extLst>
              <a:ext uri="{FF2B5EF4-FFF2-40B4-BE49-F238E27FC236}">
                <a16:creationId xmlns:a16="http://schemas.microsoft.com/office/drawing/2014/main" id="{C1BBC15A-6C40-41D2-A644-A2E59CAE0913}"/>
              </a:ext>
            </a:extLst>
          </p:cNvPr>
          <p:cNvSpPr>
            <a:spLocks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8102">
            <a:extLst>
              <a:ext uri="{FF2B5EF4-FFF2-40B4-BE49-F238E27FC236}">
                <a16:creationId xmlns:a16="http://schemas.microsoft.com/office/drawing/2014/main" id="{CFBBE896-B9E6-49F1-93C2-CF5F38C2EBD6}"/>
              </a:ext>
            </a:extLst>
          </p:cNvPr>
          <p:cNvSpPr>
            <a:spLocks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8103">
            <a:extLst>
              <a:ext uri="{FF2B5EF4-FFF2-40B4-BE49-F238E27FC236}">
                <a16:creationId xmlns:a16="http://schemas.microsoft.com/office/drawing/2014/main" id="{145FC64E-D855-4C90-8264-F1451EB8C851}"/>
              </a:ext>
            </a:extLst>
          </p:cNvPr>
          <p:cNvSpPr>
            <a:spLocks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8104">
            <a:extLst>
              <a:ext uri="{FF2B5EF4-FFF2-40B4-BE49-F238E27FC236}">
                <a16:creationId xmlns:a16="http://schemas.microsoft.com/office/drawing/2014/main" id="{353C699D-AB7F-4B38-A16E-FEA0D1566536}"/>
              </a:ext>
            </a:extLst>
          </p:cNvPr>
          <p:cNvSpPr>
            <a:spLocks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8105">
            <a:extLst>
              <a:ext uri="{FF2B5EF4-FFF2-40B4-BE49-F238E27FC236}">
                <a16:creationId xmlns:a16="http://schemas.microsoft.com/office/drawing/2014/main" id="{AC29B47E-6D42-4AE0-86DA-58E2F7874B9D}"/>
              </a:ext>
            </a:extLst>
          </p:cNvPr>
          <p:cNvSpPr>
            <a:spLocks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8106">
            <a:extLst>
              <a:ext uri="{FF2B5EF4-FFF2-40B4-BE49-F238E27FC236}">
                <a16:creationId xmlns:a16="http://schemas.microsoft.com/office/drawing/2014/main" id="{B0762D36-5FA2-4C1F-990F-F7F7F1FEABA8}"/>
              </a:ext>
            </a:extLst>
          </p:cNvPr>
          <p:cNvSpPr>
            <a:spLocks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8107">
            <a:extLst>
              <a:ext uri="{FF2B5EF4-FFF2-40B4-BE49-F238E27FC236}">
                <a16:creationId xmlns:a16="http://schemas.microsoft.com/office/drawing/2014/main" id="{46A76AEF-286C-40C3-9093-FC3C1C7FB861}"/>
              </a:ext>
            </a:extLst>
          </p:cNvPr>
          <p:cNvSpPr>
            <a:spLocks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8108">
            <a:extLst>
              <a:ext uri="{FF2B5EF4-FFF2-40B4-BE49-F238E27FC236}">
                <a16:creationId xmlns:a16="http://schemas.microsoft.com/office/drawing/2014/main" id="{7F77E3DD-909E-414A-80F9-6702F6B7EF05}"/>
              </a:ext>
            </a:extLst>
          </p:cNvPr>
          <p:cNvSpPr>
            <a:spLocks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8109">
            <a:extLst>
              <a:ext uri="{FF2B5EF4-FFF2-40B4-BE49-F238E27FC236}">
                <a16:creationId xmlns:a16="http://schemas.microsoft.com/office/drawing/2014/main" id="{4CE6F8D9-06F2-4211-AA86-1209F0F7FAA6}"/>
              </a:ext>
            </a:extLst>
          </p:cNvPr>
          <p:cNvSpPr>
            <a:spLocks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8110">
            <a:extLst>
              <a:ext uri="{FF2B5EF4-FFF2-40B4-BE49-F238E27FC236}">
                <a16:creationId xmlns:a16="http://schemas.microsoft.com/office/drawing/2014/main" id="{6EA32B73-72D7-4D6F-A74E-A8C10C9C1402}"/>
              </a:ext>
            </a:extLst>
          </p:cNvPr>
          <p:cNvSpPr>
            <a:spLocks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8111">
            <a:extLst>
              <a:ext uri="{FF2B5EF4-FFF2-40B4-BE49-F238E27FC236}">
                <a16:creationId xmlns:a16="http://schemas.microsoft.com/office/drawing/2014/main" id="{FDE9FAC5-2812-4B93-A885-C37406ABA31D}"/>
              </a:ext>
            </a:extLst>
          </p:cNvPr>
          <p:cNvSpPr>
            <a:spLocks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8112">
            <a:extLst>
              <a:ext uri="{FF2B5EF4-FFF2-40B4-BE49-F238E27FC236}">
                <a16:creationId xmlns:a16="http://schemas.microsoft.com/office/drawing/2014/main" id="{332D8EEF-A115-48DC-BC7A-18BED65BDCE8}"/>
              </a:ext>
            </a:extLst>
          </p:cNvPr>
          <p:cNvSpPr>
            <a:spLocks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8113">
            <a:extLst>
              <a:ext uri="{FF2B5EF4-FFF2-40B4-BE49-F238E27FC236}">
                <a16:creationId xmlns:a16="http://schemas.microsoft.com/office/drawing/2014/main" id="{A3B2DDF6-49B8-4F4C-A82A-2C70DB113C45}"/>
              </a:ext>
            </a:extLst>
          </p:cNvPr>
          <p:cNvSpPr>
            <a:spLocks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8114">
            <a:extLst>
              <a:ext uri="{FF2B5EF4-FFF2-40B4-BE49-F238E27FC236}">
                <a16:creationId xmlns:a16="http://schemas.microsoft.com/office/drawing/2014/main" id="{63310364-356F-45E2-AABC-EF073940F299}"/>
              </a:ext>
            </a:extLst>
          </p:cNvPr>
          <p:cNvSpPr>
            <a:spLocks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8115">
            <a:extLst>
              <a:ext uri="{FF2B5EF4-FFF2-40B4-BE49-F238E27FC236}">
                <a16:creationId xmlns:a16="http://schemas.microsoft.com/office/drawing/2014/main" id="{5DFEB959-53DE-47F0-9204-E27E9C401F67}"/>
              </a:ext>
            </a:extLst>
          </p:cNvPr>
          <p:cNvSpPr>
            <a:spLocks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8116">
            <a:extLst>
              <a:ext uri="{FF2B5EF4-FFF2-40B4-BE49-F238E27FC236}">
                <a16:creationId xmlns:a16="http://schemas.microsoft.com/office/drawing/2014/main" id="{A781C318-D058-4EA6-902B-F4664101E5B4}"/>
              </a:ext>
            </a:extLst>
          </p:cNvPr>
          <p:cNvSpPr>
            <a:spLocks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8117">
            <a:extLst>
              <a:ext uri="{FF2B5EF4-FFF2-40B4-BE49-F238E27FC236}">
                <a16:creationId xmlns:a16="http://schemas.microsoft.com/office/drawing/2014/main" id="{F4D43346-1068-4F1B-8F19-ED897568AFEE}"/>
              </a:ext>
            </a:extLst>
          </p:cNvPr>
          <p:cNvSpPr>
            <a:spLocks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8118">
            <a:extLst>
              <a:ext uri="{FF2B5EF4-FFF2-40B4-BE49-F238E27FC236}">
                <a16:creationId xmlns:a16="http://schemas.microsoft.com/office/drawing/2014/main" id="{FF40E1FD-B83C-4019-B43D-04A9AF44471E}"/>
              </a:ext>
            </a:extLst>
          </p:cNvPr>
          <p:cNvSpPr>
            <a:spLocks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8119">
            <a:extLst>
              <a:ext uri="{FF2B5EF4-FFF2-40B4-BE49-F238E27FC236}">
                <a16:creationId xmlns:a16="http://schemas.microsoft.com/office/drawing/2014/main" id="{4249223E-03C5-44AF-8530-BFFB3C20131B}"/>
              </a:ext>
            </a:extLst>
          </p:cNvPr>
          <p:cNvSpPr>
            <a:spLocks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8120">
            <a:extLst>
              <a:ext uri="{FF2B5EF4-FFF2-40B4-BE49-F238E27FC236}">
                <a16:creationId xmlns:a16="http://schemas.microsoft.com/office/drawing/2014/main" id="{C2ADFCDC-690B-4C89-90D5-768C0FA09EEB}"/>
              </a:ext>
            </a:extLst>
          </p:cNvPr>
          <p:cNvSpPr>
            <a:spLocks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8121">
            <a:extLst>
              <a:ext uri="{FF2B5EF4-FFF2-40B4-BE49-F238E27FC236}">
                <a16:creationId xmlns:a16="http://schemas.microsoft.com/office/drawing/2014/main" id="{87F5F6FE-E465-46EA-B460-965F54620C15}"/>
              </a:ext>
            </a:extLst>
          </p:cNvPr>
          <p:cNvSpPr>
            <a:spLocks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8122">
            <a:extLst>
              <a:ext uri="{FF2B5EF4-FFF2-40B4-BE49-F238E27FC236}">
                <a16:creationId xmlns:a16="http://schemas.microsoft.com/office/drawing/2014/main" id="{DCD2CEB7-F311-470D-836D-E4FA247B5D95}"/>
              </a:ext>
            </a:extLst>
          </p:cNvPr>
          <p:cNvSpPr>
            <a:spLocks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8123">
            <a:extLst>
              <a:ext uri="{FF2B5EF4-FFF2-40B4-BE49-F238E27FC236}">
                <a16:creationId xmlns:a16="http://schemas.microsoft.com/office/drawing/2014/main" id="{A288535B-AA47-4B86-9B99-14B045D575E2}"/>
              </a:ext>
            </a:extLst>
          </p:cNvPr>
          <p:cNvSpPr>
            <a:spLocks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8124">
            <a:extLst>
              <a:ext uri="{FF2B5EF4-FFF2-40B4-BE49-F238E27FC236}">
                <a16:creationId xmlns:a16="http://schemas.microsoft.com/office/drawing/2014/main" id="{64AEDBF7-6286-4A82-9736-4FA3189EA9F2}"/>
              </a:ext>
            </a:extLst>
          </p:cNvPr>
          <p:cNvSpPr>
            <a:spLocks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8125">
            <a:extLst>
              <a:ext uri="{FF2B5EF4-FFF2-40B4-BE49-F238E27FC236}">
                <a16:creationId xmlns:a16="http://schemas.microsoft.com/office/drawing/2014/main" id="{B4B69F33-D5FE-4B59-A75D-A16028EFAB1D}"/>
              </a:ext>
            </a:extLst>
          </p:cNvPr>
          <p:cNvSpPr>
            <a:spLocks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8126">
            <a:extLst>
              <a:ext uri="{FF2B5EF4-FFF2-40B4-BE49-F238E27FC236}">
                <a16:creationId xmlns:a16="http://schemas.microsoft.com/office/drawing/2014/main" id="{20CD59D0-1F52-46A9-995F-43F1180A744D}"/>
              </a:ext>
            </a:extLst>
          </p:cNvPr>
          <p:cNvSpPr>
            <a:spLocks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8127">
            <a:extLst>
              <a:ext uri="{FF2B5EF4-FFF2-40B4-BE49-F238E27FC236}">
                <a16:creationId xmlns:a16="http://schemas.microsoft.com/office/drawing/2014/main" id="{742E992A-F2CE-40D9-8028-61D6B9DC4C51}"/>
              </a:ext>
            </a:extLst>
          </p:cNvPr>
          <p:cNvSpPr>
            <a:spLocks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8128">
            <a:extLst>
              <a:ext uri="{FF2B5EF4-FFF2-40B4-BE49-F238E27FC236}">
                <a16:creationId xmlns:a16="http://schemas.microsoft.com/office/drawing/2014/main" id="{A9EC4E15-274B-4725-9FBA-9313AB07D39C}"/>
              </a:ext>
            </a:extLst>
          </p:cNvPr>
          <p:cNvSpPr>
            <a:spLocks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8129">
            <a:extLst>
              <a:ext uri="{FF2B5EF4-FFF2-40B4-BE49-F238E27FC236}">
                <a16:creationId xmlns:a16="http://schemas.microsoft.com/office/drawing/2014/main" id="{98A15CB5-9C97-4930-B334-143D3EA9A598}"/>
              </a:ext>
            </a:extLst>
          </p:cNvPr>
          <p:cNvSpPr>
            <a:spLocks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8130">
            <a:extLst>
              <a:ext uri="{FF2B5EF4-FFF2-40B4-BE49-F238E27FC236}">
                <a16:creationId xmlns:a16="http://schemas.microsoft.com/office/drawing/2014/main" id="{924B1D39-0715-4987-9997-5AC2E890FC07}"/>
              </a:ext>
            </a:extLst>
          </p:cNvPr>
          <p:cNvSpPr>
            <a:spLocks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8131">
            <a:extLst>
              <a:ext uri="{FF2B5EF4-FFF2-40B4-BE49-F238E27FC236}">
                <a16:creationId xmlns:a16="http://schemas.microsoft.com/office/drawing/2014/main" id="{A270255E-911B-4A9C-8C83-28327DC9204F}"/>
              </a:ext>
            </a:extLst>
          </p:cNvPr>
          <p:cNvSpPr>
            <a:spLocks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8132">
            <a:extLst>
              <a:ext uri="{FF2B5EF4-FFF2-40B4-BE49-F238E27FC236}">
                <a16:creationId xmlns:a16="http://schemas.microsoft.com/office/drawing/2014/main" id="{082EDA0F-130F-4A70-9D3D-90FE6C30E2C2}"/>
              </a:ext>
            </a:extLst>
          </p:cNvPr>
          <p:cNvSpPr>
            <a:spLocks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8133">
            <a:extLst>
              <a:ext uri="{FF2B5EF4-FFF2-40B4-BE49-F238E27FC236}">
                <a16:creationId xmlns:a16="http://schemas.microsoft.com/office/drawing/2014/main" id="{F310B10E-385B-4B7A-A168-3125EB6EFF83}"/>
              </a:ext>
            </a:extLst>
          </p:cNvPr>
          <p:cNvSpPr>
            <a:spLocks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8134">
            <a:extLst>
              <a:ext uri="{FF2B5EF4-FFF2-40B4-BE49-F238E27FC236}">
                <a16:creationId xmlns:a16="http://schemas.microsoft.com/office/drawing/2014/main" id="{530572B1-1B03-4033-8678-24F313F07B67}"/>
              </a:ext>
            </a:extLst>
          </p:cNvPr>
          <p:cNvSpPr>
            <a:spLocks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8135">
            <a:extLst>
              <a:ext uri="{FF2B5EF4-FFF2-40B4-BE49-F238E27FC236}">
                <a16:creationId xmlns:a16="http://schemas.microsoft.com/office/drawing/2014/main" id="{3FC85107-5142-40BF-9207-112CFA0998AD}"/>
              </a:ext>
            </a:extLst>
          </p:cNvPr>
          <p:cNvSpPr>
            <a:spLocks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8136">
            <a:extLst>
              <a:ext uri="{FF2B5EF4-FFF2-40B4-BE49-F238E27FC236}">
                <a16:creationId xmlns:a16="http://schemas.microsoft.com/office/drawing/2014/main" id="{8D81FACF-8297-4D1B-B574-F53A6CAC2682}"/>
              </a:ext>
            </a:extLst>
          </p:cNvPr>
          <p:cNvSpPr>
            <a:spLocks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8137">
            <a:extLst>
              <a:ext uri="{FF2B5EF4-FFF2-40B4-BE49-F238E27FC236}">
                <a16:creationId xmlns:a16="http://schemas.microsoft.com/office/drawing/2014/main" id="{84D27FF7-47C5-434C-958C-7591C5E14463}"/>
              </a:ext>
            </a:extLst>
          </p:cNvPr>
          <p:cNvSpPr>
            <a:spLocks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8138">
            <a:extLst>
              <a:ext uri="{FF2B5EF4-FFF2-40B4-BE49-F238E27FC236}">
                <a16:creationId xmlns:a16="http://schemas.microsoft.com/office/drawing/2014/main" id="{9049EB6F-B74C-44C1-BAD1-DADF212701D7}"/>
              </a:ext>
            </a:extLst>
          </p:cNvPr>
          <p:cNvSpPr>
            <a:spLocks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8139">
            <a:extLst>
              <a:ext uri="{FF2B5EF4-FFF2-40B4-BE49-F238E27FC236}">
                <a16:creationId xmlns:a16="http://schemas.microsoft.com/office/drawing/2014/main" id="{B59FB6D6-4B75-43F3-BF6D-061F3C959785}"/>
              </a:ext>
            </a:extLst>
          </p:cNvPr>
          <p:cNvSpPr>
            <a:spLocks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8140">
            <a:extLst>
              <a:ext uri="{FF2B5EF4-FFF2-40B4-BE49-F238E27FC236}">
                <a16:creationId xmlns:a16="http://schemas.microsoft.com/office/drawing/2014/main" id="{9183F994-9CE8-4519-9C3D-9C61BEC818B4}"/>
              </a:ext>
            </a:extLst>
          </p:cNvPr>
          <p:cNvSpPr>
            <a:spLocks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8141">
            <a:extLst>
              <a:ext uri="{FF2B5EF4-FFF2-40B4-BE49-F238E27FC236}">
                <a16:creationId xmlns:a16="http://schemas.microsoft.com/office/drawing/2014/main" id="{DE606D24-8AF5-49DB-8F4B-9E06DD59D17E}"/>
              </a:ext>
            </a:extLst>
          </p:cNvPr>
          <p:cNvSpPr>
            <a:spLocks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8142">
            <a:extLst>
              <a:ext uri="{FF2B5EF4-FFF2-40B4-BE49-F238E27FC236}">
                <a16:creationId xmlns:a16="http://schemas.microsoft.com/office/drawing/2014/main" id="{9DE39460-BB0B-4D63-81D2-851AECB0F24D}"/>
              </a:ext>
            </a:extLst>
          </p:cNvPr>
          <p:cNvSpPr>
            <a:spLocks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8143">
            <a:extLst>
              <a:ext uri="{FF2B5EF4-FFF2-40B4-BE49-F238E27FC236}">
                <a16:creationId xmlns:a16="http://schemas.microsoft.com/office/drawing/2014/main" id="{9B9B3559-AC6D-4768-B9FD-1123C6A05E46}"/>
              </a:ext>
            </a:extLst>
          </p:cNvPr>
          <p:cNvSpPr>
            <a:spLocks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8144">
            <a:extLst>
              <a:ext uri="{FF2B5EF4-FFF2-40B4-BE49-F238E27FC236}">
                <a16:creationId xmlns:a16="http://schemas.microsoft.com/office/drawing/2014/main" id="{5A1101E0-7212-41B9-82DD-DC8138914816}"/>
              </a:ext>
            </a:extLst>
          </p:cNvPr>
          <p:cNvSpPr>
            <a:spLocks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8145">
            <a:extLst>
              <a:ext uri="{FF2B5EF4-FFF2-40B4-BE49-F238E27FC236}">
                <a16:creationId xmlns:a16="http://schemas.microsoft.com/office/drawing/2014/main" id="{2016D59B-F054-458D-B9EC-3A6674056D8A}"/>
              </a:ext>
            </a:extLst>
          </p:cNvPr>
          <p:cNvSpPr>
            <a:spLocks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8146">
            <a:extLst>
              <a:ext uri="{FF2B5EF4-FFF2-40B4-BE49-F238E27FC236}">
                <a16:creationId xmlns:a16="http://schemas.microsoft.com/office/drawing/2014/main" id="{349492D9-4D7D-44A8-AB36-B72603348CD9}"/>
              </a:ext>
            </a:extLst>
          </p:cNvPr>
          <p:cNvSpPr>
            <a:spLocks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8147">
            <a:extLst>
              <a:ext uri="{FF2B5EF4-FFF2-40B4-BE49-F238E27FC236}">
                <a16:creationId xmlns:a16="http://schemas.microsoft.com/office/drawing/2014/main" id="{48AAACCA-7473-4DBF-A9C0-BD8C40C12AAC}"/>
              </a:ext>
            </a:extLst>
          </p:cNvPr>
          <p:cNvSpPr>
            <a:spLocks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8148">
            <a:extLst>
              <a:ext uri="{FF2B5EF4-FFF2-40B4-BE49-F238E27FC236}">
                <a16:creationId xmlns:a16="http://schemas.microsoft.com/office/drawing/2014/main" id="{52EE7A72-356D-48DA-B068-EDA88043CF0D}"/>
              </a:ext>
            </a:extLst>
          </p:cNvPr>
          <p:cNvSpPr>
            <a:spLocks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8149">
            <a:extLst>
              <a:ext uri="{FF2B5EF4-FFF2-40B4-BE49-F238E27FC236}">
                <a16:creationId xmlns:a16="http://schemas.microsoft.com/office/drawing/2014/main" id="{F998F15D-AB55-4CA3-A483-3FC0B459C141}"/>
              </a:ext>
            </a:extLst>
          </p:cNvPr>
          <p:cNvSpPr>
            <a:spLocks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8150">
            <a:extLst>
              <a:ext uri="{FF2B5EF4-FFF2-40B4-BE49-F238E27FC236}">
                <a16:creationId xmlns:a16="http://schemas.microsoft.com/office/drawing/2014/main" id="{EA286342-7819-4DD6-9D4C-275ECE404239}"/>
              </a:ext>
            </a:extLst>
          </p:cNvPr>
          <p:cNvSpPr>
            <a:spLocks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8151">
            <a:extLst>
              <a:ext uri="{FF2B5EF4-FFF2-40B4-BE49-F238E27FC236}">
                <a16:creationId xmlns:a16="http://schemas.microsoft.com/office/drawing/2014/main" id="{FC902469-BF4A-4492-AB90-3821E80E4504}"/>
              </a:ext>
            </a:extLst>
          </p:cNvPr>
          <p:cNvSpPr>
            <a:spLocks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8152">
            <a:extLst>
              <a:ext uri="{FF2B5EF4-FFF2-40B4-BE49-F238E27FC236}">
                <a16:creationId xmlns:a16="http://schemas.microsoft.com/office/drawing/2014/main" id="{C5145718-4B37-4D5B-B86C-A51D00DB81F7}"/>
              </a:ext>
            </a:extLst>
          </p:cNvPr>
          <p:cNvSpPr>
            <a:spLocks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8153">
            <a:extLst>
              <a:ext uri="{FF2B5EF4-FFF2-40B4-BE49-F238E27FC236}">
                <a16:creationId xmlns:a16="http://schemas.microsoft.com/office/drawing/2014/main" id="{6E676A50-1402-4B02-AB21-5F72C477E287}"/>
              </a:ext>
            </a:extLst>
          </p:cNvPr>
          <p:cNvSpPr>
            <a:spLocks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8154">
            <a:extLst>
              <a:ext uri="{FF2B5EF4-FFF2-40B4-BE49-F238E27FC236}">
                <a16:creationId xmlns:a16="http://schemas.microsoft.com/office/drawing/2014/main" id="{4F96EE7F-BD83-4B79-9334-DE8611105B81}"/>
              </a:ext>
            </a:extLst>
          </p:cNvPr>
          <p:cNvSpPr>
            <a:spLocks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8155">
            <a:extLst>
              <a:ext uri="{FF2B5EF4-FFF2-40B4-BE49-F238E27FC236}">
                <a16:creationId xmlns:a16="http://schemas.microsoft.com/office/drawing/2014/main" id="{E01D4DC2-C999-43EA-86CD-87D91823C5C9}"/>
              </a:ext>
            </a:extLst>
          </p:cNvPr>
          <p:cNvSpPr>
            <a:spLocks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8156">
            <a:extLst>
              <a:ext uri="{FF2B5EF4-FFF2-40B4-BE49-F238E27FC236}">
                <a16:creationId xmlns:a16="http://schemas.microsoft.com/office/drawing/2014/main" id="{E90A758A-628F-4E39-B048-7CEE8F3745E0}"/>
              </a:ext>
            </a:extLst>
          </p:cNvPr>
          <p:cNvSpPr>
            <a:spLocks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8157">
            <a:extLst>
              <a:ext uri="{FF2B5EF4-FFF2-40B4-BE49-F238E27FC236}">
                <a16:creationId xmlns:a16="http://schemas.microsoft.com/office/drawing/2014/main" id="{761C0F62-D2E6-4CB8-BC31-AC44FE415AB7}"/>
              </a:ext>
            </a:extLst>
          </p:cNvPr>
          <p:cNvSpPr>
            <a:spLocks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8158">
            <a:extLst>
              <a:ext uri="{FF2B5EF4-FFF2-40B4-BE49-F238E27FC236}">
                <a16:creationId xmlns:a16="http://schemas.microsoft.com/office/drawing/2014/main" id="{63B77343-872D-4A6B-8C4E-AB8C7D622B2D}"/>
              </a:ext>
            </a:extLst>
          </p:cNvPr>
          <p:cNvSpPr>
            <a:spLocks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8159">
            <a:extLst>
              <a:ext uri="{FF2B5EF4-FFF2-40B4-BE49-F238E27FC236}">
                <a16:creationId xmlns:a16="http://schemas.microsoft.com/office/drawing/2014/main" id="{6F214444-90BE-421C-ADDA-735F84DBF9C3}"/>
              </a:ext>
            </a:extLst>
          </p:cNvPr>
          <p:cNvSpPr>
            <a:spLocks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8160">
            <a:extLst>
              <a:ext uri="{FF2B5EF4-FFF2-40B4-BE49-F238E27FC236}">
                <a16:creationId xmlns:a16="http://schemas.microsoft.com/office/drawing/2014/main" id="{69A2BA95-0584-40AF-8ABD-82E261BE4FD3}"/>
              </a:ext>
            </a:extLst>
          </p:cNvPr>
          <p:cNvSpPr>
            <a:spLocks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8161">
            <a:extLst>
              <a:ext uri="{FF2B5EF4-FFF2-40B4-BE49-F238E27FC236}">
                <a16:creationId xmlns:a16="http://schemas.microsoft.com/office/drawing/2014/main" id="{7CB7DECF-7862-45F7-ABF8-E6956659F305}"/>
              </a:ext>
            </a:extLst>
          </p:cNvPr>
          <p:cNvSpPr>
            <a:spLocks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8162">
            <a:extLst>
              <a:ext uri="{FF2B5EF4-FFF2-40B4-BE49-F238E27FC236}">
                <a16:creationId xmlns:a16="http://schemas.microsoft.com/office/drawing/2014/main" id="{29A0FCAC-7E44-4F72-8AAE-E3084564F858}"/>
              </a:ext>
            </a:extLst>
          </p:cNvPr>
          <p:cNvSpPr>
            <a:spLocks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8163">
            <a:extLst>
              <a:ext uri="{FF2B5EF4-FFF2-40B4-BE49-F238E27FC236}">
                <a16:creationId xmlns:a16="http://schemas.microsoft.com/office/drawing/2014/main" id="{609D602D-36B3-463C-B4A1-C3E2D7061902}"/>
              </a:ext>
            </a:extLst>
          </p:cNvPr>
          <p:cNvSpPr>
            <a:spLocks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8164">
            <a:extLst>
              <a:ext uri="{FF2B5EF4-FFF2-40B4-BE49-F238E27FC236}">
                <a16:creationId xmlns:a16="http://schemas.microsoft.com/office/drawing/2014/main" id="{854D68AD-5A06-4882-9772-6C43F53F0DB4}"/>
              </a:ext>
            </a:extLst>
          </p:cNvPr>
          <p:cNvSpPr>
            <a:spLocks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8165">
            <a:extLst>
              <a:ext uri="{FF2B5EF4-FFF2-40B4-BE49-F238E27FC236}">
                <a16:creationId xmlns:a16="http://schemas.microsoft.com/office/drawing/2014/main" id="{AB39A302-4AE9-4B1D-B7F0-220E32EBEE75}"/>
              </a:ext>
            </a:extLst>
          </p:cNvPr>
          <p:cNvSpPr>
            <a:spLocks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8166">
            <a:extLst>
              <a:ext uri="{FF2B5EF4-FFF2-40B4-BE49-F238E27FC236}">
                <a16:creationId xmlns:a16="http://schemas.microsoft.com/office/drawing/2014/main" id="{6C3ED707-47EA-4D44-A5B7-0E9AE153B613}"/>
              </a:ext>
            </a:extLst>
          </p:cNvPr>
          <p:cNvSpPr>
            <a:spLocks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8167">
            <a:extLst>
              <a:ext uri="{FF2B5EF4-FFF2-40B4-BE49-F238E27FC236}">
                <a16:creationId xmlns:a16="http://schemas.microsoft.com/office/drawing/2014/main" id="{20F5177D-AB56-4639-B645-EFBBB0F7EA8D}"/>
              </a:ext>
            </a:extLst>
          </p:cNvPr>
          <p:cNvSpPr>
            <a:spLocks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8168">
            <a:extLst>
              <a:ext uri="{FF2B5EF4-FFF2-40B4-BE49-F238E27FC236}">
                <a16:creationId xmlns:a16="http://schemas.microsoft.com/office/drawing/2014/main" id="{E8F443CB-EFCC-401E-BF35-8CD6345BCBAD}"/>
              </a:ext>
            </a:extLst>
          </p:cNvPr>
          <p:cNvSpPr>
            <a:spLocks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8169">
            <a:extLst>
              <a:ext uri="{FF2B5EF4-FFF2-40B4-BE49-F238E27FC236}">
                <a16:creationId xmlns:a16="http://schemas.microsoft.com/office/drawing/2014/main" id="{C45B1270-9D30-461D-8175-7D62CC0037AE}"/>
              </a:ext>
            </a:extLst>
          </p:cNvPr>
          <p:cNvSpPr>
            <a:spLocks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8170">
            <a:extLst>
              <a:ext uri="{FF2B5EF4-FFF2-40B4-BE49-F238E27FC236}">
                <a16:creationId xmlns:a16="http://schemas.microsoft.com/office/drawing/2014/main" id="{2390054D-63DC-4FEC-B874-403E503BDE48}"/>
              </a:ext>
            </a:extLst>
          </p:cNvPr>
          <p:cNvSpPr>
            <a:spLocks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8171">
            <a:extLst>
              <a:ext uri="{FF2B5EF4-FFF2-40B4-BE49-F238E27FC236}">
                <a16:creationId xmlns:a16="http://schemas.microsoft.com/office/drawing/2014/main" id="{395E52AD-1677-42F1-9BCF-28A726AAFAF6}"/>
              </a:ext>
            </a:extLst>
          </p:cNvPr>
          <p:cNvSpPr>
            <a:spLocks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8172">
            <a:extLst>
              <a:ext uri="{FF2B5EF4-FFF2-40B4-BE49-F238E27FC236}">
                <a16:creationId xmlns:a16="http://schemas.microsoft.com/office/drawing/2014/main" id="{6EC48EA6-5DF2-4BA6-9148-669F1D54E927}"/>
              </a:ext>
            </a:extLst>
          </p:cNvPr>
          <p:cNvSpPr>
            <a:spLocks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8173">
            <a:extLst>
              <a:ext uri="{FF2B5EF4-FFF2-40B4-BE49-F238E27FC236}">
                <a16:creationId xmlns:a16="http://schemas.microsoft.com/office/drawing/2014/main" id="{2A9CDC79-B10A-4A97-AFD7-0A346CF7A462}"/>
              </a:ext>
            </a:extLst>
          </p:cNvPr>
          <p:cNvSpPr>
            <a:spLocks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8174">
            <a:extLst>
              <a:ext uri="{FF2B5EF4-FFF2-40B4-BE49-F238E27FC236}">
                <a16:creationId xmlns:a16="http://schemas.microsoft.com/office/drawing/2014/main" id="{6D2AE76D-15A8-4B19-8389-FE3E2CDEC4F5}"/>
              </a:ext>
            </a:extLst>
          </p:cNvPr>
          <p:cNvSpPr>
            <a:spLocks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8175">
            <a:extLst>
              <a:ext uri="{FF2B5EF4-FFF2-40B4-BE49-F238E27FC236}">
                <a16:creationId xmlns:a16="http://schemas.microsoft.com/office/drawing/2014/main" id="{3E1C5293-B964-4F91-8501-1C7DEEB71236}"/>
              </a:ext>
            </a:extLst>
          </p:cNvPr>
          <p:cNvSpPr>
            <a:spLocks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8176">
            <a:extLst>
              <a:ext uri="{FF2B5EF4-FFF2-40B4-BE49-F238E27FC236}">
                <a16:creationId xmlns:a16="http://schemas.microsoft.com/office/drawing/2014/main" id="{B15AC72F-CB2B-4EAD-9979-62AF54608CF4}"/>
              </a:ext>
            </a:extLst>
          </p:cNvPr>
          <p:cNvSpPr>
            <a:spLocks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8177">
            <a:extLst>
              <a:ext uri="{FF2B5EF4-FFF2-40B4-BE49-F238E27FC236}">
                <a16:creationId xmlns:a16="http://schemas.microsoft.com/office/drawing/2014/main" id="{70954D7E-8A4C-411B-AAE6-730BFCFA8F6F}"/>
              </a:ext>
            </a:extLst>
          </p:cNvPr>
          <p:cNvSpPr>
            <a:spLocks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8178">
            <a:extLst>
              <a:ext uri="{FF2B5EF4-FFF2-40B4-BE49-F238E27FC236}">
                <a16:creationId xmlns:a16="http://schemas.microsoft.com/office/drawing/2014/main" id="{2EB0246D-2488-41E3-BAE5-A82589047DC1}"/>
              </a:ext>
            </a:extLst>
          </p:cNvPr>
          <p:cNvSpPr>
            <a:spLocks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8179">
            <a:extLst>
              <a:ext uri="{FF2B5EF4-FFF2-40B4-BE49-F238E27FC236}">
                <a16:creationId xmlns:a16="http://schemas.microsoft.com/office/drawing/2014/main" id="{79E75ED3-EFF8-407E-AC37-2AC2E6675D7A}"/>
              </a:ext>
            </a:extLst>
          </p:cNvPr>
          <p:cNvSpPr>
            <a:spLocks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8180">
            <a:extLst>
              <a:ext uri="{FF2B5EF4-FFF2-40B4-BE49-F238E27FC236}">
                <a16:creationId xmlns:a16="http://schemas.microsoft.com/office/drawing/2014/main" id="{FCE8B01E-8C0A-4100-B13E-2CB8C9337DD9}"/>
              </a:ext>
            </a:extLst>
          </p:cNvPr>
          <p:cNvSpPr>
            <a:spLocks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8181">
            <a:extLst>
              <a:ext uri="{FF2B5EF4-FFF2-40B4-BE49-F238E27FC236}">
                <a16:creationId xmlns:a16="http://schemas.microsoft.com/office/drawing/2014/main" id="{738B5CA1-34B5-4264-8792-19248B4876DB}"/>
              </a:ext>
            </a:extLst>
          </p:cNvPr>
          <p:cNvSpPr>
            <a:spLocks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8182">
            <a:extLst>
              <a:ext uri="{FF2B5EF4-FFF2-40B4-BE49-F238E27FC236}">
                <a16:creationId xmlns:a16="http://schemas.microsoft.com/office/drawing/2014/main" id="{39D39FDC-C46F-4186-B9B8-2E0A0482A882}"/>
              </a:ext>
            </a:extLst>
          </p:cNvPr>
          <p:cNvSpPr>
            <a:spLocks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8183">
            <a:extLst>
              <a:ext uri="{FF2B5EF4-FFF2-40B4-BE49-F238E27FC236}">
                <a16:creationId xmlns:a16="http://schemas.microsoft.com/office/drawing/2014/main" id="{F5793D3F-EFFE-4F47-81BF-29865F0FFE0A}"/>
              </a:ext>
            </a:extLst>
          </p:cNvPr>
          <p:cNvSpPr>
            <a:spLocks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8184">
            <a:extLst>
              <a:ext uri="{FF2B5EF4-FFF2-40B4-BE49-F238E27FC236}">
                <a16:creationId xmlns:a16="http://schemas.microsoft.com/office/drawing/2014/main" id="{59ADE4CA-8F30-433B-8008-D3E16EECFD1E}"/>
              </a:ext>
            </a:extLst>
          </p:cNvPr>
          <p:cNvSpPr>
            <a:spLocks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8185">
            <a:extLst>
              <a:ext uri="{FF2B5EF4-FFF2-40B4-BE49-F238E27FC236}">
                <a16:creationId xmlns:a16="http://schemas.microsoft.com/office/drawing/2014/main" id="{D95C5260-9264-4C46-95D4-6187CECC8BEF}"/>
              </a:ext>
            </a:extLst>
          </p:cNvPr>
          <p:cNvSpPr>
            <a:spLocks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8186">
            <a:extLst>
              <a:ext uri="{FF2B5EF4-FFF2-40B4-BE49-F238E27FC236}">
                <a16:creationId xmlns:a16="http://schemas.microsoft.com/office/drawing/2014/main" id="{5D73FCA2-A61B-4BA4-B4DB-0CB9CF04A480}"/>
              </a:ext>
            </a:extLst>
          </p:cNvPr>
          <p:cNvSpPr>
            <a:spLocks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8187">
            <a:extLst>
              <a:ext uri="{FF2B5EF4-FFF2-40B4-BE49-F238E27FC236}">
                <a16:creationId xmlns:a16="http://schemas.microsoft.com/office/drawing/2014/main" id="{F4495DFE-8453-495D-A709-CC97982736B0}"/>
              </a:ext>
            </a:extLst>
          </p:cNvPr>
          <p:cNvSpPr>
            <a:spLocks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8188">
            <a:extLst>
              <a:ext uri="{FF2B5EF4-FFF2-40B4-BE49-F238E27FC236}">
                <a16:creationId xmlns:a16="http://schemas.microsoft.com/office/drawing/2014/main" id="{BE99ED01-0779-4807-880E-CF49202E6B76}"/>
              </a:ext>
            </a:extLst>
          </p:cNvPr>
          <p:cNvSpPr>
            <a:spLocks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8189">
            <a:extLst>
              <a:ext uri="{FF2B5EF4-FFF2-40B4-BE49-F238E27FC236}">
                <a16:creationId xmlns:a16="http://schemas.microsoft.com/office/drawing/2014/main" id="{2E846D9D-E245-4C1B-85AF-12D5C8973268}"/>
              </a:ext>
            </a:extLst>
          </p:cNvPr>
          <p:cNvSpPr>
            <a:spLocks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8190">
            <a:extLst>
              <a:ext uri="{FF2B5EF4-FFF2-40B4-BE49-F238E27FC236}">
                <a16:creationId xmlns:a16="http://schemas.microsoft.com/office/drawing/2014/main" id="{E88C25C1-61BB-4F56-9208-9762196563DC}"/>
              </a:ext>
            </a:extLst>
          </p:cNvPr>
          <p:cNvSpPr>
            <a:spLocks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8191">
            <a:extLst>
              <a:ext uri="{FF2B5EF4-FFF2-40B4-BE49-F238E27FC236}">
                <a16:creationId xmlns:a16="http://schemas.microsoft.com/office/drawing/2014/main" id="{C8D91C58-EC7C-436F-8AD0-0124CBC1C2A0}"/>
              </a:ext>
            </a:extLst>
          </p:cNvPr>
          <p:cNvSpPr>
            <a:spLocks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8192">
            <a:extLst>
              <a:ext uri="{FF2B5EF4-FFF2-40B4-BE49-F238E27FC236}">
                <a16:creationId xmlns:a16="http://schemas.microsoft.com/office/drawing/2014/main" id="{540B3E76-F9CB-488F-B488-F48740C6439F}"/>
              </a:ext>
            </a:extLst>
          </p:cNvPr>
          <p:cNvSpPr>
            <a:spLocks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8193">
            <a:extLst>
              <a:ext uri="{FF2B5EF4-FFF2-40B4-BE49-F238E27FC236}">
                <a16:creationId xmlns:a16="http://schemas.microsoft.com/office/drawing/2014/main" id="{483C2F40-A82C-4B2C-8A9D-5B4D656D0E3E}"/>
              </a:ext>
            </a:extLst>
          </p:cNvPr>
          <p:cNvSpPr>
            <a:spLocks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8194">
            <a:extLst>
              <a:ext uri="{FF2B5EF4-FFF2-40B4-BE49-F238E27FC236}">
                <a16:creationId xmlns:a16="http://schemas.microsoft.com/office/drawing/2014/main" id="{672F4DA6-95FF-4D29-BC48-345D124A2684}"/>
              </a:ext>
            </a:extLst>
          </p:cNvPr>
          <p:cNvSpPr>
            <a:spLocks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8195">
            <a:extLst>
              <a:ext uri="{FF2B5EF4-FFF2-40B4-BE49-F238E27FC236}">
                <a16:creationId xmlns:a16="http://schemas.microsoft.com/office/drawing/2014/main" id="{994C0362-BE08-410B-AAFB-D623B1011810}"/>
              </a:ext>
            </a:extLst>
          </p:cNvPr>
          <p:cNvSpPr>
            <a:spLocks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8196">
            <a:extLst>
              <a:ext uri="{FF2B5EF4-FFF2-40B4-BE49-F238E27FC236}">
                <a16:creationId xmlns:a16="http://schemas.microsoft.com/office/drawing/2014/main" id="{1D0C2621-83EF-4059-B84D-710AB936FBF5}"/>
              </a:ext>
            </a:extLst>
          </p:cNvPr>
          <p:cNvSpPr>
            <a:spLocks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8197">
            <a:extLst>
              <a:ext uri="{FF2B5EF4-FFF2-40B4-BE49-F238E27FC236}">
                <a16:creationId xmlns:a16="http://schemas.microsoft.com/office/drawing/2014/main" id="{DCE0BEF8-84BF-4176-B123-9429385F7E55}"/>
              </a:ext>
            </a:extLst>
          </p:cNvPr>
          <p:cNvSpPr>
            <a:spLocks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8198">
            <a:extLst>
              <a:ext uri="{FF2B5EF4-FFF2-40B4-BE49-F238E27FC236}">
                <a16:creationId xmlns:a16="http://schemas.microsoft.com/office/drawing/2014/main" id="{892BDDF6-56DC-4607-BC27-F6A24E3661C4}"/>
              </a:ext>
            </a:extLst>
          </p:cNvPr>
          <p:cNvSpPr>
            <a:spLocks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8199">
            <a:extLst>
              <a:ext uri="{FF2B5EF4-FFF2-40B4-BE49-F238E27FC236}">
                <a16:creationId xmlns:a16="http://schemas.microsoft.com/office/drawing/2014/main" id="{2D6696BC-16E9-4B3F-B7C5-7C2ED8E50BC8}"/>
              </a:ext>
            </a:extLst>
          </p:cNvPr>
          <p:cNvSpPr>
            <a:spLocks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8200">
            <a:extLst>
              <a:ext uri="{FF2B5EF4-FFF2-40B4-BE49-F238E27FC236}">
                <a16:creationId xmlns:a16="http://schemas.microsoft.com/office/drawing/2014/main" id="{F46E0B02-FE5B-4063-8122-A5BE9F540ED8}"/>
              </a:ext>
            </a:extLst>
          </p:cNvPr>
          <p:cNvSpPr>
            <a:spLocks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8201">
            <a:extLst>
              <a:ext uri="{FF2B5EF4-FFF2-40B4-BE49-F238E27FC236}">
                <a16:creationId xmlns:a16="http://schemas.microsoft.com/office/drawing/2014/main" id="{22CCAFA3-A195-4014-8715-BDA6CB71DECF}"/>
              </a:ext>
            </a:extLst>
          </p:cNvPr>
          <p:cNvSpPr>
            <a:spLocks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8202">
            <a:extLst>
              <a:ext uri="{FF2B5EF4-FFF2-40B4-BE49-F238E27FC236}">
                <a16:creationId xmlns:a16="http://schemas.microsoft.com/office/drawing/2014/main" id="{37F6D9E8-726F-4ACF-BC5A-65CA8148985D}"/>
              </a:ext>
            </a:extLst>
          </p:cNvPr>
          <p:cNvSpPr>
            <a:spLocks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8203">
            <a:extLst>
              <a:ext uri="{FF2B5EF4-FFF2-40B4-BE49-F238E27FC236}">
                <a16:creationId xmlns:a16="http://schemas.microsoft.com/office/drawing/2014/main" id="{186BC621-26D9-4715-A24F-FE0EBA9CB8EF}"/>
              </a:ext>
            </a:extLst>
          </p:cNvPr>
          <p:cNvSpPr>
            <a:spLocks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8204">
            <a:extLst>
              <a:ext uri="{FF2B5EF4-FFF2-40B4-BE49-F238E27FC236}">
                <a16:creationId xmlns:a16="http://schemas.microsoft.com/office/drawing/2014/main" id="{7D9277CC-8B50-4940-9680-3BE1E203720D}"/>
              </a:ext>
            </a:extLst>
          </p:cNvPr>
          <p:cNvSpPr>
            <a:spLocks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8205">
            <a:extLst>
              <a:ext uri="{FF2B5EF4-FFF2-40B4-BE49-F238E27FC236}">
                <a16:creationId xmlns:a16="http://schemas.microsoft.com/office/drawing/2014/main" id="{B38A6173-0E30-4999-A5D0-6805D4B8C9A7}"/>
              </a:ext>
            </a:extLst>
          </p:cNvPr>
          <p:cNvSpPr>
            <a:spLocks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8206">
            <a:extLst>
              <a:ext uri="{FF2B5EF4-FFF2-40B4-BE49-F238E27FC236}">
                <a16:creationId xmlns:a16="http://schemas.microsoft.com/office/drawing/2014/main" id="{1CDA3BBC-1889-4DDC-A27F-85E8EB82650B}"/>
              </a:ext>
            </a:extLst>
          </p:cNvPr>
          <p:cNvSpPr>
            <a:spLocks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8207">
            <a:extLst>
              <a:ext uri="{FF2B5EF4-FFF2-40B4-BE49-F238E27FC236}">
                <a16:creationId xmlns:a16="http://schemas.microsoft.com/office/drawing/2014/main" id="{F6725D91-902E-4314-B651-294FFE0012F7}"/>
              </a:ext>
            </a:extLst>
          </p:cNvPr>
          <p:cNvSpPr>
            <a:spLocks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8208">
            <a:extLst>
              <a:ext uri="{FF2B5EF4-FFF2-40B4-BE49-F238E27FC236}">
                <a16:creationId xmlns:a16="http://schemas.microsoft.com/office/drawing/2014/main" id="{39066BB6-3AA7-4CC3-A351-5450BA224C0D}"/>
              </a:ext>
            </a:extLst>
          </p:cNvPr>
          <p:cNvSpPr>
            <a:spLocks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8209">
            <a:extLst>
              <a:ext uri="{FF2B5EF4-FFF2-40B4-BE49-F238E27FC236}">
                <a16:creationId xmlns:a16="http://schemas.microsoft.com/office/drawing/2014/main" id="{1D7B679C-22FC-47D4-A25A-691C7DFB1AA7}"/>
              </a:ext>
            </a:extLst>
          </p:cNvPr>
          <p:cNvSpPr>
            <a:spLocks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8210">
            <a:extLst>
              <a:ext uri="{FF2B5EF4-FFF2-40B4-BE49-F238E27FC236}">
                <a16:creationId xmlns:a16="http://schemas.microsoft.com/office/drawing/2014/main" id="{D0BC2C70-1C87-44A3-91E0-3765B7D04200}"/>
              </a:ext>
            </a:extLst>
          </p:cNvPr>
          <p:cNvSpPr>
            <a:spLocks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8211">
            <a:extLst>
              <a:ext uri="{FF2B5EF4-FFF2-40B4-BE49-F238E27FC236}">
                <a16:creationId xmlns:a16="http://schemas.microsoft.com/office/drawing/2014/main" id="{41F3D783-AB2D-48E3-85B9-DE11C4BB918C}"/>
              </a:ext>
            </a:extLst>
          </p:cNvPr>
          <p:cNvSpPr>
            <a:spLocks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8212">
            <a:extLst>
              <a:ext uri="{FF2B5EF4-FFF2-40B4-BE49-F238E27FC236}">
                <a16:creationId xmlns:a16="http://schemas.microsoft.com/office/drawing/2014/main" id="{657299A7-E3CC-4B30-A913-44D76A32BAE5}"/>
              </a:ext>
            </a:extLst>
          </p:cNvPr>
          <p:cNvSpPr>
            <a:spLocks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8213">
            <a:extLst>
              <a:ext uri="{FF2B5EF4-FFF2-40B4-BE49-F238E27FC236}">
                <a16:creationId xmlns:a16="http://schemas.microsoft.com/office/drawing/2014/main" id="{C03110D9-46A4-4E71-A905-A0CDD419299B}"/>
              </a:ext>
            </a:extLst>
          </p:cNvPr>
          <p:cNvSpPr>
            <a:spLocks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8214">
            <a:extLst>
              <a:ext uri="{FF2B5EF4-FFF2-40B4-BE49-F238E27FC236}">
                <a16:creationId xmlns:a16="http://schemas.microsoft.com/office/drawing/2014/main" id="{6ECCA7A5-6DC0-4567-A1FF-B5DDAFB8B4C5}"/>
              </a:ext>
            </a:extLst>
          </p:cNvPr>
          <p:cNvSpPr>
            <a:spLocks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8215">
            <a:extLst>
              <a:ext uri="{FF2B5EF4-FFF2-40B4-BE49-F238E27FC236}">
                <a16:creationId xmlns:a16="http://schemas.microsoft.com/office/drawing/2014/main" id="{CD25ECBA-DE8C-4164-9407-A48FA6E7CF3C}"/>
              </a:ext>
            </a:extLst>
          </p:cNvPr>
          <p:cNvSpPr>
            <a:spLocks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8216">
            <a:extLst>
              <a:ext uri="{FF2B5EF4-FFF2-40B4-BE49-F238E27FC236}">
                <a16:creationId xmlns:a16="http://schemas.microsoft.com/office/drawing/2014/main" id="{DA4A4731-FE1E-4407-963D-6810E26216DE}"/>
              </a:ext>
            </a:extLst>
          </p:cNvPr>
          <p:cNvSpPr>
            <a:spLocks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8217">
            <a:extLst>
              <a:ext uri="{FF2B5EF4-FFF2-40B4-BE49-F238E27FC236}">
                <a16:creationId xmlns:a16="http://schemas.microsoft.com/office/drawing/2014/main" id="{E026F7AB-E4A9-4836-A386-BF2E9442B1DC}"/>
              </a:ext>
            </a:extLst>
          </p:cNvPr>
          <p:cNvSpPr>
            <a:spLocks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8218">
            <a:extLst>
              <a:ext uri="{FF2B5EF4-FFF2-40B4-BE49-F238E27FC236}">
                <a16:creationId xmlns:a16="http://schemas.microsoft.com/office/drawing/2014/main" id="{78BF50F1-EA40-40DF-B0EE-5E3069BA6587}"/>
              </a:ext>
            </a:extLst>
          </p:cNvPr>
          <p:cNvSpPr>
            <a:spLocks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8219">
            <a:extLst>
              <a:ext uri="{FF2B5EF4-FFF2-40B4-BE49-F238E27FC236}">
                <a16:creationId xmlns:a16="http://schemas.microsoft.com/office/drawing/2014/main" id="{C944773E-F3F6-46FC-8B57-59AE0888EFAC}"/>
              </a:ext>
            </a:extLst>
          </p:cNvPr>
          <p:cNvSpPr>
            <a:spLocks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8220">
            <a:extLst>
              <a:ext uri="{FF2B5EF4-FFF2-40B4-BE49-F238E27FC236}">
                <a16:creationId xmlns:a16="http://schemas.microsoft.com/office/drawing/2014/main" id="{54A8A840-F708-4A0E-89DC-91F46FD3F95C}"/>
              </a:ext>
            </a:extLst>
          </p:cNvPr>
          <p:cNvSpPr>
            <a:spLocks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8221">
            <a:extLst>
              <a:ext uri="{FF2B5EF4-FFF2-40B4-BE49-F238E27FC236}">
                <a16:creationId xmlns:a16="http://schemas.microsoft.com/office/drawing/2014/main" id="{B8207560-2B22-4971-B084-A422F1C3E710}"/>
              </a:ext>
            </a:extLst>
          </p:cNvPr>
          <p:cNvSpPr>
            <a:spLocks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8222">
            <a:extLst>
              <a:ext uri="{FF2B5EF4-FFF2-40B4-BE49-F238E27FC236}">
                <a16:creationId xmlns:a16="http://schemas.microsoft.com/office/drawing/2014/main" id="{9A46B4E3-C678-4BCA-97AD-4FDF3078A1B8}"/>
              </a:ext>
            </a:extLst>
          </p:cNvPr>
          <p:cNvSpPr>
            <a:spLocks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8223">
            <a:extLst>
              <a:ext uri="{FF2B5EF4-FFF2-40B4-BE49-F238E27FC236}">
                <a16:creationId xmlns:a16="http://schemas.microsoft.com/office/drawing/2014/main" id="{54B9117A-98E9-4378-B409-CD5E52C4C07E}"/>
              </a:ext>
            </a:extLst>
          </p:cNvPr>
          <p:cNvSpPr>
            <a:spLocks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8224">
            <a:extLst>
              <a:ext uri="{FF2B5EF4-FFF2-40B4-BE49-F238E27FC236}">
                <a16:creationId xmlns:a16="http://schemas.microsoft.com/office/drawing/2014/main" id="{2C0E9DE4-3D79-4BEA-9E08-AF43725E1A2D}"/>
              </a:ext>
            </a:extLst>
          </p:cNvPr>
          <p:cNvSpPr>
            <a:spLocks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8225">
            <a:extLst>
              <a:ext uri="{FF2B5EF4-FFF2-40B4-BE49-F238E27FC236}">
                <a16:creationId xmlns:a16="http://schemas.microsoft.com/office/drawing/2014/main" id="{38B5727C-7C57-4519-BF9B-85E0B27C9F3C}"/>
              </a:ext>
            </a:extLst>
          </p:cNvPr>
          <p:cNvSpPr>
            <a:spLocks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8226">
            <a:extLst>
              <a:ext uri="{FF2B5EF4-FFF2-40B4-BE49-F238E27FC236}">
                <a16:creationId xmlns:a16="http://schemas.microsoft.com/office/drawing/2014/main" id="{1BD9A0EA-9593-4518-924B-23B7CDA9570F}"/>
              </a:ext>
            </a:extLst>
          </p:cNvPr>
          <p:cNvSpPr>
            <a:spLocks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8227">
            <a:extLst>
              <a:ext uri="{FF2B5EF4-FFF2-40B4-BE49-F238E27FC236}">
                <a16:creationId xmlns:a16="http://schemas.microsoft.com/office/drawing/2014/main" id="{167EF72B-D488-4F2C-80CC-F209E3D821D4}"/>
              </a:ext>
            </a:extLst>
          </p:cNvPr>
          <p:cNvSpPr>
            <a:spLocks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8228">
            <a:extLst>
              <a:ext uri="{FF2B5EF4-FFF2-40B4-BE49-F238E27FC236}">
                <a16:creationId xmlns:a16="http://schemas.microsoft.com/office/drawing/2014/main" id="{8C59C9C0-DA59-4914-A3AB-7D646A6BDFFA}"/>
              </a:ext>
            </a:extLst>
          </p:cNvPr>
          <p:cNvSpPr>
            <a:spLocks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8229">
            <a:extLst>
              <a:ext uri="{FF2B5EF4-FFF2-40B4-BE49-F238E27FC236}">
                <a16:creationId xmlns:a16="http://schemas.microsoft.com/office/drawing/2014/main" id="{A3BE9D74-2EC2-4DDF-A489-C44952475D9E}"/>
              </a:ext>
            </a:extLst>
          </p:cNvPr>
          <p:cNvSpPr>
            <a:spLocks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8230">
            <a:extLst>
              <a:ext uri="{FF2B5EF4-FFF2-40B4-BE49-F238E27FC236}">
                <a16:creationId xmlns:a16="http://schemas.microsoft.com/office/drawing/2014/main" id="{C65B2A1F-72F7-4258-96C2-BF17DD64100E}"/>
              </a:ext>
            </a:extLst>
          </p:cNvPr>
          <p:cNvSpPr>
            <a:spLocks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8231">
            <a:extLst>
              <a:ext uri="{FF2B5EF4-FFF2-40B4-BE49-F238E27FC236}">
                <a16:creationId xmlns:a16="http://schemas.microsoft.com/office/drawing/2014/main" id="{EAA4C1F2-9DC8-4D81-8243-055031E81182}"/>
              </a:ext>
            </a:extLst>
          </p:cNvPr>
          <p:cNvSpPr>
            <a:spLocks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8232">
            <a:extLst>
              <a:ext uri="{FF2B5EF4-FFF2-40B4-BE49-F238E27FC236}">
                <a16:creationId xmlns:a16="http://schemas.microsoft.com/office/drawing/2014/main" id="{6B1DB4B7-3E99-46B4-94A7-D3B61A8AEAEE}"/>
              </a:ext>
            </a:extLst>
          </p:cNvPr>
          <p:cNvSpPr>
            <a:spLocks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8233">
            <a:extLst>
              <a:ext uri="{FF2B5EF4-FFF2-40B4-BE49-F238E27FC236}">
                <a16:creationId xmlns:a16="http://schemas.microsoft.com/office/drawing/2014/main" id="{8EAB40D8-CF17-40DC-8BB2-60D17175379C}"/>
              </a:ext>
            </a:extLst>
          </p:cNvPr>
          <p:cNvSpPr>
            <a:spLocks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8234">
            <a:extLst>
              <a:ext uri="{FF2B5EF4-FFF2-40B4-BE49-F238E27FC236}">
                <a16:creationId xmlns:a16="http://schemas.microsoft.com/office/drawing/2014/main" id="{4EE12836-EB4A-41BB-BBC7-BA1016F1E139}"/>
              </a:ext>
            </a:extLst>
          </p:cNvPr>
          <p:cNvSpPr>
            <a:spLocks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8235">
            <a:extLst>
              <a:ext uri="{FF2B5EF4-FFF2-40B4-BE49-F238E27FC236}">
                <a16:creationId xmlns:a16="http://schemas.microsoft.com/office/drawing/2014/main" id="{B4D62522-2A73-4B5B-856D-E1FECAD19679}"/>
              </a:ext>
            </a:extLst>
          </p:cNvPr>
          <p:cNvSpPr>
            <a:spLocks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8236">
            <a:extLst>
              <a:ext uri="{FF2B5EF4-FFF2-40B4-BE49-F238E27FC236}">
                <a16:creationId xmlns:a16="http://schemas.microsoft.com/office/drawing/2014/main" id="{0DB35A0F-F0FE-4850-BC6A-BBB4708AD0F6}"/>
              </a:ext>
            </a:extLst>
          </p:cNvPr>
          <p:cNvSpPr>
            <a:spLocks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8237">
            <a:extLst>
              <a:ext uri="{FF2B5EF4-FFF2-40B4-BE49-F238E27FC236}">
                <a16:creationId xmlns:a16="http://schemas.microsoft.com/office/drawing/2014/main" id="{C2621D49-32CA-4FEE-B3D8-366CFD7C14FE}"/>
              </a:ext>
            </a:extLst>
          </p:cNvPr>
          <p:cNvSpPr>
            <a:spLocks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8238">
            <a:extLst>
              <a:ext uri="{FF2B5EF4-FFF2-40B4-BE49-F238E27FC236}">
                <a16:creationId xmlns:a16="http://schemas.microsoft.com/office/drawing/2014/main" id="{703664E6-A52C-48A1-8C31-B8E43DD5D934}"/>
              </a:ext>
            </a:extLst>
          </p:cNvPr>
          <p:cNvSpPr>
            <a:spLocks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8239">
            <a:extLst>
              <a:ext uri="{FF2B5EF4-FFF2-40B4-BE49-F238E27FC236}">
                <a16:creationId xmlns:a16="http://schemas.microsoft.com/office/drawing/2014/main" id="{02D2A49D-5EFF-4E9F-A3EA-D88726E59B7B}"/>
              </a:ext>
            </a:extLst>
          </p:cNvPr>
          <p:cNvSpPr>
            <a:spLocks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8240">
            <a:extLst>
              <a:ext uri="{FF2B5EF4-FFF2-40B4-BE49-F238E27FC236}">
                <a16:creationId xmlns:a16="http://schemas.microsoft.com/office/drawing/2014/main" id="{099A29AF-8200-4F29-90FC-2EE8BDE0EE9E}"/>
              </a:ext>
            </a:extLst>
          </p:cNvPr>
          <p:cNvSpPr>
            <a:spLocks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8241">
            <a:extLst>
              <a:ext uri="{FF2B5EF4-FFF2-40B4-BE49-F238E27FC236}">
                <a16:creationId xmlns:a16="http://schemas.microsoft.com/office/drawing/2014/main" id="{C4CCAAF8-33E5-4FE4-8858-EA8D267EC6AC}"/>
              </a:ext>
            </a:extLst>
          </p:cNvPr>
          <p:cNvSpPr>
            <a:spLocks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8242">
            <a:extLst>
              <a:ext uri="{FF2B5EF4-FFF2-40B4-BE49-F238E27FC236}">
                <a16:creationId xmlns:a16="http://schemas.microsoft.com/office/drawing/2014/main" id="{E0BD43BE-D5B9-42EE-9E6F-7F30EB702C67}"/>
              </a:ext>
            </a:extLst>
          </p:cNvPr>
          <p:cNvSpPr>
            <a:spLocks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8243">
            <a:extLst>
              <a:ext uri="{FF2B5EF4-FFF2-40B4-BE49-F238E27FC236}">
                <a16:creationId xmlns:a16="http://schemas.microsoft.com/office/drawing/2014/main" id="{B63FC65E-A9BD-4F2F-8EC4-B20C8739A8A5}"/>
              </a:ext>
            </a:extLst>
          </p:cNvPr>
          <p:cNvSpPr>
            <a:spLocks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8244">
            <a:extLst>
              <a:ext uri="{FF2B5EF4-FFF2-40B4-BE49-F238E27FC236}">
                <a16:creationId xmlns:a16="http://schemas.microsoft.com/office/drawing/2014/main" id="{D0AF3A45-7450-4273-9E2F-460B1C3AA0CC}"/>
              </a:ext>
            </a:extLst>
          </p:cNvPr>
          <p:cNvSpPr>
            <a:spLocks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8245">
            <a:extLst>
              <a:ext uri="{FF2B5EF4-FFF2-40B4-BE49-F238E27FC236}">
                <a16:creationId xmlns:a16="http://schemas.microsoft.com/office/drawing/2014/main" id="{989AFC57-249B-43A1-88DD-C91D7FB317D9}"/>
              </a:ext>
            </a:extLst>
          </p:cNvPr>
          <p:cNvSpPr>
            <a:spLocks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8246">
            <a:extLst>
              <a:ext uri="{FF2B5EF4-FFF2-40B4-BE49-F238E27FC236}">
                <a16:creationId xmlns:a16="http://schemas.microsoft.com/office/drawing/2014/main" id="{650A3790-8B0B-4246-9F00-9D274E3B23A6}"/>
              </a:ext>
            </a:extLst>
          </p:cNvPr>
          <p:cNvSpPr>
            <a:spLocks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8247">
            <a:extLst>
              <a:ext uri="{FF2B5EF4-FFF2-40B4-BE49-F238E27FC236}">
                <a16:creationId xmlns:a16="http://schemas.microsoft.com/office/drawing/2014/main" id="{0566206F-55BF-4546-A68E-6D0E3FC3404A}"/>
              </a:ext>
            </a:extLst>
          </p:cNvPr>
          <p:cNvSpPr>
            <a:spLocks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8248">
            <a:extLst>
              <a:ext uri="{FF2B5EF4-FFF2-40B4-BE49-F238E27FC236}">
                <a16:creationId xmlns:a16="http://schemas.microsoft.com/office/drawing/2014/main" id="{0EDFB288-C32E-4FF6-A2D2-F63A4860CD4C}"/>
              </a:ext>
            </a:extLst>
          </p:cNvPr>
          <p:cNvSpPr>
            <a:spLocks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8249">
            <a:extLst>
              <a:ext uri="{FF2B5EF4-FFF2-40B4-BE49-F238E27FC236}">
                <a16:creationId xmlns:a16="http://schemas.microsoft.com/office/drawing/2014/main" id="{6AE1D5E7-8527-4E9A-B67A-28B37D09B9CE}"/>
              </a:ext>
            </a:extLst>
          </p:cNvPr>
          <p:cNvSpPr>
            <a:spLocks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8250">
            <a:extLst>
              <a:ext uri="{FF2B5EF4-FFF2-40B4-BE49-F238E27FC236}">
                <a16:creationId xmlns:a16="http://schemas.microsoft.com/office/drawing/2014/main" id="{79BEA340-1947-4595-AC52-4280DC843DE3}"/>
              </a:ext>
            </a:extLst>
          </p:cNvPr>
          <p:cNvSpPr>
            <a:spLocks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8251">
            <a:extLst>
              <a:ext uri="{FF2B5EF4-FFF2-40B4-BE49-F238E27FC236}">
                <a16:creationId xmlns:a16="http://schemas.microsoft.com/office/drawing/2014/main" id="{22A57299-432F-4E12-B6F8-65901DB2F95F}"/>
              </a:ext>
            </a:extLst>
          </p:cNvPr>
          <p:cNvSpPr>
            <a:spLocks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8252">
            <a:extLst>
              <a:ext uri="{FF2B5EF4-FFF2-40B4-BE49-F238E27FC236}">
                <a16:creationId xmlns:a16="http://schemas.microsoft.com/office/drawing/2014/main" id="{EC395B1E-491B-4549-ABC5-047F82CBDD3C}"/>
              </a:ext>
            </a:extLst>
          </p:cNvPr>
          <p:cNvSpPr>
            <a:spLocks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8253">
            <a:extLst>
              <a:ext uri="{FF2B5EF4-FFF2-40B4-BE49-F238E27FC236}">
                <a16:creationId xmlns:a16="http://schemas.microsoft.com/office/drawing/2014/main" id="{CFAE00A2-3D59-4012-A84D-8EDE125BDEBC}"/>
              </a:ext>
            </a:extLst>
          </p:cNvPr>
          <p:cNvSpPr>
            <a:spLocks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8254">
            <a:extLst>
              <a:ext uri="{FF2B5EF4-FFF2-40B4-BE49-F238E27FC236}">
                <a16:creationId xmlns:a16="http://schemas.microsoft.com/office/drawing/2014/main" id="{E7EB926F-3BC9-4FE8-904B-B7F5891E0A3B}"/>
              </a:ext>
            </a:extLst>
          </p:cNvPr>
          <p:cNvSpPr>
            <a:spLocks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8255">
            <a:extLst>
              <a:ext uri="{FF2B5EF4-FFF2-40B4-BE49-F238E27FC236}">
                <a16:creationId xmlns:a16="http://schemas.microsoft.com/office/drawing/2014/main" id="{BE788491-BA4F-477B-89CA-3152A3344BA0}"/>
              </a:ext>
            </a:extLst>
          </p:cNvPr>
          <p:cNvSpPr>
            <a:spLocks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8256">
            <a:extLst>
              <a:ext uri="{FF2B5EF4-FFF2-40B4-BE49-F238E27FC236}">
                <a16:creationId xmlns:a16="http://schemas.microsoft.com/office/drawing/2014/main" id="{96B94D74-CFD3-4419-9C4F-DFF99942BD6B}"/>
              </a:ext>
            </a:extLst>
          </p:cNvPr>
          <p:cNvSpPr>
            <a:spLocks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8257">
            <a:extLst>
              <a:ext uri="{FF2B5EF4-FFF2-40B4-BE49-F238E27FC236}">
                <a16:creationId xmlns:a16="http://schemas.microsoft.com/office/drawing/2014/main" id="{F793471B-F91A-4947-8068-0169FAA5F2C8}"/>
              </a:ext>
            </a:extLst>
          </p:cNvPr>
          <p:cNvSpPr>
            <a:spLocks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8258">
            <a:extLst>
              <a:ext uri="{FF2B5EF4-FFF2-40B4-BE49-F238E27FC236}">
                <a16:creationId xmlns:a16="http://schemas.microsoft.com/office/drawing/2014/main" id="{B60DE4B7-9C6D-4C51-9618-6E37A7CB056A}"/>
              </a:ext>
            </a:extLst>
          </p:cNvPr>
          <p:cNvSpPr>
            <a:spLocks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8259">
            <a:extLst>
              <a:ext uri="{FF2B5EF4-FFF2-40B4-BE49-F238E27FC236}">
                <a16:creationId xmlns:a16="http://schemas.microsoft.com/office/drawing/2014/main" id="{6466C17B-59A3-4841-880A-5B0579BD39F8}"/>
              </a:ext>
            </a:extLst>
          </p:cNvPr>
          <p:cNvSpPr>
            <a:spLocks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8260">
            <a:extLst>
              <a:ext uri="{FF2B5EF4-FFF2-40B4-BE49-F238E27FC236}">
                <a16:creationId xmlns:a16="http://schemas.microsoft.com/office/drawing/2014/main" id="{68A5180E-2E79-496C-B2BE-76BC785321BD}"/>
              </a:ext>
            </a:extLst>
          </p:cNvPr>
          <p:cNvSpPr>
            <a:spLocks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8261">
            <a:extLst>
              <a:ext uri="{FF2B5EF4-FFF2-40B4-BE49-F238E27FC236}">
                <a16:creationId xmlns:a16="http://schemas.microsoft.com/office/drawing/2014/main" id="{467880FA-1DF8-4DD8-AEA8-8C3AB01D7542}"/>
              </a:ext>
            </a:extLst>
          </p:cNvPr>
          <p:cNvSpPr>
            <a:spLocks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8262">
            <a:extLst>
              <a:ext uri="{FF2B5EF4-FFF2-40B4-BE49-F238E27FC236}">
                <a16:creationId xmlns:a16="http://schemas.microsoft.com/office/drawing/2014/main" id="{43D801A3-FA9A-453B-B716-1B56C92D447E}"/>
              </a:ext>
            </a:extLst>
          </p:cNvPr>
          <p:cNvSpPr>
            <a:spLocks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8263">
            <a:extLst>
              <a:ext uri="{FF2B5EF4-FFF2-40B4-BE49-F238E27FC236}">
                <a16:creationId xmlns:a16="http://schemas.microsoft.com/office/drawing/2014/main" id="{9DEC8B1F-1EE8-4C4F-95EF-82B74CE41958}"/>
              </a:ext>
            </a:extLst>
          </p:cNvPr>
          <p:cNvSpPr>
            <a:spLocks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8264">
            <a:extLst>
              <a:ext uri="{FF2B5EF4-FFF2-40B4-BE49-F238E27FC236}">
                <a16:creationId xmlns:a16="http://schemas.microsoft.com/office/drawing/2014/main" id="{F1126A17-B359-4D88-A33D-048584428F1E}"/>
              </a:ext>
            </a:extLst>
          </p:cNvPr>
          <p:cNvSpPr>
            <a:spLocks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8265">
            <a:extLst>
              <a:ext uri="{FF2B5EF4-FFF2-40B4-BE49-F238E27FC236}">
                <a16:creationId xmlns:a16="http://schemas.microsoft.com/office/drawing/2014/main" id="{EFB27F86-0772-4821-B44C-7BC3808A8341}"/>
              </a:ext>
            </a:extLst>
          </p:cNvPr>
          <p:cNvSpPr>
            <a:spLocks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8266">
            <a:extLst>
              <a:ext uri="{FF2B5EF4-FFF2-40B4-BE49-F238E27FC236}">
                <a16:creationId xmlns:a16="http://schemas.microsoft.com/office/drawing/2014/main" id="{230545D0-7D2B-4863-AE33-299B1FA234B7}"/>
              </a:ext>
            </a:extLst>
          </p:cNvPr>
          <p:cNvSpPr>
            <a:spLocks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8267">
            <a:extLst>
              <a:ext uri="{FF2B5EF4-FFF2-40B4-BE49-F238E27FC236}">
                <a16:creationId xmlns:a16="http://schemas.microsoft.com/office/drawing/2014/main" id="{E566F4E5-AC07-4162-A892-12FB987D704F}"/>
              </a:ext>
            </a:extLst>
          </p:cNvPr>
          <p:cNvSpPr>
            <a:spLocks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8268">
            <a:extLst>
              <a:ext uri="{FF2B5EF4-FFF2-40B4-BE49-F238E27FC236}">
                <a16:creationId xmlns:a16="http://schemas.microsoft.com/office/drawing/2014/main" id="{CFD3340B-E5B7-4DC6-9E3A-31AB47A72D2F}"/>
              </a:ext>
            </a:extLst>
          </p:cNvPr>
          <p:cNvSpPr>
            <a:spLocks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8269">
            <a:extLst>
              <a:ext uri="{FF2B5EF4-FFF2-40B4-BE49-F238E27FC236}">
                <a16:creationId xmlns:a16="http://schemas.microsoft.com/office/drawing/2014/main" id="{B3A3DF37-45CF-4862-957F-3AC5A28BA94C}"/>
              </a:ext>
            </a:extLst>
          </p:cNvPr>
          <p:cNvSpPr>
            <a:spLocks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8270">
            <a:extLst>
              <a:ext uri="{FF2B5EF4-FFF2-40B4-BE49-F238E27FC236}">
                <a16:creationId xmlns:a16="http://schemas.microsoft.com/office/drawing/2014/main" id="{1FEEFE0A-F5DC-40D4-AD0E-B70A3B0F3FEC}"/>
              </a:ext>
            </a:extLst>
          </p:cNvPr>
          <p:cNvSpPr>
            <a:spLocks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8271">
            <a:extLst>
              <a:ext uri="{FF2B5EF4-FFF2-40B4-BE49-F238E27FC236}">
                <a16:creationId xmlns:a16="http://schemas.microsoft.com/office/drawing/2014/main" id="{95B947E5-14E4-4C53-9BC0-A7A514E9B02E}"/>
              </a:ext>
            </a:extLst>
          </p:cNvPr>
          <p:cNvSpPr>
            <a:spLocks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8272">
            <a:extLst>
              <a:ext uri="{FF2B5EF4-FFF2-40B4-BE49-F238E27FC236}">
                <a16:creationId xmlns:a16="http://schemas.microsoft.com/office/drawing/2014/main" id="{AB85376C-2B6C-41A6-A5BF-2C632F7926DE}"/>
              </a:ext>
            </a:extLst>
          </p:cNvPr>
          <p:cNvSpPr>
            <a:spLocks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8273">
            <a:extLst>
              <a:ext uri="{FF2B5EF4-FFF2-40B4-BE49-F238E27FC236}">
                <a16:creationId xmlns:a16="http://schemas.microsoft.com/office/drawing/2014/main" id="{56D1B6CC-534A-42B9-9663-F26BC59E5950}"/>
              </a:ext>
            </a:extLst>
          </p:cNvPr>
          <p:cNvSpPr>
            <a:spLocks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8274">
            <a:extLst>
              <a:ext uri="{FF2B5EF4-FFF2-40B4-BE49-F238E27FC236}">
                <a16:creationId xmlns:a16="http://schemas.microsoft.com/office/drawing/2014/main" id="{70356DCA-02F9-4B41-9461-414465CBCF8B}"/>
              </a:ext>
            </a:extLst>
          </p:cNvPr>
          <p:cNvSpPr>
            <a:spLocks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8275">
            <a:extLst>
              <a:ext uri="{FF2B5EF4-FFF2-40B4-BE49-F238E27FC236}">
                <a16:creationId xmlns:a16="http://schemas.microsoft.com/office/drawing/2014/main" id="{D85755A1-B4E7-4276-BA70-8F9AD5014B77}"/>
              </a:ext>
            </a:extLst>
          </p:cNvPr>
          <p:cNvSpPr>
            <a:spLocks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8276">
            <a:extLst>
              <a:ext uri="{FF2B5EF4-FFF2-40B4-BE49-F238E27FC236}">
                <a16:creationId xmlns:a16="http://schemas.microsoft.com/office/drawing/2014/main" id="{3ADAF7CB-D1AF-4B61-8140-7C2EA1B613C6}"/>
              </a:ext>
            </a:extLst>
          </p:cNvPr>
          <p:cNvSpPr>
            <a:spLocks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8277">
            <a:extLst>
              <a:ext uri="{FF2B5EF4-FFF2-40B4-BE49-F238E27FC236}">
                <a16:creationId xmlns:a16="http://schemas.microsoft.com/office/drawing/2014/main" id="{C41ADBED-DF6F-48BE-8AF3-82109CE76F94}"/>
              </a:ext>
            </a:extLst>
          </p:cNvPr>
          <p:cNvSpPr>
            <a:spLocks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8278">
            <a:extLst>
              <a:ext uri="{FF2B5EF4-FFF2-40B4-BE49-F238E27FC236}">
                <a16:creationId xmlns:a16="http://schemas.microsoft.com/office/drawing/2014/main" id="{D637C4EA-13AB-49CB-8F02-8F739BE465A3}"/>
              </a:ext>
            </a:extLst>
          </p:cNvPr>
          <p:cNvSpPr>
            <a:spLocks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8279">
            <a:extLst>
              <a:ext uri="{FF2B5EF4-FFF2-40B4-BE49-F238E27FC236}">
                <a16:creationId xmlns:a16="http://schemas.microsoft.com/office/drawing/2014/main" id="{D6B26793-52F6-4905-BBC6-2E7EAAC76CC0}"/>
              </a:ext>
            </a:extLst>
          </p:cNvPr>
          <p:cNvSpPr>
            <a:spLocks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8280">
            <a:extLst>
              <a:ext uri="{FF2B5EF4-FFF2-40B4-BE49-F238E27FC236}">
                <a16:creationId xmlns:a16="http://schemas.microsoft.com/office/drawing/2014/main" id="{707DDC99-5499-4DC7-A122-C853502C647F}"/>
              </a:ext>
            </a:extLst>
          </p:cNvPr>
          <p:cNvSpPr>
            <a:spLocks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8281">
            <a:extLst>
              <a:ext uri="{FF2B5EF4-FFF2-40B4-BE49-F238E27FC236}">
                <a16:creationId xmlns:a16="http://schemas.microsoft.com/office/drawing/2014/main" id="{7471FE5C-29AA-4609-BBFB-3219A8BE44B8}"/>
              </a:ext>
            </a:extLst>
          </p:cNvPr>
          <p:cNvSpPr>
            <a:spLocks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8282">
            <a:extLst>
              <a:ext uri="{FF2B5EF4-FFF2-40B4-BE49-F238E27FC236}">
                <a16:creationId xmlns:a16="http://schemas.microsoft.com/office/drawing/2014/main" id="{8ED574EE-A3D3-4F93-A1E0-E2BF6AD812C7}"/>
              </a:ext>
            </a:extLst>
          </p:cNvPr>
          <p:cNvSpPr>
            <a:spLocks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8283">
            <a:extLst>
              <a:ext uri="{FF2B5EF4-FFF2-40B4-BE49-F238E27FC236}">
                <a16:creationId xmlns:a16="http://schemas.microsoft.com/office/drawing/2014/main" id="{FA21E2AE-DB9E-411A-A86A-14A030CA08BC}"/>
              </a:ext>
            </a:extLst>
          </p:cNvPr>
          <p:cNvSpPr>
            <a:spLocks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8284">
            <a:extLst>
              <a:ext uri="{FF2B5EF4-FFF2-40B4-BE49-F238E27FC236}">
                <a16:creationId xmlns:a16="http://schemas.microsoft.com/office/drawing/2014/main" id="{03938E82-477C-4DAE-9769-E7EAAEBB0178}"/>
              </a:ext>
            </a:extLst>
          </p:cNvPr>
          <p:cNvSpPr>
            <a:spLocks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8285">
            <a:extLst>
              <a:ext uri="{FF2B5EF4-FFF2-40B4-BE49-F238E27FC236}">
                <a16:creationId xmlns:a16="http://schemas.microsoft.com/office/drawing/2014/main" id="{EC1AE58D-7F93-4B92-9093-AC80F844EA80}"/>
              </a:ext>
            </a:extLst>
          </p:cNvPr>
          <p:cNvSpPr>
            <a:spLocks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8286">
            <a:extLst>
              <a:ext uri="{FF2B5EF4-FFF2-40B4-BE49-F238E27FC236}">
                <a16:creationId xmlns:a16="http://schemas.microsoft.com/office/drawing/2014/main" id="{A2C322BC-9EEB-43A8-8024-84CA2C2416F1}"/>
              </a:ext>
            </a:extLst>
          </p:cNvPr>
          <p:cNvSpPr>
            <a:spLocks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8287">
            <a:extLst>
              <a:ext uri="{FF2B5EF4-FFF2-40B4-BE49-F238E27FC236}">
                <a16:creationId xmlns:a16="http://schemas.microsoft.com/office/drawing/2014/main" id="{A20A4DD1-2998-475F-9F94-D0EED26474A3}"/>
              </a:ext>
            </a:extLst>
          </p:cNvPr>
          <p:cNvSpPr>
            <a:spLocks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8288">
            <a:extLst>
              <a:ext uri="{FF2B5EF4-FFF2-40B4-BE49-F238E27FC236}">
                <a16:creationId xmlns:a16="http://schemas.microsoft.com/office/drawing/2014/main" id="{D8313EAB-B7D7-48F9-AD2F-508FE79592FA}"/>
              </a:ext>
            </a:extLst>
          </p:cNvPr>
          <p:cNvSpPr>
            <a:spLocks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8289">
            <a:extLst>
              <a:ext uri="{FF2B5EF4-FFF2-40B4-BE49-F238E27FC236}">
                <a16:creationId xmlns:a16="http://schemas.microsoft.com/office/drawing/2014/main" id="{E2991CF4-8956-404F-A696-98B04E49FE92}"/>
              </a:ext>
            </a:extLst>
          </p:cNvPr>
          <p:cNvSpPr>
            <a:spLocks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8290">
            <a:extLst>
              <a:ext uri="{FF2B5EF4-FFF2-40B4-BE49-F238E27FC236}">
                <a16:creationId xmlns:a16="http://schemas.microsoft.com/office/drawing/2014/main" id="{B350759E-9D52-4311-9CE6-986757A62574}"/>
              </a:ext>
            </a:extLst>
          </p:cNvPr>
          <p:cNvSpPr>
            <a:spLocks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8291">
            <a:extLst>
              <a:ext uri="{FF2B5EF4-FFF2-40B4-BE49-F238E27FC236}">
                <a16:creationId xmlns:a16="http://schemas.microsoft.com/office/drawing/2014/main" id="{DF63F762-A14A-4D58-8952-08C663077519}"/>
              </a:ext>
            </a:extLst>
          </p:cNvPr>
          <p:cNvSpPr>
            <a:spLocks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8292">
            <a:extLst>
              <a:ext uri="{FF2B5EF4-FFF2-40B4-BE49-F238E27FC236}">
                <a16:creationId xmlns:a16="http://schemas.microsoft.com/office/drawing/2014/main" id="{3861555B-BA97-4D56-A778-409248F9C1CE}"/>
              </a:ext>
            </a:extLst>
          </p:cNvPr>
          <p:cNvSpPr>
            <a:spLocks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8293">
            <a:extLst>
              <a:ext uri="{FF2B5EF4-FFF2-40B4-BE49-F238E27FC236}">
                <a16:creationId xmlns:a16="http://schemas.microsoft.com/office/drawing/2014/main" id="{E5AB6B8C-6798-4AFD-ADAF-F6C5F2942524}"/>
              </a:ext>
            </a:extLst>
          </p:cNvPr>
          <p:cNvSpPr>
            <a:spLocks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8294">
            <a:extLst>
              <a:ext uri="{FF2B5EF4-FFF2-40B4-BE49-F238E27FC236}">
                <a16:creationId xmlns:a16="http://schemas.microsoft.com/office/drawing/2014/main" id="{0D25D3C3-4863-46F0-9D60-3B631A62D65D}"/>
              </a:ext>
            </a:extLst>
          </p:cNvPr>
          <p:cNvSpPr>
            <a:spLocks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8295">
            <a:extLst>
              <a:ext uri="{FF2B5EF4-FFF2-40B4-BE49-F238E27FC236}">
                <a16:creationId xmlns:a16="http://schemas.microsoft.com/office/drawing/2014/main" id="{52D7A8DE-67AA-410F-B3CE-A2E9BBA3B282}"/>
              </a:ext>
            </a:extLst>
          </p:cNvPr>
          <p:cNvSpPr>
            <a:spLocks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8296">
            <a:extLst>
              <a:ext uri="{FF2B5EF4-FFF2-40B4-BE49-F238E27FC236}">
                <a16:creationId xmlns:a16="http://schemas.microsoft.com/office/drawing/2014/main" id="{BA78AE30-6655-45F4-8F3F-093C775BB467}"/>
              </a:ext>
            </a:extLst>
          </p:cNvPr>
          <p:cNvSpPr>
            <a:spLocks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8297">
            <a:extLst>
              <a:ext uri="{FF2B5EF4-FFF2-40B4-BE49-F238E27FC236}">
                <a16:creationId xmlns:a16="http://schemas.microsoft.com/office/drawing/2014/main" id="{2B8B5D74-1F85-4CD7-9D4F-ECD4B515471B}"/>
              </a:ext>
            </a:extLst>
          </p:cNvPr>
          <p:cNvSpPr>
            <a:spLocks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8298">
            <a:extLst>
              <a:ext uri="{FF2B5EF4-FFF2-40B4-BE49-F238E27FC236}">
                <a16:creationId xmlns:a16="http://schemas.microsoft.com/office/drawing/2014/main" id="{6B8F5B1C-C730-4282-A2A3-4783E212B5C2}"/>
              </a:ext>
            </a:extLst>
          </p:cNvPr>
          <p:cNvSpPr>
            <a:spLocks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8299">
            <a:extLst>
              <a:ext uri="{FF2B5EF4-FFF2-40B4-BE49-F238E27FC236}">
                <a16:creationId xmlns:a16="http://schemas.microsoft.com/office/drawing/2014/main" id="{795E4D35-1139-4E63-8C24-1029862BF457}"/>
              </a:ext>
            </a:extLst>
          </p:cNvPr>
          <p:cNvSpPr>
            <a:spLocks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8300">
            <a:extLst>
              <a:ext uri="{FF2B5EF4-FFF2-40B4-BE49-F238E27FC236}">
                <a16:creationId xmlns:a16="http://schemas.microsoft.com/office/drawing/2014/main" id="{4F077549-4446-4F17-AE5A-D44624398D07}"/>
              </a:ext>
            </a:extLst>
          </p:cNvPr>
          <p:cNvSpPr>
            <a:spLocks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8301">
            <a:extLst>
              <a:ext uri="{FF2B5EF4-FFF2-40B4-BE49-F238E27FC236}">
                <a16:creationId xmlns:a16="http://schemas.microsoft.com/office/drawing/2014/main" id="{1ED95765-FF6B-4297-9A58-172BF7165341}"/>
              </a:ext>
            </a:extLst>
          </p:cNvPr>
          <p:cNvSpPr>
            <a:spLocks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8302">
            <a:extLst>
              <a:ext uri="{FF2B5EF4-FFF2-40B4-BE49-F238E27FC236}">
                <a16:creationId xmlns:a16="http://schemas.microsoft.com/office/drawing/2014/main" id="{6C0E22B5-834E-4B68-933C-3CEFA6D2F8A4}"/>
              </a:ext>
            </a:extLst>
          </p:cNvPr>
          <p:cNvSpPr>
            <a:spLocks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8303">
            <a:extLst>
              <a:ext uri="{FF2B5EF4-FFF2-40B4-BE49-F238E27FC236}">
                <a16:creationId xmlns:a16="http://schemas.microsoft.com/office/drawing/2014/main" id="{87CE2DB0-943E-4B0E-AB08-5CD4A62CEDDE}"/>
              </a:ext>
            </a:extLst>
          </p:cNvPr>
          <p:cNvSpPr>
            <a:spLocks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8304">
            <a:extLst>
              <a:ext uri="{FF2B5EF4-FFF2-40B4-BE49-F238E27FC236}">
                <a16:creationId xmlns:a16="http://schemas.microsoft.com/office/drawing/2014/main" id="{2232C050-03B1-4F22-A3AD-AAD0FF30FCF9}"/>
              </a:ext>
            </a:extLst>
          </p:cNvPr>
          <p:cNvSpPr>
            <a:spLocks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8305">
            <a:extLst>
              <a:ext uri="{FF2B5EF4-FFF2-40B4-BE49-F238E27FC236}">
                <a16:creationId xmlns:a16="http://schemas.microsoft.com/office/drawing/2014/main" id="{A75CBB08-FBDE-4081-8A1C-E83305CA24DB}"/>
              </a:ext>
            </a:extLst>
          </p:cNvPr>
          <p:cNvSpPr>
            <a:spLocks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8306">
            <a:extLst>
              <a:ext uri="{FF2B5EF4-FFF2-40B4-BE49-F238E27FC236}">
                <a16:creationId xmlns:a16="http://schemas.microsoft.com/office/drawing/2014/main" id="{891EFC20-8BDD-46D5-A3C4-E46CB9B364AB}"/>
              </a:ext>
            </a:extLst>
          </p:cNvPr>
          <p:cNvSpPr>
            <a:spLocks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8307">
            <a:extLst>
              <a:ext uri="{FF2B5EF4-FFF2-40B4-BE49-F238E27FC236}">
                <a16:creationId xmlns:a16="http://schemas.microsoft.com/office/drawing/2014/main" id="{98969794-B247-49B1-B794-E6702CFA4CAF}"/>
              </a:ext>
            </a:extLst>
          </p:cNvPr>
          <p:cNvSpPr>
            <a:spLocks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8308">
            <a:extLst>
              <a:ext uri="{FF2B5EF4-FFF2-40B4-BE49-F238E27FC236}">
                <a16:creationId xmlns:a16="http://schemas.microsoft.com/office/drawing/2014/main" id="{C971C2FD-8A06-4C56-8064-1025DFF072D3}"/>
              </a:ext>
            </a:extLst>
          </p:cNvPr>
          <p:cNvSpPr>
            <a:spLocks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8309">
            <a:extLst>
              <a:ext uri="{FF2B5EF4-FFF2-40B4-BE49-F238E27FC236}">
                <a16:creationId xmlns:a16="http://schemas.microsoft.com/office/drawing/2014/main" id="{15D394A1-1DF1-43E0-8C31-162B3ABA7D9B}"/>
              </a:ext>
            </a:extLst>
          </p:cNvPr>
          <p:cNvSpPr>
            <a:spLocks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8310">
            <a:extLst>
              <a:ext uri="{FF2B5EF4-FFF2-40B4-BE49-F238E27FC236}">
                <a16:creationId xmlns:a16="http://schemas.microsoft.com/office/drawing/2014/main" id="{16085F5B-C728-4503-871F-79918B4F6749}"/>
              </a:ext>
            </a:extLst>
          </p:cNvPr>
          <p:cNvSpPr>
            <a:spLocks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8311">
            <a:extLst>
              <a:ext uri="{FF2B5EF4-FFF2-40B4-BE49-F238E27FC236}">
                <a16:creationId xmlns:a16="http://schemas.microsoft.com/office/drawing/2014/main" id="{850C3F77-F52B-443A-9A3A-F91DF582D02B}"/>
              </a:ext>
            </a:extLst>
          </p:cNvPr>
          <p:cNvSpPr>
            <a:spLocks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8312">
            <a:extLst>
              <a:ext uri="{FF2B5EF4-FFF2-40B4-BE49-F238E27FC236}">
                <a16:creationId xmlns:a16="http://schemas.microsoft.com/office/drawing/2014/main" id="{C463DC1C-1477-4ADE-9916-4E9299B43CC6}"/>
              </a:ext>
            </a:extLst>
          </p:cNvPr>
          <p:cNvSpPr>
            <a:spLocks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8313">
            <a:extLst>
              <a:ext uri="{FF2B5EF4-FFF2-40B4-BE49-F238E27FC236}">
                <a16:creationId xmlns:a16="http://schemas.microsoft.com/office/drawing/2014/main" id="{3CB453DC-6DE0-4F4E-A0A5-AE3FB412EDC6}"/>
              </a:ext>
            </a:extLst>
          </p:cNvPr>
          <p:cNvSpPr>
            <a:spLocks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8314">
            <a:extLst>
              <a:ext uri="{FF2B5EF4-FFF2-40B4-BE49-F238E27FC236}">
                <a16:creationId xmlns:a16="http://schemas.microsoft.com/office/drawing/2014/main" id="{6D3DD14A-8C0A-4E93-BD6A-FB4511E7772E}"/>
              </a:ext>
            </a:extLst>
          </p:cNvPr>
          <p:cNvSpPr>
            <a:spLocks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8315">
            <a:extLst>
              <a:ext uri="{FF2B5EF4-FFF2-40B4-BE49-F238E27FC236}">
                <a16:creationId xmlns:a16="http://schemas.microsoft.com/office/drawing/2014/main" id="{50F59766-AF7B-4B7A-BA41-9771331B123E}"/>
              </a:ext>
            </a:extLst>
          </p:cNvPr>
          <p:cNvSpPr>
            <a:spLocks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8316">
            <a:extLst>
              <a:ext uri="{FF2B5EF4-FFF2-40B4-BE49-F238E27FC236}">
                <a16:creationId xmlns:a16="http://schemas.microsoft.com/office/drawing/2014/main" id="{1A81105A-8806-4F66-81E2-C6464A646C82}"/>
              </a:ext>
            </a:extLst>
          </p:cNvPr>
          <p:cNvSpPr>
            <a:spLocks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8317">
            <a:extLst>
              <a:ext uri="{FF2B5EF4-FFF2-40B4-BE49-F238E27FC236}">
                <a16:creationId xmlns:a16="http://schemas.microsoft.com/office/drawing/2014/main" id="{325A1173-FDBA-488C-AF1C-B430DBE560C4}"/>
              </a:ext>
            </a:extLst>
          </p:cNvPr>
          <p:cNvSpPr>
            <a:spLocks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8318">
            <a:extLst>
              <a:ext uri="{FF2B5EF4-FFF2-40B4-BE49-F238E27FC236}">
                <a16:creationId xmlns:a16="http://schemas.microsoft.com/office/drawing/2014/main" id="{FC48F33B-7B5B-4C17-A868-E5F62F0C1E18}"/>
              </a:ext>
            </a:extLst>
          </p:cNvPr>
          <p:cNvSpPr>
            <a:spLocks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8319">
            <a:extLst>
              <a:ext uri="{FF2B5EF4-FFF2-40B4-BE49-F238E27FC236}">
                <a16:creationId xmlns:a16="http://schemas.microsoft.com/office/drawing/2014/main" id="{AD80AE17-23B7-46D1-A757-445B5966BDA5}"/>
              </a:ext>
            </a:extLst>
          </p:cNvPr>
          <p:cNvSpPr>
            <a:spLocks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8320">
            <a:extLst>
              <a:ext uri="{FF2B5EF4-FFF2-40B4-BE49-F238E27FC236}">
                <a16:creationId xmlns:a16="http://schemas.microsoft.com/office/drawing/2014/main" id="{5B95DCAB-9634-4190-911F-90657C7C61D7}"/>
              </a:ext>
            </a:extLst>
          </p:cNvPr>
          <p:cNvSpPr>
            <a:spLocks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8321">
            <a:extLst>
              <a:ext uri="{FF2B5EF4-FFF2-40B4-BE49-F238E27FC236}">
                <a16:creationId xmlns:a16="http://schemas.microsoft.com/office/drawing/2014/main" id="{C3F01C5E-E510-4CC9-9ADE-9755B63A2DA0}"/>
              </a:ext>
            </a:extLst>
          </p:cNvPr>
          <p:cNvSpPr>
            <a:spLocks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8322">
            <a:extLst>
              <a:ext uri="{FF2B5EF4-FFF2-40B4-BE49-F238E27FC236}">
                <a16:creationId xmlns:a16="http://schemas.microsoft.com/office/drawing/2014/main" id="{A6DFA7C3-D7ED-4A96-9111-FD0C76D42573}"/>
              </a:ext>
            </a:extLst>
          </p:cNvPr>
          <p:cNvSpPr>
            <a:spLocks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8323">
            <a:extLst>
              <a:ext uri="{FF2B5EF4-FFF2-40B4-BE49-F238E27FC236}">
                <a16:creationId xmlns:a16="http://schemas.microsoft.com/office/drawing/2014/main" id="{0DE79184-22E7-44AE-A2A6-21FE5108E9D0}"/>
              </a:ext>
            </a:extLst>
          </p:cNvPr>
          <p:cNvSpPr>
            <a:spLocks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8324">
            <a:extLst>
              <a:ext uri="{FF2B5EF4-FFF2-40B4-BE49-F238E27FC236}">
                <a16:creationId xmlns:a16="http://schemas.microsoft.com/office/drawing/2014/main" id="{19FC0B12-2190-4A12-8E4E-30547D9EA108}"/>
              </a:ext>
            </a:extLst>
          </p:cNvPr>
          <p:cNvSpPr>
            <a:spLocks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8325">
            <a:extLst>
              <a:ext uri="{FF2B5EF4-FFF2-40B4-BE49-F238E27FC236}">
                <a16:creationId xmlns:a16="http://schemas.microsoft.com/office/drawing/2014/main" id="{0ADC5CB5-642B-449E-BA14-BE8EAA16D946}"/>
              </a:ext>
            </a:extLst>
          </p:cNvPr>
          <p:cNvSpPr>
            <a:spLocks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8326">
            <a:extLst>
              <a:ext uri="{FF2B5EF4-FFF2-40B4-BE49-F238E27FC236}">
                <a16:creationId xmlns:a16="http://schemas.microsoft.com/office/drawing/2014/main" id="{F373A7ED-6361-4197-AC94-BB89FB87E16C}"/>
              </a:ext>
            </a:extLst>
          </p:cNvPr>
          <p:cNvSpPr>
            <a:spLocks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8327">
            <a:extLst>
              <a:ext uri="{FF2B5EF4-FFF2-40B4-BE49-F238E27FC236}">
                <a16:creationId xmlns:a16="http://schemas.microsoft.com/office/drawing/2014/main" id="{6D72C627-6772-4447-B326-C4038A5C7EFC}"/>
              </a:ext>
            </a:extLst>
          </p:cNvPr>
          <p:cNvSpPr>
            <a:spLocks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8328">
            <a:extLst>
              <a:ext uri="{FF2B5EF4-FFF2-40B4-BE49-F238E27FC236}">
                <a16:creationId xmlns:a16="http://schemas.microsoft.com/office/drawing/2014/main" id="{57E981BD-6C48-48DC-8C72-141256D7F300}"/>
              </a:ext>
            </a:extLst>
          </p:cNvPr>
          <p:cNvSpPr>
            <a:spLocks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8329">
            <a:extLst>
              <a:ext uri="{FF2B5EF4-FFF2-40B4-BE49-F238E27FC236}">
                <a16:creationId xmlns:a16="http://schemas.microsoft.com/office/drawing/2014/main" id="{393BFB29-754B-41C6-B390-4FFEA177D599}"/>
              </a:ext>
            </a:extLst>
          </p:cNvPr>
          <p:cNvSpPr>
            <a:spLocks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8330">
            <a:extLst>
              <a:ext uri="{FF2B5EF4-FFF2-40B4-BE49-F238E27FC236}">
                <a16:creationId xmlns:a16="http://schemas.microsoft.com/office/drawing/2014/main" id="{8104E8EC-450F-4235-B4B3-27E0F3B79486}"/>
              </a:ext>
            </a:extLst>
          </p:cNvPr>
          <p:cNvSpPr>
            <a:spLocks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8331">
            <a:extLst>
              <a:ext uri="{FF2B5EF4-FFF2-40B4-BE49-F238E27FC236}">
                <a16:creationId xmlns:a16="http://schemas.microsoft.com/office/drawing/2014/main" id="{1E0CEBF7-02AF-441F-BF34-BB8F6F525DDE}"/>
              </a:ext>
            </a:extLst>
          </p:cNvPr>
          <p:cNvSpPr>
            <a:spLocks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8332">
            <a:extLst>
              <a:ext uri="{FF2B5EF4-FFF2-40B4-BE49-F238E27FC236}">
                <a16:creationId xmlns:a16="http://schemas.microsoft.com/office/drawing/2014/main" id="{96BA3646-AB87-4540-8E33-591187C76208}"/>
              </a:ext>
            </a:extLst>
          </p:cNvPr>
          <p:cNvSpPr>
            <a:spLocks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8333">
            <a:extLst>
              <a:ext uri="{FF2B5EF4-FFF2-40B4-BE49-F238E27FC236}">
                <a16:creationId xmlns:a16="http://schemas.microsoft.com/office/drawing/2014/main" id="{CDD0CCE6-8E23-45D9-B8DE-18B0D5F18816}"/>
              </a:ext>
            </a:extLst>
          </p:cNvPr>
          <p:cNvSpPr>
            <a:spLocks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8334">
            <a:extLst>
              <a:ext uri="{FF2B5EF4-FFF2-40B4-BE49-F238E27FC236}">
                <a16:creationId xmlns:a16="http://schemas.microsoft.com/office/drawing/2014/main" id="{F283258B-445F-4A34-9039-A9F7C13BF4B1}"/>
              </a:ext>
            </a:extLst>
          </p:cNvPr>
          <p:cNvSpPr>
            <a:spLocks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8335">
            <a:extLst>
              <a:ext uri="{FF2B5EF4-FFF2-40B4-BE49-F238E27FC236}">
                <a16:creationId xmlns:a16="http://schemas.microsoft.com/office/drawing/2014/main" id="{CCBA1B22-9852-4B9E-B6B4-F91B991105C2}"/>
              </a:ext>
            </a:extLst>
          </p:cNvPr>
          <p:cNvSpPr>
            <a:spLocks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8336">
            <a:extLst>
              <a:ext uri="{FF2B5EF4-FFF2-40B4-BE49-F238E27FC236}">
                <a16:creationId xmlns:a16="http://schemas.microsoft.com/office/drawing/2014/main" id="{80FBD2E9-E5C6-4A66-B8FF-29FBAF844099}"/>
              </a:ext>
            </a:extLst>
          </p:cNvPr>
          <p:cNvSpPr>
            <a:spLocks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8337">
            <a:extLst>
              <a:ext uri="{FF2B5EF4-FFF2-40B4-BE49-F238E27FC236}">
                <a16:creationId xmlns:a16="http://schemas.microsoft.com/office/drawing/2014/main" id="{6585BE98-6C93-4AB5-9F79-411BA9FCC126}"/>
              </a:ext>
            </a:extLst>
          </p:cNvPr>
          <p:cNvSpPr>
            <a:spLocks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8338">
            <a:extLst>
              <a:ext uri="{FF2B5EF4-FFF2-40B4-BE49-F238E27FC236}">
                <a16:creationId xmlns:a16="http://schemas.microsoft.com/office/drawing/2014/main" id="{B3F6BD8E-A97A-4EC3-878B-DF76666935E1}"/>
              </a:ext>
            </a:extLst>
          </p:cNvPr>
          <p:cNvSpPr>
            <a:spLocks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8339">
            <a:extLst>
              <a:ext uri="{FF2B5EF4-FFF2-40B4-BE49-F238E27FC236}">
                <a16:creationId xmlns:a16="http://schemas.microsoft.com/office/drawing/2014/main" id="{86673CF3-7DF1-410A-AF1D-FD549399D1D6}"/>
              </a:ext>
            </a:extLst>
          </p:cNvPr>
          <p:cNvSpPr>
            <a:spLocks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8340">
            <a:extLst>
              <a:ext uri="{FF2B5EF4-FFF2-40B4-BE49-F238E27FC236}">
                <a16:creationId xmlns:a16="http://schemas.microsoft.com/office/drawing/2014/main" id="{6F3015A0-755A-4B98-B7ED-FB314B2F5E70}"/>
              </a:ext>
            </a:extLst>
          </p:cNvPr>
          <p:cNvSpPr>
            <a:spLocks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8341">
            <a:extLst>
              <a:ext uri="{FF2B5EF4-FFF2-40B4-BE49-F238E27FC236}">
                <a16:creationId xmlns:a16="http://schemas.microsoft.com/office/drawing/2014/main" id="{F9C9A1B3-3BB1-4FB7-9743-9D7660DD4636}"/>
              </a:ext>
            </a:extLst>
          </p:cNvPr>
          <p:cNvSpPr>
            <a:spLocks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8342">
            <a:extLst>
              <a:ext uri="{FF2B5EF4-FFF2-40B4-BE49-F238E27FC236}">
                <a16:creationId xmlns:a16="http://schemas.microsoft.com/office/drawing/2014/main" id="{360E1F1A-054B-4CB3-ABE4-07F4DA7CAEBD}"/>
              </a:ext>
            </a:extLst>
          </p:cNvPr>
          <p:cNvSpPr>
            <a:spLocks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8343">
            <a:extLst>
              <a:ext uri="{FF2B5EF4-FFF2-40B4-BE49-F238E27FC236}">
                <a16:creationId xmlns:a16="http://schemas.microsoft.com/office/drawing/2014/main" id="{92B783FF-D789-45FB-B4A2-07BDBCF09453}"/>
              </a:ext>
            </a:extLst>
          </p:cNvPr>
          <p:cNvSpPr>
            <a:spLocks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8344">
            <a:extLst>
              <a:ext uri="{FF2B5EF4-FFF2-40B4-BE49-F238E27FC236}">
                <a16:creationId xmlns:a16="http://schemas.microsoft.com/office/drawing/2014/main" id="{70AFA9BD-CA77-4A4B-96EB-AE9F94D71291}"/>
              </a:ext>
            </a:extLst>
          </p:cNvPr>
          <p:cNvSpPr>
            <a:spLocks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8345">
            <a:extLst>
              <a:ext uri="{FF2B5EF4-FFF2-40B4-BE49-F238E27FC236}">
                <a16:creationId xmlns:a16="http://schemas.microsoft.com/office/drawing/2014/main" id="{5C7335FF-990D-439C-8EF7-858CF342E250}"/>
              </a:ext>
            </a:extLst>
          </p:cNvPr>
          <p:cNvSpPr>
            <a:spLocks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8346">
            <a:extLst>
              <a:ext uri="{FF2B5EF4-FFF2-40B4-BE49-F238E27FC236}">
                <a16:creationId xmlns:a16="http://schemas.microsoft.com/office/drawing/2014/main" id="{F1E8541E-412F-4E89-A022-A4B243351A2A}"/>
              </a:ext>
            </a:extLst>
          </p:cNvPr>
          <p:cNvSpPr>
            <a:spLocks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8347">
            <a:extLst>
              <a:ext uri="{FF2B5EF4-FFF2-40B4-BE49-F238E27FC236}">
                <a16:creationId xmlns:a16="http://schemas.microsoft.com/office/drawing/2014/main" id="{CD3DFAED-7C7A-4DE8-B093-52B5D3D259F1}"/>
              </a:ext>
            </a:extLst>
          </p:cNvPr>
          <p:cNvSpPr>
            <a:spLocks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8348">
            <a:extLst>
              <a:ext uri="{FF2B5EF4-FFF2-40B4-BE49-F238E27FC236}">
                <a16:creationId xmlns:a16="http://schemas.microsoft.com/office/drawing/2014/main" id="{C9735BDE-6FB3-48A3-A087-C09F5C9BF6A6}"/>
              </a:ext>
            </a:extLst>
          </p:cNvPr>
          <p:cNvSpPr>
            <a:spLocks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8349">
            <a:extLst>
              <a:ext uri="{FF2B5EF4-FFF2-40B4-BE49-F238E27FC236}">
                <a16:creationId xmlns:a16="http://schemas.microsoft.com/office/drawing/2014/main" id="{8C5B9750-9AD7-4041-B41A-2786BC6E179C}"/>
              </a:ext>
            </a:extLst>
          </p:cNvPr>
          <p:cNvSpPr>
            <a:spLocks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8350">
            <a:extLst>
              <a:ext uri="{FF2B5EF4-FFF2-40B4-BE49-F238E27FC236}">
                <a16:creationId xmlns:a16="http://schemas.microsoft.com/office/drawing/2014/main" id="{84936AF1-4F67-4D54-BB66-932C8A336FF8}"/>
              </a:ext>
            </a:extLst>
          </p:cNvPr>
          <p:cNvSpPr>
            <a:spLocks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8351">
            <a:extLst>
              <a:ext uri="{FF2B5EF4-FFF2-40B4-BE49-F238E27FC236}">
                <a16:creationId xmlns:a16="http://schemas.microsoft.com/office/drawing/2014/main" id="{61D8F24A-7AF0-461D-BB20-AEF8A5EC2F20}"/>
              </a:ext>
            </a:extLst>
          </p:cNvPr>
          <p:cNvSpPr>
            <a:spLocks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8352">
            <a:extLst>
              <a:ext uri="{FF2B5EF4-FFF2-40B4-BE49-F238E27FC236}">
                <a16:creationId xmlns:a16="http://schemas.microsoft.com/office/drawing/2014/main" id="{39055139-CDBD-491B-A984-82C1293EBA21}"/>
              </a:ext>
            </a:extLst>
          </p:cNvPr>
          <p:cNvSpPr>
            <a:spLocks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8353">
            <a:extLst>
              <a:ext uri="{FF2B5EF4-FFF2-40B4-BE49-F238E27FC236}">
                <a16:creationId xmlns:a16="http://schemas.microsoft.com/office/drawing/2014/main" id="{1AFC3AD5-00E5-4CE7-8D3A-F37715F65BCD}"/>
              </a:ext>
            </a:extLst>
          </p:cNvPr>
          <p:cNvSpPr>
            <a:spLocks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8354">
            <a:extLst>
              <a:ext uri="{FF2B5EF4-FFF2-40B4-BE49-F238E27FC236}">
                <a16:creationId xmlns:a16="http://schemas.microsoft.com/office/drawing/2014/main" id="{30B5E62E-9632-4465-8091-86750578A734}"/>
              </a:ext>
            </a:extLst>
          </p:cNvPr>
          <p:cNvSpPr>
            <a:spLocks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8355">
            <a:extLst>
              <a:ext uri="{FF2B5EF4-FFF2-40B4-BE49-F238E27FC236}">
                <a16:creationId xmlns:a16="http://schemas.microsoft.com/office/drawing/2014/main" id="{09FEA984-8304-40FC-92D2-ED763B247895}"/>
              </a:ext>
            </a:extLst>
          </p:cNvPr>
          <p:cNvSpPr>
            <a:spLocks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8356">
            <a:extLst>
              <a:ext uri="{FF2B5EF4-FFF2-40B4-BE49-F238E27FC236}">
                <a16:creationId xmlns:a16="http://schemas.microsoft.com/office/drawing/2014/main" id="{A30E25DB-25E8-42AD-9493-1E73DDB57EF9}"/>
              </a:ext>
            </a:extLst>
          </p:cNvPr>
          <p:cNvSpPr>
            <a:spLocks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8357">
            <a:extLst>
              <a:ext uri="{FF2B5EF4-FFF2-40B4-BE49-F238E27FC236}">
                <a16:creationId xmlns:a16="http://schemas.microsoft.com/office/drawing/2014/main" id="{876B1149-CC24-4049-8947-EB0191BB7588}"/>
              </a:ext>
            </a:extLst>
          </p:cNvPr>
          <p:cNvSpPr>
            <a:spLocks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8358">
            <a:extLst>
              <a:ext uri="{FF2B5EF4-FFF2-40B4-BE49-F238E27FC236}">
                <a16:creationId xmlns:a16="http://schemas.microsoft.com/office/drawing/2014/main" id="{FECE7313-F330-4857-BFB1-42435A3BA746}"/>
              </a:ext>
            </a:extLst>
          </p:cNvPr>
          <p:cNvSpPr>
            <a:spLocks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8359">
            <a:extLst>
              <a:ext uri="{FF2B5EF4-FFF2-40B4-BE49-F238E27FC236}">
                <a16:creationId xmlns:a16="http://schemas.microsoft.com/office/drawing/2014/main" id="{7E9EB43A-3D49-4BEA-9F43-62237132FA6F}"/>
              </a:ext>
            </a:extLst>
          </p:cNvPr>
          <p:cNvSpPr>
            <a:spLocks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8360">
            <a:extLst>
              <a:ext uri="{FF2B5EF4-FFF2-40B4-BE49-F238E27FC236}">
                <a16:creationId xmlns:a16="http://schemas.microsoft.com/office/drawing/2014/main" id="{7B46EF1F-8127-4DA4-A748-8EF0025AF475}"/>
              </a:ext>
            </a:extLst>
          </p:cNvPr>
          <p:cNvSpPr>
            <a:spLocks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8361">
            <a:extLst>
              <a:ext uri="{FF2B5EF4-FFF2-40B4-BE49-F238E27FC236}">
                <a16:creationId xmlns:a16="http://schemas.microsoft.com/office/drawing/2014/main" id="{06E2C899-86B1-4E5F-AF9E-CF0EC6EE520C}"/>
              </a:ext>
            </a:extLst>
          </p:cNvPr>
          <p:cNvSpPr>
            <a:spLocks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8362">
            <a:extLst>
              <a:ext uri="{FF2B5EF4-FFF2-40B4-BE49-F238E27FC236}">
                <a16:creationId xmlns:a16="http://schemas.microsoft.com/office/drawing/2014/main" id="{A5E073EA-6559-4817-8BCD-34CB170F578B}"/>
              </a:ext>
            </a:extLst>
          </p:cNvPr>
          <p:cNvSpPr>
            <a:spLocks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8363">
            <a:extLst>
              <a:ext uri="{FF2B5EF4-FFF2-40B4-BE49-F238E27FC236}">
                <a16:creationId xmlns:a16="http://schemas.microsoft.com/office/drawing/2014/main" id="{0094D014-7598-4EA3-89CD-D46CDDCE3233}"/>
              </a:ext>
            </a:extLst>
          </p:cNvPr>
          <p:cNvSpPr>
            <a:spLocks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8364">
            <a:extLst>
              <a:ext uri="{FF2B5EF4-FFF2-40B4-BE49-F238E27FC236}">
                <a16:creationId xmlns:a16="http://schemas.microsoft.com/office/drawing/2014/main" id="{AE3E33F8-C443-44CD-AD5C-D0D0D9599DBE}"/>
              </a:ext>
            </a:extLst>
          </p:cNvPr>
          <p:cNvSpPr>
            <a:spLocks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8365">
            <a:extLst>
              <a:ext uri="{FF2B5EF4-FFF2-40B4-BE49-F238E27FC236}">
                <a16:creationId xmlns:a16="http://schemas.microsoft.com/office/drawing/2014/main" id="{31B7A468-E51B-4696-BC39-26E56A81BE5F}"/>
              </a:ext>
            </a:extLst>
          </p:cNvPr>
          <p:cNvSpPr>
            <a:spLocks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8366">
            <a:extLst>
              <a:ext uri="{FF2B5EF4-FFF2-40B4-BE49-F238E27FC236}">
                <a16:creationId xmlns:a16="http://schemas.microsoft.com/office/drawing/2014/main" id="{B2D57439-3E42-419A-8E1D-4A44256751CE}"/>
              </a:ext>
            </a:extLst>
          </p:cNvPr>
          <p:cNvSpPr>
            <a:spLocks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8367">
            <a:extLst>
              <a:ext uri="{FF2B5EF4-FFF2-40B4-BE49-F238E27FC236}">
                <a16:creationId xmlns:a16="http://schemas.microsoft.com/office/drawing/2014/main" id="{BED6C560-663B-45D5-88D2-D15A125BEB5D}"/>
              </a:ext>
            </a:extLst>
          </p:cNvPr>
          <p:cNvSpPr>
            <a:spLocks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8368">
            <a:extLst>
              <a:ext uri="{FF2B5EF4-FFF2-40B4-BE49-F238E27FC236}">
                <a16:creationId xmlns:a16="http://schemas.microsoft.com/office/drawing/2014/main" id="{991D8E79-B838-48CA-8269-6FF34E1C58D5}"/>
              </a:ext>
            </a:extLst>
          </p:cNvPr>
          <p:cNvSpPr>
            <a:spLocks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8369">
            <a:extLst>
              <a:ext uri="{FF2B5EF4-FFF2-40B4-BE49-F238E27FC236}">
                <a16:creationId xmlns:a16="http://schemas.microsoft.com/office/drawing/2014/main" id="{DF1120F2-3CC6-4015-8175-569180872C85}"/>
              </a:ext>
            </a:extLst>
          </p:cNvPr>
          <p:cNvSpPr>
            <a:spLocks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8370">
            <a:extLst>
              <a:ext uri="{FF2B5EF4-FFF2-40B4-BE49-F238E27FC236}">
                <a16:creationId xmlns:a16="http://schemas.microsoft.com/office/drawing/2014/main" id="{4D5C21FE-6785-4AC1-9602-0D2ED240B865}"/>
              </a:ext>
            </a:extLst>
          </p:cNvPr>
          <p:cNvSpPr>
            <a:spLocks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8371">
            <a:extLst>
              <a:ext uri="{FF2B5EF4-FFF2-40B4-BE49-F238E27FC236}">
                <a16:creationId xmlns:a16="http://schemas.microsoft.com/office/drawing/2014/main" id="{23F41888-5E16-4939-8550-1A92D6E87D43}"/>
              </a:ext>
            </a:extLst>
          </p:cNvPr>
          <p:cNvSpPr>
            <a:spLocks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8372">
            <a:extLst>
              <a:ext uri="{FF2B5EF4-FFF2-40B4-BE49-F238E27FC236}">
                <a16:creationId xmlns:a16="http://schemas.microsoft.com/office/drawing/2014/main" id="{55E5F3BB-88C7-4D87-BE3D-E1BC5A466C44}"/>
              </a:ext>
            </a:extLst>
          </p:cNvPr>
          <p:cNvSpPr>
            <a:spLocks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8373">
            <a:extLst>
              <a:ext uri="{FF2B5EF4-FFF2-40B4-BE49-F238E27FC236}">
                <a16:creationId xmlns:a16="http://schemas.microsoft.com/office/drawing/2014/main" id="{354A1217-64DD-42A8-A222-C4A7E60D6F9C}"/>
              </a:ext>
            </a:extLst>
          </p:cNvPr>
          <p:cNvSpPr>
            <a:spLocks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8374">
            <a:extLst>
              <a:ext uri="{FF2B5EF4-FFF2-40B4-BE49-F238E27FC236}">
                <a16:creationId xmlns:a16="http://schemas.microsoft.com/office/drawing/2014/main" id="{287B1C7F-B243-43DA-999A-8DC97B02E369}"/>
              </a:ext>
            </a:extLst>
          </p:cNvPr>
          <p:cNvSpPr>
            <a:spLocks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8375">
            <a:extLst>
              <a:ext uri="{FF2B5EF4-FFF2-40B4-BE49-F238E27FC236}">
                <a16:creationId xmlns:a16="http://schemas.microsoft.com/office/drawing/2014/main" id="{027C6C1D-40EC-46F8-ACB9-EDB4105259D4}"/>
              </a:ext>
            </a:extLst>
          </p:cNvPr>
          <p:cNvSpPr>
            <a:spLocks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8376">
            <a:extLst>
              <a:ext uri="{FF2B5EF4-FFF2-40B4-BE49-F238E27FC236}">
                <a16:creationId xmlns:a16="http://schemas.microsoft.com/office/drawing/2014/main" id="{9D7C6E17-B691-4B51-AC83-DBE4F98398AF}"/>
              </a:ext>
            </a:extLst>
          </p:cNvPr>
          <p:cNvSpPr>
            <a:spLocks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8377">
            <a:extLst>
              <a:ext uri="{FF2B5EF4-FFF2-40B4-BE49-F238E27FC236}">
                <a16:creationId xmlns:a16="http://schemas.microsoft.com/office/drawing/2014/main" id="{807A1FC3-9F44-458F-AE1F-DC699A1404F0}"/>
              </a:ext>
            </a:extLst>
          </p:cNvPr>
          <p:cNvSpPr>
            <a:spLocks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8378">
            <a:extLst>
              <a:ext uri="{FF2B5EF4-FFF2-40B4-BE49-F238E27FC236}">
                <a16:creationId xmlns:a16="http://schemas.microsoft.com/office/drawing/2014/main" id="{EEC0CC17-6971-4A46-A1CD-FAF527E3F536}"/>
              </a:ext>
            </a:extLst>
          </p:cNvPr>
          <p:cNvSpPr>
            <a:spLocks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8379">
            <a:extLst>
              <a:ext uri="{FF2B5EF4-FFF2-40B4-BE49-F238E27FC236}">
                <a16:creationId xmlns:a16="http://schemas.microsoft.com/office/drawing/2014/main" id="{E44EF025-C7DF-4439-92F4-19DC30E3CFCE}"/>
              </a:ext>
            </a:extLst>
          </p:cNvPr>
          <p:cNvSpPr>
            <a:spLocks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8380">
            <a:extLst>
              <a:ext uri="{FF2B5EF4-FFF2-40B4-BE49-F238E27FC236}">
                <a16:creationId xmlns:a16="http://schemas.microsoft.com/office/drawing/2014/main" id="{EE30CBC0-89CF-45D8-9389-94F3E0B03253}"/>
              </a:ext>
            </a:extLst>
          </p:cNvPr>
          <p:cNvSpPr>
            <a:spLocks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8381">
            <a:extLst>
              <a:ext uri="{FF2B5EF4-FFF2-40B4-BE49-F238E27FC236}">
                <a16:creationId xmlns:a16="http://schemas.microsoft.com/office/drawing/2014/main" id="{245FC020-C3A8-4AB5-93C6-C87C876814A2}"/>
              </a:ext>
            </a:extLst>
          </p:cNvPr>
          <p:cNvSpPr>
            <a:spLocks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8382">
            <a:extLst>
              <a:ext uri="{FF2B5EF4-FFF2-40B4-BE49-F238E27FC236}">
                <a16:creationId xmlns:a16="http://schemas.microsoft.com/office/drawing/2014/main" id="{147A1145-E6E1-409B-97CC-80CE777D6DA6}"/>
              </a:ext>
            </a:extLst>
          </p:cNvPr>
          <p:cNvSpPr>
            <a:spLocks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8383">
            <a:extLst>
              <a:ext uri="{FF2B5EF4-FFF2-40B4-BE49-F238E27FC236}">
                <a16:creationId xmlns:a16="http://schemas.microsoft.com/office/drawing/2014/main" id="{CB8D06AB-CC0D-4C7F-B923-C1143129D07F}"/>
              </a:ext>
            </a:extLst>
          </p:cNvPr>
          <p:cNvSpPr>
            <a:spLocks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8384">
            <a:extLst>
              <a:ext uri="{FF2B5EF4-FFF2-40B4-BE49-F238E27FC236}">
                <a16:creationId xmlns:a16="http://schemas.microsoft.com/office/drawing/2014/main" id="{FCA0705F-B50C-4BDE-997D-EFE7C5ADD9CC}"/>
              </a:ext>
            </a:extLst>
          </p:cNvPr>
          <p:cNvSpPr>
            <a:spLocks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8385">
            <a:extLst>
              <a:ext uri="{FF2B5EF4-FFF2-40B4-BE49-F238E27FC236}">
                <a16:creationId xmlns:a16="http://schemas.microsoft.com/office/drawing/2014/main" id="{E8F495F7-5314-47DC-B177-A008A0DBCF47}"/>
              </a:ext>
            </a:extLst>
          </p:cNvPr>
          <p:cNvSpPr>
            <a:spLocks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8386">
            <a:extLst>
              <a:ext uri="{FF2B5EF4-FFF2-40B4-BE49-F238E27FC236}">
                <a16:creationId xmlns:a16="http://schemas.microsoft.com/office/drawing/2014/main" id="{C0DDA1A7-1A3E-4796-931B-D06A446A977E}"/>
              </a:ext>
            </a:extLst>
          </p:cNvPr>
          <p:cNvSpPr>
            <a:spLocks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8387">
            <a:extLst>
              <a:ext uri="{FF2B5EF4-FFF2-40B4-BE49-F238E27FC236}">
                <a16:creationId xmlns:a16="http://schemas.microsoft.com/office/drawing/2014/main" id="{EB3D806C-3EFB-40C0-BEF7-831C904BB4F5}"/>
              </a:ext>
            </a:extLst>
          </p:cNvPr>
          <p:cNvSpPr>
            <a:spLocks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8388">
            <a:extLst>
              <a:ext uri="{FF2B5EF4-FFF2-40B4-BE49-F238E27FC236}">
                <a16:creationId xmlns:a16="http://schemas.microsoft.com/office/drawing/2014/main" id="{FFD4AA11-19AD-4CE9-AF6E-56FBDA165FDC}"/>
              </a:ext>
            </a:extLst>
          </p:cNvPr>
          <p:cNvSpPr>
            <a:spLocks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8389">
            <a:extLst>
              <a:ext uri="{FF2B5EF4-FFF2-40B4-BE49-F238E27FC236}">
                <a16:creationId xmlns:a16="http://schemas.microsoft.com/office/drawing/2014/main" id="{46C37D9A-8F42-4AF4-BB20-5B5EE3460E11}"/>
              </a:ext>
            </a:extLst>
          </p:cNvPr>
          <p:cNvSpPr>
            <a:spLocks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8390">
            <a:extLst>
              <a:ext uri="{FF2B5EF4-FFF2-40B4-BE49-F238E27FC236}">
                <a16:creationId xmlns:a16="http://schemas.microsoft.com/office/drawing/2014/main" id="{B4BEA795-76C2-4673-82E4-1D7F81534FE8}"/>
              </a:ext>
            </a:extLst>
          </p:cNvPr>
          <p:cNvSpPr>
            <a:spLocks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8391">
            <a:extLst>
              <a:ext uri="{FF2B5EF4-FFF2-40B4-BE49-F238E27FC236}">
                <a16:creationId xmlns:a16="http://schemas.microsoft.com/office/drawing/2014/main" id="{9FCC06C1-FC4F-43C1-BE1B-0996F41ECF2A}"/>
              </a:ext>
            </a:extLst>
          </p:cNvPr>
          <p:cNvSpPr>
            <a:spLocks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8392">
            <a:extLst>
              <a:ext uri="{FF2B5EF4-FFF2-40B4-BE49-F238E27FC236}">
                <a16:creationId xmlns:a16="http://schemas.microsoft.com/office/drawing/2014/main" id="{91F7EE0C-4485-4CB5-A11D-899ED3443BA7}"/>
              </a:ext>
            </a:extLst>
          </p:cNvPr>
          <p:cNvSpPr>
            <a:spLocks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8393">
            <a:extLst>
              <a:ext uri="{FF2B5EF4-FFF2-40B4-BE49-F238E27FC236}">
                <a16:creationId xmlns:a16="http://schemas.microsoft.com/office/drawing/2014/main" id="{7A08550C-D525-4A15-9B2B-8D6F69832F7E}"/>
              </a:ext>
            </a:extLst>
          </p:cNvPr>
          <p:cNvSpPr>
            <a:spLocks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8394">
            <a:extLst>
              <a:ext uri="{FF2B5EF4-FFF2-40B4-BE49-F238E27FC236}">
                <a16:creationId xmlns:a16="http://schemas.microsoft.com/office/drawing/2014/main" id="{8706E638-0089-41CD-9A99-22E758C32C85}"/>
              </a:ext>
            </a:extLst>
          </p:cNvPr>
          <p:cNvSpPr>
            <a:spLocks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8395">
            <a:extLst>
              <a:ext uri="{FF2B5EF4-FFF2-40B4-BE49-F238E27FC236}">
                <a16:creationId xmlns:a16="http://schemas.microsoft.com/office/drawing/2014/main" id="{EA109679-CC73-45D3-AA96-4FD000709D4E}"/>
              </a:ext>
            </a:extLst>
          </p:cNvPr>
          <p:cNvSpPr>
            <a:spLocks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8396">
            <a:extLst>
              <a:ext uri="{FF2B5EF4-FFF2-40B4-BE49-F238E27FC236}">
                <a16:creationId xmlns:a16="http://schemas.microsoft.com/office/drawing/2014/main" id="{FA289FE5-3CA3-4499-9B4F-42CC269CE57D}"/>
              </a:ext>
            </a:extLst>
          </p:cNvPr>
          <p:cNvSpPr>
            <a:spLocks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8397">
            <a:extLst>
              <a:ext uri="{FF2B5EF4-FFF2-40B4-BE49-F238E27FC236}">
                <a16:creationId xmlns:a16="http://schemas.microsoft.com/office/drawing/2014/main" id="{2A512A9B-0095-4CDD-9CEB-47EC6FBD58F0}"/>
              </a:ext>
            </a:extLst>
          </p:cNvPr>
          <p:cNvSpPr>
            <a:spLocks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8398">
            <a:extLst>
              <a:ext uri="{FF2B5EF4-FFF2-40B4-BE49-F238E27FC236}">
                <a16:creationId xmlns:a16="http://schemas.microsoft.com/office/drawing/2014/main" id="{3585BD4D-7D85-41BC-9A59-D2841ABF6D66}"/>
              </a:ext>
            </a:extLst>
          </p:cNvPr>
          <p:cNvSpPr>
            <a:spLocks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8399">
            <a:extLst>
              <a:ext uri="{FF2B5EF4-FFF2-40B4-BE49-F238E27FC236}">
                <a16:creationId xmlns:a16="http://schemas.microsoft.com/office/drawing/2014/main" id="{F9B3648E-F83D-4A0E-97BA-9571B7F27AE6}"/>
              </a:ext>
            </a:extLst>
          </p:cNvPr>
          <p:cNvSpPr>
            <a:spLocks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8400">
            <a:extLst>
              <a:ext uri="{FF2B5EF4-FFF2-40B4-BE49-F238E27FC236}">
                <a16:creationId xmlns:a16="http://schemas.microsoft.com/office/drawing/2014/main" id="{08E9BB3E-E01F-4082-92F2-E63BA00B03A1}"/>
              </a:ext>
            </a:extLst>
          </p:cNvPr>
          <p:cNvSpPr>
            <a:spLocks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8401">
            <a:extLst>
              <a:ext uri="{FF2B5EF4-FFF2-40B4-BE49-F238E27FC236}">
                <a16:creationId xmlns:a16="http://schemas.microsoft.com/office/drawing/2014/main" id="{D748A904-950C-4467-B9B0-7344A4544DED}"/>
              </a:ext>
            </a:extLst>
          </p:cNvPr>
          <p:cNvSpPr>
            <a:spLocks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8402">
            <a:extLst>
              <a:ext uri="{FF2B5EF4-FFF2-40B4-BE49-F238E27FC236}">
                <a16:creationId xmlns:a16="http://schemas.microsoft.com/office/drawing/2014/main" id="{13CC0C0C-FB9A-4D3A-AB26-80550F759F91}"/>
              </a:ext>
            </a:extLst>
          </p:cNvPr>
          <p:cNvSpPr>
            <a:spLocks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8403">
            <a:extLst>
              <a:ext uri="{FF2B5EF4-FFF2-40B4-BE49-F238E27FC236}">
                <a16:creationId xmlns:a16="http://schemas.microsoft.com/office/drawing/2014/main" id="{A73930E8-259F-40E5-B053-8BE736539F2A}"/>
              </a:ext>
            </a:extLst>
          </p:cNvPr>
          <p:cNvSpPr>
            <a:spLocks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8404">
            <a:extLst>
              <a:ext uri="{FF2B5EF4-FFF2-40B4-BE49-F238E27FC236}">
                <a16:creationId xmlns:a16="http://schemas.microsoft.com/office/drawing/2014/main" id="{6B5D67CF-8145-4EBB-80F6-1EEF92C2C617}"/>
              </a:ext>
            </a:extLst>
          </p:cNvPr>
          <p:cNvSpPr>
            <a:spLocks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8405">
            <a:extLst>
              <a:ext uri="{FF2B5EF4-FFF2-40B4-BE49-F238E27FC236}">
                <a16:creationId xmlns:a16="http://schemas.microsoft.com/office/drawing/2014/main" id="{34FA12B6-3424-4EAB-B432-D9E0BD831CAC}"/>
              </a:ext>
            </a:extLst>
          </p:cNvPr>
          <p:cNvSpPr>
            <a:spLocks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8406">
            <a:extLst>
              <a:ext uri="{FF2B5EF4-FFF2-40B4-BE49-F238E27FC236}">
                <a16:creationId xmlns:a16="http://schemas.microsoft.com/office/drawing/2014/main" id="{CE97963D-51C0-43CC-8883-4D774B861314}"/>
              </a:ext>
            </a:extLst>
          </p:cNvPr>
          <p:cNvSpPr>
            <a:spLocks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8407">
            <a:extLst>
              <a:ext uri="{FF2B5EF4-FFF2-40B4-BE49-F238E27FC236}">
                <a16:creationId xmlns:a16="http://schemas.microsoft.com/office/drawing/2014/main" id="{2B49425D-EF7B-41DF-8575-4D98D73544C5}"/>
              </a:ext>
            </a:extLst>
          </p:cNvPr>
          <p:cNvSpPr>
            <a:spLocks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8408">
            <a:extLst>
              <a:ext uri="{FF2B5EF4-FFF2-40B4-BE49-F238E27FC236}">
                <a16:creationId xmlns:a16="http://schemas.microsoft.com/office/drawing/2014/main" id="{FC5332D1-8A0D-41C2-B11D-394B5C0A65CD}"/>
              </a:ext>
            </a:extLst>
          </p:cNvPr>
          <p:cNvSpPr>
            <a:spLocks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8409">
            <a:extLst>
              <a:ext uri="{FF2B5EF4-FFF2-40B4-BE49-F238E27FC236}">
                <a16:creationId xmlns:a16="http://schemas.microsoft.com/office/drawing/2014/main" id="{1A0C67BC-9103-40A8-8A90-59BE10563CF5}"/>
              </a:ext>
            </a:extLst>
          </p:cNvPr>
          <p:cNvSpPr>
            <a:spLocks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8410">
            <a:extLst>
              <a:ext uri="{FF2B5EF4-FFF2-40B4-BE49-F238E27FC236}">
                <a16:creationId xmlns:a16="http://schemas.microsoft.com/office/drawing/2014/main" id="{93195E59-8019-414E-A70E-294588B7D968}"/>
              </a:ext>
            </a:extLst>
          </p:cNvPr>
          <p:cNvSpPr>
            <a:spLocks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8411">
            <a:extLst>
              <a:ext uri="{FF2B5EF4-FFF2-40B4-BE49-F238E27FC236}">
                <a16:creationId xmlns:a16="http://schemas.microsoft.com/office/drawing/2014/main" id="{7863571C-19F0-4F9E-AF40-4740CB2BADD1}"/>
              </a:ext>
            </a:extLst>
          </p:cNvPr>
          <p:cNvSpPr>
            <a:spLocks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8412">
            <a:extLst>
              <a:ext uri="{FF2B5EF4-FFF2-40B4-BE49-F238E27FC236}">
                <a16:creationId xmlns:a16="http://schemas.microsoft.com/office/drawing/2014/main" id="{D286B1BD-ABAC-4CBC-8EDA-01415AEE8498}"/>
              </a:ext>
            </a:extLst>
          </p:cNvPr>
          <p:cNvSpPr>
            <a:spLocks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8413">
            <a:extLst>
              <a:ext uri="{FF2B5EF4-FFF2-40B4-BE49-F238E27FC236}">
                <a16:creationId xmlns:a16="http://schemas.microsoft.com/office/drawing/2014/main" id="{8858D407-619D-454B-935A-BB791E8F7460}"/>
              </a:ext>
            </a:extLst>
          </p:cNvPr>
          <p:cNvSpPr>
            <a:spLocks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8414">
            <a:extLst>
              <a:ext uri="{FF2B5EF4-FFF2-40B4-BE49-F238E27FC236}">
                <a16:creationId xmlns:a16="http://schemas.microsoft.com/office/drawing/2014/main" id="{D9CC0733-7E4D-4FAB-BC81-22EAAA1D5ABC}"/>
              </a:ext>
            </a:extLst>
          </p:cNvPr>
          <p:cNvSpPr>
            <a:spLocks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8415">
            <a:extLst>
              <a:ext uri="{FF2B5EF4-FFF2-40B4-BE49-F238E27FC236}">
                <a16:creationId xmlns:a16="http://schemas.microsoft.com/office/drawing/2014/main" id="{3170B99D-3C0F-4317-B729-EA7653C8EF45}"/>
              </a:ext>
            </a:extLst>
          </p:cNvPr>
          <p:cNvSpPr>
            <a:spLocks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8416">
            <a:extLst>
              <a:ext uri="{FF2B5EF4-FFF2-40B4-BE49-F238E27FC236}">
                <a16:creationId xmlns:a16="http://schemas.microsoft.com/office/drawing/2014/main" id="{1458366C-5D90-44C7-9DAC-E78B8AA4C1EC}"/>
              </a:ext>
            </a:extLst>
          </p:cNvPr>
          <p:cNvSpPr>
            <a:spLocks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8417">
            <a:extLst>
              <a:ext uri="{FF2B5EF4-FFF2-40B4-BE49-F238E27FC236}">
                <a16:creationId xmlns:a16="http://schemas.microsoft.com/office/drawing/2014/main" id="{812DAEA6-7C7D-4BA6-8A4F-E65B915E39B6}"/>
              </a:ext>
            </a:extLst>
          </p:cNvPr>
          <p:cNvSpPr>
            <a:spLocks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8418">
            <a:extLst>
              <a:ext uri="{FF2B5EF4-FFF2-40B4-BE49-F238E27FC236}">
                <a16:creationId xmlns:a16="http://schemas.microsoft.com/office/drawing/2014/main" id="{BAEC025B-3A44-4E31-8DD6-6A8F09A55383}"/>
              </a:ext>
            </a:extLst>
          </p:cNvPr>
          <p:cNvSpPr>
            <a:spLocks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8419">
            <a:extLst>
              <a:ext uri="{FF2B5EF4-FFF2-40B4-BE49-F238E27FC236}">
                <a16:creationId xmlns:a16="http://schemas.microsoft.com/office/drawing/2014/main" id="{4AE9E58E-1CF2-4891-BD9D-1752FA7599FE}"/>
              </a:ext>
            </a:extLst>
          </p:cNvPr>
          <p:cNvSpPr>
            <a:spLocks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8420">
            <a:extLst>
              <a:ext uri="{FF2B5EF4-FFF2-40B4-BE49-F238E27FC236}">
                <a16:creationId xmlns:a16="http://schemas.microsoft.com/office/drawing/2014/main" id="{CA81B497-71B3-48F0-A73C-DE877719B747}"/>
              </a:ext>
            </a:extLst>
          </p:cNvPr>
          <p:cNvSpPr>
            <a:spLocks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8421">
            <a:extLst>
              <a:ext uri="{FF2B5EF4-FFF2-40B4-BE49-F238E27FC236}">
                <a16:creationId xmlns:a16="http://schemas.microsoft.com/office/drawing/2014/main" id="{FFF86D63-AE80-41E7-8896-8B3D1F613F72}"/>
              </a:ext>
            </a:extLst>
          </p:cNvPr>
          <p:cNvSpPr>
            <a:spLocks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8422">
            <a:extLst>
              <a:ext uri="{FF2B5EF4-FFF2-40B4-BE49-F238E27FC236}">
                <a16:creationId xmlns:a16="http://schemas.microsoft.com/office/drawing/2014/main" id="{7C67C7DC-8005-49F1-858F-717E539CEF00}"/>
              </a:ext>
            </a:extLst>
          </p:cNvPr>
          <p:cNvSpPr>
            <a:spLocks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8423">
            <a:extLst>
              <a:ext uri="{FF2B5EF4-FFF2-40B4-BE49-F238E27FC236}">
                <a16:creationId xmlns:a16="http://schemas.microsoft.com/office/drawing/2014/main" id="{F834DF77-F526-4EB2-8413-02CA1295B987}"/>
              </a:ext>
            </a:extLst>
          </p:cNvPr>
          <p:cNvSpPr>
            <a:spLocks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8424">
            <a:extLst>
              <a:ext uri="{FF2B5EF4-FFF2-40B4-BE49-F238E27FC236}">
                <a16:creationId xmlns:a16="http://schemas.microsoft.com/office/drawing/2014/main" id="{0B5E207C-D8D5-403C-B9AD-386A17FB8326}"/>
              </a:ext>
            </a:extLst>
          </p:cNvPr>
          <p:cNvSpPr>
            <a:spLocks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8425">
            <a:extLst>
              <a:ext uri="{FF2B5EF4-FFF2-40B4-BE49-F238E27FC236}">
                <a16:creationId xmlns:a16="http://schemas.microsoft.com/office/drawing/2014/main" id="{850A8252-BB8A-41C8-9A70-DB448BB2F5D2}"/>
              </a:ext>
            </a:extLst>
          </p:cNvPr>
          <p:cNvSpPr>
            <a:spLocks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8426">
            <a:extLst>
              <a:ext uri="{FF2B5EF4-FFF2-40B4-BE49-F238E27FC236}">
                <a16:creationId xmlns:a16="http://schemas.microsoft.com/office/drawing/2014/main" id="{D16240B8-5DE3-473C-A2E4-7311EC2694DD}"/>
              </a:ext>
            </a:extLst>
          </p:cNvPr>
          <p:cNvSpPr>
            <a:spLocks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8427">
            <a:extLst>
              <a:ext uri="{FF2B5EF4-FFF2-40B4-BE49-F238E27FC236}">
                <a16:creationId xmlns:a16="http://schemas.microsoft.com/office/drawing/2014/main" id="{C3D5681B-378E-45B3-93EF-1F14D1512E93}"/>
              </a:ext>
            </a:extLst>
          </p:cNvPr>
          <p:cNvSpPr>
            <a:spLocks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8428">
            <a:extLst>
              <a:ext uri="{FF2B5EF4-FFF2-40B4-BE49-F238E27FC236}">
                <a16:creationId xmlns:a16="http://schemas.microsoft.com/office/drawing/2014/main" id="{EB09D9D4-33C4-4DDA-9A04-4DF857AE6490}"/>
              </a:ext>
            </a:extLst>
          </p:cNvPr>
          <p:cNvSpPr>
            <a:spLocks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8429">
            <a:extLst>
              <a:ext uri="{FF2B5EF4-FFF2-40B4-BE49-F238E27FC236}">
                <a16:creationId xmlns:a16="http://schemas.microsoft.com/office/drawing/2014/main" id="{92C20209-8321-4469-8146-62C38583F9EC}"/>
              </a:ext>
            </a:extLst>
          </p:cNvPr>
          <p:cNvSpPr>
            <a:spLocks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8430">
            <a:extLst>
              <a:ext uri="{FF2B5EF4-FFF2-40B4-BE49-F238E27FC236}">
                <a16:creationId xmlns:a16="http://schemas.microsoft.com/office/drawing/2014/main" id="{BC2CF9E1-A351-438B-8078-2ACF4DBBDC11}"/>
              </a:ext>
            </a:extLst>
          </p:cNvPr>
          <p:cNvSpPr>
            <a:spLocks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8431">
            <a:extLst>
              <a:ext uri="{FF2B5EF4-FFF2-40B4-BE49-F238E27FC236}">
                <a16:creationId xmlns:a16="http://schemas.microsoft.com/office/drawing/2014/main" id="{F0C6C7ED-46DC-4E52-833E-E11F314586CE}"/>
              </a:ext>
            </a:extLst>
          </p:cNvPr>
          <p:cNvSpPr>
            <a:spLocks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8432">
            <a:extLst>
              <a:ext uri="{FF2B5EF4-FFF2-40B4-BE49-F238E27FC236}">
                <a16:creationId xmlns:a16="http://schemas.microsoft.com/office/drawing/2014/main" id="{BFC4C38B-271B-45BB-98CC-0F025131770E}"/>
              </a:ext>
            </a:extLst>
          </p:cNvPr>
          <p:cNvSpPr>
            <a:spLocks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8433">
            <a:extLst>
              <a:ext uri="{FF2B5EF4-FFF2-40B4-BE49-F238E27FC236}">
                <a16:creationId xmlns:a16="http://schemas.microsoft.com/office/drawing/2014/main" id="{F101F8A7-AE35-4B81-B320-4EB5AA9A2968}"/>
              </a:ext>
            </a:extLst>
          </p:cNvPr>
          <p:cNvSpPr>
            <a:spLocks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8434">
            <a:extLst>
              <a:ext uri="{FF2B5EF4-FFF2-40B4-BE49-F238E27FC236}">
                <a16:creationId xmlns:a16="http://schemas.microsoft.com/office/drawing/2014/main" id="{9731A0A7-4B81-4A68-8546-CB675C58B52F}"/>
              </a:ext>
            </a:extLst>
          </p:cNvPr>
          <p:cNvSpPr>
            <a:spLocks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8435">
            <a:extLst>
              <a:ext uri="{FF2B5EF4-FFF2-40B4-BE49-F238E27FC236}">
                <a16:creationId xmlns:a16="http://schemas.microsoft.com/office/drawing/2014/main" id="{BFE5C7D2-DF7C-49E8-9021-8DE62B18EE15}"/>
              </a:ext>
            </a:extLst>
          </p:cNvPr>
          <p:cNvSpPr>
            <a:spLocks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8436">
            <a:extLst>
              <a:ext uri="{FF2B5EF4-FFF2-40B4-BE49-F238E27FC236}">
                <a16:creationId xmlns:a16="http://schemas.microsoft.com/office/drawing/2014/main" id="{A72C52C3-E168-4443-9A95-3B9090DC3EC8}"/>
              </a:ext>
            </a:extLst>
          </p:cNvPr>
          <p:cNvSpPr>
            <a:spLocks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8437">
            <a:extLst>
              <a:ext uri="{FF2B5EF4-FFF2-40B4-BE49-F238E27FC236}">
                <a16:creationId xmlns:a16="http://schemas.microsoft.com/office/drawing/2014/main" id="{D235D80C-9901-4282-AD44-C5B9CF74D3E5}"/>
              </a:ext>
            </a:extLst>
          </p:cNvPr>
          <p:cNvSpPr>
            <a:spLocks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8438">
            <a:extLst>
              <a:ext uri="{FF2B5EF4-FFF2-40B4-BE49-F238E27FC236}">
                <a16:creationId xmlns:a16="http://schemas.microsoft.com/office/drawing/2014/main" id="{EFC65E4C-E13E-444A-AEE6-A677E6F79E4D}"/>
              </a:ext>
            </a:extLst>
          </p:cNvPr>
          <p:cNvSpPr>
            <a:spLocks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8439">
            <a:extLst>
              <a:ext uri="{FF2B5EF4-FFF2-40B4-BE49-F238E27FC236}">
                <a16:creationId xmlns:a16="http://schemas.microsoft.com/office/drawing/2014/main" id="{84295E53-44D9-46C0-B6F1-77E4B26B6EF1}"/>
              </a:ext>
            </a:extLst>
          </p:cNvPr>
          <p:cNvSpPr>
            <a:spLocks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8440">
            <a:extLst>
              <a:ext uri="{FF2B5EF4-FFF2-40B4-BE49-F238E27FC236}">
                <a16:creationId xmlns:a16="http://schemas.microsoft.com/office/drawing/2014/main" id="{FBED050F-4689-423A-B983-C125638A5C26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8441">
            <a:extLst>
              <a:ext uri="{FF2B5EF4-FFF2-40B4-BE49-F238E27FC236}">
                <a16:creationId xmlns:a16="http://schemas.microsoft.com/office/drawing/2014/main" id="{129A9677-5A79-44EB-8323-BCA5E1B80C60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8442">
            <a:extLst>
              <a:ext uri="{FF2B5EF4-FFF2-40B4-BE49-F238E27FC236}">
                <a16:creationId xmlns:a16="http://schemas.microsoft.com/office/drawing/2014/main" id="{EC7B20E8-E827-4138-8C21-DD4312B6F451}"/>
              </a:ext>
            </a:extLst>
          </p:cNvPr>
          <p:cNvSpPr>
            <a:spLocks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8443">
            <a:extLst>
              <a:ext uri="{FF2B5EF4-FFF2-40B4-BE49-F238E27FC236}">
                <a16:creationId xmlns:a16="http://schemas.microsoft.com/office/drawing/2014/main" id="{E4AF0BD6-EB79-4F46-9744-C575FDD9609E}"/>
              </a:ext>
            </a:extLst>
          </p:cNvPr>
          <p:cNvSpPr>
            <a:spLocks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8444">
            <a:extLst>
              <a:ext uri="{FF2B5EF4-FFF2-40B4-BE49-F238E27FC236}">
                <a16:creationId xmlns:a16="http://schemas.microsoft.com/office/drawing/2014/main" id="{AB254B7C-9176-4DD7-92C7-12888FA9AF19}"/>
              </a:ext>
            </a:extLst>
          </p:cNvPr>
          <p:cNvSpPr>
            <a:spLocks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8445">
            <a:extLst>
              <a:ext uri="{FF2B5EF4-FFF2-40B4-BE49-F238E27FC236}">
                <a16:creationId xmlns:a16="http://schemas.microsoft.com/office/drawing/2014/main" id="{CD50370D-CC7C-4113-9884-3D2B9D9BB488}"/>
              </a:ext>
            </a:extLst>
          </p:cNvPr>
          <p:cNvSpPr>
            <a:spLocks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8446">
            <a:extLst>
              <a:ext uri="{FF2B5EF4-FFF2-40B4-BE49-F238E27FC236}">
                <a16:creationId xmlns:a16="http://schemas.microsoft.com/office/drawing/2014/main" id="{FA434247-8E5F-40C5-B78A-693994F9EAC1}"/>
              </a:ext>
            </a:extLst>
          </p:cNvPr>
          <p:cNvSpPr>
            <a:spLocks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8447">
            <a:extLst>
              <a:ext uri="{FF2B5EF4-FFF2-40B4-BE49-F238E27FC236}">
                <a16:creationId xmlns:a16="http://schemas.microsoft.com/office/drawing/2014/main" id="{BA74A99B-A140-4E4A-BC28-1649CD1A8FDC}"/>
              </a:ext>
            </a:extLst>
          </p:cNvPr>
          <p:cNvSpPr>
            <a:spLocks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8448">
            <a:extLst>
              <a:ext uri="{FF2B5EF4-FFF2-40B4-BE49-F238E27FC236}">
                <a16:creationId xmlns:a16="http://schemas.microsoft.com/office/drawing/2014/main" id="{3BEB0D48-0984-4A3A-8B6A-4C95416190F3}"/>
              </a:ext>
            </a:extLst>
          </p:cNvPr>
          <p:cNvSpPr>
            <a:spLocks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8449">
            <a:extLst>
              <a:ext uri="{FF2B5EF4-FFF2-40B4-BE49-F238E27FC236}">
                <a16:creationId xmlns:a16="http://schemas.microsoft.com/office/drawing/2014/main" id="{E25A1F14-D553-4659-9638-48BFB1303FD2}"/>
              </a:ext>
            </a:extLst>
          </p:cNvPr>
          <p:cNvSpPr>
            <a:spLocks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8450">
            <a:extLst>
              <a:ext uri="{FF2B5EF4-FFF2-40B4-BE49-F238E27FC236}">
                <a16:creationId xmlns:a16="http://schemas.microsoft.com/office/drawing/2014/main" id="{17368367-91EB-48C0-B709-B42DC1355717}"/>
              </a:ext>
            </a:extLst>
          </p:cNvPr>
          <p:cNvSpPr>
            <a:spLocks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8451">
            <a:extLst>
              <a:ext uri="{FF2B5EF4-FFF2-40B4-BE49-F238E27FC236}">
                <a16:creationId xmlns:a16="http://schemas.microsoft.com/office/drawing/2014/main" id="{7013DE83-75C9-42EA-AFEE-E034AEFCF04F}"/>
              </a:ext>
            </a:extLst>
          </p:cNvPr>
          <p:cNvSpPr>
            <a:spLocks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8452">
            <a:extLst>
              <a:ext uri="{FF2B5EF4-FFF2-40B4-BE49-F238E27FC236}">
                <a16:creationId xmlns:a16="http://schemas.microsoft.com/office/drawing/2014/main" id="{07F751D8-375B-4588-89FF-1CCD89E5E420}"/>
              </a:ext>
            </a:extLst>
          </p:cNvPr>
          <p:cNvSpPr>
            <a:spLocks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8453">
            <a:extLst>
              <a:ext uri="{FF2B5EF4-FFF2-40B4-BE49-F238E27FC236}">
                <a16:creationId xmlns:a16="http://schemas.microsoft.com/office/drawing/2014/main" id="{A765E16A-D502-4C8B-88B0-9A756ADD23E1}"/>
              </a:ext>
            </a:extLst>
          </p:cNvPr>
          <p:cNvSpPr>
            <a:spLocks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8454">
            <a:extLst>
              <a:ext uri="{FF2B5EF4-FFF2-40B4-BE49-F238E27FC236}">
                <a16:creationId xmlns:a16="http://schemas.microsoft.com/office/drawing/2014/main" id="{ED9D4353-5A13-4E3D-8AAC-5DEB89EA0E38}"/>
              </a:ext>
            </a:extLst>
          </p:cNvPr>
          <p:cNvSpPr>
            <a:spLocks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8455">
            <a:extLst>
              <a:ext uri="{FF2B5EF4-FFF2-40B4-BE49-F238E27FC236}">
                <a16:creationId xmlns:a16="http://schemas.microsoft.com/office/drawing/2014/main" id="{8B40EA89-4374-4B3E-AD76-41369E206652}"/>
              </a:ext>
            </a:extLst>
          </p:cNvPr>
          <p:cNvSpPr>
            <a:spLocks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8456">
            <a:extLst>
              <a:ext uri="{FF2B5EF4-FFF2-40B4-BE49-F238E27FC236}">
                <a16:creationId xmlns:a16="http://schemas.microsoft.com/office/drawing/2014/main" id="{8CB41875-4186-4BF2-A0FB-C2AFD947A03D}"/>
              </a:ext>
            </a:extLst>
          </p:cNvPr>
          <p:cNvSpPr>
            <a:spLocks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8457">
            <a:extLst>
              <a:ext uri="{FF2B5EF4-FFF2-40B4-BE49-F238E27FC236}">
                <a16:creationId xmlns:a16="http://schemas.microsoft.com/office/drawing/2014/main" id="{F927B55D-7AE5-4DAC-A6CF-D3D8FF929B9F}"/>
              </a:ext>
            </a:extLst>
          </p:cNvPr>
          <p:cNvSpPr>
            <a:spLocks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8458">
            <a:extLst>
              <a:ext uri="{FF2B5EF4-FFF2-40B4-BE49-F238E27FC236}">
                <a16:creationId xmlns:a16="http://schemas.microsoft.com/office/drawing/2014/main" id="{0D43B7DC-F37E-49CA-9998-3D1F8F4A07BA}"/>
              </a:ext>
            </a:extLst>
          </p:cNvPr>
          <p:cNvSpPr>
            <a:spLocks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8459">
            <a:extLst>
              <a:ext uri="{FF2B5EF4-FFF2-40B4-BE49-F238E27FC236}">
                <a16:creationId xmlns:a16="http://schemas.microsoft.com/office/drawing/2014/main" id="{73708E9F-CD21-4D23-A17B-B6B61742B700}"/>
              </a:ext>
            </a:extLst>
          </p:cNvPr>
          <p:cNvSpPr>
            <a:spLocks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8460">
            <a:extLst>
              <a:ext uri="{FF2B5EF4-FFF2-40B4-BE49-F238E27FC236}">
                <a16:creationId xmlns:a16="http://schemas.microsoft.com/office/drawing/2014/main" id="{01C117AA-8213-4C3F-A31D-51FF6A73F43C}"/>
              </a:ext>
            </a:extLst>
          </p:cNvPr>
          <p:cNvSpPr>
            <a:spLocks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8461">
            <a:extLst>
              <a:ext uri="{FF2B5EF4-FFF2-40B4-BE49-F238E27FC236}">
                <a16:creationId xmlns:a16="http://schemas.microsoft.com/office/drawing/2014/main" id="{B45BE173-4BFB-4130-915F-6C1BDF903996}"/>
              </a:ext>
            </a:extLst>
          </p:cNvPr>
          <p:cNvSpPr>
            <a:spLocks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8462">
            <a:extLst>
              <a:ext uri="{FF2B5EF4-FFF2-40B4-BE49-F238E27FC236}">
                <a16:creationId xmlns:a16="http://schemas.microsoft.com/office/drawing/2014/main" id="{33AD8DB8-5754-4C08-918F-37B2F55D877F}"/>
              </a:ext>
            </a:extLst>
          </p:cNvPr>
          <p:cNvSpPr>
            <a:spLocks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8463">
            <a:extLst>
              <a:ext uri="{FF2B5EF4-FFF2-40B4-BE49-F238E27FC236}">
                <a16:creationId xmlns:a16="http://schemas.microsoft.com/office/drawing/2014/main" id="{EAFED9D5-1454-40C9-A0EC-723D07B8C119}"/>
              </a:ext>
            </a:extLst>
          </p:cNvPr>
          <p:cNvSpPr>
            <a:spLocks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8464">
            <a:extLst>
              <a:ext uri="{FF2B5EF4-FFF2-40B4-BE49-F238E27FC236}">
                <a16:creationId xmlns:a16="http://schemas.microsoft.com/office/drawing/2014/main" id="{66784A4C-6CF4-46EC-A3E2-987C26A59C69}"/>
              </a:ext>
            </a:extLst>
          </p:cNvPr>
          <p:cNvSpPr>
            <a:spLocks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8465">
            <a:extLst>
              <a:ext uri="{FF2B5EF4-FFF2-40B4-BE49-F238E27FC236}">
                <a16:creationId xmlns:a16="http://schemas.microsoft.com/office/drawing/2014/main" id="{94E98BD3-B89B-4723-AA85-6DFCBFEE8508}"/>
              </a:ext>
            </a:extLst>
          </p:cNvPr>
          <p:cNvSpPr>
            <a:spLocks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8466">
            <a:extLst>
              <a:ext uri="{FF2B5EF4-FFF2-40B4-BE49-F238E27FC236}">
                <a16:creationId xmlns:a16="http://schemas.microsoft.com/office/drawing/2014/main" id="{DF6CC223-F569-4215-A1FC-9C137622C7B4}"/>
              </a:ext>
            </a:extLst>
          </p:cNvPr>
          <p:cNvSpPr>
            <a:spLocks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8467">
            <a:extLst>
              <a:ext uri="{FF2B5EF4-FFF2-40B4-BE49-F238E27FC236}">
                <a16:creationId xmlns:a16="http://schemas.microsoft.com/office/drawing/2014/main" id="{85ED4B3A-B3B6-4555-AA06-92E306DA415D}"/>
              </a:ext>
            </a:extLst>
          </p:cNvPr>
          <p:cNvSpPr>
            <a:spLocks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8468">
            <a:extLst>
              <a:ext uri="{FF2B5EF4-FFF2-40B4-BE49-F238E27FC236}">
                <a16:creationId xmlns:a16="http://schemas.microsoft.com/office/drawing/2014/main" id="{0AFEB97B-30DA-4EB6-BB8F-88A62E04B985}"/>
              </a:ext>
            </a:extLst>
          </p:cNvPr>
          <p:cNvSpPr>
            <a:spLocks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8469">
            <a:extLst>
              <a:ext uri="{FF2B5EF4-FFF2-40B4-BE49-F238E27FC236}">
                <a16:creationId xmlns:a16="http://schemas.microsoft.com/office/drawing/2014/main" id="{8A8D55B2-1E91-4C0B-A033-EE8B8CE04596}"/>
              </a:ext>
            </a:extLst>
          </p:cNvPr>
          <p:cNvSpPr>
            <a:spLocks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8470">
            <a:extLst>
              <a:ext uri="{FF2B5EF4-FFF2-40B4-BE49-F238E27FC236}">
                <a16:creationId xmlns:a16="http://schemas.microsoft.com/office/drawing/2014/main" id="{B739362D-7FC7-4AEC-8C09-2ADE2669DD4B}"/>
              </a:ext>
            </a:extLst>
          </p:cNvPr>
          <p:cNvSpPr>
            <a:spLocks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8471">
            <a:extLst>
              <a:ext uri="{FF2B5EF4-FFF2-40B4-BE49-F238E27FC236}">
                <a16:creationId xmlns:a16="http://schemas.microsoft.com/office/drawing/2014/main" id="{53C206C8-BC8C-4D7E-94EF-35E6AFF3427C}"/>
              </a:ext>
            </a:extLst>
          </p:cNvPr>
          <p:cNvSpPr>
            <a:spLocks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8472">
            <a:extLst>
              <a:ext uri="{FF2B5EF4-FFF2-40B4-BE49-F238E27FC236}">
                <a16:creationId xmlns:a16="http://schemas.microsoft.com/office/drawing/2014/main" id="{798ADB5E-9676-4279-8428-4D897B41559F}"/>
              </a:ext>
            </a:extLst>
          </p:cNvPr>
          <p:cNvSpPr>
            <a:spLocks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8473">
            <a:extLst>
              <a:ext uri="{FF2B5EF4-FFF2-40B4-BE49-F238E27FC236}">
                <a16:creationId xmlns:a16="http://schemas.microsoft.com/office/drawing/2014/main" id="{EE578C28-7C46-4FD5-9145-F045A47BFF67}"/>
              </a:ext>
            </a:extLst>
          </p:cNvPr>
          <p:cNvSpPr>
            <a:spLocks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8474">
            <a:extLst>
              <a:ext uri="{FF2B5EF4-FFF2-40B4-BE49-F238E27FC236}">
                <a16:creationId xmlns:a16="http://schemas.microsoft.com/office/drawing/2014/main" id="{A4380566-1E0D-433A-A1EE-D3B0C44D39A0}"/>
              </a:ext>
            </a:extLst>
          </p:cNvPr>
          <p:cNvSpPr>
            <a:spLocks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8475">
            <a:extLst>
              <a:ext uri="{FF2B5EF4-FFF2-40B4-BE49-F238E27FC236}">
                <a16:creationId xmlns:a16="http://schemas.microsoft.com/office/drawing/2014/main" id="{47E48C02-86B7-4CB1-8646-2D3E0CAFE130}"/>
              </a:ext>
            </a:extLst>
          </p:cNvPr>
          <p:cNvSpPr>
            <a:spLocks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8476">
            <a:extLst>
              <a:ext uri="{FF2B5EF4-FFF2-40B4-BE49-F238E27FC236}">
                <a16:creationId xmlns:a16="http://schemas.microsoft.com/office/drawing/2014/main" id="{5DA99839-1ED4-409C-8985-DED1BB0F4355}"/>
              </a:ext>
            </a:extLst>
          </p:cNvPr>
          <p:cNvSpPr>
            <a:spLocks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8477">
            <a:extLst>
              <a:ext uri="{FF2B5EF4-FFF2-40B4-BE49-F238E27FC236}">
                <a16:creationId xmlns:a16="http://schemas.microsoft.com/office/drawing/2014/main" id="{E35C582A-D6C8-409F-8A65-FD111267690F}"/>
              </a:ext>
            </a:extLst>
          </p:cNvPr>
          <p:cNvSpPr>
            <a:spLocks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8478">
            <a:extLst>
              <a:ext uri="{FF2B5EF4-FFF2-40B4-BE49-F238E27FC236}">
                <a16:creationId xmlns:a16="http://schemas.microsoft.com/office/drawing/2014/main" id="{F96BE4B2-DECA-4497-916F-A2DC0588F7DF}"/>
              </a:ext>
            </a:extLst>
          </p:cNvPr>
          <p:cNvSpPr>
            <a:spLocks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8479">
            <a:extLst>
              <a:ext uri="{FF2B5EF4-FFF2-40B4-BE49-F238E27FC236}">
                <a16:creationId xmlns:a16="http://schemas.microsoft.com/office/drawing/2014/main" id="{2169C8DC-FC24-4EF9-A824-2FA24091173E}"/>
              </a:ext>
            </a:extLst>
          </p:cNvPr>
          <p:cNvSpPr>
            <a:spLocks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8480">
            <a:extLst>
              <a:ext uri="{FF2B5EF4-FFF2-40B4-BE49-F238E27FC236}">
                <a16:creationId xmlns:a16="http://schemas.microsoft.com/office/drawing/2014/main" id="{7B86A680-D7EE-4EBC-A838-9841F1ABF6C3}"/>
              </a:ext>
            </a:extLst>
          </p:cNvPr>
          <p:cNvSpPr>
            <a:spLocks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8481">
            <a:extLst>
              <a:ext uri="{FF2B5EF4-FFF2-40B4-BE49-F238E27FC236}">
                <a16:creationId xmlns:a16="http://schemas.microsoft.com/office/drawing/2014/main" id="{AC5133BB-9DA7-42B0-B93C-4108338BF41D}"/>
              </a:ext>
            </a:extLst>
          </p:cNvPr>
          <p:cNvSpPr>
            <a:spLocks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8482">
            <a:extLst>
              <a:ext uri="{FF2B5EF4-FFF2-40B4-BE49-F238E27FC236}">
                <a16:creationId xmlns:a16="http://schemas.microsoft.com/office/drawing/2014/main" id="{A307967B-460A-4F5B-8023-26865804C27B}"/>
              </a:ext>
            </a:extLst>
          </p:cNvPr>
          <p:cNvSpPr>
            <a:spLocks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8483">
            <a:extLst>
              <a:ext uri="{FF2B5EF4-FFF2-40B4-BE49-F238E27FC236}">
                <a16:creationId xmlns:a16="http://schemas.microsoft.com/office/drawing/2014/main" id="{89E226A2-DDAA-4D9A-B7C2-3346D105ADE1}"/>
              </a:ext>
            </a:extLst>
          </p:cNvPr>
          <p:cNvSpPr>
            <a:spLocks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8484">
            <a:extLst>
              <a:ext uri="{FF2B5EF4-FFF2-40B4-BE49-F238E27FC236}">
                <a16:creationId xmlns:a16="http://schemas.microsoft.com/office/drawing/2014/main" id="{12FD6E21-42D0-4D05-8C1B-25B3D7C98BE1}"/>
              </a:ext>
            </a:extLst>
          </p:cNvPr>
          <p:cNvSpPr>
            <a:spLocks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8485">
            <a:extLst>
              <a:ext uri="{FF2B5EF4-FFF2-40B4-BE49-F238E27FC236}">
                <a16:creationId xmlns:a16="http://schemas.microsoft.com/office/drawing/2014/main" id="{5E399689-6B43-4F94-BE03-1A89AE3B7EF2}"/>
              </a:ext>
            </a:extLst>
          </p:cNvPr>
          <p:cNvSpPr>
            <a:spLocks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8486">
            <a:extLst>
              <a:ext uri="{FF2B5EF4-FFF2-40B4-BE49-F238E27FC236}">
                <a16:creationId xmlns:a16="http://schemas.microsoft.com/office/drawing/2014/main" id="{A5CBB8B5-0CA3-4C84-8533-9D46934BD48B}"/>
              </a:ext>
            </a:extLst>
          </p:cNvPr>
          <p:cNvSpPr>
            <a:spLocks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8487">
            <a:extLst>
              <a:ext uri="{FF2B5EF4-FFF2-40B4-BE49-F238E27FC236}">
                <a16:creationId xmlns:a16="http://schemas.microsoft.com/office/drawing/2014/main" id="{D5B96952-20AE-43A4-9177-2C7E367D3D9B}"/>
              </a:ext>
            </a:extLst>
          </p:cNvPr>
          <p:cNvSpPr>
            <a:spLocks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8488">
            <a:extLst>
              <a:ext uri="{FF2B5EF4-FFF2-40B4-BE49-F238E27FC236}">
                <a16:creationId xmlns:a16="http://schemas.microsoft.com/office/drawing/2014/main" id="{255F8FE2-882B-4FC3-B343-8EA9DFCE8538}"/>
              </a:ext>
            </a:extLst>
          </p:cNvPr>
          <p:cNvSpPr>
            <a:spLocks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8489">
            <a:extLst>
              <a:ext uri="{FF2B5EF4-FFF2-40B4-BE49-F238E27FC236}">
                <a16:creationId xmlns:a16="http://schemas.microsoft.com/office/drawing/2014/main" id="{8FA5724A-A523-4636-A855-049A22E82D33}"/>
              </a:ext>
            </a:extLst>
          </p:cNvPr>
          <p:cNvSpPr>
            <a:spLocks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8490">
            <a:extLst>
              <a:ext uri="{FF2B5EF4-FFF2-40B4-BE49-F238E27FC236}">
                <a16:creationId xmlns:a16="http://schemas.microsoft.com/office/drawing/2014/main" id="{D3971853-1A40-4C4E-8BE4-3065CE90F9D6}"/>
              </a:ext>
            </a:extLst>
          </p:cNvPr>
          <p:cNvSpPr>
            <a:spLocks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8491">
            <a:extLst>
              <a:ext uri="{FF2B5EF4-FFF2-40B4-BE49-F238E27FC236}">
                <a16:creationId xmlns:a16="http://schemas.microsoft.com/office/drawing/2014/main" id="{1D006698-D1DA-4291-AEB0-272261717A33}"/>
              </a:ext>
            </a:extLst>
          </p:cNvPr>
          <p:cNvSpPr>
            <a:spLocks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8492">
            <a:extLst>
              <a:ext uri="{FF2B5EF4-FFF2-40B4-BE49-F238E27FC236}">
                <a16:creationId xmlns:a16="http://schemas.microsoft.com/office/drawing/2014/main" id="{F0FB1536-6B6C-445D-BC7E-6CE23852DA4C}"/>
              </a:ext>
            </a:extLst>
          </p:cNvPr>
          <p:cNvSpPr>
            <a:spLocks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8493">
            <a:extLst>
              <a:ext uri="{FF2B5EF4-FFF2-40B4-BE49-F238E27FC236}">
                <a16:creationId xmlns:a16="http://schemas.microsoft.com/office/drawing/2014/main" id="{4AEBC695-A523-4FE5-9AC4-E91279644EE4}"/>
              </a:ext>
            </a:extLst>
          </p:cNvPr>
          <p:cNvSpPr>
            <a:spLocks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8494">
            <a:extLst>
              <a:ext uri="{FF2B5EF4-FFF2-40B4-BE49-F238E27FC236}">
                <a16:creationId xmlns:a16="http://schemas.microsoft.com/office/drawing/2014/main" id="{68AF8057-0E16-405A-B409-3034C4AD4B22}"/>
              </a:ext>
            </a:extLst>
          </p:cNvPr>
          <p:cNvSpPr>
            <a:spLocks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8495">
            <a:extLst>
              <a:ext uri="{FF2B5EF4-FFF2-40B4-BE49-F238E27FC236}">
                <a16:creationId xmlns:a16="http://schemas.microsoft.com/office/drawing/2014/main" id="{36623E82-7D51-443C-B4DA-679EE303009C}"/>
              </a:ext>
            </a:extLst>
          </p:cNvPr>
          <p:cNvSpPr>
            <a:spLocks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8496">
            <a:extLst>
              <a:ext uri="{FF2B5EF4-FFF2-40B4-BE49-F238E27FC236}">
                <a16:creationId xmlns:a16="http://schemas.microsoft.com/office/drawing/2014/main" id="{3891CA0C-C514-48F0-AF67-FC834175390B}"/>
              </a:ext>
            </a:extLst>
          </p:cNvPr>
          <p:cNvSpPr>
            <a:spLocks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8497">
            <a:extLst>
              <a:ext uri="{FF2B5EF4-FFF2-40B4-BE49-F238E27FC236}">
                <a16:creationId xmlns:a16="http://schemas.microsoft.com/office/drawing/2014/main" id="{7D6D8620-5E73-4C89-862E-D6C920ABD712}"/>
              </a:ext>
            </a:extLst>
          </p:cNvPr>
          <p:cNvSpPr>
            <a:spLocks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8498">
            <a:extLst>
              <a:ext uri="{FF2B5EF4-FFF2-40B4-BE49-F238E27FC236}">
                <a16:creationId xmlns:a16="http://schemas.microsoft.com/office/drawing/2014/main" id="{4FA60A1C-3476-4530-97F3-BF6F5FB4465E}"/>
              </a:ext>
            </a:extLst>
          </p:cNvPr>
          <p:cNvSpPr>
            <a:spLocks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8499">
            <a:extLst>
              <a:ext uri="{FF2B5EF4-FFF2-40B4-BE49-F238E27FC236}">
                <a16:creationId xmlns:a16="http://schemas.microsoft.com/office/drawing/2014/main" id="{63602567-7850-4E82-84F5-0FA9AF7FE586}"/>
              </a:ext>
            </a:extLst>
          </p:cNvPr>
          <p:cNvSpPr>
            <a:spLocks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8500">
            <a:extLst>
              <a:ext uri="{FF2B5EF4-FFF2-40B4-BE49-F238E27FC236}">
                <a16:creationId xmlns:a16="http://schemas.microsoft.com/office/drawing/2014/main" id="{92028CC2-6036-4947-B4C2-36BAFB964536}"/>
              </a:ext>
            </a:extLst>
          </p:cNvPr>
          <p:cNvSpPr>
            <a:spLocks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8501">
            <a:extLst>
              <a:ext uri="{FF2B5EF4-FFF2-40B4-BE49-F238E27FC236}">
                <a16:creationId xmlns:a16="http://schemas.microsoft.com/office/drawing/2014/main" id="{EE2CB738-0351-4B46-BDE0-C11912890E00}"/>
              </a:ext>
            </a:extLst>
          </p:cNvPr>
          <p:cNvSpPr>
            <a:spLocks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8502">
            <a:extLst>
              <a:ext uri="{FF2B5EF4-FFF2-40B4-BE49-F238E27FC236}">
                <a16:creationId xmlns:a16="http://schemas.microsoft.com/office/drawing/2014/main" id="{F08AE155-DD6C-497D-B0CA-CC183D792EA1}"/>
              </a:ext>
            </a:extLst>
          </p:cNvPr>
          <p:cNvSpPr>
            <a:spLocks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8503">
            <a:extLst>
              <a:ext uri="{FF2B5EF4-FFF2-40B4-BE49-F238E27FC236}">
                <a16:creationId xmlns:a16="http://schemas.microsoft.com/office/drawing/2014/main" id="{ED942EF2-4BBA-4679-9155-5239469A4D99}"/>
              </a:ext>
            </a:extLst>
          </p:cNvPr>
          <p:cNvSpPr>
            <a:spLocks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8504">
            <a:extLst>
              <a:ext uri="{FF2B5EF4-FFF2-40B4-BE49-F238E27FC236}">
                <a16:creationId xmlns:a16="http://schemas.microsoft.com/office/drawing/2014/main" id="{C9464122-2280-439D-89E2-8C9415790E62}"/>
              </a:ext>
            </a:extLst>
          </p:cNvPr>
          <p:cNvSpPr>
            <a:spLocks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8505">
            <a:extLst>
              <a:ext uri="{FF2B5EF4-FFF2-40B4-BE49-F238E27FC236}">
                <a16:creationId xmlns:a16="http://schemas.microsoft.com/office/drawing/2014/main" id="{2668BB6F-BD4E-4682-BDF8-57A436B3F1D1}"/>
              </a:ext>
            </a:extLst>
          </p:cNvPr>
          <p:cNvSpPr>
            <a:spLocks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8506">
            <a:extLst>
              <a:ext uri="{FF2B5EF4-FFF2-40B4-BE49-F238E27FC236}">
                <a16:creationId xmlns:a16="http://schemas.microsoft.com/office/drawing/2014/main" id="{5AF9B9F2-1716-4A5B-B680-5E1B54132D27}"/>
              </a:ext>
            </a:extLst>
          </p:cNvPr>
          <p:cNvSpPr>
            <a:spLocks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8507">
            <a:extLst>
              <a:ext uri="{FF2B5EF4-FFF2-40B4-BE49-F238E27FC236}">
                <a16:creationId xmlns:a16="http://schemas.microsoft.com/office/drawing/2014/main" id="{4A0BBB31-9B5A-4F98-A628-D92CC7E3272F}"/>
              </a:ext>
            </a:extLst>
          </p:cNvPr>
          <p:cNvSpPr>
            <a:spLocks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8508">
            <a:extLst>
              <a:ext uri="{FF2B5EF4-FFF2-40B4-BE49-F238E27FC236}">
                <a16:creationId xmlns:a16="http://schemas.microsoft.com/office/drawing/2014/main" id="{7D2CCAC4-B717-43DD-A6E3-6F68C47952EF}"/>
              </a:ext>
            </a:extLst>
          </p:cNvPr>
          <p:cNvSpPr>
            <a:spLocks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8509">
            <a:extLst>
              <a:ext uri="{FF2B5EF4-FFF2-40B4-BE49-F238E27FC236}">
                <a16:creationId xmlns:a16="http://schemas.microsoft.com/office/drawing/2014/main" id="{D7340A65-AC0C-4BC6-BDA9-83893FBA7C3E}"/>
              </a:ext>
            </a:extLst>
          </p:cNvPr>
          <p:cNvSpPr>
            <a:spLocks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8510">
            <a:extLst>
              <a:ext uri="{FF2B5EF4-FFF2-40B4-BE49-F238E27FC236}">
                <a16:creationId xmlns:a16="http://schemas.microsoft.com/office/drawing/2014/main" id="{55E6B609-2355-4826-9D4A-0993D048AD63}"/>
              </a:ext>
            </a:extLst>
          </p:cNvPr>
          <p:cNvSpPr>
            <a:spLocks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8511">
            <a:extLst>
              <a:ext uri="{FF2B5EF4-FFF2-40B4-BE49-F238E27FC236}">
                <a16:creationId xmlns:a16="http://schemas.microsoft.com/office/drawing/2014/main" id="{03EB912F-995C-44EE-8311-C7F6AA066E08}"/>
              </a:ext>
            </a:extLst>
          </p:cNvPr>
          <p:cNvSpPr>
            <a:spLocks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8512">
            <a:extLst>
              <a:ext uri="{FF2B5EF4-FFF2-40B4-BE49-F238E27FC236}">
                <a16:creationId xmlns:a16="http://schemas.microsoft.com/office/drawing/2014/main" id="{24480A54-8055-41A3-8DDC-1758CE37EC02}"/>
              </a:ext>
            </a:extLst>
          </p:cNvPr>
          <p:cNvSpPr>
            <a:spLocks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8513">
            <a:extLst>
              <a:ext uri="{FF2B5EF4-FFF2-40B4-BE49-F238E27FC236}">
                <a16:creationId xmlns:a16="http://schemas.microsoft.com/office/drawing/2014/main" id="{838ABDD9-914C-4025-8078-2E064A66CD0B}"/>
              </a:ext>
            </a:extLst>
          </p:cNvPr>
          <p:cNvSpPr>
            <a:spLocks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8514">
            <a:extLst>
              <a:ext uri="{FF2B5EF4-FFF2-40B4-BE49-F238E27FC236}">
                <a16:creationId xmlns:a16="http://schemas.microsoft.com/office/drawing/2014/main" id="{B13B44F2-278A-4CB5-BD7F-67151FF86336}"/>
              </a:ext>
            </a:extLst>
          </p:cNvPr>
          <p:cNvSpPr>
            <a:spLocks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8515">
            <a:extLst>
              <a:ext uri="{FF2B5EF4-FFF2-40B4-BE49-F238E27FC236}">
                <a16:creationId xmlns:a16="http://schemas.microsoft.com/office/drawing/2014/main" id="{CE15A6E1-D1E3-4666-BC6D-E0491EF6E19F}"/>
              </a:ext>
            </a:extLst>
          </p:cNvPr>
          <p:cNvSpPr>
            <a:spLocks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8516">
            <a:extLst>
              <a:ext uri="{FF2B5EF4-FFF2-40B4-BE49-F238E27FC236}">
                <a16:creationId xmlns:a16="http://schemas.microsoft.com/office/drawing/2014/main" id="{1E565FB6-55F0-4251-B90E-0B6F7B702243}"/>
              </a:ext>
            </a:extLst>
          </p:cNvPr>
          <p:cNvSpPr>
            <a:spLocks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8517">
            <a:extLst>
              <a:ext uri="{FF2B5EF4-FFF2-40B4-BE49-F238E27FC236}">
                <a16:creationId xmlns:a16="http://schemas.microsoft.com/office/drawing/2014/main" id="{1406870F-A71B-4FFB-AB2F-672BC8A25149}"/>
              </a:ext>
            </a:extLst>
          </p:cNvPr>
          <p:cNvSpPr>
            <a:spLocks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8518">
            <a:extLst>
              <a:ext uri="{FF2B5EF4-FFF2-40B4-BE49-F238E27FC236}">
                <a16:creationId xmlns:a16="http://schemas.microsoft.com/office/drawing/2014/main" id="{CFC7C483-75CF-421F-AF95-C1E8AE0D949C}"/>
              </a:ext>
            </a:extLst>
          </p:cNvPr>
          <p:cNvSpPr>
            <a:spLocks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8519">
            <a:extLst>
              <a:ext uri="{FF2B5EF4-FFF2-40B4-BE49-F238E27FC236}">
                <a16:creationId xmlns:a16="http://schemas.microsoft.com/office/drawing/2014/main" id="{2B0F1B79-090E-49FE-8237-9448F3FDC05E}"/>
              </a:ext>
            </a:extLst>
          </p:cNvPr>
          <p:cNvSpPr>
            <a:spLocks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8520">
            <a:extLst>
              <a:ext uri="{FF2B5EF4-FFF2-40B4-BE49-F238E27FC236}">
                <a16:creationId xmlns:a16="http://schemas.microsoft.com/office/drawing/2014/main" id="{60A20AE1-AE38-4E96-882C-B081175C77CD}"/>
              </a:ext>
            </a:extLst>
          </p:cNvPr>
          <p:cNvSpPr>
            <a:spLocks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8521">
            <a:extLst>
              <a:ext uri="{FF2B5EF4-FFF2-40B4-BE49-F238E27FC236}">
                <a16:creationId xmlns:a16="http://schemas.microsoft.com/office/drawing/2014/main" id="{DBF2A61D-2ED8-4313-8089-87393C227210}"/>
              </a:ext>
            </a:extLst>
          </p:cNvPr>
          <p:cNvSpPr>
            <a:spLocks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8522">
            <a:extLst>
              <a:ext uri="{FF2B5EF4-FFF2-40B4-BE49-F238E27FC236}">
                <a16:creationId xmlns:a16="http://schemas.microsoft.com/office/drawing/2014/main" id="{7A0137C1-9074-4AE5-988D-0350E2B2B208}"/>
              </a:ext>
            </a:extLst>
          </p:cNvPr>
          <p:cNvSpPr>
            <a:spLocks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8523">
            <a:extLst>
              <a:ext uri="{FF2B5EF4-FFF2-40B4-BE49-F238E27FC236}">
                <a16:creationId xmlns:a16="http://schemas.microsoft.com/office/drawing/2014/main" id="{28E6948C-8A33-4703-985C-EDED2BD147AB}"/>
              </a:ext>
            </a:extLst>
          </p:cNvPr>
          <p:cNvSpPr>
            <a:spLocks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8524">
            <a:extLst>
              <a:ext uri="{FF2B5EF4-FFF2-40B4-BE49-F238E27FC236}">
                <a16:creationId xmlns:a16="http://schemas.microsoft.com/office/drawing/2014/main" id="{9CEFA16B-B533-429D-BF2A-AD61040EB0C2}"/>
              </a:ext>
            </a:extLst>
          </p:cNvPr>
          <p:cNvSpPr>
            <a:spLocks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8525">
            <a:extLst>
              <a:ext uri="{FF2B5EF4-FFF2-40B4-BE49-F238E27FC236}">
                <a16:creationId xmlns:a16="http://schemas.microsoft.com/office/drawing/2014/main" id="{79F5CC93-9B1B-4EFA-AF43-4173FB8E1EAB}"/>
              </a:ext>
            </a:extLst>
          </p:cNvPr>
          <p:cNvSpPr>
            <a:spLocks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8526">
            <a:extLst>
              <a:ext uri="{FF2B5EF4-FFF2-40B4-BE49-F238E27FC236}">
                <a16:creationId xmlns:a16="http://schemas.microsoft.com/office/drawing/2014/main" id="{3A31D378-FD18-4D86-87C4-79C0B4F11FCF}"/>
              </a:ext>
            </a:extLst>
          </p:cNvPr>
          <p:cNvSpPr>
            <a:spLocks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8527">
            <a:extLst>
              <a:ext uri="{FF2B5EF4-FFF2-40B4-BE49-F238E27FC236}">
                <a16:creationId xmlns:a16="http://schemas.microsoft.com/office/drawing/2014/main" id="{EC6D66B9-B20E-4A61-9FF1-3A017A165249}"/>
              </a:ext>
            </a:extLst>
          </p:cNvPr>
          <p:cNvSpPr>
            <a:spLocks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8528">
            <a:extLst>
              <a:ext uri="{FF2B5EF4-FFF2-40B4-BE49-F238E27FC236}">
                <a16:creationId xmlns:a16="http://schemas.microsoft.com/office/drawing/2014/main" id="{AB4C8A57-BC20-4755-AD2F-E269E25AF98B}"/>
              </a:ext>
            </a:extLst>
          </p:cNvPr>
          <p:cNvSpPr>
            <a:spLocks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8529">
            <a:extLst>
              <a:ext uri="{FF2B5EF4-FFF2-40B4-BE49-F238E27FC236}">
                <a16:creationId xmlns:a16="http://schemas.microsoft.com/office/drawing/2014/main" id="{4D79E224-B6C4-4E35-9521-3811B7F9A318}"/>
              </a:ext>
            </a:extLst>
          </p:cNvPr>
          <p:cNvSpPr>
            <a:spLocks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8530">
            <a:extLst>
              <a:ext uri="{FF2B5EF4-FFF2-40B4-BE49-F238E27FC236}">
                <a16:creationId xmlns:a16="http://schemas.microsoft.com/office/drawing/2014/main" id="{EBEE0018-0E9D-492B-A0A6-091C6BA76F9F}"/>
              </a:ext>
            </a:extLst>
          </p:cNvPr>
          <p:cNvSpPr>
            <a:spLocks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8531">
            <a:extLst>
              <a:ext uri="{FF2B5EF4-FFF2-40B4-BE49-F238E27FC236}">
                <a16:creationId xmlns:a16="http://schemas.microsoft.com/office/drawing/2014/main" id="{B1E3F506-F608-463D-AA5F-63836DF1D6FF}"/>
              </a:ext>
            </a:extLst>
          </p:cNvPr>
          <p:cNvSpPr>
            <a:spLocks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8532">
            <a:extLst>
              <a:ext uri="{FF2B5EF4-FFF2-40B4-BE49-F238E27FC236}">
                <a16:creationId xmlns:a16="http://schemas.microsoft.com/office/drawing/2014/main" id="{F0654DF4-63AA-42E9-A864-422C8A0AC95C}"/>
              </a:ext>
            </a:extLst>
          </p:cNvPr>
          <p:cNvSpPr>
            <a:spLocks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8533">
            <a:extLst>
              <a:ext uri="{FF2B5EF4-FFF2-40B4-BE49-F238E27FC236}">
                <a16:creationId xmlns:a16="http://schemas.microsoft.com/office/drawing/2014/main" id="{C71E1F14-A095-41A4-BF07-324A1560F37A}"/>
              </a:ext>
            </a:extLst>
          </p:cNvPr>
          <p:cNvSpPr>
            <a:spLocks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8534">
            <a:extLst>
              <a:ext uri="{FF2B5EF4-FFF2-40B4-BE49-F238E27FC236}">
                <a16:creationId xmlns:a16="http://schemas.microsoft.com/office/drawing/2014/main" id="{A4BD8960-13FD-4904-A48E-AE6F41FA7B19}"/>
              </a:ext>
            </a:extLst>
          </p:cNvPr>
          <p:cNvSpPr>
            <a:spLocks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8535">
            <a:extLst>
              <a:ext uri="{FF2B5EF4-FFF2-40B4-BE49-F238E27FC236}">
                <a16:creationId xmlns:a16="http://schemas.microsoft.com/office/drawing/2014/main" id="{9CA68604-6903-4F3A-9964-B279F029B26C}"/>
              </a:ext>
            </a:extLst>
          </p:cNvPr>
          <p:cNvSpPr>
            <a:spLocks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8536">
            <a:extLst>
              <a:ext uri="{FF2B5EF4-FFF2-40B4-BE49-F238E27FC236}">
                <a16:creationId xmlns:a16="http://schemas.microsoft.com/office/drawing/2014/main" id="{50510A6F-0619-4646-8313-55380FF23A98}"/>
              </a:ext>
            </a:extLst>
          </p:cNvPr>
          <p:cNvSpPr>
            <a:spLocks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8537">
            <a:extLst>
              <a:ext uri="{FF2B5EF4-FFF2-40B4-BE49-F238E27FC236}">
                <a16:creationId xmlns:a16="http://schemas.microsoft.com/office/drawing/2014/main" id="{D8FB41A3-9B3F-40EA-B503-2EB0513FE5B8}"/>
              </a:ext>
            </a:extLst>
          </p:cNvPr>
          <p:cNvSpPr>
            <a:spLocks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8538">
            <a:extLst>
              <a:ext uri="{FF2B5EF4-FFF2-40B4-BE49-F238E27FC236}">
                <a16:creationId xmlns:a16="http://schemas.microsoft.com/office/drawing/2014/main" id="{4665AAD8-0CFA-4325-A8A2-A87876EB98A9}"/>
              </a:ext>
            </a:extLst>
          </p:cNvPr>
          <p:cNvSpPr>
            <a:spLocks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8539">
            <a:extLst>
              <a:ext uri="{FF2B5EF4-FFF2-40B4-BE49-F238E27FC236}">
                <a16:creationId xmlns:a16="http://schemas.microsoft.com/office/drawing/2014/main" id="{B9A3D1E4-C434-430A-A316-359DB68118F6}"/>
              </a:ext>
            </a:extLst>
          </p:cNvPr>
          <p:cNvSpPr>
            <a:spLocks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8540">
            <a:extLst>
              <a:ext uri="{FF2B5EF4-FFF2-40B4-BE49-F238E27FC236}">
                <a16:creationId xmlns:a16="http://schemas.microsoft.com/office/drawing/2014/main" id="{2BC320F3-9FD8-464B-9A76-0B9D4900FC78}"/>
              </a:ext>
            </a:extLst>
          </p:cNvPr>
          <p:cNvSpPr>
            <a:spLocks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8541">
            <a:extLst>
              <a:ext uri="{FF2B5EF4-FFF2-40B4-BE49-F238E27FC236}">
                <a16:creationId xmlns:a16="http://schemas.microsoft.com/office/drawing/2014/main" id="{1FE2BB10-4FFB-4B61-B7B9-FE45C6274B4D}"/>
              </a:ext>
            </a:extLst>
          </p:cNvPr>
          <p:cNvSpPr>
            <a:spLocks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8542">
            <a:extLst>
              <a:ext uri="{FF2B5EF4-FFF2-40B4-BE49-F238E27FC236}">
                <a16:creationId xmlns:a16="http://schemas.microsoft.com/office/drawing/2014/main" id="{05BACC31-F9AE-4687-B0FC-E403E9252744}"/>
              </a:ext>
            </a:extLst>
          </p:cNvPr>
          <p:cNvSpPr>
            <a:spLocks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8543">
            <a:extLst>
              <a:ext uri="{FF2B5EF4-FFF2-40B4-BE49-F238E27FC236}">
                <a16:creationId xmlns:a16="http://schemas.microsoft.com/office/drawing/2014/main" id="{F79784EA-3406-4C5A-BF4C-C79164CC9031}"/>
              </a:ext>
            </a:extLst>
          </p:cNvPr>
          <p:cNvSpPr>
            <a:spLocks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8544">
            <a:extLst>
              <a:ext uri="{FF2B5EF4-FFF2-40B4-BE49-F238E27FC236}">
                <a16:creationId xmlns:a16="http://schemas.microsoft.com/office/drawing/2014/main" id="{E1F959FD-A3B5-45CB-A9EC-DB5419D65842}"/>
              </a:ext>
            </a:extLst>
          </p:cNvPr>
          <p:cNvSpPr>
            <a:spLocks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8545">
            <a:extLst>
              <a:ext uri="{FF2B5EF4-FFF2-40B4-BE49-F238E27FC236}">
                <a16:creationId xmlns:a16="http://schemas.microsoft.com/office/drawing/2014/main" id="{7B3AA2C0-1EA8-4835-9E14-7F9ABE6DF528}"/>
              </a:ext>
            </a:extLst>
          </p:cNvPr>
          <p:cNvSpPr>
            <a:spLocks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8546">
            <a:extLst>
              <a:ext uri="{FF2B5EF4-FFF2-40B4-BE49-F238E27FC236}">
                <a16:creationId xmlns:a16="http://schemas.microsoft.com/office/drawing/2014/main" id="{2B7348B4-B781-4F1E-9BAB-6D8FF159694E}"/>
              </a:ext>
            </a:extLst>
          </p:cNvPr>
          <p:cNvSpPr>
            <a:spLocks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8547">
            <a:extLst>
              <a:ext uri="{FF2B5EF4-FFF2-40B4-BE49-F238E27FC236}">
                <a16:creationId xmlns:a16="http://schemas.microsoft.com/office/drawing/2014/main" id="{9C47849F-F2CB-4E99-BF77-77502242D426}"/>
              </a:ext>
            </a:extLst>
          </p:cNvPr>
          <p:cNvSpPr>
            <a:spLocks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8548">
            <a:extLst>
              <a:ext uri="{FF2B5EF4-FFF2-40B4-BE49-F238E27FC236}">
                <a16:creationId xmlns:a16="http://schemas.microsoft.com/office/drawing/2014/main" id="{9968B94D-5542-4D51-B182-74B848CFCCE8}"/>
              </a:ext>
            </a:extLst>
          </p:cNvPr>
          <p:cNvSpPr>
            <a:spLocks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8549">
            <a:extLst>
              <a:ext uri="{FF2B5EF4-FFF2-40B4-BE49-F238E27FC236}">
                <a16:creationId xmlns:a16="http://schemas.microsoft.com/office/drawing/2014/main" id="{EBAD889D-C737-420E-B335-7F30B7C6F188}"/>
              </a:ext>
            </a:extLst>
          </p:cNvPr>
          <p:cNvSpPr>
            <a:spLocks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8550">
            <a:extLst>
              <a:ext uri="{FF2B5EF4-FFF2-40B4-BE49-F238E27FC236}">
                <a16:creationId xmlns:a16="http://schemas.microsoft.com/office/drawing/2014/main" id="{BB7820B7-7D50-4958-B5F9-FA8C85B4863A}"/>
              </a:ext>
            </a:extLst>
          </p:cNvPr>
          <p:cNvSpPr>
            <a:spLocks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8551">
            <a:extLst>
              <a:ext uri="{FF2B5EF4-FFF2-40B4-BE49-F238E27FC236}">
                <a16:creationId xmlns:a16="http://schemas.microsoft.com/office/drawing/2014/main" id="{745F9774-ED63-4808-A193-005302D4C08E}"/>
              </a:ext>
            </a:extLst>
          </p:cNvPr>
          <p:cNvSpPr>
            <a:spLocks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8552">
            <a:extLst>
              <a:ext uri="{FF2B5EF4-FFF2-40B4-BE49-F238E27FC236}">
                <a16:creationId xmlns:a16="http://schemas.microsoft.com/office/drawing/2014/main" id="{1C966627-A479-4C95-936A-EDD260FAB183}"/>
              </a:ext>
            </a:extLst>
          </p:cNvPr>
          <p:cNvSpPr>
            <a:spLocks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8553">
            <a:extLst>
              <a:ext uri="{FF2B5EF4-FFF2-40B4-BE49-F238E27FC236}">
                <a16:creationId xmlns:a16="http://schemas.microsoft.com/office/drawing/2014/main" id="{91F4D830-CD14-4E6F-8781-AAE50B84651E}"/>
              </a:ext>
            </a:extLst>
          </p:cNvPr>
          <p:cNvSpPr>
            <a:spLocks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8554">
            <a:extLst>
              <a:ext uri="{FF2B5EF4-FFF2-40B4-BE49-F238E27FC236}">
                <a16:creationId xmlns:a16="http://schemas.microsoft.com/office/drawing/2014/main" id="{2350FE06-ED21-4E88-9980-450DCA902DF8}"/>
              </a:ext>
            </a:extLst>
          </p:cNvPr>
          <p:cNvSpPr>
            <a:spLocks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8555">
            <a:extLst>
              <a:ext uri="{FF2B5EF4-FFF2-40B4-BE49-F238E27FC236}">
                <a16:creationId xmlns:a16="http://schemas.microsoft.com/office/drawing/2014/main" id="{38024E99-756E-4900-B5CD-91B930172F30}"/>
              </a:ext>
            </a:extLst>
          </p:cNvPr>
          <p:cNvSpPr>
            <a:spLocks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8556">
            <a:extLst>
              <a:ext uri="{FF2B5EF4-FFF2-40B4-BE49-F238E27FC236}">
                <a16:creationId xmlns:a16="http://schemas.microsoft.com/office/drawing/2014/main" id="{109CA1CB-D866-405C-9E2C-06ED5B491B6E}"/>
              </a:ext>
            </a:extLst>
          </p:cNvPr>
          <p:cNvSpPr>
            <a:spLocks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8557">
            <a:extLst>
              <a:ext uri="{FF2B5EF4-FFF2-40B4-BE49-F238E27FC236}">
                <a16:creationId xmlns:a16="http://schemas.microsoft.com/office/drawing/2014/main" id="{ADAB905B-1991-4234-B84E-85551075A4FE}"/>
              </a:ext>
            </a:extLst>
          </p:cNvPr>
          <p:cNvSpPr>
            <a:spLocks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8558">
            <a:extLst>
              <a:ext uri="{FF2B5EF4-FFF2-40B4-BE49-F238E27FC236}">
                <a16:creationId xmlns:a16="http://schemas.microsoft.com/office/drawing/2014/main" id="{A18035DA-F834-4166-830F-66F1EDF31CE6}"/>
              </a:ext>
            </a:extLst>
          </p:cNvPr>
          <p:cNvSpPr>
            <a:spLocks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8559">
            <a:extLst>
              <a:ext uri="{FF2B5EF4-FFF2-40B4-BE49-F238E27FC236}">
                <a16:creationId xmlns:a16="http://schemas.microsoft.com/office/drawing/2014/main" id="{54857F8B-A203-45E4-AA62-AEF0B73FCA5C}"/>
              </a:ext>
            </a:extLst>
          </p:cNvPr>
          <p:cNvSpPr>
            <a:spLocks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8560">
            <a:extLst>
              <a:ext uri="{FF2B5EF4-FFF2-40B4-BE49-F238E27FC236}">
                <a16:creationId xmlns:a16="http://schemas.microsoft.com/office/drawing/2014/main" id="{81B6FCBC-6F76-4BF1-A67E-0518E8B6563D}"/>
              </a:ext>
            </a:extLst>
          </p:cNvPr>
          <p:cNvSpPr>
            <a:spLocks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8561">
            <a:extLst>
              <a:ext uri="{FF2B5EF4-FFF2-40B4-BE49-F238E27FC236}">
                <a16:creationId xmlns:a16="http://schemas.microsoft.com/office/drawing/2014/main" id="{367D5F20-FFC4-442D-B494-427F0767CA23}"/>
              </a:ext>
            </a:extLst>
          </p:cNvPr>
          <p:cNvSpPr>
            <a:spLocks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8562">
            <a:extLst>
              <a:ext uri="{FF2B5EF4-FFF2-40B4-BE49-F238E27FC236}">
                <a16:creationId xmlns:a16="http://schemas.microsoft.com/office/drawing/2014/main" id="{CCF93148-EE8C-42B1-8CA0-7BD7F956660F}"/>
              </a:ext>
            </a:extLst>
          </p:cNvPr>
          <p:cNvSpPr>
            <a:spLocks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8563">
            <a:extLst>
              <a:ext uri="{FF2B5EF4-FFF2-40B4-BE49-F238E27FC236}">
                <a16:creationId xmlns:a16="http://schemas.microsoft.com/office/drawing/2014/main" id="{81501555-AB83-4DD6-897F-13BA4DA50FF2}"/>
              </a:ext>
            </a:extLst>
          </p:cNvPr>
          <p:cNvSpPr>
            <a:spLocks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8564">
            <a:extLst>
              <a:ext uri="{FF2B5EF4-FFF2-40B4-BE49-F238E27FC236}">
                <a16:creationId xmlns:a16="http://schemas.microsoft.com/office/drawing/2014/main" id="{6647521B-347D-43D6-9C80-5045AE893092}"/>
              </a:ext>
            </a:extLst>
          </p:cNvPr>
          <p:cNvSpPr>
            <a:spLocks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8565">
            <a:extLst>
              <a:ext uri="{FF2B5EF4-FFF2-40B4-BE49-F238E27FC236}">
                <a16:creationId xmlns:a16="http://schemas.microsoft.com/office/drawing/2014/main" id="{DDCC0A24-D875-484F-9849-7BB71F0AE9B8}"/>
              </a:ext>
            </a:extLst>
          </p:cNvPr>
          <p:cNvSpPr>
            <a:spLocks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8566">
            <a:extLst>
              <a:ext uri="{FF2B5EF4-FFF2-40B4-BE49-F238E27FC236}">
                <a16:creationId xmlns:a16="http://schemas.microsoft.com/office/drawing/2014/main" id="{079C5B10-3EA5-4624-9E05-7AC1BFF362D7}"/>
              </a:ext>
            </a:extLst>
          </p:cNvPr>
          <p:cNvSpPr>
            <a:spLocks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8567">
            <a:extLst>
              <a:ext uri="{FF2B5EF4-FFF2-40B4-BE49-F238E27FC236}">
                <a16:creationId xmlns:a16="http://schemas.microsoft.com/office/drawing/2014/main" id="{21C8D74E-AAC6-4F1A-9CCF-AE1175541115}"/>
              </a:ext>
            </a:extLst>
          </p:cNvPr>
          <p:cNvSpPr>
            <a:spLocks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8568">
            <a:extLst>
              <a:ext uri="{FF2B5EF4-FFF2-40B4-BE49-F238E27FC236}">
                <a16:creationId xmlns:a16="http://schemas.microsoft.com/office/drawing/2014/main" id="{02E5DB88-870E-4C6C-83D9-BD3F258C385F}"/>
              </a:ext>
            </a:extLst>
          </p:cNvPr>
          <p:cNvSpPr>
            <a:spLocks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8569">
            <a:extLst>
              <a:ext uri="{FF2B5EF4-FFF2-40B4-BE49-F238E27FC236}">
                <a16:creationId xmlns:a16="http://schemas.microsoft.com/office/drawing/2014/main" id="{6F7A6D91-953D-4E20-B5A8-CA2E68796E59}"/>
              </a:ext>
            </a:extLst>
          </p:cNvPr>
          <p:cNvSpPr>
            <a:spLocks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8570">
            <a:extLst>
              <a:ext uri="{FF2B5EF4-FFF2-40B4-BE49-F238E27FC236}">
                <a16:creationId xmlns:a16="http://schemas.microsoft.com/office/drawing/2014/main" id="{DC765BD1-03E6-4A85-8D5A-1C639C5AF26E}"/>
              </a:ext>
            </a:extLst>
          </p:cNvPr>
          <p:cNvSpPr>
            <a:spLocks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8571">
            <a:extLst>
              <a:ext uri="{FF2B5EF4-FFF2-40B4-BE49-F238E27FC236}">
                <a16:creationId xmlns:a16="http://schemas.microsoft.com/office/drawing/2014/main" id="{E904B1AD-E16A-4A81-BE68-FC679784F052}"/>
              </a:ext>
            </a:extLst>
          </p:cNvPr>
          <p:cNvSpPr>
            <a:spLocks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8572">
            <a:extLst>
              <a:ext uri="{FF2B5EF4-FFF2-40B4-BE49-F238E27FC236}">
                <a16:creationId xmlns:a16="http://schemas.microsoft.com/office/drawing/2014/main" id="{CE405E84-0275-42FE-8539-5BEDC1B0F10B}"/>
              </a:ext>
            </a:extLst>
          </p:cNvPr>
          <p:cNvSpPr>
            <a:spLocks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8573">
            <a:extLst>
              <a:ext uri="{FF2B5EF4-FFF2-40B4-BE49-F238E27FC236}">
                <a16:creationId xmlns:a16="http://schemas.microsoft.com/office/drawing/2014/main" id="{35EC133A-681F-4E24-A4DF-8B7AB0B35E33}"/>
              </a:ext>
            </a:extLst>
          </p:cNvPr>
          <p:cNvSpPr>
            <a:spLocks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8574">
            <a:extLst>
              <a:ext uri="{FF2B5EF4-FFF2-40B4-BE49-F238E27FC236}">
                <a16:creationId xmlns:a16="http://schemas.microsoft.com/office/drawing/2014/main" id="{9E170B54-6084-48C2-A0CF-19EA4DA8D1F6}"/>
              </a:ext>
            </a:extLst>
          </p:cNvPr>
          <p:cNvSpPr>
            <a:spLocks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8575">
            <a:extLst>
              <a:ext uri="{FF2B5EF4-FFF2-40B4-BE49-F238E27FC236}">
                <a16:creationId xmlns:a16="http://schemas.microsoft.com/office/drawing/2014/main" id="{4E6913FC-5F41-4743-9951-066D93AC8C6F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8576">
            <a:extLst>
              <a:ext uri="{FF2B5EF4-FFF2-40B4-BE49-F238E27FC236}">
                <a16:creationId xmlns:a16="http://schemas.microsoft.com/office/drawing/2014/main" id="{195D1B9C-6471-43ED-9EB8-B5B1ED138F6A}"/>
              </a:ext>
            </a:extLst>
          </p:cNvPr>
          <p:cNvSpPr>
            <a:spLocks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8577">
            <a:extLst>
              <a:ext uri="{FF2B5EF4-FFF2-40B4-BE49-F238E27FC236}">
                <a16:creationId xmlns:a16="http://schemas.microsoft.com/office/drawing/2014/main" id="{2E51D5D6-B485-424E-B067-56846B7EDF82}"/>
              </a:ext>
            </a:extLst>
          </p:cNvPr>
          <p:cNvSpPr>
            <a:spLocks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8578">
            <a:extLst>
              <a:ext uri="{FF2B5EF4-FFF2-40B4-BE49-F238E27FC236}">
                <a16:creationId xmlns:a16="http://schemas.microsoft.com/office/drawing/2014/main" id="{55316DCD-8B4E-4C77-9E59-7D17EB92AE24}"/>
              </a:ext>
            </a:extLst>
          </p:cNvPr>
          <p:cNvSpPr>
            <a:spLocks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8579">
            <a:extLst>
              <a:ext uri="{FF2B5EF4-FFF2-40B4-BE49-F238E27FC236}">
                <a16:creationId xmlns:a16="http://schemas.microsoft.com/office/drawing/2014/main" id="{B6F11D6A-6C4C-4650-A4C2-1D450DBC48C6}"/>
              </a:ext>
            </a:extLst>
          </p:cNvPr>
          <p:cNvSpPr>
            <a:spLocks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8580">
            <a:extLst>
              <a:ext uri="{FF2B5EF4-FFF2-40B4-BE49-F238E27FC236}">
                <a16:creationId xmlns:a16="http://schemas.microsoft.com/office/drawing/2014/main" id="{C004715F-AA2C-4B04-9B4E-BA9973427725}"/>
              </a:ext>
            </a:extLst>
          </p:cNvPr>
          <p:cNvSpPr>
            <a:spLocks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8581">
            <a:extLst>
              <a:ext uri="{FF2B5EF4-FFF2-40B4-BE49-F238E27FC236}">
                <a16:creationId xmlns:a16="http://schemas.microsoft.com/office/drawing/2014/main" id="{3C2D17F5-F32D-491C-9956-4BEE7A1715A0}"/>
              </a:ext>
            </a:extLst>
          </p:cNvPr>
          <p:cNvSpPr>
            <a:spLocks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8582">
            <a:extLst>
              <a:ext uri="{FF2B5EF4-FFF2-40B4-BE49-F238E27FC236}">
                <a16:creationId xmlns:a16="http://schemas.microsoft.com/office/drawing/2014/main" id="{935FD1B5-D790-4EFD-8556-26DB6E68DF81}"/>
              </a:ext>
            </a:extLst>
          </p:cNvPr>
          <p:cNvSpPr>
            <a:spLocks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8583">
            <a:extLst>
              <a:ext uri="{FF2B5EF4-FFF2-40B4-BE49-F238E27FC236}">
                <a16:creationId xmlns:a16="http://schemas.microsoft.com/office/drawing/2014/main" id="{4D2DD916-4E68-4D82-9655-95E2727DBA4F}"/>
              </a:ext>
            </a:extLst>
          </p:cNvPr>
          <p:cNvSpPr>
            <a:spLocks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8584">
            <a:extLst>
              <a:ext uri="{FF2B5EF4-FFF2-40B4-BE49-F238E27FC236}">
                <a16:creationId xmlns:a16="http://schemas.microsoft.com/office/drawing/2014/main" id="{7DA375BF-E45C-44CF-B6E9-932A20E1228A}"/>
              </a:ext>
            </a:extLst>
          </p:cNvPr>
          <p:cNvSpPr>
            <a:spLocks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8585">
            <a:extLst>
              <a:ext uri="{FF2B5EF4-FFF2-40B4-BE49-F238E27FC236}">
                <a16:creationId xmlns:a16="http://schemas.microsoft.com/office/drawing/2014/main" id="{00EE9D15-CFF1-4E44-8CE4-06E3648BE98D}"/>
              </a:ext>
            </a:extLst>
          </p:cNvPr>
          <p:cNvSpPr>
            <a:spLocks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8586">
            <a:extLst>
              <a:ext uri="{FF2B5EF4-FFF2-40B4-BE49-F238E27FC236}">
                <a16:creationId xmlns:a16="http://schemas.microsoft.com/office/drawing/2014/main" id="{69C2D325-8B49-4659-9CEC-DF23A3A590CD}"/>
              </a:ext>
            </a:extLst>
          </p:cNvPr>
          <p:cNvSpPr>
            <a:spLocks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8587">
            <a:extLst>
              <a:ext uri="{FF2B5EF4-FFF2-40B4-BE49-F238E27FC236}">
                <a16:creationId xmlns:a16="http://schemas.microsoft.com/office/drawing/2014/main" id="{9A5356AE-13F2-42A1-9B7E-AA96AD603605}"/>
              </a:ext>
            </a:extLst>
          </p:cNvPr>
          <p:cNvSpPr>
            <a:spLocks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8588">
            <a:extLst>
              <a:ext uri="{FF2B5EF4-FFF2-40B4-BE49-F238E27FC236}">
                <a16:creationId xmlns:a16="http://schemas.microsoft.com/office/drawing/2014/main" id="{427B44F4-BACB-41BC-96A7-5AB074AEA167}"/>
              </a:ext>
            </a:extLst>
          </p:cNvPr>
          <p:cNvSpPr>
            <a:spLocks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8589">
            <a:extLst>
              <a:ext uri="{FF2B5EF4-FFF2-40B4-BE49-F238E27FC236}">
                <a16:creationId xmlns:a16="http://schemas.microsoft.com/office/drawing/2014/main" id="{5AB3DA0A-D885-49A3-B9C8-5D548238201C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8590">
            <a:extLst>
              <a:ext uri="{FF2B5EF4-FFF2-40B4-BE49-F238E27FC236}">
                <a16:creationId xmlns:a16="http://schemas.microsoft.com/office/drawing/2014/main" id="{11650D1B-91EC-463E-919E-0187228ADDCC}"/>
              </a:ext>
            </a:extLst>
          </p:cNvPr>
          <p:cNvSpPr>
            <a:spLocks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3" y="1762082"/>
                </a:lnTo>
                <a:lnTo>
                  <a:pt x="3746" y="1747274"/>
                </a:lnTo>
                <a:lnTo>
                  <a:pt x="8192" y="1732467"/>
                </a:lnTo>
                <a:lnTo>
                  <a:pt x="14002" y="1717659"/>
                </a:lnTo>
                <a:lnTo>
                  <a:pt x="20814" y="1702852"/>
                </a:lnTo>
                <a:lnTo>
                  <a:pt x="28234" y="1688045"/>
                </a:lnTo>
                <a:lnTo>
                  <a:pt x="35870" y="1673237"/>
                </a:lnTo>
                <a:lnTo>
                  <a:pt x="43364" y="1658430"/>
                </a:lnTo>
                <a:lnTo>
                  <a:pt x="50421" y="1643622"/>
                </a:lnTo>
                <a:lnTo>
                  <a:pt x="56820" y="1628815"/>
                </a:lnTo>
                <a:lnTo>
                  <a:pt x="62421" y="1614007"/>
                </a:lnTo>
                <a:lnTo>
                  <a:pt x="67160" y="1599200"/>
                </a:lnTo>
                <a:lnTo>
                  <a:pt x="71039" y="1584393"/>
                </a:lnTo>
                <a:lnTo>
                  <a:pt x="74110" y="1569585"/>
                </a:lnTo>
                <a:lnTo>
                  <a:pt x="76459" y="1554778"/>
                </a:lnTo>
                <a:lnTo>
                  <a:pt x="78191" y="1539970"/>
                </a:lnTo>
                <a:lnTo>
                  <a:pt x="79415" y="1525163"/>
                </a:lnTo>
                <a:lnTo>
                  <a:pt x="80237" y="1510356"/>
                </a:lnTo>
                <a:lnTo>
                  <a:pt x="80753" y="1495548"/>
                </a:lnTo>
                <a:lnTo>
                  <a:pt x="81042" y="1480741"/>
                </a:lnTo>
                <a:lnTo>
                  <a:pt x="81168" y="1465933"/>
                </a:lnTo>
                <a:lnTo>
                  <a:pt x="81182" y="1451126"/>
                </a:lnTo>
                <a:lnTo>
                  <a:pt x="81119" y="1436319"/>
                </a:lnTo>
                <a:lnTo>
                  <a:pt x="81005" y="1421511"/>
                </a:lnTo>
                <a:lnTo>
                  <a:pt x="80855" y="1406704"/>
                </a:lnTo>
                <a:lnTo>
                  <a:pt x="80679" y="1391896"/>
                </a:lnTo>
                <a:lnTo>
                  <a:pt x="80482" y="1377089"/>
                </a:lnTo>
                <a:lnTo>
                  <a:pt x="80265" y="1362282"/>
                </a:lnTo>
                <a:lnTo>
                  <a:pt x="80026" y="1347474"/>
                </a:lnTo>
                <a:lnTo>
                  <a:pt x="79766" y="1332667"/>
                </a:lnTo>
                <a:lnTo>
                  <a:pt x="79481" y="1317859"/>
                </a:lnTo>
                <a:lnTo>
                  <a:pt x="79175" y="1303052"/>
                </a:lnTo>
                <a:lnTo>
                  <a:pt x="78850" y="1288245"/>
                </a:lnTo>
                <a:lnTo>
                  <a:pt x="78511" y="1273437"/>
                </a:lnTo>
                <a:lnTo>
                  <a:pt x="78169" y="1258630"/>
                </a:lnTo>
                <a:lnTo>
                  <a:pt x="77834" y="1243822"/>
                </a:lnTo>
                <a:lnTo>
                  <a:pt x="77521" y="1229015"/>
                </a:lnTo>
                <a:lnTo>
                  <a:pt x="77244" y="1214207"/>
                </a:lnTo>
                <a:lnTo>
                  <a:pt x="77014" y="1199400"/>
                </a:lnTo>
                <a:lnTo>
                  <a:pt x="76841" y="1184593"/>
                </a:lnTo>
                <a:lnTo>
                  <a:pt x="76730" y="1169785"/>
                </a:lnTo>
                <a:lnTo>
                  <a:pt x="76679" y="1154978"/>
                </a:lnTo>
                <a:lnTo>
                  <a:pt x="76680" y="1140170"/>
                </a:lnTo>
                <a:lnTo>
                  <a:pt x="76717" y="1125363"/>
                </a:lnTo>
                <a:lnTo>
                  <a:pt x="76772" y="1110556"/>
                </a:lnTo>
                <a:lnTo>
                  <a:pt x="76818" y="1095748"/>
                </a:lnTo>
                <a:lnTo>
                  <a:pt x="76831" y="1080941"/>
                </a:lnTo>
                <a:lnTo>
                  <a:pt x="76786" y="1066133"/>
                </a:lnTo>
                <a:lnTo>
                  <a:pt x="76663" y="1051326"/>
                </a:lnTo>
                <a:lnTo>
                  <a:pt x="76449" y="1036519"/>
                </a:lnTo>
                <a:lnTo>
                  <a:pt x="76144" y="1021711"/>
                </a:lnTo>
                <a:lnTo>
                  <a:pt x="75756" y="1006904"/>
                </a:lnTo>
                <a:lnTo>
                  <a:pt x="75308" y="992096"/>
                </a:lnTo>
                <a:lnTo>
                  <a:pt x="74835" y="977289"/>
                </a:lnTo>
                <a:lnTo>
                  <a:pt x="74380" y="962482"/>
                </a:lnTo>
                <a:lnTo>
                  <a:pt x="73993" y="947674"/>
                </a:lnTo>
                <a:lnTo>
                  <a:pt x="73725" y="932867"/>
                </a:lnTo>
                <a:lnTo>
                  <a:pt x="73623" y="918059"/>
                </a:lnTo>
                <a:lnTo>
                  <a:pt x="73723" y="903252"/>
                </a:lnTo>
                <a:lnTo>
                  <a:pt x="74050" y="888444"/>
                </a:lnTo>
                <a:lnTo>
                  <a:pt x="74609" y="873637"/>
                </a:lnTo>
                <a:lnTo>
                  <a:pt x="75391" y="858830"/>
                </a:lnTo>
                <a:lnTo>
                  <a:pt x="76368" y="844022"/>
                </a:lnTo>
                <a:lnTo>
                  <a:pt x="77499" y="829215"/>
                </a:lnTo>
                <a:lnTo>
                  <a:pt x="78735" y="814407"/>
                </a:lnTo>
                <a:lnTo>
                  <a:pt x="80020" y="799600"/>
                </a:lnTo>
                <a:lnTo>
                  <a:pt x="81302" y="784793"/>
                </a:lnTo>
                <a:lnTo>
                  <a:pt x="82533" y="769985"/>
                </a:lnTo>
                <a:lnTo>
                  <a:pt x="83675" y="755178"/>
                </a:lnTo>
                <a:lnTo>
                  <a:pt x="84699" y="740370"/>
                </a:lnTo>
                <a:lnTo>
                  <a:pt x="85591" y="725563"/>
                </a:lnTo>
                <a:lnTo>
                  <a:pt x="86343" y="710756"/>
                </a:lnTo>
                <a:lnTo>
                  <a:pt x="86961" y="695948"/>
                </a:lnTo>
                <a:lnTo>
                  <a:pt x="87453" y="681141"/>
                </a:lnTo>
                <a:lnTo>
                  <a:pt x="87835" y="666333"/>
                </a:lnTo>
                <a:lnTo>
                  <a:pt x="88123" y="651526"/>
                </a:lnTo>
                <a:lnTo>
                  <a:pt x="88336" y="636719"/>
                </a:lnTo>
                <a:lnTo>
                  <a:pt x="88488" y="621911"/>
                </a:lnTo>
                <a:lnTo>
                  <a:pt x="88594" y="607104"/>
                </a:lnTo>
                <a:lnTo>
                  <a:pt x="88666" y="592296"/>
                </a:lnTo>
                <a:lnTo>
                  <a:pt x="88714" y="577489"/>
                </a:lnTo>
                <a:lnTo>
                  <a:pt x="88745" y="562682"/>
                </a:lnTo>
                <a:lnTo>
                  <a:pt x="88765" y="547874"/>
                </a:lnTo>
                <a:lnTo>
                  <a:pt x="88777" y="533067"/>
                </a:lnTo>
                <a:lnTo>
                  <a:pt x="88784" y="518259"/>
                </a:lnTo>
                <a:lnTo>
                  <a:pt x="88788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7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10" y="533067"/>
                </a:lnTo>
                <a:lnTo>
                  <a:pt x="88823" y="547874"/>
                </a:lnTo>
                <a:lnTo>
                  <a:pt x="88842" y="562682"/>
                </a:lnTo>
                <a:lnTo>
                  <a:pt x="88873" y="577489"/>
                </a:lnTo>
                <a:lnTo>
                  <a:pt x="88921" y="592296"/>
                </a:lnTo>
                <a:lnTo>
                  <a:pt x="88993" y="607104"/>
                </a:lnTo>
                <a:lnTo>
                  <a:pt x="89100" y="621911"/>
                </a:lnTo>
                <a:lnTo>
                  <a:pt x="89252" y="636719"/>
                </a:lnTo>
                <a:lnTo>
                  <a:pt x="89464" y="651526"/>
                </a:lnTo>
                <a:lnTo>
                  <a:pt x="89752" y="666333"/>
                </a:lnTo>
                <a:lnTo>
                  <a:pt x="90134" y="681141"/>
                </a:lnTo>
                <a:lnTo>
                  <a:pt x="90627" y="695948"/>
                </a:lnTo>
                <a:lnTo>
                  <a:pt x="91244" y="710756"/>
                </a:lnTo>
                <a:lnTo>
                  <a:pt x="91996" y="725563"/>
                </a:lnTo>
                <a:lnTo>
                  <a:pt x="92888" y="740370"/>
                </a:lnTo>
                <a:lnTo>
                  <a:pt x="93913" y="755178"/>
                </a:lnTo>
                <a:lnTo>
                  <a:pt x="95054" y="769985"/>
                </a:lnTo>
                <a:lnTo>
                  <a:pt x="96285" y="784793"/>
                </a:lnTo>
                <a:lnTo>
                  <a:pt x="97567" y="799600"/>
                </a:lnTo>
                <a:lnTo>
                  <a:pt x="98853" y="814407"/>
                </a:lnTo>
                <a:lnTo>
                  <a:pt x="100088" y="829215"/>
                </a:lnTo>
                <a:lnTo>
                  <a:pt x="101219" y="844022"/>
                </a:lnTo>
                <a:lnTo>
                  <a:pt x="102196" y="858830"/>
                </a:lnTo>
                <a:lnTo>
                  <a:pt x="102978" y="873637"/>
                </a:lnTo>
                <a:lnTo>
                  <a:pt x="103537" y="888444"/>
                </a:lnTo>
                <a:lnTo>
                  <a:pt x="103864" y="903252"/>
                </a:lnTo>
                <a:lnTo>
                  <a:pt x="103964" y="918059"/>
                </a:lnTo>
                <a:lnTo>
                  <a:pt x="103862" y="932867"/>
                </a:lnTo>
                <a:lnTo>
                  <a:pt x="103594" y="947674"/>
                </a:lnTo>
                <a:lnTo>
                  <a:pt x="103207" y="962482"/>
                </a:lnTo>
                <a:lnTo>
                  <a:pt x="102752" y="977289"/>
                </a:lnTo>
                <a:lnTo>
                  <a:pt x="102279" y="992096"/>
                </a:lnTo>
                <a:lnTo>
                  <a:pt x="101831" y="1006904"/>
                </a:lnTo>
                <a:lnTo>
                  <a:pt x="101443" y="1021711"/>
                </a:lnTo>
                <a:lnTo>
                  <a:pt x="101138" y="1036519"/>
                </a:lnTo>
                <a:lnTo>
                  <a:pt x="100924" y="1051326"/>
                </a:lnTo>
                <a:lnTo>
                  <a:pt x="100801" y="1066133"/>
                </a:lnTo>
                <a:lnTo>
                  <a:pt x="100756" y="1080941"/>
                </a:lnTo>
                <a:lnTo>
                  <a:pt x="100769" y="1095748"/>
                </a:lnTo>
                <a:lnTo>
                  <a:pt x="100815" y="1110556"/>
                </a:lnTo>
                <a:lnTo>
                  <a:pt x="100870" y="1125363"/>
                </a:lnTo>
                <a:lnTo>
                  <a:pt x="100908" y="1140170"/>
                </a:lnTo>
                <a:lnTo>
                  <a:pt x="100908" y="1154978"/>
                </a:lnTo>
                <a:lnTo>
                  <a:pt x="100857" y="1169785"/>
                </a:lnTo>
                <a:lnTo>
                  <a:pt x="100746" y="1184593"/>
                </a:lnTo>
                <a:lnTo>
                  <a:pt x="100573" y="1199400"/>
                </a:lnTo>
                <a:lnTo>
                  <a:pt x="100343" y="1214207"/>
                </a:lnTo>
                <a:lnTo>
                  <a:pt x="100066" y="1229015"/>
                </a:lnTo>
                <a:lnTo>
                  <a:pt x="99753" y="1243822"/>
                </a:lnTo>
                <a:lnTo>
                  <a:pt x="99419" y="1258630"/>
                </a:lnTo>
                <a:lnTo>
                  <a:pt x="99076" y="1273437"/>
                </a:lnTo>
                <a:lnTo>
                  <a:pt x="98738" y="1288245"/>
                </a:lnTo>
                <a:lnTo>
                  <a:pt x="98412" y="1303052"/>
                </a:lnTo>
                <a:lnTo>
                  <a:pt x="98106" y="1317859"/>
                </a:lnTo>
                <a:lnTo>
                  <a:pt x="97822" y="1332667"/>
                </a:lnTo>
                <a:lnTo>
                  <a:pt x="97561" y="1347474"/>
                </a:lnTo>
                <a:lnTo>
                  <a:pt x="97322" y="1362282"/>
                </a:lnTo>
                <a:lnTo>
                  <a:pt x="97105" y="1377089"/>
                </a:lnTo>
                <a:lnTo>
                  <a:pt x="96908" y="1391896"/>
                </a:lnTo>
                <a:lnTo>
                  <a:pt x="96732" y="1406704"/>
                </a:lnTo>
                <a:lnTo>
                  <a:pt x="96583" y="1421511"/>
                </a:lnTo>
                <a:lnTo>
                  <a:pt x="96468" y="1436319"/>
                </a:lnTo>
                <a:lnTo>
                  <a:pt x="96405" y="1451126"/>
                </a:lnTo>
                <a:lnTo>
                  <a:pt x="96419" y="1465933"/>
                </a:lnTo>
                <a:lnTo>
                  <a:pt x="96545" y="1480741"/>
                </a:lnTo>
                <a:lnTo>
                  <a:pt x="96834" y="1495548"/>
                </a:lnTo>
                <a:lnTo>
                  <a:pt x="97350" y="1510356"/>
                </a:lnTo>
                <a:lnTo>
                  <a:pt x="98172" y="1525163"/>
                </a:lnTo>
                <a:lnTo>
                  <a:pt x="99397" y="1539970"/>
                </a:lnTo>
                <a:lnTo>
                  <a:pt x="101128" y="1554778"/>
                </a:lnTo>
                <a:lnTo>
                  <a:pt x="103477" y="1569585"/>
                </a:lnTo>
                <a:lnTo>
                  <a:pt x="106548" y="1584393"/>
                </a:lnTo>
                <a:lnTo>
                  <a:pt x="110427" y="1599200"/>
                </a:lnTo>
                <a:lnTo>
                  <a:pt x="115166" y="1614007"/>
                </a:lnTo>
                <a:lnTo>
                  <a:pt x="120767" y="1628815"/>
                </a:lnTo>
                <a:lnTo>
                  <a:pt x="127166" y="1643622"/>
                </a:lnTo>
                <a:lnTo>
                  <a:pt x="134223" y="1658430"/>
                </a:lnTo>
                <a:lnTo>
                  <a:pt x="141717" y="1673237"/>
                </a:lnTo>
                <a:lnTo>
                  <a:pt x="149353" y="1688045"/>
                </a:lnTo>
                <a:lnTo>
                  <a:pt x="156773" y="1702852"/>
                </a:lnTo>
                <a:lnTo>
                  <a:pt x="163585" y="1717659"/>
                </a:lnTo>
                <a:lnTo>
                  <a:pt x="169395" y="1732467"/>
                </a:lnTo>
                <a:lnTo>
                  <a:pt x="173841" y="1747274"/>
                </a:lnTo>
                <a:lnTo>
                  <a:pt x="17663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8591">
            <a:extLst>
              <a:ext uri="{FF2B5EF4-FFF2-40B4-BE49-F238E27FC236}">
                <a16:creationId xmlns:a16="http://schemas.microsoft.com/office/drawing/2014/main" id="{4362EC00-A780-4CDE-88FB-ED94BFEBCF6B}"/>
              </a:ext>
            </a:extLst>
          </p:cNvPr>
          <p:cNvSpPr>
            <a:spLocks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33" y="1762082"/>
                </a:lnTo>
                <a:lnTo>
                  <a:pt x="3668" y="1747274"/>
                </a:lnTo>
                <a:lnTo>
                  <a:pt x="8022" y="1732467"/>
                </a:lnTo>
                <a:lnTo>
                  <a:pt x="13714" y="1717659"/>
                </a:lnTo>
                <a:lnTo>
                  <a:pt x="20394" y="1702852"/>
                </a:lnTo>
                <a:lnTo>
                  <a:pt x="27677" y="1688045"/>
                </a:lnTo>
                <a:lnTo>
                  <a:pt x="35184" y="1673237"/>
                </a:lnTo>
                <a:lnTo>
                  <a:pt x="42568" y="1658430"/>
                </a:lnTo>
                <a:lnTo>
                  <a:pt x="49544" y="1643622"/>
                </a:lnTo>
                <a:lnTo>
                  <a:pt x="55901" y="1628815"/>
                </a:lnTo>
                <a:lnTo>
                  <a:pt x="61504" y="1614007"/>
                </a:lnTo>
                <a:lnTo>
                  <a:pt x="66295" y="1599200"/>
                </a:lnTo>
                <a:lnTo>
                  <a:pt x="70277" y="1584393"/>
                </a:lnTo>
                <a:lnTo>
                  <a:pt x="73503" y="1569585"/>
                </a:lnTo>
                <a:lnTo>
                  <a:pt x="76056" y="1554778"/>
                </a:lnTo>
                <a:lnTo>
                  <a:pt x="78036" y="1539970"/>
                </a:lnTo>
                <a:lnTo>
                  <a:pt x="79548" y="1525163"/>
                </a:lnTo>
                <a:lnTo>
                  <a:pt x="80687" y="1510356"/>
                </a:lnTo>
                <a:lnTo>
                  <a:pt x="81539" y="1495548"/>
                </a:lnTo>
                <a:lnTo>
                  <a:pt x="82172" y="1480741"/>
                </a:lnTo>
                <a:lnTo>
                  <a:pt x="82640" y="1465933"/>
                </a:lnTo>
                <a:lnTo>
                  <a:pt x="82981" y="1451126"/>
                </a:lnTo>
                <a:lnTo>
                  <a:pt x="83220" y="1436319"/>
                </a:lnTo>
                <a:lnTo>
                  <a:pt x="83374" y="1421511"/>
                </a:lnTo>
                <a:lnTo>
                  <a:pt x="83454" y="1406704"/>
                </a:lnTo>
                <a:lnTo>
                  <a:pt x="83464" y="1391896"/>
                </a:lnTo>
                <a:lnTo>
                  <a:pt x="83411" y="1377089"/>
                </a:lnTo>
                <a:lnTo>
                  <a:pt x="83298" y="1362282"/>
                </a:lnTo>
                <a:lnTo>
                  <a:pt x="83129" y="1347474"/>
                </a:lnTo>
                <a:lnTo>
                  <a:pt x="82913" y="1332667"/>
                </a:lnTo>
                <a:lnTo>
                  <a:pt x="82656" y="1317859"/>
                </a:lnTo>
                <a:lnTo>
                  <a:pt x="82369" y="1303052"/>
                </a:lnTo>
                <a:lnTo>
                  <a:pt x="82064" y="1288245"/>
                </a:lnTo>
                <a:lnTo>
                  <a:pt x="81753" y="1273437"/>
                </a:lnTo>
                <a:lnTo>
                  <a:pt x="81450" y="1258630"/>
                </a:lnTo>
                <a:lnTo>
                  <a:pt x="81167" y="1243822"/>
                </a:lnTo>
                <a:lnTo>
                  <a:pt x="80915" y="1229015"/>
                </a:lnTo>
                <a:lnTo>
                  <a:pt x="80703" y="1214207"/>
                </a:lnTo>
                <a:lnTo>
                  <a:pt x="80538" y="1199400"/>
                </a:lnTo>
                <a:lnTo>
                  <a:pt x="80421" y="1184593"/>
                </a:lnTo>
                <a:lnTo>
                  <a:pt x="80351" y="1169785"/>
                </a:lnTo>
                <a:lnTo>
                  <a:pt x="80318" y="1154978"/>
                </a:lnTo>
                <a:lnTo>
                  <a:pt x="80313" y="1140170"/>
                </a:lnTo>
                <a:lnTo>
                  <a:pt x="80318" y="1125363"/>
                </a:lnTo>
                <a:lnTo>
                  <a:pt x="80315" y="1110556"/>
                </a:lnTo>
                <a:lnTo>
                  <a:pt x="80283" y="1095748"/>
                </a:lnTo>
                <a:lnTo>
                  <a:pt x="80200" y="1080941"/>
                </a:lnTo>
                <a:lnTo>
                  <a:pt x="80047" y="1066133"/>
                </a:lnTo>
                <a:lnTo>
                  <a:pt x="79809" y="1051326"/>
                </a:lnTo>
                <a:lnTo>
                  <a:pt x="79476" y="1036519"/>
                </a:lnTo>
                <a:lnTo>
                  <a:pt x="79046" y="1021711"/>
                </a:lnTo>
                <a:lnTo>
                  <a:pt x="78526" y="1006904"/>
                </a:lnTo>
                <a:lnTo>
                  <a:pt x="77935" y="992096"/>
                </a:lnTo>
                <a:lnTo>
                  <a:pt x="77299" y="977289"/>
                </a:lnTo>
                <a:lnTo>
                  <a:pt x="76655" y="962482"/>
                </a:lnTo>
                <a:lnTo>
                  <a:pt x="76044" y="947674"/>
                </a:lnTo>
                <a:lnTo>
                  <a:pt x="75509" y="932867"/>
                </a:lnTo>
                <a:lnTo>
                  <a:pt x="75093" y="918059"/>
                </a:lnTo>
                <a:lnTo>
                  <a:pt x="74831" y="903252"/>
                </a:lnTo>
                <a:lnTo>
                  <a:pt x="74747" y="888444"/>
                </a:lnTo>
                <a:lnTo>
                  <a:pt x="74853" y="873637"/>
                </a:lnTo>
                <a:lnTo>
                  <a:pt x="75148" y="858830"/>
                </a:lnTo>
                <a:lnTo>
                  <a:pt x="75613" y="844022"/>
                </a:lnTo>
                <a:lnTo>
                  <a:pt x="76220" y="829215"/>
                </a:lnTo>
                <a:lnTo>
                  <a:pt x="76932" y="814407"/>
                </a:lnTo>
                <a:lnTo>
                  <a:pt x="77707" y="799600"/>
                </a:lnTo>
                <a:lnTo>
                  <a:pt x="78503" y="784793"/>
                </a:lnTo>
                <a:lnTo>
                  <a:pt x="79282" y="769985"/>
                </a:lnTo>
                <a:lnTo>
                  <a:pt x="80012" y="755178"/>
                </a:lnTo>
                <a:lnTo>
                  <a:pt x="80670" y="740370"/>
                </a:lnTo>
                <a:lnTo>
                  <a:pt x="81241" y="725563"/>
                </a:lnTo>
                <a:lnTo>
                  <a:pt x="81720" y="710756"/>
                </a:lnTo>
                <a:lnTo>
                  <a:pt x="82110" y="695948"/>
                </a:lnTo>
                <a:lnTo>
                  <a:pt x="82418" y="681141"/>
                </a:lnTo>
                <a:lnTo>
                  <a:pt x="82656" y="666333"/>
                </a:lnTo>
                <a:lnTo>
                  <a:pt x="82840" y="651526"/>
                </a:lnTo>
                <a:lnTo>
                  <a:pt x="82982" y="636719"/>
                </a:lnTo>
                <a:lnTo>
                  <a:pt x="83098" y="621911"/>
                </a:lnTo>
                <a:lnTo>
                  <a:pt x="83198" y="607104"/>
                </a:lnTo>
                <a:lnTo>
                  <a:pt x="83292" y="592296"/>
                </a:lnTo>
                <a:lnTo>
                  <a:pt x="83387" y="577489"/>
                </a:lnTo>
                <a:lnTo>
                  <a:pt x="83486" y="562682"/>
                </a:lnTo>
                <a:lnTo>
                  <a:pt x="83593" y="547874"/>
                </a:lnTo>
                <a:lnTo>
                  <a:pt x="83706" y="533067"/>
                </a:lnTo>
                <a:lnTo>
                  <a:pt x="83826" y="518259"/>
                </a:lnTo>
                <a:lnTo>
                  <a:pt x="83950" y="503452"/>
                </a:lnTo>
                <a:lnTo>
                  <a:pt x="84076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2" y="444222"/>
                </a:lnTo>
                <a:lnTo>
                  <a:pt x="84572" y="429415"/>
                </a:lnTo>
                <a:lnTo>
                  <a:pt x="84686" y="414607"/>
                </a:lnTo>
                <a:lnTo>
                  <a:pt x="84794" y="399800"/>
                </a:lnTo>
                <a:lnTo>
                  <a:pt x="84896" y="384993"/>
                </a:lnTo>
                <a:lnTo>
                  <a:pt x="84991" y="370185"/>
                </a:lnTo>
                <a:lnTo>
                  <a:pt x="85078" y="355378"/>
                </a:lnTo>
                <a:lnTo>
                  <a:pt x="85159" y="340570"/>
                </a:lnTo>
                <a:lnTo>
                  <a:pt x="85233" y="325763"/>
                </a:lnTo>
                <a:lnTo>
                  <a:pt x="85298" y="310956"/>
                </a:lnTo>
                <a:lnTo>
                  <a:pt x="85351" y="296148"/>
                </a:lnTo>
                <a:lnTo>
                  <a:pt x="85388" y="281341"/>
                </a:lnTo>
                <a:lnTo>
                  <a:pt x="85401" y="266533"/>
                </a:lnTo>
                <a:lnTo>
                  <a:pt x="85378" y="251726"/>
                </a:lnTo>
                <a:lnTo>
                  <a:pt x="85304" y="236919"/>
                </a:lnTo>
                <a:lnTo>
                  <a:pt x="85159" y="222111"/>
                </a:lnTo>
                <a:lnTo>
                  <a:pt x="84923" y="207304"/>
                </a:lnTo>
                <a:lnTo>
                  <a:pt x="84573" y="192496"/>
                </a:lnTo>
                <a:lnTo>
                  <a:pt x="84091" y="177689"/>
                </a:lnTo>
                <a:lnTo>
                  <a:pt x="83460" y="162881"/>
                </a:lnTo>
                <a:lnTo>
                  <a:pt x="82676" y="148074"/>
                </a:lnTo>
                <a:lnTo>
                  <a:pt x="81744" y="133267"/>
                </a:lnTo>
                <a:lnTo>
                  <a:pt x="80683" y="118459"/>
                </a:lnTo>
                <a:lnTo>
                  <a:pt x="79528" y="103652"/>
                </a:lnTo>
                <a:lnTo>
                  <a:pt x="78328" y="88844"/>
                </a:lnTo>
                <a:lnTo>
                  <a:pt x="77144" y="74037"/>
                </a:lnTo>
                <a:lnTo>
                  <a:pt x="76045" y="59230"/>
                </a:lnTo>
                <a:lnTo>
                  <a:pt x="75099" y="44422"/>
                </a:lnTo>
                <a:lnTo>
                  <a:pt x="74371" y="29615"/>
                </a:lnTo>
                <a:lnTo>
                  <a:pt x="73912" y="14807"/>
                </a:lnTo>
                <a:lnTo>
                  <a:pt x="73755" y="0"/>
                </a:lnTo>
                <a:lnTo>
                  <a:pt x="103833" y="0"/>
                </a:lnTo>
                <a:lnTo>
                  <a:pt x="103833" y="0"/>
                </a:lnTo>
                <a:lnTo>
                  <a:pt x="103676" y="14807"/>
                </a:lnTo>
                <a:lnTo>
                  <a:pt x="103216" y="29615"/>
                </a:lnTo>
                <a:lnTo>
                  <a:pt x="102488" y="44422"/>
                </a:lnTo>
                <a:lnTo>
                  <a:pt x="101542" y="59230"/>
                </a:lnTo>
                <a:lnTo>
                  <a:pt x="100443" y="74037"/>
                </a:lnTo>
                <a:lnTo>
                  <a:pt x="99259" y="88844"/>
                </a:lnTo>
                <a:lnTo>
                  <a:pt x="98059" y="103652"/>
                </a:lnTo>
                <a:lnTo>
                  <a:pt x="96904" y="118459"/>
                </a:lnTo>
                <a:lnTo>
                  <a:pt x="95843" y="133267"/>
                </a:lnTo>
                <a:lnTo>
                  <a:pt x="94911" y="148074"/>
                </a:lnTo>
                <a:lnTo>
                  <a:pt x="94127" y="162881"/>
                </a:lnTo>
                <a:lnTo>
                  <a:pt x="93496" y="177689"/>
                </a:lnTo>
                <a:lnTo>
                  <a:pt x="93014" y="192496"/>
                </a:lnTo>
                <a:lnTo>
                  <a:pt x="92664" y="207304"/>
                </a:lnTo>
                <a:lnTo>
                  <a:pt x="92428" y="222111"/>
                </a:lnTo>
                <a:lnTo>
                  <a:pt x="92284" y="236919"/>
                </a:lnTo>
                <a:lnTo>
                  <a:pt x="92209" y="251726"/>
                </a:lnTo>
                <a:lnTo>
                  <a:pt x="92186" y="266533"/>
                </a:lnTo>
                <a:lnTo>
                  <a:pt x="92199" y="281341"/>
                </a:lnTo>
                <a:lnTo>
                  <a:pt x="92236" y="296148"/>
                </a:lnTo>
                <a:lnTo>
                  <a:pt x="92290" y="310956"/>
                </a:lnTo>
                <a:lnTo>
                  <a:pt x="92354" y="325763"/>
                </a:lnTo>
                <a:lnTo>
                  <a:pt x="92428" y="340570"/>
                </a:lnTo>
                <a:lnTo>
                  <a:pt x="92509" y="355378"/>
                </a:lnTo>
                <a:lnTo>
                  <a:pt x="92597" y="370185"/>
                </a:lnTo>
                <a:lnTo>
                  <a:pt x="92692" y="384993"/>
                </a:lnTo>
                <a:lnTo>
                  <a:pt x="92793" y="399800"/>
                </a:lnTo>
                <a:lnTo>
                  <a:pt x="92901" y="414607"/>
                </a:lnTo>
                <a:lnTo>
                  <a:pt x="93016" y="429415"/>
                </a:lnTo>
                <a:lnTo>
                  <a:pt x="93135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11" y="488644"/>
                </a:lnTo>
                <a:lnTo>
                  <a:pt x="93637" y="503452"/>
                </a:lnTo>
                <a:lnTo>
                  <a:pt x="93761" y="518259"/>
                </a:lnTo>
                <a:lnTo>
                  <a:pt x="93881" y="533067"/>
                </a:lnTo>
                <a:lnTo>
                  <a:pt x="93994" y="547874"/>
                </a:lnTo>
                <a:lnTo>
                  <a:pt x="94101" y="562682"/>
                </a:lnTo>
                <a:lnTo>
                  <a:pt x="94200" y="577489"/>
                </a:lnTo>
                <a:lnTo>
                  <a:pt x="94295" y="592296"/>
                </a:lnTo>
                <a:lnTo>
                  <a:pt x="94389" y="607104"/>
                </a:lnTo>
                <a:lnTo>
                  <a:pt x="94489" y="621911"/>
                </a:lnTo>
                <a:lnTo>
                  <a:pt x="94605" y="636719"/>
                </a:lnTo>
                <a:lnTo>
                  <a:pt x="94747" y="651526"/>
                </a:lnTo>
                <a:lnTo>
                  <a:pt x="94931" y="666333"/>
                </a:lnTo>
                <a:lnTo>
                  <a:pt x="95169" y="681141"/>
                </a:lnTo>
                <a:lnTo>
                  <a:pt x="95477" y="695948"/>
                </a:lnTo>
                <a:lnTo>
                  <a:pt x="95867" y="710756"/>
                </a:lnTo>
                <a:lnTo>
                  <a:pt x="96346" y="725563"/>
                </a:lnTo>
                <a:lnTo>
                  <a:pt x="96917" y="740370"/>
                </a:lnTo>
                <a:lnTo>
                  <a:pt x="97575" y="755178"/>
                </a:lnTo>
                <a:lnTo>
                  <a:pt x="98305" y="769985"/>
                </a:lnTo>
                <a:lnTo>
                  <a:pt x="99084" y="784793"/>
                </a:lnTo>
                <a:lnTo>
                  <a:pt x="99880" y="799600"/>
                </a:lnTo>
                <a:lnTo>
                  <a:pt x="100655" y="814407"/>
                </a:lnTo>
                <a:lnTo>
                  <a:pt x="101367" y="829215"/>
                </a:lnTo>
                <a:lnTo>
                  <a:pt x="101975" y="844022"/>
                </a:lnTo>
                <a:lnTo>
                  <a:pt x="102440" y="858830"/>
                </a:lnTo>
                <a:lnTo>
                  <a:pt x="102734" y="873637"/>
                </a:lnTo>
                <a:lnTo>
                  <a:pt x="102840" y="888444"/>
                </a:lnTo>
                <a:lnTo>
                  <a:pt x="102756" y="903252"/>
                </a:lnTo>
                <a:lnTo>
                  <a:pt x="102494" y="918059"/>
                </a:lnTo>
                <a:lnTo>
                  <a:pt x="102078" y="932867"/>
                </a:lnTo>
                <a:lnTo>
                  <a:pt x="101544" y="947674"/>
                </a:lnTo>
                <a:lnTo>
                  <a:pt x="100932" y="962482"/>
                </a:lnTo>
                <a:lnTo>
                  <a:pt x="100288" y="977289"/>
                </a:lnTo>
                <a:lnTo>
                  <a:pt x="99652" y="992096"/>
                </a:lnTo>
                <a:lnTo>
                  <a:pt x="99061" y="1006904"/>
                </a:lnTo>
                <a:lnTo>
                  <a:pt x="98541" y="1021711"/>
                </a:lnTo>
                <a:lnTo>
                  <a:pt x="98111" y="1036519"/>
                </a:lnTo>
                <a:lnTo>
                  <a:pt x="97778" y="1051326"/>
                </a:lnTo>
                <a:lnTo>
                  <a:pt x="97540" y="1066133"/>
                </a:lnTo>
                <a:lnTo>
                  <a:pt x="97387" y="1080941"/>
                </a:lnTo>
                <a:lnTo>
                  <a:pt x="97305" y="1095748"/>
                </a:lnTo>
                <a:lnTo>
                  <a:pt x="97272" y="1110556"/>
                </a:lnTo>
                <a:lnTo>
                  <a:pt x="97269" y="1125363"/>
                </a:lnTo>
                <a:lnTo>
                  <a:pt x="97274" y="1140170"/>
                </a:lnTo>
                <a:lnTo>
                  <a:pt x="97269" y="1154978"/>
                </a:lnTo>
                <a:lnTo>
                  <a:pt x="97237" y="1169785"/>
                </a:lnTo>
                <a:lnTo>
                  <a:pt x="97166" y="1184593"/>
                </a:lnTo>
                <a:lnTo>
                  <a:pt x="97049" y="1199400"/>
                </a:lnTo>
                <a:lnTo>
                  <a:pt x="96884" y="1214207"/>
                </a:lnTo>
                <a:lnTo>
                  <a:pt x="96672" y="1229015"/>
                </a:lnTo>
                <a:lnTo>
                  <a:pt x="96420" y="1243822"/>
                </a:lnTo>
                <a:lnTo>
                  <a:pt x="96137" y="1258630"/>
                </a:lnTo>
                <a:lnTo>
                  <a:pt x="95834" y="1273437"/>
                </a:lnTo>
                <a:lnTo>
                  <a:pt x="95523" y="1288245"/>
                </a:lnTo>
                <a:lnTo>
                  <a:pt x="95218" y="1303052"/>
                </a:lnTo>
                <a:lnTo>
                  <a:pt x="94931" y="1317859"/>
                </a:lnTo>
                <a:lnTo>
                  <a:pt x="94675" y="1332667"/>
                </a:lnTo>
                <a:lnTo>
                  <a:pt x="94458" y="1347474"/>
                </a:lnTo>
                <a:lnTo>
                  <a:pt x="94290" y="1362282"/>
                </a:lnTo>
                <a:lnTo>
                  <a:pt x="94176" y="1377089"/>
                </a:lnTo>
                <a:lnTo>
                  <a:pt x="94123" y="1391896"/>
                </a:lnTo>
                <a:lnTo>
                  <a:pt x="94134" y="1406704"/>
                </a:lnTo>
                <a:lnTo>
                  <a:pt x="94213" y="1421511"/>
                </a:lnTo>
                <a:lnTo>
                  <a:pt x="94367" y="1436319"/>
                </a:lnTo>
                <a:lnTo>
                  <a:pt x="94606" y="1451126"/>
                </a:lnTo>
                <a:lnTo>
                  <a:pt x="94947" y="1465933"/>
                </a:lnTo>
                <a:lnTo>
                  <a:pt x="95415" y="1480741"/>
                </a:lnTo>
                <a:lnTo>
                  <a:pt x="96048" y="1495548"/>
                </a:lnTo>
                <a:lnTo>
                  <a:pt x="96900" y="1510356"/>
                </a:lnTo>
                <a:lnTo>
                  <a:pt x="98039" y="1525163"/>
                </a:lnTo>
                <a:lnTo>
                  <a:pt x="99551" y="1539970"/>
                </a:lnTo>
                <a:lnTo>
                  <a:pt x="101531" y="1554778"/>
                </a:lnTo>
                <a:lnTo>
                  <a:pt x="104084" y="1569585"/>
                </a:lnTo>
                <a:lnTo>
                  <a:pt x="107310" y="1584393"/>
                </a:lnTo>
                <a:lnTo>
                  <a:pt x="111293" y="1599200"/>
                </a:lnTo>
                <a:lnTo>
                  <a:pt x="116083" y="1614007"/>
                </a:lnTo>
                <a:lnTo>
                  <a:pt x="121686" y="1628815"/>
                </a:lnTo>
                <a:lnTo>
                  <a:pt x="128043" y="1643622"/>
                </a:lnTo>
                <a:lnTo>
                  <a:pt x="135019" y="1658430"/>
                </a:lnTo>
                <a:lnTo>
                  <a:pt x="142403" y="1673237"/>
                </a:lnTo>
                <a:lnTo>
                  <a:pt x="149910" y="1688045"/>
                </a:lnTo>
                <a:lnTo>
                  <a:pt x="157193" y="1702852"/>
                </a:lnTo>
                <a:lnTo>
                  <a:pt x="163873" y="1717659"/>
                </a:lnTo>
                <a:lnTo>
                  <a:pt x="169565" y="1732467"/>
                </a:lnTo>
                <a:lnTo>
                  <a:pt x="173920" y="1747274"/>
                </a:lnTo>
                <a:lnTo>
                  <a:pt x="17665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8592">
            <a:extLst>
              <a:ext uri="{FF2B5EF4-FFF2-40B4-BE49-F238E27FC236}">
                <a16:creationId xmlns:a16="http://schemas.microsoft.com/office/drawing/2014/main" id="{46A238AC-CE79-4054-BA01-6FBDE9E10068}"/>
              </a:ext>
            </a:extLst>
          </p:cNvPr>
          <p:cNvSpPr>
            <a:spLocks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4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7" y="977289"/>
                </a:lnTo>
                <a:lnTo>
                  <a:pt x="76885" y="962482"/>
                </a:lnTo>
                <a:lnTo>
                  <a:pt x="76251" y="947674"/>
                </a:lnTo>
                <a:lnTo>
                  <a:pt x="75683" y="932867"/>
                </a:lnTo>
                <a:lnTo>
                  <a:pt x="75224" y="918059"/>
                </a:lnTo>
                <a:lnTo>
                  <a:pt x="74912" y="903252"/>
                </a:lnTo>
                <a:lnTo>
                  <a:pt x="74772" y="888444"/>
                </a:lnTo>
                <a:lnTo>
                  <a:pt x="74818" y="873637"/>
                </a:lnTo>
                <a:lnTo>
                  <a:pt x="75048" y="858830"/>
                </a:lnTo>
                <a:lnTo>
                  <a:pt x="75446" y="844022"/>
                </a:lnTo>
                <a:lnTo>
                  <a:pt x="75984" y="829215"/>
                </a:lnTo>
                <a:lnTo>
                  <a:pt x="76626" y="814407"/>
                </a:lnTo>
                <a:lnTo>
                  <a:pt x="77329" y="799600"/>
                </a:lnTo>
                <a:lnTo>
                  <a:pt x="78054" y="784793"/>
                </a:lnTo>
                <a:lnTo>
                  <a:pt x="78762" y="769985"/>
                </a:lnTo>
                <a:lnTo>
                  <a:pt x="79425" y="755178"/>
                </a:lnTo>
                <a:lnTo>
                  <a:pt x="80021" y="740370"/>
                </a:lnTo>
                <a:lnTo>
                  <a:pt x="80537" y="725563"/>
                </a:lnTo>
                <a:lnTo>
                  <a:pt x="80971" y="710756"/>
                </a:lnTo>
                <a:lnTo>
                  <a:pt x="81327" y="695948"/>
                </a:lnTo>
                <a:lnTo>
                  <a:pt x="81613" y="681141"/>
                </a:lnTo>
                <a:lnTo>
                  <a:pt x="81844" y="666333"/>
                </a:lnTo>
                <a:lnTo>
                  <a:pt x="82032" y="651526"/>
                </a:lnTo>
                <a:lnTo>
                  <a:pt x="82192" y="636719"/>
                </a:lnTo>
                <a:lnTo>
                  <a:pt x="82337" y="621911"/>
                </a:lnTo>
                <a:lnTo>
                  <a:pt x="82477" y="607104"/>
                </a:lnTo>
                <a:lnTo>
                  <a:pt x="82618" y="592296"/>
                </a:lnTo>
                <a:lnTo>
                  <a:pt x="82766" y="577489"/>
                </a:lnTo>
                <a:lnTo>
                  <a:pt x="82924" y="562682"/>
                </a:lnTo>
                <a:lnTo>
                  <a:pt x="83091" y="547874"/>
                </a:lnTo>
                <a:lnTo>
                  <a:pt x="83268" y="533067"/>
                </a:lnTo>
                <a:lnTo>
                  <a:pt x="83453" y="518259"/>
                </a:lnTo>
                <a:lnTo>
                  <a:pt x="83644" y="503452"/>
                </a:lnTo>
                <a:lnTo>
                  <a:pt x="83842" y="488644"/>
                </a:lnTo>
                <a:lnTo>
                  <a:pt x="84044" y="473837"/>
                </a:lnTo>
                <a:lnTo>
                  <a:pt x="84248" y="459030"/>
                </a:lnTo>
                <a:lnTo>
                  <a:pt x="84454" y="444222"/>
                </a:lnTo>
                <a:lnTo>
                  <a:pt x="84659" y="429415"/>
                </a:lnTo>
                <a:lnTo>
                  <a:pt x="84859" y="414607"/>
                </a:lnTo>
                <a:lnTo>
                  <a:pt x="85052" y="399800"/>
                </a:lnTo>
                <a:lnTo>
                  <a:pt x="85233" y="384993"/>
                </a:lnTo>
                <a:lnTo>
                  <a:pt x="85397" y="370185"/>
                </a:lnTo>
                <a:lnTo>
                  <a:pt x="85541" y="355378"/>
                </a:lnTo>
                <a:lnTo>
                  <a:pt x="85659" y="340570"/>
                </a:lnTo>
                <a:lnTo>
                  <a:pt x="85748" y="325763"/>
                </a:lnTo>
                <a:lnTo>
                  <a:pt x="85801" y="310956"/>
                </a:lnTo>
                <a:lnTo>
                  <a:pt x="85814" y="296148"/>
                </a:lnTo>
                <a:lnTo>
                  <a:pt x="85777" y="281341"/>
                </a:lnTo>
                <a:lnTo>
                  <a:pt x="85681" y="266533"/>
                </a:lnTo>
                <a:lnTo>
                  <a:pt x="85508" y="251726"/>
                </a:lnTo>
                <a:lnTo>
                  <a:pt x="85241" y="236919"/>
                </a:lnTo>
                <a:lnTo>
                  <a:pt x="84855" y="222111"/>
                </a:lnTo>
                <a:lnTo>
                  <a:pt x="84324" y="207304"/>
                </a:lnTo>
                <a:lnTo>
                  <a:pt x="83621" y="192496"/>
                </a:lnTo>
                <a:lnTo>
                  <a:pt x="82721" y="177689"/>
                </a:lnTo>
                <a:lnTo>
                  <a:pt x="81609" y="162881"/>
                </a:lnTo>
                <a:lnTo>
                  <a:pt x="80279" y="148074"/>
                </a:lnTo>
                <a:lnTo>
                  <a:pt x="78743" y="133267"/>
                </a:lnTo>
                <a:lnTo>
                  <a:pt x="77032" y="118459"/>
                </a:lnTo>
                <a:lnTo>
                  <a:pt x="75199" y="103652"/>
                </a:lnTo>
                <a:lnTo>
                  <a:pt x="73317" y="88844"/>
                </a:lnTo>
                <a:lnTo>
                  <a:pt x="71476" y="74037"/>
                </a:lnTo>
                <a:lnTo>
                  <a:pt x="69778" y="59230"/>
                </a:lnTo>
                <a:lnTo>
                  <a:pt x="68324" y="44422"/>
                </a:lnTo>
                <a:lnTo>
                  <a:pt x="67208" y="29615"/>
                </a:lnTo>
                <a:lnTo>
                  <a:pt x="66505" y="14807"/>
                </a:lnTo>
                <a:lnTo>
                  <a:pt x="66265" y="0"/>
                </a:lnTo>
                <a:lnTo>
                  <a:pt x="111322" y="0"/>
                </a:lnTo>
                <a:lnTo>
                  <a:pt x="111322" y="0"/>
                </a:lnTo>
                <a:lnTo>
                  <a:pt x="111082" y="14807"/>
                </a:lnTo>
                <a:lnTo>
                  <a:pt x="110380" y="29615"/>
                </a:lnTo>
                <a:lnTo>
                  <a:pt x="109263" y="44422"/>
                </a:lnTo>
                <a:lnTo>
                  <a:pt x="107809" y="59230"/>
                </a:lnTo>
                <a:lnTo>
                  <a:pt x="106111" y="74037"/>
                </a:lnTo>
                <a:lnTo>
                  <a:pt x="104270" y="88844"/>
                </a:lnTo>
                <a:lnTo>
                  <a:pt x="102388" y="103652"/>
                </a:lnTo>
                <a:lnTo>
                  <a:pt x="100555" y="118459"/>
                </a:lnTo>
                <a:lnTo>
                  <a:pt x="98844" y="133267"/>
                </a:lnTo>
                <a:lnTo>
                  <a:pt x="97308" y="148074"/>
                </a:lnTo>
                <a:lnTo>
                  <a:pt x="95978" y="162881"/>
                </a:lnTo>
                <a:lnTo>
                  <a:pt x="94866" y="177689"/>
                </a:lnTo>
                <a:lnTo>
                  <a:pt x="93966" y="192496"/>
                </a:lnTo>
                <a:lnTo>
                  <a:pt x="93263" y="207304"/>
                </a:lnTo>
                <a:lnTo>
                  <a:pt x="92732" y="222111"/>
                </a:lnTo>
                <a:lnTo>
                  <a:pt x="92346" y="236919"/>
                </a:lnTo>
                <a:lnTo>
                  <a:pt x="92079" y="251726"/>
                </a:lnTo>
                <a:lnTo>
                  <a:pt x="91907" y="266533"/>
                </a:lnTo>
                <a:lnTo>
                  <a:pt x="91810" y="281341"/>
                </a:lnTo>
                <a:lnTo>
                  <a:pt x="91773" y="296148"/>
                </a:lnTo>
                <a:lnTo>
                  <a:pt x="91786" y="310956"/>
                </a:lnTo>
                <a:lnTo>
                  <a:pt x="91840" y="325763"/>
                </a:lnTo>
                <a:lnTo>
                  <a:pt x="91928" y="340570"/>
                </a:lnTo>
                <a:lnTo>
                  <a:pt x="92046" y="355378"/>
                </a:lnTo>
                <a:lnTo>
                  <a:pt x="92190" y="370185"/>
                </a:lnTo>
                <a:lnTo>
                  <a:pt x="92355" y="384993"/>
                </a:lnTo>
                <a:lnTo>
                  <a:pt x="92535" y="399800"/>
                </a:lnTo>
                <a:lnTo>
                  <a:pt x="92728" y="414607"/>
                </a:lnTo>
                <a:lnTo>
                  <a:pt x="92928" y="429415"/>
                </a:lnTo>
                <a:lnTo>
                  <a:pt x="93133" y="444222"/>
                </a:lnTo>
                <a:lnTo>
                  <a:pt x="93339" y="459030"/>
                </a:lnTo>
                <a:lnTo>
                  <a:pt x="93543" y="473837"/>
                </a:lnTo>
                <a:lnTo>
                  <a:pt x="93745" y="488644"/>
                </a:lnTo>
                <a:lnTo>
                  <a:pt x="93943" y="503452"/>
                </a:lnTo>
                <a:lnTo>
                  <a:pt x="94135" y="518259"/>
                </a:lnTo>
                <a:lnTo>
                  <a:pt x="94320" y="533067"/>
                </a:lnTo>
                <a:lnTo>
                  <a:pt x="94496" y="547874"/>
                </a:lnTo>
                <a:lnTo>
                  <a:pt x="94664" y="562682"/>
                </a:lnTo>
                <a:lnTo>
                  <a:pt x="94821" y="577489"/>
                </a:lnTo>
                <a:lnTo>
                  <a:pt x="94969" y="592296"/>
                </a:lnTo>
                <a:lnTo>
                  <a:pt x="95110" y="607104"/>
                </a:lnTo>
                <a:lnTo>
                  <a:pt x="95250" y="621911"/>
                </a:lnTo>
                <a:lnTo>
                  <a:pt x="95395" y="636719"/>
                </a:lnTo>
                <a:lnTo>
                  <a:pt x="95555" y="651526"/>
                </a:lnTo>
                <a:lnTo>
                  <a:pt x="95744" y="666333"/>
                </a:lnTo>
                <a:lnTo>
                  <a:pt x="95974" y="681141"/>
                </a:lnTo>
                <a:lnTo>
                  <a:pt x="96260" y="695948"/>
                </a:lnTo>
                <a:lnTo>
                  <a:pt x="96616" y="710756"/>
                </a:lnTo>
                <a:lnTo>
                  <a:pt x="97050" y="725563"/>
                </a:lnTo>
                <a:lnTo>
                  <a:pt x="97566" y="740370"/>
                </a:lnTo>
                <a:lnTo>
                  <a:pt x="98162" y="755178"/>
                </a:lnTo>
                <a:lnTo>
                  <a:pt x="98825" y="769985"/>
                </a:lnTo>
                <a:lnTo>
                  <a:pt x="99534" y="784793"/>
                </a:lnTo>
                <a:lnTo>
                  <a:pt x="100258" y="799600"/>
                </a:lnTo>
                <a:lnTo>
                  <a:pt x="100961" y="814407"/>
                </a:lnTo>
                <a:lnTo>
                  <a:pt x="101603" y="829215"/>
                </a:lnTo>
                <a:lnTo>
                  <a:pt x="102141" y="844022"/>
                </a:lnTo>
                <a:lnTo>
                  <a:pt x="102539" y="858830"/>
                </a:lnTo>
                <a:lnTo>
                  <a:pt x="102769" y="873637"/>
                </a:lnTo>
                <a:lnTo>
                  <a:pt x="102815" y="888444"/>
                </a:lnTo>
                <a:lnTo>
                  <a:pt x="102676" y="903252"/>
                </a:lnTo>
                <a:lnTo>
                  <a:pt x="102363" y="918059"/>
                </a:lnTo>
                <a:lnTo>
                  <a:pt x="101904" y="932867"/>
                </a:lnTo>
                <a:lnTo>
                  <a:pt x="101336" y="947674"/>
                </a:lnTo>
                <a:lnTo>
                  <a:pt x="100702" y="962482"/>
                </a:lnTo>
                <a:lnTo>
                  <a:pt x="100050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9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7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8593">
            <a:extLst>
              <a:ext uri="{FF2B5EF4-FFF2-40B4-BE49-F238E27FC236}">
                <a16:creationId xmlns:a16="http://schemas.microsoft.com/office/drawing/2014/main" id="{4B1879C2-0BA6-4F41-A32A-63AFDCF68719}"/>
              </a:ext>
            </a:extLst>
          </p:cNvPr>
          <p:cNvSpPr>
            <a:spLocks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3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8" y="977289"/>
                </a:lnTo>
                <a:lnTo>
                  <a:pt x="76885" y="962482"/>
                </a:lnTo>
                <a:lnTo>
                  <a:pt x="76252" y="947674"/>
                </a:lnTo>
                <a:lnTo>
                  <a:pt x="75685" y="932867"/>
                </a:lnTo>
                <a:lnTo>
                  <a:pt x="75226" y="918059"/>
                </a:lnTo>
                <a:lnTo>
                  <a:pt x="74915" y="903252"/>
                </a:lnTo>
                <a:lnTo>
                  <a:pt x="74778" y="888444"/>
                </a:lnTo>
                <a:lnTo>
                  <a:pt x="74827" y="873637"/>
                </a:lnTo>
                <a:lnTo>
                  <a:pt x="75062" y="858830"/>
                </a:lnTo>
                <a:lnTo>
                  <a:pt x="75467" y="844022"/>
                </a:lnTo>
                <a:lnTo>
                  <a:pt x="76014" y="829215"/>
                </a:lnTo>
                <a:lnTo>
                  <a:pt x="76668" y="814407"/>
                </a:lnTo>
                <a:lnTo>
                  <a:pt x="77388" y="799600"/>
                </a:lnTo>
                <a:lnTo>
                  <a:pt x="78133" y="784793"/>
                </a:lnTo>
                <a:lnTo>
                  <a:pt x="78869" y="769985"/>
                </a:lnTo>
                <a:lnTo>
                  <a:pt x="79563" y="755178"/>
                </a:lnTo>
                <a:lnTo>
                  <a:pt x="80197" y="740370"/>
                </a:lnTo>
                <a:lnTo>
                  <a:pt x="80756" y="725563"/>
                </a:lnTo>
                <a:lnTo>
                  <a:pt x="81237" y="710756"/>
                </a:lnTo>
                <a:lnTo>
                  <a:pt x="81643" y="695948"/>
                </a:lnTo>
                <a:lnTo>
                  <a:pt x="81980" y="681141"/>
                </a:lnTo>
                <a:lnTo>
                  <a:pt x="82259" y="666333"/>
                </a:lnTo>
                <a:lnTo>
                  <a:pt x="82493" y="651526"/>
                </a:lnTo>
                <a:lnTo>
                  <a:pt x="82691" y="636719"/>
                </a:lnTo>
                <a:lnTo>
                  <a:pt x="82865" y="621911"/>
                </a:lnTo>
                <a:lnTo>
                  <a:pt x="83021" y="607104"/>
                </a:lnTo>
                <a:lnTo>
                  <a:pt x="83167" y="592296"/>
                </a:lnTo>
                <a:lnTo>
                  <a:pt x="83306" y="577489"/>
                </a:lnTo>
                <a:lnTo>
                  <a:pt x="83440" y="562682"/>
                </a:lnTo>
                <a:lnTo>
                  <a:pt x="83571" y="547874"/>
                </a:lnTo>
                <a:lnTo>
                  <a:pt x="83700" y="533067"/>
                </a:lnTo>
                <a:lnTo>
                  <a:pt x="83827" y="518259"/>
                </a:lnTo>
                <a:lnTo>
                  <a:pt x="83953" y="503452"/>
                </a:lnTo>
                <a:lnTo>
                  <a:pt x="84078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4" y="444222"/>
                </a:lnTo>
                <a:lnTo>
                  <a:pt x="84578" y="429415"/>
                </a:lnTo>
                <a:lnTo>
                  <a:pt x="84699" y="414607"/>
                </a:lnTo>
                <a:lnTo>
                  <a:pt x="84816" y="399800"/>
                </a:lnTo>
                <a:lnTo>
                  <a:pt x="84924" y="384993"/>
                </a:lnTo>
                <a:lnTo>
                  <a:pt x="85023" y="370185"/>
                </a:lnTo>
                <a:lnTo>
                  <a:pt x="85109" y="355378"/>
                </a:lnTo>
                <a:lnTo>
                  <a:pt x="85179" y="340570"/>
                </a:lnTo>
                <a:lnTo>
                  <a:pt x="85231" y="325763"/>
                </a:lnTo>
                <a:lnTo>
                  <a:pt x="85262" y="310956"/>
                </a:lnTo>
                <a:lnTo>
                  <a:pt x="85265" y="296148"/>
                </a:lnTo>
                <a:lnTo>
                  <a:pt x="85233" y="281341"/>
                </a:lnTo>
                <a:lnTo>
                  <a:pt x="85153" y="266533"/>
                </a:lnTo>
                <a:lnTo>
                  <a:pt x="85009" y="251726"/>
                </a:lnTo>
                <a:lnTo>
                  <a:pt x="84780" y="236919"/>
                </a:lnTo>
                <a:lnTo>
                  <a:pt x="84439" y="222111"/>
                </a:lnTo>
                <a:lnTo>
                  <a:pt x="83957" y="207304"/>
                </a:lnTo>
                <a:lnTo>
                  <a:pt x="83305" y="192496"/>
                </a:lnTo>
                <a:lnTo>
                  <a:pt x="82456" y="177689"/>
                </a:lnTo>
                <a:lnTo>
                  <a:pt x="81390" y="162881"/>
                </a:lnTo>
                <a:lnTo>
                  <a:pt x="80103" y="148074"/>
                </a:lnTo>
                <a:lnTo>
                  <a:pt x="78605" y="133267"/>
                </a:lnTo>
                <a:lnTo>
                  <a:pt x="76926" y="118459"/>
                </a:lnTo>
                <a:lnTo>
                  <a:pt x="75119" y="103652"/>
                </a:lnTo>
                <a:lnTo>
                  <a:pt x="73258" y="88844"/>
                </a:lnTo>
                <a:lnTo>
                  <a:pt x="71434" y="74037"/>
                </a:lnTo>
                <a:lnTo>
                  <a:pt x="69748" y="59230"/>
                </a:lnTo>
                <a:lnTo>
                  <a:pt x="68302" y="44422"/>
                </a:lnTo>
                <a:lnTo>
                  <a:pt x="67192" y="29615"/>
                </a:lnTo>
                <a:lnTo>
                  <a:pt x="66493" y="14807"/>
                </a:lnTo>
                <a:lnTo>
                  <a:pt x="66254" y="0"/>
                </a:lnTo>
                <a:lnTo>
                  <a:pt x="111333" y="0"/>
                </a:lnTo>
                <a:lnTo>
                  <a:pt x="111333" y="0"/>
                </a:lnTo>
                <a:lnTo>
                  <a:pt x="111095" y="14807"/>
                </a:lnTo>
                <a:lnTo>
                  <a:pt x="110395" y="29615"/>
                </a:lnTo>
                <a:lnTo>
                  <a:pt x="109285" y="44422"/>
                </a:lnTo>
                <a:lnTo>
                  <a:pt x="107839" y="59230"/>
                </a:lnTo>
                <a:lnTo>
                  <a:pt x="106153" y="74037"/>
                </a:lnTo>
                <a:lnTo>
                  <a:pt x="104329" y="88844"/>
                </a:lnTo>
                <a:lnTo>
                  <a:pt x="102468" y="103652"/>
                </a:lnTo>
                <a:lnTo>
                  <a:pt x="100661" y="118459"/>
                </a:lnTo>
                <a:lnTo>
                  <a:pt x="98982" y="133267"/>
                </a:lnTo>
                <a:lnTo>
                  <a:pt x="97484" y="148074"/>
                </a:lnTo>
                <a:lnTo>
                  <a:pt x="96197" y="162881"/>
                </a:lnTo>
                <a:lnTo>
                  <a:pt x="95132" y="177689"/>
                </a:lnTo>
                <a:lnTo>
                  <a:pt x="94282" y="192496"/>
                </a:lnTo>
                <a:lnTo>
                  <a:pt x="93630" y="207304"/>
                </a:lnTo>
                <a:lnTo>
                  <a:pt x="93148" y="222111"/>
                </a:lnTo>
                <a:lnTo>
                  <a:pt x="92807" y="236919"/>
                </a:lnTo>
                <a:lnTo>
                  <a:pt x="92578" y="251726"/>
                </a:lnTo>
                <a:lnTo>
                  <a:pt x="92434" y="266533"/>
                </a:lnTo>
                <a:lnTo>
                  <a:pt x="92355" y="281341"/>
                </a:lnTo>
                <a:lnTo>
                  <a:pt x="92322" y="296148"/>
                </a:lnTo>
                <a:lnTo>
                  <a:pt x="92325" y="310956"/>
                </a:lnTo>
                <a:lnTo>
                  <a:pt x="92356" y="325763"/>
                </a:lnTo>
                <a:lnTo>
                  <a:pt x="92408" y="340570"/>
                </a:lnTo>
                <a:lnTo>
                  <a:pt x="92478" y="355378"/>
                </a:lnTo>
                <a:lnTo>
                  <a:pt x="92564" y="370185"/>
                </a:lnTo>
                <a:lnTo>
                  <a:pt x="92663" y="384993"/>
                </a:lnTo>
                <a:lnTo>
                  <a:pt x="92772" y="399800"/>
                </a:lnTo>
                <a:lnTo>
                  <a:pt x="92888" y="414607"/>
                </a:lnTo>
                <a:lnTo>
                  <a:pt x="93009" y="429415"/>
                </a:lnTo>
                <a:lnTo>
                  <a:pt x="93133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09" y="488644"/>
                </a:lnTo>
                <a:lnTo>
                  <a:pt x="93634" y="503452"/>
                </a:lnTo>
                <a:lnTo>
                  <a:pt x="93760" y="518259"/>
                </a:lnTo>
                <a:lnTo>
                  <a:pt x="93887" y="533067"/>
                </a:lnTo>
                <a:lnTo>
                  <a:pt x="94016" y="547874"/>
                </a:lnTo>
                <a:lnTo>
                  <a:pt x="94147" y="562682"/>
                </a:lnTo>
                <a:lnTo>
                  <a:pt x="94281" y="577489"/>
                </a:lnTo>
                <a:lnTo>
                  <a:pt x="94420" y="592296"/>
                </a:lnTo>
                <a:lnTo>
                  <a:pt x="94566" y="607104"/>
                </a:lnTo>
                <a:lnTo>
                  <a:pt x="94722" y="621911"/>
                </a:lnTo>
                <a:lnTo>
                  <a:pt x="94896" y="636719"/>
                </a:lnTo>
                <a:lnTo>
                  <a:pt x="95094" y="651526"/>
                </a:lnTo>
                <a:lnTo>
                  <a:pt x="95328" y="666333"/>
                </a:lnTo>
                <a:lnTo>
                  <a:pt x="95607" y="681141"/>
                </a:lnTo>
                <a:lnTo>
                  <a:pt x="95944" y="695948"/>
                </a:lnTo>
                <a:lnTo>
                  <a:pt x="96350" y="710756"/>
                </a:lnTo>
                <a:lnTo>
                  <a:pt x="96831" y="725563"/>
                </a:lnTo>
                <a:lnTo>
                  <a:pt x="97390" y="740370"/>
                </a:lnTo>
                <a:lnTo>
                  <a:pt x="98024" y="755178"/>
                </a:lnTo>
                <a:lnTo>
                  <a:pt x="98719" y="769985"/>
                </a:lnTo>
                <a:lnTo>
                  <a:pt x="99454" y="784793"/>
                </a:lnTo>
                <a:lnTo>
                  <a:pt x="100200" y="799600"/>
                </a:lnTo>
                <a:lnTo>
                  <a:pt x="100920" y="814407"/>
                </a:lnTo>
                <a:lnTo>
                  <a:pt x="101573" y="829215"/>
                </a:lnTo>
                <a:lnTo>
                  <a:pt x="102121" y="844022"/>
                </a:lnTo>
                <a:lnTo>
                  <a:pt x="102525" y="858830"/>
                </a:lnTo>
                <a:lnTo>
                  <a:pt x="102760" y="873637"/>
                </a:lnTo>
                <a:lnTo>
                  <a:pt x="102810" y="888444"/>
                </a:lnTo>
                <a:lnTo>
                  <a:pt x="102672" y="903252"/>
                </a:lnTo>
                <a:lnTo>
                  <a:pt x="102361" y="918059"/>
                </a:lnTo>
                <a:lnTo>
                  <a:pt x="101903" y="932867"/>
                </a:lnTo>
                <a:lnTo>
                  <a:pt x="101335" y="947674"/>
                </a:lnTo>
                <a:lnTo>
                  <a:pt x="100702" y="962482"/>
                </a:lnTo>
                <a:lnTo>
                  <a:pt x="100049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8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6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8594">
            <a:extLst>
              <a:ext uri="{FF2B5EF4-FFF2-40B4-BE49-F238E27FC236}">
                <a16:creationId xmlns:a16="http://schemas.microsoft.com/office/drawing/2014/main" id="{7186EB7D-72E2-4974-97B5-6855141EAFBC}"/>
              </a:ext>
            </a:extLst>
          </p:cNvPr>
          <p:cNvSpPr>
            <a:spLocks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8595">
            <a:extLst>
              <a:ext uri="{FF2B5EF4-FFF2-40B4-BE49-F238E27FC236}">
                <a16:creationId xmlns:a16="http://schemas.microsoft.com/office/drawing/2014/main" id="{EB466408-4F49-4C45-9834-AF50EE3586D8}"/>
              </a:ext>
            </a:extLst>
          </p:cNvPr>
          <p:cNvSpPr>
            <a:spLocks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8596">
            <a:extLst>
              <a:ext uri="{FF2B5EF4-FFF2-40B4-BE49-F238E27FC236}">
                <a16:creationId xmlns:a16="http://schemas.microsoft.com/office/drawing/2014/main" id="{0F22814E-8F77-4738-9932-475AB1D3F84C}"/>
              </a:ext>
            </a:extLst>
          </p:cNvPr>
          <p:cNvSpPr>
            <a:spLocks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8597">
            <a:extLst>
              <a:ext uri="{FF2B5EF4-FFF2-40B4-BE49-F238E27FC236}">
                <a16:creationId xmlns:a16="http://schemas.microsoft.com/office/drawing/2014/main" id="{7ED348A5-A5CF-43CD-ABDB-1432F310020C}"/>
              </a:ext>
            </a:extLst>
          </p:cNvPr>
          <p:cNvSpPr>
            <a:spLocks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8598">
            <a:extLst>
              <a:ext uri="{FF2B5EF4-FFF2-40B4-BE49-F238E27FC236}">
                <a16:creationId xmlns:a16="http://schemas.microsoft.com/office/drawing/2014/main" id="{4156AF85-0D9A-471A-9350-43455548BC87}"/>
              </a:ext>
            </a:extLst>
          </p:cNvPr>
          <p:cNvSpPr>
            <a:spLocks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8599">
            <a:extLst>
              <a:ext uri="{FF2B5EF4-FFF2-40B4-BE49-F238E27FC236}">
                <a16:creationId xmlns:a16="http://schemas.microsoft.com/office/drawing/2014/main" id="{CA852772-84EC-4F05-80A3-F14E038C07DD}"/>
              </a:ext>
            </a:extLst>
          </p:cNvPr>
          <p:cNvSpPr>
            <a:spLocks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8600">
            <a:extLst>
              <a:ext uri="{FF2B5EF4-FFF2-40B4-BE49-F238E27FC236}">
                <a16:creationId xmlns:a16="http://schemas.microsoft.com/office/drawing/2014/main" id="{14BE8B9E-F688-4724-BFA6-C8612E1CBE0D}"/>
              </a:ext>
            </a:extLst>
          </p:cNvPr>
          <p:cNvSpPr>
            <a:spLocks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8601">
            <a:extLst>
              <a:ext uri="{FF2B5EF4-FFF2-40B4-BE49-F238E27FC236}">
                <a16:creationId xmlns:a16="http://schemas.microsoft.com/office/drawing/2014/main" id="{778540CF-C59D-429F-80F6-9EB6DA8E961D}"/>
              </a:ext>
            </a:extLst>
          </p:cNvPr>
          <p:cNvSpPr>
            <a:spLocks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8602">
            <a:extLst>
              <a:ext uri="{FF2B5EF4-FFF2-40B4-BE49-F238E27FC236}">
                <a16:creationId xmlns:a16="http://schemas.microsoft.com/office/drawing/2014/main" id="{39093A9E-EE88-482C-A9E0-281BFDE44C55}"/>
              </a:ext>
            </a:extLst>
          </p:cNvPr>
          <p:cNvSpPr>
            <a:spLocks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8603">
            <a:extLst>
              <a:ext uri="{FF2B5EF4-FFF2-40B4-BE49-F238E27FC236}">
                <a16:creationId xmlns:a16="http://schemas.microsoft.com/office/drawing/2014/main" id="{761E7A82-9A44-491D-A379-FD2FEDD4B65C}"/>
              </a:ext>
            </a:extLst>
          </p:cNvPr>
          <p:cNvSpPr>
            <a:spLocks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8604">
            <a:extLst>
              <a:ext uri="{FF2B5EF4-FFF2-40B4-BE49-F238E27FC236}">
                <a16:creationId xmlns:a16="http://schemas.microsoft.com/office/drawing/2014/main" id="{2351F18C-9241-471A-BEBE-FEE4932B124F}"/>
              </a:ext>
            </a:extLst>
          </p:cNvPr>
          <p:cNvSpPr>
            <a:spLocks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8605">
            <a:extLst>
              <a:ext uri="{FF2B5EF4-FFF2-40B4-BE49-F238E27FC236}">
                <a16:creationId xmlns:a16="http://schemas.microsoft.com/office/drawing/2014/main" id="{7E97D036-55C6-46B9-AB19-40341F3F4876}"/>
              </a:ext>
            </a:extLst>
          </p:cNvPr>
          <p:cNvSpPr>
            <a:spLocks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8606">
            <a:extLst>
              <a:ext uri="{FF2B5EF4-FFF2-40B4-BE49-F238E27FC236}">
                <a16:creationId xmlns:a16="http://schemas.microsoft.com/office/drawing/2014/main" id="{5E3A76B3-D421-4317-807F-BB108CFD54DE}"/>
              </a:ext>
            </a:extLst>
          </p:cNvPr>
          <p:cNvSpPr>
            <a:spLocks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8607">
            <a:extLst>
              <a:ext uri="{FF2B5EF4-FFF2-40B4-BE49-F238E27FC236}">
                <a16:creationId xmlns:a16="http://schemas.microsoft.com/office/drawing/2014/main" id="{2216F827-68A9-4505-A284-9572BE297E0D}"/>
              </a:ext>
            </a:extLst>
          </p:cNvPr>
          <p:cNvSpPr>
            <a:spLocks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8608">
            <a:extLst>
              <a:ext uri="{FF2B5EF4-FFF2-40B4-BE49-F238E27FC236}">
                <a16:creationId xmlns:a16="http://schemas.microsoft.com/office/drawing/2014/main" id="{F84304B9-EDCA-4592-8062-AB22C2F9B375}"/>
              </a:ext>
            </a:extLst>
          </p:cNvPr>
          <p:cNvSpPr>
            <a:spLocks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8609">
            <a:extLst>
              <a:ext uri="{FF2B5EF4-FFF2-40B4-BE49-F238E27FC236}">
                <a16:creationId xmlns:a16="http://schemas.microsoft.com/office/drawing/2014/main" id="{89CA28D5-C23D-4905-8E08-1B8F63F24790}"/>
              </a:ext>
            </a:extLst>
          </p:cNvPr>
          <p:cNvSpPr>
            <a:spLocks/>
          </p:cNvSpPr>
          <p:nvPr/>
        </p:nvSpPr>
        <p:spPr>
          <a:xfrm>
            <a:off x="7223632" y="35919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8610">
            <a:extLst>
              <a:ext uri="{FF2B5EF4-FFF2-40B4-BE49-F238E27FC236}">
                <a16:creationId xmlns:a16="http://schemas.microsoft.com/office/drawing/2014/main" id="{2D5CF364-2DED-4FA7-8105-A499062527CE}"/>
              </a:ext>
            </a:extLst>
          </p:cNvPr>
          <p:cNvSpPr>
            <a:spLocks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8611">
            <a:extLst>
              <a:ext uri="{FF2B5EF4-FFF2-40B4-BE49-F238E27FC236}">
                <a16:creationId xmlns:a16="http://schemas.microsoft.com/office/drawing/2014/main" id="{0AD1074E-222E-40DB-847D-C0E88E21AA9B}"/>
              </a:ext>
            </a:extLst>
          </p:cNvPr>
          <p:cNvSpPr>
            <a:spLocks/>
          </p:cNvSpPr>
          <p:nvPr/>
        </p:nvSpPr>
        <p:spPr>
          <a:xfrm>
            <a:off x="72434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8612">
            <a:extLst>
              <a:ext uri="{FF2B5EF4-FFF2-40B4-BE49-F238E27FC236}">
                <a16:creationId xmlns:a16="http://schemas.microsoft.com/office/drawing/2014/main" id="{83A16C95-11E4-4441-A222-B897A2D911BA}"/>
              </a:ext>
            </a:extLst>
          </p:cNvPr>
          <p:cNvSpPr>
            <a:spLocks/>
          </p:cNvSpPr>
          <p:nvPr/>
        </p:nvSpPr>
        <p:spPr>
          <a:xfrm>
            <a:off x="72655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8613">
            <a:extLst>
              <a:ext uri="{FF2B5EF4-FFF2-40B4-BE49-F238E27FC236}">
                <a16:creationId xmlns:a16="http://schemas.microsoft.com/office/drawing/2014/main" id="{33141113-3805-46CF-9761-B13EC4C7B802}"/>
              </a:ext>
            </a:extLst>
          </p:cNvPr>
          <p:cNvSpPr>
            <a:spLocks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8614">
            <a:extLst>
              <a:ext uri="{FF2B5EF4-FFF2-40B4-BE49-F238E27FC236}">
                <a16:creationId xmlns:a16="http://schemas.microsoft.com/office/drawing/2014/main" id="{D0ECAE26-9AC7-4EF1-B700-A86DE038F7C3}"/>
              </a:ext>
            </a:extLst>
          </p:cNvPr>
          <p:cNvSpPr>
            <a:spLocks/>
          </p:cNvSpPr>
          <p:nvPr/>
        </p:nvSpPr>
        <p:spPr>
          <a:xfrm>
            <a:off x="7327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8615">
            <a:extLst>
              <a:ext uri="{FF2B5EF4-FFF2-40B4-BE49-F238E27FC236}">
                <a16:creationId xmlns:a16="http://schemas.microsoft.com/office/drawing/2014/main" id="{E88FC692-508D-4FFF-8FD6-14B3E5E2B3DA}"/>
              </a:ext>
            </a:extLst>
          </p:cNvPr>
          <p:cNvSpPr>
            <a:spLocks/>
          </p:cNvSpPr>
          <p:nvPr/>
        </p:nvSpPr>
        <p:spPr>
          <a:xfrm>
            <a:off x="7230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8616">
            <a:extLst>
              <a:ext uri="{FF2B5EF4-FFF2-40B4-BE49-F238E27FC236}">
                <a16:creationId xmlns:a16="http://schemas.microsoft.com/office/drawing/2014/main" id="{753E5755-3C1C-46D5-9136-D281C0FCD103}"/>
              </a:ext>
            </a:extLst>
          </p:cNvPr>
          <p:cNvSpPr>
            <a:spLocks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8617">
            <a:extLst>
              <a:ext uri="{FF2B5EF4-FFF2-40B4-BE49-F238E27FC236}">
                <a16:creationId xmlns:a16="http://schemas.microsoft.com/office/drawing/2014/main" id="{D527DFB4-3853-4B28-A7ED-77EB20ADC525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8618">
            <a:extLst>
              <a:ext uri="{FF2B5EF4-FFF2-40B4-BE49-F238E27FC236}">
                <a16:creationId xmlns:a16="http://schemas.microsoft.com/office/drawing/2014/main" id="{E9DE5F61-83E2-4839-8946-B55B50ACF734}"/>
              </a:ext>
            </a:extLst>
          </p:cNvPr>
          <p:cNvSpPr>
            <a:spLocks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8619">
            <a:extLst>
              <a:ext uri="{FF2B5EF4-FFF2-40B4-BE49-F238E27FC236}">
                <a16:creationId xmlns:a16="http://schemas.microsoft.com/office/drawing/2014/main" id="{47254789-0DC3-43E7-A1BB-690699932A1B}"/>
              </a:ext>
            </a:extLst>
          </p:cNvPr>
          <p:cNvSpPr>
            <a:spLocks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8620">
            <a:extLst>
              <a:ext uri="{FF2B5EF4-FFF2-40B4-BE49-F238E27FC236}">
                <a16:creationId xmlns:a16="http://schemas.microsoft.com/office/drawing/2014/main" id="{E2D819FE-943A-4980-80A5-3A6578CFE983}"/>
              </a:ext>
            </a:extLst>
          </p:cNvPr>
          <p:cNvSpPr>
            <a:spLocks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8621">
            <a:extLst>
              <a:ext uri="{FF2B5EF4-FFF2-40B4-BE49-F238E27FC236}">
                <a16:creationId xmlns:a16="http://schemas.microsoft.com/office/drawing/2014/main" id="{086D313D-CF68-465E-BC0E-B39A81187A0D}"/>
              </a:ext>
            </a:extLst>
          </p:cNvPr>
          <p:cNvSpPr>
            <a:spLocks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8622">
            <a:extLst>
              <a:ext uri="{FF2B5EF4-FFF2-40B4-BE49-F238E27FC236}">
                <a16:creationId xmlns:a16="http://schemas.microsoft.com/office/drawing/2014/main" id="{90B158F5-A3F2-4D0F-AEB0-58D6B099E4D0}"/>
              </a:ext>
            </a:extLst>
          </p:cNvPr>
          <p:cNvSpPr>
            <a:spLocks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8623">
            <a:extLst>
              <a:ext uri="{FF2B5EF4-FFF2-40B4-BE49-F238E27FC236}">
                <a16:creationId xmlns:a16="http://schemas.microsoft.com/office/drawing/2014/main" id="{3A5F0647-D2A1-4345-889B-140AAD721E6E}"/>
              </a:ext>
            </a:extLst>
          </p:cNvPr>
          <p:cNvSpPr>
            <a:spLocks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8624">
            <a:extLst>
              <a:ext uri="{FF2B5EF4-FFF2-40B4-BE49-F238E27FC236}">
                <a16:creationId xmlns:a16="http://schemas.microsoft.com/office/drawing/2014/main" id="{FA509E24-1675-424A-962D-115A82FD0201}"/>
              </a:ext>
            </a:extLst>
          </p:cNvPr>
          <p:cNvSpPr>
            <a:spLocks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8625">
            <a:extLst>
              <a:ext uri="{FF2B5EF4-FFF2-40B4-BE49-F238E27FC236}">
                <a16:creationId xmlns:a16="http://schemas.microsoft.com/office/drawing/2014/main" id="{5A979CB0-827F-444D-A789-1D3B0C1D1F75}"/>
              </a:ext>
            </a:extLst>
          </p:cNvPr>
          <p:cNvSpPr>
            <a:spLocks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8626">
            <a:extLst>
              <a:ext uri="{FF2B5EF4-FFF2-40B4-BE49-F238E27FC236}">
                <a16:creationId xmlns:a16="http://schemas.microsoft.com/office/drawing/2014/main" id="{A52751A3-57B8-44E0-A5D2-3400231B3869}"/>
              </a:ext>
            </a:extLst>
          </p:cNvPr>
          <p:cNvSpPr>
            <a:spLocks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8627">
            <a:extLst>
              <a:ext uri="{FF2B5EF4-FFF2-40B4-BE49-F238E27FC236}">
                <a16:creationId xmlns:a16="http://schemas.microsoft.com/office/drawing/2014/main" id="{93EFF8E3-BF89-491A-AB29-AAC960D18326}"/>
              </a:ext>
            </a:extLst>
          </p:cNvPr>
          <p:cNvSpPr>
            <a:spLocks/>
          </p:cNvSpPr>
          <p:nvPr/>
        </p:nvSpPr>
        <p:spPr>
          <a:xfrm>
            <a:off x="734337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8628">
            <a:extLst>
              <a:ext uri="{FF2B5EF4-FFF2-40B4-BE49-F238E27FC236}">
                <a16:creationId xmlns:a16="http://schemas.microsoft.com/office/drawing/2014/main" id="{AADD2FE4-BD59-4B4A-9172-022FC8A7BCA6}"/>
              </a:ext>
            </a:extLst>
          </p:cNvPr>
          <p:cNvSpPr>
            <a:spLocks/>
          </p:cNvSpPr>
          <p:nvPr/>
        </p:nvSpPr>
        <p:spPr>
          <a:xfrm>
            <a:off x="729842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8629">
            <a:extLst>
              <a:ext uri="{FF2B5EF4-FFF2-40B4-BE49-F238E27FC236}">
                <a16:creationId xmlns:a16="http://schemas.microsoft.com/office/drawing/2014/main" id="{AA4E07CD-EF2D-4AC3-9ACB-7AE9E9FF9115}"/>
              </a:ext>
            </a:extLst>
          </p:cNvPr>
          <p:cNvSpPr>
            <a:spLocks/>
          </p:cNvSpPr>
          <p:nvPr/>
        </p:nvSpPr>
        <p:spPr>
          <a:xfrm>
            <a:off x="7221157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8630">
            <a:extLst>
              <a:ext uri="{FF2B5EF4-FFF2-40B4-BE49-F238E27FC236}">
                <a16:creationId xmlns:a16="http://schemas.microsoft.com/office/drawing/2014/main" id="{834180F4-A4D0-48CC-93C4-FA14083BAFD3}"/>
              </a:ext>
            </a:extLst>
          </p:cNvPr>
          <p:cNvSpPr>
            <a:spLocks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8631">
            <a:extLst>
              <a:ext uri="{FF2B5EF4-FFF2-40B4-BE49-F238E27FC236}">
                <a16:creationId xmlns:a16="http://schemas.microsoft.com/office/drawing/2014/main" id="{2660C758-6A76-4624-9FAB-1F50EECA909E}"/>
              </a:ext>
            </a:extLst>
          </p:cNvPr>
          <p:cNvSpPr>
            <a:spLocks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8632">
            <a:extLst>
              <a:ext uri="{FF2B5EF4-FFF2-40B4-BE49-F238E27FC236}">
                <a16:creationId xmlns:a16="http://schemas.microsoft.com/office/drawing/2014/main" id="{26EB833A-1EA6-4EFA-8D80-5AC5ACA1D12C}"/>
              </a:ext>
            </a:extLst>
          </p:cNvPr>
          <p:cNvSpPr>
            <a:spLocks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8633">
            <a:extLst>
              <a:ext uri="{FF2B5EF4-FFF2-40B4-BE49-F238E27FC236}">
                <a16:creationId xmlns:a16="http://schemas.microsoft.com/office/drawing/2014/main" id="{EDDF355A-6141-44F2-9260-87738CAF46F3}"/>
              </a:ext>
            </a:extLst>
          </p:cNvPr>
          <p:cNvSpPr>
            <a:spLocks/>
          </p:cNvSpPr>
          <p:nvPr/>
        </p:nvSpPr>
        <p:spPr>
          <a:xfrm>
            <a:off x="722011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8634">
            <a:extLst>
              <a:ext uri="{FF2B5EF4-FFF2-40B4-BE49-F238E27FC236}">
                <a16:creationId xmlns:a16="http://schemas.microsoft.com/office/drawing/2014/main" id="{3359D715-49B4-4D3E-935F-3599D1F5E386}"/>
              </a:ext>
            </a:extLst>
          </p:cNvPr>
          <p:cNvSpPr>
            <a:spLocks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8635">
            <a:extLst>
              <a:ext uri="{FF2B5EF4-FFF2-40B4-BE49-F238E27FC236}">
                <a16:creationId xmlns:a16="http://schemas.microsoft.com/office/drawing/2014/main" id="{5A8D4187-84F7-4A8C-AF2F-EA62BE312078}"/>
              </a:ext>
            </a:extLst>
          </p:cNvPr>
          <p:cNvSpPr>
            <a:spLocks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8636">
            <a:extLst>
              <a:ext uri="{FF2B5EF4-FFF2-40B4-BE49-F238E27FC236}">
                <a16:creationId xmlns:a16="http://schemas.microsoft.com/office/drawing/2014/main" id="{79364E7A-DF13-4474-8B41-9DD87B85237D}"/>
              </a:ext>
            </a:extLst>
          </p:cNvPr>
          <p:cNvSpPr>
            <a:spLocks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8637">
            <a:extLst>
              <a:ext uri="{FF2B5EF4-FFF2-40B4-BE49-F238E27FC236}">
                <a16:creationId xmlns:a16="http://schemas.microsoft.com/office/drawing/2014/main" id="{35ECF52C-FA1F-4648-8C69-12D9AFDC6DC1}"/>
              </a:ext>
            </a:extLst>
          </p:cNvPr>
          <p:cNvSpPr>
            <a:spLocks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8638">
            <a:extLst>
              <a:ext uri="{FF2B5EF4-FFF2-40B4-BE49-F238E27FC236}">
                <a16:creationId xmlns:a16="http://schemas.microsoft.com/office/drawing/2014/main" id="{15783A33-07EB-49A8-86CC-7CDA866D6E74}"/>
              </a:ext>
            </a:extLst>
          </p:cNvPr>
          <p:cNvSpPr>
            <a:spLocks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8639">
            <a:extLst>
              <a:ext uri="{FF2B5EF4-FFF2-40B4-BE49-F238E27FC236}">
                <a16:creationId xmlns:a16="http://schemas.microsoft.com/office/drawing/2014/main" id="{A381E428-5F3F-4ECF-ADA8-552E87CBCACD}"/>
              </a:ext>
            </a:extLst>
          </p:cNvPr>
          <p:cNvSpPr>
            <a:spLocks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8640">
            <a:extLst>
              <a:ext uri="{FF2B5EF4-FFF2-40B4-BE49-F238E27FC236}">
                <a16:creationId xmlns:a16="http://schemas.microsoft.com/office/drawing/2014/main" id="{8A8289E7-D20C-4516-8B7E-0C8E158BF815}"/>
              </a:ext>
            </a:extLst>
          </p:cNvPr>
          <p:cNvSpPr>
            <a:spLocks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8641">
            <a:extLst>
              <a:ext uri="{FF2B5EF4-FFF2-40B4-BE49-F238E27FC236}">
                <a16:creationId xmlns:a16="http://schemas.microsoft.com/office/drawing/2014/main" id="{D27C2F3D-20A2-4DC4-A666-1E428F199950}"/>
              </a:ext>
            </a:extLst>
          </p:cNvPr>
          <p:cNvSpPr>
            <a:spLocks/>
          </p:cNvSpPr>
          <p:nvPr/>
        </p:nvSpPr>
        <p:spPr>
          <a:xfrm>
            <a:off x="7304416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8642">
            <a:extLst>
              <a:ext uri="{FF2B5EF4-FFF2-40B4-BE49-F238E27FC236}">
                <a16:creationId xmlns:a16="http://schemas.microsoft.com/office/drawing/2014/main" id="{F98B60D8-E64C-4510-93E7-9F5DB78796C8}"/>
              </a:ext>
            </a:extLst>
          </p:cNvPr>
          <p:cNvSpPr>
            <a:spLocks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8643">
            <a:extLst>
              <a:ext uri="{FF2B5EF4-FFF2-40B4-BE49-F238E27FC236}">
                <a16:creationId xmlns:a16="http://schemas.microsoft.com/office/drawing/2014/main" id="{5F86D6CB-7A45-4F38-9A83-C7D1D73E1ECB}"/>
              </a:ext>
            </a:extLst>
          </p:cNvPr>
          <p:cNvSpPr>
            <a:spLocks/>
          </p:cNvSpPr>
          <p:nvPr/>
        </p:nvSpPr>
        <p:spPr>
          <a:xfrm>
            <a:off x="72205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8644">
            <a:extLst>
              <a:ext uri="{FF2B5EF4-FFF2-40B4-BE49-F238E27FC236}">
                <a16:creationId xmlns:a16="http://schemas.microsoft.com/office/drawing/2014/main" id="{E14E4E7C-6D0F-425F-94E7-3B4757E7E725}"/>
              </a:ext>
            </a:extLst>
          </p:cNvPr>
          <p:cNvSpPr>
            <a:spLocks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8645">
            <a:extLst>
              <a:ext uri="{FF2B5EF4-FFF2-40B4-BE49-F238E27FC236}">
                <a16:creationId xmlns:a16="http://schemas.microsoft.com/office/drawing/2014/main" id="{C739C284-D9CF-43F6-97E9-62351DD00396}"/>
              </a:ext>
            </a:extLst>
          </p:cNvPr>
          <p:cNvSpPr>
            <a:spLocks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8646">
            <a:extLst>
              <a:ext uri="{FF2B5EF4-FFF2-40B4-BE49-F238E27FC236}">
                <a16:creationId xmlns:a16="http://schemas.microsoft.com/office/drawing/2014/main" id="{E36CA084-0941-4DFC-AF3D-F7D6C553556A}"/>
              </a:ext>
            </a:extLst>
          </p:cNvPr>
          <p:cNvSpPr>
            <a:spLocks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8647">
            <a:extLst>
              <a:ext uri="{FF2B5EF4-FFF2-40B4-BE49-F238E27FC236}">
                <a16:creationId xmlns:a16="http://schemas.microsoft.com/office/drawing/2014/main" id="{DCFA1047-6C3B-4BD9-945A-44A8931CD65E}"/>
              </a:ext>
            </a:extLst>
          </p:cNvPr>
          <p:cNvSpPr>
            <a:spLocks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8648">
            <a:extLst>
              <a:ext uri="{FF2B5EF4-FFF2-40B4-BE49-F238E27FC236}">
                <a16:creationId xmlns:a16="http://schemas.microsoft.com/office/drawing/2014/main" id="{5DC2BD41-0F10-4CC2-AD3E-421A98DFCCFA}"/>
              </a:ext>
            </a:extLst>
          </p:cNvPr>
          <p:cNvSpPr>
            <a:spLocks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8649">
            <a:extLst>
              <a:ext uri="{FF2B5EF4-FFF2-40B4-BE49-F238E27FC236}">
                <a16:creationId xmlns:a16="http://schemas.microsoft.com/office/drawing/2014/main" id="{97A6277C-3449-4AEA-A686-0B02BA100683}"/>
              </a:ext>
            </a:extLst>
          </p:cNvPr>
          <p:cNvSpPr>
            <a:spLocks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8650">
            <a:extLst>
              <a:ext uri="{FF2B5EF4-FFF2-40B4-BE49-F238E27FC236}">
                <a16:creationId xmlns:a16="http://schemas.microsoft.com/office/drawing/2014/main" id="{9BD3B66F-6445-4014-88A3-28CDE824F7D5}"/>
              </a:ext>
            </a:extLst>
          </p:cNvPr>
          <p:cNvSpPr>
            <a:spLocks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8651">
            <a:extLst>
              <a:ext uri="{FF2B5EF4-FFF2-40B4-BE49-F238E27FC236}">
                <a16:creationId xmlns:a16="http://schemas.microsoft.com/office/drawing/2014/main" id="{28180F80-1DAC-4416-8449-C2CDD58A50AC}"/>
              </a:ext>
            </a:extLst>
          </p:cNvPr>
          <p:cNvSpPr>
            <a:spLocks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8652">
            <a:extLst>
              <a:ext uri="{FF2B5EF4-FFF2-40B4-BE49-F238E27FC236}">
                <a16:creationId xmlns:a16="http://schemas.microsoft.com/office/drawing/2014/main" id="{A4F253A6-DC6B-4D71-A024-DA264A9F1FFC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8653">
            <a:extLst>
              <a:ext uri="{FF2B5EF4-FFF2-40B4-BE49-F238E27FC236}">
                <a16:creationId xmlns:a16="http://schemas.microsoft.com/office/drawing/2014/main" id="{75D8935C-980A-4C1A-B22E-D79F4957315E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8654">
            <a:extLst>
              <a:ext uri="{FF2B5EF4-FFF2-40B4-BE49-F238E27FC236}">
                <a16:creationId xmlns:a16="http://schemas.microsoft.com/office/drawing/2014/main" id="{DD91A0C0-67BC-4092-B811-A9726CDC5093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8655">
            <a:extLst>
              <a:ext uri="{FF2B5EF4-FFF2-40B4-BE49-F238E27FC236}">
                <a16:creationId xmlns:a16="http://schemas.microsoft.com/office/drawing/2014/main" id="{48DC7EBC-14D9-4C3F-A7E3-5A7F926DED0C}"/>
              </a:ext>
            </a:extLst>
          </p:cNvPr>
          <p:cNvSpPr>
            <a:spLocks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8656">
            <a:extLst>
              <a:ext uri="{FF2B5EF4-FFF2-40B4-BE49-F238E27FC236}">
                <a16:creationId xmlns:a16="http://schemas.microsoft.com/office/drawing/2014/main" id="{F11EDCED-D3CF-40D7-B346-F9BC4A58A925}"/>
              </a:ext>
            </a:extLst>
          </p:cNvPr>
          <p:cNvSpPr>
            <a:spLocks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8657">
            <a:extLst>
              <a:ext uri="{FF2B5EF4-FFF2-40B4-BE49-F238E27FC236}">
                <a16:creationId xmlns:a16="http://schemas.microsoft.com/office/drawing/2014/main" id="{EE5B1F62-ECBA-4EB2-884D-201471071087}"/>
              </a:ext>
            </a:extLst>
          </p:cNvPr>
          <p:cNvSpPr>
            <a:spLocks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8658">
            <a:extLst>
              <a:ext uri="{FF2B5EF4-FFF2-40B4-BE49-F238E27FC236}">
                <a16:creationId xmlns:a16="http://schemas.microsoft.com/office/drawing/2014/main" id="{59378EF8-2618-4786-BB0B-8FE968CD47F7}"/>
              </a:ext>
            </a:extLst>
          </p:cNvPr>
          <p:cNvSpPr>
            <a:spLocks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8659">
            <a:extLst>
              <a:ext uri="{FF2B5EF4-FFF2-40B4-BE49-F238E27FC236}">
                <a16:creationId xmlns:a16="http://schemas.microsoft.com/office/drawing/2014/main" id="{F5BE0105-85C5-4930-B4C1-2FFDF34D2A45}"/>
              </a:ext>
            </a:extLst>
          </p:cNvPr>
          <p:cNvSpPr>
            <a:spLocks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8660">
            <a:extLst>
              <a:ext uri="{FF2B5EF4-FFF2-40B4-BE49-F238E27FC236}">
                <a16:creationId xmlns:a16="http://schemas.microsoft.com/office/drawing/2014/main" id="{80057DC3-F417-44F9-A579-BC520EBAA7FE}"/>
              </a:ext>
            </a:extLst>
          </p:cNvPr>
          <p:cNvSpPr>
            <a:spLocks/>
          </p:cNvSpPr>
          <p:nvPr/>
        </p:nvSpPr>
        <p:spPr>
          <a:xfrm>
            <a:off x="733751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8661">
            <a:extLst>
              <a:ext uri="{FF2B5EF4-FFF2-40B4-BE49-F238E27FC236}">
                <a16:creationId xmlns:a16="http://schemas.microsoft.com/office/drawing/2014/main" id="{20314432-70A6-4443-807B-EB0FF656ACDD}"/>
              </a:ext>
            </a:extLst>
          </p:cNvPr>
          <p:cNvSpPr>
            <a:spLocks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8662">
            <a:extLst>
              <a:ext uri="{FF2B5EF4-FFF2-40B4-BE49-F238E27FC236}">
                <a16:creationId xmlns:a16="http://schemas.microsoft.com/office/drawing/2014/main" id="{E534248A-257B-4CA3-BE36-8E0C2DDE9CE4}"/>
              </a:ext>
            </a:extLst>
          </p:cNvPr>
          <p:cNvSpPr>
            <a:spLocks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8663">
            <a:extLst>
              <a:ext uri="{FF2B5EF4-FFF2-40B4-BE49-F238E27FC236}">
                <a16:creationId xmlns:a16="http://schemas.microsoft.com/office/drawing/2014/main" id="{1078CB4F-4E45-4C42-AA7E-FE0A0820D41F}"/>
              </a:ext>
            </a:extLst>
          </p:cNvPr>
          <p:cNvSpPr>
            <a:spLocks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8664">
            <a:extLst>
              <a:ext uri="{FF2B5EF4-FFF2-40B4-BE49-F238E27FC236}">
                <a16:creationId xmlns:a16="http://schemas.microsoft.com/office/drawing/2014/main" id="{76349BDB-5DA9-42C9-A0E1-B6DBAA2F37E8}"/>
              </a:ext>
            </a:extLst>
          </p:cNvPr>
          <p:cNvSpPr>
            <a:spLocks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8665">
            <a:extLst>
              <a:ext uri="{FF2B5EF4-FFF2-40B4-BE49-F238E27FC236}">
                <a16:creationId xmlns:a16="http://schemas.microsoft.com/office/drawing/2014/main" id="{280FC604-4EE5-416A-A00D-CA156AC51437}"/>
              </a:ext>
            </a:extLst>
          </p:cNvPr>
          <p:cNvSpPr>
            <a:spLocks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8666">
            <a:extLst>
              <a:ext uri="{FF2B5EF4-FFF2-40B4-BE49-F238E27FC236}">
                <a16:creationId xmlns:a16="http://schemas.microsoft.com/office/drawing/2014/main" id="{A05FAA3C-3772-4F5C-810C-82AA79120703}"/>
              </a:ext>
            </a:extLst>
          </p:cNvPr>
          <p:cNvSpPr>
            <a:spLocks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8667">
            <a:extLst>
              <a:ext uri="{FF2B5EF4-FFF2-40B4-BE49-F238E27FC236}">
                <a16:creationId xmlns:a16="http://schemas.microsoft.com/office/drawing/2014/main" id="{8A0D93DE-AF9F-4F31-988B-3F9DA228BDDA}"/>
              </a:ext>
            </a:extLst>
          </p:cNvPr>
          <p:cNvSpPr>
            <a:spLocks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8668">
            <a:extLst>
              <a:ext uri="{FF2B5EF4-FFF2-40B4-BE49-F238E27FC236}">
                <a16:creationId xmlns:a16="http://schemas.microsoft.com/office/drawing/2014/main" id="{05464CFF-A021-4AC6-88F1-8A5A40E0BF07}"/>
              </a:ext>
            </a:extLst>
          </p:cNvPr>
          <p:cNvSpPr>
            <a:spLocks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8669">
            <a:extLst>
              <a:ext uri="{FF2B5EF4-FFF2-40B4-BE49-F238E27FC236}">
                <a16:creationId xmlns:a16="http://schemas.microsoft.com/office/drawing/2014/main" id="{3B65E9C4-F227-4BA7-906F-3C3D39B1078B}"/>
              </a:ext>
            </a:extLst>
          </p:cNvPr>
          <p:cNvSpPr>
            <a:spLocks/>
          </p:cNvSpPr>
          <p:nvPr/>
        </p:nvSpPr>
        <p:spPr>
          <a:xfrm>
            <a:off x="7310931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8670">
            <a:extLst>
              <a:ext uri="{FF2B5EF4-FFF2-40B4-BE49-F238E27FC236}">
                <a16:creationId xmlns:a16="http://schemas.microsoft.com/office/drawing/2014/main" id="{8B0BBFAA-0CBB-45F4-AABA-FBEA8D343F61}"/>
              </a:ext>
            </a:extLst>
          </p:cNvPr>
          <p:cNvSpPr>
            <a:spLocks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8671">
            <a:extLst>
              <a:ext uri="{FF2B5EF4-FFF2-40B4-BE49-F238E27FC236}">
                <a16:creationId xmlns:a16="http://schemas.microsoft.com/office/drawing/2014/main" id="{EFFA508C-0885-4F79-A33D-B019B9D069C7}"/>
              </a:ext>
            </a:extLst>
          </p:cNvPr>
          <p:cNvSpPr>
            <a:spLocks/>
          </p:cNvSpPr>
          <p:nvPr/>
        </p:nvSpPr>
        <p:spPr>
          <a:xfrm>
            <a:off x="7253731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8672">
            <a:extLst>
              <a:ext uri="{FF2B5EF4-FFF2-40B4-BE49-F238E27FC236}">
                <a16:creationId xmlns:a16="http://schemas.microsoft.com/office/drawing/2014/main" id="{041D3EFE-C6F9-4449-AC0B-10F34B39C1DF}"/>
              </a:ext>
            </a:extLst>
          </p:cNvPr>
          <p:cNvSpPr>
            <a:spLocks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8673">
            <a:extLst>
              <a:ext uri="{FF2B5EF4-FFF2-40B4-BE49-F238E27FC236}">
                <a16:creationId xmlns:a16="http://schemas.microsoft.com/office/drawing/2014/main" id="{0534ADF3-C1E9-4E1F-9F61-914EC93A62FA}"/>
              </a:ext>
            </a:extLst>
          </p:cNvPr>
          <p:cNvSpPr>
            <a:spLocks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8674">
            <a:extLst>
              <a:ext uri="{FF2B5EF4-FFF2-40B4-BE49-F238E27FC236}">
                <a16:creationId xmlns:a16="http://schemas.microsoft.com/office/drawing/2014/main" id="{80A0A4DA-CF87-4382-ACAA-B8700A5C6704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8675">
            <a:extLst>
              <a:ext uri="{FF2B5EF4-FFF2-40B4-BE49-F238E27FC236}">
                <a16:creationId xmlns:a16="http://schemas.microsoft.com/office/drawing/2014/main" id="{0567F78D-A73F-450B-B9CF-517EB2212154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8676">
            <a:extLst>
              <a:ext uri="{FF2B5EF4-FFF2-40B4-BE49-F238E27FC236}">
                <a16:creationId xmlns:a16="http://schemas.microsoft.com/office/drawing/2014/main" id="{62898262-DD67-48C2-9F9F-62532E03BF25}"/>
              </a:ext>
            </a:extLst>
          </p:cNvPr>
          <p:cNvSpPr>
            <a:spLocks/>
          </p:cNvSpPr>
          <p:nvPr/>
        </p:nvSpPr>
        <p:spPr>
          <a:xfrm>
            <a:off x="733555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8677">
            <a:extLst>
              <a:ext uri="{FF2B5EF4-FFF2-40B4-BE49-F238E27FC236}">
                <a16:creationId xmlns:a16="http://schemas.microsoft.com/office/drawing/2014/main" id="{CC92F865-9244-4FF6-8945-80004F4BAEB4}"/>
              </a:ext>
            </a:extLst>
          </p:cNvPr>
          <p:cNvSpPr>
            <a:spLocks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8678">
            <a:extLst>
              <a:ext uri="{FF2B5EF4-FFF2-40B4-BE49-F238E27FC236}">
                <a16:creationId xmlns:a16="http://schemas.microsoft.com/office/drawing/2014/main" id="{2A5EF43D-1F89-4A4E-8C8D-8B3ACC177731}"/>
              </a:ext>
            </a:extLst>
          </p:cNvPr>
          <p:cNvSpPr>
            <a:spLocks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8679">
            <a:extLst>
              <a:ext uri="{FF2B5EF4-FFF2-40B4-BE49-F238E27FC236}">
                <a16:creationId xmlns:a16="http://schemas.microsoft.com/office/drawing/2014/main" id="{2695671E-D141-47A0-BBAB-6DB8DCABF1BD}"/>
              </a:ext>
            </a:extLst>
          </p:cNvPr>
          <p:cNvSpPr>
            <a:spLocks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8680">
            <a:extLst>
              <a:ext uri="{FF2B5EF4-FFF2-40B4-BE49-F238E27FC236}">
                <a16:creationId xmlns:a16="http://schemas.microsoft.com/office/drawing/2014/main" id="{9A9034FA-04C7-4E81-A893-01FF541FEAD3}"/>
              </a:ext>
            </a:extLst>
          </p:cNvPr>
          <p:cNvSpPr>
            <a:spLocks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8681">
            <a:extLst>
              <a:ext uri="{FF2B5EF4-FFF2-40B4-BE49-F238E27FC236}">
                <a16:creationId xmlns:a16="http://schemas.microsoft.com/office/drawing/2014/main" id="{FFC28C33-7F07-4DE6-8887-9ED57D36186D}"/>
              </a:ext>
            </a:extLst>
          </p:cNvPr>
          <p:cNvSpPr>
            <a:spLocks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8682">
            <a:extLst>
              <a:ext uri="{FF2B5EF4-FFF2-40B4-BE49-F238E27FC236}">
                <a16:creationId xmlns:a16="http://schemas.microsoft.com/office/drawing/2014/main" id="{E77F18B6-B1C6-4369-BC12-5BAA73C005B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8683">
            <a:extLst>
              <a:ext uri="{FF2B5EF4-FFF2-40B4-BE49-F238E27FC236}">
                <a16:creationId xmlns:a16="http://schemas.microsoft.com/office/drawing/2014/main" id="{7568ED89-AA44-41CD-88B7-52C516C90B1E}"/>
              </a:ext>
            </a:extLst>
          </p:cNvPr>
          <p:cNvSpPr>
            <a:spLocks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8684">
            <a:extLst>
              <a:ext uri="{FF2B5EF4-FFF2-40B4-BE49-F238E27FC236}">
                <a16:creationId xmlns:a16="http://schemas.microsoft.com/office/drawing/2014/main" id="{DF165C3C-DE54-4C11-A7CD-4D836B3B4D9F}"/>
              </a:ext>
            </a:extLst>
          </p:cNvPr>
          <p:cNvSpPr>
            <a:spLocks/>
          </p:cNvSpPr>
          <p:nvPr/>
        </p:nvSpPr>
        <p:spPr>
          <a:xfrm>
            <a:off x="7308976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8685">
            <a:extLst>
              <a:ext uri="{FF2B5EF4-FFF2-40B4-BE49-F238E27FC236}">
                <a16:creationId xmlns:a16="http://schemas.microsoft.com/office/drawing/2014/main" id="{152A5A23-CF47-4273-BE99-C4EC2D90820F}"/>
              </a:ext>
            </a:extLst>
          </p:cNvPr>
          <p:cNvSpPr>
            <a:spLocks/>
          </p:cNvSpPr>
          <p:nvPr/>
        </p:nvSpPr>
        <p:spPr>
          <a:xfrm>
            <a:off x="7243437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8686">
            <a:extLst>
              <a:ext uri="{FF2B5EF4-FFF2-40B4-BE49-F238E27FC236}">
                <a16:creationId xmlns:a16="http://schemas.microsoft.com/office/drawing/2014/main" id="{9BA1F132-1E3B-4DC4-A6AB-9B7E6F43B7F7}"/>
              </a:ext>
            </a:extLst>
          </p:cNvPr>
          <p:cNvSpPr>
            <a:spLocks/>
          </p:cNvSpPr>
          <p:nvPr/>
        </p:nvSpPr>
        <p:spPr>
          <a:xfrm>
            <a:off x="7256076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8687">
            <a:extLst>
              <a:ext uri="{FF2B5EF4-FFF2-40B4-BE49-F238E27FC236}">
                <a16:creationId xmlns:a16="http://schemas.microsoft.com/office/drawing/2014/main" id="{8F1EF0B9-AE0F-4A8D-AE85-37B603584040}"/>
              </a:ext>
            </a:extLst>
          </p:cNvPr>
          <p:cNvSpPr>
            <a:spLocks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8688">
            <a:extLst>
              <a:ext uri="{FF2B5EF4-FFF2-40B4-BE49-F238E27FC236}">
                <a16:creationId xmlns:a16="http://schemas.microsoft.com/office/drawing/2014/main" id="{C2B63D88-B908-44A9-B194-E21B9141606E}"/>
              </a:ext>
            </a:extLst>
          </p:cNvPr>
          <p:cNvSpPr>
            <a:spLocks/>
          </p:cNvSpPr>
          <p:nvPr/>
        </p:nvSpPr>
        <p:spPr>
          <a:xfrm>
            <a:off x="7248519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8689">
            <a:extLst>
              <a:ext uri="{FF2B5EF4-FFF2-40B4-BE49-F238E27FC236}">
                <a16:creationId xmlns:a16="http://schemas.microsoft.com/office/drawing/2014/main" id="{4B69C361-F264-4B51-BEC5-319433FB85B8}"/>
              </a:ext>
            </a:extLst>
          </p:cNvPr>
          <p:cNvSpPr>
            <a:spLocks/>
          </p:cNvSpPr>
          <p:nvPr/>
        </p:nvSpPr>
        <p:spPr>
          <a:xfrm>
            <a:off x="7253600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8690">
            <a:extLst>
              <a:ext uri="{FF2B5EF4-FFF2-40B4-BE49-F238E27FC236}">
                <a16:creationId xmlns:a16="http://schemas.microsoft.com/office/drawing/2014/main" id="{202F1704-87ED-4FC0-9E40-A66DF6BF8998}"/>
              </a:ext>
            </a:extLst>
          </p:cNvPr>
          <p:cNvSpPr>
            <a:spLocks/>
          </p:cNvSpPr>
          <p:nvPr/>
        </p:nvSpPr>
        <p:spPr>
          <a:xfrm>
            <a:off x="733451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8691">
            <a:extLst>
              <a:ext uri="{FF2B5EF4-FFF2-40B4-BE49-F238E27FC236}">
                <a16:creationId xmlns:a16="http://schemas.microsoft.com/office/drawing/2014/main" id="{91432151-F7CE-4A3D-96D0-A3D1CFA12EC6}"/>
              </a:ext>
            </a:extLst>
          </p:cNvPr>
          <p:cNvSpPr>
            <a:spLocks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8692">
            <a:extLst>
              <a:ext uri="{FF2B5EF4-FFF2-40B4-BE49-F238E27FC236}">
                <a16:creationId xmlns:a16="http://schemas.microsoft.com/office/drawing/2014/main" id="{D2531B2D-0325-4C33-8A3D-2E986266B5E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8693">
            <a:extLst>
              <a:ext uri="{FF2B5EF4-FFF2-40B4-BE49-F238E27FC236}">
                <a16:creationId xmlns:a16="http://schemas.microsoft.com/office/drawing/2014/main" id="{E74B4690-A434-495C-A866-763F5E41F446}"/>
              </a:ext>
            </a:extLst>
          </p:cNvPr>
          <p:cNvSpPr>
            <a:spLocks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8694">
            <a:extLst>
              <a:ext uri="{FF2B5EF4-FFF2-40B4-BE49-F238E27FC236}">
                <a16:creationId xmlns:a16="http://schemas.microsoft.com/office/drawing/2014/main" id="{776C4428-51D0-4D5A-B2B1-435709577BBC}"/>
              </a:ext>
            </a:extLst>
          </p:cNvPr>
          <p:cNvSpPr>
            <a:spLocks/>
          </p:cNvSpPr>
          <p:nvPr/>
        </p:nvSpPr>
        <p:spPr>
          <a:xfrm>
            <a:off x="732773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8695">
            <a:extLst>
              <a:ext uri="{FF2B5EF4-FFF2-40B4-BE49-F238E27FC236}">
                <a16:creationId xmlns:a16="http://schemas.microsoft.com/office/drawing/2014/main" id="{C017239C-BADE-4BAF-B53A-2E189D96568A}"/>
              </a:ext>
            </a:extLst>
          </p:cNvPr>
          <p:cNvSpPr>
            <a:spLocks/>
          </p:cNvSpPr>
          <p:nvPr/>
        </p:nvSpPr>
        <p:spPr>
          <a:xfrm>
            <a:off x="730311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8696">
            <a:extLst>
              <a:ext uri="{FF2B5EF4-FFF2-40B4-BE49-F238E27FC236}">
                <a16:creationId xmlns:a16="http://schemas.microsoft.com/office/drawing/2014/main" id="{9592AE65-027C-45BE-8FDD-19ED7F87CD99}"/>
              </a:ext>
            </a:extLst>
          </p:cNvPr>
          <p:cNvSpPr>
            <a:spLocks/>
          </p:cNvSpPr>
          <p:nvPr/>
        </p:nvSpPr>
        <p:spPr>
          <a:xfrm>
            <a:off x="7327218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8697">
            <a:extLst>
              <a:ext uri="{FF2B5EF4-FFF2-40B4-BE49-F238E27FC236}">
                <a16:creationId xmlns:a16="http://schemas.microsoft.com/office/drawing/2014/main" id="{E162346A-D6E6-4AAE-80D5-0455E2796047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8698">
            <a:extLst>
              <a:ext uri="{FF2B5EF4-FFF2-40B4-BE49-F238E27FC236}">
                <a16:creationId xmlns:a16="http://schemas.microsoft.com/office/drawing/2014/main" id="{306B0877-BE83-4218-AF01-12B2CFE84EF8}"/>
              </a:ext>
            </a:extLst>
          </p:cNvPr>
          <p:cNvSpPr>
            <a:spLocks/>
          </p:cNvSpPr>
          <p:nvPr/>
        </p:nvSpPr>
        <p:spPr>
          <a:xfrm>
            <a:off x="7269236" y="34107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8699">
            <a:extLst>
              <a:ext uri="{FF2B5EF4-FFF2-40B4-BE49-F238E27FC236}">
                <a16:creationId xmlns:a16="http://schemas.microsoft.com/office/drawing/2014/main" id="{CFB6F800-B31E-4F21-AA63-C1358912A80B}"/>
              </a:ext>
            </a:extLst>
          </p:cNvPr>
          <p:cNvSpPr>
            <a:spLocks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8700">
            <a:extLst>
              <a:ext uri="{FF2B5EF4-FFF2-40B4-BE49-F238E27FC236}">
                <a16:creationId xmlns:a16="http://schemas.microsoft.com/office/drawing/2014/main" id="{34D0F850-2059-4407-854E-ACE146BE7C85}"/>
              </a:ext>
            </a:extLst>
          </p:cNvPr>
          <p:cNvSpPr>
            <a:spLocks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8701">
            <a:extLst>
              <a:ext uri="{FF2B5EF4-FFF2-40B4-BE49-F238E27FC236}">
                <a16:creationId xmlns:a16="http://schemas.microsoft.com/office/drawing/2014/main" id="{53227A01-A9C1-424D-B211-838666C5195A}"/>
              </a:ext>
            </a:extLst>
          </p:cNvPr>
          <p:cNvSpPr>
            <a:spLocks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8702">
            <a:extLst>
              <a:ext uri="{FF2B5EF4-FFF2-40B4-BE49-F238E27FC236}">
                <a16:creationId xmlns:a16="http://schemas.microsoft.com/office/drawing/2014/main" id="{D804C9A0-9E95-43CC-BAFD-39591DF03490}"/>
              </a:ext>
            </a:extLst>
          </p:cNvPr>
          <p:cNvSpPr>
            <a:spLocks/>
          </p:cNvSpPr>
          <p:nvPr/>
        </p:nvSpPr>
        <p:spPr>
          <a:xfrm>
            <a:off x="7331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8703">
            <a:extLst>
              <a:ext uri="{FF2B5EF4-FFF2-40B4-BE49-F238E27FC236}">
                <a16:creationId xmlns:a16="http://schemas.microsoft.com/office/drawing/2014/main" id="{03C7D32E-BDA1-4894-A64C-49B4A938CDA1}"/>
              </a:ext>
            </a:extLst>
          </p:cNvPr>
          <p:cNvSpPr>
            <a:spLocks/>
          </p:cNvSpPr>
          <p:nvPr/>
        </p:nvSpPr>
        <p:spPr>
          <a:xfrm>
            <a:off x="7256728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8704">
            <a:extLst>
              <a:ext uri="{FF2B5EF4-FFF2-40B4-BE49-F238E27FC236}">
                <a16:creationId xmlns:a16="http://schemas.microsoft.com/office/drawing/2014/main" id="{92B39BB5-80E0-4879-9F50-AB645E0234C9}"/>
              </a:ext>
            </a:extLst>
          </p:cNvPr>
          <p:cNvSpPr>
            <a:spLocks/>
          </p:cNvSpPr>
          <p:nvPr/>
        </p:nvSpPr>
        <p:spPr>
          <a:xfrm>
            <a:off x="723705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8705">
            <a:extLst>
              <a:ext uri="{FF2B5EF4-FFF2-40B4-BE49-F238E27FC236}">
                <a16:creationId xmlns:a16="http://schemas.microsoft.com/office/drawing/2014/main" id="{BF66262B-08CD-4F51-9C08-4020C9B2CE54}"/>
              </a:ext>
            </a:extLst>
          </p:cNvPr>
          <p:cNvSpPr>
            <a:spLocks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8706">
            <a:extLst>
              <a:ext uri="{FF2B5EF4-FFF2-40B4-BE49-F238E27FC236}">
                <a16:creationId xmlns:a16="http://schemas.microsoft.com/office/drawing/2014/main" id="{ED092B07-1BF9-40CD-988A-79069321AB49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8707">
            <a:extLst>
              <a:ext uri="{FF2B5EF4-FFF2-40B4-BE49-F238E27FC236}">
                <a16:creationId xmlns:a16="http://schemas.microsoft.com/office/drawing/2014/main" id="{23D80908-CB2E-4FAD-A161-1F9CBEF7F1CE}"/>
              </a:ext>
            </a:extLst>
          </p:cNvPr>
          <p:cNvSpPr>
            <a:spLocks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8708">
            <a:extLst>
              <a:ext uri="{FF2B5EF4-FFF2-40B4-BE49-F238E27FC236}">
                <a16:creationId xmlns:a16="http://schemas.microsoft.com/office/drawing/2014/main" id="{DEF2C4A4-5958-4E57-9809-818A0C6F0A77}"/>
              </a:ext>
            </a:extLst>
          </p:cNvPr>
          <p:cNvSpPr>
            <a:spLocks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8709">
            <a:extLst>
              <a:ext uri="{FF2B5EF4-FFF2-40B4-BE49-F238E27FC236}">
                <a16:creationId xmlns:a16="http://schemas.microsoft.com/office/drawing/2014/main" id="{E80E9E38-DA0E-4D6B-8703-5D3CE37FEAB5}"/>
              </a:ext>
            </a:extLst>
          </p:cNvPr>
          <p:cNvSpPr>
            <a:spLocks/>
          </p:cNvSpPr>
          <p:nvPr/>
        </p:nvSpPr>
        <p:spPr>
          <a:xfrm>
            <a:off x="72321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8710">
            <a:extLst>
              <a:ext uri="{FF2B5EF4-FFF2-40B4-BE49-F238E27FC236}">
                <a16:creationId xmlns:a16="http://schemas.microsoft.com/office/drawing/2014/main" id="{E5BA85FA-E210-4763-AA16-9FB2FD4BD336}"/>
              </a:ext>
            </a:extLst>
          </p:cNvPr>
          <p:cNvSpPr>
            <a:spLocks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8711">
            <a:extLst>
              <a:ext uri="{FF2B5EF4-FFF2-40B4-BE49-F238E27FC236}">
                <a16:creationId xmlns:a16="http://schemas.microsoft.com/office/drawing/2014/main" id="{6C4B41E2-5C0A-4DDC-A5AA-716AA5CFEFDF}"/>
              </a:ext>
            </a:extLst>
          </p:cNvPr>
          <p:cNvSpPr>
            <a:spLocks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8712">
            <a:extLst>
              <a:ext uri="{FF2B5EF4-FFF2-40B4-BE49-F238E27FC236}">
                <a16:creationId xmlns:a16="http://schemas.microsoft.com/office/drawing/2014/main" id="{82A82C8D-5AF2-4D2B-878A-F513EDAA6AC6}"/>
              </a:ext>
            </a:extLst>
          </p:cNvPr>
          <p:cNvSpPr>
            <a:spLocks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8713">
            <a:extLst>
              <a:ext uri="{FF2B5EF4-FFF2-40B4-BE49-F238E27FC236}">
                <a16:creationId xmlns:a16="http://schemas.microsoft.com/office/drawing/2014/main" id="{F8D1F224-7661-47E3-85F9-A6B4CCF3CCE3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8714">
            <a:extLst>
              <a:ext uri="{FF2B5EF4-FFF2-40B4-BE49-F238E27FC236}">
                <a16:creationId xmlns:a16="http://schemas.microsoft.com/office/drawing/2014/main" id="{8EE47E66-542C-488B-A8DF-20FBA285B7F6}"/>
              </a:ext>
            </a:extLst>
          </p:cNvPr>
          <p:cNvSpPr>
            <a:spLocks/>
          </p:cNvSpPr>
          <p:nvPr/>
        </p:nvSpPr>
        <p:spPr>
          <a:xfrm>
            <a:off x="7339205" y="32361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8715">
            <a:extLst>
              <a:ext uri="{FF2B5EF4-FFF2-40B4-BE49-F238E27FC236}">
                <a16:creationId xmlns:a16="http://schemas.microsoft.com/office/drawing/2014/main" id="{8C8405CE-6348-4164-8FEB-9E00BD135A76}"/>
              </a:ext>
            </a:extLst>
          </p:cNvPr>
          <p:cNvSpPr>
            <a:spLocks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8716">
            <a:extLst>
              <a:ext uri="{FF2B5EF4-FFF2-40B4-BE49-F238E27FC236}">
                <a16:creationId xmlns:a16="http://schemas.microsoft.com/office/drawing/2014/main" id="{205D6EE5-1F61-423D-964E-B5C55B623EB9}"/>
              </a:ext>
            </a:extLst>
          </p:cNvPr>
          <p:cNvSpPr>
            <a:spLocks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8717">
            <a:extLst>
              <a:ext uri="{FF2B5EF4-FFF2-40B4-BE49-F238E27FC236}">
                <a16:creationId xmlns:a16="http://schemas.microsoft.com/office/drawing/2014/main" id="{5108FDD6-031A-4A5A-ACA9-B2378FB7268D}"/>
              </a:ext>
            </a:extLst>
          </p:cNvPr>
          <p:cNvSpPr>
            <a:spLocks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8718">
            <a:extLst>
              <a:ext uri="{FF2B5EF4-FFF2-40B4-BE49-F238E27FC236}">
                <a16:creationId xmlns:a16="http://schemas.microsoft.com/office/drawing/2014/main" id="{CB49DBDF-273E-48B5-AE8D-416132432BAC}"/>
              </a:ext>
            </a:extLst>
          </p:cNvPr>
          <p:cNvSpPr>
            <a:spLocks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8719">
            <a:extLst>
              <a:ext uri="{FF2B5EF4-FFF2-40B4-BE49-F238E27FC236}">
                <a16:creationId xmlns:a16="http://schemas.microsoft.com/office/drawing/2014/main" id="{4DD75BB9-F352-4932-9D8F-96B3828C5450}"/>
              </a:ext>
            </a:extLst>
          </p:cNvPr>
          <p:cNvSpPr>
            <a:spLocks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8720">
            <a:extLst>
              <a:ext uri="{FF2B5EF4-FFF2-40B4-BE49-F238E27FC236}">
                <a16:creationId xmlns:a16="http://schemas.microsoft.com/office/drawing/2014/main" id="{53548265-496A-4B81-85FF-5EF048AED860}"/>
              </a:ext>
            </a:extLst>
          </p:cNvPr>
          <p:cNvSpPr>
            <a:spLocks/>
          </p:cNvSpPr>
          <p:nvPr/>
        </p:nvSpPr>
        <p:spPr>
          <a:xfrm>
            <a:off x="731914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8721">
            <a:extLst>
              <a:ext uri="{FF2B5EF4-FFF2-40B4-BE49-F238E27FC236}">
                <a16:creationId xmlns:a16="http://schemas.microsoft.com/office/drawing/2014/main" id="{797C150A-7DE1-4F5C-8E84-0B34CA975B8A}"/>
              </a:ext>
            </a:extLst>
          </p:cNvPr>
          <p:cNvSpPr>
            <a:spLocks/>
          </p:cNvSpPr>
          <p:nvPr/>
        </p:nvSpPr>
        <p:spPr>
          <a:xfrm>
            <a:off x="72279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8722">
            <a:extLst>
              <a:ext uri="{FF2B5EF4-FFF2-40B4-BE49-F238E27FC236}">
                <a16:creationId xmlns:a16="http://schemas.microsoft.com/office/drawing/2014/main" id="{3E22F0BF-39BF-4CEC-B7D6-0949D6630FC5}"/>
              </a:ext>
            </a:extLst>
          </p:cNvPr>
          <p:cNvSpPr>
            <a:spLocks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8723">
            <a:extLst>
              <a:ext uri="{FF2B5EF4-FFF2-40B4-BE49-F238E27FC236}">
                <a16:creationId xmlns:a16="http://schemas.microsoft.com/office/drawing/2014/main" id="{63106F96-F46B-48F9-83B5-4FA5E35238F4}"/>
              </a:ext>
            </a:extLst>
          </p:cNvPr>
          <p:cNvSpPr>
            <a:spLocks/>
          </p:cNvSpPr>
          <p:nvPr/>
        </p:nvSpPr>
        <p:spPr>
          <a:xfrm>
            <a:off x="730024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8724">
            <a:extLst>
              <a:ext uri="{FF2B5EF4-FFF2-40B4-BE49-F238E27FC236}">
                <a16:creationId xmlns:a16="http://schemas.microsoft.com/office/drawing/2014/main" id="{2BF3E659-44FE-4356-9E57-80481767135B}"/>
              </a:ext>
            </a:extLst>
          </p:cNvPr>
          <p:cNvSpPr>
            <a:spLocks/>
          </p:cNvSpPr>
          <p:nvPr/>
        </p:nvSpPr>
        <p:spPr>
          <a:xfrm>
            <a:off x="73384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8725">
            <a:extLst>
              <a:ext uri="{FF2B5EF4-FFF2-40B4-BE49-F238E27FC236}">
                <a16:creationId xmlns:a16="http://schemas.microsoft.com/office/drawing/2014/main" id="{495FE650-BC0C-4B20-B93C-0098F97598FA}"/>
              </a:ext>
            </a:extLst>
          </p:cNvPr>
          <p:cNvSpPr>
            <a:spLocks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8726">
            <a:extLst>
              <a:ext uri="{FF2B5EF4-FFF2-40B4-BE49-F238E27FC236}">
                <a16:creationId xmlns:a16="http://schemas.microsoft.com/office/drawing/2014/main" id="{17ABA6F3-E3FF-4A78-B2F1-49089C95B536}"/>
              </a:ext>
            </a:extLst>
          </p:cNvPr>
          <p:cNvSpPr>
            <a:spLocks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8727">
            <a:extLst>
              <a:ext uri="{FF2B5EF4-FFF2-40B4-BE49-F238E27FC236}">
                <a16:creationId xmlns:a16="http://schemas.microsoft.com/office/drawing/2014/main" id="{0F684C63-5992-4310-B80A-72273229D8DE}"/>
              </a:ext>
            </a:extLst>
          </p:cNvPr>
          <p:cNvSpPr>
            <a:spLocks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8728">
            <a:extLst>
              <a:ext uri="{FF2B5EF4-FFF2-40B4-BE49-F238E27FC236}">
                <a16:creationId xmlns:a16="http://schemas.microsoft.com/office/drawing/2014/main" id="{0C6D276C-285A-4E1E-AB6E-D4BA234929A1}"/>
              </a:ext>
            </a:extLst>
          </p:cNvPr>
          <p:cNvSpPr>
            <a:spLocks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8729">
            <a:extLst>
              <a:ext uri="{FF2B5EF4-FFF2-40B4-BE49-F238E27FC236}">
                <a16:creationId xmlns:a16="http://schemas.microsoft.com/office/drawing/2014/main" id="{3B8469C3-0A95-44C3-88D8-053426C8EE78}"/>
              </a:ext>
            </a:extLst>
          </p:cNvPr>
          <p:cNvSpPr>
            <a:spLocks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8730">
            <a:extLst>
              <a:ext uri="{FF2B5EF4-FFF2-40B4-BE49-F238E27FC236}">
                <a16:creationId xmlns:a16="http://schemas.microsoft.com/office/drawing/2014/main" id="{A5AD4F32-633D-4DB8-A2BB-201BF3B50AC8}"/>
              </a:ext>
            </a:extLst>
          </p:cNvPr>
          <p:cNvSpPr>
            <a:spLocks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8731">
            <a:extLst>
              <a:ext uri="{FF2B5EF4-FFF2-40B4-BE49-F238E27FC236}">
                <a16:creationId xmlns:a16="http://schemas.microsoft.com/office/drawing/2014/main" id="{0C318E74-E851-44B3-9D52-F5DA1C3B9086}"/>
              </a:ext>
            </a:extLst>
          </p:cNvPr>
          <p:cNvSpPr>
            <a:spLocks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8732">
            <a:extLst>
              <a:ext uri="{FF2B5EF4-FFF2-40B4-BE49-F238E27FC236}">
                <a16:creationId xmlns:a16="http://schemas.microsoft.com/office/drawing/2014/main" id="{5EF06057-9B5E-4CE8-B080-BB3F489C558A}"/>
              </a:ext>
            </a:extLst>
          </p:cNvPr>
          <p:cNvSpPr>
            <a:spLocks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8733">
            <a:extLst>
              <a:ext uri="{FF2B5EF4-FFF2-40B4-BE49-F238E27FC236}">
                <a16:creationId xmlns:a16="http://schemas.microsoft.com/office/drawing/2014/main" id="{3FD8158D-F857-440D-AA26-BD3CF0CDE0BA}"/>
              </a:ext>
            </a:extLst>
          </p:cNvPr>
          <p:cNvSpPr>
            <a:spLocks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8734">
            <a:extLst>
              <a:ext uri="{FF2B5EF4-FFF2-40B4-BE49-F238E27FC236}">
                <a16:creationId xmlns:a16="http://schemas.microsoft.com/office/drawing/2014/main" id="{490B32E4-FE37-4712-BC2E-4EB770734DAE}"/>
              </a:ext>
            </a:extLst>
          </p:cNvPr>
          <p:cNvSpPr>
            <a:spLocks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8735">
            <a:extLst>
              <a:ext uri="{FF2B5EF4-FFF2-40B4-BE49-F238E27FC236}">
                <a16:creationId xmlns:a16="http://schemas.microsoft.com/office/drawing/2014/main" id="{733A1440-08A7-4536-B82A-507C04DA76F6}"/>
              </a:ext>
            </a:extLst>
          </p:cNvPr>
          <p:cNvSpPr>
            <a:spLocks/>
          </p:cNvSpPr>
          <p:nvPr/>
        </p:nvSpPr>
        <p:spPr>
          <a:xfrm>
            <a:off x="7284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8736">
            <a:extLst>
              <a:ext uri="{FF2B5EF4-FFF2-40B4-BE49-F238E27FC236}">
                <a16:creationId xmlns:a16="http://schemas.microsoft.com/office/drawing/2014/main" id="{563153DF-661D-4C41-8AEF-02621B858767}"/>
              </a:ext>
            </a:extLst>
          </p:cNvPr>
          <p:cNvSpPr>
            <a:spLocks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8737">
            <a:extLst>
              <a:ext uri="{FF2B5EF4-FFF2-40B4-BE49-F238E27FC236}">
                <a16:creationId xmlns:a16="http://schemas.microsoft.com/office/drawing/2014/main" id="{10C0AA84-99D9-4B4B-8791-3F41121994DB}"/>
              </a:ext>
            </a:extLst>
          </p:cNvPr>
          <p:cNvSpPr>
            <a:spLocks/>
          </p:cNvSpPr>
          <p:nvPr/>
        </p:nvSpPr>
        <p:spPr>
          <a:xfrm>
            <a:off x="7267803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8738">
            <a:extLst>
              <a:ext uri="{FF2B5EF4-FFF2-40B4-BE49-F238E27FC236}">
                <a16:creationId xmlns:a16="http://schemas.microsoft.com/office/drawing/2014/main" id="{CF0A4424-F72C-49CC-A572-FFD6D3DF38B6}"/>
              </a:ext>
            </a:extLst>
          </p:cNvPr>
          <p:cNvSpPr>
            <a:spLocks/>
          </p:cNvSpPr>
          <p:nvPr/>
        </p:nvSpPr>
        <p:spPr>
          <a:xfrm>
            <a:off x="732409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8739">
            <a:extLst>
              <a:ext uri="{FF2B5EF4-FFF2-40B4-BE49-F238E27FC236}">
                <a16:creationId xmlns:a16="http://schemas.microsoft.com/office/drawing/2014/main" id="{0C615E87-B0F2-4B32-AEEE-704D5396D025}"/>
              </a:ext>
            </a:extLst>
          </p:cNvPr>
          <p:cNvSpPr>
            <a:spLocks/>
          </p:cNvSpPr>
          <p:nvPr/>
        </p:nvSpPr>
        <p:spPr>
          <a:xfrm>
            <a:off x="723184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8740">
            <a:extLst>
              <a:ext uri="{FF2B5EF4-FFF2-40B4-BE49-F238E27FC236}">
                <a16:creationId xmlns:a16="http://schemas.microsoft.com/office/drawing/2014/main" id="{307C2EBD-3B82-4F92-984F-5413D78B2E73}"/>
              </a:ext>
            </a:extLst>
          </p:cNvPr>
          <p:cNvSpPr>
            <a:spLocks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8741">
            <a:extLst>
              <a:ext uri="{FF2B5EF4-FFF2-40B4-BE49-F238E27FC236}">
                <a16:creationId xmlns:a16="http://schemas.microsoft.com/office/drawing/2014/main" id="{62A2BE72-980A-451D-8902-21AABB72552A}"/>
              </a:ext>
            </a:extLst>
          </p:cNvPr>
          <p:cNvSpPr>
            <a:spLocks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8742">
            <a:extLst>
              <a:ext uri="{FF2B5EF4-FFF2-40B4-BE49-F238E27FC236}">
                <a16:creationId xmlns:a16="http://schemas.microsoft.com/office/drawing/2014/main" id="{279A1850-0BC7-4457-9CAB-9126F5FEBBB0}"/>
              </a:ext>
            </a:extLst>
          </p:cNvPr>
          <p:cNvSpPr>
            <a:spLocks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8743">
            <a:extLst>
              <a:ext uri="{FF2B5EF4-FFF2-40B4-BE49-F238E27FC236}">
                <a16:creationId xmlns:a16="http://schemas.microsoft.com/office/drawing/2014/main" id="{28D543CA-9118-4FE7-863F-8EF4CEEB9DCB}"/>
              </a:ext>
            </a:extLst>
          </p:cNvPr>
          <p:cNvSpPr>
            <a:spLocks/>
          </p:cNvSpPr>
          <p:nvPr/>
        </p:nvSpPr>
        <p:spPr>
          <a:xfrm>
            <a:off x="73332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8744">
            <a:extLst>
              <a:ext uri="{FF2B5EF4-FFF2-40B4-BE49-F238E27FC236}">
                <a16:creationId xmlns:a16="http://schemas.microsoft.com/office/drawing/2014/main" id="{699244EC-87B4-4CE5-89B6-84B3E84DA3EB}"/>
              </a:ext>
            </a:extLst>
          </p:cNvPr>
          <p:cNvSpPr>
            <a:spLocks/>
          </p:cNvSpPr>
          <p:nvPr/>
        </p:nvSpPr>
        <p:spPr>
          <a:xfrm>
            <a:off x="73135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8745">
            <a:extLst>
              <a:ext uri="{FF2B5EF4-FFF2-40B4-BE49-F238E27FC236}">
                <a16:creationId xmlns:a16="http://schemas.microsoft.com/office/drawing/2014/main" id="{598862AC-5B2F-48B9-8AA6-2B046593EBC2}"/>
              </a:ext>
            </a:extLst>
          </p:cNvPr>
          <p:cNvSpPr>
            <a:spLocks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8746">
            <a:extLst>
              <a:ext uri="{FF2B5EF4-FFF2-40B4-BE49-F238E27FC236}">
                <a16:creationId xmlns:a16="http://schemas.microsoft.com/office/drawing/2014/main" id="{0FA871FE-EF8B-4A69-AFEB-13A630C2D415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8747">
            <a:extLst>
              <a:ext uri="{FF2B5EF4-FFF2-40B4-BE49-F238E27FC236}">
                <a16:creationId xmlns:a16="http://schemas.microsoft.com/office/drawing/2014/main" id="{3DDDF757-E5CB-4B73-BA05-264B09A01C1D}"/>
              </a:ext>
            </a:extLst>
          </p:cNvPr>
          <p:cNvSpPr>
            <a:spLocks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8748">
            <a:extLst>
              <a:ext uri="{FF2B5EF4-FFF2-40B4-BE49-F238E27FC236}">
                <a16:creationId xmlns:a16="http://schemas.microsoft.com/office/drawing/2014/main" id="{D1889399-88B3-4296-A44F-A5B9F3E06B80}"/>
              </a:ext>
            </a:extLst>
          </p:cNvPr>
          <p:cNvSpPr>
            <a:spLocks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8749">
            <a:extLst>
              <a:ext uri="{FF2B5EF4-FFF2-40B4-BE49-F238E27FC236}">
                <a16:creationId xmlns:a16="http://schemas.microsoft.com/office/drawing/2014/main" id="{5DF32639-687B-421F-8AE1-8657A61B65EE}"/>
              </a:ext>
            </a:extLst>
          </p:cNvPr>
          <p:cNvSpPr>
            <a:spLocks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8750">
            <a:extLst>
              <a:ext uri="{FF2B5EF4-FFF2-40B4-BE49-F238E27FC236}">
                <a16:creationId xmlns:a16="http://schemas.microsoft.com/office/drawing/2014/main" id="{66730ABE-B2AD-4280-9C4B-131885B7366A}"/>
              </a:ext>
            </a:extLst>
          </p:cNvPr>
          <p:cNvSpPr>
            <a:spLocks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8751">
            <a:extLst>
              <a:ext uri="{FF2B5EF4-FFF2-40B4-BE49-F238E27FC236}">
                <a16:creationId xmlns:a16="http://schemas.microsoft.com/office/drawing/2014/main" id="{2C85BE20-D9E8-4E83-B304-9700E19DB309}"/>
              </a:ext>
            </a:extLst>
          </p:cNvPr>
          <p:cNvSpPr>
            <a:spLocks/>
          </p:cNvSpPr>
          <p:nvPr/>
        </p:nvSpPr>
        <p:spPr>
          <a:xfrm>
            <a:off x="730676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8752">
            <a:extLst>
              <a:ext uri="{FF2B5EF4-FFF2-40B4-BE49-F238E27FC236}">
                <a16:creationId xmlns:a16="http://schemas.microsoft.com/office/drawing/2014/main" id="{4589A6EB-BA40-4F4B-88C8-93BBC3B39B63}"/>
              </a:ext>
            </a:extLst>
          </p:cNvPr>
          <p:cNvSpPr>
            <a:spLocks/>
          </p:cNvSpPr>
          <p:nvPr/>
        </p:nvSpPr>
        <p:spPr>
          <a:xfrm>
            <a:off x="73055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8753">
            <a:extLst>
              <a:ext uri="{FF2B5EF4-FFF2-40B4-BE49-F238E27FC236}">
                <a16:creationId xmlns:a16="http://schemas.microsoft.com/office/drawing/2014/main" id="{FF4FFA4B-7346-4920-97D0-21862D6B50F2}"/>
              </a:ext>
            </a:extLst>
          </p:cNvPr>
          <p:cNvSpPr>
            <a:spLocks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8754">
            <a:extLst>
              <a:ext uri="{FF2B5EF4-FFF2-40B4-BE49-F238E27FC236}">
                <a16:creationId xmlns:a16="http://schemas.microsoft.com/office/drawing/2014/main" id="{0760AEF8-EB13-4027-8EED-341995B8F219}"/>
              </a:ext>
            </a:extLst>
          </p:cNvPr>
          <p:cNvSpPr>
            <a:spLocks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8755">
            <a:extLst>
              <a:ext uri="{FF2B5EF4-FFF2-40B4-BE49-F238E27FC236}">
                <a16:creationId xmlns:a16="http://schemas.microsoft.com/office/drawing/2014/main" id="{7464D7F7-C97E-473A-B4F0-67F373653D29}"/>
              </a:ext>
            </a:extLst>
          </p:cNvPr>
          <p:cNvSpPr>
            <a:spLocks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8756">
            <a:extLst>
              <a:ext uri="{FF2B5EF4-FFF2-40B4-BE49-F238E27FC236}">
                <a16:creationId xmlns:a16="http://schemas.microsoft.com/office/drawing/2014/main" id="{1074D151-A7B7-496F-8CAE-D80734BF96A1}"/>
              </a:ext>
            </a:extLst>
          </p:cNvPr>
          <p:cNvSpPr>
            <a:spLocks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8757">
            <a:extLst>
              <a:ext uri="{FF2B5EF4-FFF2-40B4-BE49-F238E27FC236}">
                <a16:creationId xmlns:a16="http://schemas.microsoft.com/office/drawing/2014/main" id="{64F5FA69-C93C-4FCE-98A6-CBA092C56D18}"/>
              </a:ext>
            </a:extLst>
          </p:cNvPr>
          <p:cNvSpPr>
            <a:spLocks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8758">
            <a:extLst>
              <a:ext uri="{FF2B5EF4-FFF2-40B4-BE49-F238E27FC236}">
                <a16:creationId xmlns:a16="http://schemas.microsoft.com/office/drawing/2014/main" id="{BFF85A24-998C-4BF5-847C-78F8EB5545A6}"/>
              </a:ext>
            </a:extLst>
          </p:cNvPr>
          <p:cNvSpPr>
            <a:spLocks/>
          </p:cNvSpPr>
          <p:nvPr/>
        </p:nvSpPr>
        <p:spPr>
          <a:xfrm>
            <a:off x="7306110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8759">
            <a:extLst>
              <a:ext uri="{FF2B5EF4-FFF2-40B4-BE49-F238E27FC236}">
                <a16:creationId xmlns:a16="http://schemas.microsoft.com/office/drawing/2014/main" id="{EBD68125-F694-49AE-B086-544AEB509FCC}"/>
              </a:ext>
            </a:extLst>
          </p:cNvPr>
          <p:cNvSpPr>
            <a:spLocks/>
          </p:cNvSpPr>
          <p:nvPr/>
        </p:nvSpPr>
        <p:spPr>
          <a:xfrm>
            <a:off x="7323309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8760">
            <a:extLst>
              <a:ext uri="{FF2B5EF4-FFF2-40B4-BE49-F238E27FC236}">
                <a16:creationId xmlns:a16="http://schemas.microsoft.com/office/drawing/2014/main" id="{1D074C69-2E1D-41BB-ADAB-68E2390AC55C}"/>
              </a:ext>
            </a:extLst>
          </p:cNvPr>
          <p:cNvSpPr>
            <a:spLocks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8761">
            <a:extLst>
              <a:ext uri="{FF2B5EF4-FFF2-40B4-BE49-F238E27FC236}">
                <a16:creationId xmlns:a16="http://schemas.microsoft.com/office/drawing/2014/main" id="{9DD5D232-533A-4C58-A9F5-9E2371D20CAD}"/>
              </a:ext>
            </a:extLst>
          </p:cNvPr>
          <p:cNvSpPr>
            <a:spLocks/>
          </p:cNvSpPr>
          <p:nvPr/>
        </p:nvSpPr>
        <p:spPr>
          <a:xfrm>
            <a:off x="730728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8762">
            <a:extLst>
              <a:ext uri="{FF2B5EF4-FFF2-40B4-BE49-F238E27FC236}">
                <a16:creationId xmlns:a16="http://schemas.microsoft.com/office/drawing/2014/main" id="{C7FEB7DB-188D-4E46-BBE4-30F1737894C5}"/>
              </a:ext>
            </a:extLst>
          </p:cNvPr>
          <p:cNvSpPr>
            <a:spLocks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8763">
            <a:extLst>
              <a:ext uri="{FF2B5EF4-FFF2-40B4-BE49-F238E27FC236}">
                <a16:creationId xmlns:a16="http://schemas.microsoft.com/office/drawing/2014/main" id="{2348F670-A85F-4ED2-BAD3-A1A5C99186BE}"/>
              </a:ext>
            </a:extLst>
          </p:cNvPr>
          <p:cNvSpPr>
            <a:spLocks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8764">
            <a:extLst>
              <a:ext uri="{FF2B5EF4-FFF2-40B4-BE49-F238E27FC236}">
                <a16:creationId xmlns:a16="http://schemas.microsoft.com/office/drawing/2014/main" id="{4B91AB26-CD11-4933-911F-CABD5CC203B2}"/>
              </a:ext>
            </a:extLst>
          </p:cNvPr>
          <p:cNvSpPr>
            <a:spLocks/>
          </p:cNvSpPr>
          <p:nvPr/>
        </p:nvSpPr>
        <p:spPr>
          <a:xfrm>
            <a:off x="723079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8765">
            <a:extLst>
              <a:ext uri="{FF2B5EF4-FFF2-40B4-BE49-F238E27FC236}">
                <a16:creationId xmlns:a16="http://schemas.microsoft.com/office/drawing/2014/main" id="{EF916FBB-7D37-4F47-B03A-1B017F5F5510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8766">
            <a:extLst>
              <a:ext uri="{FF2B5EF4-FFF2-40B4-BE49-F238E27FC236}">
                <a16:creationId xmlns:a16="http://schemas.microsoft.com/office/drawing/2014/main" id="{AD9EDD94-CABF-4BB3-8989-C153F868A891}"/>
              </a:ext>
            </a:extLst>
          </p:cNvPr>
          <p:cNvSpPr>
            <a:spLocks/>
          </p:cNvSpPr>
          <p:nvPr/>
        </p:nvSpPr>
        <p:spPr>
          <a:xfrm>
            <a:off x="733946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8767">
            <a:extLst>
              <a:ext uri="{FF2B5EF4-FFF2-40B4-BE49-F238E27FC236}">
                <a16:creationId xmlns:a16="http://schemas.microsoft.com/office/drawing/2014/main" id="{019038AC-B587-4E9E-AAAF-8738A1F1B7C7}"/>
              </a:ext>
            </a:extLst>
          </p:cNvPr>
          <p:cNvSpPr>
            <a:spLocks/>
          </p:cNvSpPr>
          <p:nvPr/>
        </p:nvSpPr>
        <p:spPr>
          <a:xfrm>
            <a:off x="7345069" y="33275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8768">
            <a:extLst>
              <a:ext uri="{FF2B5EF4-FFF2-40B4-BE49-F238E27FC236}">
                <a16:creationId xmlns:a16="http://schemas.microsoft.com/office/drawing/2014/main" id="{48E72171-570C-4279-A1F2-04801EBF1FF9}"/>
              </a:ext>
            </a:extLst>
          </p:cNvPr>
          <p:cNvSpPr>
            <a:spLocks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8769">
            <a:extLst>
              <a:ext uri="{FF2B5EF4-FFF2-40B4-BE49-F238E27FC236}">
                <a16:creationId xmlns:a16="http://schemas.microsoft.com/office/drawing/2014/main" id="{937B6D9D-3DE9-4212-916E-CF1E03AF5947}"/>
              </a:ext>
            </a:extLst>
          </p:cNvPr>
          <p:cNvSpPr>
            <a:spLocks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8770">
            <a:extLst>
              <a:ext uri="{FF2B5EF4-FFF2-40B4-BE49-F238E27FC236}">
                <a16:creationId xmlns:a16="http://schemas.microsoft.com/office/drawing/2014/main" id="{A3D7FC7F-3AC1-47CD-9E03-D7235B5FA54C}"/>
              </a:ext>
            </a:extLst>
          </p:cNvPr>
          <p:cNvSpPr>
            <a:spLocks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8771">
            <a:extLst>
              <a:ext uri="{FF2B5EF4-FFF2-40B4-BE49-F238E27FC236}">
                <a16:creationId xmlns:a16="http://schemas.microsoft.com/office/drawing/2014/main" id="{32EC7803-4C25-47D3-9142-74EC7F7B7801}"/>
              </a:ext>
            </a:extLst>
          </p:cNvPr>
          <p:cNvSpPr>
            <a:spLocks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8772">
            <a:extLst>
              <a:ext uri="{FF2B5EF4-FFF2-40B4-BE49-F238E27FC236}">
                <a16:creationId xmlns:a16="http://schemas.microsoft.com/office/drawing/2014/main" id="{2E8B32E2-F53A-4ED0-A28B-EEB35853AEF8}"/>
              </a:ext>
            </a:extLst>
          </p:cNvPr>
          <p:cNvSpPr>
            <a:spLocks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8773">
            <a:extLst>
              <a:ext uri="{FF2B5EF4-FFF2-40B4-BE49-F238E27FC236}">
                <a16:creationId xmlns:a16="http://schemas.microsoft.com/office/drawing/2014/main" id="{6811ADA4-D3D5-49D8-8445-384CB900BFD1}"/>
              </a:ext>
            </a:extLst>
          </p:cNvPr>
          <p:cNvSpPr>
            <a:spLocks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8774">
            <a:extLst>
              <a:ext uri="{FF2B5EF4-FFF2-40B4-BE49-F238E27FC236}">
                <a16:creationId xmlns:a16="http://schemas.microsoft.com/office/drawing/2014/main" id="{8F9E4C97-CEAE-42E7-B260-FD1727D4EE53}"/>
              </a:ext>
            </a:extLst>
          </p:cNvPr>
          <p:cNvSpPr>
            <a:spLocks/>
          </p:cNvSpPr>
          <p:nvPr/>
        </p:nvSpPr>
        <p:spPr>
          <a:xfrm>
            <a:off x="7272624" y="346985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8775">
            <a:extLst>
              <a:ext uri="{FF2B5EF4-FFF2-40B4-BE49-F238E27FC236}">
                <a16:creationId xmlns:a16="http://schemas.microsoft.com/office/drawing/2014/main" id="{D43E0FCC-04F7-45FC-BFC4-F6BBBC6682EE}"/>
              </a:ext>
            </a:extLst>
          </p:cNvPr>
          <p:cNvSpPr>
            <a:spLocks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8776">
            <a:extLst>
              <a:ext uri="{FF2B5EF4-FFF2-40B4-BE49-F238E27FC236}">
                <a16:creationId xmlns:a16="http://schemas.microsoft.com/office/drawing/2014/main" id="{52EB3D28-AA09-4466-B01D-D46FD3CD9BBD}"/>
              </a:ext>
            </a:extLst>
          </p:cNvPr>
          <p:cNvSpPr>
            <a:spLocks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8777">
            <a:extLst>
              <a:ext uri="{FF2B5EF4-FFF2-40B4-BE49-F238E27FC236}">
                <a16:creationId xmlns:a16="http://schemas.microsoft.com/office/drawing/2014/main" id="{FEF8F04E-9EC2-406D-B5F4-A690A83BC4C5}"/>
              </a:ext>
            </a:extLst>
          </p:cNvPr>
          <p:cNvSpPr>
            <a:spLocks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8778">
            <a:extLst>
              <a:ext uri="{FF2B5EF4-FFF2-40B4-BE49-F238E27FC236}">
                <a16:creationId xmlns:a16="http://schemas.microsoft.com/office/drawing/2014/main" id="{6C6A8EF2-7289-4EC4-B260-579315E2CAEB}"/>
              </a:ext>
            </a:extLst>
          </p:cNvPr>
          <p:cNvSpPr>
            <a:spLocks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8779">
            <a:extLst>
              <a:ext uri="{FF2B5EF4-FFF2-40B4-BE49-F238E27FC236}">
                <a16:creationId xmlns:a16="http://schemas.microsoft.com/office/drawing/2014/main" id="{5F4E2E0F-6301-447D-9E3C-505C8B53B6CA}"/>
              </a:ext>
            </a:extLst>
          </p:cNvPr>
          <p:cNvSpPr>
            <a:spLocks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8780">
            <a:extLst>
              <a:ext uri="{FF2B5EF4-FFF2-40B4-BE49-F238E27FC236}">
                <a16:creationId xmlns:a16="http://schemas.microsoft.com/office/drawing/2014/main" id="{5F54DCAE-A977-4568-A8A4-A01AB4EE3B1A}"/>
              </a:ext>
            </a:extLst>
          </p:cNvPr>
          <p:cNvSpPr>
            <a:spLocks/>
          </p:cNvSpPr>
          <p:nvPr/>
        </p:nvSpPr>
        <p:spPr>
          <a:xfrm>
            <a:off x="7237313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8781">
            <a:extLst>
              <a:ext uri="{FF2B5EF4-FFF2-40B4-BE49-F238E27FC236}">
                <a16:creationId xmlns:a16="http://schemas.microsoft.com/office/drawing/2014/main" id="{8C15CBAF-2773-42F8-A8E8-FC4222BCF35D}"/>
              </a:ext>
            </a:extLst>
          </p:cNvPr>
          <p:cNvSpPr>
            <a:spLocks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8782">
            <a:extLst>
              <a:ext uri="{FF2B5EF4-FFF2-40B4-BE49-F238E27FC236}">
                <a16:creationId xmlns:a16="http://schemas.microsoft.com/office/drawing/2014/main" id="{1379129F-31CF-4FBF-BFAA-4049CAFF90CB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8783">
            <a:extLst>
              <a:ext uri="{FF2B5EF4-FFF2-40B4-BE49-F238E27FC236}">
                <a16:creationId xmlns:a16="http://schemas.microsoft.com/office/drawing/2014/main" id="{41D14F87-DD67-4E51-A42D-77D06A544FD7}"/>
              </a:ext>
            </a:extLst>
          </p:cNvPr>
          <p:cNvSpPr>
            <a:spLocks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8784">
            <a:extLst>
              <a:ext uri="{FF2B5EF4-FFF2-40B4-BE49-F238E27FC236}">
                <a16:creationId xmlns:a16="http://schemas.microsoft.com/office/drawing/2014/main" id="{9E5C1F3D-8E78-4618-BFC4-BFDF68703BF9}"/>
              </a:ext>
            </a:extLst>
          </p:cNvPr>
          <p:cNvSpPr>
            <a:spLocks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8785">
            <a:extLst>
              <a:ext uri="{FF2B5EF4-FFF2-40B4-BE49-F238E27FC236}">
                <a16:creationId xmlns:a16="http://schemas.microsoft.com/office/drawing/2014/main" id="{E481F9F3-21F8-4B81-9B94-3BB581102368}"/>
              </a:ext>
            </a:extLst>
          </p:cNvPr>
          <p:cNvSpPr>
            <a:spLocks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8786">
            <a:extLst>
              <a:ext uri="{FF2B5EF4-FFF2-40B4-BE49-F238E27FC236}">
                <a16:creationId xmlns:a16="http://schemas.microsoft.com/office/drawing/2014/main" id="{837682D3-ABC7-4856-BF4D-866AABCC463A}"/>
              </a:ext>
            </a:extLst>
          </p:cNvPr>
          <p:cNvSpPr>
            <a:spLocks/>
          </p:cNvSpPr>
          <p:nvPr/>
        </p:nvSpPr>
        <p:spPr>
          <a:xfrm>
            <a:off x="7220245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8787">
            <a:extLst>
              <a:ext uri="{FF2B5EF4-FFF2-40B4-BE49-F238E27FC236}">
                <a16:creationId xmlns:a16="http://schemas.microsoft.com/office/drawing/2014/main" id="{14AABF6F-0B6D-4609-90F8-785F6E12B8F4}"/>
              </a:ext>
            </a:extLst>
          </p:cNvPr>
          <p:cNvSpPr>
            <a:spLocks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8788">
            <a:extLst>
              <a:ext uri="{FF2B5EF4-FFF2-40B4-BE49-F238E27FC236}">
                <a16:creationId xmlns:a16="http://schemas.microsoft.com/office/drawing/2014/main" id="{2A392BF0-2893-465D-B26A-075369CB36FB}"/>
              </a:ext>
            </a:extLst>
          </p:cNvPr>
          <p:cNvSpPr>
            <a:spLocks/>
          </p:cNvSpPr>
          <p:nvPr/>
        </p:nvSpPr>
        <p:spPr>
          <a:xfrm>
            <a:off x="7565146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8789">
            <a:extLst>
              <a:ext uri="{FF2B5EF4-FFF2-40B4-BE49-F238E27FC236}">
                <a16:creationId xmlns:a16="http://schemas.microsoft.com/office/drawing/2014/main" id="{59265A95-D34F-4074-9CE9-1F2509844986}"/>
              </a:ext>
            </a:extLst>
          </p:cNvPr>
          <p:cNvSpPr>
            <a:spLocks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8790">
            <a:extLst>
              <a:ext uri="{FF2B5EF4-FFF2-40B4-BE49-F238E27FC236}">
                <a16:creationId xmlns:a16="http://schemas.microsoft.com/office/drawing/2014/main" id="{4526BFEE-CC85-4D2D-9A01-AFA2E4CC0F06}"/>
              </a:ext>
            </a:extLst>
          </p:cNvPr>
          <p:cNvSpPr>
            <a:spLocks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8791">
            <a:extLst>
              <a:ext uri="{FF2B5EF4-FFF2-40B4-BE49-F238E27FC236}">
                <a16:creationId xmlns:a16="http://schemas.microsoft.com/office/drawing/2014/main" id="{BAA09CFD-CE7D-4D1D-95CE-FC966F04611F}"/>
              </a:ext>
            </a:extLst>
          </p:cNvPr>
          <p:cNvSpPr>
            <a:spLocks/>
          </p:cNvSpPr>
          <p:nvPr/>
        </p:nvSpPr>
        <p:spPr>
          <a:xfrm>
            <a:off x="7607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8792">
            <a:extLst>
              <a:ext uri="{FF2B5EF4-FFF2-40B4-BE49-F238E27FC236}">
                <a16:creationId xmlns:a16="http://schemas.microsoft.com/office/drawing/2014/main" id="{8BFAE8BC-22AF-4EB1-A314-087F6954B938}"/>
              </a:ext>
            </a:extLst>
          </p:cNvPr>
          <p:cNvSpPr>
            <a:spLocks/>
          </p:cNvSpPr>
          <p:nvPr/>
        </p:nvSpPr>
        <p:spPr>
          <a:xfrm>
            <a:off x="76450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8793">
            <a:extLst>
              <a:ext uri="{FF2B5EF4-FFF2-40B4-BE49-F238E27FC236}">
                <a16:creationId xmlns:a16="http://schemas.microsoft.com/office/drawing/2014/main" id="{D74C82D6-077B-4E9A-B4DF-FF6BFFA4A51E}"/>
              </a:ext>
            </a:extLst>
          </p:cNvPr>
          <p:cNvSpPr>
            <a:spLocks/>
          </p:cNvSpPr>
          <p:nvPr/>
        </p:nvSpPr>
        <p:spPr>
          <a:xfrm>
            <a:off x="7668862" y="23902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8794">
            <a:extLst>
              <a:ext uri="{FF2B5EF4-FFF2-40B4-BE49-F238E27FC236}">
                <a16:creationId xmlns:a16="http://schemas.microsoft.com/office/drawing/2014/main" id="{3C316055-9269-4EC5-B7C6-A26B9891BD26}"/>
              </a:ext>
            </a:extLst>
          </p:cNvPr>
          <p:cNvSpPr>
            <a:spLocks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8795">
            <a:extLst>
              <a:ext uri="{FF2B5EF4-FFF2-40B4-BE49-F238E27FC236}">
                <a16:creationId xmlns:a16="http://schemas.microsoft.com/office/drawing/2014/main" id="{D6AECFE7-8E70-47EC-B8C4-541E2E5C8830}"/>
              </a:ext>
            </a:extLst>
          </p:cNvPr>
          <p:cNvSpPr>
            <a:spLocks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8796">
            <a:extLst>
              <a:ext uri="{FF2B5EF4-FFF2-40B4-BE49-F238E27FC236}">
                <a16:creationId xmlns:a16="http://schemas.microsoft.com/office/drawing/2014/main" id="{FB42A4A1-7692-4777-A53B-DFD6801825C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8797">
            <a:extLst>
              <a:ext uri="{FF2B5EF4-FFF2-40B4-BE49-F238E27FC236}">
                <a16:creationId xmlns:a16="http://schemas.microsoft.com/office/drawing/2014/main" id="{AD82182D-5FC2-4D04-970D-3F06280429E1}"/>
              </a:ext>
            </a:extLst>
          </p:cNvPr>
          <p:cNvSpPr>
            <a:spLocks/>
          </p:cNvSpPr>
          <p:nvPr/>
        </p:nvSpPr>
        <p:spPr>
          <a:xfrm>
            <a:off x="75581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8798">
            <a:extLst>
              <a:ext uri="{FF2B5EF4-FFF2-40B4-BE49-F238E27FC236}">
                <a16:creationId xmlns:a16="http://schemas.microsoft.com/office/drawing/2014/main" id="{FCA75414-401A-4BD7-A3AD-71CBFC31BACA}"/>
              </a:ext>
            </a:extLst>
          </p:cNvPr>
          <p:cNvSpPr>
            <a:spLocks/>
          </p:cNvSpPr>
          <p:nvPr/>
        </p:nvSpPr>
        <p:spPr>
          <a:xfrm>
            <a:off x="765843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8799">
            <a:extLst>
              <a:ext uri="{FF2B5EF4-FFF2-40B4-BE49-F238E27FC236}">
                <a16:creationId xmlns:a16="http://schemas.microsoft.com/office/drawing/2014/main" id="{AF20EE52-9546-4A7C-9F35-979520F66EE4}"/>
              </a:ext>
            </a:extLst>
          </p:cNvPr>
          <p:cNvSpPr>
            <a:spLocks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8800">
            <a:extLst>
              <a:ext uri="{FF2B5EF4-FFF2-40B4-BE49-F238E27FC236}">
                <a16:creationId xmlns:a16="http://schemas.microsoft.com/office/drawing/2014/main" id="{5D54577B-D5C6-4C49-9A36-EB1BCCC18840}"/>
              </a:ext>
            </a:extLst>
          </p:cNvPr>
          <p:cNvSpPr>
            <a:spLocks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8801">
            <a:extLst>
              <a:ext uri="{FF2B5EF4-FFF2-40B4-BE49-F238E27FC236}">
                <a16:creationId xmlns:a16="http://schemas.microsoft.com/office/drawing/2014/main" id="{BD49539D-6851-4D0F-A3EB-5CAA99EEF2A6}"/>
              </a:ext>
            </a:extLst>
          </p:cNvPr>
          <p:cNvSpPr>
            <a:spLocks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8802">
            <a:extLst>
              <a:ext uri="{FF2B5EF4-FFF2-40B4-BE49-F238E27FC236}">
                <a16:creationId xmlns:a16="http://schemas.microsoft.com/office/drawing/2014/main" id="{7F3B8443-76DC-467D-B6D7-56B25AC2EA0F}"/>
              </a:ext>
            </a:extLst>
          </p:cNvPr>
          <p:cNvSpPr>
            <a:spLocks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8803">
            <a:extLst>
              <a:ext uri="{FF2B5EF4-FFF2-40B4-BE49-F238E27FC236}">
                <a16:creationId xmlns:a16="http://schemas.microsoft.com/office/drawing/2014/main" id="{4CF096A9-64E2-4F4D-A4AF-58037FD3C3C5}"/>
              </a:ext>
            </a:extLst>
          </p:cNvPr>
          <p:cNvSpPr>
            <a:spLocks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8804">
            <a:extLst>
              <a:ext uri="{FF2B5EF4-FFF2-40B4-BE49-F238E27FC236}">
                <a16:creationId xmlns:a16="http://schemas.microsoft.com/office/drawing/2014/main" id="{4ECDCB50-44D3-4DAB-8FA1-AC7CAC9D2959}"/>
              </a:ext>
            </a:extLst>
          </p:cNvPr>
          <p:cNvSpPr>
            <a:spLocks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8805">
            <a:extLst>
              <a:ext uri="{FF2B5EF4-FFF2-40B4-BE49-F238E27FC236}">
                <a16:creationId xmlns:a16="http://schemas.microsoft.com/office/drawing/2014/main" id="{6FF5FFA7-C3D2-45E6-B2BE-3D6D774195C1}"/>
              </a:ext>
            </a:extLst>
          </p:cNvPr>
          <p:cNvSpPr>
            <a:spLocks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8806">
            <a:extLst>
              <a:ext uri="{FF2B5EF4-FFF2-40B4-BE49-F238E27FC236}">
                <a16:creationId xmlns:a16="http://schemas.microsoft.com/office/drawing/2014/main" id="{85BBAE77-3D65-416E-9ADF-39A7B4983C96}"/>
              </a:ext>
            </a:extLst>
          </p:cNvPr>
          <p:cNvSpPr>
            <a:spLocks/>
          </p:cNvSpPr>
          <p:nvPr/>
        </p:nvSpPr>
        <p:spPr>
          <a:xfrm>
            <a:off x="76848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8807">
            <a:extLst>
              <a:ext uri="{FF2B5EF4-FFF2-40B4-BE49-F238E27FC236}">
                <a16:creationId xmlns:a16="http://schemas.microsoft.com/office/drawing/2014/main" id="{8E4F9B6C-402C-42A2-9926-372FE13E3F74}"/>
              </a:ext>
            </a:extLst>
          </p:cNvPr>
          <p:cNvSpPr>
            <a:spLocks/>
          </p:cNvSpPr>
          <p:nvPr/>
        </p:nvSpPr>
        <p:spPr>
          <a:xfrm>
            <a:off x="7639936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8808">
            <a:extLst>
              <a:ext uri="{FF2B5EF4-FFF2-40B4-BE49-F238E27FC236}">
                <a16:creationId xmlns:a16="http://schemas.microsoft.com/office/drawing/2014/main" id="{B37B9341-841C-452E-AA09-0F9EC966325B}"/>
              </a:ext>
            </a:extLst>
          </p:cNvPr>
          <p:cNvSpPr>
            <a:spLocks/>
          </p:cNvSpPr>
          <p:nvPr/>
        </p:nvSpPr>
        <p:spPr>
          <a:xfrm>
            <a:off x="7562670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8809">
            <a:extLst>
              <a:ext uri="{FF2B5EF4-FFF2-40B4-BE49-F238E27FC236}">
                <a16:creationId xmlns:a16="http://schemas.microsoft.com/office/drawing/2014/main" id="{E6F6B358-9789-4E22-AF33-DD0D7F3BE327}"/>
              </a:ext>
            </a:extLst>
          </p:cNvPr>
          <p:cNvSpPr>
            <a:spLocks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8810">
            <a:extLst>
              <a:ext uri="{FF2B5EF4-FFF2-40B4-BE49-F238E27FC236}">
                <a16:creationId xmlns:a16="http://schemas.microsoft.com/office/drawing/2014/main" id="{2C42DCD0-BE67-455D-8036-73D08C1290A3}"/>
              </a:ext>
            </a:extLst>
          </p:cNvPr>
          <p:cNvSpPr>
            <a:spLocks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8811">
            <a:extLst>
              <a:ext uri="{FF2B5EF4-FFF2-40B4-BE49-F238E27FC236}">
                <a16:creationId xmlns:a16="http://schemas.microsoft.com/office/drawing/2014/main" id="{48F3EDC6-2B70-45AB-878D-5C281B71B1D1}"/>
              </a:ext>
            </a:extLst>
          </p:cNvPr>
          <p:cNvSpPr>
            <a:spLocks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8812">
            <a:extLst>
              <a:ext uri="{FF2B5EF4-FFF2-40B4-BE49-F238E27FC236}">
                <a16:creationId xmlns:a16="http://schemas.microsoft.com/office/drawing/2014/main" id="{5FC5B7B1-BEB2-4C74-8AA8-0E926AF4665E}"/>
              </a:ext>
            </a:extLst>
          </p:cNvPr>
          <p:cNvSpPr>
            <a:spLocks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8813">
            <a:extLst>
              <a:ext uri="{FF2B5EF4-FFF2-40B4-BE49-F238E27FC236}">
                <a16:creationId xmlns:a16="http://schemas.microsoft.com/office/drawing/2014/main" id="{76FF3ED2-B2F7-4722-9C70-BE86B516AF37}"/>
              </a:ext>
            </a:extLst>
          </p:cNvPr>
          <p:cNvSpPr>
            <a:spLocks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8814">
            <a:extLst>
              <a:ext uri="{FF2B5EF4-FFF2-40B4-BE49-F238E27FC236}">
                <a16:creationId xmlns:a16="http://schemas.microsoft.com/office/drawing/2014/main" id="{CA3FB448-71C9-45CC-AB12-E79534407EA5}"/>
              </a:ext>
            </a:extLst>
          </p:cNvPr>
          <p:cNvSpPr>
            <a:spLocks/>
          </p:cNvSpPr>
          <p:nvPr/>
        </p:nvSpPr>
        <p:spPr>
          <a:xfrm>
            <a:off x="76360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8815">
            <a:extLst>
              <a:ext uri="{FF2B5EF4-FFF2-40B4-BE49-F238E27FC236}">
                <a16:creationId xmlns:a16="http://schemas.microsoft.com/office/drawing/2014/main" id="{5E134DFB-1F42-4B91-8700-EA1534DCE8F3}"/>
              </a:ext>
            </a:extLst>
          </p:cNvPr>
          <p:cNvSpPr>
            <a:spLocks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8816">
            <a:extLst>
              <a:ext uri="{FF2B5EF4-FFF2-40B4-BE49-F238E27FC236}">
                <a16:creationId xmlns:a16="http://schemas.microsoft.com/office/drawing/2014/main" id="{A66C625F-10C3-47FE-BC4B-0AA3006EE8F6}"/>
              </a:ext>
            </a:extLst>
          </p:cNvPr>
          <p:cNvSpPr>
            <a:spLocks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8817">
            <a:extLst>
              <a:ext uri="{FF2B5EF4-FFF2-40B4-BE49-F238E27FC236}">
                <a16:creationId xmlns:a16="http://schemas.microsoft.com/office/drawing/2014/main" id="{BEB37C62-03E6-4944-B1A0-62E83A41FBF6}"/>
              </a:ext>
            </a:extLst>
          </p:cNvPr>
          <p:cNvSpPr>
            <a:spLocks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8818">
            <a:extLst>
              <a:ext uri="{FF2B5EF4-FFF2-40B4-BE49-F238E27FC236}">
                <a16:creationId xmlns:a16="http://schemas.microsoft.com/office/drawing/2014/main" id="{5CA3244D-E9AF-468B-9BB0-21FEE6691F53}"/>
              </a:ext>
            </a:extLst>
          </p:cNvPr>
          <p:cNvSpPr>
            <a:spLocks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8819">
            <a:extLst>
              <a:ext uri="{FF2B5EF4-FFF2-40B4-BE49-F238E27FC236}">
                <a16:creationId xmlns:a16="http://schemas.microsoft.com/office/drawing/2014/main" id="{330CB044-670E-490B-99E3-4B1577DEB0DA}"/>
              </a:ext>
            </a:extLst>
          </p:cNvPr>
          <p:cNvSpPr>
            <a:spLocks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8820">
            <a:extLst>
              <a:ext uri="{FF2B5EF4-FFF2-40B4-BE49-F238E27FC236}">
                <a16:creationId xmlns:a16="http://schemas.microsoft.com/office/drawing/2014/main" id="{28FD7A05-BBBD-4D42-8F6B-F44A2377B369}"/>
              </a:ext>
            </a:extLst>
          </p:cNvPr>
          <p:cNvSpPr>
            <a:spLocks/>
          </p:cNvSpPr>
          <p:nvPr/>
        </p:nvSpPr>
        <p:spPr>
          <a:xfrm>
            <a:off x="7645930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8821">
            <a:extLst>
              <a:ext uri="{FF2B5EF4-FFF2-40B4-BE49-F238E27FC236}">
                <a16:creationId xmlns:a16="http://schemas.microsoft.com/office/drawing/2014/main" id="{544023F1-AA53-40B0-87F1-CA93FC5D45DC}"/>
              </a:ext>
            </a:extLst>
          </p:cNvPr>
          <p:cNvSpPr>
            <a:spLocks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8822">
            <a:extLst>
              <a:ext uri="{FF2B5EF4-FFF2-40B4-BE49-F238E27FC236}">
                <a16:creationId xmlns:a16="http://schemas.microsoft.com/office/drawing/2014/main" id="{47A6D35F-C2A7-4E70-AE73-95D4CD570DCA}"/>
              </a:ext>
            </a:extLst>
          </p:cNvPr>
          <p:cNvSpPr>
            <a:spLocks/>
          </p:cNvSpPr>
          <p:nvPr/>
        </p:nvSpPr>
        <p:spPr>
          <a:xfrm>
            <a:off x="75620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8823">
            <a:extLst>
              <a:ext uri="{FF2B5EF4-FFF2-40B4-BE49-F238E27FC236}">
                <a16:creationId xmlns:a16="http://schemas.microsoft.com/office/drawing/2014/main" id="{82C4F169-D2DD-4D14-B56B-730A475B61DC}"/>
              </a:ext>
            </a:extLst>
          </p:cNvPr>
          <p:cNvSpPr>
            <a:spLocks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8824">
            <a:extLst>
              <a:ext uri="{FF2B5EF4-FFF2-40B4-BE49-F238E27FC236}">
                <a16:creationId xmlns:a16="http://schemas.microsoft.com/office/drawing/2014/main" id="{DA1D8C5B-3903-4F87-BECD-C0FD2AFC3F78}"/>
              </a:ext>
            </a:extLst>
          </p:cNvPr>
          <p:cNvSpPr>
            <a:spLocks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8825">
            <a:extLst>
              <a:ext uri="{FF2B5EF4-FFF2-40B4-BE49-F238E27FC236}">
                <a16:creationId xmlns:a16="http://schemas.microsoft.com/office/drawing/2014/main" id="{C890B1BF-3116-40E9-868C-AEF858BFFA71}"/>
              </a:ext>
            </a:extLst>
          </p:cNvPr>
          <p:cNvSpPr>
            <a:spLocks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8826">
            <a:extLst>
              <a:ext uri="{FF2B5EF4-FFF2-40B4-BE49-F238E27FC236}">
                <a16:creationId xmlns:a16="http://schemas.microsoft.com/office/drawing/2014/main" id="{FEAA2D6B-1E61-4048-A37F-34E30E7CD94F}"/>
              </a:ext>
            </a:extLst>
          </p:cNvPr>
          <p:cNvSpPr>
            <a:spLocks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8827">
            <a:extLst>
              <a:ext uri="{FF2B5EF4-FFF2-40B4-BE49-F238E27FC236}">
                <a16:creationId xmlns:a16="http://schemas.microsoft.com/office/drawing/2014/main" id="{57C30DA6-89C7-42C3-AC84-D63CA00951F2}"/>
              </a:ext>
            </a:extLst>
          </p:cNvPr>
          <p:cNvSpPr>
            <a:spLocks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8828">
            <a:extLst>
              <a:ext uri="{FF2B5EF4-FFF2-40B4-BE49-F238E27FC236}">
                <a16:creationId xmlns:a16="http://schemas.microsoft.com/office/drawing/2014/main" id="{F5A111B1-DE65-4B93-82C3-4560505724E1}"/>
              </a:ext>
            </a:extLst>
          </p:cNvPr>
          <p:cNvSpPr>
            <a:spLocks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8829">
            <a:extLst>
              <a:ext uri="{FF2B5EF4-FFF2-40B4-BE49-F238E27FC236}">
                <a16:creationId xmlns:a16="http://schemas.microsoft.com/office/drawing/2014/main" id="{82EFF76C-8A37-4EA3-9B92-FF6F88C5574F}"/>
              </a:ext>
            </a:extLst>
          </p:cNvPr>
          <p:cNvSpPr>
            <a:spLocks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8830">
            <a:extLst>
              <a:ext uri="{FF2B5EF4-FFF2-40B4-BE49-F238E27FC236}">
                <a16:creationId xmlns:a16="http://schemas.microsoft.com/office/drawing/2014/main" id="{F9FBE966-7BB9-4554-8C72-9B2156C4C0D8}"/>
              </a:ext>
            </a:extLst>
          </p:cNvPr>
          <p:cNvSpPr>
            <a:spLocks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8831">
            <a:extLst>
              <a:ext uri="{FF2B5EF4-FFF2-40B4-BE49-F238E27FC236}">
                <a16:creationId xmlns:a16="http://schemas.microsoft.com/office/drawing/2014/main" id="{6EDB3E40-3776-4EB9-9B87-2DF4809E5804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8832">
            <a:extLst>
              <a:ext uri="{FF2B5EF4-FFF2-40B4-BE49-F238E27FC236}">
                <a16:creationId xmlns:a16="http://schemas.microsoft.com/office/drawing/2014/main" id="{FBADC22F-D630-4D10-A392-9D7613B00F0F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8833">
            <a:extLst>
              <a:ext uri="{FF2B5EF4-FFF2-40B4-BE49-F238E27FC236}">
                <a16:creationId xmlns:a16="http://schemas.microsoft.com/office/drawing/2014/main" id="{2EC0082F-106C-4D35-85ED-D2419F72D50A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8834">
            <a:extLst>
              <a:ext uri="{FF2B5EF4-FFF2-40B4-BE49-F238E27FC236}">
                <a16:creationId xmlns:a16="http://schemas.microsoft.com/office/drawing/2014/main" id="{41727AB9-B417-471B-AA52-A14603D820BD}"/>
              </a:ext>
            </a:extLst>
          </p:cNvPr>
          <p:cNvSpPr>
            <a:spLocks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8835">
            <a:extLst>
              <a:ext uri="{FF2B5EF4-FFF2-40B4-BE49-F238E27FC236}">
                <a16:creationId xmlns:a16="http://schemas.microsoft.com/office/drawing/2014/main" id="{44203190-D991-4768-94A8-D96AA263AC5B}"/>
              </a:ext>
            </a:extLst>
          </p:cNvPr>
          <p:cNvSpPr>
            <a:spLocks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8836">
            <a:extLst>
              <a:ext uri="{FF2B5EF4-FFF2-40B4-BE49-F238E27FC236}">
                <a16:creationId xmlns:a16="http://schemas.microsoft.com/office/drawing/2014/main" id="{2F6138B9-4F93-4729-8D3A-06A29495F1E7}"/>
              </a:ext>
            </a:extLst>
          </p:cNvPr>
          <p:cNvSpPr>
            <a:spLocks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8837">
            <a:extLst>
              <a:ext uri="{FF2B5EF4-FFF2-40B4-BE49-F238E27FC236}">
                <a16:creationId xmlns:a16="http://schemas.microsoft.com/office/drawing/2014/main" id="{BAD1A58E-BB2B-49F1-954B-A4A793A2515C}"/>
              </a:ext>
            </a:extLst>
          </p:cNvPr>
          <p:cNvSpPr>
            <a:spLocks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8838">
            <a:extLst>
              <a:ext uri="{FF2B5EF4-FFF2-40B4-BE49-F238E27FC236}">
                <a16:creationId xmlns:a16="http://schemas.microsoft.com/office/drawing/2014/main" id="{77EBA4DE-9335-4E1E-BC35-EBCB9E4F04E0}"/>
              </a:ext>
            </a:extLst>
          </p:cNvPr>
          <p:cNvSpPr>
            <a:spLocks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8839">
            <a:extLst>
              <a:ext uri="{FF2B5EF4-FFF2-40B4-BE49-F238E27FC236}">
                <a16:creationId xmlns:a16="http://schemas.microsoft.com/office/drawing/2014/main" id="{7F0710F6-F7E1-4F99-90FB-F9D7F91A91CC}"/>
              </a:ext>
            </a:extLst>
          </p:cNvPr>
          <p:cNvSpPr>
            <a:spLocks/>
          </p:cNvSpPr>
          <p:nvPr/>
        </p:nvSpPr>
        <p:spPr>
          <a:xfrm>
            <a:off x="76790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8840">
            <a:extLst>
              <a:ext uri="{FF2B5EF4-FFF2-40B4-BE49-F238E27FC236}">
                <a16:creationId xmlns:a16="http://schemas.microsoft.com/office/drawing/2014/main" id="{91BCD5D9-2D67-44B9-97C4-4CA98518C51D}"/>
              </a:ext>
            </a:extLst>
          </p:cNvPr>
          <p:cNvSpPr>
            <a:spLocks/>
          </p:cNvSpPr>
          <p:nvPr/>
        </p:nvSpPr>
        <p:spPr>
          <a:xfrm>
            <a:off x="75638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8841">
            <a:extLst>
              <a:ext uri="{FF2B5EF4-FFF2-40B4-BE49-F238E27FC236}">
                <a16:creationId xmlns:a16="http://schemas.microsoft.com/office/drawing/2014/main" id="{79E7B309-F60A-46DE-9259-72EC79A379F6}"/>
              </a:ext>
            </a:extLst>
          </p:cNvPr>
          <p:cNvSpPr>
            <a:spLocks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8842">
            <a:extLst>
              <a:ext uri="{FF2B5EF4-FFF2-40B4-BE49-F238E27FC236}">
                <a16:creationId xmlns:a16="http://schemas.microsoft.com/office/drawing/2014/main" id="{831CB012-876E-4982-A4FF-9EAF80ECF8B7}"/>
              </a:ext>
            </a:extLst>
          </p:cNvPr>
          <p:cNvSpPr>
            <a:spLocks/>
          </p:cNvSpPr>
          <p:nvPr/>
        </p:nvSpPr>
        <p:spPr>
          <a:xfrm>
            <a:off x="765218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8843">
            <a:extLst>
              <a:ext uri="{FF2B5EF4-FFF2-40B4-BE49-F238E27FC236}">
                <a16:creationId xmlns:a16="http://schemas.microsoft.com/office/drawing/2014/main" id="{1C36C49C-A72A-4D4C-9A42-1D569FFE22FE}"/>
              </a:ext>
            </a:extLst>
          </p:cNvPr>
          <p:cNvSpPr>
            <a:spLocks/>
          </p:cNvSpPr>
          <p:nvPr/>
        </p:nvSpPr>
        <p:spPr>
          <a:xfrm>
            <a:off x="76072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8844">
            <a:extLst>
              <a:ext uri="{FF2B5EF4-FFF2-40B4-BE49-F238E27FC236}">
                <a16:creationId xmlns:a16="http://schemas.microsoft.com/office/drawing/2014/main" id="{967BCF63-5813-47F9-B692-CAC18D224EA1}"/>
              </a:ext>
            </a:extLst>
          </p:cNvPr>
          <p:cNvSpPr>
            <a:spLocks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8845">
            <a:extLst>
              <a:ext uri="{FF2B5EF4-FFF2-40B4-BE49-F238E27FC236}">
                <a16:creationId xmlns:a16="http://schemas.microsoft.com/office/drawing/2014/main" id="{0D45A392-FD54-46E0-82DB-D222AE0AD370}"/>
              </a:ext>
            </a:extLst>
          </p:cNvPr>
          <p:cNvSpPr>
            <a:spLocks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8846">
            <a:extLst>
              <a:ext uri="{FF2B5EF4-FFF2-40B4-BE49-F238E27FC236}">
                <a16:creationId xmlns:a16="http://schemas.microsoft.com/office/drawing/2014/main" id="{D56743F0-B81E-404A-A340-14D3A2110DFE}"/>
              </a:ext>
            </a:extLst>
          </p:cNvPr>
          <p:cNvSpPr>
            <a:spLocks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8847">
            <a:extLst>
              <a:ext uri="{FF2B5EF4-FFF2-40B4-BE49-F238E27FC236}">
                <a16:creationId xmlns:a16="http://schemas.microsoft.com/office/drawing/2014/main" id="{F0919438-A5EC-4837-A7DF-4FAA28A65620}"/>
              </a:ext>
            </a:extLst>
          </p:cNvPr>
          <p:cNvSpPr>
            <a:spLocks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8848">
            <a:extLst>
              <a:ext uri="{FF2B5EF4-FFF2-40B4-BE49-F238E27FC236}">
                <a16:creationId xmlns:a16="http://schemas.microsoft.com/office/drawing/2014/main" id="{908CA103-3DCE-48F9-9E0B-C06DAA9D8AF5}"/>
              </a:ext>
            </a:extLst>
          </p:cNvPr>
          <p:cNvSpPr>
            <a:spLocks/>
          </p:cNvSpPr>
          <p:nvPr/>
        </p:nvSpPr>
        <p:spPr>
          <a:xfrm>
            <a:off x="7652445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8849">
            <a:extLst>
              <a:ext uri="{FF2B5EF4-FFF2-40B4-BE49-F238E27FC236}">
                <a16:creationId xmlns:a16="http://schemas.microsoft.com/office/drawing/2014/main" id="{5763A5C4-FB29-411C-BBD4-437C1358CC21}"/>
              </a:ext>
            </a:extLst>
          </p:cNvPr>
          <p:cNvSpPr>
            <a:spLocks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8850">
            <a:extLst>
              <a:ext uri="{FF2B5EF4-FFF2-40B4-BE49-F238E27FC236}">
                <a16:creationId xmlns:a16="http://schemas.microsoft.com/office/drawing/2014/main" id="{1A9908F3-F5AF-4EFF-AFBF-6F8101D67C52}"/>
              </a:ext>
            </a:extLst>
          </p:cNvPr>
          <p:cNvSpPr>
            <a:spLocks/>
          </p:cNvSpPr>
          <p:nvPr/>
        </p:nvSpPr>
        <p:spPr>
          <a:xfrm>
            <a:off x="7595245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8851">
            <a:extLst>
              <a:ext uri="{FF2B5EF4-FFF2-40B4-BE49-F238E27FC236}">
                <a16:creationId xmlns:a16="http://schemas.microsoft.com/office/drawing/2014/main" id="{6E58D987-A96C-4A4F-B58F-3D381FBD5CDB}"/>
              </a:ext>
            </a:extLst>
          </p:cNvPr>
          <p:cNvSpPr>
            <a:spLocks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8852">
            <a:extLst>
              <a:ext uri="{FF2B5EF4-FFF2-40B4-BE49-F238E27FC236}">
                <a16:creationId xmlns:a16="http://schemas.microsoft.com/office/drawing/2014/main" id="{836BE17F-22E5-4EDF-93D2-E4EE2F4B2A3E}"/>
              </a:ext>
            </a:extLst>
          </p:cNvPr>
          <p:cNvSpPr>
            <a:spLocks/>
          </p:cNvSpPr>
          <p:nvPr/>
        </p:nvSpPr>
        <p:spPr>
          <a:xfrm>
            <a:off x="75814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8853">
            <a:extLst>
              <a:ext uri="{FF2B5EF4-FFF2-40B4-BE49-F238E27FC236}">
                <a16:creationId xmlns:a16="http://schemas.microsoft.com/office/drawing/2014/main" id="{FF7D1364-114F-4FD1-874C-15E3B612F12D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8854">
            <a:extLst>
              <a:ext uri="{FF2B5EF4-FFF2-40B4-BE49-F238E27FC236}">
                <a16:creationId xmlns:a16="http://schemas.microsoft.com/office/drawing/2014/main" id="{A2142D35-4897-4044-875F-29123B96F68B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8855">
            <a:extLst>
              <a:ext uri="{FF2B5EF4-FFF2-40B4-BE49-F238E27FC236}">
                <a16:creationId xmlns:a16="http://schemas.microsoft.com/office/drawing/2014/main" id="{2EA68A31-D301-4522-84E2-90DDFA014850}"/>
              </a:ext>
            </a:extLst>
          </p:cNvPr>
          <p:cNvSpPr>
            <a:spLocks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8856">
            <a:extLst>
              <a:ext uri="{FF2B5EF4-FFF2-40B4-BE49-F238E27FC236}">
                <a16:creationId xmlns:a16="http://schemas.microsoft.com/office/drawing/2014/main" id="{40876667-B194-4FC8-A8FE-B46AF70479C9}"/>
              </a:ext>
            </a:extLst>
          </p:cNvPr>
          <p:cNvSpPr>
            <a:spLocks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8857">
            <a:extLst>
              <a:ext uri="{FF2B5EF4-FFF2-40B4-BE49-F238E27FC236}">
                <a16:creationId xmlns:a16="http://schemas.microsoft.com/office/drawing/2014/main" id="{FBB8BE97-B676-4A38-A35A-4E49AF97AE21}"/>
              </a:ext>
            </a:extLst>
          </p:cNvPr>
          <p:cNvSpPr>
            <a:spLocks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8858">
            <a:extLst>
              <a:ext uri="{FF2B5EF4-FFF2-40B4-BE49-F238E27FC236}">
                <a16:creationId xmlns:a16="http://schemas.microsoft.com/office/drawing/2014/main" id="{37E22FC0-FCA5-4711-BB1D-6FE2F56E9AD0}"/>
              </a:ext>
            </a:extLst>
          </p:cNvPr>
          <p:cNvSpPr>
            <a:spLocks/>
          </p:cNvSpPr>
          <p:nvPr/>
        </p:nvSpPr>
        <p:spPr>
          <a:xfrm>
            <a:off x="7652705" y="25083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8859">
            <a:extLst>
              <a:ext uri="{FF2B5EF4-FFF2-40B4-BE49-F238E27FC236}">
                <a16:creationId xmlns:a16="http://schemas.microsoft.com/office/drawing/2014/main" id="{F0F6F507-0C52-4C3F-8EF5-2456DB6F0023}"/>
              </a:ext>
            </a:extLst>
          </p:cNvPr>
          <p:cNvSpPr>
            <a:spLocks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8860">
            <a:extLst>
              <a:ext uri="{FF2B5EF4-FFF2-40B4-BE49-F238E27FC236}">
                <a16:creationId xmlns:a16="http://schemas.microsoft.com/office/drawing/2014/main" id="{C4580B51-2EF5-4652-AFD0-08C61A7F5E47}"/>
              </a:ext>
            </a:extLst>
          </p:cNvPr>
          <p:cNvSpPr>
            <a:spLocks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8861">
            <a:extLst>
              <a:ext uri="{FF2B5EF4-FFF2-40B4-BE49-F238E27FC236}">
                <a16:creationId xmlns:a16="http://schemas.microsoft.com/office/drawing/2014/main" id="{85FC409F-8617-4CAE-911B-659CDA8D8181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8862">
            <a:extLst>
              <a:ext uri="{FF2B5EF4-FFF2-40B4-BE49-F238E27FC236}">
                <a16:creationId xmlns:a16="http://schemas.microsoft.com/office/drawing/2014/main" id="{623E9E88-D5DE-407A-B8BF-9CB99CEC3E48}"/>
              </a:ext>
            </a:extLst>
          </p:cNvPr>
          <p:cNvSpPr>
            <a:spLocks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8863">
            <a:extLst>
              <a:ext uri="{FF2B5EF4-FFF2-40B4-BE49-F238E27FC236}">
                <a16:creationId xmlns:a16="http://schemas.microsoft.com/office/drawing/2014/main" id="{CEB5FC7A-D94D-4293-BF82-FA75E57EACD1}"/>
              </a:ext>
            </a:extLst>
          </p:cNvPr>
          <p:cNvSpPr>
            <a:spLocks/>
          </p:cNvSpPr>
          <p:nvPr/>
        </p:nvSpPr>
        <p:spPr>
          <a:xfrm>
            <a:off x="7650490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8864">
            <a:extLst>
              <a:ext uri="{FF2B5EF4-FFF2-40B4-BE49-F238E27FC236}">
                <a16:creationId xmlns:a16="http://schemas.microsoft.com/office/drawing/2014/main" id="{9779803B-ED3A-4D92-9B1D-72E08F5BE418}"/>
              </a:ext>
            </a:extLst>
          </p:cNvPr>
          <p:cNvSpPr>
            <a:spLocks/>
          </p:cNvSpPr>
          <p:nvPr/>
        </p:nvSpPr>
        <p:spPr>
          <a:xfrm>
            <a:off x="7584951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8865">
            <a:extLst>
              <a:ext uri="{FF2B5EF4-FFF2-40B4-BE49-F238E27FC236}">
                <a16:creationId xmlns:a16="http://schemas.microsoft.com/office/drawing/2014/main" id="{D656086C-21EE-4816-BE7F-5291A5FE00E5}"/>
              </a:ext>
            </a:extLst>
          </p:cNvPr>
          <p:cNvSpPr>
            <a:spLocks/>
          </p:cNvSpPr>
          <p:nvPr/>
        </p:nvSpPr>
        <p:spPr>
          <a:xfrm>
            <a:off x="7597590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8866">
            <a:extLst>
              <a:ext uri="{FF2B5EF4-FFF2-40B4-BE49-F238E27FC236}">
                <a16:creationId xmlns:a16="http://schemas.microsoft.com/office/drawing/2014/main" id="{32992B85-67ED-497A-BEB3-C1E67745AF5B}"/>
              </a:ext>
            </a:extLst>
          </p:cNvPr>
          <p:cNvSpPr>
            <a:spLocks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8867">
            <a:extLst>
              <a:ext uri="{FF2B5EF4-FFF2-40B4-BE49-F238E27FC236}">
                <a16:creationId xmlns:a16="http://schemas.microsoft.com/office/drawing/2014/main" id="{536EA672-14CC-4BC7-96B1-41B95F88FC55}"/>
              </a:ext>
            </a:extLst>
          </p:cNvPr>
          <p:cNvSpPr>
            <a:spLocks/>
          </p:cNvSpPr>
          <p:nvPr/>
        </p:nvSpPr>
        <p:spPr>
          <a:xfrm>
            <a:off x="7590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8868">
            <a:extLst>
              <a:ext uri="{FF2B5EF4-FFF2-40B4-BE49-F238E27FC236}">
                <a16:creationId xmlns:a16="http://schemas.microsoft.com/office/drawing/2014/main" id="{1B1435AE-D62C-4D1E-8513-6D3D8C69B753}"/>
              </a:ext>
            </a:extLst>
          </p:cNvPr>
          <p:cNvSpPr>
            <a:spLocks/>
          </p:cNvSpPr>
          <p:nvPr/>
        </p:nvSpPr>
        <p:spPr>
          <a:xfrm>
            <a:off x="7595114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8869">
            <a:extLst>
              <a:ext uri="{FF2B5EF4-FFF2-40B4-BE49-F238E27FC236}">
                <a16:creationId xmlns:a16="http://schemas.microsoft.com/office/drawing/2014/main" id="{099AE18B-161E-42BC-AC6B-8DA59A0C130A}"/>
              </a:ext>
            </a:extLst>
          </p:cNvPr>
          <p:cNvSpPr>
            <a:spLocks/>
          </p:cNvSpPr>
          <p:nvPr/>
        </p:nvSpPr>
        <p:spPr>
          <a:xfrm>
            <a:off x="76760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8870">
            <a:extLst>
              <a:ext uri="{FF2B5EF4-FFF2-40B4-BE49-F238E27FC236}">
                <a16:creationId xmlns:a16="http://schemas.microsoft.com/office/drawing/2014/main" id="{776B9920-6FC7-4152-AD49-E0341C9E31E1}"/>
              </a:ext>
            </a:extLst>
          </p:cNvPr>
          <p:cNvSpPr>
            <a:spLocks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8871">
            <a:extLst>
              <a:ext uri="{FF2B5EF4-FFF2-40B4-BE49-F238E27FC236}">
                <a16:creationId xmlns:a16="http://schemas.microsoft.com/office/drawing/2014/main" id="{42F4877F-092C-4F8C-8679-EDA3985590D2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8872">
            <a:extLst>
              <a:ext uri="{FF2B5EF4-FFF2-40B4-BE49-F238E27FC236}">
                <a16:creationId xmlns:a16="http://schemas.microsoft.com/office/drawing/2014/main" id="{DBD0088C-7579-4053-AEA3-02B8728B405B}"/>
              </a:ext>
            </a:extLst>
          </p:cNvPr>
          <p:cNvSpPr>
            <a:spLocks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8873">
            <a:extLst>
              <a:ext uri="{FF2B5EF4-FFF2-40B4-BE49-F238E27FC236}">
                <a16:creationId xmlns:a16="http://schemas.microsoft.com/office/drawing/2014/main" id="{E293CF3F-B79E-465B-BD76-98B11F4B9796}"/>
              </a:ext>
            </a:extLst>
          </p:cNvPr>
          <p:cNvSpPr>
            <a:spLocks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8874">
            <a:extLst>
              <a:ext uri="{FF2B5EF4-FFF2-40B4-BE49-F238E27FC236}">
                <a16:creationId xmlns:a16="http://schemas.microsoft.com/office/drawing/2014/main" id="{B97F5307-6069-43A7-82CC-2CAD21B4A861}"/>
              </a:ext>
            </a:extLst>
          </p:cNvPr>
          <p:cNvSpPr>
            <a:spLocks/>
          </p:cNvSpPr>
          <p:nvPr/>
        </p:nvSpPr>
        <p:spPr>
          <a:xfrm>
            <a:off x="764462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8875">
            <a:extLst>
              <a:ext uri="{FF2B5EF4-FFF2-40B4-BE49-F238E27FC236}">
                <a16:creationId xmlns:a16="http://schemas.microsoft.com/office/drawing/2014/main" id="{D148FAAB-4F89-4E87-9232-41AF5BA40A9A}"/>
              </a:ext>
            </a:extLst>
          </p:cNvPr>
          <p:cNvSpPr>
            <a:spLocks/>
          </p:cNvSpPr>
          <p:nvPr/>
        </p:nvSpPr>
        <p:spPr>
          <a:xfrm>
            <a:off x="7668732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8876">
            <a:extLst>
              <a:ext uri="{FF2B5EF4-FFF2-40B4-BE49-F238E27FC236}">
                <a16:creationId xmlns:a16="http://schemas.microsoft.com/office/drawing/2014/main" id="{8CBE5B72-6557-45B8-A59E-2E98D91B2716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8877">
            <a:extLst>
              <a:ext uri="{FF2B5EF4-FFF2-40B4-BE49-F238E27FC236}">
                <a16:creationId xmlns:a16="http://schemas.microsoft.com/office/drawing/2014/main" id="{15703A72-27F3-4601-B113-4CD49C34AF50}"/>
              </a:ext>
            </a:extLst>
          </p:cNvPr>
          <p:cNvSpPr>
            <a:spLocks/>
          </p:cNvSpPr>
          <p:nvPr/>
        </p:nvSpPr>
        <p:spPr>
          <a:xfrm>
            <a:off x="761075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8878">
            <a:extLst>
              <a:ext uri="{FF2B5EF4-FFF2-40B4-BE49-F238E27FC236}">
                <a16:creationId xmlns:a16="http://schemas.microsoft.com/office/drawing/2014/main" id="{555F149C-AC97-4E32-BD5E-643029BB445A}"/>
              </a:ext>
            </a:extLst>
          </p:cNvPr>
          <p:cNvSpPr>
            <a:spLocks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8879">
            <a:extLst>
              <a:ext uri="{FF2B5EF4-FFF2-40B4-BE49-F238E27FC236}">
                <a16:creationId xmlns:a16="http://schemas.microsoft.com/office/drawing/2014/main" id="{03F74C33-9AC0-4273-8508-D5CA93D70F2F}"/>
              </a:ext>
            </a:extLst>
          </p:cNvPr>
          <p:cNvSpPr>
            <a:spLocks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8880">
            <a:extLst>
              <a:ext uri="{FF2B5EF4-FFF2-40B4-BE49-F238E27FC236}">
                <a16:creationId xmlns:a16="http://schemas.microsoft.com/office/drawing/2014/main" id="{482ECE65-71B5-4D4F-BC43-ADD9954C0BBF}"/>
              </a:ext>
            </a:extLst>
          </p:cNvPr>
          <p:cNvSpPr>
            <a:spLocks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8881">
            <a:extLst>
              <a:ext uri="{FF2B5EF4-FFF2-40B4-BE49-F238E27FC236}">
                <a16:creationId xmlns:a16="http://schemas.microsoft.com/office/drawing/2014/main" id="{ACF3F55C-F824-4E02-849B-8EB0BC4EE657}"/>
              </a:ext>
            </a:extLst>
          </p:cNvPr>
          <p:cNvSpPr>
            <a:spLocks/>
          </p:cNvSpPr>
          <p:nvPr/>
        </p:nvSpPr>
        <p:spPr>
          <a:xfrm>
            <a:off x="7673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8882">
            <a:extLst>
              <a:ext uri="{FF2B5EF4-FFF2-40B4-BE49-F238E27FC236}">
                <a16:creationId xmlns:a16="http://schemas.microsoft.com/office/drawing/2014/main" id="{F7738AA1-5820-4FE8-B057-ED65E75F18BB}"/>
              </a:ext>
            </a:extLst>
          </p:cNvPr>
          <p:cNvSpPr>
            <a:spLocks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8883">
            <a:extLst>
              <a:ext uri="{FF2B5EF4-FFF2-40B4-BE49-F238E27FC236}">
                <a16:creationId xmlns:a16="http://schemas.microsoft.com/office/drawing/2014/main" id="{207FA8E6-CBB8-4D98-BC61-1A0D466BD8AB}"/>
              </a:ext>
            </a:extLst>
          </p:cNvPr>
          <p:cNvSpPr>
            <a:spLocks/>
          </p:cNvSpPr>
          <p:nvPr/>
        </p:nvSpPr>
        <p:spPr>
          <a:xfrm>
            <a:off x="75785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8884">
            <a:extLst>
              <a:ext uri="{FF2B5EF4-FFF2-40B4-BE49-F238E27FC236}">
                <a16:creationId xmlns:a16="http://schemas.microsoft.com/office/drawing/2014/main" id="{72A4418F-CB21-4561-9A48-98F949D47B4E}"/>
              </a:ext>
            </a:extLst>
          </p:cNvPr>
          <p:cNvSpPr>
            <a:spLocks/>
          </p:cNvSpPr>
          <p:nvPr/>
        </p:nvSpPr>
        <p:spPr>
          <a:xfrm>
            <a:off x="76543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8885">
            <a:extLst>
              <a:ext uri="{FF2B5EF4-FFF2-40B4-BE49-F238E27FC236}">
                <a16:creationId xmlns:a16="http://schemas.microsoft.com/office/drawing/2014/main" id="{302C6851-41E1-44B8-9E45-A798F08C359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8886">
            <a:extLst>
              <a:ext uri="{FF2B5EF4-FFF2-40B4-BE49-F238E27FC236}">
                <a16:creationId xmlns:a16="http://schemas.microsoft.com/office/drawing/2014/main" id="{C0EBD795-8805-459D-A0BF-3C297257530B}"/>
              </a:ext>
            </a:extLst>
          </p:cNvPr>
          <p:cNvSpPr>
            <a:spLocks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8887">
            <a:extLst>
              <a:ext uri="{FF2B5EF4-FFF2-40B4-BE49-F238E27FC236}">
                <a16:creationId xmlns:a16="http://schemas.microsoft.com/office/drawing/2014/main" id="{29015F5D-2797-4480-9829-1C963CF399E7}"/>
              </a:ext>
            </a:extLst>
          </p:cNvPr>
          <p:cNvSpPr>
            <a:spLocks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8888">
            <a:extLst>
              <a:ext uri="{FF2B5EF4-FFF2-40B4-BE49-F238E27FC236}">
                <a16:creationId xmlns:a16="http://schemas.microsoft.com/office/drawing/2014/main" id="{3155EEDF-A722-400D-8CAB-95784D5B378A}"/>
              </a:ext>
            </a:extLst>
          </p:cNvPr>
          <p:cNvSpPr>
            <a:spLocks/>
          </p:cNvSpPr>
          <p:nvPr/>
        </p:nvSpPr>
        <p:spPr>
          <a:xfrm>
            <a:off x="75736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8889">
            <a:extLst>
              <a:ext uri="{FF2B5EF4-FFF2-40B4-BE49-F238E27FC236}">
                <a16:creationId xmlns:a16="http://schemas.microsoft.com/office/drawing/2014/main" id="{2E41417E-77B8-4115-98A4-7DC2677E53BF}"/>
              </a:ext>
            </a:extLst>
          </p:cNvPr>
          <p:cNvSpPr>
            <a:spLocks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8890">
            <a:extLst>
              <a:ext uri="{FF2B5EF4-FFF2-40B4-BE49-F238E27FC236}">
                <a16:creationId xmlns:a16="http://schemas.microsoft.com/office/drawing/2014/main" id="{9D404A76-20FC-49B2-B82E-E84D6EB7E580}"/>
              </a:ext>
            </a:extLst>
          </p:cNvPr>
          <p:cNvSpPr>
            <a:spLocks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8891">
            <a:extLst>
              <a:ext uri="{FF2B5EF4-FFF2-40B4-BE49-F238E27FC236}">
                <a16:creationId xmlns:a16="http://schemas.microsoft.com/office/drawing/2014/main" id="{267F1153-C15E-4927-B880-14825094EC93}"/>
              </a:ext>
            </a:extLst>
          </p:cNvPr>
          <p:cNvSpPr>
            <a:spLocks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8892">
            <a:extLst>
              <a:ext uri="{FF2B5EF4-FFF2-40B4-BE49-F238E27FC236}">
                <a16:creationId xmlns:a16="http://schemas.microsoft.com/office/drawing/2014/main" id="{9D616ED6-6F62-4D6D-90A0-5B8AEAADEED6}"/>
              </a:ext>
            </a:extLst>
          </p:cNvPr>
          <p:cNvSpPr>
            <a:spLocks/>
          </p:cNvSpPr>
          <p:nvPr/>
        </p:nvSpPr>
        <p:spPr>
          <a:xfrm>
            <a:off x="75935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8893">
            <a:extLst>
              <a:ext uri="{FF2B5EF4-FFF2-40B4-BE49-F238E27FC236}">
                <a16:creationId xmlns:a16="http://schemas.microsoft.com/office/drawing/2014/main" id="{0A56A7B6-6A8F-4291-B5E6-F8813A3DBAC5}"/>
              </a:ext>
            </a:extLst>
          </p:cNvPr>
          <p:cNvSpPr>
            <a:spLocks/>
          </p:cNvSpPr>
          <p:nvPr/>
        </p:nvSpPr>
        <p:spPr>
          <a:xfrm>
            <a:off x="7680719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8894">
            <a:extLst>
              <a:ext uri="{FF2B5EF4-FFF2-40B4-BE49-F238E27FC236}">
                <a16:creationId xmlns:a16="http://schemas.microsoft.com/office/drawing/2014/main" id="{884BFEF8-7995-42B0-89FD-9CD9C94993F5}"/>
              </a:ext>
            </a:extLst>
          </p:cNvPr>
          <p:cNvSpPr>
            <a:spLocks/>
          </p:cNvSpPr>
          <p:nvPr/>
        </p:nvSpPr>
        <p:spPr>
          <a:xfrm>
            <a:off x="7686322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8895">
            <a:extLst>
              <a:ext uri="{FF2B5EF4-FFF2-40B4-BE49-F238E27FC236}">
                <a16:creationId xmlns:a16="http://schemas.microsoft.com/office/drawing/2014/main" id="{41168937-FAEA-4D52-AF15-ADB0B2034A30}"/>
              </a:ext>
            </a:extLst>
          </p:cNvPr>
          <p:cNvSpPr>
            <a:spLocks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8896">
            <a:extLst>
              <a:ext uri="{FF2B5EF4-FFF2-40B4-BE49-F238E27FC236}">
                <a16:creationId xmlns:a16="http://schemas.microsoft.com/office/drawing/2014/main" id="{CA6F1D40-13FC-4CA3-800E-02A10353674D}"/>
              </a:ext>
            </a:extLst>
          </p:cNvPr>
          <p:cNvSpPr>
            <a:spLocks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8897">
            <a:extLst>
              <a:ext uri="{FF2B5EF4-FFF2-40B4-BE49-F238E27FC236}">
                <a16:creationId xmlns:a16="http://schemas.microsoft.com/office/drawing/2014/main" id="{B8F51260-1DC3-4FE3-AA92-B65D3074F3C3}"/>
              </a:ext>
            </a:extLst>
          </p:cNvPr>
          <p:cNvSpPr>
            <a:spLocks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8898">
            <a:extLst>
              <a:ext uri="{FF2B5EF4-FFF2-40B4-BE49-F238E27FC236}">
                <a16:creationId xmlns:a16="http://schemas.microsoft.com/office/drawing/2014/main" id="{BBB58E9E-43AA-4935-B219-4D22FDF70A28}"/>
              </a:ext>
            </a:extLst>
          </p:cNvPr>
          <p:cNvSpPr>
            <a:spLocks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8899">
            <a:extLst>
              <a:ext uri="{FF2B5EF4-FFF2-40B4-BE49-F238E27FC236}">
                <a16:creationId xmlns:a16="http://schemas.microsoft.com/office/drawing/2014/main" id="{BAFD237A-CC76-40ED-8BD4-99DF5923E854}"/>
              </a:ext>
            </a:extLst>
          </p:cNvPr>
          <p:cNvSpPr>
            <a:spLocks/>
          </p:cNvSpPr>
          <p:nvPr/>
        </p:nvSpPr>
        <p:spPr>
          <a:xfrm>
            <a:off x="76606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8900">
            <a:extLst>
              <a:ext uri="{FF2B5EF4-FFF2-40B4-BE49-F238E27FC236}">
                <a16:creationId xmlns:a16="http://schemas.microsoft.com/office/drawing/2014/main" id="{EF3E85E9-FE44-4D00-8B45-A868EE871CC1}"/>
              </a:ext>
            </a:extLst>
          </p:cNvPr>
          <p:cNvSpPr>
            <a:spLocks/>
          </p:cNvSpPr>
          <p:nvPr/>
        </p:nvSpPr>
        <p:spPr>
          <a:xfrm>
            <a:off x="75694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8901">
            <a:extLst>
              <a:ext uri="{FF2B5EF4-FFF2-40B4-BE49-F238E27FC236}">
                <a16:creationId xmlns:a16="http://schemas.microsoft.com/office/drawing/2014/main" id="{C08D542A-BCFF-4364-A2A5-0A47C7E65491}"/>
              </a:ext>
            </a:extLst>
          </p:cNvPr>
          <p:cNvSpPr>
            <a:spLocks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8902">
            <a:extLst>
              <a:ext uri="{FF2B5EF4-FFF2-40B4-BE49-F238E27FC236}">
                <a16:creationId xmlns:a16="http://schemas.microsoft.com/office/drawing/2014/main" id="{E8BB83A0-84DF-496E-9520-C8ECBFD3D561}"/>
              </a:ext>
            </a:extLst>
          </p:cNvPr>
          <p:cNvSpPr>
            <a:spLocks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8903">
            <a:extLst>
              <a:ext uri="{FF2B5EF4-FFF2-40B4-BE49-F238E27FC236}">
                <a16:creationId xmlns:a16="http://schemas.microsoft.com/office/drawing/2014/main" id="{E2F5EAB2-E0D2-4DD5-8E2C-013E6F6C5749}"/>
              </a:ext>
            </a:extLst>
          </p:cNvPr>
          <p:cNvSpPr>
            <a:spLocks/>
          </p:cNvSpPr>
          <p:nvPr/>
        </p:nvSpPr>
        <p:spPr>
          <a:xfrm>
            <a:off x="7679937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8904">
            <a:extLst>
              <a:ext uri="{FF2B5EF4-FFF2-40B4-BE49-F238E27FC236}">
                <a16:creationId xmlns:a16="http://schemas.microsoft.com/office/drawing/2014/main" id="{5D833891-A7B8-4556-AB6D-623985D9ED5F}"/>
              </a:ext>
            </a:extLst>
          </p:cNvPr>
          <p:cNvSpPr>
            <a:spLocks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8905">
            <a:extLst>
              <a:ext uri="{FF2B5EF4-FFF2-40B4-BE49-F238E27FC236}">
                <a16:creationId xmlns:a16="http://schemas.microsoft.com/office/drawing/2014/main" id="{DCA48E69-0247-42EA-9767-38EF9A6BB81A}"/>
              </a:ext>
            </a:extLst>
          </p:cNvPr>
          <p:cNvSpPr>
            <a:spLocks/>
          </p:cNvSpPr>
          <p:nvPr/>
        </p:nvSpPr>
        <p:spPr>
          <a:xfrm>
            <a:off x="76099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8906">
            <a:extLst>
              <a:ext uri="{FF2B5EF4-FFF2-40B4-BE49-F238E27FC236}">
                <a16:creationId xmlns:a16="http://schemas.microsoft.com/office/drawing/2014/main" id="{C8D981DE-A7C7-4985-AF81-1562C7F2AB6C}"/>
              </a:ext>
            </a:extLst>
          </p:cNvPr>
          <p:cNvSpPr>
            <a:spLocks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8907">
            <a:extLst>
              <a:ext uri="{FF2B5EF4-FFF2-40B4-BE49-F238E27FC236}">
                <a16:creationId xmlns:a16="http://schemas.microsoft.com/office/drawing/2014/main" id="{0F2F358C-C10D-472C-B559-947751DFD257}"/>
              </a:ext>
            </a:extLst>
          </p:cNvPr>
          <p:cNvSpPr>
            <a:spLocks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8908">
            <a:extLst>
              <a:ext uri="{FF2B5EF4-FFF2-40B4-BE49-F238E27FC236}">
                <a16:creationId xmlns:a16="http://schemas.microsoft.com/office/drawing/2014/main" id="{3EA739FE-1A76-4BE8-81FB-B7A7E5F1C500}"/>
              </a:ext>
            </a:extLst>
          </p:cNvPr>
          <p:cNvSpPr>
            <a:spLocks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8909">
            <a:extLst>
              <a:ext uri="{FF2B5EF4-FFF2-40B4-BE49-F238E27FC236}">
                <a16:creationId xmlns:a16="http://schemas.microsoft.com/office/drawing/2014/main" id="{B9987278-AB24-4FE7-9BD2-18B713C126E9}"/>
              </a:ext>
            </a:extLst>
          </p:cNvPr>
          <p:cNvSpPr>
            <a:spLocks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8910">
            <a:extLst>
              <a:ext uri="{FF2B5EF4-FFF2-40B4-BE49-F238E27FC236}">
                <a16:creationId xmlns:a16="http://schemas.microsoft.com/office/drawing/2014/main" id="{65AAFC00-434E-4392-9065-77EA1AA67A06}"/>
              </a:ext>
            </a:extLst>
          </p:cNvPr>
          <p:cNvSpPr>
            <a:spLocks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8911">
            <a:extLst>
              <a:ext uri="{FF2B5EF4-FFF2-40B4-BE49-F238E27FC236}">
                <a16:creationId xmlns:a16="http://schemas.microsoft.com/office/drawing/2014/main" id="{FE136A7F-78D7-4F8A-9F55-735F06D28A2F}"/>
              </a:ext>
            </a:extLst>
          </p:cNvPr>
          <p:cNvSpPr>
            <a:spLocks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8912">
            <a:extLst>
              <a:ext uri="{FF2B5EF4-FFF2-40B4-BE49-F238E27FC236}">
                <a16:creationId xmlns:a16="http://schemas.microsoft.com/office/drawing/2014/main" id="{CBA68B8A-E1F3-42AB-87EF-3B10BB00FF59}"/>
              </a:ext>
            </a:extLst>
          </p:cNvPr>
          <p:cNvSpPr>
            <a:spLocks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8913">
            <a:extLst>
              <a:ext uri="{FF2B5EF4-FFF2-40B4-BE49-F238E27FC236}">
                <a16:creationId xmlns:a16="http://schemas.microsoft.com/office/drawing/2014/main" id="{00C017FC-FD57-4AD1-AA96-77D80EC92993}"/>
              </a:ext>
            </a:extLst>
          </p:cNvPr>
          <p:cNvSpPr>
            <a:spLocks/>
          </p:cNvSpPr>
          <p:nvPr/>
        </p:nvSpPr>
        <p:spPr>
          <a:xfrm>
            <a:off x="7596547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8914">
            <a:extLst>
              <a:ext uri="{FF2B5EF4-FFF2-40B4-BE49-F238E27FC236}">
                <a16:creationId xmlns:a16="http://schemas.microsoft.com/office/drawing/2014/main" id="{89176383-AFEF-4EAA-91AC-083B0A1B1625}"/>
              </a:ext>
            </a:extLst>
          </p:cNvPr>
          <p:cNvSpPr>
            <a:spLocks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8915">
            <a:extLst>
              <a:ext uri="{FF2B5EF4-FFF2-40B4-BE49-F238E27FC236}">
                <a16:creationId xmlns:a16="http://schemas.microsoft.com/office/drawing/2014/main" id="{F12BC383-6723-4DD5-99C5-5FEF3E06079D}"/>
              </a:ext>
            </a:extLst>
          </p:cNvPr>
          <p:cNvSpPr>
            <a:spLocks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8916">
            <a:extLst>
              <a:ext uri="{FF2B5EF4-FFF2-40B4-BE49-F238E27FC236}">
                <a16:creationId xmlns:a16="http://schemas.microsoft.com/office/drawing/2014/main" id="{0F4AD170-501F-4DC5-BD83-918C550C5F37}"/>
              </a:ext>
            </a:extLst>
          </p:cNvPr>
          <p:cNvSpPr>
            <a:spLocks/>
          </p:cNvSpPr>
          <p:nvPr/>
        </p:nvSpPr>
        <p:spPr>
          <a:xfrm>
            <a:off x="7609317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8917">
            <a:extLst>
              <a:ext uri="{FF2B5EF4-FFF2-40B4-BE49-F238E27FC236}">
                <a16:creationId xmlns:a16="http://schemas.microsoft.com/office/drawing/2014/main" id="{F79C7FDC-3495-407C-8573-D97C061C82ED}"/>
              </a:ext>
            </a:extLst>
          </p:cNvPr>
          <p:cNvSpPr>
            <a:spLocks/>
          </p:cNvSpPr>
          <p:nvPr/>
        </p:nvSpPr>
        <p:spPr>
          <a:xfrm>
            <a:off x="766560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8918">
            <a:extLst>
              <a:ext uri="{FF2B5EF4-FFF2-40B4-BE49-F238E27FC236}">
                <a16:creationId xmlns:a16="http://schemas.microsoft.com/office/drawing/2014/main" id="{2CAD7473-3021-4BD4-98CC-0D535FA2659E}"/>
              </a:ext>
            </a:extLst>
          </p:cNvPr>
          <p:cNvSpPr>
            <a:spLocks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8919">
            <a:extLst>
              <a:ext uri="{FF2B5EF4-FFF2-40B4-BE49-F238E27FC236}">
                <a16:creationId xmlns:a16="http://schemas.microsoft.com/office/drawing/2014/main" id="{3CC64E32-421F-4D8A-8681-581DFBEE87B3}"/>
              </a:ext>
            </a:extLst>
          </p:cNvPr>
          <p:cNvSpPr>
            <a:spLocks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8920">
            <a:extLst>
              <a:ext uri="{FF2B5EF4-FFF2-40B4-BE49-F238E27FC236}">
                <a16:creationId xmlns:a16="http://schemas.microsoft.com/office/drawing/2014/main" id="{0BB20F5B-8234-4162-B621-AD785085C546}"/>
              </a:ext>
            </a:extLst>
          </p:cNvPr>
          <p:cNvSpPr>
            <a:spLocks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8921">
            <a:extLst>
              <a:ext uri="{FF2B5EF4-FFF2-40B4-BE49-F238E27FC236}">
                <a16:creationId xmlns:a16="http://schemas.microsoft.com/office/drawing/2014/main" id="{50820A57-B5B0-45DB-9B75-98E168F4E23B}"/>
              </a:ext>
            </a:extLst>
          </p:cNvPr>
          <p:cNvSpPr>
            <a:spLocks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8922">
            <a:extLst>
              <a:ext uri="{FF2B5EF4-FFF2-40B4-BE49-F238E27FC236}">
                <a16:creationId xmlns:a16="http://schemas.microsoft.com/office/drawing/2014/main" id="{7E1191B2-E705-4E57-B4AD-6E271CFFB5AB}"/>
              </a:ext>
            </a:extLst>
          </p:cNvPr>
          <p:cNvSpPr>
            <a:spLocks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8923">
            <a:extLst>
              <a:ext uri="{FF2B5EF4-FFF2-40B4-BE49-F238E27FC236}">
                <a16:creationId xmlns:a16="http://schemas.microsoft.com/office/drawing/2014/main" id="{982E2017-D215-48FA-980E-C2F287D5D078}"/>
              </a:ext>
            </a:extLst>
          </p:cNvPr>
          <p:cNvSpPr>
            <a:spLocks/>
          </p:cNvSpPr>
          <p:nvPr/>
        </p:nvSpPr>
        <p:spPr>
          <a:xfrm>
            <a:off x="765505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8924">
            <a:extLst>
              <a:ext uri="{FF2B5EF4-FFF2-40B4-BE49-F238E27FC236}">
                <a16:creationId xmlns:a16="http://schemas.microsoft.com/office/drawing/2014/main" id="{35072611-64F1-4082-BFBB-BD8C9C490451}"/>
              </a:ext>
            </a:extLst>
          </p:cNvPr>
          <p:cNvSpPr>
            <a:spLocks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8925">
            <a:extLst>
              <a:ext uri="{FF2B5EF4-FFF2-40B4-BE49-F238E27FC236}">
                <a16:creationId xmlns:a16="http://schemas.microsoft.com/office/drawing/2014/main" id="{2538C1E7-260E-405D-8D49-FAD5C9CCCEEA}"/>
              </a:ext>
            </a:extLst>
          </p:cNvPr>
          <p:cNvSpPr>
            <a:spLocks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8926">
            <a:extLst>
              <a:ext uri="{FF2B5EF4-FFF2-40B4-BE49-F238E27FC236}">
                <a16:creationId xmlns:a16="http://schemas.microsoft.com/office/drawing/2014/main" id="{E11C7AF5-E04B-4B8D-BF49-90F5B2EA0E50}"/>
              </a:ext>
            </a:extLst>
          </p:cNvPr>
          <p:cNvSpPr>
            <a:spLocks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8927">
            <a:extLst>
              <a:ext uri="{FF2B5EF4-FFF2-40B4-BE49-F238E27FC236}">
                <a16:creationId xmlns:a16="http://schemas.microsoft.com/office/drawing/2014/main" id="{CD89BA61-0633-4BF3-A8C8-07F922D32ED9}"/>
              </a:ext>
            </a:extLst>
          </p:cNvPr>
          <p:cNvSpPr>
            <a:spLocks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8928">
            <a:extLst>
              <a:ext uri="{FF2B5EF4-FFF2-40B4-BE49-F238E27FC236}">
                <a16:creationId xmlns:a16="http://schemas.microsoft.com/office/drawing/2014/main" id="{85B50FBE-6920-425A-9718-69636C33E32B}"/>
              </a:ext>
            </a:extLst>
          </p:cNvPr>
          <p:cNvSpPr>
            <a:spLocks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8929">
            <a:extLst>
              <a:ext uri="{FF2B5EF4-FFF2-40B4-BE49-F238E27FC236}">
                <a16:creationId xmlns:a16="http://schemas.microsoft.com/office/drawing/2014/main" id="{F52CC8A9-BC90-47E8-BBBB-C7AAD1EE64F1}"/>
              </a:ext>
            </a:extLst>
          </p:cNvPr>
          <p:cNvSpPr>
            <a:spLocks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8930">
            <a:extLst>
              <a:ext uri="{FF2B5EF4-FFF2-40B4-BE49-F238E27FC236}">
                <a16:creationId xmlns:a16="http://schemas.microsoft.com/office/drawing/2014/main" id="{5FE8B926-020F-403D-BEAF-B3586BA49DA4}"/>
              </a:ext>
            </a:extLst>
          </p:cNvPr>
          <p:cNvSpPr>
            <a:spLocks/>
          </p:cNvSpPr>
          <p:nvPr/>
        </p:nvSpPr>
        <p:spPr>
          <a:xfrm>
            <a:off x="76482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8931">
            <a:extLst>
              <a:ext uri="{FF2B5EF4-FFF2-40B4-BE49-F238E27FC236}">
                <a16:creationId xmlns:a16="http://schemas.microsoft.com/office/drawing/2014/main" id="{834E96CB-C42E-4A42-B587-CD28160151F9}"/>
              </a:ext>
            </a:extLst>
          </p:cNvPr>
          <p:cNvSpPr>
            <a:spLocks/>
          </p:cNvSpPr>
          <p:nvPr/>
        </p:nvSpPr>
        <p:spPr>
          <a:xfrm>
            <a:off x="76471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8932">
            <a:extLst>
              <a:ext uri="{FF2B5EF4-FFF2-40B4-BE49-F238E27FC236}">
                <a16:creationId xmlns:a16="http://schemas.microsoft.com/office/drawing/2014/main" id="{074A2B8A-717C-4EAD-9382-770E35D9B4EE}"/>
              </a:ext>
            </a:extLst>
          </p:cNvPr>
          <p:cNvSpPr>
            <a:spLocks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8933">
            <a:extLst>
              <a:ext uri="{FF2B5EF4-FFF2-40B4-BE49-F238E27FC236}">
                <a16:creationId xmlns:a16="http://schemas.microsoft.com/office/drawing/2014/main" id="{40347079-4E6A-4B17-8E3C-26F1CA113877}"/>
              </a:ext>
            </a:extLst>
          </p:cNvPr>
          <p:cNvSpPr>
            <a:spLocks/>
          </p:cNvSpPr>
          <p:nvPr/>
        </p:nvSpPr>
        <p:spPr>
          <a:xfrm>
            <a:off x="7628079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8934">
            <a:extLst>
              <a:ext uri="{FF2B5EF4-FFF2-40B4-BE49-F238E27FC236}">
                <a16:creationId xmlns:a16="http://schemas.microsoft.com/office/drawing/2014/main" id="{9E24B5FF-C677-4DA3-9392-0DCCAFB62BF8}"/>
              </a:ext>
            </a:extLst>
          </p:cNvPr>
          <p:cNvSpPr>
            <a:spLocks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8935">
            <a:extLst>
              <a:ext uri="{FF2B5EF4-FFF2-40B4-BE49-F238E27FC236}">
                <a16:creationId xmlns:a16="http://schemas.microsoft.com/office/drawing/2014/main" id="{5A2FE62B-B4C8-48DD-99D3-9B3F94973D43}"/>
              </a:ext>
            </a:extLst>
          </p:cNvPr>
          <p:cNvSpPr>
            <a:spLocks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8936">
            <a:extLst>
              <a:ext uri="{FF2B5EF4-FFF2-40B4-BE49-F238E27FC236}">
                <a16:creationId xmlns:a16="http://schemas.microsoft.com/office/drawing/2014/main" id="{92A18AF7-8D21-4C98-A16D-0A58785A54EF}"/>
              </a:ext>
            </a:extLst>
          </p:cNvPr>
          <p:cNvSpPr>
            <a:spLocks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8937">
            <a:extLst>
              <a:ext uri="{FF2B5EF4-FFF2-40B4-BE49-F238E27FC236}">
                <a16:creationId xmlns:a16="http://schemas.microsoft.com/office/drawing/2014/main" id="{B085133D-9CB1-4EAF-9A56-2ECCE74C7E40}"/>
              </a:ext>
            </a:extLst>
          </p:cNvPr>
          <p:cNvSpPr>
            <a:spLocks/>
          </p:cNvSpPr>
          <p:nvPr/>
        </p:nvSpPr>
        <p:spPr>
          <a:xfrm>
            <a:off x="7647624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8938">
            <a:extLst>
              <a:ext uri="{FF2B5EF4-FFF2-40B4-BE49-F238E27FC236}">
                <a16:creationId xmlns:a16="http://schemas.microsoft.com/office/drawing/2014/main" id="{4BCE9CFF-B3AA-49E7-B394-AF769CA259BE}"/>
              </a:ext>
            </a:extLst>
          </p:cNvPr>
          <p:cNvSpPr>
            <a:spLocks/>
          </p:cNvSpPr>
          <p:nvPr/>
        </p:nvSpPr>
        <p:spPr>
          <a:xfrm>
            <a:off x="766482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8939">
            <a:extLst>
              <a:ext uri="{FF2B5EF4-FFF2-40B4-BE49-F238E27FC236}">
                <a16:creationId xmlns:a16="http://schemas.microsoft.com/office/drawing/2014/main" id="{B164478B-2696-48FF-B1F1-6EEC080C487E}"/>
              </a:ext>
            </a:extLst>
          </p:cNvPr>
          <p:cNvSpPr>
            <a:spLocks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8940">
            <a:extLst>
              <a:ext uri="{FF2B5EF4-FFF2-40B4-BE49-F238E27FC236}">
                <a16:creationId xmlns:a16="http://schemas.microsoft.com/office/drawing/2014/main" id="{017BB1FF-0689-44C6-9D5E-58336ACE8366}"/>
              </a:ext>
            </a:extLst>
          </p:cNvPr>
          <p:cNvSpPr>
            <a:spLocks/>
          </p:cNvSpPr>
          <p:nvPr/>
        </p:nvSpPr>
        <p:spPr>
          <a:xfrm>
            <a:off x="7648796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8941">
            <a:extLst>
              <a:ext uri="{FF2B5EF4-FFF2-40B4-BE49-F238E27FC236}">
                <a16:creationId xmlns:a16="http://schemas.microsoft.com/office/drawing/2014/main" id="{BC03F867-9CFF-4DFF-82E1-AD11A365BAF2}"/>
              </a:ext>
            </a:extLst>
          </p:cNvPr>
          <p:cNvSpPr>
            <a:spLocks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8942">
            <a:extLst>
              <a:ext uri="{FF2B5EF4-FFF2-40B4-BE49-F238E27FC236}">
                <a16:creationId xmlns:a16="http://schemas.microsoft.com/office/drawing/2014/main" id="{8C3BC45F-0055-447D-ABD1-D6BAFB9735E9}"/>
              </a:ext>
            </a:extLst>
          </p:cNvPr>
          <p:cNvSpPr>
            <a:spLocks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8943">
            <a:extLst>
              <a:ext uri="{FF2B5EF4-FFF2-40B4-BE49-F238E27FC236}">
                <a16:creationId xmlns:a16="http://schemas.microsoft.com/office/drawing/2014/main" id="{D8A86993-3A34-4BE7-8AD4-1592587A6CB1}"/>
              </a:ext>
            </a:extLst>
          </p:cNvPr>
          <p:cNvSpPr>
            <a:spLocks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8944">
            <a:extLst>
              <a:ext uri="{FF2B5EF4-FFF2-40B4-BE49-F238E27FC236}">
                <a16:creationId xmlns:a16="http://schemas.microsoft.com/office/drawing/2014/main" id="{F6B38603-8BFA-46E3-95AE-7F1BE8F1BCF3}"/>
              </a:ext>
            </a:extLst>
          </p:cNvPr>
          <p:cNvSpPr>
            <a:spLocks/>
          </p:cNvSpPr>
          <p:nvPr/>
        </p:nvSpPr>
        <p:spPr>
          <a:xfrm>
            <a:off x="764736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8945">
            <a:extLst>
              <a:ext uri="{FF2B5EF4-FFF2-40B4-BE49-F238E27FC236}">
                <a16:creationId xmlns:a16="http://schemas.microsoft.com/office/drawing/2014/main" id="{0010945C-ED08-4407-8ABF-C3FEC4DF1FCC}"/>
              </a:ext>
            </a:extLst>
          </p:cNvPr>
          <p:cNvSpPr>
            <a:spLocks/>
          </p:cNvSpPr>
          <p:nvPr/>
        </p:nvSpPr>
        <p:spPr>
          <a:xfrm>
            <a:off x="7680980" y="25660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8946">
            <a:extLst>
              <a:ext uri="{FF2B5EF4-FFF2-40B4-BE49-F238E27FC236}">
                <a16:creationId xmlns:a16="http://schemas.microsoft.com/office/drawing/2014/main" id="{6CAA056E-4706-4824-9F8D-B14B2C2C19F3}"/>
              </a:ext>
            </a:extLst>
          </p:cNvPr>
          <p:cNvSpPr>
            <a:spLocks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8947">
            <a:extLst>
              <a:ext uri="{FF2B5EF4-FFF2-40B4-BE49-F238E27FC236}">
                <a16:creationId xmlns:a16="http://schemas.microsoft.com/office/drawing/2014/main" id="{A810B4AA-1B45-4488-B1B3-077FE24E5286}"/>
              </a:ext>
            </a:extLst>
          </p:cNvPr>
          <p:cNvSpPr>
            <a:spLocks/>
          </p:cNvSpPr>
          <p:nvPr/>
        </p:nvSpPr>
        <p:spPr>
          <a:xfrm>
            <a:off x="760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8948">
            <a:extLst>
              <a:ext uri="{FF2B5EF4-FFF2-40B4-BE49-F238E27FC236}">
                <a16:creationId xmlns:a16="http://schemas.microsoft.com/office/drawing/2014/main" id="{D2898DCC-29C3-4032-83DE-E59B9AF8F3EC}"/>
              </a:ext>
            </a:extLst>
          </p:cNvPr>
          <p:cNvSpPr>
            <a:spLocks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8949">
            <a:extLst>
              <a:ext uri="{FF2B5EF4-FFF2-40B4-BE49-F238E27FC236}">
                <a16:creationId xmlns:a16="http://schemas.microsoft.com/office/drawing/2014/main" id="{243726EA-49DB-478C-9E1A-7FB46ABD3E74}"/>
              </a:ext>
            </a:extLst>
          </p:cNvPr>
          <p:cNvSpPr>
            <a:spLocks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8950">
            <a:extLst>
              <a:ext uri="{FF2B5EF4-FFF2-40B4-BE49-F238E27FC236}">
                <a16:creationId xmlns:a16="http://schemas.microsoft.com/office/drawing/2014/main" id="{F268BAA0-20A8-4FA5-B06D-6B3049B06EDB}"/>
              </a:ext>
            </a:extLst>
          </p:cNvPr>
          <p:cNvSpPr>
            <a:spLocks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8951">
            <a:extLst>
              <a:ext uri="{FF2B5EF4-FFF2-40B4-BE49-F238E27FC236}">
                <a16:creationId xmlns:a16="http://schemas.microsoft.com/office/drawing/2014/main" id="{C7CDAF8D-D161-4AB9-A357-DE562A3923E0}"/>
              </a:ext>
            </a:extLst>
          </p:cNvPr>
          <p:cNvSpPr>
            <a:spLocks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8952">
            <a:extLst>
              <a:ext uri="{FF2B5EF4-FFF2-40B4-BE49-F238E27FC236}">
                <a16:creationId xmlns:a16="http://schemas.microsoft.com/office/drawing/2014/main" id="{7B5BC788-8B0F-4080-A323-D2A2B5DBB79A}"/>
              </a:ext>
            </a:extLst>
          </p:cNvPr>
          <p:cNvSpPr>
            <a:spLocks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8953">
            <a:extLst>
              <a:ext uri="{FF2B5EF4-FFF2-40B4-BE49-F238E27FC236}">
                <a16:creationId xmlns:a16="http://schemas.microsoft.com/office/drawing/2014/main" id="{70FF142C-D92D-4B68-8F10-49E71AC09726}"/>
              </a:ext>
            </a:extLst>
          </p:cNvPr>
          <p:cNvSpPr>
            <a:spLocks/>
          </p:cNvSpPr>
          <p:nvPr/>
        </p:nvSpPr>
        <p:spPr>
          <a:xfrm>
            <a:off x="7614137" y="30083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8954">
            <a:extLst>
              <a:ext uri="{FF2B5EF4-FFF2-40B4-BE49-F238E27FC236}">
                <a16:creationId xmlns:a16="http://schemas.microsoft.com/office/drawing/2014/main" id="{0C78E6B7-2E46-427C-A8A6-22EA3B3DE168}"/>
              </a:ext>
            </a:extLst>
          </p:cNvPr>
          <p:cNvSpPr>
            <a:spLocks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8955">
            <a:extLst>
              <a:ext uri="{FF2B5EF4-FFF2-40B4-BE49-F238E27FC236}">
                <a16:creationId xmlns:a16="http://schemas.microsoft.com/office/drawing/2014/main" id="{A763D729-102D-4ACC-BCB8-3C7ECF2CCF5E}"/>
              </a:ext>
            </a:extLst>
          </p:cNvPr>
          <p:cNvSpPr>
            <a:spLocks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8956">
            <a:extLst>
              <a:ext uri="{FF2B5EF4-FFF2-40B4-BE49-F238E27FC236}">
                <a16:creationId xmlns:a16="http://schemas.microsoft.com/office/drawing/2014/main" id="{8F6BDA55-74F9-4C0F-9060-A2A421F13D1E}"/>
              </a:ext>
            </a:extLst>
          </p:cNvPr>
          <p:cNvSpPr>
            <a:spLocks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8957">
            <a:extLst>
              <a:ext uri="{FF2B5EF4-FFF2-40B4-BE49-F238E27FC236}">
                <a16:creationId xmlns:a16="http://schemas.microsoft.com/office/drawing/2014/main" id="{47F42992-8BDE-4BCF-8A73-039D818B43FA}"/>
              </a:ext>
            </a:extLst>
          </p:cNvPr>
          <p:cNvSpPr>
            <a:spLocks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8958">
            <a:extLst>
              <a:ext uri="{FF2B5EF4-FFF2-40B4-BE49-F238E27FC236}">
                <a16:creationId xmlns:a16="http://schemas.microsoft.com/office/drawing/2014/main" id="{1C10D174-AC7E-49A7-80D3-E28C4B580B40}"/>
              </a:ext>
            </a:extLst>
          </p:cNvPr>
          <p:cNvSpPr>
            <a:spLocks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8959">
            <a:extLst>
              <a:ext uri="{FF2B5EF4-FFF2-40B4-BE49-F238E27FC236}">
                <a16:creationId xmlns:a16="http://schemas.microsoft.com/office/drawing/2014/main" id="{E65549C7-BC00-499D-8CFA-8C439E553E75}"/>
              </a:ext>
            </a:extLst>
          </p:cNvPr>
          <p:cNvSpPr>
            <a:spLocks/>
          </p:cNvSpPr>
          <p:nvPr/>
        </p:nvSpPr>
        <p:spPr>
          <a:xfrm>
            <a:off x="7578827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8960">
            <a:extLst>
              <a:ext uri="{FF2B5EF4-FFF2-40B4-BE49-F238E27FC236}">
                <a16:creationId xmlns:a16="http://schemas.microsoft.com/office/drawing/2014/main" id="{EB184FD3-C557-4068-A9A5-41757DCEFBE3}"/>
              </a:ext>
            </a:extLst>
          </p:cNvPr>
          <p:cNvSpPr>
            <a:spLocks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8961">
            <a:extLst>
              <a:ext uri="{FF2B5EF4-FFF2-40B4-BE49-F238E27FC236}">
                <a16:creationId xmlns:a16="http://schemas.microsoft.com/office/drawing/2014/main" id="{64BEE364-5D18-471A-86BA-DE7B3AFD591A}"/>
              </a:ext>
            </a:extLst>
          </p:cNvPr>
          <p:cNvSpPr>
            <a:spLocks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8962">
            <a:extLst>
              <a:ext uri="{FF2B5EF4-FFF2-40B4-BE49-F238E27FC236}">
                <a16:creationId xmlns:a16="http://schemas.microsoft.com/office/drawing/2014/main" id="{0EC5DBAC-9B62-48F6-9A36-D6976D64E522}"/>
              </a:ext>
            </a:extLst>
          </p:cNvPr>
          <p:cNvSpPr>
            <a:spLocks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8963">
            <a:extLst>
              <a:ext uri="{FF2B5EF4-FFF2-40B4-BE49-F238E27FC236}">
                <a16:creationId xmlns:a16="http://schemas.microsoft.com/office/drawing/2014/main" id="{304B9F07-B90A-46BE-9D7D-C8E78A6F8E0F}"/>
              </a:ext>
            </a:extLst>
          </p:cNvPr>
          <p:cNvSpPr>
            <a:spLocks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8964">
            <a:extLst>
              <a:ext uri="{FF2B5EF4-FFF2-40B4-BE49-F238E27FC236}">
                <a16:creationId xmlns:a16="http://schemas.microsoft.com/office/drawing/2014/main" id="{D7D5AAF2-FC9A-410E-B540-358F0A0745AE}"/>
              </a:ext>
            </a:extLst>
          </p:cNvPr>
          <p:cNvSpPr>
            <a:spLocks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8965">
            <a:extLst>
              <a:ext uri="{FF2B5EF4-FFF2-40B4-BE49-F238E27FC236}">
                <a16:creationId xmlns:a16="http://schemas.microsoft.com/office/drawing/2014/main" id="{AE46ABCB-62D1-4F7E-BFA0-8527E71C0DDF}"/>
              </a:ext>
            </a:extLst>
          </p:cNvPr>
          <p:cNvSpPr>
            <a:spLocks/>
          </p:cNvSpPr>
          <p:nvPr/>
        </p:nvSpPr>
        <p:spPr>
          <a:xfrm>
            <a:off x="756175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8966">
            <a:extLst>
              <a:ext uri="{FF2B5EF4-FFF2-40B4-BE49-F238E27FC236}">
                <a16:creationId xmlns:a16="http://schemas.microsoft.com/office/drawing/2014/main" id="{13818C71-A58E-476D-8FDD-74AEDB041E03}"/>
              </a:ext>
            </a:extLst>
          </p:cNvPr>
          <p:cNvSpPr>
            <a:spLocks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8967">
            <a:extLst>
              <a:ext uri="{FF2B5EF4-FFF2-40B4-BE49-F238E27FC236}">
                <a16:creationId xmlns:a16="http://schemas.microsoft.com/office/drawing/2014/main" id="{D8D63D22-0E10-4B7C-9DF0-D629C535EAAE}"/>
              </a:ext>
            </a:extLst>
          </p:cNvPr>
          <p:cNvSpPr>
            <a:spLocks/>
          </p:cNvSpPr>
          <p:nvPr/>
        </p:nvSpPr>
        <p:spPr>
          <a:xfrm>
            <a:off x="8248174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8968">
            <a:extLst>
              <a:ext uri="{FF2B5EF4-FFF2-40B4-BE49-F238E27FC236}">
                <a16:creationId xmlns:a16="http://schemas.microsoft.com/office/drawing/2014/main" id="{6E20DFB6-9AE8-4A3D-9722-3D09BB943086}"/>
              </a:ext>
            </a:extLst>
          </p:cNvPr>
          <p:cNvSpPr>
            <a:spLocks/>
          </p:cNvSpPr>
          <p:nvPr/>
        </p:nvSpPr>
        <p:spPr>
          <a:xfrm>
            <a:off x="82685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8969">
            <a:extLst>
              <a:ext uri="{FF2B5EF4-FFF2-40B4-BE49-F238E27FC236}">
                <a16:creationId xmlns:a16="http://schemas.microsoft.com/office/drawing/2014/main" id="{57174D91-0028-4E3F-BE95-9370A5597D1B}"/>
              </a:ext>
            </a:extLst>
          </p:cNvPr>
          <p:cNvSpPr>
            <a:spLocks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8970">
            <a:extLst>
              <a:ext uri="{FF2B5EF4-FFF2-40B4-BE49-F238E27FC236}">
                <a16:creationId xmlns:a16="http://schemas.microsoft.com/office/drawing/2014/main" id="{7858BDC9-286B-4987-A0DD-0179BA7F18C7}"/>
              </a:ext>
            </a:extLst>
          </p:cNvPr>
          <p:cNvSpPr>
            <a:spLocks/>
          </p:cNvSpPr>
          <p:nvPr/>
        </p:nvSpPr>
        <p:spPr>
          <a:xfrm>
            <a:off x="82901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8971">
            <a:extLst>
              <a:ext uri="{FF2B5EF4-FFF2-40B4-BE49-F238E27FC236}">
                <a16:creationId xmlns:a16="http://schemas.microsoft.com/office/drawing/2014/main" id="{331BDD0C-6BE0-41F7-BAEB-146196C33B8A}"/>
              </a:ext>
            </a:extLst>
          </p:cNvPr>
          <p:cNvSpPr>
            <a:spLocks/>
          </p:cNvSpPr>
          <p:nvPr/>
        </p:nvSpPr>
        <p:spPr>
          <a:xfrm>
            <a:off x="83280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8972">
            <a:extLst>
              <a:ext uri="{FF2B5EF4-FFF2-40B4-BE49-F238E27FC236}">
                <a16:creationId xmlns:a16="http://schemas.microsoft.com/office/drawing/2014/main" id="{D66520DF-F1D2-4C55-80AD-687BE49EA7C0}"/>
              </a:ext>
            </a:extLst>
          </p:cNvPr>
          <p:cNvSpPr>
            <a:spLocks/>
          </p:cNvSpPr>
          <p:nvPr/>
        </p:nvSpPr>
        <p:spPr>
          <a:xfrm>
            <a:off x="8351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8973">
            <a:extLst>
              <a:ext uri="{FF2B5EF4-FFF2-40B4-BE49-F238E27FC236}">
                <a16:creationId xmlns:a16="http://schemas.microsoft.com/office/drawing/2014/main" id="{7AEA3938-6CCC-4BDD-9B52-9E293B648C9D}"/>
              </a:ext>
            </a:extLst>
          </p:cNvPr>
          <p:cNvSpPr>
            <a:spLocks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8974">
            <a:extLst>
              <a:ext uri="{FF2B5EF4-FFF2-40B4-BE49-F238E27FC236}">
                <a16:creationId xmlns:a16="http://schemas.microsoft.com/office/drawing/2014/main" id="{81F04006-0A55-4888-8B0F-147AFA13EE26}"/>
              </a:ext>
            </a:extLst>
          </p:cNvPr>
          <p:cNvSpPr>
            <a:spLocks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8975">
            <a:extLst>
              <a:ext uri="{FF2B5EF4-FFF2-40B4-BE49-F238E27FC236}">
                <a16:creationId xmlns:a16="http://schemas.microsoft.com/office/drawing/2014/main" id="{5D8536E8-23D8-4308-ADEB-8F6951EE2AF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8976">
            <a:extLst>
              <a:ext uri="{FF2B5EF4-FFF2-40B4-BE49-F238E27FC236}">
                <a16:creationId xmlns:a16="http://schemas.microsoft.com/office/drawing/2014/main" id="{18D3683E-CB59-486F-AA18-124D2C2B2CA6}"/>
              </a:ext>
            </a:extLst>
          </p:cNvPr>
          <p:cNvSpPr>
            <a:spLocks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8977">
            <a:extLst>
              <a:ext uri="{FF2B5EF4-FFF2-40B4-BE49-F238E27FC236}">
                <a16:creationId xmlns:a16="http://schemas.microsoft.com/office/drawing/2014/main" id="{DD5F5989-1B04-4E79-92C9-17A4E9F2E01C}"/>
              </a:ext>
            </a:extLst>
          </p:cNvPr>
          <p:cNvSpPr>
            <a:spLocks/>
          </p:cNvSpPr>
          <p:nvPr/>
        </p:nvSpPr>
        <p:spPr>
          <a:xfrm>
            <a:off x="83414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8978">
            <a:extLst>
              <a:ext uri="{FF2B5EF4-FFF2-40B4-BE49-F238E27FC236}">
                <a16:creationId xmlns:a16="http://schemas.microsoft.com/office/drawing/2014/main" id="{F77ACBC6-3E13-411C-8F50-99C9B4AD09B4}"/>
              </a:ext>
            </a:extLst>
          </p:cNvPr>
          <p:cNvSpPr>
            <a:spLocks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8979">
            <a:extLst>
              <a:ext uri="{FF2B5EF4-FFF2-40B4-BE49-F238E27FC236}">
                <a16:creationId xmlns:a16="http://schemas.microsoft.com/office/drawing/2014/main" id="{A01DE697-836B-41A7-98A4-232102AE501D}"/>
              </a:ext>
            </a:extLst>
          </p:cNvPr>
          <p:cNvSpPr>
            <a:spLocks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8980">
            <a:extLst>
              <a:ext uri="{FF2B5EF4-FFF2-40B4-BE49-F238E27FC236}">
                <a16:creationId xmlns:a16="http://schemas.microsoft.com/office/drawing/2014/main" id="{FC4F76F8-E093-4E9C-8ECB-CF9E2C528EC3}"/>
              </a:ext>
            </a:extLst>
          </p:cNvPr>
          <p:cNvSpPr>
            <a:spLocks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8981">
            <a:extLst>
              <a:ext uri="{FF2B5EF4-FFF2-40B4-BE49-F238E27FC236}">
                <a16:creationId xmlns:a16="http://schemas.microsoft.com/office/drawing/2014/main" id="{05BAC113-977E-468A-BC72-5003650784C6}"/>
              </a:ext>
            </a:extLst>
          </p:cNvPr>
          <p:cNvSpPr>
            <a:spLocks/>
          </p:cNvSpPr>
          <p:nvPr/>
        </p:nvSpPr>
        <p:spPr>
          <a:xfrm>
            <a:off x="8268370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8982">
            <a:extLst>
              <a:ext uri="{FF2B5EF4-FFF2-40B4-BE49-F238E27FC236}">
                <a16:creationId xmlns:a16="http://schemas.microsoft.com/office/drawing/2014/main" id="{80B2CE7F-3A63-4473-8514-598E40E4E19D}"/>
              </a:ext>
            </a:extLst>
          </p:cNvPr>
          <p:cNvSpPr>
            <a:spLocks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8983">
            <a:extLst>
              <a:ext uri="{FF2B5EF4-FFF2-40B4-BE49-F238E27FC236}">
                <a16:creationId xmlns:a16="http://schemas.microsoft.com/office/drawing/2014/main" id="{1FBC7EAF-D070-4D84-8C04-FBFA57AF49DE}"/>
              </a:ext>
            </a:extLst>
          </p:cNvPr>
          <p:cNvSpPr>
            <a:spLocks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8984">
            <a:extLst>
              <a:ext uri="{FF2B5EF4-FFF2-40B4-BE49-F238E27FC236}">
                <a16:creationId xmlns:a16="http://schemas.microsoft.com/office/drawing/2014/main" id="{6ECC0EB7-58C9-4C6D-9CE3-D500880FF50F}"/>
              </a:ext>
            </a:extLst>
          </p:cNvPr>
          <p:cNvSpPr>
            <a:spLocks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8985">
            <a:extLst>
              <a:ext uri="{FF2B5EF4-FFF2-40B4-BE49-F238E27FC236}">
                <a16:creationId xmlns:a16="http://schemas.microsoft.com/office/drawing/2014/main" id="{8A64393C-5C97-443F-99E1-F5192BA61B46}"/>
              </a:ext>
            </a:extLst>
          </p:cNvPr>
          <p:cNvSpPr>
            <a:spLocks/>
          </p:cNvSpPr>
          <p:nvPr/>
        </p:nvSpPr>
        <p:spPr>
          <a:xfrm>
            <a:off x="83679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8986">
            <a:extLst>
              <a:ext uri="{FF2B5EF4-FFF2-40B4-BE49-F238E27FC236}">
                <a16:creationId xmlns:a16="http://schemas.microsoft.com/office/drawing/2014/main" id="{10F462DC-EB57-48E7-93D0-44237D23ED4A}"/>
              </a:ext>
            </a:extLst>
          </p:cNvPr>
          <p:cNvSpPr>
            <a:spLocks/>
          </p:cNvSpPr>
          <p:nvPr/>
        </p:nvSpPr>
        <p:spPr>
          <a:xfrm>
            <a:off x="8322964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8987">
            <a:extLst>
              <a:ext uri="{FF2B5EF4-FFF2-40B4-BE49-F238E27FC236}">
                <a16:creationId xmlns:a16="http://schemas.microsoft.com/office/drawing/2014/main" id="{5F25B25B-95C0-47DB-AA1E-8CB129E3D7D5}"/>
              </a:ext>
            </a:extLst>
          </p:cNvPr>
          <p:cNvSpPr>
            <a:spLocks/>
          </p:cNvSpPr>
          <p:nvPr/>
        </p:nvSpPr>
        <p:spPr>
          <a:xfrm>
            <a:off x="8245698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8988">
            <a:extLst>
              <a:ext uri="{FF2B5EF4-FFF2-40B4-BE49-F238E27FC236}">
                <a16:creationId xmlns:a16="http://schemas.microsoft.com/office/drawing/2014/main" id="{CF290036-6382-4D2A-8CC0-306C0F764C53}"/>
              </a:ext>
            </a:extLst>
          </p:cNvPr>
          <p:cNvSpPr>
            <a:spLocks/>
          </p:cNvSpPr>
          <p:nvPr/>
        </p:nvSpPr>
        <p:spPr>
          <a:xfrm>
            <a:off x="8264982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8989">
            <a:extLst>
              <a:ext uri="{FF2B5EF4-FFF2-40B4-BE49-F238E27FC236}">
                <a16:creationId xmlns:a16="http://schemas.microsoft.com/office/drawing/2014/main" id="{7EAF4EA1-65BA-4729-AB6D-F99E2C95849B}"/>
              </a:ext>
            </a:extLst>
          </p:cNvPr>
          <p:cNvSpPr>
            <a:spLocks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8990">
            <a:extLst>
              <a:ext uri="{FF2B5EF4-FFF2-40B4-BE49-F238E27FC236}">
                <a16:creationId xmlns:a16="http://schemas.microsoft.com/office/drawing/2014/main" id="{C29D9410-DF58-425F-9675-507DEE799DA2}"/>
              </a:ext>
            </a:extLst>
          </p:cNvPr>
          <p:cNvSpPr>
            <a:spLocks/>
          </p:cNvSpPr>
          <p:nvPr/>
        </p:nvSpPr>
        <p:spPr>
          <a:xfrm>
            <a:off x="8245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8991">
            <a:extLst>
              <a:ext uri="{FF2B5EF4-FFF2-40B4-BE49-F238E27FC236}">
                <a16:creationId xmlns:a16="http://schemas.microsoft.com/office/drawing/2014/main" id="{F40A7DE7-9333-4256-B03B-4BE8C8F70B1D}"/>
              </a:ext>
            </a:extLst>
          </p:cNvPr>
          <p:cNvSpPr>
            <a:spLocks/>
          </p:cNvSpPr>
          <p:nvPr/>
        </p:nvSpPr>
        <p:spPr>
          <a:xfrm>
            <a:off x="824465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8992">
            <a:extLst>
              <a:ext uri="{FF2B5EF4-FFF2-40B4-BE49-F238E27FC236}">
                <a16:creationId xmlns:a16="http://schemas.microsoft.com/office/drawing/2014/main" id="{19BF4116-8862-4984-8ACF-CF402BBE7551}"/>
              </a:ext>
            </a:extLst>
          </p:cNvPr>
          <p:cNvSpPr>
            <a:spLocks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8993">
            <a:extLst>
              <a:ext uri="{FF2B5EF4-FFF2-40B4-BE49-F238E27FC236}">
                <a16:creationId xmlns:a16="http://schemas.microsoft.com/office/drawing/2014/main" id="{B3D3CB78-4C2B-4F37-AE13-18DD54703E59}"/>
              </a:ext>
            </a:extLst>
          </p:cNvPr>
          <p:cNvSpPr>
            <a:spLocks/>
          </p:cNvSpPr>
          <p:nvPr/>
        </p:nvSpPr>
        <p:spPr>
          <a:xfrm>
            <a:off x="83190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8994">
            <a:extLst>
              <a:ext uri="{FF2B5EF4-FFF2-40B4-BE49-F238E27FC236}">
                <a16:creationId xmlns:a16="http://schemas.microsoft.com/office/drawing/2014/main" id="{F1315F48-5172-48EE-826E-425853405D96}"/>
              </a:ext>
            </a:extLst>
          </p:cNvPr>
          <p:cNvSpPr>
            <a:spLocks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8995">
            <a:extLst>
              <a:ext uri="{FF2B5EF4-FFF2-40B4-BE49-F238E27FC236}">
                <a16:creationId xmlns:a16="http://schemas.microsoft.com/office/drawing/2014/main" id="{AC69FC92-E6CF-4057-B120-A3CC520BD068}"/>
              </a:ext>
            </a:extLst>
          </p:cNvPr>
          <p:cNvSpPr>
            <a:spLocks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8996">
            <a:extLst>
              <a:ext uri="{FF2B5EF4-FFF2-40B4-BE49-F238E27FC236}">
                <a16:creationId xmlns:a16="http://schemas.microsoft.com/office/drawing/2014/main" id="{E9AAD03C-4FB0-4349-B990-4D3CBD75EB1A}"/>
              </a:ext>
            </a:extLst>
          </p:cNvPr>
          <p:cNvSpPr>
            <a:spLocks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8997">
            <a:extLst>
              <a:ext uri="{FF2B5EF4-FFF2-40B4-BE49-F238E27FC236}">
                <a16:creationId xmlns:a16="http://schemas.microsoft.com/office/drawing/2014/main" id="{100E7D65-396C-4A78-B311-2C3B6C9E8681}"/>
              </a:ext>
            </a:extLst>
          </p:cNvPr>
          <p:cNvSpPr>
            <a:spLocks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8998">
            <a:extLst>
              <a:ext uri="{FF2B5EF4-FFF2-40B4-BE49-F238E27FC236}">
                <a16:creationId xmlns:a16="http://schemas.microsoft.com/office/drawing/2014/main" id="{F5CD50C2-63E9-480C-9F52-3B5004D3C50B}"/>
              </a:ext>
            </a:extLst>
          </p:cNvPr>
          <p:cNvSpPr>
            <a:spLocks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8999">
            <a:extLst>
              <a:ext uri="{FF2B5EF4-FFF2-40B4-BE49-F238E27FC236}">
                <a16:creationId xmlns:a16="http://schemas.microsoft.com/office/drawing/2014/main" id="{E73F1C59-FAF7-47A6-A5E9-EA596FF85019}"/>
              </a:ext>
            </a:extLst>
          </p:cNvPr>
          <p:cNvSpPr>
            <a:spLocks/>
          </p:cNvSpPr>
          <p:nvPr/>
        </p:nvSpPr>
        <p:spPr>
          <a:xfrm>
            <a:off x="8328957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9000">
            <a:extLst>
              <a:ext uri="{FF2B5EF4-FFF2-40B4-BE49-F238E27FC236}">
                <a16:creationId xmlns:a16="http://schemas.microsoft.com/office/drawing/2014/main" id="{756BE186-763E-4320-8267-2CFE5950B5FF}"/>
              </a:ext>
            </a:extLst>
          </p:cNvPr>
          <p:cNvSpPr>
            <a:spLocks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9001">
            <a:extLst>
              <a:ext uri="{FF2B5EF4-FFF2-40B4-BE49-F238E27FC236}">
                <a16:creationId xmlns:a16="http://schemas.microsoft.com/office/drawing/2014/main" id="{09BE3DC9-9851-4DA1-82C4-6F4343BD69CE}"/>
              </a:ext>
            </a:extLst>
          </p:cNvPr>
          <p:cNvSpPr>
            <a:spLocks/>
          </p:cNvSpPr>
          <p:nvPr/>
        </p:nvSpPr>
        <p:spPr>
          <a:xfrm>
            <a:off x="8245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9002">
            <a:extLst>
              <a:ext uri="{FF2B5EF4-FFF2-40B4-BE49-F238E27FC236}">
                <a16:creationId xmlns:a16="http://schemas.microsoft.com/office/drawing/2014/main" id="{5FCE1A03-BA4A-484C-B9DD-698F9818A82E}"/>
              </a:ext>
            </a:extLst>
          </p:cNvPr>
          <p:cNvSpPr>
            <a:spLocks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9003">
            <a:extLst>
              <a:ext uri="{FF2B5EF4-FFF2-40B4-BE49-F238E27FC236}">
                <a16:creationId xmlns:a16="http://schemas.microsoft.com/office/drawing/2014/main" id="{9F7A67C5-CED1-467A-834C-A42A3A33A2B0}"/>
              </a:ext>
            </a:extLst>
          </p:cNvPr>
          <p:cNvSpPr>
            <a:spLocks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9004">
            <a:extLst>
              <a:ext uri="{FF2B5EF4-FFF2-40B4-BE49-F238E27FC236}">
                <a16:creationId xmlns:a16="http://schemas.microsoft.com/office/drawing/2014/main" id="{AA56528B-8AE2-4D1F-A8D8-53F5D631308A}"/>
              </a:ext>
            </a:extLst>
          </p:cNvPr>
          <p:cNvSpPr>
            <a:spLocks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9005">
            <a:extLst>
              <a:ext uri="{FF2B5EF4-FFF2-40B4-BE49-F238E27FC236}">
                <a16:creationId xmlns:a16="http://schemas.microsoft.com/office/drawing/2014/main" id="{3687DEC5-86C9-4438-8799-BBE5E5825A7D}"/>
              </a:ext>
            </a:extLst>
          </p:cNvPr>
          <p:cNvSpPr>
            <a:spLocks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9006">
            <a:extLst>
              <a:ext uri="{FF2B5EF4-FFF2-40B4-BE49-F238E27FC236}">
                <a16:creationId xmlns:a16="http://schemas.microsoft.com/office/drawing/2014/main" id="{763BD5AD-141F-4F3C-8183-7174FD630BF7}"/>
              </a:ext>
            </a:extLst>
          </p:cNvPr>
          <p:cNvSpPr>
            <a:spLocks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9007">
            <a:extLst>
              <a:ext uri="{FF2B5EF4-FFF2-40B4-BE49-F238E27FC236}">
                <a16:creationId xmlns:a16="http://schemas.microsoft.com/office/drawing/2014/main" id="{A8A758EB-8AA6-4713-9390-46BC5FCFADA7}"/>
              </a:ext>
            </a:extLst>
          </p:cNvPr>
          <p:cNvSpPr>
            <a:spLocks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9008">
            <a:extLst>
              <a:ext uri="{FF2B5EF4-FFF2-40B4-BE49-F238E27FC236}">
                <a16:creationId xmlns:a16="http://schemas.microsoft.com/office/drawing/2014/main" id="{5D00F7F5-9BC8-4CB5-8698-CF71C077E5EC}"/>
              </a:ext>
            </a:extLst>
          </p:cNvPr>
          <p:cNvSpPr>
            <a:spLocks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9009">
            <a:extLst>
              <a:ext uri="{FF2B5EF4-FFF2-40B4-BE49-F238E27FC236}">
                <a16:creationId xmlns:a16="http://schemas.microsoft.com/office/drawing/2014/main" id="{9BF37145-0F01-4E4A-97AE-C5B09852412F}"/>
              </a:ext>
            </a:extLst>
          </p:cNvPr>
          <p:cNvSpPr>
            <a:spLocks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9010">
            <a:extLst>
              <a:ext uri="{FF2B5EF4-FFF2-40B4-BE49-F238E27FC236}">
                <a16:creationId xmlns:a16="http://schemas.microsoft.com/office/drawing/2014/main" id="{F05ED227-4106-459A-A4BA-0577FE3BF0A2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9011">
            <a:extLst>
              <a:ext uri="{FF2B5EF4-FFF2-40B4-BE49-F238E27FC236}">
                <a16:creationId xmlns:a16="http://schemas.microsoft.com/office/drawing/2014/main" id="{0C55AA50-DEBD-45CF-9C0D-F239209C2166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9012">
            <a:extLst>
              <a:ext uri="{FF2B5EF4-FFF2-40B4-BE49-F238E27FC236}">
                <a16:creationId xmlns:a16="http://schemas.microsoft.com/office/drawing/2014/main" id="{66BB083D-E4F6-4D80-BE15-D3BAAE5BA895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9013">
            <a:extLst>
              <a:ext uri="{FF2B5EF4-FFF2-40B4-BE49-F238E27FC236}">
                <a16:creationId xmlns:a16="http://schemas.microsoft.com/office/drawing/2014/main" id="{9F3C6478-1A1F-4538-A1D5-2C1205096BDA}"/>
              </a:ext>
            </a:extLst>
          </p:cNvPr>
          <p:cNvSpPr>
            <a:spLocks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9014">
            <a:extLst>
              <a:ext uri="{FF2B5EF4-FFF2-40B4-BE49-F238E27FC236}">
                <a16:creationId xmlns:a16="http://schemas.microsoft.com/office/drawing/2014/main" id="{B2707694-D03A-4E91-A20B-CC3236FCB9EB}"/>
              </a:ext>
            </a:extLst>
          </p:cNvPr>
          <p:cNvSpPr>
            <a:spLocks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9015">
            <a:extLst>
              <a:ext uri="{FF2B5EF4-FFF2-40B4-BE49-F238E27FC236}">
                <a16:creationId xmlns:a16="http://schemas.microsoft.com/office/drawing/2014/main" id="{4B2CBC81-E4AD-4785-9B3E-82BE71EE9647}"/>
              </a:ext>
            </a:extLst>
          </p:cNvPr>
          <p:cNvSpPr>
            <a:spLocks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9016">
            <a:extLst>
              <a:ext uri="{FF2B5EF4-FFF2-40B4-BE49-F238E27FC236}">
                <a16:creationId xmlns:a16="http://schemas.microsoft.com/office/drawing/2014/main" id="{D0BFC4D8-AB3C-4E83-B00A-300A0F50937F}"/>
              </a:ext>
            </a:extLst>
          </p:cNvPr>
          <p:cNvSpPr>
            <a:spLocks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9017">
            <a:extLst>
              <a:ext uri="{FF2B5EF4-FFF2-40B4-BE49-F238E27FC236}">
                <a16:creationId xmlns:a16="http://schemas.microsoft.com/office/drawing/2014/main" id="{CBCA5438-82D8-4362-B215-4047B668D9EC}"/>
              </a:ext>
            </a:extLst>
          </p:cNvPr>
          <p:cNvSpPr>
            <a:spLocks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9018">
            <a:extLst>
              <a:ext uri="{FF2B5EF4-FFF2-40B4-BE49-F238E27FC236}">
                <a16:creationId xmlns:a16="http://schemas.microsoft.com/office/drawing/2014/main" id="{A13A2431-A164-43B9-B23F-BFE7E0D15A7B}"/>
              </a:ext>
            </a:extLst>
          </p:cNvPr>
          <p:cNvSpPr>
            <a:spLocks/>
          </p:cNvSpPr>
          <p:nvPr/>
        </p:nvSpPr>
        <p:spPr>
          <a:xfrm>
            <a:off x="83620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9019">
            <a:extLst>
              <a:ext uri="{FF2B5EF4-FFF2-40B4-BE49-F238E27FC236}">
                <a16:creationId xmlns:a16="http://schemas.microsoft.com/office/drawing/2014/main" id="{B02F5067-BEDF-4601-A2CE-DEB566390956}"/>
              </a:ext>
            </a:extLst>
          </p:cNvPr>
          <p:cNvSpPr>
            <a:spLocks/>
          </p:cNvSpPr>
          <p:nvPr/>
        </p:nvSpPr>
        <p:spPr>
          <a:xfrm>
            <a:off x="82468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9020">
            <a:extLst>
              <a:ext uri="{FF2B5EF4-FFF2-40B4-BE49-F238E27FC236}">
                <a16:creationId xmlns:a16="http://schemas.microsoft.com/office/drawing/2014/main" id="{2212CE2C-A234-47F5-88EB-A6A7B498C55B}"/>
              </a:ext>
            </a:extLst>
          </p:cNvPr>
          <p:cNvSpPr>
            <a:spLocks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9021">
            <a:extLst>
              <a:ext uri="{FF2B5EF4-FFF2-40B4-BE49-F238E27FC236}">
                <a16:creationId xmlns:a16="http://schemas.microsoft.com/office/drawing/2014/main" id="{38B8783C-B76D-4A5A-BFA8-0543B53D3DB3}"/>
              </a:ext>
            </a:extLst>
          </p:cNvPr>
          <p:cNvSpPr>
            <a:spLocks/>
          </p:cNvSpPr>
          <p:nvPr/>
        </p:nvSpPr>
        <p:spPr>
          <a:xfrm>
            <a:off x="833521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9022">
            <a:extLst>
              <a:ext uri="{FF2B5EF4-FFF2-40B4-BE49-F238E27FC236}">
                <a16:creationId xmlns:a16="http://schemas.microsoft.com/office/drawing/2014/main" id="{F5382272-8922-4A87-A1A4-F3F85C446829}"/>
              </a:ext>
            </a:extLst>
          </p:cNvPr>
          <p:cNvSpPr>
            <a:spLocks/>
          </p:cNvSpPr>
          <p:nvPr/>
        </p:nvSpPr>
        <p:spPr>
          <a:xfrm>
            <a:off x="8290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9023">
            <a:extLst>
              <a:ext uri="{FF2B5EF4-FFF2-40B4-BE49-F238E27FC236}">
                <a16:creationId xmlns:a16="http://schemas.microsoft.com/office/drawing/2014/main" id="{AA13C63A-8BF7-48A2-AE5D-7D8A87169890}"/>
              </a:ext>
            </a:extLst>
          </p:cNvPr>
          <p:cNvSpPr>
            <a:spLocks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9024">
            <a:extLst>
              <a:ext uri="{FF2B5EF4-FFF2-40B4-BE49-F238E27FC236}">
                <a16:creationId xmlns:a16="http://schemas.microsoft.com/office/drawing/2014/main" id="{FCD27E50-C22B-4363-85CC-7A5E8C6934B8}"/>
              </a:ext>
            </a:extLst>
          </p:cNvPr>
          <p:cNvSpPr>
            <a:spLocks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9025">
            <a:extLst>
              <a:ext uri="{FF2B5EF4-FFF2-40B4-BE49-F238E27FC236}">
                <a16:creationId xmlns:a16="http://schemas.microsoft.com/office/drawing/2014/main" id="{23792A9D-B28F-43FB-8FDD-C5CE7D545FCB}"/>
              </a:ext>
            </a:extLst>
          </p:cNvPr>
          <p:cNvSpPr>
            <a:spLocks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9026">
            <a:extLst>
              <a:ext uri="{FF2B5EF4-FFF2-40B4-BE49-F238E27FC236}">
                <a16:creationId xmlns:a16="http://schemas.microsoft.com/office/drawing/2014/main" id="{2E10BC60-5607-4EE9-805E-EAFE81AD525E}"/>
              </a:ext>
            </a:extLst>
          </p:cNvPr>
          <p:cNvSpPr>
            <a:spLocks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9027">
            <a:extLst>
              <a:ext uri="{FF2B5EF4-FFF2-40B4-BE49-F238E27FC236}">
                <a16:creationId xmlns:a16="http://schemas.microsoft.com/office/drawing/2014/main" id="{E705EB2B-62EE-43A6-A365-704D86C2E5C5}"/>
              </a:ext>
            </a:extLst>
          </p:cNvPr>
          <p:cNvSpPr>
            <a:spLocks/>
          </p:cNvSpPr>
          <p:nvPr/>
        </p:nvSpPr>
        <p:spPr>
          <a:xfrm>
            <a:off x="8335472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9028">
            <a:extLst>
              <a:ext uri="{FF2B5EF4-FFF2-40B4-BE49-F238E27FC236}">
                <a16:creationId xmlns:a16="http://schemas.microsoft.com/office/drawing/2014/main" id="{793C239E-BA15-4306-AC33-A5B5D7BD2CFD}"/>
              </a:ext>
            </a:extLst>
          </p:cNvPr>
          <p:cNvSpPr>
            <a:spLocks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9029">
            <a:extLst>
              <a:ext uri="{FF2B5EF4-FFF2-40B4-BE49-F238E27FC236}">
                <a16:creationId xmlns:a16="http://schemas.microsoft.com/office/drawing/2014/main" id="{A89B1EF3-548F-4843-8A6E-E5D67541EC78}"/>
              </a:ext>
            </a:extLst>
          </p:cNvPr>
          <p:cNvSpPr>
            <a:spLocks/>
          </p:cNvSpPr>
          <p:nvPr/>
        </p:nvSpPr>
        <p:spPr>
          <a:xfrm>
            <a:off x="8278272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9030">
            <a:extLst>
              <a:ext uri="{FF2B5EF4-FFF2-40B4-BE49-F238E27FC236}">
                <a16:creationId xmlns:a16="http://schemas.microsoft.com/office/drawing/2014/main" id="{576BBFD1-EE7E-4288-87E1-0ACE3E762677}"/>
              </a:ext>
            </a:extLst>
          </p:cNvPr>
          <p:cNvSpPr>
            <a:spLocks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9031">
            <a:extLst>
              <a:ext uri="{FF2B5EF4-FFF2-40B4-BE49-F238E27FC236}">
                <a16:creationId xmlns:a16="http://schemas.microsoft.com/office/drawing/2014/main" id="{413AE3D2-A81C-4B39-9380-67570791C8BF}"/>
              </a:ext>
            </a:extLst>
          </p:cNvPr>
          <p:cNvSpPr>
            <a:spLocks/>
          </p:cNvSpPr>
          <p:nvPr/>
        </p:nvSpPr>
        <p:spPr>
          <a:xfrm>
            <a:off x="82644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9032">
            <a:extLst>
              <a:ext uri="{FF2B5EF4-FFF2-40B4-BE49-F238E27FC236}">
                <a16:creationId xmlns:a16="http://schemas.microsoft.com/office/drawing/2014/main" id="{8985EB78-2FE9-4ADA-B23F-091CCE2C11C2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9033">
            <a:extLst>
              <a:ext uri="{FF2B5EF4-FFF2-40B4-BE49-F238E27FC236}">
                <a16:creationId xmlns:a16="http://schemas.microsoft.com/office/drawing/2014/main" id="{D216E1E4-FE04-4CC9-B569-322CD457F320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9034">
            <a:extLst>
              <a:ext uri="{FF2B5EF4-FFF2-40B4-BE49-F238E27FC236}">
                <a16:creationId xmlns:a16="http://schemas.microsoft.com/office/drawing/2014/main" id="{AA22C76D-679F-48E7-ABAB-2D7150EFD1A3}"/>
              </a:ext>
            </a:extLst>
          </p:cNvPr>
          <p:cNvSpPr>
            <a:spLocks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9035">
            <a:extLst>
              <a:ext uri="{FF2B5EF4-FFF2-40B4-BE49-F238E27FC236}">
                <a16:creationId xmlns:a16="http://schemas.microsoft.com/office/drawing/2014/main" id="{4F3760B1-3790-4539-9DBD-B04E0800E6B6}"/>
              </a:ext>
            </a:extLst>
          </p:cNvPr>
          <p:cNvSpPr>
            <a:spLocks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9036">
            <a:extLst>
              <a:ext uri="{FF2B5EF4-FFF2-40B4-BE49-F238E27FC236}">
                <a16:creationId xmlns:a16="http://schemas.microsoft.com/office/drawing/2014/main" id="{6E428589-3672-4C4B-996C-AD3B524A61F0}"/>
              </a:ext>
            </a:extLst>
          </p:cNvPr>
          <p:cNvSpPr>
            <a:spLocks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9037">
            <a:extLst>
              <a:ext uri="{FF2B5EF4-FFF2-40B4-BE49-F238E27FC236}">
                <a16:creationId xmlns:a16="http://schemas.microsoft.com/office/drawing/2014/main" id="{A7F28606-D009-4A6B-A143-4F0D203A561F}"/>
              </a:ext>
            </a:extLst>
          </p:cNvPr>
          <p:cNvSpPr>
            <a:spLocks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9038">
            <a:extLst>
              <a:ext uri="{FF2B5EF4-FFF2-40B4-BE49-F238E27FC236}">
                <a16:creationId xmlns:a16="http://schemas.microsoft.com/office/drawing/2014/main" id="{2303BF9F-9485-4089-9FD6-DF3B0CD82435}"/>
              </a:ext>
            </a:extLst>
          </p:cNvPr>
          <p:cNvSpPr>
            <a:spLocks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9039">
            <a:extLst>
              <a:ext uri="{FF2B5EF4-FFF2-40B4-BE49-F238E27FC236}">
                <a16:creationId xmlns:a16="http://schemas.microsoft.com/office/drawing/2014/main" id="{9A1535CB-2149-4451-8F3A-B524673CF245}"/>
              </a:ext>
            </a:extLst>
          </p:cNvPr>
          <p:cNvSpPr>
            <a:spLocks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9040">
            <a:extLst>
              <a:ext uri="{FF2B5EF4-FFF2-40B4-BE49-F238E27FC236}">
                <a16:creationId xmlns:a16="http://schemas.microsoft.com/office/drawing/2014/main" id="{40FC680E-97F7-4CDD-9F7C-1213536B0B81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9041">
            <a:extLst>
              <a:ext uri="{FF2B5EF4-FFF2-40B4-BE49-F238E27FC236}">
                <a16:creationId xmlns:a16="http://schemas.microsoft.com/office/drawing/2014/main" id="{C4336FD0-A3CF-4387-B0A9-36746CF83253}"/>
              </a:ext>
            </a:extLst>
          </p:cNvPr>
          <p:cNvSpPr>
            <a:spLocks/>
          </p:cNvSpPr>
          <p:nvPr/>
        </p:nvSpPr>
        <p:spPr>
          <a:xfrm>
            <a:off x="8271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9042">
            <a:extLst>
              <a:ext uri="{FF2B5EF4-FFF2-40B4-BE49-F238E27FC236}">
                <a16:creationId xmlns:a16="http://schemas.microsoft.com/office/drawing/2014/main" id="{D1880DA1-17D1-4A0D-9B9D-44B53CE3D263}"/>
              </a:ext>
            </a:extLst>
          </p:cNvPr>
          <p:cNvSpPr>
            <a:spLocks/>
          </p:cNvSpPr>
          <p:nvPr/>
        </p:nvSpPr>
        <p:spPr>
          <a:xfrm>
            <a:off x="8333518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9043">
            <a:extLst>
              <a:ext uri="{FF2B5EF4-FFF2-40B4-BE49-F238E27FC236}">
                <a16:creationId xmlns:a16="http://schemas.microsoft.com/office/drawing/2014/main" id="{068199BF-6F26-4720-BD46-0EC66F95558D}"/>
              </a:ext>
            </a:extLst>
          </p:cNvPr>
          <p:cNvSpPr>
            <a:spLocks/>
          </p:cNvSpPr>
          <p:nvPr/>
        </p:nvSpPr>
        <p:spPr>
          <a:xfrm>
            <a:off x="826797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9044">
            <a:extLst>
              <a:ext uri="{FF2B5EF4-FFF2-40B4-BE49-F238E27FC236}">
                <a16:creationId xmlns:a16="http://schemas.microsoft.com/office/drawing/2014/main" id="{02298EE4-5945-4E0D-9FAD-C60A5D9A4C90}"/>
              </a:ext>
            </a:extLst>
          </p:cNvPr>
          <p:cNvSpPr>
            <a:spLocks/>
          </p:cNvSpPr>
          <p:nvPr/>
        </p:nvSpPr>
        <p:spPr>
          <a:xfrm>
            <a:off x="8280617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9045">
            <a:extLst>
              <a:ext uri="{FF2B5EF4-FFF2-40B4-BE49-F238E27FC236}">
                <a16:creationId xmlns:a16="http://schemas.microsoft.com/office/drawing/2014/main" id="{B0E64915-2E93-45CB-BC35-B8A69D6374F4}"/>
              </a:ext>
            </a:extLst>
          </p:cNvPr>
          <p:cNvSpPr>
            <a:spLocks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9046">
            <a:extLst>
              <a:ext uri="{FF2B5EF4-FFF2-40B4-BE49-F238E27FC236}">
                <a16:creationId xmlns:a16="http://schemas.microsoft.com/office/drawing/2014/main" id="{6D47D14D-C210-4687-B62C-6CCE2DE7BC33}"/>
              </a:ext>
            </a:extLst>
          </p:cNvPr>
          <p:cNvSpPr>
            <a:spLocks/>
          </p:cNvSpPr>
          <p:nvPr/>
        </p:nvSpPr>
        <p:spPr>
          <a:xfrm>
            <a:off x="827306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9047">
            <a:extLst>
              <a:ext uri="{FF2B5EF4-FFF2-40B4-BE49-F238E27FC236}">
                <a16:creationId xmlns:a16="http://schemas.microsoft.com/office/drawing/2014/main" id="{5F520F67-BB7A-4C8D-A00D-31EE71E070A0}"/>
              </a:ext>
            </a:extLst>
          </p:cNvPr>
          <p:cNvSpPr>
            <a:spLocks/>
          </p:cNvSpPr>
          <p:nvPr/>
        </p:nvSpPr>
        <p:spPr>
          <a:xfrm>
            <a:off x="8278142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9048">
            <a:extLst>
              <a:ext uri="{FF2B5EF4-FFF2-40B4-BE49-F238E27FC236}">
                <a16:creationId xmlns:a16="http://schemas.microsoft.com/office/drawing/2014/main" id="{C07B5253-AA2C-40B8-BEA6-E66C238B4C62}"/>
              </a:ext>
            </a:extLst>
          </p:cNvPr>
          <p:cNvSpPr>
            <a:spLocks/>
          </p:cNvSpPr>
          <p:nvPr/>
        </p:nvSpPr>
        <p:spPr>
          <a:xfrm>
            <a:off x="835905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9049">
            <a:extLst>
              <a:ext uri="{FF2B5EF4-FFF2-40B4-BE49-F238E27FC236}">
                <a16:creationId xmlns:a16="http://schemas.microsoft.com/office/drawing/2014/main" id="{9647CE68-E5F7-4C88-ACFD-4AC655B3A067}"/>
              </a:ext>
            </a:extLst>
          </p:cNvPr>
          <p:cNvSpPr>
            <a:spLocks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9050">
            <a:extLst>
              <a:ext uri="{FF2B5EF4-FFF2-40B4-BE49-F238E27FC236}">
                <a16:creationId xmlns:a16="http://schemas.microsoft.com/office/drawing/2014/main" id="{C8D3F3F7-39B1-48AE-B647-D2C2590D40C0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9051">
            <a:extLst>
              <a:ext uri="{FF2B5EF4-FFF2-40B4-BE49-F238E27FC236}">
                <a16:creationId xmlns:a16="http://schemas.microsoft.com/office/drawing/2014/main" id="{20500D9B-1C42-4FA0-B896-8D4CAA6DC7CD}"/>
              </a:ext>
            </a:extLst>
          </p:cNvPr>
          <p:cNvSpPr>
            <a:spLocks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9052">
            <a:extLst>
              <a:ext uri="{FF2B5EF4-FFF2-40B4-BE49-F238E27FC236}">
                <a16:creationId xmlns:a16="http://schemas.microsoft.com/office/drawing/2014/main" id="{740B6F9E-63BE-4ECA-AF88-06A77F01B4A1}"/>
              </a:ext>
            </a:extLst>
          </p:cNvPr>
          <p:cNvSpPr>
            <a:spLocks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9053">
            <a:extLst>
              <a:ext uri="{FF2B5EF4-FFF2-40B4-BE49-F238E27FC236}">
                <a16:creationId xmlns:a16="http://schemas.microsoft.com/office/drawing/2014/main" id="{EFC7367D-CC82-41F0-AC44-E32C823D305A}"/>
              </a:ext>
            </a:extLst>
          </p:cNvPr>
          <p:cNvSpPr>
            <a:spLocks/>
          </p:cNvSpPr>
          <p:nvPr/>
        </p:nvSpPr>
        <p:spPr>
          <a:xfrm>
            <a:off x="832765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9054">
            <a:extLst>
              <a:ext uri="{FF2B5EF4-FFF2-40B4-BE49-F238E27FC236}">
                <a16:creationId xmlns:a16="http://schemas.microsoft.com/office/drawing/2014/main" id="{921C643C-76B9-409E-974F-21009E9DD2BC}"/>
              </a:ext>
            </a:extLst>
          </p:cNvPr>
          <p:cNvSpPr>
            <a:spLocks/>
          </p:cNvSpPr>
          <p:nvPr/>
        </p:nvSpPr>
        <p:spPr>
          <a:xfrm>
            <a:off x="8351759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9055">
            <a:extLst>
              <a:ext uri="{FF2B5EF4-FFF2-40B4-BE49-F238E27FC236}">
                <a16:creationId xmlns:a16="http://schemas.microsoft.com/office/drawing/2014/main" id="{F12EC5F1-A263-4A32-A48A-B4780D5CDC4B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9056">
            <a:extLst>
              <a:ext uri="{FF2B5EF4-FFF2-40B4-BE49-F238E27FC236}">
                <a16:creationId xmlns:a16="http://schemas.microsoft.com/office/drawing/2014/main" id="{5C550B46-76AF-47E0-90E3-93FD19B41699}"/>
              </a:ext>
            </a:extLst>
          </p:cNvPr>
          <p:cNvSpPr>
            <a:spLocks/>
          </p:cNvSpPr>
          <p:nvPr/>
        </p:nvSpPr>
        <p:spPr>
          <a:xfrm>
            <a:off x="8293777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9057">
            <a:extLst>
              <a:ext uri="{FF2B5EF4-FFF2-40B4-BE49-F238E27FC236}">
                <a16:creationId xmlns:a16="http://schemas.microsoft.com/office/drawing/2014/main" id="{59D6CB33-C268-483B-BE61-8A9A0CE8143F}"/>
              </a:ext>
            </a:extLst>
          </p:cNvPr>
          <p:cNvSpPr>
            <a:spLocks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9058">
            <a:extLst>
              <a:ext uri="{FF2B5EF4-FFF2-40B4-BE49-F238E27FC236}">
                <a16:creationId xmlns:a16="http://schemas.microsoft.com/office/drawing/2014/main" id="{B2128112-C4EA-4E7F-96A1-540334AB1DB8}"/>
              </a:ext>
            </a:extLst>
          </p:cNvPr>
          <p:cNvSpPr>
            <a:spLocks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9059">
            <a:extLst>
              <a:ext uri="{FF2B5EF4-FFF2-40B4-BE49-F238E27FC236}">
                <a16:creationId xmlns:a16="http://schemas.microsoft.com/office/drawing/2014/main" id="{60BE554C-9E69-4489-B940-9166C5A6E238}"/>
              </a:ext>
            </a:extLst>
          </p:cNvPr>
          <p:cNvSpPr>
            <a:spLocks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9060">
            <a:extLst>
              <a:ext uri="{FF2B5EF4-FFF2-40B4-BE49-F238E27FC236}">
                <a16:creationId xmlns:a16="http://schemas.microsoft.com/office/drawing/2014/main" id="{006B6EF2-753D-488E-B26D-07A803E1ACF7}"/>
              </a:ext>
            </a:extLst>
          </p:cNvPr>
          <p:cNvSpPr>
            <a:spLocks/>
          </p:cNvSpPr>
          <p:nvPr/>
        </p:nvSpPr>
        <p:spPr>
          <a:xfrm>
            <a:off x="8356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9061">
            <a:extLst>
              <a:ext uri="{FF2B5EF4-FFF2-40B4-BE49-F238E27FC236}">
                <a16:creationId xmlns:a16="http://schemas.microsoft.com/office/drawing/2014/main" id="{4FFF3999-F850-4E6F-A519-6D3B11659402}"/>
              </a:ext>
            </a:extLst>
          </p:cNvPr>
          <p:cNvSpPr>
            <a:spLocks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9062">
            <a:extLst>
              <a:ext uri="{FF2B5EF4-FFF2-40B4-BE49-F238E27FC236}">
                <a16:creationId xmlns:a16="http://schemas.microsoft.com/office/drawing/2014/main" id="{AB0CDEE1-5475-40A1-B105-79F79142BBD5}"/>
              </a:ext>
            </a:extLst>
          </p:cNvPr>
          <p:cNvSpPr>
            <a:spLocks/>
          </p:cNvSpPr>
          <p:nvPr/>
        </p:nvSpPr>
        <p:spPr>
          <a:xfrm>
            <a:off x="826159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9063">
            <a:extLst>
              <a:ext uri="{FF2B5EF4-FFF2-40B4-BE49-F238E27FC236}">
                <a16:creationId xmlns:a16="http://schemas.microsoft.com/office/drawing/2014/main" id="{3B393830-BAF4-43BC-A43B-DE383BC54FFA}"/>
              </a:ext>
            </a:extLst>
          </p:cNvPr>
          <p:cNvSpPr>
            <a:spLocks/>
          </p:cNvSpPr>
          <p:nvPr/>
        </p:nvSpPr>
        <p:spPr>
          <a:xfrm>
            <a:off x="83374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9064">
            <a:extLst>
              <a:ext uri="{FF2B5EF4-FFF2-40B4-BE49-F238E27FC236}">
                <a16:creationId xmlns:a16="http://schemas.microsoft.com/office/drawing/2014/main" id="{DB8E99AA-DBF6-4DDC-A94E-22F66A06BFB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9065">
            <a:extLst>
              <a:ext uri="{FF2B5EF4-FFF2-40B4-BE49-F238E27FC236}">
                <a16:creationId xmlns:a16="http://schemas.microsoft.com/office/drawing/2014/main" id="{D96222CE-E2EA-42DC-BF4C-1B2BE928E46D}"/>
              </a:ext>
            </a:extLst>
          </p:cNvPr>
          <p:cNvSpPr>
            <a:spLocks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9066">
            <a:extLst>
              <a:ext uri="{FF2B5EF4-FFF2-40B4-BE49-F238E27FC236}">
                <a16:creationId xmlns:a16="http://schemas.microsoft.com/office/drawing/2014/main" id="{F7BD0FCE-7488-438E-B6F1-0385CCACAFF7}"/>
              </a:ext>
            </a:extLst>
          </p:cNvPr>
          <p:cNvSpPr>
            <a:spLocks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9067">
            <a:extLst>
              <a:ext uri="{FF2B5EF4-FFF2-40B4-BE49-F238E27FC236}">
                <a16:creationId xmlns:a16="http://schemas.microsoft.com/office/drawing/2014/main" id="{10515FBD-27B1-4F30-9432-FB4E86551CF7}"/>
              </a:ext>
            </a:extLst>
          </p:cNvPr>
          <p:cNvSpPr>
            <a:spLocks/>
          </p:cNvSpPr>
          <p:nvPr/>
        </p:nvSpPr>
        <p:spPr>
          <a:xfrm>
            <a:off x="82566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9068">
            <a:extLst>
              <a:ext uri="{FF2B5EF4-FFF2-40B4-BE49-F238E27FC236}">
                <a16:creationId xmlns:a16="http://schemas.microsoft.com/office/drawing/2014/main" id="{EC0781B6-7582-442D-AB32-B2F3ACD7E2DE}"/>
              </a:ext>
            </a:extLst>
          </p:cNvPr>
          <p:cNvSpPr>
            <a:spLocks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9069">
            <a:extLst>
              <a:ext uri="{FF2B5EF4-FFF2-40B4-BE49-F238E27FC236}">
                <a16:creationId xmlns:a16="http://schemas.microsoft.com/office/drawing/2014/main" id="{5E126510-7F63-4999-8518-3EAC4B3DFA02}"/>
              </a:ext>
            </a:extLst>
          </p:cNvPr>
          <p:cNvSpPr>
            <a:spLocks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9070">
            <a:extLst>
              <a:ext uri="{FF2B5EF4-FFF2-40B4-BE49-F238E27FC236}">
                <a16:creationId xmlns:a16="http://schemas.microsoft.com/office/drawing/2014/main" id="{6E8136EB-C4BA-46B2-A388-AB4E50351240}"/>
              </a:ext>
            </a:extLst>
          </p:cNvPr>
          <p:cNvSpPr>
            <a:spLocks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9071">
            <a:extLst>
              <a:ext uri="{FF2B5EF4-FFF2-40B4-BE49-F238E27FC236}">
                <a16:creationId xmlns:a16="http://schemas.microsoft.com/office/drawing/2014/main" id="{D29788CD-78F0-47CA-B217-57B19E282FCD}"/>
              </a:ext>
            </a:extLst>
          </p:cNvPr>
          <p:cNvSpPr>
            <a:spLocks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9072">
            <a:extLst>
              <a:ext uri="{FF2B5EF4-FFF2-40B4-BE49-F238E27FC236}">
                <a16:creationId xmlns:a16="http://schemas.microsoft.com/office/drawing/2014/main" id="{5EA7F50E-D1AF-4EC6-B72E-82946923DD32}"/>
              </a:ext>
            </a:extLst>
          </p:cNvPr>
          <p:cNvSpPr>
            <a:spLocks/>
          </p:cNvSpPr>
          <p:nvPr/>
        </p:nvSpPr>
        <p:spPr>
          <a:xfrm>
            <a:off x="8363747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9073">
            <a:extLst>
              <a:ext uri="{FF2B5EF4-FFF2-40B4-BE49-F238E27FC236}">
                <a16:creationId xmlns:a16="http://schemas.microsoft.com/office/drawing/2014/main" id="{111AF420-2169-4B85-8CA0-310A77E7918F}"/>
              </a:ext>
            </a:extLst>
          </p:cNvPr>
          <p:cNvSpPr>
            <a:spLocks/>
          </p:cNvSpPr>
          <p:nvPr/>
        </p:nvSpPr>
        <p:spPr>
          <a:xfrm>
            <a:off x="8369349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9074">
            <a:extLst>
              <a:ext uri="{FF2B5EF4-FFF2-40B4-BE49-F238E27FC236}">
                <a16:creationId xmlns:a16="http://schemas.microsoft.com/office/drawing/2014/main" id="{E4F0D11F-5784-491B-BFD3-AE7CDFE6B7FC}"/>
              </a:ext>
            </a:extLst>
          </p:cNvPr>
          <p:cNvSpPr>
            <a:spLocks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9075">
            <a:extLst>
              <a:ext uri="{FF2B5EF4-FFF2-40B4-BE49-F238E27FC236}">
                <a16:creationId xmlns:a16="http://schemas.microsoft.com/office/drawing/2014/main" id="{A3B27D06-19A1-4E81-A03B-F733016ABF03}"/>
              </a:ext>
            </a:extLst>
          </p:cNvPr>
          <p:cNvSpPr>
            <a:spLocks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9076">
            <a:extLst>
              <a:ext uri="{FF2B5EF4-FFF2-40B4-BE49-F238E27FC236}">
                <a16:creationId xmlns:a16="http://schemas.microsoft.com/office/drawing/2014/main" id="{01D983AC-1872-44A0-BDB1-73E5A3E9C375}"/>
              </a:ext>
            </a:extLst>
          </p:cNvPr>
          <p:cNvSpPr>
            <a:spLocks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9077">
            <a:extLst>
              <a:ext uri="{FF2B5EF4-FFF2-40B4-BE49-F238E27FC236}">
                <a16:creationId xmlns:a16="http://schemas.microsoft.com/office/drawing/2014/main" id="{6C0053B5-FA65-4FFF-820C-4D0C14AA2221}"/>
              </a:ext>
            </a:extLst>
          </p:cNvPr>
          <p:cNvSpPr>
            <a:spLocks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9078">
            <a:extLst>
              <a:ext uri="{FF2B5EF4-FFF2-40B4-BE49-F238E27FC236}">
                <a16:creationId xmlns:a16="http://schemas.microsoft.com/office/drawing/2014/main" id="{A162759A-AF4B-45C7-AB5F-740C1AD2DA7F}"/>
              </a:ext>
            </a:extLst>
          </p:cNvPr>
          <p:cNvSpPr>
            <a:spLocks/>
          </p:cNvSpPr>
          <p:nvPr/>
        </p:nvSpPr>
        <p:spPr>
          <a:xfrm>
            <a:off x="834368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9079">
            <a:extLst>
              <a:ext uri="{FF2B5EF4-FFF2-40B4-BE49-F238E27FC236}">
                <a16:creationId xmlns:a16="http://schemas.microsoft.com/office/drawing/2014/main" id="{8F82A33A-6F75-4E5B-83CC-DAD1E5756FB1}"/>
              </a:ext>
            </a:extLst>
          </p:cNvPr>
          <p:cNvSpPr>
            <a:spLocks/>
          </p:cNvSpPr>
          <p:nvPr/>
        </p:nvSpPr>
        <p:spPr>
          <a:xfrm>
            <a:off x="825247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9080">
            <a:extLst>
              <a:ext uri="{FF2B5EF4-FFF2-40B4-BE49-F238E27FC236}">
                <a16:creationId xmlns:a16="http://schemas.microsoft.com/office/drawing/2014/main" id="{5D6FE0E1-F6C3-4F17-B055-6A46BEA08BF1}"/>
              </a:ext>
            </a:extLst>
          </p:cNvPr>
          <p:cNvSpPr>
            <a:spLocks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9081">
            <a:extLst>
              <a:ext uri="{FF2B5EF4-FFF2-40B4-BE49-F238E27FC236}">
                <a16:creationId xmlns:a16="http://schemas.microsoft.com/office/drawing/2014/main" id="{0F57E677-D186-456D-9CDA-304B158C4ED0}"/>
              </a:ext>
            </a:extLst>
          </p:cNvPr>
          <p:cNvSpPr>
            <a:spLocks/>
          </p:cNvSpPr>
          <p:nvPr/>
        </p:nvSpPr>
        <p:spPr>
          <a:xfrm>
            <a:off x="83247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9082">
            <a:extLst>
              <a:ext uri="{FF2B5EF4-FFF2-40B4-BE49-F238E27FC236}">
                <a16:creationId xmlns:a16="http://schemas.microsoft.com/office/drawing/2014/main" id="{7AFB7C9E-1253-44BB-9B6F-499E2CDEAAC8}"/>
              </a:ext>
            </a:extLst>
          </p:cNvPr>
          <p:cNvSpPr>
            <a:spLocks/>
          </p:cNvSpPr>
          <p:nvPr/>
        </p:nvSpPr>
        <p:spPr>
          <a:xfrm>
            <a:off x="8362965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9083">
            <a:extLst>
              <a:ext uri="{FF2B5EF4-FFF2-40B4-BE49-F238E27FC236}">
                <a16:creationId xmlns:a16="http://schemas.microsoft.com/office/drawing/2014/main" id="{14B2FA72-73E3-4751-B8AA-085405F16582}"/>
              </a:ext>
            </a:extLst>
          </p:cNvPr>
          <p:cNvSpPr>
            <a:spLocks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9084">
            <a:extLst>
              <a:ext uri="{FF2B5EF4-FFF2-40B4-BE49-F238E27FC236}">
                <a16:creationId xmlns:a16="http://schemas.microsoft.com/office/drawing/2014/main" id="{E797556C-523E-4423-A431-B905664CCDD7}"/>
              </a:ext>
            </a:extLst>
          </p:cNvPr>
          <p:cNvSpPr>
            <a:spLocks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9085">
            <a:extLst>
              <a:ext uri="{FF2B5EF4-FFF2-40B4-BE49-F238E27FC236}">
                <a16:creationId xmlns:a16="http://schemas.microsoft.com/office/drawing/2014/main" id="{A03692CE-8C0E-4BF4-A474-D838BE3204BB}"/>
              </a:ext>
            </a:extLst>
          </p:cNvPr>
          <p:cNvSpPr>
            <a:spLocks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9086">
            <a:extLst>
              <a:ext uri="{FF2B5EF4-FFF2-40B4-BE49-F238E27FC236}">
                <a16:creationId xmlns:a16="http://schemas.microsoft.com/office/drawing/2014/main" id="{7B6F7727-4B0E-4A65-847B-D630863DA7B0}"/>
              </a:ext>
            </a:extLst>
          </p:cNvPr>
          <p:cNvSpPr>
            <a:spLocks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9087">
            <a:extLst>
              <a:ext uri="{FF2B5EF4-FFF2-40B4-BE49-F238E27FC236}">
                <a16:creationId xmlns:a16="http://schemas.microsoft.com/office/drawing/2014/main" id="{1D1289F2-E5C8-443B-852C-FF064FF5232E}"/>
              </a:ext>
            </a:extLst>
          </p:cNvPr>
          <p:cNvSpPr>
            <a:spLocks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9088">
            <a:extLst>
              <a:ext uri="{FF2B5EF4-FFF2-40B4-BE49-F238E27FC236}">
                <a16:creationId xmlns:a16="http://schemas.microsoft.com/office/drawing/2014/main" id="{8D85CA47-CFCE-4C9E-8B75-5B2F00121971}"/>
              </a:ext>
            </a:extLst>
          </p:cNvPr>
          <p:cNvSpPr>
            <a:spLocks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9089">
            <a:extLst>
              <a:ext uri="{FF2B5EF4-FFF2-40B4-BE49-F238E27FC236}">
                <a16:creationId xmlns:a16="http://schemas.microsoft.com/office/drawing/2014/main" id="{82838750-5038-4E75-97B2-EEA6B25EB062}"/>
              </a:ext>
            </a:extLst>
          </p:cNvPr>
          <p:cNvSpPr>
            <a:spLocks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9090">
            <a:extLst>
              <a:ext uri="{FF2B5EF4-FFF2-40B4-BE49-F238E27FC236}">
                <a16:creationId xmlns:a16="http://schemas.microsoft.com/office/drawing/2014/main" id="{FE22CD03-AFEA-49AD-9C81-4ED64CF0F8A7}"/>
              </a:ext>
            </a:extLst>
          </p:cNvPr>
          <p:cNvSpPr>
            <a:spLocks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9091">
            <a:extLst>
              <a:ext uri="{FF2B5EF4-FFF2-40B4-BE49-F238E27FC236}">
                <a16:creationId xmlns:a16="http://schemas.microsoft.com/office/drawing/2014/main" id="{0C3B465A-DEA9-4C78-9BD4-023A7DC71FEA}"/>
              </a:ext>
            </a:extLst>
          </p:cNvPr>
          <p:cNvSpPr>
            <a:spLocks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9092">
            <a:extLst>
              <a:ext uri="{FF2B5EF4-FFF2-40B4-BE49-F238E27FC236}">
                <a16:creationId xmlns:a16="http://schemas.microsoft.com/office/drawing/2014/main" id="{470A8098-4DC2-48E8-9508-C099B4EB8F8E}"/>
              </a:ext>
            </a:extLst>
          </p:cNvPr>
          <p:cNvSpPr>
            <a:spLocks/>
          </p:cNvSpPr>
          <p:nvPr/>
        </p:nvSpPr>
        <p:spPr>
          <a:xfrm>
            <a:off x="8279575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9093">
            <a:extLst>
              <a:ext uri="{FF2B5EF4-FFF2-40B4-BE49-F238E27FC236}">
                <a16:creationId xmlns:a16="http://schemas.microsoft.com/office/drawing/2014/main" id="{8B706DE8-2DAB-4B0B-B470-A319FD844FB4}"/>
              </a:ext>
            </a:extLst>
          </p:cNvPr>
          <p:cNvSpPr>
            <a:spLocks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9094">
            <a:extLst>
              <a:ext uri="{FF2B5EF4-FFF2-40B4-BE49-F238E27FC236}">
                <a16:creationId xmlns:a16="http://schemas.microsoft.com/office/drawing/2014/main" id="{D3F738B3-9433-4A4B-B5ED-9058453347FF}"/>
              </a:ext>
            </a:extLst>
          </p:cNvPr>
          <p:cNvSpPr>
            <a:spLocks/>
          </p:cNvSpPr>
          <p:nvPr/>
        </p:nvSpPr>
        <p:spPr>
          <a:xfrm>
            <a:off x="828087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9095">
            <a:extLst>
              <a:ext uri="{FF2B5EF4-FFF2-40B4-BE49-F238E27FC236}">
                <a16:creationId xmlns:a16="http://schemas.microsoft.com/office/drawing/2014/main" id="{BA95A98F-AE1C-4D0A-8427-71A64E07E485}"/>
              </a:ext>
            </a:extLst>
          </p:cNvPr>
          <p:cNvSpPr>
            <a:spLocks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9096">
            <a:extLst>
              <a:ext uri="{FF2B5EF4-FFF2-40B4-BE49-F238E27FC236}">
                <a16:creationId xmlns:a16="http://schemas.microsoft.com/office/drawing/2014/main" id="{81985197-9859-4B2D-BD73-3235FBC0DFB0}"/>
              </a:ext>
            </a:extLst>
          </p:cNvPr>
          <p:cNvSpPr>
            <a:spLocks/>
          </p:cNvSpPr>
          <p:nvPr/>
        </p:nvSpPr>
        <p:spPr>
          <a:xfrm>
            <a:off x="8348632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9097">
            <a:extLst>
              <a:ext uri="{FF2B5EF4-FFF2-40B4-BE49-F238E27FC236}">
                <a16:creationId xmlns:a16="http://schemas.microsoft.com/office/drawing/2014/main" id="{ECC7E71E-22FB-49B8-9E91-46B0C2C0F875}"/>
              </a:ext>
            </a:extLst>
          </p:cNvPr>
          <p:cNvSpPr>
            <a:spLocks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9098">
            <a:extLst>
              <a:ext uri="{FF2B5EF4-FFF2-40B4-BE49-F238E27FC236}">
                <a16:creationId xmlns:a16="http://schemas.microsoft.com/office/drawing/2014/main" id="{CC585B09-BB88-4BD4-AC8A-B36CDE0FC8CE}"/>
              </a:ext>
            </a:extLst>
          </p:cNvPr>
          <p:cNvSpPr>
            <a:spLocks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9099">
            <a:extLst>
              <a:ext uri="{FF2B5EF4-FFF2-40B4-BE49-F238E27FC236}">
                <a16:creationId xmlns:a16="http://schemas.microsoft.com/office/drawing/2014/main" id="{D7F704E9-A9F5-4A4F-9636-1E2E6A07C243}"/>
              </a:ext>
            </a:extLst>
          </p:cNvPr>
          <p:cNvSpPr>
            <a:spLocks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9100">
            <a:extLst>
              <a:ext uri="{FF2B5EF4-FFF2-40B4-BE49-F238E27FC236}">
                <a16:creationId xmlns:a16="http://schemas.microsoft.com/office/drawing/2014/main" id="{DEB672C4-3370-49CB-B0D8-969F56EE9168}"/>
              </a:ext>
            </a:extLst>
          </p:cNvPr>
          <p:cNvSpPr>
            <a:spLocks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9101">
            <a:extLst>
              <a:ext uri="{FF2B5EF4-FFF2-40B4-BE49-F238E27FC236}">
                <a16:creationId xmlns:a16="http://schemas.microsoft.com/office/drawing/2014/main" id="{B9DD2D5C-2AAA-4940-9B08-034C499ED6F6}"/>
              </a:ext>
            </a:extLst>
          </p:cNvPr>
          <p:cNvSpPr>
            <a:spLocks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9102">
            <a:extLst>
              <a:ext uri="{FF2B5EF4-FFF2-40B4-BE49-F238E27FC236}">
                <a16:creationId xmlns:a16="http://schemas.microsoft.com/office/drawing/2014/main" id="{59320548-EB52-4B1E-A243-49053CB13C26}"/>
              </a:ext>
            </a:extLst>
          </p:cNvPr>
          <p:cNvSpPr>
            <a:spLocks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9103">
            <a:extLst>
              <a:ext uri="{FF2B5EF4-FFF2-40B4-BE49-F238E27FC236}">
                <a16:creationId xmlns:a16="http://schemas.microsoft.com/office/drawing/2014/main" id="{BA6A3435-96A5-4099-A8CD-0ED676820481}"/>
              </a:ext>
            </a:extLst>
          </p:cNvPr>
          <p:cNvSpPr>
            <a:spLocks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9104">
            <a:extLst>
              <a:ext uri="{FF2B5EF4-FFF2-40B4-BE49-F238E27FC236}">
                <a16:creationId xmlns:a16="http://schemas.microsoft.com/office/drawing/2014/main" id="{56B93122-DEDF-49A8-98A3-5FC37B284A28}"/>
              </a:ext>
            </a:extLst>
          </p:cNvPr>
          <p:cNvSpPr>
            <a:spLocks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9105">
            <a:extLst>
              <a:ext uri="{FF2B5EF4-FFF2-40B4-BE49-F238E27FC236}">
                <a16:creationId xmlns:a16="http://schemas.microsoft.com/office/drawing/2014/main" id="{111F8FA9-C2C5-412B-B883-AD1566ECFEE5}"/>
              </a:ext>
            </a:extLst>
          </p:cNvPr>
          <p:cNvSpPr>
            <a:spLocks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9106">
            <a:extLst>
              <a:ext uri="{FF2B5EF4-FFF2-40B4-BE49-F238E27FC236}">
                <a16:creationId xmlns:a16="http://schemas.microsoft.com/office/drawing/2014/main" id="{8372DE19-92FC-45E4-A6BB-46C92CE4A9AA}"/>
              </a:ext>
            </a:extLst>
          </p:cNvPr>
          <p:cNvSpPr>
            <a:spLocks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9107">
            <a:extLst>
              <a:ext uri="{FF2B5EF4-FFF2-40B4-BE49-F238E27FC236}">
                <a16:creationId xmlns:a16="http://schemas.microsoft.com/office/drawing/2014/main" id="{D7BA9A4F-8791-40CD-BF7B-26E6874D83DB}"/>
              </a:ext>
            </a:extLst>
          </p:cNvPr>
          <p:cNvSpPr>
            <a:spLocks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9108">
            <a:extLst>
              <a:ext uri="{FF2B5EF4-FFF2-40B4-BE49-F238E27FC236}">
                <a16:creationId xmlns:a16="http://schemas.microsoft.com/office/drawing/2014/main" id="{F2447753-A298-4584-AF2F-45427207EC37}"/>
              </a:ext>
            </a:extLst>
          </p:cNvPr>
          <p:cNvSpPr>
            <a:spLocks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9109">
            <a:extLst>
              <a:ext uri="{FF2B5EF4-FFF2-40B4-BE49-F238E27FC236}">
                <a16:creationId xmlns:a16="http://schemas.microsoft.com/office/drawing/2014/main" id="{19A6B33E-A6F1-4E89-B70D-F67E660CC40D}"/>
              </a:ext>
            </a:extLst>
          </p:cNvPr>
          <p:cNvSpPr>
            <a:spLocks/>
          </p:cNvSpPr>
          <p:nvPr/>
        </p:nvSpPr>
        <p:spPr>
          <a:xfrm>
            <a:off x="833130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9110">
            <a:extLst>
              <a:ext uri="{FF2B5EF4-FFF2-40B4-BE49-F238E27FC236}">
                <a16:creationId xmlns:a16="http://schemas.microsoft.com/office/drawing/2014/main" id="{E3A998D0-CB43-443D-BA85-808AC3533A00}"/>
              </a:ext>
            </a:extLst>
          </p:cNvPr>
          <p:cNvSpPr>
            <a:spLocks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9111">
            <a:extLst>
              <a:ext uri="{FF2B5EF4-FFF2-40B4-BE49-F238E27FC236}">
                <a16:creationId xmlns:a16="http://schemas.microsoft.com/office/drawing/2014/main" id="{16AB9B57-C74F-453B-B7E6-1B375BE14B49}"/>
              </a:ext>
            </a:extLst>
          </p:cNvPr>
          <p:cNvSpPr>
            <a:spLocks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9112">
            <a:extLst>
              <a:ext uri="{FF2B5EF4-FFF2-40B4-BE49-F238E27FC236}">
                <a16:creationId xmlns:a16="http://schemas.microsoft.com/office/drawing/2014/main" id="{F1E2D0A5-FF4A-4917-BDB8-D3643BFE8875}"/>
              </a:ext>
            </a:extLst>
          </p:cNvPr>
          <p:cNvSpPr>
            <a:spLocks/>
          </p:cNvSpPr>
          <p:nvPr/>
        </p:nvSpPr>
        <p:spPr>
          <a:xfrm>
            <a:off x="8311107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9113">
            <a:extLst>
              <a:ext uri="{FF2B5EF4-FFF2-40B4-BE49-F238E27FC236}">
                <a16:creationId xmlns:a16="http://schemas.microsoft.com/office/drawing/2014/main" id="{E34652BE-384A-494E-ADC2-0109254977D9}"/>
              </a:ext>
            </a:extLst>
          </p:cNvPr>
          <p:cNvSpPr>
            <a:spLocks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9114">
            <a:extLst>
              <a:ext uri="{FF2B5EF4-FFF2-40B4-BE49-F238E27FC236}">
                <a16:creationId xmlns:a16="http://schemas.microsoft.com/office/drawing/2014/main" id="{FDF964F1-2EA3-4E8D-9988-CE711DCAF174}"/>
              </a:ext>
            </a:extLst>
          </p:cNvPr>
          <p:cNvSpPr>
            <a:spLocks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9115">
            <a:extLst>
              <a:ext uri="{FF2B5EF4-FFF2-40B4-BE49-F238E27FC236}">
                <a16:creationId xmlns:a16="http://schemas.microsoft.com/office/drawing/2014/main" id="{515E5BC0-E83B-4663-9B23-DF9BC374B5C3}"/>
              </a:ext>
            </a:extLst>
          </p:cNvPr>
          <p:cNvSpPr>
            <a:spLocks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9116">
            <a:extLst>
              <a:ext uri="{FF2B5EF4-FFF2-40B4-BE49-F238E27FC236}">
                <a16:creationId xmlns:a16="http://schemas.microsoft.com/office/drawing/2014/main" id="{FC78B79C-0DB1-4C1C-BDC0-492752C7EE9B}"/>
              </a:ext>
            </a:extLst>
          </p:cNvPr>
          <p:cNvSpPr>
            <a:spLocks/>
          </p:cNvSpPr>
          <p:nvPr/>
        </p:nvSpPr>
        <p:spPr>
          <a:xfrm>
            <a:off x="8330651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9117">
            <a:extLst>
              <a:ext uri="{FF2B5EF4-FFF2-40B4-BE49-F238E27FC236}">
                <a16:creationId xmlns:a16="http://schemas.microsoft.com/office/drawing/2014/main" id="{0E0E27A8-3E19-4195-B982-BEC4138EC9C9}"/>
              </a:ext>
            </a:extLst>
          </p:cNvPr>
          <p:cNvSpPr>
            <a:spLocks/>
          </p:cNvSpPr>
          <p:nvPr/>
        </p:nvSpPr>
        <p:spPr>
          <a:xfrm>
            <a:off x="8347850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9118">
            <a:extLst>
              <a:ext uri="{FF2B5EF4-FFF2-40B4-BE49-F238E27FC236}">
                <a16:creationId xmlns:a16="http://schemas.microsoft.com/office/drawing/2014/main" id="{15EC9067-AF73-4B0A-8B7E-B86DA705C7F3}"/>
              </a:ext>
            </a:extLst>
          </p:cNvPr>
          <p:cNvSpPr>
            <a:spLocks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9119">
            <a:extLst>
              <a:ext uri="{FF2B5EF4-FFF2-40B4-BE49-F238E27FC236}">
                <a16:creationId xmlns:a16="http://schemas.microsoft.com/office/drawing/2014/main" id="{18A6D1CA-0E20-4F6C-9B47-ABE6080194BF}"/>
              </a:ext>
            </a:extLst>
          </p:cNvPr>
          <p:cNvSpPr>
            <a:spLocks/>
          </p:cNvSpPr>
          <p:nvPr/>
        </p:nvSpPr>
        <p:spPr>
          <a:xfrm>
            <a:off x="8331824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9120">
            <a:extLst>
              <a:ext uri="{FF2B5EF4-FFF2-40B4-BE49-F238E27FC236}">
                <a16:creationId xmlns:a16="http://schemas.microsoft.com/office/drawing/2014/main" id="{9386FE08-4672-465B-B98D-F2B4A1995A5E}"/>
              </a:ext>
            </a:extLst>
          </p:cNvPr>
          <p:cNvSpPr>
            <a:spLocks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9121">
            <a:extLst>
              <a:ext uri="{FF2B5EF4-FFF2-40B4-BE49-F238E27FC236}">
                <a16:creationId xmlns:a16="http://schemas.microsoft.com/office/drawing/2014/main" id="{A0F0C9BC-1BDA-45EE-A5D6-564E1BFCFF1E}"/>
              </a:ext>
            </a:extLst>
          </p:cNvPr>
          <p:cNvSpPr>
            <a:spLocks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9122">
            <a:extLst>
              <a:ext uri="{FF2B5EF4-FFF2-40B4-BE49-F238E27FC236}">
                <a16:creationId xmlns:a16="http://schemas.microsoft.com/office/drawing/2014/main" id="{5DBAC0B9-06D1-4EDA-904E-2D9D92D02001}"/>
              </a:ext>
            </a:extLst>
          </p:cNvPr>
          <p:cNvSpPr>
            <a:spLocks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9123">
            <a:extLst>
              <a:ext uri="{FF2B5EF4-FFF2-40B4-BE49-F238E27FC236}">
                <a16:creationId xmlns:a16="http://schemas.microsoft.com/office/drawing/2014/main" id="{E43D814F-64B3-4C8E-B441-CBD6F0548C8E}"/>
              </a:ext>
            </a:extLst>
          </p:cNvPr>
          <p:cNvSpPr>
            <a:spLocks/>
          </p:cNvSpPr>
          <p:nvPr/>
        </p:nvSpPr>
        <p:spPr>
          <a:xfrm>
            <a:off x="833039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9124">
            <a:extLst>
              <a:ext uri="{FF2B5EF4-FFF2-40B4-BE49-F238E27FC236}">
                <a16:creationId xmlns:a16="http://schemas.microsoft.com/office/drawing/2014/main" id="{18F63B3F-CDA7-4807-A4D7-C5F8B234DA9D}"/>
              </a:ext>
            </a:extLst>
          </p:cNvPr>
          <p:cNvSpPr>
            <a:spLocks/>
          </p:cNvSpPr>
          <p:nvPr/>
        </p:nvSpPr>
        <p:spPr>
          <a:xfrm>
            <a:off x="8364007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9125">
            <a:extLst>
              <a:ext uri="{FF2B5EF4-FFF2-40B4-BE49-F238E27FC236}">
                <a16:creationId xmlns:a16="http://schemas.microsoft.com/office/drawing/2014/main" id="{00157258-3E27-4FC2-89AF-4BBC43B0B239}"/>
              </a:ext>
            </a:extLst>
          </p:cNvPr>
          <p:cNvSpPr>
            <a:spLocks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9126">
            <a:extLst>
              <a:ext uri="{FF2B5EF4-FFF2-40B4-BE49-F238E27FC236}">
                <a16:creationId xmlns:a16="http://schemas.microsoft.com/office/drawing/2014/main" id="{49880461-A95F-4FBF-BDA1-85EF79622B43}"/>
              </a:ext>
            </a:extLst>
          </p:cNvPr>
          <p:cNvSpPr>
            <a:spLocks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9127">
            <a:extLst>
              <a:ext uri="{FF2B5EF4-FFF2-40B4-BE49-F238E27FC236}">
                <a16:creationId xmlns:a16="http://schemas.microsoft.com/office/drawing/2014/main" id="{9E1B6626-DE9E-4561-AB76-4E36F5C405FD}"/>
              </a:ext>
            </a:extLst>
          </p:cNvPr>
          <p:cNvSpPr>
            <a:spLocks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9128">
            <a:extLst>
              <a:ext uri="{FF2B5EF4-FFF2-40B4-BE49-F238E27FC236}">
                <a16:creationId xmlns:a16="http://schemas.microsoft.com/office/drawing/2014/main" id="{F88F35F3-0567-4B5F-B0D2-36FB946C61A4}"/>
              </a:ext>
            </a:extLst>
          </p:cNvPr>
          <p:cNvSpPr>
            <a:spLocks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9129">
            <a:extLst>
              <a:ext uri="{FF2B5EF4-FFF2-40B4-BE49-F238E27FC236}">
                <a16:creationId xmlns:a16="http://schemas.microsoft.com/office/drawing/2014/main" id="{86F8CBE7-00DD-4B2A-BEA8-3BFFD1513D5B}"/>
              </a:ext>
            </a:extLst>
          </p:cNvPr>
          <p:cNvSpPr>
            <a:spLocks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9130">
            <a:extLst>
              <a:ext uri="{FF2B5EF4-FFF2-40B4-BE49-F238E27FC236}">
                <a16:creationId xmlns:a16="http://schemas.microsoft.com/office/drawing/2014/main" id="{1924D36D-E153-4176-BCEB-23FDF8815454}"/>
              </a:ext>
            </a:extLst>
          </p:cNvPr>
          <p:cNvSpPr>
            <a:spLocks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9131">
            <a:extLst>
              <a:ext uri="{FF2B5EF4-FFF2-40B4-BE49-F238E27FC236}">
                <a16:creationId xmlns:a16="http://schemas.microsoft.com/office/drawing/2014/main" id="{9D661B9F-F0E9-40EA-B1B0-C6F0E0D96105}"/>
              </a:ext>
            </a:extLst>
          </p:cNvPr>
          <p:cNvSpPr>
            <a:spLocks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9132">
            <a:extLst>
              <a:ext uri="{FF2B5EF4-FFF2-40B4-BE49-F238E27FC236}">
                <a16:creationId xmlns:a16="http://schemas.microsoft.com/office/drawing/2014/main" id="{247BB22E-D4CB-4F8C-A3F8-E38BA9F3F511}"/>
              </a:ext>
            </a:extLst>
          </p:cNvPr>
          <p:cNvSpPr>
            <a:spLocks/>
          </p:cNvSpPr>
          <p:nvPr/>
        </p:nvSpPr>
        <p:spPr>
          <a:xfrm>
            <a:off x="8297165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9133">
            <a:extLst>
              <a:ext uri="{FF2B5EF4-FFF2-40B4-BE49-F238E27FC236}">
                <a16:creationId xmlns:a16="http://schemas.microsoft.com/office/drawing/2014/main" id="{3C078BCA-2576-4881-A25D-D8A23C630647}"/>
              </a:ext>
            </a:extLst>
          </p:cNvPr>
          <p:cNvSpPr>
            <a:spLocks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9134">
            <a:extLst>
              <a:ext uri="{FF2B5EF4-FFF2-40B4-BE49-F238E27FC236}">
                <a16:creationId xmlns:a16="http://schemas.microsoft.com/office/drawing/2014/main" id="{C8DA1A50-18E3-483C-8853-0091974F24E2}"/>
              </a:ext>
            </a:extLst>
          </p:cNvPr>
          <p:cNvSpPr>
            <a:spLocks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9135">
            <a:extLst>
              <a:ext uri="{FF2B5EF4-FFF2-40B4-BE49-F238E27FC236}">
                <a16:creationId xmlns:a16="http://schemas.microsoft.com/office/drawing/2014/main" id="{DE6DE1B4-2673-4DE4-8AFC-4C034CF3699A}"/>
              </a:ext>
            </a:extLst>
          </p:cNvPr>
          <p:cNvSpPr>
            <a:spLocks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9136">
            <a:extLst>
              <a:ext uri="{FF2B5EF4-FFF2-40B4-BE49-F238E27FC236}">
                <a16:creationId xmlns:a16="http://schemas.microsoft.com/office/drawing/2014/main" id="{362741EE-00DA-4546-B052-772E9BCA6E11}"/>
              </a:ext>
            </a:extLst>
          </p:cNvPr>
          <p:cNvSpPr>
            <a:spLocks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9137">
            <a:extLst>
              <a:ext uri="{FF2B5EF4-FFF2-40B4-BE49-F238E27FC236}">
                <a16:creationId xmlns:a16="http://schemas.microsoft.com/office/drawing/2014/main" id="{F024FDF8-DF6F-4BCB-BECD-03E27D721C2D}"/>
              </a:ext>
            </a:extLst>
          </p:cNvPr>
          <p:cNvSpPr>
            <a:spLocks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9138">
            <a:extLst>
              <a:ext uri="{FF2B5EF4-FFF2-40B4-BE49-F238E27FC236}">
                <a16:creationId xmlns:a16="http://schemas.microsoft.com/office/drawing/2014/main" id="{932A9804-27EB-4598-B6AB-B0D519C3D8AA}"/>
              </a:ext>
            </a:extLst>
          </p:cNvPr>
          <p:cNvSpPr>
            <a:spLocks/>
          </p:cNvSpPr>
          <p:nvPr/>
        </p:nvSpPr>
        <p:spPr>
          <a:xfrm>
            <a:off x="8261855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9139">
            <a:extLst>
              <a:ext uri="{FF2B5EF4-FFF2-40B4-BE49-F238E27FC236}">
                <a16:creationId xmlns:a16="http://schemas.microsoft.com/office/drawing/2014/main" id="{1DB0BDA3-BEEE-4E51-81A9-F669637F6EA5}"/>
              </a:ext>
            </a:extLst>
          </p:cNvPr>
          <p:cNvSpPr>
            <a:spLocks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9140">
            <a:extLst>
              <a:ext uri="{FF2B5EF4-FFF2-40B4-BE49-F238E27FC236}">
                <a16:creationId xmlns:a16="http://schemas.microsoft.com/office/drawing/2014/main" id="{0D4CEC46-C8E0-41D3-AC5D-764F5D71D370}"/>
              </a:ext>
            </a:extLst>
          </p:cNvPr>
          <p:cNvSpPr>
            <a:spLocks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9141">
            <a:extLst>
              <a:ext uri="{FF2B5EF4-FFF2-40B4-BE49-F238E27FC236}">
                <a16:creationId xmlns:a16="http://schemas.microsoft.com/office/drawing/2014/main" id="{995E0D36-1BFA-4532-B42F-EF4533B9A89B}"/>
              </a:ext>
            </a:extLst>
          </p:cNvPr>
          <p:cNvSpPr>
            <a:spLocks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9142">
            <a:extLst>
              <a:ext uri="{FF2B5EF4-FFF2-40B4-BE49-F238E27FC236}">
                <a16:creationId xmlns:a16="http://schemas.microsoft.com/office/drawing/2014/main" id="{6BA5E692-6B0F-4191-95B0-561A34D2C210}"/>
              </a:ext>
            </a:extLst>
          </p:cNvPr>
          <p:cNvSpPr>
            <a:spLocks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9143">
            <a:extLst>
              <a:ext uri="{FF2B5EF4-FFF2-40B4-BE49-F238E27FC236}">
                <a16:creationId xmlns:a16="http://schemas.microsoft.com/office/drawing/2014/main" id="{7588B843-63FE-4C7C-B645-1B3E433E1328}"/>
              </a:ext>
            </a:extLst>
          </p:cNvPr>
          <p:cNvSpPr>
            <a:spLocks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9144">
            <a:extLst>
              <a:ext uri="{FF2B5EF4-FFF2-40B4-BE49-F238E27FC236}">
                <a16:creationId xmlns:a16="http://schemas.microsoft.com/office/drawing/2014/main" id="{D4BEB1FA-B727-4F4C-92B1-028B48481D94}"/>
              </a:ext>
            </a:extLst>
          </p:cNvPr>
          <p:cNvSpPr>
            <a:spLocks/>
          </p:cNvSpPr>
          <p:nvPr/>
        </p:nvSpPr>
        <p:spPr>
          <a:xfrm>
            <a:off x="8244786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9145">
            <a:extLst>
              <a:ext uri="{FF2B5EF4-FFF2-40B4-BE49-F238E27FC236}">
                <a16:creationId xmlns:a16="http://schemas.microsoft.com/office/drawing/2014/main" id="{48CD5325-F4D3-4B88-8E39-E255530FE580}"/>
              </a:ext>
            </a:extLst>
          </p:cNvPr>
          <p:cNvSpPr>
            <a:spLocks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9146">
            <a:extLst>
              <a:ext uri="{FF2B5EF4-FFF2-40B4-BE49-F238E27FC236}">
                <a16:creationId xmlns:a16="http://schemas.microsoft.com/office/drawing/2014/main" id="{03B64A8A-ABED-4195-98B9-6CF6619401D1}"/>
              </a:ext>
            </a:extLst>
          </p:cNvPr>
          <p:cNvSpPr>
            <a:spLocks/>
          </p:cNvSpPr>
          <p:nvPr/>
        </p:nvSpPr>
        <p:spPr>
          <a:xfrm>
            <a:off x="8931201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9147">
            <a:extLst>
              <a:ext uri="{FF2B5EF4-FFF2-40B4-BE49-F238E27FC236}">
                <a16:creationId xmlns:a16="http://schemas.microsoft.com/office/drawing/2014/main" id="{740CF1BF-71E2-40D1-88D7-C2A6FC999BA1}"/>
              </a:ext>
            </a:extLst>
          </p:cNvPr>
          <p:cNvSpPr>
            <a:spLocks/>
          </p:cNvSpPr>
          <p:nvPr/>
        </p:nvSpPr>
        <p:spPr>
          <a:xfrm>
            <a:off x="89515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9148">
            <a:extLst>
              <a:ext uri="{FF2B5EF4-FFF2-40B4-BE49-F238E27FC236}">
                <a16:creationId xmlns:a16="http://schemas.microsoft.com/office/drawing/2014/main" id="{7448CAFF-4A29-4670-A43C-0C09F4789551}"/>
              </a:ext>
            </a:extLst>
          </p:cNvPr>
          <p:cNvSpPr>
            <a:spLocks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9149">
            <a:extLst>
              <a:ext uri="{FF2B5EF4-FFF2-40B4-BE49-F238E27FC236}">
                <a16:creationId xmlns:a16="http://schemas.microsoft.com/office/drawing/2014/main" id="{93D305EF-6E53-43A0-B779-D7E12FE03663}"/>
              </a:ext>
            </a:extLst>
          </p:cNvPr>
          <p:cNvSpPr>
            <a:spLocks/>
          </p:cNvSpPr>
          <p:nvPr/>
        </p:nvSpPr>
        <p:spPr>
          <a:xfrm>
            <a:off x="89731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9150">
            <a:extLst>
              <a:ext uri="{FF2B5EF4-FFF2-40B4-BE49-F238E27FC236}">
                <a16:creationId xmlns:a16="http://schemas.microsoft.com/office/drawing/2014/main" id="{C336239D-99FC-4258-AD2B-3842E588F151}"/>
              </a:ext>
            </a:extLst>
          </p:cNvPr>
          <p:cNvSpPr>
            <a:spLocks/>
          </p:cNvSpPr>
          <p:nvPr/>
        </p:nvSpPr>
        <p:spPr>
          <a:xfrm>
            <a:off x="90110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9151">
            <a:extLst>
              <a:ext uri="{FF2B5EF4-FFF2-40B4-BE49-F238E27FC236}">
                <a16:creationId xmlns:a16="http://schemas.microsoft.com/office/drawing/2014/main" id="{641E71CE-59C9-4220-8F09-D2B6B2FAEEA4}"/>
              </a:ext>
            </a:extLst>
          </p:cNvPr>
          <p:cNvSpPr>
            <a:spLocks/>
          </p:cNvSpPr>
          <p:nvPr/>
        </p:nvSpPr>
        <p:spPr>
          <a:xfrm>
            <a:off x="9034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9152">
            <a:extLst>
              <a:ext uri="{FF2B5EF4-FFF2-40B4-BE49-F238E27FC236}">
                <a16:creationId xmlns:a16="http://schemas.microsoft.com/office/drawing/2014/main" id="{F03B7B44-C482-445F-B193-F3CF92D710B5}"/>
              </a:ext>
            </a:extLst>
          </p:cNvPr>
          <p:cNvSpPr>
            <a:spLocks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9153">
            <a:extLst>
              <a:ext uri="{FF2B5EF4-FFF2-40B4-BE49-F238E27FC236}">
                <a16:creationId xmlns:a16="http://schemas.microsoft.com/office/drawing/2014/main" id="{C9F12660-C57B-4916-A7EF-370F0462C2DB}"/>
              </a:ext>
            </a:extLst>
          </p:cNvPr>
          <p:cNvSpPr>
            <a:spLocks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9154">
            <a:extLst>
              <a:ext uri="{FF2B5EF4-FFF2-40B4-BE49-F238E27FC236}">
                <a16:creationId xmlns:a16="http://schemas.microsoft.com/office/drawing/2014/main" id="{9D4924A6-DDD9-4406-8657-E1159779B3FC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9155">
            <a:extLst>
              <a:ext uri="{FF2B5EF4-FFF2-40B4-BE49-F238E27FC236}">
                <a16:creationId xmlns:a16="http://schemas.microsoft.com/office/drawing/2014/main" id="{934EF829-FC30-4010-B6DB-3F5E3240897C}"/>
              </a:ext>
            </a:extLst>
          </p:cNvPr>
          <p:cNvSpPr>
            <a:spLocks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9156">
            <a:extLst>
              <a:ext uri="{FF2B5EF4-FFF2-40B4-BE49-F238E27FC236}">
                <a16:creationId xmlns:a16="http://schemas.microsoft.com/office/drawing/2014/main" id="{8CA5EB4C-4F9E-44A4-BB9A-6BE6BCC2C46F}"/>
              </a:ext>
            </a:extLst>
          </p:cNvPr>
          <p:cNvSpPr>
            <a:spLocks/>
          </p:cNvSpPr>
          <p:nvPr/>
        </p:nvSpPr>
        <p:spPr>
          <a:xfrm>
            <a:off x="90244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9157">
            <a:extLst>
              <a:ext uri="{FF2B5EF4-FFF2-40B4-BE49-F238E27FC236}">
                <a16:creationId xmlns:a16="http://schemas.microsoft.com/office/drawing/2014/main" id="{403C6C7C-A022-42AF-AC88-2692152BAA10}"/>
              </a:ext>
            </a:extLst>
          </p:cNvPr>
          <p:cNvSpPr>
            <a:spLocks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9158">
            <a:extLst>
              <a:ext uri="{FF2B5EF4-FFF2-40B4-BE49-F238E27FC236}">
                <a16:creationId xmlns:a16="http://schemas.microsoft.com/office/drawing/2014/main" id="{F06A3FD0-1ECE-4CF1-9A28-EBBBD56EAE21}"/>
              </a:ext>
            </a:extLst>
          </p:cNvPr>
          <p:cNvSpPr>
            <a:spLocks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9159">
            <a:extLst>
              <a:ext uri="{FF2B5EF4-FFF2-40B4-BE49-F238E27FC236}">
                <a16:creationId xmlns:a16="http://schemas.microsoft.com/office/drawing/2014/main" id="{3A161690-041A-4D01-8B02-A44BB3489185}"/>
              </a:ext>
            </a:extLst>
          </p:cNvPr>
          <p:cNvSpPr>
            <a:spLocks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9160">
            <a:extLst>
              <a:ext uri="{FF2B5EF4-FFF2-40B4-BE49-F238E27FC236}">
                <a16:creationId xmlns:a16="http://schemas.microsoft.com/office/drawing/2014/main" id="{B6E4AE7E-974E-4B33-B997-F02CDF26EE66}"/>
              </a:ext>
            </a:extLst>
          </p:cNvPr>
          <p:cNvSpPr>
            <a:spLocks/>
          </p:cNvSpPr>
          <p:nvPr/>
        </p:nvSpPr>
        <p:spPr>
          <a:xfrm>
            <a:off x="89513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9161">
            <a:extLst>
              <a:ext uri="{FF2B5EF4-FFF2-40B4-BE49-F238E27FC236}">
                <a16:creationId xmlns:a16="http://schemas.microsoft.com/office/drawing/2014/main" id="{DECB659E-45E4-41DF-A4D3-78E2D23D1319}"/>
              </a:ext>
            </a:extLst>
          </p:cNvPr>
          <p:cNvSpPr>
            <a:spLocks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9162">
            <a:extLst>
              <a:ext uri="{FF2B5EF4-FFF2-40B4-BE49-F238E27FC236}">
                <a16:creationId xmlns:a16="http://schemas.microsoft.com/office/drawing/2014/main" id="{B3FA5949-AC8D-42B3-9B7D-6467F6D3C1C7}"/>
              </a:ext>
            </a:extLst>
          </p:cNvPr>
          <p:cNvSpPr>
            <a:spLocks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9163">
            <a:extLst>
              <a:ext uri="{FF2B5EF4-FFF2-40B4-BE49-F238E27FC236}">
                <a16:creationId xmlns:a16="http://schemas.microsoft.com/office/drawing/2014/main" id="{2D5AEDFC-6891-4F6C-BE3E-DD47391479CE}"/>
              </a:ext>
            </a:extLst>
          </p:cNvPr>
          <p:cNvSpPr>
            <a:spLocks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9164">
            <a:extLst>
              <a:ext uri="{FF2B5EF4-FFF2-40B4-BE49-F238E27FC236}">
                <a16:creationId xmlns:a16="http://schemas.microsoft.com/office/drawing/2014/main" id="{57A7B7CB-AE0A-4485-AFBF-5AD5E41DBA9C}"/>
              </a:ext>
            </a:extLst>
          </p:cNvPr>
          <p:cNvSpPr>
            <a:spLocks/>
          </p:cNvSpPr>
          <p:nvPr/>
        </p:nvSpPr>
        <p:spPr>
          <a:xfrm>
            <a:off x="905094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9165">
            <a:extLst>
              <a:ext uri="{FF2B5EF4-FFF2-40B4-BE49-F238E27FC236}">
                <a16:creationId xmlns:a16="http://schemas.microsoft.com/office/drawing/2014/main" id="{0D9C79A5-D4D3-4124-B9B4-6F196C371CF3}"/>
              </a:ext>
            </a:extLst>
          </p:cNvPr>
          <p:cNvSpPr>
            <a:spLocks/>
          </p:cNvSpPr>
          <p:nvPr/>
        </p:nvSpPr>
        <p:spPr>
          <a:xfrm>
            <a:off x="9005991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9166">
            <a:extLst>
              <a:ext uri="{FF2B5EF4-FFF2-40B4-BE49-F238E27FC236}">
                <a16:creationId xmlns:a16="http://schemas.microsoft.com/office/drawing/2014/main" id="{3F64AF67-E553-4F5F-8AE5-8A5E756BF6EA}"/>
              </a:ext>
            </a:extLst>
          </p:cNvPr>
          <p:cNvSpPr>
            <a:spLocks/>
          </p:cNvSpPr>
          <p:nvPr/>
        </p:nvSpPr>
        <p:spPr>
          <a:xfrm>
            <a:off x="8928726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9167">
            <a:extLst>
              <a:ext uri="{FF2B5EF4-FFF2-40B4-BE49-F238E27FC236}">
                <a16:creationId xmlns:a16="http://schemas.microsoft.com/office/drawing/2014/main" id="{F55FC148-5BCF-48A5-9310-BAED2B19422C}"/>
              </a:ext>
            </a:extLst>
          </p:cNvPr>
          <p:cNvSpPr>
            <a:spLocks/>
          </p:cNvSpPr>
          <p:nvPr/>
        </p:nvSpPr>
        <p:spPr>
          <a:xfrm>
            <a:off x="894801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9168">
            <a:extLst>
              <a:ext uri="{FF2B5EF4-FFF2-40B4-BE49-F238E27FC236}">
                <a16:creationId xmlns:a16="http://schemas.microsoft.com/office/drawing/2014/main" id="{A8856D4B-05A8-4014-A681-81A4EFFBBEC9}"/>
              </a:ext>
            </a:extLst>
          </p:cNvPr>
          <p:cNvSpPr>
            <a:spLocks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9169">
            <a:extLst>
              <a:ext uri="{FF2B5EF4-FFF2-40B4-BE49-F238E27FC236}">
                <a16:creationId xmlns:a16="http://schemas.microsoft.com/office/drawing/2014/main" id="{C37979FD-0083-46D0-A16F-85D6813BB69A}"/>
              </a:ext>
            </a:extLst>
          </p:cNvPr>
          <p:cNvSpPr>
            <a:spLocks/>
          </p:cNvSpPr>
          <p:nvPr/>
        </p:nvSpPr>
        <p:spPr>
          <a:xfrm>
            <a:off x="89284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9170">
            <a:extLst>
              <a:ext uri="{FF2B5EF4-FFF2-40B4-BE49-F238E27FC236}">
                <a16:creationId xmlns:a16="http://schemas.microsoft.com/office/drawing/2014/main" id="{03FA6AF4-0A1A-4A81-80F7-03EEE37E2C27}"/>
              </a:ext>
            </a:extLst>
          </p:cNvPr>
          <p:cNvSpPr>
            <a:spLocks/>
          </p:cNvSpPr>
          <p:nvPr/>
        </p:nvSpPr>
        <p:spPr>
          <a:xfrm>
            <a:off x="892768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9171">
            <a:extLst>
              <a:ext uri="{FF2B5EF4-FFF2-40B4-BE49-F238E27FC236}">
                <a16:creationId xmlns:a16="http://schemas.microsoft.com/office/drawing/2014/main" id="{B64B65F8-8B04-4312-A051-B819C295F974}"/>
              </a:ext>
            </a:extLst>
          </p:cNvPr>
          <p:cNvSpPr>
            <a:spLocks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9172">
            <a:extLst>
              <a:ext uri="{FF2B5EF4-FFF2-40B4-BE49-F238E27FC236}">
                <a16:creationId xmlns:a16="http://schemas.microsoft.com/office/drawing/2014/main" id="{0E276CD6-0ABC-4D49-81B7-5B16C7D329F0}"/>
              </a:ext>
            </a:extLst>
          </p:cNvPr>
          <p:cNvSpPr>
            <a:spLocks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9173">
            <a:extLst>
              <a:ext uri="{FF2B5EF4-FFF2-40B4-BE49-F238E27FC236}">
                <a16:creationId xmlns:a16="http://schemas.microsoft.com/office/drawing/2014/main" id="{9B2989C9-9DE2-4671-80E4-01667B258F75}"/>
              </a:ext>
            </a:extLst>
          </p:cNvPr>
          <p:cNvSpPr>
            <a:spLocks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9174">
            <a:extLst>
              <a:ext uri="{FF2B5EF4-FFF2-40B4-BE49-F238E27FC236}">
                <a16:creationId xmlns:a16="http://schemas.microsoft.com/office/drawing/2014/main" id="{AE241E81-2DA3-41F9-9522-33253FD1D59A}"/>
              </a:ext>
            </a:extLst>
          </p:cNvPr>
          <p:cNvSpPr>
            <a:spLocks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9175">
            <a:extLst>
              <a:ext uri="{FF2B5EF4-FFF2-40B4-BE49-F238E27FC236}">
                <a16:creationId xmlns:a16="http://schemas.microsoft.com/office/drawing/2014/main" id="{11E8C5CF-C309-4985-A3AD-2AB8AA7568BB}"/>
              </a:ext>
            </a:extLst>
          </p:cNvPr>
          <p:cNvSpPr>
            <a:spLocks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9176">
            <a:extLst>
              <a:ext uri="{FF2B5EF4-FFF2-40B4-BE49-F238E27FC236}">
                <a16:creationId xmlns:a16="http://schemas.microsoft.com/office/drawing/2014/main" id="{1001A143-BDEE-4118-8E9E-0B4525626713}"/>
              </a:ext>
            </a:extLst>
          </p:cNvPr>
          <p:cNvSpPr>
            <a:spLocks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9177">
            <a:extLst>
              <a:ext uri="{FF2B5EF4-FFF2-40B4-BE49-F238E27FC236}">
                <a16:creationId xmlns:a16="http://schemas.microsoft.com/office/drawing/2014/main" id="{2BB21E11-4838-4C15-B88F-2D3B5BF22E73}"/>
              </a:ext>
            </a:extLst>
          </p:cNvPr>
          <p:cNvSpPr>
            <a:spLocks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9178">
            <a:extLst>
              <a:ext uri="{FF2B5EF4-FFF2-40B4-BE49-F238E27FC236}">
                <a16:creationId xmlns:a16="http://schemas.microsoft.com/office/drawing/2014/main" id="{7EB96EA1-586D-4C4B-B55F-CAAA3254A96E}"/>
              </a:ext>
            </a:extLst>
          </p:cNvPr>
          <p:cNvSpPr>
            <a:spLocks/>
          </p:cNvSpPr>
          <p:nvPr/>
        </p:nvSpPr>
        <p:spPr>
          <a:xfrm>
            <a:off x="9011985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9179">
            <a:extLst>
              <a:ext uri="{FF2B5EF4-FFF2-40B4-BE49-F238E27FC236}">
                <a16:creationId xmlns:a16="http://schemas.microsoft.com/office/drawing/2014/main" id="{72295C54-FF84-4446-B04D-2BF7BF862C51}"/>
              </a:ext>
            </a:extLst>
          </p:cNvPr>
          <p:cNvSpPr>
            <a:spLocks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9180">
            <a:extLst>
              <a:ext uri="{FF2B5EF4-FFF2-40B4-BE49-F238E27FC236}">
                <a16:creationId xmlns:a16="http://schemas.microsoft.com/office/drawing/2014/main" id="{69D76DC3-76C2-4F0A-B0D9-9EDC45A89262}"/>
              </a:ext>
            </a:extLst>
          </p:cNvPr>
          <p:cNvSpPr>
            <a:spLocks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9181">
            <a:extLst>
              <a:ext uri="{FF2B5EF4-FFF2-40B4-BE49-F238E27FC236}">
                <a16:creationId xmlns:a16="http://schemas.microsoft.com/office/drawing/2014/main" id="{78A99F42-96F9-4A0B-B012-E9989CDE44B4}"/>
              </a:ext>
            </a:extLst>
          </p:cNvPr>
          <p:cNvSpPr>
            <a:spLocks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9182">
            <a:extLst>
              <a:ext uri="{FF2B5EF4-FFF2-40B4-BE49-F238E27FC236}">
                <a16:creationId xmlns:a16="http://schemas.microsoft.com/office/drawing/2014/main" id="{B9AE4C75-FA8D-4F77-88D7-A85372EAC012}"/>
              </a:ext>
            </a:extLst>
          </p:cNvPr>
          <p:cNvSpPr>
            <a:spLocks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9183">
            <a:extLst>
              <a:ext uri="{FF2B5EF4-FFF2-40B4-BE49-F238E27FC236}">
                <a16:creationId xmlns:a16="http://schemas.microsoft.com/office/drawing/2014/main" id="{67B958AC-21E4-49EB-91B8-D324C4FBE43C}"/>
              </a:ext>
            </a:extLst>
          </p:cNvPr>
          <p:cNvSpPr>
            <a:spLocks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9184">
            <a:extLst>
              <a:ext uri="{FF2B5EF4-FFF2-40B4-BE49-F238E27FC236}">
                <a16:creationId xmlns:a16="http://schemas.microsoft.com/office/drawing/2014/main" id="{12FC6FF0-05B4-47E5-B1DE-466401EFF63C}"/>
              </a:ext>
            </a:extLst>
          </p:cNvPr>
          <p:cNvSpPr>
            <a:spLocks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9185">
            <a:extLst>
              <a:ext uri="{FF2B5EF4-FFF2-40B4-BE49-F238E27FC236}">
                <a16:creationId xmlns:a16="http://schemas.microsoft.com/office/drawing/2014/main" id="{D7A49053-8475-484F-A7F9-00598FC855D5}"/>
              </a:ext>
            </a:extLst>
          </p:cNvPr>
          <p:cNvSpPr>
            <a:spLocks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9186">
            <a:extLst>
              <a:ext uri="{FF2B5EF4-FFF2-40B4-BE49-F238E27FC236}">
                <a16:creationId xmlns:a16="http://schemas.microsoft.com/office/drawing/2014/main" id="{72DF0D07-571B-4BBF-9AA4-B4D1692CD822}"/>
              </a:ext>
            </a:extLst>
          </p:cNvPr>
          <p:cNvSpPr>
            <a:spLocks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9187">
            <a:extLst>
              <a:ext uri="{FF2B5EF4-FFF2-40B4-BE49-F238E27FC236}">
                <a16:creationId xmlns:a16="http://schemas.microsoft.com/office/drawing/2014/main" id="{F3F16B1F-4A65-424D-B564-0C83211DF1C8}"/>
              </a:ext>
            </a:extLst>
          </p:cNvPr>
          <p:cNvSpPr>
            <a:spLocks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9188">
            <a:extLst>
              <a:ext uri="{FF2B5EF4-FFF2-40B4-BE49-F238E27FC236}">
                <a16:creationId xmlns:a16="http://schemas.microsoft.com/office/drawing/2014/main" id="{3080B85C-1C74-4961-9DC9-FDECDDDC56B1}"/>
              </a:ext>
            </a:extLst>
          </p:cNvPr>
          <p:cNvSpPr>
            <a:spLocks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9189">
            <a:extLst>
              <a:ext uri="{FF2B5EF4-FFF2-40B4-BE49-F238E27FC236}">
                <a16:creationId xmlns:a16="http://schemas.microsoft.com/office/drawing/2014/main" id="{0DC0D375-1558-4621-A481-A4CDC55959A5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9190">
            <a:extLst>
              <a:ext uri="{FF2B5EF4-FFF2-40B4-BE49-F238E27FC236}">
                <a16:creationId xmlns:a16="http://schemas.microsoft.com/office/drawing/2014/main" id="{65FD25B7-8A6E-4B51-9D97-4A8F082DDA8D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9191">
            <a:extLst>
              <a:ext uri="{FF2B5EF4-FFF2-40B4-BE49-F238E27FC236}">
                <a16:creationId xmlns:a16="http://schemas.microsoft.com/office/drawing/2014/main" id="{792E8448-068D-4A5A-ACD8-81447186F9DE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9192">
            <a:extLst>
              <a:ext uri="{FF2B5EF4-FFF2-40B4-BE49-F238E27FC236}">
                <a16:creationId xmlns:a16="http://schemas.microsoft.com/office/drawing/2014/main" id="{1AF2007A-EAF0-44FA-881E-8EA3D08AD359}"/>
              </a:ext>
            </a:extLst>
          </p:cNvPr>
          <p:cNvSpPr>
            <a:spLocks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9193">
            <a:extLst>
              <a:ext uri="{FF2B5EF4-FFF2-40B4-BE49-F238E27FC236}">
                <a16:creationId xmlns:a16="http://schemas.microsoft.com/office/drawing/2014/main" id="{52091CD6-9AC1-4A1A-8B67-C106E202A18D}"/>
              </a:ext>
            </a:extLst>
          </p:cNvPr>
          <p:cNvSpPr>
            <a:spLocks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9194">
            <a:extLst>
              <a:ext uri="{FF2B5EF4-FFF2-40B4-BE49-F238E27FC236}">
                <a16:creationId xmlns:a16="http://schemas.microsoft.com/office/drawing/2014/main" id="{74180211-700E-4DEB-9896-23D71CDFF9E9}"/>
              </a:ext>
            </a:extLst>
          </p:cNvPr>
          <p:cNvSpPr>
            <a:spLocks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9195">
            <a:extLst>
              <a:ext uri="{FF2B5EF4-FFF2-40B4-BE49-F238E27FC236}">
                <a16:creationId xmlns:a16="http://schemas.microsoft.com/office/drawing/2014/main" id="{4C99FE1E-C92B-421E-8C0C-7E043CC8F3CD}"/>
              </a:ext>
            </a:extLst>
          </p:cNvPr>
          <p:cNvSpPr>
            <a:spLocks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9196">
            <a:extLst>
              <a:ext uri="{FF2B5EF4-FFF2-40B4-BE49-F238E27FC236}">
                <a16:creationId xmlns:a16="http://schemas.microsoft.com/office/drawing/2014/main" id="{6EF614F3-679D-45F8-AD30-F171BF720F72}"/>
              </a:ext>
            </a:extLst>
          </p:cNvPr>
          <p:cNvSpPr>
            <a:spLocks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9197">
            <a:extLst>
              <a:ext uri="{FF2B5EF4-FFF2-40B4-BE49-F238E27FC236}">
                <a16:creationId xmlns:a16="http://schemas.microsoft.com/office/drawing/2014/main" id="{DB732EAB-F7C3-4332-8E5C-6EAE29FF8557}"/>
              </a:ext>
            </a:extLst>
          </p:cNvPr>
          <p:cNvSpPr>
            <a:spLocks/>
          </p:cNvSpPr>
          <p:nvPr/>
        </p:nvSpPr>
        <p:spPr>
          <a:xfrm>
            <a:off x="904508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9198">
            <a:extLst>
              <a:ext uri="{FF2B5EF4-FFF2-40B4-BE49-F238E27FC236}">
                <a16:creationId xmlns:a16="http://schemas.microsoft.com/office/drawing/2014/main" id="{FAD39F3F-8A14-4DEC-B4A2-9F77B158D7AF}"/>
              </a:ext>
            </a:extLst>
          </p:cNvPr>
          <p:cNvSpPr>
            <a:spLocks/>
          </p:cNvSpPr>
          <p:nvPr/>
        </p:nvSpPr>
        <p:spPr>
          <a:xfrm>
            <a:off x="8929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9199">
            <a:extLst>
              <a:ext uri="{FF2B5EF4-FFF2-40B4-BE49-F238E27FC236}">
                <a16:creationId xmlns:a16="http://schemas.microsoft.com/office/drawing/2014/main" id="{8C828A42-CC29-4561-A1CD-93602BDE2466}"/>
              </a:ext>
            </a:extLst>
          </p:cNvPr>
          <p:cNvSpPr>
            <a:spLocks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9200">
            <a:extLst>
              <a:ext uri="{FF2B5EF4-FFF2-40B4-BE49-F238E27FC236}">
                <a16:creationId xmlns:a16="http://schemas.microsoft.com/office/drawing/2014/main" id="{6807F0E4-2621-4FAF-B3D6-DA9378EA5C12}"/>
              </a:ext>
            </a:extLst>
          </p:cNvPr>
          <p:cNvSpPr>
            <a:spLocks/>
          </p:cNvSpPr>
          <p:nvPr/>
        </p:nvSpPr>
        <p:spPr>
          <a:xfrm>
            <a:off x="901823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9201">
            <a:extLst>
              <a:ext uri="{FF2B5EF4-FFF2-40B4-BE49-F238E27FC236}">
                <a16:creationId xmlns:a16="http://schemas.microsoft.com/office/drawing/2014/main" id="{97702567-8A5C-40F5-9DED-C2E7E87F838C}"/>
              </a:ext>
            </a:extLst>
          </p:cNvPr>
          <p:cNvSpPr>
            <a:spLocks/>
          </p:cNvSpPr>
          <p:nvPr/>
        </p:nvSpPr>
        <p:spPr>
          <a:xfrm>
            <a:off x="8973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9202">
            <a:extLst>
              <a:ext uri="{FF2B5EF4-FFF2-40B4-BE49-F238E27FC236}">
                <a16:creationId xmlns:a16="http://schemas.microsoft.com/office/drawing/2014/main" id="{754FC08B-4380-4034-BAAC-71107A41A228}"/>
              </a:ext>
            </a:extLst>
          </p:cNvPr>
          <p:cNvSpPr>
            <a:spLocks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9203">
            <a:extLst>
              <a:ext uri="{FF2B5EF4-FFF2-40B4-BE49-F238E27FC236}">
                <a16:creationId xmlns:a16="http://schemas.microsoft.com/office/drawing/2014/main" id="{821595C0-FA7E-44B0-9922-F0D503BC75D5}"/>
              </a:ext>
            </a:extLst>
          </p:cNvPr>
          <p:cNvSpPr>
            <a:spLocks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9204">
            <a:extLst>
              <a:ext uri="{FF2B5EF4-FFF2-40B4-BE49-F238E27FC236}">
                <a16:creationId xmlns:a16="http://schemas.microsoft.com/office/drawing/2014/main" id="{AE593BF2-3B51-4CFE-8B05-B7C54B67A565}"/>
              </a:ext>
            </a:extLst>
          </p:cNvPr>
          <p:cNvSpPr>
            <a:spLocks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9205">
            <a:extLst>
              <a:ext uri="{FF2B5EF4-FFF2-40B4-BE49-F238E27FC236}">
                <a16:creationId xmlns:a16="http://schemas.microsoft.com/office/drawing/2014/main" id="{EEF41A4D-62A4-4D04-8E84-0FEBCF5C1A3F}"/>
              </a:ext>
            </a:extLst>
          </p:cNvPr>
          <p:cNvSpPr>
            <a:spLocks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9206">
            <a:extLst>
              <a:ext uri="{FF2B5EF4-FFF2-40B4-BE49-F238E27FC236}">
                <a16:creationId xmlns:a16="http://schemas.microsoft.com/office/drawing/2014/main" id="{60B6ABC7-5BBC-4159-AE80-B763FAB1BE24}"/>
              </a:ext>
            </a:extLst>
          </p:cNvPr>
          <p:cNvSpPr>
            <a:spLocks/>
          </p:cNvSpPr>
          <p:nvPr/>
        </p:nvSpPr>
        <p:spPr>
          <a:xfrm>
            <a:off x="9018500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9207">
            <a:extLst>
              <a:ext uri="{FF2B5EF4-FFF2-40B4-BE49-F238E27FC236}">
                <a16:creationId xmlns:a16="http://schemas.microsoft.com/office/drawing/2014/main" id="{61C2D489-6315-435B-AA3F-FC851B623A84}"/>
              </a:ext>
            </a:extLst>
          </p:cNvPr>
          <p:cNvSpPr>
            <a:spLocks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9208">
            <a:extLst>
              <a:ext uri="{FF2B5EF4-FFF2-40B4-BE49-F238E27FC236}">
                <a16:creationId xmlns:a16="http://schemas.microsoft.com/office/drawing/2014/main" id="{5BF5B88E-33DB-4B7C-82A5-8144137C98F8}"/>
              </a:ext>
            </a:extLst>
          </p:cNvPr>
          <p:cNvSpPr>
            <a:spLocks/>
          </p:cNvSpPr>
          <p:nvPr/>
        </p:nvSpPr>
        <p:spPr>
          <a:xfrm>
            <a:off x="8961300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9209">
            <a:extLst>
              <a:ext uri="{FF2B5EF4-FFF2-40B4-BE49-F238E27FC236}">
                <a16:creationId xmlns:a16="http://schemas.microsoft.com/office/drawing/2014/main" id="{F4FF1314-A993-49F8-88E0-E77C94EE3E8E}"/>
              </a:ext>
            </a:extLst>
          </p:cNvPr>
          <p:cNvSpPr>
            <a:spLocks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9210">
            <a:extLst>
              <a:ext uri="{FF2B5EF4-FFF2-40B4-BE49-F238E27FC236}">
                <a16:creationId xmlns:a16="http://schemas.microsoft.com/office/drawing/2014/main" id="{F88C4E4B-193E-4C0D-8FC9-1315477ACAFD}"/>
              </a:ext>
            </a:extLst>
          </p:cNvPr>
          <p:cNvSpPr>
            <a:spLocks/>
          </p:cNvSpPr>
          <p:nvPr/>
        </p:nvSpPr>
        <p:spPr>
          <a:xfrm>
            <a:off x="89474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9211">
            <a:extLst>
              <a:ext uri="{FF2B5EF4-FFF2-40B4-BE49-F238E27FC236}">
                <a16:creationId xmlns:a16="http://schemas.microsoft.com/office/drawing/2014/main" id="{AB48E851-0F17-407B-AC41-1ED4A98A49BB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9212">
            <a:extLst>
              <a:ext uri="{FF2B5EF4-FFF2-40B4-BE49-F238E27FC236}">
                <a16:creationId xmlns:a16="http://schemas.microsoft.com/office/drawing/2014/main" id="{7209C4F7-5F22-45EE-8579-7BEF4BE55AB1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9213">
            <a:extLst>
              <a:ext uri="{FF2B5EF4-FFF2-40B4-BE49-F238E27FC236}">
                <a16:creationId xmlns:a16="http://schemas.microsoft.com/office/drawing/2014/main" id="{62A72627-B984-476E-B2C2-1DDBA276F3DB}"/>
              </a:ext>
            </a:extLst>
          </p:cNvPr>
          <p:cNvSpPr>
            <a:spLocks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9214">
            <a:extLst>
              <a:ext uri="{FF2B5EF4-FFF2-40B4-BE49-F238E27FC236}">
                <a16:creationId xmlns:a16="http://schemas.microsoft.com/office/drawing/2014/main" id="{074012D6-CD0B-472E-A31D-E9D7A85F1D8F}"/>
              </a:ext>
            </a:extLst>
          </p:cNvPr>
          <p:cNvSpPr>
            <a:spLocks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9215">
            <a:extLst>
              <a:ext uri="{FF2B5EF4-FFF2-40B4-BE49-F238E27FC236}">
                <a16:creationId xmlns:a16="http://schemas.microsoft.com/office/drawing/2014/main" id="{F21F4524-1906-4694-8CAD-A43661261CED}"/>
              </a:ext>
            </a:extLst>
          </p:cNvPr>
          <p:cNvSpPr>
            <a:spLocks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9216">
            <a:extLst>
              <a:ext uri="{FF2B5EF4-FFF2-40B4-BE49-F238E27FC236}">
                <a16:creationId xmlns:a16="http://schemas.microsoft.com/office/drawing/2014/main" id="{0F539C24-C569-4639-8F3A-3331962C118D}"/>
              </a:ext>
            </a:extLst>
          </p:cNvPr>
          <p:cNvSpPr>
            <a:spLocks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9217">
            <a:extLst>
              <a:ext uri="{FF2B5EF4-FFF2-40B4-BE49-F238E27FC236}">
                <a16:creationId xmlns:a16="http://schemas.microsoft.com/office/drawing/2014/main" id="{E57A8028-43BC-4848-B62F-34537B69E144}"/>
              </a:ext>
            </a:extLst>
          </p:cNvPr>
          <p:cNvSpPr>
            <a:spLocks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9218">
            <a:extLst>
              <a:ext uri="{FF2B5EF4-FFF2-40B4-BE49-F238E27FC236}">
                <a16:creationId xmlns:a16="http://schemas.microsoft.com/office/drawing/2014/main" id="{AD5F37EB-4246-4496-871E-EE4C312E5879}"/>
              </a:ext>
            </a:extLst>
          </p:cNvPr>
          <p:cNvSpPr>
            <a:spLocks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9219">
            <a:extLst>
              <a:ext uri="{FF2B5EF4-FFF2-40B4-BE49-F238E27FC236}">
                <a16:creationId xmlns:a16="http://schemas.microsoft.com/office/drawing/2014/main" id="{288847C8-5994-4A63-AF9D-5FEBE8C24B14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9220">
            <a:extLst>
              <a:ext uri="{FF2B5EF4-FFF2-40B4-BE49-F238E27FC236}">
                <a16:creationId xmlns:a16="http://schemas.microsoft.com/office/drawing/2014/main" id="{C5FAB645-CDEC-4BE1-B47C-02FFB51FDA09}"/>
              </a:ext>
            </a:extLst>
          </p:cNvPr>
          <p:cNvSpPr>
            <a:spLocks/>
          </p:cNvSpPr>
          <p:nvPr/>
        </p:nvSpPr>
        <p:spPr>
          <a:xfrm>
            <a:off x="8954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9221">
            <a:extLst>
              <a:ext uri="{FF2B5EF4-FFF2-40B4-BE49-F238E27FC236}">
                <a16:creationId xmlns:a16="http://schemas.microsoft.com/office/drawing/2014/main" id="{98C6B4A7-17FD-42F9-BDA3-EC1F00331BFF}"/>
              </a:ext>
            </a:extLst>
          </p:cNvPr>
          <p:cNvSpPr>
            <a:spLocks/>
          </p:cNvSpPr>
          <p:nvPr/>
        </p:nvSpPr>
        <p:spPr>
          <a:xfrm>
            <a:off x="9016545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9222">
            <a:extLst>
              <a:ext uri="{FF2B5EF4-FFF2-40B4-BE49-F238E27FC236}">
                <a16:creationId xmlns:a16="http://schemas.microsoft.com/office/drawing/2014/main" id="{292CCD07-E51F-41C0-9CDC-AE54DA887725}"/>
              </a:ext>
            </a:extLst>
          </p:cNvPr>
          <p:cNvSpPr>
            <a:spLocks/>
          </p:cNvSpPr>
          <p:nvPr/>
        </p:nvSpPr>
        <p:spPr>
          <a:xfrm>
            <a:off x="89510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9223">
            <a:extLst>
              <a:ext uri="{FF2B5EF4-FFF2-40B4-BE49-F238E27FC236}">
                <a16:creationId xmlns:a16="http://schemas.microsoft.com/office/drawing/2014/main" id="{C122BF97-CAD8-49FB-A629-3B3D2E67558D}"/>
              </a:ext>
            </a:extLst>
          </p:cNvPr>
          <p:cNvSpPr>
            <a:spLocks/>
          </p:cNvSpPr>
          <p:nvPr/>
        </p:nvSpPr>
        <p:spPr>
          <a:xfrm>
            <a:off x="8963645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9224">
            <a:extLst>
              <a:ext uri="{FF2B5EF4-FFF2-40B4-BE49-F238E27FC236}">
                <a16:creationId xmlns:a16="http://schemas.microsoft.com/office/drawing/2014/main" id="{B1E5472A-AAA0-4849-97C4-6B7E99FD387C}"/>
              </a:ext>
            </a:extLst>
          </p:cNvPr>
          <p:cNvSpPr>
            <a:spLocks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9225">
            <a:extLst>
              <a:ext uri="{FF2B5EF4-FFF2-40B4-BE49-F238E27FC236}">
                <a16:creationId xmlns:a16="http://schemas.microsoft.com/office/drawing/2014/main" id="{B78A8619-1193-4152-B39E-AF5A2CB454C4}"/>
              </a:ext>
            </a:extLst>
          </p:cNvPr>
          <p:cNvSpPr>
            <a:spLocks/>
          </p:cNvSpPr>
          <p:nvPr/>
        </p:nvSpPr>
        <p:spPr>
          <a:xfrm>
            <a:off x="895608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9226">
            <a:extLst>
              <a:ext uri="{FF2B5EF4-FFF2-40B4-BE49-F238E27FC236}">
                <a16:creationId xmlns:a16="http://schemas.microsoft.com/office/drawing/2014/main" id="{3CB115CE-B8B8-4759-BF78-D84474F0AAAA}"/>
              </a:ext>
            </a:extLst>
          </p:cNvPr>
          <p:cNvSpPr>
            <a:spLocks/>
          </p:cNvSpPr>
          <p:nvPr/>
        </p:nvSpPr>
        <p:spPr>
          <a:xfrm>
            <a:off x="8961169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9227">
            <a:extLst>
              <a:ext uri="{FF2B5EF4-FFF2-40B4-BE49-F238E27FC236}">
                <a16:creationId xmlns:a16="http://schemas.microsoft.com/office/drawing/2014/main" id="{48F9A133-9760-497C-8896-056C15D616DD}"/>
              </a:ext>
            </a:extLst>
          </p:cNvPr>
          <p:cNvSpPr>
            <a:spLocks/>
          </p:cNvSpPr>
          <p:nvPr/>
        </p:nvSpPr>
        <p:spPr>
          <a:xfrm>
            <a:off x="90420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9228">
            <a:extLst>
              <a:ext uri="{FF2B5EF4-FFF2-40B4-BE49-F238E27FC236}">
                <a16:creationId xmlns:a16="http://schemas.microsoft.com/office/drawing/2014/main" id="{916366D3-0DDF-43D9-A82A-4F861FB7151D}"/>
              </a:ext>
            </a:extLst>
          </p:cNvPr>
          <p:cNvSpPr>
            <a:spLocks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9229">
            <a:extLst>
              <a:ext uri="{FF2B5EF4-FFF2-40B4-BE49-F238E27FC236}">
                <a16:creationId xmlns:a16="http://schemas.microsoft.com/office/drawing/2014/main" id="{A6A17CA5-8600-495E-B3F1-727BF0DA68E2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9230">
            <a:extLst>
              <a:ext uri="{FF2B5EF4-FFF2-40B4-BE49-F238E27FC236}">
                <a16:creationId xmlns:a16="http://schemas.microsoft.com/office/drawing/2014/main" id="{4BB0C5A6-DEFA-4E07-B942-3C134DDDEFCD}"/>
              </a:ext>
            </a:extLst>
          </p:cNvPr>
          <p:cNvSpPr>
            <a:spLocks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9231">
            <a:extLst>
              <a:ext uri="{FF2B5EF4-FFF2-40B4-BE49-F238E27FC236}">
                <a16:creationId xmlns:a16="http://schemas.microsoft.com/office/drawing/2014/main" id="{B211172A-5A46-4E54-A3B2-CD6965B231E6}"/>
              </a:ext>
            </a:extLst>
          </p:cNvPr>
          <p:cNvSpPr>
            <a:spLocks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9232">
            <a:extLst>
              <a:ext uri="{FF2B5EF4-FFF2-40B4-BE49-F238E27FC236}">
                <a16:creationId xmlns:a16="http://schemas.microsoft.com/office/drawing/2014/main" id="{7CD959D9-51DF-460D-801E-E4EF2E5CF284}"/>
              </a:ext>
            </a:extLst>
          </p:cNvPr>
          <p:cNvSpPr>
            <a:spLocks/>
          </p:cNvSpPr>
          <p:nvPr/>
        </p:nvSpPr>
        <p:spPr>
          <a:xfrm>
            <a:off x="901068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9233">
            <a:extLst>
              <a:ext uri="{FF2B5EF4-FFF2-40B4-BE49-F238E27FC236}">
                <a16:creationId xmlns:a16="http://schemas.microsoft.com/office/drawing/2014/main" id="{FA396D01-8358-45D9-BAD3-8F0841AAD315}"/>
              </a:ext>
            </a:extLst>
          </p:cNvPr>
          <p:cNvSpPr>
            <a:spLocks/>
          </p:cNvSpPr>
          <p:nvPr/>
        </p:nvSpPr>
        <p:spPr>
          <a:xfrm>
            <a:off x="9034787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9234">
            <a:extLst>
              <a:ext uri="{FF2B5EF4-FFF2-40B4-BE49-F238E27FC236}">
                <a16:creationId xmlns:a16="http://schemas.microsoft.com/office/drawing/2014/main" id="{329A7210-6E2B-44F2-84CD-1E3CA8CCC908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9235">
            <a:extLst>
              <a:ext uri="{FF2B5EF4-FFF2-40B4-BE49-F238E27FC236}">
                <a16:creationId xmlns:a16="http://schemas.microsoft.com/office/drawing/2014/main" id="{7FD86C60-E765-4E00-A5AC-7331E59694A6}"/>
              </a:ext>
            </a:extLst>
          </p:cNvPr>
          <p:cNvSpPr>
            <a:spLocks/>
          </p:cNvSpPr>
          <p:nvPr/>
        </p:nvSpPr>
        <p:spPr>
          <a:xfrm>
            <a:off x="8976805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9236">
            <a:extLst>
              <a:ext uri="{FF2B5EF4-FFF2-40B4-BE49-F238E27FC236}">
                <a16:creationId xmlns:a16="http://schemas.microsoft.com/office/drawing/2014/main" id="{3C0E8A5E-0328-454D-8960-83CA935FB6B5}"/>
              </a:ext>
            </a:extLst>
          </p:cNvPr>
          <p:cNvSpPr>
            <a:spLocks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9237">
            <a:extLst>
              <a:ext uri="{FF2B5EF4-FFF2-40B4-BE49-F238E27FC236}">
                <a16:creationId xmlns:a16="http://schemas.microsoft.com/office/drawing/2014/main" id="{23CA04D3-111A-494F-B991-1C7D946943CC}"/>
              </a:ext>
            </a:extLst>
          </p:cNvPr>
          <p:cNvSpPr>
            <a:spLocks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9238">
            <a:extLst>
              <a:ext uri="{FF2B5EF4-FFF2-40B4-BE49-F238E27FC236}">
                <a16:creationId xmlns:a16="http://schemas.microsoft.com/office/drawing/2014/main" id="{71359E60-750A-45F6-A372-DE7C5804C3DF}"/>
              </a:ext>
            </a:extLst>
          </p:cNvPr>
          <p:cNvSpPr>
            <a:spLocks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9239">
            <a:extLst>
              <a:ext uri="{FF2B5EF4-FFF2-40B4-BE49-F238E27FC236}">
                <a16:creationId xmlns:a16="http://schemas.microsoft.com/office/drawing/2014/main" id="{6DCF8601-EECF-436F-B181-62E7EAA43332}"/>
              </a:ext>
            </a:extLst>
          </p:cNvPr>
          <p:cNvSpPr>
            <a:spLocks/>
          </p:cNvSpPr>
          <p:nvPr/>
        </p:nvSpPr>
        <p:spPr>
          <a:xfrm>
            <a:off x="9039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9240">
            <a:extLst>
              <a:ext uri="{FF2B5EF4-FFF2-40B4-BE49-F238E27FC236}">
                <a16:creationId xmlns:a16="http://schemas.microsoft.com/office/drawing/2014/main" id="{CBA532D2-0BC0-4D22-9806-A996A6DC4E32}"/>
              </a:ext>
            </a:extLst>
          </p:cNvPr>
          <p:cNvSpPr>
            <a:spLocks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9241">
            <a:extLst>
              <a:ext uri="{FF2B5EF4-FFF2-40B4-BE49-F238E27FC236}">
                <a16:creationId xmlns:a16="http://schemas.microsoft.com/office/drawing/2014/main" id="{3B538D7A-1626-43B2-8C33-A7B4A2B98114}"/>
              </a:ext>
            </a:extLst>
          </p:cNvPr>
          <p:cNvSpPr>
            <a:spLocks/>
          </p:cNvSpPr>
          <p:nvPr/>
        </p:nvSpPr>
        <p:spPr>
          <a:xfrm>
            <a:off x="894462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9242">
            <a:extLst>
              <a:ext uri="{FF2B5EF4-FFF2-40B4-BE49-F238E27FC236}">
                <a16:creationId xmlns:a16="http://schemas.microsoft.com/office/drawing/2014/main" id="{D61F4E3E-DBAF-49F3-A5B0-AC21F35739C4}"/>
              </a:ext>
            </a:extLst>
          </p:cNvPr>
          <p:cNvSpPr>
            <a:spLocks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9243">
            <a:extLst>
              <a:ext uri="{FF2B5EF4-FFF2-40B4-BE49-F238E27FC236}">
                <a16:creationId xmlns:a16="http://schemas.microsoft.com/office/drawing/2014/main" id="{9DF97ACE-3157-41E4-9000-B2DE56D580C1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9244">
            <a:extLst>
              <a:ext uri="{FF2B5EF4-FFF2-40B4-BE49-F238E27FC236}">
                <a16:creationId xmlns:a16="http://schemas.microsoft.com/office/drawing/2014/main" id="{077CA7A6-BC5F-4A5B-82C9-7EDCDC348D24}"/>
              </a:ext>
            </a:extLst>
          </p:cNvPr>
          <p:cNvSpPr>
            <a:spLocks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9245">
            <a:extLst>
              <a:ext uri="{FF2B5EF4-FFF2-40B4-BE49-F238E27FC236}">
                <a16:creationId xmlns:a16="http://schemas.microsoft.com/office/drawing/2014/main" id="{3226BEF9-DCA3-4C9F-9FA8-5AC008D9BEDA}"/>
              </a:ext>
            </a:extLst>
          </p:cNvPr>
          <p:cNvSpPr>
            <a:spLocks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9246">
            <a:extLst>
              <a:ext uri="{FF2B5EF4-FFF2-40B4-BE49-F238E27FC236}">
                <a16:creationId xmlns:a16="http://schemas.microsoft.com/office/drawing/2014/main" id="{61B611F0-C765-4AF3-9781-13C4F1D4FD55}"/>
              </a:ext>
            </a:extLst>
          </p:cNvPr>
          <p:cNvSpPr>
            <a:spLocks/>
          </p:cNvSpPr>
          <p:nvPr/>
        </p:nvSpPr>
        <p:spPr>
          <a:xfrm>
            <a:off x="89396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9247">
            <a:extLst>
              <a:ext uri="{FF2B5EF4-FFF2-40B4-BE49-F238E27FC236}">
                <a16:creationId xmlns:a16="http://schemas.microsoft.com/office/drawing/2014/main" id="{3D8A8BD9-E95C-4109-9DB9-276FBABA44DE}"/>
              </a:ext>
            </a:extLst>
          </p:cNvPr>
          <p:cNvSpPr>
            <a:spLocks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9248">
            <a:extLst>
              <a:ext uri="{FF2B5EF4-FFF2-40B4-BE49-F238E27FC236}">
                <a16:creationId xmlns:a16="http://schemas.microsoft.com/office/drawing/2014/main" id="{B03B3561-8461-4525-B902-EFE31F958CDD}"/>
              </a:ext>
            </a:extLst>
          </p:cNvPr>
          <p:cNvSpPr>
            <a:spLocks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9249">
            <a:extLst>
              <a:ext uri="{FF2B5EF4-FFF2-40B4-BE49-F238E27FC236}">
                <a16:creationId xmlns:a16="http://schemas.microsoft.com/office/drawing/2014/main" id="{B870A554-48D3-4271-A238-7EF672164183}"/>
              </a:ext>
            </a:extLst>
          </p:cNvPr>
          <p:cNvSpPr>
            <a:spLocks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9250">
            <a:extLst>
              <a:ext uri="{FF2B5EF4-FFF2-40B4-BE49-F238E27FC236}">
                <a16:creationId xmlns:a16="http://schemas.microsoft.com/office/drawing/2014/main" id="{745B341C-4AE2-4F12-A161-61ADE552BC92}"/>
              </a:ext>
            </a:extLst>
          </p:cNvPr>
          <p:cNvSpPr>
            <a:spLocks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9251">
            <a:extLst>
              <a:ext uri="{FF2B5EF4-FFF2-40B4-BE49-F238E27FC236}">
                <a16:creationId xmlns:a16="http://schemas.microsoft.com/office/drawing/2014/main" id="{35D99084-FAF3-48B5-9CBB-081CAE01F1EA}"/>
              </a:ext>
            </a:extLst>
          </p:cNvPr>
          <p:cNvSpPr>
            <a:spLocks/>
          </p:cNvSpPr>
          <p:nvPr/>
        </p:nvSpPr>
        <p:spPr>
          <a:xfrm>
            <a:off x="9046774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9252">
            <a:extLst>
              <a:ext uri="{FF2B5EF4-FFF2-40B4-BE49-F238E27FC236}">
                <a16:creationId xmlns:a16="http://schemas.microsoft.com/office/drawing/2014/main" id="{520D2D32-A77B-4610-B0A4-232FC4AA4C22}"/>
              </a:ext>
            </a:extLst>
          </p:cNvPr>
          <p:cNvSpPr>
            <a:spLocks/>
          </p:cNvSpPr>
          <p:nvPr/>
        </p:nvSpPr>
        <p:spPr>
          <a:xfrm>
            <a:off x="9052377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9253">
            <a:extLst>
              <a:ext uri="{FF2B5EF4-FFF2-40B4-BE49-F238E27FC236}">
                <a16:creationId xmlns:a16="http://schemas.microsoft.com/office/drawing/2014/main" id="{CF7D70DF-1222-4508-80EF-9AC1C63AAFC7}"/>
              </a:ext>
            </a:extLst>
          </p:cNvPr>
          <p:cNvSpPr>
            <a:spLocks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9254">
            <a:extLst>
              <a:ext uri="{FF2B5EF4-FFF2-40B4-BE49-F238E27FC236}">
                <a16:creationId xmlns:a16="http://schemas.microsoft.com/office/drawing/2014/main" id="{AAE49B0D-2C8C-4E42-858C-55D152634C8F}"/>
              </a:ext>
            </a:extLst>
          </p:cNvPr>
          <p:cNvSpPr>
            <a:spLocks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9255">
            <a:extLst>
              <a:ext uri="{FF2B5EF4-FFF2-40B4-BE49-F238E27FC236}">
                <a16:creationId xmlns:a16="http://schemas.microsoft.com/office/drawing/2014/main" id="{339228B2-709E-4D1E-9ACD-4525AFD45D75}"/>
              </a:ext>
            </a:extLst>
          </p:cNvPr>
          <p:cNvSpPr>
            <a:spLocks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9256">
            <a:extLst>
              <a:ext uri="{FF2B5EF4-FFF2-40B4-BE49-F238E27FC236}">
                <a16:creationId xmlns:a16="http://schemas.microsoft.com/office/drawing/2014/main" id="{E8ADF279-E190-41C9-B592-238C4BEB010D}"/>
              </a:ext>
            </a:extLst>
          </p:cNvPr>
          <p:cNvSpPr>
            <a:spLocks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9257">
            <a:extLst>
              <a:ext uri="{FF2B5EF4-FFF2-40B4-BE49-F238E27FC236}">
                <a16:creationId xmlns:a16="http://schemas.microsoft.com/office/drawing/2014/main" id="{D6E58DEB-483C-4013-BF9F-44060724CB72}"/>
              </a:ext>
            </a:extLst>
          </p:cNvPr>
          <p:cNvSpPr>
            <a:spLocks/>
          </p:cNvSpPr>
          <p:nvPr/>
        </p:nvSpPr>
        <p:spPr>
          <a:xfrm>
            <a:off x="902670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9258">
            <a:extLst>
              <a:ext uri="{FF2B5EF4-FFF2-40B4-BE49-F238E27FC236}">
                <a16:creationId xmlns:a16="http://schemas.microsoft.com/office/drawing/2014/main" id="{CCD8EF30-AB7F-4CCF-8C3D-16E6D86196AF}"/>
              </a:ext>
            </a:extLst>
          </p:cNvPr>
          <p:cNvSpPr>
            <a:spLocks/>
          </p:cNvSpPr>
          <p:nvPr/>
        </p:nvSpPr>
        <p:spPr>
          <a:xfrm>
            <a:off x="8935501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9259">
            <a:extLst>
              <a:ext uri="{FF2B5EF4-FFF2-40B4-BE49-F238E27FC236}">
                <a16:creationId xmlns:a16="http://schemas.microsoft.com/office/drawing/2014/main" id="{0F4CBBF7-A77E-4C4D-8656-FED631C9A84A}"/>
              </a:ext>
            </a:extLst>
          </p:cNvPr>
          <p:cNvSpPr>
            <a:spLocks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9260">
            <a:extLst>
              <a:ext uri="{FF2B5EF4-FFF2-40B4-BE49-F238E27FC236}">
                <a16:creationId xmlns:a16="http://schemas.microsoft.com/office/drawing/2014/main" id="{38FA3CE1-6A29-4FF7-A6C2-9B54847222F4}"/>
              </a:ext>
            </a:extLst>
          </p:cNvPr>
          <p:cNvSpPr>
            <a:spLocks/>
          </p:cNvSpPr>
          <p:nvPr/>
        </p:nvSpPr>
        <p:spPr>
          <a:xfrm>
            <a:off x="90078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9261">
            <a:extLst>
              <a:ext uri="{FF2B5EF4-FFF2-40B4-BE49-F238E27FC236}">
                <a16:creationId xmlns:a16="http://schemas.microsoft.com/office/drawing/2014/main" id="{27EB8D4F-ED62-4CEB-A0D3-2097AACDF597}"/>
              </a:ext>
            </a:extLst>
          </p:cNvPr>
          <p:cNvSpPr>
            <a:spLocks/>
          </p:cNvSpPr>
          <p:nvPr/>
        </p:nvSpPr>
        <p:spPr>
          <a:xfrm>
            <a:off x="9045992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9262">
            <a:extLst>
              <a:ext uri="{FF2B5EF4-FFF2-40B4-BE49-F238E27FC236}">
                <a16:creationId xmlns:a16="http://schemas.microsoft.com/office/drawing/2014/main" id="{3A17EE2A-E172-4DFD-9604-786ACA11B54F}"/>
              </a:ext>
            </a:extLst>
          </p:cNvPr>
          <p:cNvSpPr>
            <a:spLocks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9263">
            <a:extLst>
              <a:ext uri="{FF2B5EF4-FFF2-40B4-BE49-F238E27FC236}">
                <a16:creationId xmlns:a16="http://schemas.microsoft.com/office/drawing/2014/main" id="{9E972713-EC83-4A08-AA36-775D4D90854E}"/>
              </a:ext>
            </a:extLst>
          </p:cNvPr>
          <p:cNvSpPr>
            <a:spLocks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9264">
            <a:extLst>
              <a:ext uri="{FF2B5EF4-FFF2-40B4-BE49-F238E27FC236}">
                <a16:creationId xmlns:a16="http://schemas.microsoft.com/office/drawing/2014/main" id="{CA5409D5-B4D7-41DC-B38B-1D1398248175}"/>
              </a:ext>
            </a:extLst>
          </p:cNvPr>
          <p:cNvSpPr>
            <a:spLocks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9265">
            <a:extLst>
              <a:ext uri="{FF2B5EF4-FFF2-40B4-BE49-F238E27FC236}">
                <a16:creationId xmlns:a16="http://schemas.microsoft.com/office/drawing/2014/main" id="{DE4D0AA8-C78F-4ACD-A109-57C7ADFD23BF}"/>
              </a:ext>
            </a:extLst>
          </p:cNvPr>
          <p:cNvSpPr>
            <a:spLocks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9266">
            <a:extLst>
              <a:ext uri="{FF2B5EF4-FFF2-40B4-BE49-F238E27FC236}">
                <a16:creationId xmlns:a16="http://schemas.microsoft.com/office/drawing/2014/main" id="{ADE8E546-7253-4029-B403-E396F40A04D9}"/>
              </a:ext>
            </a:extLst>
          </p:cNvPr>
          <p:cNvSpPr>
            <a:spLocks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9267">
            <a:extLst>
              <a:ext uri="{FF2B5EF4-FFF2-40B4-BE49-F238E27FC236}">
                <a16:creationId xmlns:a16="http://schemas.microsoft.com/office/drawing/2014/main" id="{D847BE46-02FE-4168-8665-0532BA21EE86}"/>
              </a:ext>
            </a:extLst>
          </p:cNvPr>
          <p:cNvSpPr>
            <a:spLocks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9268">
            <a:extLst>
              <a:ext uri="{FF2B5EF4-FFF2-40B4-BE49-F238E27FC236}">
                <a16:creationId xmlns:a16="http://schemas.microsoft.com/office/drawing/2014/main" id="{9089C81D-4FAA-4673-912D-AFEFB267ADF0}"/>
              </a:ext>
            </a:extLst>
          </p:cNvPr>
          <p:cNvSpPr>
            <a:spLocks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9269">
            <a:extLst>
              <a:ext uri="{FF2B5EF4-FFF2-40B4-BE49-F238E27FC236}">
                <a16:creationId xmlns:a16="http://schemas.microsoft.com/office/drawing/2014/main" id="{B0A286A3-3F2F-4382-8767-0A6577149904}"/>
              </a:ext>
            </a:extLst>
          </p:cNvPr>
          <p:cNvSpPr>
            <a:spLocks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9270">
            <a:extLst>
              <a:ext uri="{FF2B5EF4-FFF2-40B4-BE49-F238E27FC236}">
                <a16:creationId xmlns:a16="http://schemas.microsoft.com/office/drawing/2014/main" id="{DEAAA4E3-6B44-4BAF-AB45-6F78BA533D36}"/>
              </a:ext>
            </a:extLst>
          </p:cNvPr>
          <p:cNvSpPr>
            <a:spLocks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9271">
            <a:extLst>
              <a:ext uri="{FF2B5EF4-FFF2-40B4-BE49-F238E27FC236}">
                <a16:creationId xmlns:a16="http://schemas.microsoft.com/office/drawing/2014/main" id="{6C82E2F7-EB26-4F93-B127-59611C585F91}"/>
              </a:ext>
            </a:extLst>
          </p:cNvPr>
          <p:cNvSpPr>
            <a:spLocks/>
          </p:cNvSpPr>
          <p:nvPr/>
        </p:nvSpPr>
        <p:spPr>
          <a:xfrm>
            <a:off x="896260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9272">
            <a:extLst>
              <a:ext uri="{FF2B5EF4-FFF2-40B4-BE49-F238E27FC236}">
                <a16:creationId xmlns:a16="http://schemas.microsoft.com/office/drawing/2014/main" id="{F8BCF60D-F57E-4912-84AD-08B25E2539A5}"/>
              </a:ext>
            </a:extLst>
          </p:cNvPr>
          <p:cNvSpPr>
            <a:spLocks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9273">
            <a:extLst>
              <a:ext uri="{FF2B5EF4-FFF2-40B4-BE49-F238E27FC236}">
                <a16:creationId xmlns:a16="http://schemas.microsoft.com/office/drawing/2014/main" id="{2091FA2C-4371-44A5-9355-95865916F421}"/>
              </a:ext>
            </a:extLst>
          </p:cNvPr>
          <p:cNvSpPr>
            <a:spLocks/>
          </p:cNvSpPr>
          <p:nvPr/>
        </p:nvSpPr>
        <p:spPr>
          <a:xfrm>
            <a:off x="896390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9274">
            <a:extLst>
              <a:ext uri="{FF2B5EF4-FFF2-40B4-BE49-F238E27FC236}">
                <a16:creationId xmlns:a16="http://schemas.microsoft.com/office/drawing/2014/main" id="{107E1725-73FD-4BC6-81B4-81D21A29F44C}"/>
              </a:ext>
            </a:extLst>
          </p:cNvPr>
          <p:cNvSpPr>
            <a:spLocks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9275">
            <a:extLst>
              <a:ext uri="{FF2B5EF4-FFF2-40B4-BE49-F238E27FC236}">
                <a16:creationId xmlns:a16="http://schemas.microsoft.com/office/drawing/2014/main" id="{9ACF2CD7-68D5-4FF0-B754-393F3A4DBB4C}"/>
              </a:ext>
            </a:extLst>
          </p:cNvPr>
          <p:cNvSpPr>
            <a:spLocks/>
          </p:cNvSpPr>
          <p:nvPr/>
        </p:nvSpPr>
        <p:spPr>
          <a:xfrm>
            <a:off x="903166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9276">
            <a:extLst>
              <a:ext uri="{FF2B5EF4-FFF2-40B4-BE49-F238E27FC236}">
                <a16:creationId xmlns:a16="http://schemas.microsoft.com/office/drawing/2014/main" id="{8D2C20AA-8A14-418E-9E21-7D451459607D}"/>
              </a:ext>
            </a:extLst>
          </p:cNvPr>
          <p:cNvSpPr>
            <a:spLocks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9277">
            <a:extLst>
              <a:ext uri="{FF2B5EF4-FFF2-40B4-BE49-F238E27FC236}">
                <a16:creationId xmlns:a16="http://schemas.microsoft.com/office/drawing/2014/main" id="{4F580C63-BDEE-4C85-83F3-8AA10FACE033}"/>
              </a:ext>
            </a:extLst>
          </p:cNvPr>
          <p:cNvSpPr>
            <a:spLocks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9278">
            <a:extLst>
              <a:ext uri="{FF2B5EF4-FFF2-40B4-BE49-F238E27FC236}">
                <a16:creationId xmlns:a16="http://schemas.microsoft.com/office/drawing/2014/main" id="{4EC46986-E693-45F2-ABF4-81CD1981C128}"/>
              </a:ext>
            </a:extLst>
          </p:cNvPr>
          <p:cNvSpPr>
            <a:spLocks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9279">
            <a:extLst>
              <a:ext uri="{FF2B5EF4-FFF2-40B4-BE49-F238E27FC236}">
                <a16:creationId xmlns:a16="http://schemas.microsoft.com/office/drawing/2014/main" id="{D9CCA05F-3938-4A45-A352-9E53971E1FDA}"/>
              </a:ext>
            </a:extLst>
          </p:cNvPr>
          <p:cNvSpPr>
            <a:spLocks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9280">
            <a:extLst>
              <a:ext uri="{FF2B5EF4-FFF2-40B4-BE49-F238E27FC236}">
                <a16:creationId xmlns:a16="http://schemas.microsoft.com/office/drawing/2014/main" id="{6407DEDD-F870-4D2D-ADB8-F3C07FF64645}"/>
              </a:ext>
            </a:extLst>
          </p:cNvPr>
          <p:cNvSpPr>
            <a:spLocks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9281">
            <a:extLst>
              <a:ext uri="{FF2B5EF4-FFF2-40B4-BE49-F238E27FC236}">
                <a16:creationId xmlns:a16="http://schemas.microsoft.com/office/drawing/2014/main" id="{860DFE75-D44F-4CA6-BBAC-DF00EC3241DE}"/>
              </a:ext>
            </a:extLst>
          </p:cNvPr>
          <p:cNvSpPr>
            <a:spLocks/>
          </p:cNvSpPr>
          <p:nvPr/>
        </p:nvSpPr>
        <p:spPr>
          <a:xfrm>
            <a:off x="90211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9282">
            <a:extLst>
              <a:ext uri="{FF2B5EF4-FFF2-40B4-BE49-F238E27FC236}">
                <a16:creationId xmlns:a16="http://schemas.microsoft.com/office/drawing/2014/main" id="{2DCE642C-1AC4-4801-BDD2-0C61879F62DE}"/>
              </a:ext>
            </a:extLst>
          </p:cNvPr>
          <p:cNvSpPr>
            <a:spLocks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9283">
            <a:extLst>
              <a:ext uri="{FF2B5EF4-FFF2-40B4-BE49-F238E27FC236}">
                <a16:creationId xmlns:a16="http://schemas.microsoft.com/office/drawing/2014/main" id="{4BEFD7DE-A5D9-49F5-9DA7-977A3B56053A}"/>
              </a:ext>
            </a:extLst>
          </p:cNvPr>
          <p:cNvSpPr>
            <a:spLocks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9284">
            <a:extLst>
              <a:ext uri="{FF2B5EF4-FFF2-40B4-BE49-F238E27FC236}">
                <a16:creationId xmlns:a16="http://schemas.microsoft.com/office/drawing/2014/main" id="{E7745EDC-5188-4769-909D-34622E7E9A16}"/>
              </a:ext>
            </a:extLst>
          </p:cNvPr>
          <p:cNvSpPr>
            <a:spLocks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9285">
            <a:extLst>
              <a:ext uri="{FF2B5EF4-FFF2-40B4-BE49-F238E27FC236}">
                <a16:creationId xmlns:a16="http://schemas.microsoft.com/office/drawing/2014/main" id="{80FAE6DE-8244-410F-9166-BCCDE141EE97}"/>
              </a:ext>
            </a:extLst>
          </p:cNvPr>
          <p:cNvSpPr>
            <a:spLocks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9286">
            <a:extLst>
              <a:ext uri="{FF2B5EF4-FFF2-40B4-BE49-F238E27FC236}">
                <a16:creationId xmlns:a16="http://schemas.microsoft.com/office/drawing/2014/main" id="{373224A5-322E-49F9-A878-05F20B86590E}"/>
              </a:ext>
            </a:extLst>
          </p:cNvPr>
          <p:cNvSpPr>
            <a:spLocks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9287">
            <a:extLst>
              <a:ext uri="{FF2B5EF4-FFF2-40B4-BE49-F238E27FC236}">
                <a16:creationId xmlns:a16="http://schemas.microsoft.com/office/drawing/2014/main" id="{5DEB065F-B89C-4D8F-B765-95A229A7E9F0}"/>
              </a:ext>
            </a:extLst>
          </p:cNvPr>
          <p:cNvSpPr>
            <a:spLocks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9288">
            <a:extLst>
              <a:ext uri="{FF2B5EF4-FFF2-40B4-BE49-F238E27FC236}">
                <a16:creationId xmlns:a16="http://schemas.microsoft.com/office/drawing/2014/main" id="{C11DEA29-D605-4203-921A-CF810EA82F59}"/>
              </a:ext>
            </a:extLst>
          </p:cNvPr>
          <p:cNvSpPr>
            <a:spLocks/>
          </p:cNvSpPr>
          <p:nvPr/>
        </p:nvSpPr>
        <p:spPr>
          <a:xfrm>
            <a:off x="9014330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9289">
            <a:extLst>
              <a:ext uri="{FF2B5EF4-FFF2-40B4-BE49-F238E27FC236}">
                <a16:creationId xmlns:a16="http://schemas.microsoft.com/office/drawing/2014/main" id="{42CE218D-8E16-47C6-8EF8-B3731F7E9666}"/>
              </a:ext>
            </a:extLst>
          </p:cNvPr>
          <p:cNvSpPr>
            <a:spLocks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9290">
            <a:extLst>
              <a:ext uri="{FF2B5EF4-FFF2-40B4-BE49-F238E27FC236}">
                <a16:creationId xmlns:a16="http://schemas.microsoft.com/office/drawing/2014/main" id="{B76DA1EA-3967-4518-AEE3-B7D73FD2AB56}"/>
              </a:ext>
            </a:extLst>
          </p:cNvPr>
          <p:cNvSpPr>
            <a:spLocks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9291">
            <a:extLst>
              <a:ext uri="{FF2B5EF4-FFF2-40B4-BE49-F238E27FC236}">
                <a16:creationId xmlns:a16="http://schemas.microsoft.com/office/drawing/2014/main" id="{8E2EB23E-1C25-4DBB-AE48-6D54874C013E}"/>
              </a:ext>
            </a:extLst>
          </p:cNvPr>
          <p:cNvSpPr>
            <a:spLocks/>
          </p:cNvSpPr>
          <p:nvPr/>
        </p:nvSpPr>
        <p:spPr>
          <a:xfrm>
            <a:off x="8994134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9292">
            <a:extLst>
              <a:ext uri="{FF2B5EF4-FFF2-40B4-BE49-F238E27FC236}">
                <a16:creationId xmlns:a16="http://schemas.microsoft.com/office/drawing/2014/main" id="{06DEABDE-71BE-4403-A5BE-DE43C98082B9}"/>
              </a:ext>
            </a:extLst>
          </p:cNvPr>
          <p:cNvSpPr>
            <a:spLocks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9293">
            <a:extLst>
              <a:ext uri="{FF2B5EF4-FFF2-40B4-BE49-F238E27FC236}">
                <a16:creationId xmlns:a16="http://schemas.microsoft.com/office/drawing/2014/main" id="{1AB61D16-F230-49F9-8AC1-B306F60DEBF8}"/>
              </a:ext>
            </a:extLst>
          </p:cNvPr>
          <p:cNvSpPr>
            <a:spLocks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9294">
            <a:extLst>
              <a:ext uri="{FF2B5EF4-FFF2-40B4-BE49-F238E27FC236}">
                <a16:creationId xmlns:a16="http://schemas.microsoft.com/office/drawing/2014/main" id="{0A3D22EB-C2E1-4470-9E09-1B81BD10B024}"/>
              </a:ext>
            </a:extLst>
          </p:cNvPr>
          <p:cNvSpPr>
            <a:spLocks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9295">
            <a:extLst>
              <a:ext uri="{FF2B5EF4-FFF2-40B4-BE49-F238E27FC236}">
                <a16:creationId xmlns:a16="http://schemas.microsoft.com/office/drawing/2014/main" id="{2529B890-980E-465E-BF09-563ACE92A9B4}"/>
              </a:ext>
            </a:extLst>
          </p:cNvPr>
          <p:cNvSpPr>
            <a:spLocks/>
          </p:cNvSpPr>
          <p:nvPr/>
        </p:nvSpPr>
        <p:spPr>
          <a:xfrm>
            <a:off x="9013679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9296">
            <a:extLst>
              <a:ext uri="{FF2B5EF4-FFF2-40B4-BE49-F238E27FC236}">
                <a16:creationId xmlns:a16="http://schemas.microsoft.com/office/drawing/2014/main" id="{A9E2A440-CCE3-4ECA-B25B-9BF50D1CEA48}"/>
              </a:ext>
            </a:extLst>
          </p:cNvPr>
          <p:cNvSpPr>
            <a:spLocks/>
          </p:cNvSpPr>
          <p:nvPr/>
        </p:nvSpPr>
        <p:spPr>
          <a:xfrm>
            <a:off x="9030878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9297">
            <a:extLst>
              <a:ext uri="{FF2B5EF4-FFF2-40B4-BE49-F238E27FC236}">
                <a16:creationId xmlns:a16="http://schemas.microsoft.com/office/drawing/2014/main" id="{90CB9550-1DD6-4F05-8A70-050D997BFA99}"/>
              </a:ext>
            </a:extLst>
          </p:cNvPr>
          <p:cNvSpPr>
            <a:spLocks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9298">
            <a:extLst>
              <a:ext uri="{FF2B5EF4-FFF2-40B4-BE49-F238E27FC236}">
                <a16:creationId xmlns:a16="http://schemas.microsoft.com/office/drawing/2014/main" id="{4E24E92C-5C11-4597-834B-66815F0CF75F}"/>
              </a:ext>
            </a:extLst>
          </p:cNvPr>
          <p:cNvSpPr>
            <a:spLocks/>
          </p:cNvSpPr>
          <p:nvPr/>
        </p:nvSpPr>
        <p:spPr>
          <a:xfrm>
            <a:off x="9014852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9299">
            <a:extLst>
              <a:ext uri="{FF2B5EF4-FFF2-40B4-BE49-F238E27FC236}">
                <a16:creationId xmlns:a16="http://schemas.microsoft.com/office/drawing/2014/main" id="{6D16DA40-8CB6-4FC7-849F-2192C796BC4D}"/>
              </a:ext>
            </a:extLst>
          </p:cNvPr>
          <p:cNvSpPr>
            <a:spLocks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9300">
            <a:extLst>
              <a:ext uri="{FF2B5EF4-FFF2-40B4-BE49-F238E27FC236}">
                <a16:creationId xmlns:a16="http://schemas.microsoft.com/office/drawing/2014/main" id="{61BFDF34-4602-4DBA-9801-CBCB6EC7E753}"/>
              </a:ext>
            </a:extLst>
          </p:cNvPr>
          <p:cNvSpPr>
            <a:spLocks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9301">
            <a:extLst>
              <a:ext uri="{FF2B5EF4-FFF2-40B4-BE49-F238E27FC236}">
                <a16:creationId xmlns:a16="http://schemas.microsoft.com/office/drawing/2014/main" id="{FE67582C-A6F8-4410-8420-C2D23CB31497}"/>
              </a:ext>
            </a:extLst>
          </p:cNvPr>
          <p:cNvSpPr>
            <a:spLocks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9302">
            <a:extLst>
              <a:ext uri="{FF2B5EF4-FFF2-40B4-BE49-F238E27FC236}">
                <a16:creationId xmlns:a16="http://schemas.microsoft.com/office/drawing/2014/main" id="{3BFE9608-0379-4B89-A575-37B04470426F}"/>
              </a:ext>
            </a:extLst>
          </p:cNvPr>
          <p:cNvSpPr>
            <a:spLocks/>
          </p:cNvSpPr>
          <p:nvPr/>
        </p:nvSpPr>
        <p:spPr>
          <a:xfrm>
            <a:off x="901341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9303">
            <a:extLst>
              <a:ext uri="{FF2B5EF4-FFF2-40B4-BE49-F238E27FC236}">
                <a16:creationId xmlns:a16="http://schemas.microsoft.com/office/drawing/2014/main" id="{4A83B45B-D6B7-4A2E-AD46-86959C4B068B}"/>
              </a:ext>
            </a:extLst>
          </p:cNvPr>
          <p:cNvSpPr>
            <a:spLocks/>
          </p:cNvSpPr>
          <p:nvPr/>
        </p:nvSpPr>
        <p:spPr>
          <a:xfrm>
            <a:off x="9047035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9304">
            <a:extLst>
              <a:ext uri="{FF2B5EF4-FFF2-40B4-BE49-F238E27FC236}">
                <a16:creationId xmlns:a16="http://schemas.microsoft.com/office/drawing/2014/main" id="{4F34B9EF-7687-4294-9F6D-5B54B15EEF17}"/>
              </a:ext>
            </a:extLst>
          </p:cNvPr>
          <p:cNvSpPr>
            <a:spLocks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9305">
            <a:extLst>
              <a:ext uri="{FF2B5EF4-FFF2-40B4-BE49-F238E27FC236}">
                <a16:creationId xmlns:a16="http://schemas.microsoft.com/office/drawing/2014/main" id="{30F549EC-6BC0-4065-906C-4DFC66D7C7A9}"/>
              </a:ext>
            </a:extLst>
          </p:cNvPr>
          <p:cNvSpPr>
            <a:spLocks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9306">
            <a:extLst>
              <a:ext uri="{FF2B5EF4-FFF2-40B4-BE49-F238E27FC236}">
                <a16:creationId xmlns:a16="http://schemas.microsoft.com/office/drawing/2014/main" id="{FCE2B963-8B31-4853-8285-768E9B129842}"/>
              </a:ext>
            </a:extLst>
          </p:cNvPr>
          <p:cNvSpPr>
            <a:spLocks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9307">
            <a:extLst>
              <a:ext uri="{FF2B5EF4-FFF2-40B4-BE49-F238E27FC236}">
                <a16:creationId xmlns:a16="http://schemas.microsoft.com/office/drawing/2014/main" id="{B71E653A-E676-43C9-996D-23EFB198F25D}"/>
              </a:ext>
            </a:extLst>
          </p:cNvPr>
          <p:cNvSpPr>
            <a:spLocks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9308">
            <a:extLst>
              <a:ext uri="{FF2B5EF4-FFF2-40B4-BE49-F238E27FC236}">
                <a16:creationId xmlns:a16="http://schemas.microsoft.com/office/drawing/2014/main" id="{B07FA066-E05F-4AE3-BEFF-1667FF478D8A}"/>
              </a:ext>
            </a:extLst>
          </p:cNvPr>
          <p:cNvSpPr>
            <a:spLocks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9309">
            <a:extLst>
              <a:ext uri="{FF2B5EF4-FFF2-40B4-BE49-F238E27FC236}">
                <a16:creationId xmlns:a16="http://schemas.microsoft.com/office/drawing/2014/main" id="{96BA5359-AFEF-4477-ADBF-7B4AE85DF6CE}"/>
              </a:ext>
            </a:extLst>
          </p:cNvPr>
          <p:cNvSpPr>
            <a:spLocks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9310">
            <a:extLst>
              <a:ext uri="{FF2B5EF4-FFF2-40B4-BE49-F238E27FC236}">
                <a16:creationId xmlns:a16="http://schemas.microsoft.com/office/drawing/2014/main" id="{EDFF644A-AFAE-42D7-BF4D-E2EDC965A908}"/>
              </a:ext>
            </a:extLst>
          </p:cNvPr>
          <p:cNvSpPr>
            <a:spLocks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9311">
            <a:extLst>
              <a:ext uri="{FF2B5EF4-FFF2-40B4-BE49-F238E27FC236}">
                <a16:creationId xmlns:a16="http://schemas.microsoft.com/office/drawing/2014/main" id="{A6382B57-227C-436C-993A-24A5FE839722}"/>
              </a:ext>
            </a:extLst>
          </p:cNvPr>
          <p:cNvSpPr>
            <a:spLocks/>
          </p:cNvSpPr>
          <p:nvPr/>
        </p:nvSpPr>
        <p:spPr>
          <a:xfrm>
            <a:off x="8980193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9312">
            <a:extLst>
              <a:ext uri="{FF2B5EF4-FFF2-40B4-BE49-F238E27FC236}">
                <a16:creationId xmlns:a16="http://schemas.microsoft.com/office/drawing/2014/main" id="{DB246119-1DE0-4046-93E7-803D52A73C8D}"/>
              </a:ext>
            </a:extLst>
          </p:cNvPr>
          <p:cNvSpPr>
            <a:spLocks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9313">
            <a:extLst>
              <a:ext uri="{FF2B5EF4-FFF2-40B4-BE49-F238E27FC236}">
                <a16:creationId xmlns:a16="http://schemas.microsoft.com/office/drawing/2014/main" id="{8C8989A6-800C-4DEA-95C5-60740E658C64}"/>
              </a:ext>
            </a:extLst>
          </p:cNvPr>
          <p:cNvSpPr>
            <a:spLocks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9314">
            <a:extLst>
              <a:ext uri="{FF2B5EF4-FFF2-40B4-BE49-F238E27FC236}">
                <a16:creationId xmlns:a16="http://schemas.microsoft.com/office/drawing/2014/main" id="{6EAF8031-1A84-4A60-9E82-D4CC928D5B60}"/>
              </a:ext>
            </a:extLst>
          </p:cNvPr>
          <p:cNvSpPr>
            <a:spLocks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9315">
            <a:extLst>
              <a:ext uri="{FF2B5EF4-FFF2-40B4-BE49-F238E27FC236}">
                <a16:creationId xmlns:a16="http://schemas.microsoft.com/office/drawing/2014/main" id="{99707F7D-418A-4595-8E96-750EC09E6D82}"/>
              </a:ext>
            </a:extLst>
          </p:cNvPr>
          <p:cNvSpPr>
            <a:spLocks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9316">
            <a:extLst>
              <a:ext uri="{FF2B5EF4-FFF2-40B4-BE49-F238E27FC236}">
                <a16:creationId xmlns:a16="http://schemas.microsoft.com/office/drawing/2014/main" id="{5D5EA423-FD2D-4E5E-BC0A-B93589817227}"/>
              </a:ext>
            </a:extLst>
          </p:cNvPr>
          <p:cNvSpPr>
            <a:spLocks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9317">
            <a:extLst>
              <a:ext uri="{FF2B5EF4-FFF2-40B4-BE49-F238E27FC236}">
                <a16:creationId xmlns:a16="http://schemas.microsoft.com/office/drawing/2014/main" id="{33E9C10C-6CE4-4DDD-B5F2-D0D7E704FDA7}"/>
              </a:ext>
            </a:extLst>
          </p:cNvPr>
          <p:cNvSpPr>
            <a:spLocks/>
          </p:cNvSpPr>
          <p:nvPr/>
        </p:nvSpPr>
        <p:spPr>
          <a:xfrm>
            <a:off x="8944882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9318">
            <a:extLst>
              <a:ext uri="{FF2B5EF4-FFF2-40B4-BE49-F238E27FC236}">
                <a16:creationId xmlns:a16="http://schemas.microsoft.com/office/drawing/2014/main" id="{B17F8D43-6BB1-4844-8F73-9E7138915541}"/>
              </a:ext>
            </a:extLst>
          </p:cNvPr>
          <p:cNvSpPr>
            <a:spLocks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9319">
            <a:extLst>
              <a:ext uri="{FF2B5EF4-FFF2-40B4-BE49-F238E27FC236}">
                <a16:creationId xmlns:a16="http://schemas.microsoft.com/office/drawing/2014/main" id="{C4A13BBE-B910-445B-9D17-493EB5949E7C}"/>
              </a:ext>
            </a:extLst>
          </p:cNvPr>
          <p:cNvSpPr>
            <a:spLocks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9320">
            <a:extLst>
              <a:ext uri="{FF2B5EF4-FFF2-40B4-BE49-F238E27FC236}">
                <a16:creationId xmlns:a16="http://schemas.microsoft.com/office/drawing/2014/main" id="{32D071D3-A9F6-4BCC-842F-24E194B700C7}"/>
              </a:ext>
            </a:extLst>
          </p:cNvPr>
          <p:cNvSpPr>
            <a:spLocks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9321">
            <a:extLst>
              <a:ext uri="{FF2B5EF4-FFF2-40B4-BE49-F238E27FC236}">
                <a16:creationId xmlns:a16="http://schemas.microsoft.com/office/drawing/2014/main" id="{33F4F257-8101-4DA1-9167-3E2B7C0C2E8E}"/>
              </a:ext>
            </a:extLst>
          </p:cNvPr>
          <p:cNvSpPr>
            <a:spLocks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9322">
            <a:extLst>
              <a:ext uri="{FF2B5EF4-FFF2-40B4-BE49-F238E27FC236}">
                <a16:creationId xmlns:a16="http://schemas.microsoft.com/office/drawing/2014/main" id="{DCA3C1C5-37F5-470A-8FA7-D9EE4257EAA3}"/>
              </a:ext>
            </a:extLst>
          </p:cNvPr>
          <p:cNvSpPr>
            <a:spLocks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9323">
            <a:extLst>
              <a:ext uri="{FF2B5EF4-FFF2-40B4-BE49-F238E27FC236}">
                <a16:creationId xmlns:a16="http://schemas.microsoft.com/office/drawing/2014/main" id="{194DDF61-DB18-4BFE-ADD2-4E99DF4FBA58}"/>
              </a:ext>
            </a:extLst>
          </p:cNvPr>
          <p:cNvSpPr>
            <a:spLocks/>
          </p:cNvSpPr>
          <p:nvPr/>
        </p:nvSpPr>
        <p:spPr>
          <a:xfrm>
            <a:off x="8927814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9324">
            <a:extLst>
              <a:ext uri="{FF2B5EF4-FFF2-40B4-BE49-F238E27FC236}">
                <a16:creationId xmlns:a16="http://schemas.microsoft.com/office/drawing/2014/main" id="{4142B8B6-41EA-4E31-B131-A1F4437A2C2D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9325">
            <a:extLst>
              <a:ext uri="{FF2B5EF4-FFF2-40B4-BE49-F238E27FC236}">
                <a16:creationId xmlns:a16="http://schemas.microsoft.com/office/drawing/2014/main" id="{519B17D0-0FD6-4E10-A4C9-5B77052DDFF7}"/>
              </a:ext>
            </a:extLst>
          </p:cNvPr>
          <p:cNvSpPr>
            <a:spLocks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9326">
            <a:extLst>
              <a:ext uri="{FF2B5EF4-FFF2-40B4-BE49-F238E27FC236}">
                <a16:creationId xmlns:a16="http://schemas.microsoft.com/office/drawing/2014/main" id="{28AE2972-6D5C-40F8-B527-A9D91A10E48D}"/>
              </a:ext>
            </a:extLst>
          </p:cNvPr>
          <p:cNvSpPr>
            <a:spLocks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9327">
            <a:extLst>
              <a:ext uri="{FF2B5EF4-FFF2-40B4-BE49-F238E27FC236}">
                <a16:creationId xmlns:a16="http://schemas.microsoft.com/office/drawing/2014/main" id="{83C0DA68-30FF-4766-9B69-8C89EF046A39}"/>
              </a:ext>
            </a:extLst>
          </p:cNvPr>
          <p:cNvSpPr>
            <a:spLocks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9328">
            <a:extLst>
              <a:ext uri="{FF2B5EF4-FFF2-40B4-BE49-F238E27FC236}">
                <a16:creationId xmlns:a16="http://schemas.microsoft.com/office/drawing/2014/main" id="{BCD1FFB9-D344-449E-9D78-139297F98315}"/>
              </a:ext>
            </a:extLst>
          </p:cNvPr>
          <p:cNvSpPr>
            <a:spLocks/>
          </p:cNvSpPr>
          <p:nvPr/>
        </p:nvSpPr>
        <p:spPr>
          <a:xfrm>
            <a:off x="6958625" y="3424019"/>
            <a:ext cx="2049083" cy="557958"/>
          </a:xfrm>
          <a:custGeom>
            <a:avLst/>
            <a:gdLst/>
            <a:ahLst/>
            <a:cxnLst/>
            <a:rect l="0" t="0" r="0" b="0"/>
            <a:pathLst>
              <a:path w="2049083" h="557958">
                <a:moveTo>
                  <a:pt x="0" y="557958"/>
                </a:moveTo>
                <a:lnTo>
                  <a:pt x="24394" y="556251"/>
                </a:lnTo>
                <a:lnTo>
                  <a:pt x="26270" y="555005"/>
                </a:lnTo>
                <a:lnTo>
                  <a:pt x="34151" y="553537"/>
                </a:lnTo>
                <a:lnTo>
                  <a:pt x="35949" y="551190"/>
                </a:lnTo>
                <a:lnTo>
                  <a:pt x="43784" y="549316"/>
                </a:lnTo>
                <a:lnTo>
                  <a:pt x="45535" y="548981"/>
                </a:lnTo>
                <a:lnTo>
                  <a:pt x="48788" y="548596"/>
                </a:lnTo>
                <a:lnTo>
                  <a:pt x="50266" y="544863"/>
                </a:lnTo>
                <a:lnTo>
                  <a:pt x="56919" y="543591"/>
                </a:lnTo>
                <a:lnTo>
                  <a:pt x="56919" y="539703"/>
                </a:lnTo>
                <a:lnTo>
                  <a:pt x="68303" y="539282"/>
                </a:lnTo>
                <a:lnTo>
                  <a:pt x="70054" y="536364"/>
                </a:lnTo>
                <a:lnTo>
                  <a:pt x="75892" y="534995"/>
                </a:lnTo>
                <a:lnTo>
                  <a:pt x="76878" y="531091"/>
                </a:lnTo>
                <a:lnTo>
                  <a:pt x="85378" y="530024"/>
                </a:lnTo>
                <a:lnTo>
                  <a:pt x="85748" y="519641"/>
                </a:lnTo>
                <a:lnTo>
                  <a:pt x="97575" y="518416"/>
                </a:lnTo>
                <a:lnTo>
                  <a:pt x="97575" y="512701"/>
                </a:lnTo>
                <a:lnTo>
                  <a:pt x="105081" y="510897"/>
                </a:lnTo>
                <a:lnTo>
                  <a:pt x="105081" y="510006"/>
                </a:lnTo>
                <a:lnTo>
                  <a:pt x="113838" y="509190"/>
                </a:lnTo>
                <a:lnTo>
                  <a:pt x="113838" y="492491"/>
                </a:lnTo>
                <a:lnTo>
                  <a:pt x="124187" y="491330"/>
                </a:lnTo>
                <a:lnTo>
                  <a:pt x="125222" y="490112"/>
                </a:lnTo>
                <a:lnTo>
                  <a:pt x="136606" y="488885"/>
                </a:lnTo>
                <a:lnTo>
                  <a:pt x="136606" y="481771"/>
                </a:lnTo>
                <a:lnTo>
                  <a:pt x="146363" y="480208"/>
                </a:lnTo>
                <a:lnTo>
                  <a:pt x="147989" y="478120"/>
                </a:lnTo>
                <a:lnTo>
                  <a:pt x="151784" y="477806"/>
                </a:lnTo>
                <a:lnTo>
                  <a:pt x="151784" y="473946"/>
                </a:lnTo>
                <a:lnTo>
                  <a:pt x="168282" y="471988"/>
                </a:lnTo>
                <a:lnTo>
                  <a:pt x="168921" y="471737"/>
                </a:lnTo>
                <a:lnTo>
                  <a:pt x="170757" y="471737"/>
                </a:lnTo>
                <a:lnTo>
                  <a:pt x="171496" y="439864"/>
                </a:lnTo>
                <a:lnTo>
                  <a:pt x="186280" y="438521"/>
                </a:lnTo>
                <a:lnTo>
                  <a:pt x="188080" y="437475"/>
                </a:lnTo>
                <a:lnTo>
                  <a:pt x="189730" y="437090"/>
                </a:lnTo>
                <a:lnTo>
                  <a:pt x="190954" y="435328"/>
                </a:lnTo>
                <a:lnTo>
                  <a:pt x="195151" y="434993"/>
                </a:lnTo>
                <a:lnTo>
                  <a:pt x="195151" y="430695"/>
                </a:lnTo>
                <a:lnTo>
                  <a:pt x="210162" y="428866"/>
                </a:lnTo>
                <a:lnTo>
                  <a:pt x="211974" y="428014"/>
                </a:lnTo>
                <a:lnTo>
                  <a:pt x="216292" y="426101"/>
                </a:lnTo>
                <a:lnTo>
                  <a:pt x="217777" y="425792"/>
                </a:lnTo>
                <a:lnTo>
                  <a:pt x="227676" y="425429"/>
                </a:lnTo>
                <a:lnTo>
                  <a:pt x="227676" y="398139"/>
                </a:lnTo>
                <a:lnTo>
                  <a:pt x="242365" y="396178"/>
                </a:lnTo>
                <a:lnTo>
                  <a:pt x="243938" y="393944"/>
                </a:lnTo>
                <a:lnTo>
                  <a:pt x="253946" y="392083"/>
                </a:lnTo>
                <a:lnTo>
                  <a:pt x="253946" y="391955"/>
                </a:lnTo>
                <a:lnTo>
                  <a:pt x="256135" y="391955"/>
                </a:lnTo>
                <a:lnTo>
                  <a:pt x="257373" y="384837"/>
                </a:lnTo>
                <a:lnTo>
                  <a:pt x="267272" y="382867"/>
                </a:lnTo>
                <a:lnTo>
                  <a:pt x="267272" y="382723"/>
                </a:lnTo>
                <a:lnTo>
                  <a:pt x="273211" y="382489"/>
                </a:lnTo>
                <a:lnTo>
                  <a:pt x="273211" y="371404"/>
                </a:lnTo>
                <a:lnTo>
                  <a:pt x="284595" y="370598"/>
                </a:lnTo>
                <a:lnTo>
                  <a:pt x="286431" y="366190"/>
                </a:lnTo>
                <a:lnTo>
                  <a:pt x="292726" y="364928"/>
                </a:lnTo>
                <a:lnTo>
                  <a:pt x="293775" y="359858"/>
                </a:lnTo>
                <a:lnTo>
                  <a:pt x="303568" y="358758"/>
                </a:lnTo>
                <a:lnTo>
                  <a:pt x="303568" y="357104"/>
                </a:lnTo>
                <a:lnTo>
                  <a:pt x="310467" y="355722"/>
                </a:lnTo>
                <a:lnTo>
                  <a:pt x="310467" y="354776"/>
                </a:lnTo>
                <a:lnTo>
                  <a:pt x="326665" y="352923"/>
                </a:lnTo>
                <a:lnTo>
                  <a:pt x="328208" y="352736"/>
                </a:lnTo>
                <a:lnTo>
                  <a:pt x="341514" y="351722"/>
                </a:lnTo>
                <a:lnTo>
                  <a:pt x="342992" y="261283"/>
                </a:lnTo>
                <a:lnTo>
                  <a:pt x="367219" y="259346"/>
                </a:lnTo>
                <a:lnTo>
                  <a:pt x="367784" y="258730"/>
                </a:lnTo>
                <a:lnTo>
                  <a:pt x="375665" y="257221"/>
                </a:lnTo>
                <a:lnTo>
                  <a:pt x="376843" y="255946"/>
                </a:lnTo>
                <a:lnTo>
                  <a:pt x="385298" y="254099"/>
                </a:lnTo>
                <a:lnTo>
                  <a:pt x="387049" y="253662"/>
                </a:lnTo>
                <a:lnTo>
                  <a:pt x="390302" y="253555"/>
                </a:lnTo>
                <a:lnTo>
                  <a:pt x="390302" y="251428"/>
                </a:lnTo>
                <a:lnTo>
                  <a:pt x="398433" y="251007"/>
                </a:lnTo>
                <a:lnTo>
                  <a:pt x="399172" y="248317"/>
                </a:lnTo>
                <a:lnTo>
                  <a:pt x="409817" y="248024"/>
                </a:lnTo>
                <a:lnTo>
                  <a:pt x="411568" y="243114"/>
                </a:lnTo>
                <a:lnTo>
                  <a:pt x="425783" y="241152"/>
                </a:lnTo>
                <a:lnTo>
                  <a:pt x="426892" y="234178"/>
                </a:lnTo>
                <a:lnTo>
                  <a:pt x="446595" y="232326"/>
                </a:lnTo>
                <a:lnTo>
                  <a:pt x="447501" y="231857"/>
                </a:lnTo>
                <a:lnTo>
                  <a:pt x="455352" y="231771"/>
                </a:lnTo>
                <a:lnTo>
                  <a:pt x="455352" y="215318"/>
                </a:lnTo>
                <a:lnTo>
                  <a:pt x="478119" y="213930"/>
                </a:lnTo>
                <a:lnTo>
                  <a:pt x="478119" y="212771"/>
                </a:lnTo>
                <a:lnTo>
                  <a:pt x="492074" y="210831"/>
                </a:lnTo>
                <a:lnTo>
                  <a:pt x="493791" y="210130"/>
                </a:lnTo>
                <a:lnTo>
                  <a:pt x="503284" y="208446"/>
                </a:lnTo>
                <a:lnTo>
                  <a:pt x="503284" y="207923"/>
                </a:lnTo>
                <a:lnTo>
                  <a:pt x="512271" y="207604"/>
                </a:lnTo>
                <a:lnTo>
                  <a:pt x="514107" y="190787"/>
                </a:lnTo>
                <a:lnTo>
                  <a:pt x="536665" y="189324"/>
                </a:lnTo>
                <a:lnTo>
                  <a:pt x="536665" y="188615"/>
                </a:lnTo>
                <a:lnTo>
                  <a:pt x="546422" y="187781"/>
                </a:lnTo>
                <a:lnTo>
                  <a:pt x="546422" y="182652"/>
                </a:lnTo>
                <a:lnTo>
                  <a:pt x="569190" y="180948"/>
                </a:lnTo>
                <a:lnTo>
                  <a:pt x="569190" y="174038"/>
                </a:lnTo>
                <a:lnTo>
                  <a:pt x="597649" y="172501"/>
                </a:lnTo>
                <a:lnTo>
                  <a:pt x="597649" y="171260"/>
                </a:lnTo>
                <a:lnTo>
                  <a:pt x="620934" y="169395"/>
                </a:lnTo>
                <a:lnTo>
                  <a:pt x="621730" y="168322"/>
                </a:lnTo>
                <a:lnTo>
                  <a:pt x="648876" y="166445"/>
                </a:lnTo>
                <a:lnTo>
                  <a:pt x="648876" y="166280"/>
                </a:lnTo>
                <a:lnTo>
                  <a:pt x="683028" y="165981"/>
                </a:lnTo>
                <a:lnTo>
                  <a:pt x="683028" y="50683"/>
                </a:lnTo>
                <a:lnTo>
                  <a:pt x="788109" y="48737"/>
                </a:lnTo>
                <a:lnTo>
                  <a:pt x="788109" y="48609"/>
                </a:lnTo>
                <a:lnTo>
                  <a:pt x="796866" y="48609"/>
                </a:lnTo>
                <a:lnTo>
                  <a:pt x="796866" y="45173"/>
                </a:lnTo>
                <a:lnTo>
                  <a:pt x="819633" y="43846"/>
                </a:lnTo>
                <a:lnTo>
                  <a:pt x="819633" y="41695"/>
                </a:lnTo>
                <a:lnTo>
                  <a:pt x="853785" y="41652"/>
                </a:lnTo>
                <a:lnTo>
                  <a:pt x="853785" y="36689"/>
                </a:lnTo>
                <a:lnTo>
                  <a:pt x="993495" y="35413"/>
                </a:lnTo>
                <a:lnTo>
                  <a:pt x="993495" y="34511"/>
                </a:lnTo>
                <a:lnTo>
                  <a:pt x="1024541" y="34511"/>
                </a:lnTo>
                <a:lnTo>
                  <a:pt x="1024541" y="24584"/>
                </a:lnTo>
                <a:lnTo>
                  <a:pt x="1229450" y="23493"/>
                </a:lnTo>
                <a:lnTo>
                  <a:pt x="1229450" y="21508"/>
                </a:lnTo>
                <a:lnTo>
                  <a:pt x="1366055" y="21508"/>
                </a:lnTo>
                <a:lnTo>
                  <a:pt x="1366055" y="165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9329">
            <a:extLst>
              <a:ext uri="{FF2B5EF4-FFF2-40B4-BE49-F238E27FC236}">
                <a16:creationId xmlns:a16="http://schemas.microsoft.com/office/drawing/2014/main" id="{58D22295-EBF3-463B-9068-6FC0D75CE91F}"/>
              </a:ext>
            </a:extLst>
          </p:cNvPr>
          <p:cNvSpPr>
            <a:spLocks/>
          </p:cNvSpPr>
          <p:nvPr/>
        </p:nvSpPr>
        <p:spPr>
          <a:xfrm>
            <a:off x="6958625" y="3715443"/>
            <a:ext cx="2049083" cy="266533"/>
          </a:xfrm>
          <a:custGeom>
            <a:avLst/>
            <a:gdLst/>
            <a:ahLst/>
            <a:cxnLst/>
            <a:rect l="0" t="0" r="0" b="0"/>
            <a:pathLst>
              <a:path w="2049083" h="266533">
                <a:moveTo>
                  <a:pt x="0" y="266533"/>
                </a:moveTo>
                <a:lnTo>
                  <a:pt x="455352" y="266533"/>
                </a:lnTo>
                <a:lnTo>
                  <a:pt x="455352" y="223544"/>
                </a:lnTo>
                <a:lnTo>
                  <a:pt x="512271" y="223544"/>
                </a:lnTo>
                <a:lnTo>
                  <a:pt x="514107" y="207304"/>
                </a:lnTo>
                <a:lnTo>
                  <a:pt x="514107" y="207304"/>
                </a:lnTo>
                <a:lnTo>
                  <a:pt x="683028" y="207304"/>
                </a:lnTo>
                <a:lnTo>
                  <a:pt x="683028" y="44422"/>
                </a:lnTo>
                <a:lnTo>
                  <a:pt x="1024541" y="44422"/>
                </a:lnTo>
                <a:lnTo>
                  <a:pt x="1024541" y="12692"/>
                </a:lnTo>
                <a:lnTo>
                  <a:pt x="1366055" y="12692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9330">
            <a:extLst>
              <a:ext uri="{FF2B5EF4-FFF2-40B4-BE49-F238E27FC236}">
                <a16:creationId xmlns:a16="http://schemas.microsoft.com/office/drawing/2014/main" id="{BC74BB5F-EB6E-4388-8BEF-AE416F59FCC5}"/>
              </a:ext>
            </a:extLst>
          </p:cNvPr>
          <p:cNvSpPr>
            <a:spLocks/>
          </p:cNvSpPr>
          <p:nvPr/>
        </p:nvSpPr>
        <p:spPr>
          <a:xfrm>
            <a:off x="7269990" y="365519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9331">
            <a:extLst>
              <a:ext uri="{FF2B5EF4-FFF2-40B4-BE49-F238E27FC236}">
                <a16:creationId xmlns:a16="http://schemas.microsoft.com/office/drawing/2014/main" id="{10774EDF-D4DB-4761-B589-60EE9E05D34D}"/>
              </a:ext>
            </a:extLst>
          </p:cNvPr>
          <p:cNvSpPr>
            <a:spLocks/>
          </p:cNvSpPr>
          <p:nvPr/>
        </p:nvSpPr>
        <p:spPr>
          <a:xfrm>
            <a:off x="7611504" y="344455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9332">
            <a:extLst>
              <a:ext uri="{FF2B5EF4-FFF2-40B4-BE49-F238E27FC236}">
                <a16:creationId xmlns:a16="http://schemas.microsoft.com/office/drawing/2014/main" id="{14B6F723-5968-4636-81C5-BFCFBB743A21}"/>
              </a:ext>
            </a:extLst>
          </p:cNvPr>
          <p:cNvSpPr>
            <a:spLocks/>
          </p:cNvSpPr>
          <p:nvPr/>
        </p:nvSpPr>
        <p:spPr>
          <a:xfrm>
            <a:off x="8294532" y="339552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9333">
            <a:extLst>
              <a:ext uri="{FF2B5EF4-FFF2-40B4-BE49-F238E27FC236}">
                <a16:creationId xmlns:a16="http://schemas.microsoft.com/office/drawing/2014/main" id="{E431F647-2E2D-4B45-81F7-0CE160CAE5D2}"/>
              </a:ext>
            </a:extLst>
          </p:cNvPr>
          <p:cNvSpPr>
            <a:spLocks/>
          </p:cNvSpPr>
          <p:nvPr/>
        </p:nvSpPr>
        <p:spPr>
          <a:xfrm>
            <a:off x="8977559" y="339387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9334">
            <a:extLst>
              <a:ext uri="{FF2B5EF4-FFF2-40B4-BE49-F238E27FC236}">
                <a16:creationId xmlns:a16="http://schemas.microsoft.com/office/drawing/2014/main" id="{BD6C5DEE-5454-49BE-B7F4-0485A6237890}"/>
              </a:ext>
            </a:extLst>
          </p:cNvPr>
          <p:cNvSpPr>
            <a:spLocks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9335">
            <a:extLst>
              <a:ext uri="{FF2B5EF4-FFF2-40B4-BE49-F238E27FC236}">
                <a16:creationId xmlns:a16="http://schemas.microsoft.com/office/drawing/2014/main" id="{FEB05742-741E-4045-9583-30B91A5910A4}"/>
              </a:ext>
            </a:extLst>
          </p:cNvPr>
          <p:cNvSpPr>
            <a:spLocks/>
          </p:cNvSpPr>
          <p:nvPr/>
        </p:nvSpPr>
        <p:spPr>
          <a:xfrm>
            <a:off x="7591492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9336">
            <a:extLst>
              <a:ext uri="{FF2B5EF4-FFF2-40B4-BE49-F238E27FC236}">
                <a16:creationId xmlns:a16="http://schemas.microsoft.com/office/drawing/2014/main" id="{FD0AABEE-3D64-45ED-92EC-3D5ED04C4493}"/>
              </a:ext>
            </a:extLst>
          </p:cNvPr>
          <p:cNvSpPr>
            <a:spLocks/>
          </p:cNvSpPr>
          <p:nvPr/>
        </p:nvSpPr>
        <p:spPr>
          <a:xfrm>
            <a:off x="8274520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9337">
            <a:extLst>
              <a:ext uri="{FF2B5EF4-FFF2-40B4-BE49-F238E27FC236}">
                <a16:creationId xmlns:a16="http://schemas.microsoft.com/office/drawing/2014/main" id="{60948D47-7320-43BE-96D9-75D1AECF0C8A}"/>
              </a:ext>
            </a:extLst>
          </p:cNvPr>
          <p:cNvSpPr>
            <a:spLocks/>
          </p:cNvSpPr>
          <p:nvPr/>
        </p:nvSpPr>
        <p:spPr>
          <a:xfrm>
            <a:off x="8957547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9338">
            <a:extLst>
              <a:ext uri="{FF2B5EF4-FFF2-40B4-BE49-F238E27FC236}">
                <a16:creationId xmlns:a16="http://schemas.microsoft.com/office/drawing/2014/main" id="{B9793A68-51F5-4D90-A33C-EBBA9BA08E06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9339">
            <a:extLst>
              <a:ext uri="{FF2B5EF4-FFF2-40B4-BE49-F238E27FC236}">
                <a16:creationId xmlns:a16="http://schemas.microsoft.com/office/drawing/2014/main" id="{D127EAB1-C915-4F7B-99E6-419900F2C0ED}"/>
              </a:ext>
            </a:extLst>
          </p:cNvPr>
          <p:cNvSpPr>
            <a:spLocks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9340">
            <a:extLst>
              <a:ext uri="{FF2B5EF4-FFF2-40B4-BE49-F238E27FC236}">
                <a16:creationId xmlns:a16="http://schemas.microsoft.com/office/drawing/2014/main" id="{26C75A91-6D70-45CD-91B6-9C8957C60C8A}"/>
              </a:ext>
            </a:extLst>
          </p:cNvPr>
          <p:cNvSpPr>
            <a:spLocks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9341">
            <a:extLst>
              <a:ext uri="{FF2B5EF4-FFF2-40B4-BE49-F238E27FC236}">
                <a16:creationId xmlns:a16="http://schemas.microsoft.com/office/drawing/2014/main" id="{212B991A-6503-441D-998F-E019585911FD}"/>
              </a:ext>
            </a:extLst>
          </p:cNvPr>
          <p:cNvSpPr>
            <a:spLocks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9342">
            <a:extLst>
              <a:ext uri="{FF2B5EF4-FFF2-40B4-BE49-F238E27FC236}">
                <a16:creationId xmlns:a16="http://schemas.microsoft.com/office/drawing/2014/main" id="{3C9EC1C4-9E55-44DA-8CAF-4C95763793BB}"/>
              </a:ext>
            </a:extLst>
          </p:cNvPr>
          <p:cNvSpPr>
            <a:spLocks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9343">
            <a:extLst>
              <a:ext uri="{FF2B5EF4-FFF2-40B4-BE49-F238E27FC236}">
                <a16:creationId xmlns:a16="http://schemas.microsoft.com/office/drawing/2014/main" id="{7A203EB4-740E-467C-992E-28D848E2D53A}"/>
              </a:ext>
            </a:extLst>
          </p:cNvPr>
          <p:cNvSpPr>
            <a:spLocks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9344">
            <a:extLst>
              <a:ext uri="{FF2B5EF4-FFF2-40B4-BE49-F238E27FC236}">
                <a16:creationId xmlns:a16="http://schemas.microsoft.com/office/drawing/2014/main" id="{92498217-ECC8-41B3-9EC6-CD92D0762CF5}"/>
              </a:ext>
            </a:extLst>
          </p:cNvPr>
          <p:cNvSpPr>
            <a:spLocks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9345">
            <a:extLst>
              <a:ext uri="{FF2B5EF4-FFF2-40B4-BE49-F238E27FC236}">
                <a16:creationId xmlns:a16="http://schemas.microsoft.com/office/drawing/2014/main" id="{08786471-B75B-49F6-AEA9-C0EF6B5A652D}"/>
              </a:ext>
            </a:extLst>
          </p:cNvPr>
          <p:cNvSpPr>
            <a:spLocks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9346">
            <a:extLst>
              <a:ext uri="{FF2B5EF4-FFF2-40B4-BE49-F238E27FC236}">
                <a16:creationId xmlns:a16="http://schemas.microsoft.com/office/drawing/2014/main" id="{0B3AAC64-6880-446D-B884-C9B20F9CE65B}"/>
              </a:ext>
            </a:extLst>
          </p:cNvPr>
          <p:cNvSpPr>
            <a:spLocks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9347">
            <a:extLst>
              <a:ext uri="{FF2B5EF4-FFF2-40B4-BE49-F238E27FC236}">
                <a16:creationId xmlns:a16="http://schemas.microsoft.com/office/drawing/2014/main" id="{26C4EC20-BB9F-4D1E-8416-52001F3110FE}"/>
              </a:ext>
            </a:extLst>
          </p:cNvPr>
          <p:cNvSpPr>
            <a:spLocks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9348">
            <a:extLst>
              <a:ext uri="{FF2B5EF4-FFF2-40B4-BE49-F238E27FC236}">
                <a16:creationId xmlns:a16="http://schemas.microsoft.com/office/drawing/2014/main" id="{49F4EDB3-A98C-42AB-9377-2DCFE6076A16}"/>
              </a:ext>
            </a:extLst>
          </p:cNvPr>
          <p:cNvSpPr>
            <a:spLocks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9349">
            <a:extLst>
              <a:ext uri="{FF2B5EF4-FFF2-40B4-BE49-F238E27FC236}">
                <a16:creationId xmlns:a16="http://schemas.microsoft.com/office/drawing/2014/main" id="{22B53B58-EB36-4310-A16E-AE7577C9C2C6}"/>
              </a:ext>
            </a:extLst>
          </p:cNvPr>
          <p:cNvSpPr>
            <a:spLocks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9350">
            <a:extLst>
              <a:ext uri="{FF2B5EF4-FFF2-40B4-BE49-F238E27FC236}">
                <a16:creationId xmlns:a16="http://schemas.microsoft.com/office/drawing/2014/main" id="{5E6A3D3C-BEAA-470E-9351-9875C4622C53}"/>
              </a:ext>
            </a:extLst>
          </p:cNvPr>
          <p:cNvSpPr>
            <a:spLocks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9351">
            <a:extLst>
              <a:ext uri="{FF2B5EF4-FFF2-40B4-BE49-F238E27FC236}">
                <a16:creationId xmlns:a16="http://schemas.microsoft.com/office/drawing/2014/main" id="{2B630FF8-B67F-44E3-AE0D-BAE8D5F4A3B9}"/>
              </a:ext>
            </a:extLst>
          </p:cNvPr>
          <p:cNvSpPr>
            <a:spLocks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9352">
            <a:extLst>
              <a:ext uri="{FF2B5EF4-FFF2-40B4-BE49-F238E27FC236}">
                <a16:creationId xmlns:a16="http://schemas.microsoft.com/office/drawing/2014/main" id="{D6082B57-DEA8-4E70-9576-26F0745D21CF}"/>
              </a:ext>
            </a:extLst>
          </p:cNvPr>
          <p:cNvSpPr>
            <a:spLocks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9353">
            <a:extLst>
              <a:ext uri="{FF2B5EF4-FFF2-40B4-BE49-F238E27FC236}">
                <a16:creationId xmlns:a16="http://schemas.microsoft.com/office/drawing/2014/main" id="{96522165-4325-4270-8F6A-9408F71250D0}"/>
              </a:ext>
            </a:extLst>
          </p:cNvPr>
          <p:cNvSpPr>
            <a:spLocks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9354">
            <a:extLst>
              <a:ext uri="{FF2B5EF4-FFF2-40B4-BE49-F238E27FC236}">
                <a16:creationId xmlns:a16="http://schemas.microsoft.com/office/drawing/2014/main" id="{DEB9728C-FC95-45E4-A8DE-168D870D2253}"/>
              </a:ext>
            </a:extLst>
          </p:cNvPr>
          <p:cNvSpPr>
            <a:spLocks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9355">
            <a:extLst>
              <a:ext uri="{FF2B5EF4-FFF2-40B4-BE49-F238E27FC236}">
                <a16:creationId xmlns:a16="http://schemas.microsoft.com/office/drawing/2014/main" id="{6F566321-2C94-4339-9107-7F7D8AA3A22B}"/>
              </a:ext>
            </a:extLst>
          </p:cNvPr>
          <p:cNvSpPr>
            <a:spLocks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9356">
            <a:extLst>
              <a:ext uri="{FF2B5EF4-FFF2-40B4-BE49-F238E27FC236}">
                <a16:creationId xmlns:a16="http://schemas.microsoft.com/office/drawing/2014/main" id="{0807AEFB-9410-4FFB-A4DC-53D035420EC9}"/>
              </a:ext>
            </a:extLst>
          </p:cNvPr>
          <p:cNvSpPr>
            <a:spLocks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9357">
            <a:extLst>
              <a:ext uri="{FF2B5EF4-FFF2-40B4-BE49-F238E27FC236}">
                <a16:creationId xmlns:a16="http://schemas.microsoft.com/office/drawing/2014/main" id="{2B1D4ACC-27BF-493F-9BCE-E0C3ED2F2B2A}"/>
              </a:ext>
            </a:extLst>
          </p:cNvPr>
          <p:cNvSpPr>
            <a:spLocks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9358">
            <a:extLst>
              <a:ext uri="{FF2B5EF4-FFF2-40B4-BE49-F238E27FC236}">
                <a16:creationId xmlns:a16="http://schemas.microsoft.com/office/drawing/2014/main" id="{D02C69A5-D873-4F2C-9FC2-9488F0FF00FC}"/>
              </a:ext>
            </a:extLst>
          </p:cNvPr>
          <p:cNvSpPr>
            <a:spLocks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9359">
            <a:extLst>
              <a:ext uri="{FF2B5EF4-FFF2-40B4-BE49-F238E27FC236}">
                <a16:creationId xmlns:a16="http://schemas.microsoft.com/office/drawing/2014/main" id="{33174340-7EBE-4F01-A3F0-F472AC0B9D8A}"/>
              </a:ext>
            </a:extLst>
          </p:cNvPr>
          <p:cNvSpPr>
            <a:spLocks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9360">
            <a:extLst>
              <a:ext uri="{FF2B5EF4-FFF2-40B4-BE49-F238E27FC236}">
                <a16:creationId xmlns:a16="http://schemas.microsoft.com/office/drawing/2014/main" id="{AFEC6CB4-E390-4D54-8EF4-C352F90BEA1E}"/>
              </a:ext>
            </a:extLst>
          </p:cNvPr>
          <p:cNvSpPr>
            <a:spLocks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9361">
            <a:extLst>
              <a:ext uri="{FF2B5EF4-FFF2-40B4-BE49-F238E27FC236}">
                <a16:creationId xmlns:a16="http://schemas.microsoft.com/office/drawing/2014/main" id="{FEBDD6A0-F0F2-467F-BFFF-1E84FAEBDF21}"/>
              </a:ext>
            </a:extLst>
          </p:cNvPr>
          <p:cNvSpPr>
            <a:spLocks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9362">
            <a:extLst>
              <a:ext uri="{FF2B5EF4-FFF2-40B4-BE49-F238E27FC236}">
                <a16:creationId xmlns:a16="http://schemas.microsoft.com/office/drawing/2014/main" id="{AD9D4A54-E69F-4FDC-87E1-D9B97E8E1696}"/>
              </a:ext>
            </a:extLst>
          </p:cNvPr>
          <p:cNvSpPr>
            <a:spLocks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9363">
            <a:extLst>
              <a:ext uri="{FF2B5EF4-FFF2-40B4-BE49-F238E27FC236}">
                <a16:creationId xmlns:a16="http://schemas.microsoft.com/office/drawing/2014/main" id="{012F08FC-29B8-454F-8BCC-826CF1988345}"/>
              </a:ext>
            </a:extLst>
          </p:cNvPr>
          <p:cNvSpPr>
            <a:spLocks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9364">
            <a:extLst>
              <a:ext uri="{FF2B5EF4-FFF2-40B4-BE49-F238E27FC236}">
                <a16:creationId xmlns:a16="http://schemas.microsoft.com/office/drawing/2014/main" id="{5F56C57A-B660-4048-B423-58E510D0861E}"/>
              </a:ext>
            </a:extLst>
          </p:cNvPr>
          <p:cNvSpPr>
            <a:spLocks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9365">
            <a:extLst>
              <a:ext uri="{FF2B5EF4-FFF2-40B4-BE49-F238E27FC236}">
                <a16:creationId xmlns:a16="http://schemas.microsoft.com/office/drawing/2014/main" id="{728FD797-D092-4A54-A210-10682ED2CEC1}"/>
              </a:ext>
            </a:extLst>
          </p:cNvPr>
          <p:cNvSpPr>
            <a:spLocks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9366">
            <a:extLst>
              <a:ext uri="{FF2B5EF4-FFF2-40B4-BE49-F238E27FC236}">
                <a16:creationId xmlns:a16="http://schemas.microsoft.com/office/drawing/2014/main" id="{1325C2FF-D25B-47BD-B104-DC69D3EF368D}"/>
              </a:ext>
            </a:extLst>
          </p:cNvPr>
          <p:cNvSpPr>
            <a:spLocks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9367">
            <a:extLst>
              <a:ext uri="{FF2B5EF4-FFF2-40B4-BE49-F238E27FC236}">
                <a16:creationId xmlns:a16="http://schemas.microsoft.com/office/drawing/2014/main" id="{42DD8691-6A88-4D35-B3BE-4BA3AD75DD29}"/>
              </a:ext>
            </a:extLst>
          </p:cNvPr>
          <p:cNvSpPr>
            <a:spLocks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9368">
            <a:extLst>
              <a:ext uri="{FF2B5EF4-FFF2-40B4-BE49-F238E27FC236}">
                <a16:creationId xmlns:a16="http://schemas.microsoft.com/office/drawing/2014/main" id="{A5B8F643-51EC-4B95-AEA2-4B271FC68E56}"/>
              </a:ext>
            </a:extLst>
          </p:cNvPr>
          <p:cNvSpPr>
            <a:spLocks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9369">
            <a:extLst>
              <a:ext uri="{FF2B5EF4-FFF2-40B4-BE49-F238E27FC236}">
                <a16:creationId xmlns:a16="http://schemas.microsoft.com/office/drawing/2014/main" id="{8830F277-4356-42B7-9736-6C50F005974C}"/>
              </a:ext>
            </a:extLst>
          </p:cNvPr>
          <p:cNvSpPr>
            <a:spLocks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9370">
            <a:extLst>
              <a:ext uri="{FF2B5EF4-FFF2-40B4-BE49-F238E27FC236}">
                <a16:creationId xmlns:a16="http://schemas.microsoft.com/office/drawing/2014/main" id="{3B0ACE02-37F7-4EFE-BD2D-9CD77761B424}"/>
              </a:ext>
            </a:extLst>
          </p:cNvPr>
          <p:cNvSpPr>
            <a:spLocks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9371">
            <a:extLst>
              <a:ext uri="{FF2B5EF4-FFF2-40B4-BE49-F238E27FC236}">
                <a16:creationId xmlns:a16="http://schemas.microsoft.com/office/drawing/2014/main" id="{D4A0A9A3-C2F9-4ED9-8DD5-65FE01702607}"/>
              </a:ext>
            </a:extLst>
          </p:cNvPr>
          <p:cNvSpPr>
            <a:spLocks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9372">
            <a:extLst>
              <a:ext uri="{FF2B5EF4-FFF2-40B4-BE49-F238E27FC236}">
                <a16:creationId xmlns:a16="http://schemas.microsoft.com/office/drawing/2014/main" id="{D050EED5-AF2A-4F2C-A72E-DEBE01613898}"/>
              </a:ext>
            </a:extLst>
          </p:cNvPr>
          <p:cNvSpPr>
            <a:spLocks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9373">
            <a:extLst>
              <a:ext uri="{FF2B5EF4-FFF2-40B4-BE49-F238E27FC236}">
                <a16:creationId xmlns:a16="http://schemas.microsoft.com/office/drawing/2014/main" id="{BDDC17DC-3B92-473F-8008-7E0A0DBF641C}"/>
              </a:ext>
            </a:extLst>
          </p:cNvPr>
          <p:cNvSpPr>
            <a:spLocks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9374">
            <a:extLst>
              <a:ext uri="{FF2B5EF4-FFF2-40B4-BE49-F238E27FC236}">
                <a16:creationId xmlns:a16="http://schemas.microsoft.com/office/drawing/2014/main" id="{0CF35D94-46BD-4EFD-88EA-D2F9BC6E32C7}"/>
              </a:ext>
            </a:extLst>
          </p:cNvPr>
          <p:cNvSpPr>
            <a:spLocks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9375">
            <a:extLst>
              <a:ext uri="{FF2B5EF4-FFF2-40B4-BE49-F238E27FC236}">
                <a16:creationId xmlns:a16="http://schemas.microsoft.com/office/drawing/2014/main" id="{BF2A9346-B584-4C93-939A-5B5E9008E973}"/>
              </a:ext>
            </a:extLst>
          </p:cNvPr>
          <p:cNvSpPr>
            <a:spLocks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9376">
            <a:extLst>
              <a:ext uri="{FF2B5EF4-FFF2-40B4-BE49-F238E27FC236}">
                <a16:creationId xmlns:a16="http://schemas.microsoft.com/office/drawing/2014/main" id="{2E3C9E55-72C9-4636-A9D9-B9FACDE52532}"/>
              </a:ext>
            </a:extLst>
          </p:cNvPr>
          <p:cNvSpPr>
            <a:spLocks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9377">
            <a:extLst>
              <a:ext uri="{FF2B5EF4-FFF2-40B4-BE49-F238E27FC236}">
                <a16:creationId xmlns:a16="http://schemas.microsoft.com/office/drawing/2014/main" id="{99F42030-F174-4AAA-83ED-A11179506307}"/>
              </a:ext>
            </a:extLst>
          </p:cNvPr>
          <p:cNvSpPr>
            <a:spLocks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9378">
            <a:extLst>
              <a:ext uri="{FF2B5EF4-FFF2-40B4-BE49-F238E27FC236}">
                <a16:creationId xmlns:a16="http://schemas.microsoft.com/office/drawing/2014/main" id="{D43A7C8D-3C64-4204-B1A9-EE3BEA89ADDF}"/>
              </a:ext>
            </a:extLst>
          </p:cNvPr>
          <p:cNvSpPr>
            <a:spLocks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9379">
            <a:extLst>
              <a:ext uri="{FF2B5EF4-FFF2-40B4-BE49-F238E27FC236}">
                <a16:creationId xmlns:a16="http://schemas.microsoft.com/office/drawing/2014/main" id="{EFE66A5B-E573-4E74-9A48-4EFEA3DA4549}"/>
              </a:ext>
            </a:extLst>
          </p:cNvPr>
          <p:cNvSpPr>
            <a:spLocks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9380">
            <a:extLst>
              <a:ext uri="{FF2B5EF4-FFF2-40B4-BE49-F238E27FC236}">
                <a16:creationId xmlns:a16="http://schemas.microsoft.com/office/drawing/2014/main" id="{BA009F01-587B-467D-BA07-BC11049F6C56}"/>
              </a:ext>
            </a:extLst>
          </p:cNvPr>
          <p:cNvSpPr>
            <a:spLocks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9381">
            <a:extLst>
              <a:ext uri="{FF2B5EF4-FFF2-40B4-BE49-F238E27FC236}">
                <a16:creationId xmlns:a16="http://schemas.microsoft.com/office/drawing/2014/main" id="{C351BAFD-27EE-41F6-8507-F1772D9DFD76}"/>
              </a:ext>
            </a:extLst>
          </p:cNvPr>
          <p:cNvSpPr>
            <a:spLocks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9382">
            <a:extLst>
              <a:ext uri="{FF2B5EF4-FFF2-40B4-BE49-F238E27FC236}">
                <a16:creationId xmlns:a16="http://schemas.microsoft.com/office/drawing/2014/main" id="{314F5892-A976-4B53-837A-963546B7AE9F}"/>
              </a:ext>
            </a:extLst>
          </p:cNvPr>
          <p:cNvSpPr>
            <a:spLocks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9383">
            <a:extLst>
              <a:ext uri="{FF2B5EF4-FFF2-40B4-BE49-F238E27FC236}">
                <a16:creationId xmlns:a16="http://schemas.microsoft.com/office/drawing/2014/main" id="{F2894067-97D2-4591-87FF-191B11645E3B}"/>
              </a:ext>
            </a:extLst>
          </p:cNvPr>
          <p:cNvSpPr>
            <a:spLocks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9384">
            <a:extLst>
              <a:ext uri="{FF2B5EF4-FFF2-40B4-BE49-F238E27FC236}">
                <a16:creationId xmlns:a16="http://schemas.microsoft.com/office/drawing/2014/main" id="{DBA7F376-A35C-4C52-9E1C-F23E04E2D8DE}"/>
              </a:ext>
            </a:extLst>
          </p:cNvPr>
          <p:cNvSpPr>
            <a:spLocks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9385">
            <a:extLst>
              <a:ext uri="{FF2B5EF4-FFF2-40B4-BE49-F238E27FC236}">
                <a16:creationId xmlns:a16="http://schemas.microsoft.com/office/drawing/2014/main" id="{CEB89C29-6AFE-40B8-ADBC-D6BBFC7A7301}"/>
              </a:ext>
            </a:extLst>
          </p:cNvPr>
          <p:cNvSpPr>
            <a:spLocks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9386">
            <a:extLst>
              <a:ext uri="{FF2B5EF4-FFF2-40B4-BE49-F238E27FC236}">
                <a16:creationId xmlns:a16="http://schemas.microsoft.com/office/drawing/2014/main" id="{78739D1B-73A6-4DC2-9E0A-904E352DD228}"/>
              </a:ext>
            </a:extLst>
          </p:cNvPr>
          <p:cNvSpPr>
            <a:spLocks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9387">
            <a:extLst>
              <a:ext uri="{FF2B5EF4-FFF2-40B4-BE49-F238E27FC236}">
                <a16:creationId xmlns:a16="http://schemas.microsoft.com/office/drawing/2014/main" id="{19139DDD-B882-4B5A-861D-04376E0DE584}"/>
              </a:ext>
            </a:extLst>
          </p:cNvPr>
          <p:cNvSpPr>
            <a:spLocks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9388">
            <a:extLst>
              <a:ext uri="{FF2B5EF4-FFF2-40B4-BE49-F238E27FC236}">
                <a16:creationId xmlns:a16="http://schemas.microsoft.com/office/drawing/2014/main" id="{B99074B0-BE37-432C-9825-AFDF6F574DB2}"/>
              </a:ext>
            </a:extLst>
          </p:cNvPr>
          <p:cNvSpPr>
            <a:spLocks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9389">
            <a:extLst>
              <a:ext uri="{FF2B5EF4-FFF2-40B4-BE49-F238E27FC236}">
                <a16:creationId xmlns:a16="http://schemas.microsoft.com/office/drawing/2014/main" id="{695C7A33-14C0-4544-AEAB-55C291B5EDC3}"/>
              </a:ext>
            </a:extLst>
          </p:cNvPr>
          <p:cNvSpPr>
            <a:spLocks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9390">
            <a:extLst>
              <a:ext uri="{FF2B5EF4-FFF2-40B4-BE49-F238E27FC236}">
                <a16:creationId xmlns:a16="http://schemas.microsoft.com/office/drawing/2014/main" id="{7BB419B6-01EE-4585-8DDF-A422AA55160C}"/>
              </a:ext>
            </a:extLst>
          </p:cNvPr>
          <p:cNvSpPr>
            <a:spLocks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9391">
            <a:extLst>
              <a:ext uri="{FF2B5EF4-FFF2-40B4-BE49-F238E27FC236}">
                <a16:creationId xmlns:a16="http://schemas.microsoft.com/office/drawing/2014/main" id="{C5DE743C-DB6B-464B-B437-A3923DFC68A8}"/>
              </a:ext>
            </a:extLst>
          </p:cNvPr>
          <p:cNvSpPr>
            <a:spLocks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9392">
            <a:extLst>
              <a:ext uri="{FF2B5EF4-FFF2-40B4-BE49-F238E27FC236}">
                <a16:creationId xmlns:a16="http://schemas.microsoft.com/office/drawing/2014/main" id="{18B5FC20-7766-4048-9847-8326D06CDEB5}"/>
              </a:ext>
            </a:extLst>
          </p:cNvPr>
          <p:cNvSpPr>
            <a:spLocks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9393">
            <a:extLst>
              <a:ext uri="{FF2B5EF4-FFF2-40B4-BE49-F238E27FC236}">
                <a16:creationId xmlns:a16="http://schemas.microsoft.com/office/drawing/2014/main" id="{C8381304-1312-43FB-A981-85C04BE8105F}"/>
              </a:ext>
            </a:extLst>
          </p:cNvPr>
          <p:cNvSpPr>
            <a:spLocks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9394">
            <a:extLst>
              <a:ext uri="{FF2B5EF4-FFF2-40B4-BE49-F238E27FC236}">
                <a16:creationId xmlns:a16="http://schemas.microsoft.com/office/drawing/2014/main" id="{A0CF7643-8175-413C-9AAD-FC4832418DA6}"/>
              </a:ext>
            </a:extLst>
          </p:cNvPr>
          <p:cNvSpPr>
            <a:spLocks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9395">
            <a:extLst>
              <a:ext uri="{FF2B5EF4-FFF2-40B4-BE49-F238E27FC236}">
                <a16:creationId xmlns:a16="http://schemas.microsoft.com/office/drawing/2014/main" id="{78C93EA8-DD21-42C8-BA92-14545628BB9B}"/>
              </a:ext>
            </a:extLst>
          </p:cNvPr>
          <p:cNvSpPr>
            <a:spLocks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9396">
            <a:extLst>
              <a:ext uri="{FF2B5EF4-FFF2-40B4-BE49-F238E27FC236}">
                <a16:creationId xmlns:a16="http://schemas.microsoft.com/office/drawing/2014/main" id="{DB3E65B2-5C89-4D55-A66E-B4021285A251}"/>
              </a:ext>
            </a:extLst>
          </p:cNvPr>
          <p:cNvSpPr>
            <a:spLocks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9397">
            <a:extLst>
              <a:ext uri="{FF2B5EF4-FFF2-40B4-BE49-F238E27FC236}">
                <a16:creationId xmlns:a16="http://schemas.microsoft.com/office/drawing/2014/main" id="{65DAA1E8-F611-49E2-97F2-D23E84C9FE9D}"/>
              </a:ext>
            </a:extLst>
          </p:cNvPr>
          <p:cNvSpPr>
            <a:spLocks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9398">
            <a:extLst>
              <a:ext uri="{FF2B5EF4-FFF2-40B4-BE49-F238E27FC236}">
                <a16:creationId xmlns:a16="http://schemas.microsoft.com/office/drawing/2014/main" id="{ADFD8F96-60F4-461E-B912-515973F36C41}"/>
              </a:ext>
            </a:extLst>
          </p:cNvPr>
          <p:cNvSpPr>
            <a:spLocks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9399">
            <a:extLst>
              <a:ext uri="{FF2B5EF4-FFF2-40B4-BE49-F238E27FC236}">
                <a16:creationId xmlns:a16="http://schemas.microsoft.com/office/drawing/2014/main" id="{8A89A23D-1F48-49FE-9745-F7889A91EA69}"/>
              </a:ext>
            </a:extLst>
          </p:cNvPr>
          <p:cNvSpPr>
            <a:spLocks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9400">
            <a:extLst>
              <a:ext uri="{FF2B5EF4-FFF2-40B4-BE49-F238E27FC236}">
                <a16:creationId xmlns:a16="http://schemas.microsoft.com/office/drawing/2014/main" id="{7FB170F8-E9D1-4990-B180-E03B0E2AA1F3}"/>
              </a:ext>
            </a:extLst>
          </p:cNvPr>
          <p:cNvSpPr>
            <a:spLocks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9401">
            <a:extLst>
              <a:ext uri="{FF2B5EF4-FFF2-40B4-BE49-F238E27FC236}">
                <a16:creationId xmlns:a16="http://schemas.microsoft.com/office/drawing/2014/main" id="{26014C18-07EE-4F8D-8F4F-8FC7A91F702F}"/>
              </a:ext>
            </a:extLst>
          </p:cNvPr>
          <p:cNvSpPr>
            <a:spLocks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9402">
            <a:extLst>
              <a:ext uri="{FF2B5EF4-FFF2-40B4-BE49-F238E27FC236}">
                <a16:creationId xmlns:a16="http://schemas.microsoft.com/office/drawing/2014/main" id="{481FED14-4697-4749-92FE-37BA6181943A}"/>
              </a:ext>
            </a:extLst>
          </p:cNvPr>
          <p:cNvSpPr>
            <a:spLocks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9403">
            <a:extLst>
              <a:ext uri="{FF2B5EF4-FFF2-40B4-BE49-F238E27FC236}">
                <a16:creationId xmlns:a16="http://schemas.microsoft.com/office/drawing/2014/main" id="{8F876AEC-2F21-4912-A9F4-C178EAA20EF7}"/>
              </a:ext>
            </a:extLst>
          </p:cNvPr>
          <p:cNvSpPr>
            <a:spLocks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9404">
            <a:extLst>
              <a:ext uri="{FF2B5EF4-FFF2-40B4-BE49-F238E27FC236}">
                <a16:creationId xmlns:a16="http://schemas.microsoft.com/office/drawing/2014/main" id="{DD3B4073-86D6-491C-B3CD-B2F3E0D673AD}"/>
              </a:ext>
            </a:extLst>
          </p:cNvPr>
          <p:cNvSpPr>
            <a:spLocks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9405">
            <a:extLst>
              <a:ext uri="{FF2B5EF4-FFF2-40B4-BE49-F238E27FC236}">
                <a16:creationId xmlns:a16="http://schemas.microsoft.com/office/drawing/2014/main" id="{263DD0D6-44FD-4A5F-8126-30C2C52F34A6}"/>
              </a:ext>
            </a:extLst>
          </p:cNvPr>
          <p:cNvSpPr>
            <a:spLocks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9406">
            <a:extLst>
              <a:ext uri="{FF2B5EF4-FFF2-40B4-BE49-F238E27FC236}">
                <a16:creationId xmlns:a16="http://schemas.microsoft.com/office/drawing/2014/main" id="{3E7F285A-9704-4944-B18C-A2E57F28C3A6}"/>
              </a:ext>
            </a:extLst>
          </p:cNvPr>
          <p:cNvSpPr>
            <a:spLocks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9407">
            <a:extLst>
              <a:ext uri="{FF2B5EF4-FFF2-40B4-BE49-F238E27FC236}">
                <a16:creationId xmlns:a16="http://schemas.microsoft.com/office/drawing/2014/main" id="{D1FA24B8-E032-48DA-A1F6-E74A411038E6}"/>
              </a:ext>
            </a:extLst>
          </p:cNvPr>
          <p:cNvSpPr>
            <a:spLocks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9408">
            <a:extLst>
              <a:ext uri="{FF2B5EF4-FFF2-40B4-BE49-F238E27FC236}">
                <a16:creationId xmlns:a16="http://schemas.microsoft.com/office/drawing/2014/main" id="{E2502120-88AE-4E77-A2EC-4C87DA9FBE3F}"/>
              </a:ext>
            </a:extLst>
          </p:cNvPr>
          <p:cNvSpPr>
            <a:spLocks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9409">
            <a:extLst>
              <a:ext uri="{FF2B5EF4-FFF2-40B4-BE49-F238E27FC236}">
                <a16:creationId xmlns:a16="http://schemas.microsoft.com/office/drawing/2014/main" id="{4B7307ED-9950-4AD5-ACC3-F2CADD0B6B72}"/>
              </a:ext>
            </a:extLst>
          </p:cNvPr>
          <p:cNvSpPr>
            <a:spLocks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9410">
            <a:extLst>
              <a:ext uri="{FF2B5EF4-FFF2-40B4-BE49-F238E27FC236}">
                <a16:creationId xmlns:a16="http://schemas.microsoft.com/office/drawing/2014/main" id="{B6778433-FB1C-4253-86C0-CA4196C893D8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9411">
            <a:extLst>
              <a:ext uri="{FF2B5EF4-FFF2-40B4-BE49-F238E27FC236}">
                <a16:creationId xmlns:a16="http://schemas.microsoft.com/office/drawing/2014/main" id="{F5DBD1C0-750C-439D-BAB2-9093A116F494}"/>
              </a:ext>
            </a:extLst>
          </p:cNvPr>
          <p:cNvSpPr>
            <a:spLocks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9412">
            <a:extLst>
              <a:ext uri="{FF2B5EF4-FFF2-40B4-BE49-F238E27FC236}">
                <a16:creationId xmlns:a16="http://schemas.microsoft.com/office/drawing/2014/main" id="{1D275882-E80F-4AC6-AD57-76913041A306}"/>
              </a:ext>
            </a:extLst>
          </p:cNvPr>
          <p:cNvSpPr>
            <a:spLocks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9413">
            <a:extLst>
              <a:ext uri="{FF2B5EF4-FFF2-40B4-BE49-F238E27FC236}">
                <a16:creationId xmlns:a16="http://schemas.microsoft.com/office/drawing/2014/main" id="{87D963DC-2313-4DB2-9BE2-6A4F48C4FEE5}"/>
              </a:ext>
            </a:extLst>
          </p:cNvPr>
          <p:cNvSpPr>
            <a:spLocks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9414">
            <a:extLst>
              <a:ext uri="{FF2B5EF4-FFF2-40B4-BE49-F238E27FC236}">
                <a16:creationId xmlns:a16="http://schemas.microsoft.com/office/drawing/2014/main" id="{BC9C864D-9617-49C2-88EF-2A963A004AC7}"/>
              </a:ext>
            </a:extLst>
          </p:cNvPr>
          <p:cNvSpPr>
            <a:spLocks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9415">
            <a:extLst>
              <a:ext uri="{FF2B5EF4-FFF2-40B4-BE49-F238E27FC236}">
                <a16:creationId xmlns:a16="http://schemas.microsoft.com/office/drawing/2014/main" id="{09861CB9-021A-49D6-AAA7-2BD1377E4A6F}"/>
              </a:ext>
            </a:extLst>
          </p:cNvPr>
          <p:cNvSpPr>
            <a:spLocks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9416">
            <a:extLst>
              <a:ext uri="{FF2B5EF4-FFF2-40B4-BE49-F238E27FC236}">
                <a16:creationId xmlns:a16="http://schemas.microsoft.com/office/drawing/2014/main" id="{61E53651-0A15-4324-B391-E3DA2EEDD93A}"/>
              </a:ext>
            </a:extLst>
          </p:cNvPr>
          <p:cNvSpPr>
            <a:spLocks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9417">
            <a:extLst>
              <a:ext uri="{FF2B5EF4-FFF2-40B4-BE49-F238E27FC236}">
                <a16:creationId xmlns:a16="http://schemas.microsoft.com/office/drawing/2014/main" id="{73C5A8FD-E277-4977-B2FC-DC56209DF766}"/>
              </a:ext>
            </a:extLst>
          </p:cNvPr>
          <p:cNvSpPr>
            <a:spLocks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9418">
            <a:extLst>
              <a:ext uri="{FF2B5EF4-FFF2-40B4-BE49-F238E27FC236}">
                <a16:creationId xmlns:a16="http://schemas.microsoft.com/office/drawing/2014/main" id="{45553CAD-CA72-4CD0-B418-2515E6EF378D}"/>
              </a:ext>
            </a:extLst>
          </p:cNvPr>
          <p:cNvSpPr>
            <a:spLocks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9419">
            <a:extLst>
              <a:ext uri="{FF2B5EF4-FFF2-40B4-BE49-F238E27FC236}">
                <a16:creationId xmlns:a16="http://schemas.microsoft.com/office/drawing/2014/main" id="{07AE736D-83A1-4783-8D53-F7FAAFA0FF44}"/>
              </a:ext>
            </a:extLst>
          </p:cNvPr>
          <p:cNvSpPr>
            <a:spLocks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9420">
            <a:extLst>
              <a:ext uri="{FF2B5EF4-FFF2-40B4-BE49-F238E27FC236}">
                <a16:creationId xmlns:a16="http://schemas.microsoft.com/office/drawing/2014/main" id="{C975DE0C-21A6-4579-948E-DAD7F1DA33E6}"/>
              </a:ext>
            </a:extLst>
          </p:cNvPr>
          <p:cNvSpPr>
            <a:spLocks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9421">
            <a:extLst>
              <a:ext uri="{FF2B5EF4-FFF2-40B4-BE49-F238E27FC236}">
                <a16:creationId xmlns:a16="http://schemas.microsoft.com/office/drawing/2014/main" id="{AB84DAAD-350C-46B8-8481-1A0275C2608A}"/>
              </a:ext>
            </a:extLst>
          </p:cNvPr>
          <p:cNvSpPr>
            <a:spLocks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9422">
            <a:extLst>
              <a:ext uri="{FF2B5EF4-FFF2-40B4-BE49-F238E27FC236}">
                <a16:creationId xmlns:a16="http://schemas.microsoft.com/office/drawing/2014/main" id="{37A3C227-6731-48BD-A7C7-F90480A56CAC}"/>
              </a:ext>
            </a:extLst>
          </p:cNvPr>
          <p:cNvSpPr>
            <a:spLocks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9423">
            <a:extLst>
              <a:ext uri="{FF2B5EF4-FFF2-40B4-BE49-F238E27FC236}">
                <a16:creationId xmlns:a16="http://schemas.microsoft.com/office/drawing/2014/main" id="{F7369768-B3D7-4A1D-9CE2-56B2AD60EA5F}"/>
              </a:ext>
            </a:extLst>
          </p:cNvPr>
          <p:cNvSpPr>
            <a:spLocks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9424">
            <a:extLst>
              <a:ext uri="{FF2B5EF4-FFF2-40B4-BE49-F238E27FC236}">
                <a16:creationId xmlns:a16="http://schemas.microsoft.com/office/drawing/2014/main" id="{984556BD-BCB9-49D8-811E-6C9A2043E660}"/>
              </a:ext>
            </a:extLst>
          </p:cNvPr>
          <p:cNvSpPr>
            <a:spLocks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9425">
            <a:extLst>
              <a:ext uri="{FF2B5EF4-FFF2-40B4-BE49-F238E27FC236}">
                <a16:creationId xmlns:a16="http://schemas.microsoft.com/office/drawing/2014/main" id="{EBC23CD6-C101-43B5-AB6B-747B4E451436}"/>
              </a:ext>
            </a:extLst>
          </p:cNvPr>
          <p:cNvSpPr>
            <a:spLocks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9426">
            <a:extLst>
              <a:ext uri="{FF2B5EF4-FFF2-40B4-BE49-F238E27FC236}">
                <a16:creationId xmlns:a16="http://schemas.microsoft.com/office/drawing/2014/main" id="{B0260AF8-0B2F-4B67-89C3-528EE6676576}"/>
              </a:ext>
            </a:extLst>
          </p:cNvPr>
          <p:cNvSpPr>
            <a:spLocks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9427">
            <a:extLst>
              <a:ext uri="{FF2B5EF4-FFF2-40B4-BE49-F238E27FC236}">
                <a16:creationId xmlns:a16="http://schemas.microsoft.com/office/drawing/2014/main" id="{EA5EC1B8-46CA-4C6C-B020-16359EC8D689}"/>
              </a:ext>
            </a:extLst>
          </p:cNvPr>
          <p:cNvSpPr>
            <a:spLocks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9428">
            <a:extLst>
              <a:ext uri="{FF2B5EF4-FFF2-40B4-BE49-F238E27FC236}">
                <a16:creationId xmlns:a16="http://schemas.microsoft.com/office/drawing/2014/main" id="{275A2799-5184-457C-B8B1-AC5F82CA2F9C}"/>
              </a:ext>
            </a:extLst>
          </p:cNvPr>
          <p:cNvSpPr>
            <a:spLocks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9429">
            <a:extLst>
              <a:ext uri="{FF2B5EF4-FFF2-40B4-BE49-F238E27FC236}">
                <a16:creationId xmlns:a16="http://schemas.microsoft.com/office/drawing/2014/main" id="{CAE037A2-62FB-48F2-B659-12F3082E69FD}"/>
              </a:ext>
            </a:extLst>
          </p:cNvPr>
          <p:cNvSpPr>
            <a:spLocks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9430">
            <a:extLst>
              <a:ext uri="{FF2B5EF4-FFF2-40B4-BE49-F238E27FC236}">
                <a16:creationId xmlns:a16="http://schemas.microsoft.com/office/drawing/2014/main" id="{37F56C00-5BFE-409E-ACD5-AB3E24D2B2EA}"/>
              </a:ext>
            </a:extLst>
          </p:cNvPr>
          <p:cNvSpPr>
            <a:spLocks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9431">
            <a:extLst>
              <a:ext uri="{FF2B5EF4-FFF2-40B4-BE49-F238E27FC236}">
                <a16:creationId xmlns:a16="http://schemas.microsoft.com/office/drawing/2014/main" id="{BAF14342-B509-4BE4-8B04-0361BFCD8D00}"/>
              </a:ext>
            </a:extLst>
          </p:cNvPr>
          <p:cNvSpPr>
            <a:spLocks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9432">
            <a:extLst>
              <a:ext uri="{FF2B5EF4-FFF2-40B4-BE49-F238E27FC236}">
                <a16:creationId xmlns:a16="http://schemas.microsoft.com/office/drawing/2014/main" id="{C7A87913-6391-425B-82B5-8F647BDA301E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9433">
            <a:extLst>
              <a:ext uri="{FF2B5EF4-FFF2-40B4-BE49-F238E27FC236}">
                <a16:creationId xmlns:a16="http://schemas.microsoft.com/office/drawing/2014/main" id="{B03A31BD-A20C-4485-84C9-40BA891FB68C}"/>
              </a:ext>
            </a:extLst>
          </p:cNvPr>
          <p:cNvSpPr>
            <a:spLocks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9434">
            <a:extLst>
              <a:ext uri="{FF2B5EF4-FFF2-40B4-BE49-F238E27FC236}">
                <a16:creationId xmlns:a16="http://schemas.microsoft.com/office/drawing/2014/main" id="{6FF142FB-4957-4134-89CA-079FC0D4CA03}"/>
              </a:ext>
            </a:extLst>
          </p:cNvPr>
          <p:cNvSpPr>
            <a:spLocks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9435">
            <a:extLst>
              <a:ext uri="{FF2B5EF4-FFF2-40B4-BE49-F238E27FC236}">
                <a16:creationId xmlns:a16="http://schemas.microsoft.com/office/drawing/2014/main" id="{1F93DA54-CB89-425C-890C-80035A27385A}"/>
              </a:ext>
            </a:extLst>
          </p:cNvPr>
          <p:cNvSpPr>
            <a:spLocks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9436">
            <a:extLst>
              <a:ext uri="{FF2B5EF4-FFF2-40B4-BE49-F238E27FC236}">
                <a16:creationId xmlns:a16="http://schemas.microsoft.com/office/drawing/2014/main" id="{5B5CC7E7-58AF-4CA2-9D9C-B4EE8FBE7BC6}"/>
              </a:ext>
            </a:extLst>
          </p:cNvPr>
          <p:cNvSpPr>
            <a:spLocks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9437">
            <a:extLst>
              <a:ext uri="{FF2B5EF4-FFF2-40B4-BE49-F238E27FC236}">
                <a16:creationId xmlns:a16="http://schemas.microsoft.com/office/drawing/2014/main" id="{D757B1A4-889F-4F2B-AB7D-85418EC909E6}"/>
              </a:ext>
            </a:extLst>
          </p:cNvPr>
          <p:cNvSpPr>
            <a:spLocks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9438">
            <a:extLst>
              <a:ext uri="{FF2B5EF4-FFF2-40B4-BE49-F238E27FC236}">
                <a16:creationId xmlns:a16="http://schemas.microsoft.com/office/drawing/2014/main" id="{504C9CFB-76B8-495E-B4F5-5D1B32C47AA1}"/>
              </a:ext>
            </a:extLst>
          </p:cNvPr>
          <p:cNvSpPr>
            <a:spLocks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9439">
            <a:extLst>
              <a:ext uri="{FF2B5EF4-FFF2-40B4-BE49-F238E27FC236}">
                <a16:creationId xmlns:a16="http://schemas.microsoft.com/office/drawing/2014/main" id="{35ED5A29-5F43-4093-9241-A79C9465CD0C}"/>
              </a:ext>
            </a:extLst>
          </p:cNvPr>
          <p:cNvSpPr>
            <a:spLocks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9440">
            <a:extLst>
              <a:ext uri="{FF2B5EF4-FFF2-40B4-BE49-F238E27FC236}">
                <a16:creationId xmlns:a16="http://schemas.microsoft.com/office/drawing/2014/main" id="{A4DFE796-1632-4A45-B830-239D478849E6}"/>
              </a:ext>
            </a:extLst>
          </p:cNvPr>
          <p:cNvSpPr>
            <a:spLocks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9441">
            <a:extLst>
              <a:ext uri="{FF2B5EF4-FFF2-40B4-BE49-F238E27FC236}">
                <a16:creationId xmlns:a16="http://schemas.microsoft.com/office/drawing/2014/main" id="{543A65B9-C351-4EAA-ACEA-ECB1D5A54EC4}"/>
              </a:ext>
            </a:extLst>
          </p:cNvPr>
          <p:cNvSpPr>
            <a:spLocks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9442">
            <a:extLst>
              <a:ext uri="{FF2B5EF4-FFF2-40B4-BE49-F238E27FC236}">
                <a16:creationId xmlns:a16="http://schemas.microsoft.com/office/drawing/2014/main" id="{6289B606-0601-4EFE-BF61-A755739061F6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9443">
            <a:extLst>
              <a:ext uri="{FF2B5EF4-FFF2-40B4-BE49-F238E27FC236}">
                <a16:creationId xmlns:a16="http://schemas.microsoft.com/office/drawing/2014/main" id="{B1B68773-E67A-4516-A9D3-DF6288513CEF}"/>
              </a:ext>
            </a:extLst>
          </p:cNvPr>
          <p:cNvSpPr>
            <a:spLocks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9444">
            <a:extLst>
              <a:ext uri="{FF2B5EF4-FFF2-40B4-BE49-F238E27FC236}">
                <a16:creationId xmlns:a16="http://schemas.microsoft.com/office/drawing/2014/main" id="{6642A368-EB77-4330-B761-272EF40F7D63}"/>
              </a:ext>
            </a:extLst>
          </p:cNvPr>
          <p:cNvSpPr>
            <a:spLocks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9445">
            <a:extLst>
              <a:ext uri="{FF2B5EF4-FFF2-40B4-BE49-F238E27FC236}">
                <a16:creationId xmlns:a16="http://schemas.microsoft.com/office/drawing/2014/main" id="{F2DB2F82-6566-4C0B-866E-801AE293D301}"/>
              </a:ext>
            </a:extLst>
          </p:cNvPr>
          <p:cNvSpPr>
            <a:spLocks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9446">
            <a:extLst>
              <a:ext uri="{FF2B5EF4-FFF2-40B4-BE49-F238E27FC236}">
                <a16:creationId xmlns:a16="http://schemas.microsoft.com/office/drawing/2014/main" id="{40C7F650-1928-437C-9BE6-9C4412562929}"/>
              </a:ext>
            </a:extLst>
          </p:cNvPr>
          <p:cNvSpPr>
            <a:spLocks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9447">
            <a:extLst>
              <a:ext uri="{FF2B5EF4-FFF2-40B4-BE49-F238E27FC236}">
                <a16:creationId xmlns:a16="http://schemas.microsoft.com/office/drawing/2014/main" id="{E438B922-1C79-4E13-A006-2FF200833641}"/>
              </a:ext>
            </a:extLst>
          </p:cNvPr>
          <p:cNvSpPr>
            <a:spLocks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9448">
            <a:extLst>
              <a:ext uri="{FF2B5EF4-FFF2-40B4-BE49-F238E27FC236}">
                <a16:creationId xmlns:a16="http://schemas.microsoft.com/office/drawing/2014/main" id="{49208329-12F6-4515-BE47-9AF03E038F30}"/>
              </a:ext>
            </a:extLst>
          </p:cNvPr>
          <p:cNvSpPr>
            <a:spLocks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9449">
            <a:extLst>
              <a:ext uri="{FF2B5EF4-FFF2-40B4-BE49-F238E27FC236}">
                <a16:creationId xmlns:a16="http://schemas.microsoft.com/office/drawing/2014/main" id="{B16C43B4-5EAF-4C09-BC1E-941588753CB9}"/>
              </a:ext>
            </a:extLst>
          </p:cNvPr>
          <p:cNvSpPr>
            <a:spLocks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9450">
            <a:extLst>
              <a:ext uri="{FF2B5EF4-FFF2-40B4-BE49-F238E27FC236}">
                <a16:creationId xmlns:a16="http://schemas.microsoft.com/office/drawing/2014/main" id="{87422F9E-2E6B-46C4-B9F4-CDD6EA1B0F38}"/>
              </a:ext>
            </a:extLst>
          </p:cNvPr>
          <p:cNvSpPr>
            <a:spLocks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9451">
            <a:extLst>
              <a:ext uri="{FF2B5EF4-FFF2-40B4-BE49-F238E27FC236}">
                <a16:creationId xmlns:a16="http://schemas.microsoft.com/office/drawing/2014/main" id="{509B968D-7BA8-49E7-A567-687513E67E26}"/>
              </a:ext>
            </a:extLst>
          </p:cNvPr>
          <p:cNvSpPr>
            <a:spLocks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9452">
            <a:extLst>
              <a:ext uri="{FF2B5EF4-FFF2-40B4-BE49-F238E27FC236}">
                <a16:creationId xmlns:a16="http://schemas.microsoft.com/office/drawing/2014/main" id="{FE0EA945-96EA-4249-92AA-7B83321AD957}"/>
              </a:ext>
            </a:extLst>
          </p:cNvPr>
          <p:cNvSpPr>
            <a:spLocks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9453">
            <a:extLst>
              <a:ext uri="{FF2B5EF4-FFF2-40B4-BE49-F238E27FC236}">
                <a16:creationId xmlns:a16="http://schemas.microsoft.com/office/drawing/2014/main" id="{AF1CF598-5050-4B71-A78F-299CCD4E4237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9454">
            <a:extLst>
              <a:ext uri="{FF2B5EF4-FFF2-40B4-BE49-F238E27FC236}">
                <a16:creationId xmlns:a16="http://schemas.microsoft.com/office/drawing/2014/main" id="{2EAD5482-7AA0-4FF8-A15E-42DEC1342E9B}"/>
              </a:ext>
            </a:extLst>
          </p:cNvPr>
          <p:cNvSpPr>
            <a:spLocks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9455">
            <a:extLst>
              <a:ext uri="{FF2B5EF4-FFF2-40B4-BE49-F238E27FC236}">
                <a16:creationId xmlns:a16="http://schemas.microsoft.com/office/drawing/2014/main" id="{17CDB066-497F-424C-A4BC-23C7B02CDA0D}"/>
              </a:ext>
            </a:extLst>
          </p:cNvPr>
          <p:cNvSpPr>
            <a:spLocks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9456">
            <a:extLst>
              <a:ext uri="{FF2B5EF4-FFF2-40B4-BE49-F238E27FC236}">
                <a16:creationId xmlns:a16="http://schemas.microsoft.com/office/drawing/2014/main" id="{F4C7182C-551A-4E1F-AB21-7DDCC0F3B492}"/>
              </a:ext>
            </a:extLst>
          </p:cNvPr>
          <p:cNvSpPr>
            <a:spLocks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9457">
            <a:extLst>
              <a:ext uri="{FF2B5EF4-FFF2-40B4-BE49-F238E27FC236}">
                <a16:creationId xmlns:a16="http://schemas.microsoft.com/office/drawing/2014/main" id="{A0A9BC19-4E84-4DE6-9BF8-F8E5C6174B5B}"/>
              </a:ext>
            </a:extLst>
          </p:cNvPr>
          <p:cNvSpPr>
            <a:spLocks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9458">
            <a:extLst>
              <a:ext uri="{FF2B5EF4-FFF2-40B4-BE49-F238E27FC236}">
                <a16:creationId xmlns:a16="http://schemas.microsoft.com/office/drawing/2014/main" id="{30A93E89-88A8-4020-B97A-21D50F0FE5C5}"/>
              </a:ext>
            </a:extLst>
          </p:cNvPr>
          <p:cNvSpPr>
            <a:spLocks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9459">
            <a:extLst>
              <a:ext uri="{FF2B5EF4-FFF2-40B4-BE49-F238E27FC236}">
                <a16:creationId xmlns:a16="http://schemas.microsoft.com/office/drawing/2014/main" id="{96B68701-2840-4F64-9BF0-011B9C8E64F7}"/>
              </a:ext>
            </a:extLst>
          </p:cNvPr>
          <p:cNvSpPr>
            <a:spLocks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9460">
            <a:extLst>
              <a:ext uri="{FF2B5EF4-FFF2-40B4-BE49-F238E27FC236}">
                <a16:creationId xmlns:a16="http://schemas.microsoft.com/office/drawing/2014/main" id="{ECB754B3-2212-47B3-88DA-8765225BA81C}"/>
              </a:ext>
            </a:extLst>
          </p:cNvPr>
          <p:cNvSpPr>
            <a:spLocks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9461">
            <a:extLst>
              <a:ext uri="{FF2B5EF4-FFF2-40B4-BE49-F238E27FC236}">
                <a16:creationId xmlns:a16="http://schemas.microsoft.com/office/drawing/2014/main" id="{0EB0E202-A707-4608-A633-58598A3A7A67}"/>
              </a:ext>
            </a:extLst>
          </p:cNvPr>
          <p:cNvSpPr>
            <a:spLocks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9462">
            <a:extLst>
              <a:ext uri="{FF2B5EF4-FFF2-40B4-BE49-F238E27FC236}">
                <a16:creationId xmlns:a16="http://schemas.microsoft.com/office/drawing/2014/main" id="{67BFD2F1-3F8E-4794-B3E6-C503DEABB6A8}"/>
              </a:ext>
            </a:extLst>
          </p:cNvPr>
          <p:cNvSpPr>
            <a:spLocks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9463">
            <a:extLst>
              <a:ext uri="{FF2B5EF4-FFF2-40B4-BE49-F238E27FC236}">
                <a16:creationId xmlns:a16="http://schemas.microsoft.com/office/drawing/2014/main" id="{A19ABD06-F952-4F84-86B3-90029DABF724}"/>
              </a:ext>
            </a:extLst>
          </p:cNvPr>
          <p:cNvSpPr>
            <a:spLocks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9464">
            <a:extLst>
              <a:ext uri="{FF2B5EF4-FFF2-40B4-BE49-F238E27FC236}">
                <a16:creationId xmlns:a16="http://schemas.microsoft.com/office/drawing/2014/main" id="{0DD496E4-EDAF-4839-A8EE-823C54B429BB}"/>
              </a:ext>
            </a:extLst>
          </p:cNvPr>
          <p:cNvSpPr>
            <a:spLocks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9465">
            <a:extLst>
              <a:ext uri="{FF2B5EF4-FFF2-40B4-BE49-F238E27FC236}">
                <a16:creationId xmlns:a16="http://schemas.microsoft.com/office/drawing/2014/main" id="{6F9A9BC3-F2FB-40F7-9A76-BFFFC769CFF2}"/>
              </a:ext>
            </a:extLst>
          </p:cNvPr>
          <p:cNvSpPr>
            <a:spLocks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9466">
            <a:extLst>
              <a:ext uri="{FF2B5EF4-FFF2-40B4-BE49-F238E27FC236}">
                <a16:creationId xmlns:a16="http://schemas.microsoft.com/office/drawing/2014/main" id="{0298D83A-283A-409B-9AB6-728C76A0BDA6}"/>
              </a:ext>
            </a:extLst>
          </p:cNvPr>
          <p:cNvSpPr>
            <a:spLocks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9467">
            <a:extLst>
              <a:ext uri="{FF2B5EF4-FFF2-40B4-BE49-F238E27FC236}">
                <a16:creationId xmlns:a16="http://schemas.microsoft.com/office/drawing/2014/main" id="{98C1FD59-7A0A-4E4C-9146-4EEDDD3DF357}"/>
              </a:ext>
            </a:extLst>
          </p:cNvPr>
          <p:cNvSpPr>
            <a:spLocks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9468">
            <a:extLst>
              <a:ext uri="{FF2B5EF4-FFF2-40B4-BE49-F238E27FC236}">
                <a16:creationId xmlns:a16="http://schemas.microsoft.com/office/drawing/2014/main" id="{580A90F5-A369-4201-AAB2-4D972149DF19}"/>
              </a:ext>
            </a:extLst>
          </p:cNvPr>
          <p:cNvSpPr>
            <a:spLocks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9469">
            <a:extLst>
              <a:ext uri="{FF2B5EF4-FFF2-40B4-BE49-F238E27FC236}">
                <a16:creationId xmlns:a16="http://schemas.microsoft.com/office/drawing/2014/main" id="{2DE951E0-84A6-4322-BE09-6ABEF49CE823}"/>
              </a:ext>
            </a:extLst>
          </p:cNvPr>
          <p:cNvSpPr>
            <a:spLocks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9470">
            <a:extLst>
              <a:ext uri="{FF2B5EF4-FFF2-40B4-BE49-F238E27FC236}">
                <a16:creationId xmlns:a16="http://schemas.microsoft.com/office/drawing/2014/main" id="{555B574F-50BA-4C2C-89CC-E3919E958C7E}"/>
              </a:ext>
            </a:extLst>
          </p:cNvPr>
          <p:cNvSpPr>
            <a:spLocks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9471">
            <a:extLst>
              <a:ext uri="{FF2B5EF4-FFF2-40B4-BE49-F238E27FC236}">
                <a16:creationId xmlns:a16="http://schemas.microsoft.com/office/drawing/2014/main" id="{7E59F76D-BAFA-4D5B-9504-2AF762AE9A8E}"/>
              </a:ext>
            </a:extLst>
          </p:cNvPr>
          <p:cNvSpPr>
            <a:spLocks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9472">
            <a:extLst>
              <a:ext uri="{FF2B5EF4-FFF2-40B4-BE49-F238E27FC236}">
                <a16:creationId xmlns:a16="http://schemas.microsoft.com/office/drawing/2014/main" id="{653168AE-A42C-493C-A913-A039958A37CE}"/>
              </a:ext>
            </a:extLst>
          </p:cNvPr>
          <p:cNvSpPr>
            <a:spLocks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9473">
            <a:extLst>
              <a:ext uri="{FF2B5EF4-FFF2-40B4-BE49-F238E27FC236}">
                <a16:creationId xmlns:a16="http://schemas.microsoft.com/office/drawing/2014/main" id="{63EB4843-019B-47B6-A523-91A8D6E1BB2A}"/>
              </a:ext>
            </a:extLst>
          </p:cNvPr>
          <p:cNvSpPr>
            <a:spLocks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9474">
            <a:extLst>
              <a:ext uri="{FF2B5EF4-FFF2-40B4-BE49-F238E27FC236}">
                <a16:creationId xmlns:a16="http://schemas.microsoft.com/office/drawing/2014/main" id="{D95A03B7-E509-491F-B1A2-021F0FE9C336}"/>
              </a:ext>
            </a:extLst>
          </p:cNvPr>
          <p:cNvSpPr>
            <a:spLocks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9475">
            <a:extLst>
              <a:ext uri="{FF2B5EF4-FFF2-40B4-BE49-F238E27FC236}">
                <a16:creationId xmlns:a16="http://schemas.microsoft.com/office/drawing/2014/main" id="{ED9A6C6B-BC4D-4A58-88E5-4EB64CF3F38B}"/>
              </a:ext>
            </a:extLst>
          </p:cNvPr>
          <p:cNvSpPr>
            <a:spLocks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9476">
            <a:extLst>
              <a:ext uri="{FF2B5EF4-FFF2-40B4-BE49-F238E27FC236}">
                <a16:creationId xmlns:a16="http://schemas.microsoft.com/office/drawing/2014/main" id="{1C1701F6-1A3B-45C2-A228-70921370A46C}"/>
              </a:ext>
            </a:extLst>
          </p:cNvPr>
          <p:cNvSpPr>
            <a:spLocks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9477">
            <a:extLst>
              <a:ext uri="{FF2B5EF4-FFF2-40B4-BE49-F238E27FC236}">
                <a16:creationId xmlns:a16="http://schemas.microsoft.com/office/drawing/2014/main" id="{94A64EF3-ABA0-4DD6-85E7-C7BD216901F1}"/>
              </a:ext>
            </a:extLst>
          </p:cNvPr>
          <p:cNvSpPr>
            <a:spLocks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9478">
            <a:extLst>
              <a:ext uri="{FF2B5EF4-FFF2-40B4-BE49-F238E27FC236}">
                <a16:creationId xmlns:a16="http://schemas.microsoft.com/office/drawing/2014/main" id="{CD43056E-186C-4DD8-BDB1-0DCAD2771F6A}"/>
              </a:ext>
            </a:extLst>
          </p:cNvPr>
          <p:cNvSpPr>
            <a:spLocks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9479">
            <a:extLst>
              <a:ext uri="{FF2B5EF4-FFF2-40B4-BE49-F238E27FC236}">
                <a16:creationId xmlns:a16="http://schemas.microsoft.com/office/drawing/2014/main" id="{B1F8D225-761B-4E82-9DFF-F2EF86E68126}"/>
              </a:ext>
            </a:extLst>
          </p:cNvPr>
          <p:cNvSpPr>
            <a:spLocks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9480">
            <a:extLst>
              <a:ext uri="{FF2B5EF4-FFF2-40B4-BE49-F238E27FC236}">
                <a16:creationId xmlns:a16="http://schemas.microsoft.com/office/drawing/2014/main" id="{40AB3C79-A5A9-4E4C-BE37-C12D72B10509}"/>
              </a:ext>
            </a:extLst>
          </p:cNvPr>
          <p:cNvSpPr>
            <a:spLocks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9481">
            <a:extLst>
              <a:ext uri="{FF2B5EF4-FFF2-40B4-BE49-F238E27FC236}">
                <a16:creationId xmlns:a16="http://schemas.microsoft.com/office/drawing/2014/main" id="{3C327065-EFD8-4A8A-998B-4337962D8A8C}"/>
              </a:ext>
            </a:extLst>
          </p:cNvPr>
          <p:cNvSpPr>
            <a:spLocks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9482">
            <a:extLst>
              <a:ext uri="{FF2B5EF4-FFF2-40B4-BE49-F238E27FC236}">
                <a16:creationId xmlns:a16="http://schemas.microsoft.com/office/drawing/2014/main" id="{F37CEE61-64D7-4189-A101-305807B8E7F8}"/>
              </a:ext>
            </a:extLst>
          </p:cNvPr>
          <p:cNvSpPr>
            <a:spLocks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9483">
            <a:extLst>
              <a:ext uri="{FF2B5EF4-FFF2-40B4-BE49-F238E27FC236}">
                <a16:creationId xmlns:a16="http://schemas.microsoft.com/office/drawing/2014/main" id="{98122EA7-9454-47A1-8FD6-9A5ACE456277}"/>
              </a:ext>
            </a:extLst>
          </p:cNvPr>
          <p:cNvSpPr>
            <a:spLocks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9484">
            <a:extLst>
              <a:ext uri="{FF2B5EF4-FFF2-40B4-BE49-F238E27FC236}">
                <a16:creationId xmlns:a16="http://schemas.microsoft.com/office/drawing/2014/main" id="{EA780FE0-982C-4DA6-A459-7EE076DC0316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9485">
            <a:extLst>
              <a:ext uri="{FF2B5EF4-FFF2-40B4-BE49-F238E27FC236}">
                <a16:creationId xmlns:a16="http://schemas.microsoft.com/office/drawing/2014/main" id="{DF49BEDB-B4E3-47E4-99C7-C9DAB1DB455B}"/>
              </a:ext>
            </a:extLst>
          </p:cNvPr>
          <p:cNvSpPr>
            <a:spLocks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9486">
            <a:extLst>
              <a:ext uri="{FF2B5EF4-FFF2-40B4-BE49-F238E27FC236}">
                <a16:creationId xmlns:a16="http://schemas.microsoft.com/office/drawing/2014/main" id="{BC16E26F-1F0E-4C2E-B7DF-C31FFF43E257}"/>
              </a:ext>
            </a:extLst>
          </p:cNvPr>
          <p:cNvSpPr>
            <a:spLocks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9487">
            <a:extLst>
              <a:ext uri="{FF2B5EF4-FFF2-40B4-BE49-F238E27FC236}">
                <a16:creationId xmlns:a16="http://schemas.microsoft.com/office/drawing/2014/main" id="{649F9F40-56E1-494A-BE05-A1F9894B4CDC}"/>
              </a:ext>
            </a:extLst>
          </p:cNvPr>
          <p:cNvSpPr>
            <a:spLocks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9488">
            <a:extLst>
              <a:ext uri="{FF2B5EF4-FFF2-40B4-BE49-F238E27FC236}">
                <a16:creationId xmlns:a16="http://schemas.microsoft.com/office/drawing/2014/main" id="{C3D2C358-ECD4-4878-885D-6253E1B8F3FD}"/>
              </a:ext>
            </a:extLst>
          </p:cNvPr>
          <p:cNvSpPr>
            <a:spLocks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9489">
            <a:extLst>
              <a:ext uri="{FF2B5EF4-FFF2-40B4-BE49-F238E27FC236}">
                <a16:creationId xmlns:a16="http://schemas.microsoft.com/office/drawing/2014/main" id="{24F8C79E-3499-476B-ADA4-C06565DC1D8A}"/>
              </a:ext>
            </a:extLst>
          </p:cNvPr>
          <p:cNvSpPr>
            <a:spLocks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9490">
            <a:extLst>
              <a:ext uri="{FF2B5EF4-FFF2-40B4-BE49-F238E27FC236}">
                <a16:creationId xmlns:a16="http://schemas.microsoft.com/office/drawing/2014/main" id="{63A2E191-9C1F-4311-91CE-F228E6C4F8BB}"/>
              </a:ext>
            </a:extLst>
          </p:cNvPr>
          <p:cNvSpPr>
            <a:spLocks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9491">
            <a:extLst>
              <a:ext uri="{FF2B5EF4-FFF2-40B4-BE49-F238E27FC236}">
                <a16:creationId xmlns:a16="http://schemas.microsoft.com/office/drawing/2014/main" id="{F5460A28-6CCF-45A7-98A4-6A66615AB259}"/>
              </a:ext>
            </a:extLst>
          </p:cNvPr>
          <p:cNvSpPr>
            <a:spLocks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9492">
            <a:extLst>
              <a:ext uri="{FF2B5EF4-FFF2-40B4-BE49-F238E27FC236}">
                <a16:creationId xmlns:a16="http://schemas.microsoft.com/office/drawing/2014/main" id="{9D7E641C-9678-48F7-B776-66125BA8D133}"/>
              </a:ext>
            </a:extLst>
          </p:cNvPr>
          <p:cNvSpPr>
            <a:spLocks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9493">
            <a:extLst>
              <a:ext uri="{FF2B5EF4-FFF2-40B4-BE49-F238E27FC236}">
                <a16:creationId xmlns:a16="http://schemas.microsoft.com/office/drawing/2014/main" id="{FBE8A0A7-86C6-45C1-B690-ECD1BB35C376}"/>
              </a:ext>
            </a:extLst>
          </p:cNvPr>
          <p:cNvSpPr>
            <a:spLocks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9494">
            <a:extLst>
              <a:ext uri="{FF2B5EF4-FFF2-40B4-BE49-F238E27FC236}">
                <a16:creationId xmlns:a16="http://schemas.microsoft.com/office/drawing/2014/main" id="{959EF22A-5018-475D-AA1D-D88AF4D2854A}"/>
              </a:ext>
            </a:extLst>
          </p:cNvPr>
          <p:cNvSpPr>
            <a:spLocks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9495">
            <a:extLst>
              <a:ext uri="{FF2B5EF4-FFF2-40B4-BE49-F238E27FC236}">
                <a16:creationId xmlns:a16="http://schemas.microsoft.com/office/drawing/2014/main" id="{EDAE1E49-97E3-4286-8FB4-72E4346E99E4}"/>
              </a:ext>
            </a:extLst>
          </p:cNvPr>
          <p:cNvSpPr>
            <a:spLocks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9496">
            <a:extLst>
              <a:ext uri="{FF2B5EF4-FFF2-40B4-BE49-F238E27FC236}">
                <a16:creationId xmlns:a16="http://schemas.microsoft.com/office/drawing/2014/main" id="{21BFCC1D-74AA-49B4-8BEE-3209DACFDBA4}"/>
              </a:ext>
            </a:extLst>
          </p:cNvPr>
          <p:cNvSpPr>
            <a:spLocks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9497">
            <a:extLst>
              <a:ext uri="{FF2B5EF4-FFF2-40B4-BE49-F238E27FC236}">
                <a16:creationId xmlns:a16="http://schemas.microsoft.com/office/drawing/2014/main" id="{5E1FC6EE-99B6-4BBE-806A-F0C1FAEC3B08}"/>
              </a:ext>
            </a:extLst>
          </p:cNvPr>
          <p:cNvSpPr>
            <a:spLocks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9498">
            <a:extLst>
              <a:ext uri="{FF2B5EF4-FFF2-40B4-BE49-F238E27FC236}">
                <a16:creationId xmlns:a16="http://schemas.microsoft.com/office/drawing/2014/main" id="{5244403C-78B3-45BD-A2C2-6A3453B7A1D1}"/>
              </a:ext>
            </a:extLst>
          </p:cNvPr>
          <p:cNvSpPr>
            <a:spLocks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9499">
            <a:extLst>
              <a:ext uri="{FF2B5EF4-FFF2-40B4-BE49-F238E27FC236}">
                <a16:creationId xmlns:a16="http://schemas.microsoft.com/office/drawing/2014/main" id="{D4E1A1A2-78B5-46B6-812C-9D52B2E398ED}"/>
              </a:ext>
            </a:extLst>
          </p:cNvPr>
          <p:cNvSpPr>
            <a:spLocks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9500">
            <a:extLst>
              <a:ext uri="{FF2B5EF4-FFF2-40B4-BE49-F238E27FC236}">
                <a16:creationId xmlns:a16="http://schemas.microsoft.com/office/drawing/2014/main" id="{C3FE8984-FCF5-4D2D-B3FD-281D6B90756A}"/>
              </a:ext>
            </a:extLst>
          </p:cNvPr>
          <p:cNvSpPr>
            <a:spLocks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9501">
            <a:extLst>
              <a:ext uri="{FF2B5EF4-FFF2-40B4-BE49-F238E27FC236}">
                <a16:creationId xmlns:a16="http://schemas.microsoft.com/office/drawing/2014/main" id="{9F57D35C-8AF8-462C-8319-B1ED6F94096E}"/>
              </a:ext>
            </a:extLst>
          </p:cNvPr>
          <p:cNvSpPr>
            <a:spLocks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9502">
            <a:extLst>
              <a:ext uri="{FF2B5EF4-FFF2-40B4-BE49-F238E27FC236}">
                <a16:creationId xmlns:a16="http://schemas.microsoft.com/office/drawing/2014/main" id="{DCB08019-8FF5-47E0-8780-87E691AAA65E}"/>
              </a:ext>
            </a:extLst>
          </p:cNvPr>
          <p:cNvSpPr>
            <a:spLocks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9503">
            <a:extLst>
              <a:ext uri="{FF2B5EF4-FFF2-40B4-BE49-F238E27FC236}">
                <a16:creationId xmlns:a16="http://schemas.microsoft.com/office/drawing/2014/main" id="{9D51D654-1A92-4436-949F-EBB23F030372}"/>
              </a:ext>
            </a:extLst>
          </p:cNvPr>
          <p:cNvSpPr>
            <a:spLocks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9504">
            <a:extLst>
              <a:ext uri="{FF2B5EF4-FFF2-40B4-BE49-F238E27FC236}">
                <a16:creationId xmlns:a16="http://schemas.microsoft.com/office/drawing/2014/main" id="{0609D5C2-B2CE-4640-AF58-AC688E6988ED}"/>
              </a:ext>
            </a:extLst>
          </p:cNvPr>
          <p:cNvSpPr>
            <a:spLocks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9505">
            <a:extLst>
              <a:ext uri="{FF2B5EF4-FFF2-40B4-BE49-F238E27FC236}">
                <a16:creationId xmlns:a16="http://schemas.microsoft.com/office/drawing/2014/main" id="{0DB2ADB9-8BD3-46FD-8C0B-D81C7ABA1734}"/>
              </a:ext>
            </a:extLst>
          </p:cNvPr>
          <p:cNvSpPr>
            <a:spLocks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9506">
            <a:extLst>
              <a:ext uri="{FF2B5EF4-FFF2-40B4-BE49-F238E27FC236}">
                <a16:creationId xmlns:a16="http://schemas.microsoft.com/office/drawing/2014/main" id="{2F99B4B4-685F-4729-8AA4-35B39899DE84}"/>
              </a:ext>
            </a:extLst>
          </p:cNvPr>
          <p:cNvSpPr>
            <a:spLocks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9507">
            <a:extLst>
              <a:ext uri="{FF2B5EF4-FFF2-40B4-BE49-F238E27FC236}">
                <a16:creationId xmlns:a16="http://schemas.microsoft.com/office/drawing/2014/main" id="{D14195D9-6674-4193-942B-84EC90C3C12A}"/>
              </a:ext>
            </a:extLst>
          </p:cNvPr>
          <p:cNvSpPr>
            <a:spLocks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9508">
            <a:extLst>
              <a:ext uri="{FF2B5EF4-FFF2-40B4-BE49-F238E27FC236}">
                <a16:creationId xmlns:a16="http://schemas.microsoft.com/office/drawing/2014/main" id="{70EBFCAF-C4A1-44A5-91B3-9BD583ED2652}"/>
              </a:ext>
            </a:extLst>
          </p:cNvPr>
          <p:cNvSpPr>
            <a:spLocks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9509">
            <a:extLst>
              <a:ext uri="{FF2B5EF4-FFF2-40B4-BE49-F238E27FC236}">
                <a16:creationId xmlns:a16="http://schemas.microsoft.com/office/drawing/2014/main" id="{FD4902E9-CD8B-4E72-8C53-5081EA7EB48D}"/>
              </a:ext>
            </a:extLst>
          </p:cNvPr>
          <p:cNvSpPr>
            <a:spLocks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9510">
            <a:extLst>
              <a:ext uri="{FF2B5EF4-FFF2-40B4-BE49-F238E27FC236}">
                <a16:creationId xmlns:a16="http://schemas.microsoft.com/office/drawing/2014/main" id="{4A178FAE-4E6A-4493-89F4-CB379A18BAA4}"/>
              </a:ext>
            </a:extLst>
          </p:cNvPr>
          <p:cNvSpPr>
            <a:spLocks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9511">
            <a:extLst>
              <a:ext uri="{FF2B5EF4-FFF2-40B4-BE49-F238E27FC236}">
                <a16:creationId xmlns:a16="http://schemas.microsoft.com/office/drawing/2014/main" id="{C2415B95-A898-42AC-89B1-9429634B403A}"/>
              </a:ext>
            </a:extLst>
          </p:cNvPr>
          <p:cNvSpPr>
            <a:spLocks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9512">
            <a:extLst>
              <a:ext uri="{FF2B5EF4-FFF2-40B4-BE49-F238E27FC236}">
                <a16:creationId xmlns:a16="http://schemas.microsoft.com/office/drawing/2014/main" id="{C9404D86-C5BB-40E6-BF2B-EA304F807A1E}"/>
              </a:ext>
            </a:extLst>
          </p:cNvPr>
          <p:cNvSpPr>
            <a:spLocks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9513">
            <a:extLst>
              <a:ext uri="{FF2B5EF4-FFF2-40B4-BE49-F238E27FC236}">
                <a16:creationId xmlns:a16="http://schemas.microsoft.com/office/drawing/2014/main" id="{FA6BD221-F2CA-4653-B169-D1FCC2F91DFE}"/>
              </a:ext>
            </a:extLst>
          </p:cNvPr>
          <p:cNvSpPr>
            <a:spLocks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9514">
            <a:extLst>
              <a:ext uri="{FF2B5EF4-FFF2-40B4-BE49-F238E27FC236}">
                <a16:creationId xmlns:a16="http://schemas.microsoft.com/office/drawing/2014/main" id="{1FF2B7E4-19B6-478D-8CD6-F11D070497EA}"/>
              </a:ext>
            </a:extLst>
          </p:cNvPr>
          <p:cNvSpPr>
            <a:spLocks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9515">
            <a:extLst>
              <a:ext uri="{FF2B5EF4-FFF2-40B4-BE49-F238E27FC236}">
                <a16:creationId xmlns:a16="http://schemas.microsoft.com/office/drawing/2014/main" id="{A7E4A40D-B552-42CC-874E-9E818849FE73}"/>
              </a:ext>
            </a:extLst>
          </p:cNvPr>
          <p:cNvSpPr>
            <a:spLocks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9516">
            <a:extLst>
              <a:ext uri="{FF2B5EF4-FFF2-40B4-BE49-F238E27FC236}">
                <a16:creationId xmlns:a16="http://schemas.microsoft.com/office/drawing/2014/main" id="{A9F9AB9E-E993-4F93-B6CE-8C6D8ACF68DE}"/>
              </a:ext>
            </a:extLst>
          </p:cNvPr>
          <p:cNvSpPr>
            <a:spLocks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9517">
            <a:extLst>
              <a:ext uri="{FF2B5EF4-FFF2-40B4-BE49-F238E27FC236}">
                <a16:creationId xmlns:a16="http://schemas.microsoft.com/office/drawing/2014/main" id="{6259EC4B-1F68-401E-B629-BC8C7FF0F868}"/>
              </a:ext>
            </a:extLst>
          </p:cNvPr>
          <p:cNvSpPr>
            <a:spLocks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9518">
            <a:extLst>
              <a:ext uri="{FF2B5EF4-FFF2-40B4-BE49-F238E27FC236}">
                <a16:creationId xmlns:a16="http://schemas.microsoft.com/office/drawing/2014/main" id="{816BFD83-2F62-4FE9-8CE2-849110C18E06}"/>
              </a:ext>
            </a:extLst>
          </p:cNvPr>
          <p:cNvSpPr>
            <a:spLocks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9519">
            <a:extLst>
              <a:ext uri="{FF2B5EF4-FFF2-40B4-BE49-F238E27FC236}">
                <a16:creationId xmlns:a16="http://schemas.microsoft.com/office/drawing/2014/main" id="{03B42BEC-E9B1-4E3B-95BE-4D299B036310}"/>
              </a:ext>
            </a:extLst>
          </p:cNvPr>
          <p:cNvSpPr>
            <a:spLocks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9520">
            <a:extLst>
              <a:ext uri="{FF2B5EF4-FFF2-40B4-BE49-F238E27FC236}">
                <a16:creationId xmlns:a16="http://schemas.microsoft.com/office/drawing/2014/main" id="{86A08B7A-1907-4CB1-8851-F9991182283E}"/>
              </a:ext>
            </a:extLst>
          </p:cNvPr>
          <p:cNvSpPr>
            <a:spLocks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9521">
            <a:extLst>
              <a:ext uri="{FF2B5EF4-FFF2-40B4-BE49-F238E27FC236}">
                <a16:creationId xmlns:a16="http://schemas.microsoft.com/office/drawing/2014/main" id="{A585F4D0-F770-4DCF-98A3-C253DA892DB4}"/>
              </a:ext>
            </a:extLst>
          </p:cNvPr>
          <p:cNvSpPr>
            <a:spLocks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9522">
            <a:extLst>
              <a:ext uri="{FF2B5EF4-FFF2-40B4-BE49-F238E27FC236}">
                <a16:creationId xmlns:a16="http://schemas.microsoft.com/office/drawing/2014/main" id="{8DCD52AD-2779-4908-BF63-2E317D0BB0E1}"/>
              </a:ext>
            </a:extLst>
          </p:cNvPr>
          <p:cNvSpPr>
            <a:spLocks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9523">
            <a:extLst>
              <a:ext uri="{FF2B5EF4-FFF2-40B4-BE49-F238E27FC236}">
                <a16:creationId xmlns:a16="http://schemas.microsoft.com/office/drawing/2014/main" id="{ECF67ED7-EF4D-400B-A5A5-64992D6B396A}"/>
              </a:ext>
            </a:extLst>
          </p:cNvPr>
          <p:cNvSpPr>
            <a:spLocks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9524">
            <a:extLst>
              <a:ext uri="{FF2B5EF4-FFF2-40B4-BE49-F238E27FC236}">
                <a16:creationId xmlns:a16="http://schemas.microsoft.com/office/drawing/2014/main" id="{7F882C10-B104-476B-9DCB-0584BC7B377D}"/>
              </a:ext>
            </a:extLst>
          </p:cNvPr>
          <p:cNvSpPr>
            <a:spLocks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9525">
            <a:extLst>
              <a:ext uri="{FF2B5EF4-FFF2-40B4-BE49-F238E27FC236}">
                <a16:creationId xmlns:a16="http://schemas.microsoft.com/office/drawing/2014/main" id="{A5672FC1-2282-4DFA-AA4D-40DF58C6A376}"/>
              </a:ext>
            </a:extLst>
          </p:cNvPr>
          <p:cNvSpPr>
            <a:spLocks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9526">
            <a:extLst>
              <a:ext uri="{FF2B5EF4-FFF2-40B4-BE49-F238E27FC236}">
                <a16:creationId xmlns:a16="http://schemas.microsoft.com/office/drawing/2014/main" id="{93ED8E45-973E-4B00-A716-E55F56311C08}"/>
              </a:ext>
            </a:extLst>
          </p:cNvPr>
          <p:cNvSpPr>
            <a:spLocks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9527">
            <a:extLst>
              <a:ext uri="{FF2B5EF4-FFF2-40B4-BE49-F238E27FC236}">
                <a16:creationId xmlns:a16="http://schemas.microsoft.com/office/drawing/2014/main" id="{540BF446-D2A3-45C2-BE8E-C8A625FEB110}"/>
              </a:ext>
            </a:extLst>
          </p:cNvPr>
          <p:cNvSpPr>
            <a:spLocks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9528">
            <a:extLst>
              <a:ext uri="{FF2B5EF4-FFF2-40B4-BE49-F238E27FC236}">
                <a16:creationId xmlns:a16="http://schemas.microsoft.com/office/drawing/2014/main" id="{68AF753C-A008-48FF-AA11-CF6E4F3194B4}"/>
              </a:ext>
            </a:extLst>
          </p:cNvPr>
          <p:cNvSpPr>
            <a:spLocks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9529">
            <a:extLst>
              <a:ext uri="{FF2B5EF4-FFF2-40B4-BE49-F238E27FC236}">
                <a16:creationId xmlns:a16="http://schemas.microsoft.com/office/drawing/2014/main" id="{EF228F8F-2EB4-4C0B-AA42-AB321743141E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9530">
            <a:extLst>
              <a:ext uri="{FF2B5EF4-FFF2-40B4-BE49-F238E27FC236}">
                <a16:creationId xmlns:a16="http://schemas.microsoft.com/office/drawing/2014/main" id="{7CA950A4-5F05-4056-A556-02647C9A7B8D}"/>
              </a:ext>
            </a:extLst>
          </p:cNvPr>
          <p:cNvSpPr>
            <a:spLocks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9531">
            <a:extLst>
              <a:ext uri="{FF2B5EF4-FFF2-40B4-BE49-F238E27FC236}">
                <a16:creationId xmlns:a16="http://schemas.microsoft.com/office/drawing/2014/main" id="{4014E2C1-3B6F-42FC-913A-23DB539D911C}"/>
              </a:ext>
            </a:extLst>
          </p:cNvPr>
          <p:cNvSpPr>
            <a:spLocks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9532">
            <a:extLst>
              <a:ext uri="{FF2B5EF4-FFF2-40B4-BE49-F238E27FC236}">
                <a16:creationId xmlns:a16="http://schemas.microsoft.com/office/drawing/2014/main" id="{E574474D-22A4-4EC4-A710-BDE47DD8A5AB}"/>
              </a:ext>
            </a:extLst>
          </p:cNvPr>
          <p:cNvSpPr>
            <a:spLocks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9533">
            <a:extLst>
              <a:ext uri="{FF2B5EF4-FFF2-40B4-BE49-F238E27FC236}">
                <a16:creationId xmlns:a16="http://schemas.microsoft.com/office/drawing/2014/main" id="{A55BF9F2-2476-439C-9417-9F8E36975C27}"/>
              </a:ext>
            </a:extLst>
          </p:cNvPr>
          <p:cNvSpPr>
            <a:spLocks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9534">
            <a:extLst>
              <a:ext uri="{FF2B5EF4-FFF2-40B4-BE49-F238E27FC236}">
                <a16:creationId xmlns:a16="http://schemas.microsoft.com/office/drawing/2014/main" id="{23A8693C-97C4-4C22-BDC7-8D125FE9F077}"/>
              </a:ext>
            </a:extLst>
          </p:cNvPr>
          <p:cNvSpPr>
            <a:spLocks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9535">
            <a:extLst>
              <a:ext uri="{FF2B5EF4-FFF2-40B4-BE49-F238E27FC236}">
                <a16:creationId xmlns:a16="http://schemas.microsoft.com/office/drawing/2014/main" id="{A261552C-9A95-4596-A143-1FEFBCD59183}"/>
              </a:ext>
            </a:extLst>
          </p:cNvPr>
          <p:cNvSpPr>
            <a:spLocks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9536">
            <a:extLst>
              <a:ext uri="{FF2B5EF4-FFF2-40B4-BE49-F238E27FC236}">
                <a16:creationId xmlns:a16="http://schemas.microsoft.com/office/drawing/2014/main" id="{C6311F2D-9B1B-44DD-9055-1F754DDE9DF7}"/>
              </a:ext>
            </a:extLst>
          </p:cNvPr>
          <p:cNvSpPr>
            <a:spLocks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9537">
            <a:extLst>
              <a:ext uri="{FF2B5EF4-FFF2-40B4-BE49-F238E27FC236}">
                <a16:creationId xmlns:a16="http://schemas.microsoft.com/office/drawing/2014/main" id="{35CFCD54-EE58-453D-9864-C63D0B74C053}"/>
              </a:ext>
            </a:extLst>
          </p:cNvPr>
          <p:cNvSpPr>
            <a:spLocks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9538">
            <a:extLst>
              <a:ext uri="{FF2B5EF4-FFF2-40B4-BE49-F238E27FC236}">
                <a16:creationId xmlns:a16="http://schemas.microsoft.com/office/drawing/2014/main" id="{197228DE-0E9F-4940-951C-C7A76A38DAA7}"/>
              </a:ext>
            </a:extLst>
          </p:cNvPr>
          <p:cNvSpPr>
            <a:spLocks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9539">
            <a:extLst>
              <a:ext uri="{FF2B5EF4-FFF2-40B4-BE49-F238E27FC236}">
                <a16:creationId xmlns:a16="http://schemas.microsoft.com/office/drawing/2014/main" id="{C8A0A636-B5B5-46BD-A396-0A14E7B9531C}"/>
              </a:ext>
            </a:extLst>
          </p:cNvPr>
          <p:cNvSpPr>
            <a:spLocks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9540">
            <a:extLst>
              <a:ext uri="{FF2B5EF4-FFF2-40B4-BE49-F238E27FC236}">
                <a16:creationId xmlns:a16="http://schemas.microsoft.com/office/drawing/2014/main" id="{3A4E65C7-9446-4D31-94DC-AC38CAC8AF58}"/>
              </a:ext>
            </a:extLst>
          </p:cNvPr>
          <p:cNvSpPr>
            <a:spLocks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9541">
            <a:extLst>
              <a:ext uri="{FF2B5EF4-FFF2-40B4-BE49-F238E27FC236}">
                <a16:creationId xmlns:a16="http://schemas.microsoft.com/office/drawing/2014/main" id="{D21ABE95-86BF-49B7-B757-72DC18EC095B}"/>
              </a:ext>
            </a:extLst>
          </p:cNvPr>
          <p:cNvSpPr>
            <a:spLocks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9542">
            <a:extLst>
              <a:ext uri="{FF2B5EF4-FFF2-40B4-BE49-F238E27FC236}">
                <a16:creationId xmlns:a16="http://schemas.microsoft.com/office/drawing/2014/main" id="{6857CDCF-0628-4FFA-9488-818EE1A44A6E}"/>
              </a:ext>
            </a:extLst>
          </p:cNvPr>
          <p:cNvSpPr>
            <a:spLocks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9543">
            <a:extLst>
              <a:ext uri="{FF2B5EF4-FFF2-40B4-BE49-F238E27FC236}">
                <a16:creationId xmlns:a16="http://schemas.microsoft.com/office/drawing/2014/main" id="{5F6DCBB7-85C9-44EB-B75B-BBD4731B5D00}"/>
              </a:ext>
            </a:extLst>
          </p:cNvPr>
          <p:cNvSpPr>
            <a:spLocks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9544">
            <a:extLst>
              <a:ext uri="{FF2B5EF4-FFF2-40B4-BE49-F238E27FC236}">
                <a16:creationId xmlns:a16="http://schemas.microsoft.com/office/drawing/2014/main" id="{80D9CCE2-9CDC-47AD-BF39-DF2C9438554C}"/>
              </a:ext>
            </a:extLst>
          </p:cNvPr>
          <p:cNvSpPr>
            <a:spLocks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9545">
            <a:extLst>
              <a:ext uri="{FF2B5EF4-FFF2-40B4-BE49-F238E27FC236}">
                <a16:creationId xmlns:a16="http://schemas.microsoft.com/office/drawing/2014/main" id="{2CF20A02-F9D0-4D0F-B594-7126F025924E}"/>
              </a:ext>
            </a:extLst>
          </p:cNvPr>
          <p:cNvSpPr>
            <a:spLocks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9546">
            <a:extLst>
              <a:ext uri="{FF2B5EF4-FFF2-40B4-BE49-F238E27FC236}">
                <a16:creationId xmlns:a16="http://schemas.microsoft.com/office/drawing/2014/main" id="{35ED38BB-9B47-42F3-8EA1-6AEB0A669E8F}"/>
              </a:ext>
            </a:extLst>
          </p:cNvPr>
          <p:cNvSpPr>
            <a:spLocks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9547">
            <a:extLst>
              <a:ext uri="{FF2B5EF4-FFF2-40B4-BE49-F238E27FC236}">
                <a16:creationId xmlns:a16="http://schemas.microsoft.com/office/drawing/2014/main" id="{38F65455-FF14-4D85-A59A-7E0C7086E3E3}"/>
              </a:ext>
            </a:extLst>
          </p:cNvPr>
          <p:cNvSpPr>
            <a:spLocks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9548">
            <a:extLst>
              <a:ext uri="{FF2B5EF4-FFF2-40B4-BE49-F238E27FC236}">
                <a16:creationId xmlns:a16="http://schemas.microsoft.com/office/drawing/2014/main" id="{2209CDA8-B4B9-4353-8A86-0106D2B3A71F}"/>
              </a:ext>
            </a:extLst>
          </p:cNvPr>
          <p:cNvSpPr>
            <a:spLocks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9549">
            <a:extLst>
              <a:ext uri="{FF2B5EF4-FFF2-40B4-BE49-F238E27FC236}">
                <a16:creationId xmlns:a16="http://schemas.microsoft.com/office/drawing/2014/main" id="{711D505E-CDBA-40A7-A2D3-77D003F4FBC5}"/>
              </a:ext>
            </a:extLst>
          </p:cNvPr>
          <p:cNvSpPr>
            <a:spLocks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9550">
            <a:extLst>
              <a:ext uri="{FF2B5EF4-FFF2-40B4-BE49-F238E27FC236}">
                <a16:creationId xmlns:a16="http://schemas.microsoft.com/office/drawing/2014/main" id="{4601AB5D-2AC1-4E6D-BF80-CFC72A6A8432}"/>
              </a:ext>
            </a:extLst>
          </p:cNvPr>
          <p:cNvSpPr>
            <a:spLocks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9551">
            <a:extLst>
              <a:ext uri="{FF2B5EF4-FFF2-40B4-BE49-F238E27FC236}">
                <a16:creationId xmlns:a16="http://schemas.microsoft.com/office/drawing/2014/main" id="{E72CB444-0C1C-4E5F-AA6C-52DD6BE3A7CF}"/>
              </a:ext>
            </a:extLst>
          </p:cNvPr>
          <p:cNvSpPr>
            <a:spLocks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9552">
            <a:extLst>
              <a:ext uri="{FF2B5EF4-FFF2-40B4-BE49-F238E27FC236}">
                <a16:creationId xmlns:a16="http://schemas.microsoft.com/office/drawing/2014/main" id="{0C6F270D-DAFA-40A8-9DFE-80A3C4A3988B}"/>
              </a:ext>
            </a:extLst>
          </p:cNvPr>
          <p:cNvSpPr>
            <a:spLocks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9553">
            <a:extLst>
              <a:ext uri="{FF2B5EF4-FFF2-40B4-BE49-F238E27FC236}">
                <a16:creationId xmlns:a16="http://schemas.microsoft.com/office/drawing/2014/main" id="{86D04CC8-A031-4193-B828-B9CE6939B074}"/>
              </a:ext>
            </a:extLst>
          </p:cNvPr>
          <p:cNvSpPr>
            <a:spLocks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9554">
            <a:extLst>
              <a:ext uri="{FF2B5EF4-FFF2-40B4-BE49-F238E27FC236}">
                <a16:creationId xmlns:a16="http://schemas.microsoft.com/office/drawing/2014/main" id="{8858C253-D267-4423-9FF5-1C89E4B29632}"/>
              </a:ext>
            </a:extLst>
          </p:cNvPr>
          <p:cNvSpPr>
            <a:spLocks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9555">
            <a:extLst>
              <a:ext uri="{FF2B5EF4-FFF2-40B4-BE49-F238E27FC236}">
                <a16:creationId xmlns:a16="http://schemas.microsoft.com/office/drawing/2014/main" id="{3BD3E9A7-56C3-4A73-97A0-B9692D7C1A2B}"/>
              </a:ext>
            </a:extLst>
          </p:cNvPr>
          <p:cNvSpPr>
            <a:spLocks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9556">
            <a:extLst>
              <a:ext uri="{FF2B5EF4-FFF2-40B4-BE49-F238E27FC236}">
                <a16:creationId xmlns:a16="http://schemas.microsoft.com/office/drawing/2014/main" id="{2A549371-EDCF-4F5F-9425-1220E4AEAE5E}"/>
              </a:ext>
            </a:extLst>
          </p:cNvPr>
          <p:cNvSpPr>
            <a:spLocks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9557">
            <a:extLst>
              <a:ext uri="{FF2B5EF4-FFF2-40B4-BE49-F238E27FC236}">
                <a16:creationId xmlns:a16="http://schemas.microsoft.com/office/drawing/2014/main" id="{72CD7AE5-1AAC-4D14-913A-4740E11B3986}"/>
              </a:ext>
            </a:extLst>
          </p:cNvPr>
          <p:cNvSpPr>
            <a:spLocks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9558">
            <a:extLst>
              <a:ext uri="{FF2B5EF4-FFF2-40B4-BE49-F238E27FC236}">
                <a16:creationId xmlns:a16="http://schemas.microsoft.com/office/drawing/2014/main" id="{815D0BE4-0A18-48B4-8F17-FA700CACF12D}"/>
              </a:ext>
            </a:extLst>
          </p:cNvPr>
          <p:cNvSpPr>
            <a:spLocks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9559">
            <a:extLst>
              <a:ext uri="{FF2B5EF4-FFF2-40B4-BE49-F238E27FC236}">
                <a16:creationId xmlns:a16="http://schemas.microsoft.com/office/drawing/2014/main" id="{2763A513-8204-412E-8835-632D56D06C82}"/>
              </a:ext>
            </a:extLst>
          </p:cNvPr>
          <p:cNvSpPr>
            <a:spLocks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9560">
            <a:extLst>
              <a:ext uri="{FF2B5EF4-FFF2-40B4-BE49-F238E27FC236}">
                <a16:creationId xmlns:a16="http://schemas.microsoft.com/office/drawing/2014/main" id="{0012AAF2-4D6D-4BD0-8D31-9B6B7F166FB0}"/>
              </a:ext>
            </a:extLst>
          </p:cNvPr>
          <p:cNvSpPr>
            <a:spLocks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9561">
            <a:extLst>
              <a:ext uri="{FF2B5EF4-FFF2-40B4-BE49-F238E27FC236}">
                <a16:creationId xmlns:a16="http://schemas.microsoft.com/office/drawing/2014/main" id="{0E641A3E-EE9C-4C33-A382-33D3FA01FF34}"/>
              </a:ext>
            </a:extLst>
          </p:cNvPr>
          <p:cNvSpPr>
            <a:spLocks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9562">
            <a:extLst>
              <a:ext uri="{FF2B5EF4-FFF2-40B4-BE49-F238E27FC236}">
                <a16:creationId xmlns:a16="http://schemas.microsoft.com/office/drawing/2014/main" id="{81E0F6EA-5872-41BD-9E25-5A780FAEA71C}"/>
              </a:ext>
            </a:extLst>
          </p:cNvPr>
          <p:cNvSpPr>
            <a:spLocks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9563">
            <a:extLst>
              <a:ext uri="{FF2B5EF4-FFF2-40B4-BE49-F238E27FC236}">
                <a16:creationId xmlns:a16="http://schemas.microsoft.com/office/drawing/2014/main" id="{F8D06852-7D8B-44AB-870B-80B43B927110}"/>
              </a:ext>
            </a:extLst>
          </p:cNvPr>
          <p:cNvSpPr>
            <a:spLocks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9564">
            <a:extLst>
              <a:ext uri="{FF2B5EF4-FFF2-40B4-BE49-F238E27FC236}">
                <a16:creationId xmlns:a16="http://schemas.microsoft.com/office/drawing/2014/main" id="{A4EF4980-DFFF-4F05-B205-84A739577A7D}"/>
              </a:ext>
            </a:extLst>
          </p:cNvPr>
          <p:cNvSpPr>
            <a:spLocks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9565">
            <a:extLst>
              <a:ext uri="{FF2B5EF4-FFF2-40B4-BE49-F238E27FC236}">
                <a16:creationId xmlns:a16="http://schemas.microsoft.com/office/drawing/2014/main" id="{05E284BA-9D11-47F5-9C70-2D72F1B18C95}"/>
              </a:ext>
            </a:extLst>
          </p:cNvPr>
          <p:cNvSpPr>
            <a:spLocks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9566">
            <a:extLst>
              <a:ext uri="{FF2B5EF4-FFF2-40B4-BE49-F238E27FC236}">
                <a16:creationId xmlns:a16="http://schemas.microsoft.com/office/drawing/2014/main" id="{C22F6FCC-C2FE-4461-B388-BF338F3D5F51}"/>
              </a:ext>
            </a:extLst>
          </p:cNvPr>
          <p:cNvSpPr>
            <a:spLocks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9567">
            <a:extLst>
              <a:ext uri="{FF2B5EF4-FFF2-40B4-BE49-F238E27FC236}">
                <a16:creationId xmlns:a16="http://schemas.microsoft.com/office/drawing/2014/main" id="{EFC7FD95-A41D-44F0-B077-97F7BEC2A976}"/>
              </a:ext>
            </a:extLst>
          </p:cNvPr>
          <p:cNvSpPr>
            <a:spLocks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9568">
            <a:extLst>
              <a:ext uri="{FF2B5EF4-FFF2-40B4-BE49-F238E27FC236}">
                <a16:creationId xmlns:a16="http://schemas.microsoft.com/office/drawing/2014/main" id="{91026958-E549-4548-82BF-27FE7F21B6D0}"/>
              </a:ext>
            </a:extLst>
          </p:cNvPr>
          <p:cNvSpPr>
            <a:spLocks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9569">
            <a:extLst>
              <a:ext uri="{FF2B5EF4-FFF2-40B4-BE49-F238E27FC236}">
                <a16:creationId xmlns:a16="http://schemas.microsoft.com/office/drawing/2014/main" id="{D53C8F62-589C-4975-A047-828EA862E110}"/>
              </a:ext>
            </a:extLst>
          </p:cNvPr>
          <p:cNvSpPr>
            <a:spLocks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9570">
            <a:extLst>
              <a:ext uri="{FF2B5EF4-FFF2-40B4-BE49-F238E27FC236}">
                <a16:creationId xmlns:a16="http://schemas.microsoft.com/office/drawing/2014/main" id="{D5EE61FF-C3B6-401A-855D-2DA5BF0EBDFD}"/>
              </a:ext>
            </a:extLst>
          </p:cNvPr>
          <p:cNvSpPr>
            <a:spLocks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9571">
            <a:extLst>
              <a:ext uri="{FF2B5EF4-FFF2-40B4-BE49-F238E27FC236}">
                <a16:creationId xmlns:a16="http://schemas.microsoft.com/office/drawing/2014/main" id="{5FC57774-BEA1-4D3F-B026-5355D4472342}"/>
              </a:ext>
            </a:extLst>
          </p:cNvPr>
          <p:cNvSpPr>
            <a:spLocks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9572">
            <a:extLst>
              <a:ext uri="{FF2B5EF4-FFF2-40B4-BE49-F238E27FC236}">
                <a16:creationId xmlns:a16="http://schemas.microsoft.com/office/drawing/2014/main" id="{94941950-9028-4B78-A90A-BBE436B235E5}"/>
              </a:ext>
            </a:extLst>
          </p:cNvPr>
          <p:cNvSpPr>
            <a:spLocks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9573">
            <a:extLst>
              <a:ext uri="{FF2B5EF4-FFF2-40B4-BE49-F238E27FC236}">
                <a16:creationId xmlns:a16="http://schemas.microsoft.com/office/drawing/2014/main" id="{64EDC204-43AD-4A79-8A5D-C34D84488E51}"/>
              </a:ext>
            </a:extLst>
          </p:cNvPr>
          <p:cNvSpPr>
            <a:spLocks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9574">
            <a:extLst>
              <a:ext uri="{FF2B5EF4-FFF2-40B4-BE49-F238E27FC236}">
                <a16:creationId xmlns:a16="http://schemas.microsoft.com/office/drawing/2014/main" id="{D6A92CEB-54FC-4C89-928C-A27856D449D7}"/>
              </a:ext>
            </a:extLst>
          </p:cNvPr>
          <p:cNvSpPr>
            <a:spLocks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9575">
            <a:extLst>
              <a:ext uri="{FF2B5EF4-FFF2-40B4-BE49-F238E27FC236}">
                <a16:creationId xmlns:a16="http://schemas.microsoft.com/office/drawing/2014/main" id="{C5A38C7E-11BD-4FAF-B46D-546AB93B0F8A}"/>
              </a:ext>
            </a:extLst>
          </p:cNvPr>
          <p:cNvSpPr>
            <a:spLocks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9576">
            <a:extLst>
              <a:ext uri="{FF2B5EF4-FFF2-40B4-BE49-F238E27FC236}">
                <a16:creationId xmlns:a16="http://schemas.microsoft.com/office/drawing/2014/main" id="{BB4BB355-D1C1-417C-8A52-13279415AB00}"/>
              </a:ext>
            </a:extLst>
          </p:cNvPr>
          <p:cNvSpPr>
            <a:spLocks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9577">
            <a:extLst>
              <a:ext uri="{FF2B5EF4-FFF2-40B4-BE49-F238E27FC236}">
                <a16:creationId xmlns:a16="http://schemas.microsoft.com/office/drawing/2014/main" id="{DF30D798-60B4-4F0A-A7A3-586D4752B1E5}"/>
              </a:ext>
            </a:extLst>
          </p:cNvPr>
          <p:cNvSpPr>
            <a:spLocks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9578">
            <a:extLst>
              <a:ext uri="{FF2B5EF4-FFF2-40B4-BE49-F238E27FC236}">
                <a16:creationId xmlns:a16="http://schemas.microsoft.com/office/drawing/2014/main" id="{E4BE4DFC-F6E9-4A0D-B0C1-295DBCE211DC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9579">
            <a:extLst>
              <a:ext uri="{FF2B5EF4-FFF2-40B4-BE49-F238E27FC236}">
                <a16:creationId xmlns:a16="http://schemas.microsoft.com/office/drawing/2014/main" id="{57018327-F849-43CC-917E-F853473B7C6B}"/>
              </a:ext>
            </a:extLst>
          </p:cNvPr>
          <p:cNvSpPr>
            <a:spLocks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9580">
            <a:extLst>
              <a:ext uri="{FF2B5EF4-FFF2-40B4-BE49-F238E27FC236}">
                <a16:creationId xmlns:a16="http://schemas.microsoft.com/office/drawing/2014/main" id="{AE8D45CE-C9E6-4310-ADA6-C333877282F0}"/>
              </a:ext>
            </a:extLst>
          </p:cNvPr>
          <p:cNvSpPr>
            <a:spLocks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9581">
            <a:extLst>
              <a:ext uri="{FF2B5EF4-FFF2-40B4-BE49-F238E27FC236}">
                <a16:creationId xmlns:a16="http://schemas.microsoft.com/office/drawing/2014/main" id="{20FEA1ED-9AFD-4819-A660-B897AC28979B}"/>
              </a:ext>
            </a:extLst>
          </p:cNvPr>
          <p:cNvSpPr>
            <a:spLocks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9582">
            <a:extLst>
              <a:ext uri="{FF2B5EF4-FFF2-40B4-BE49-F238E27FC236}">
                <a16:creationId xmlns:a16="http://schemas.microsoft.com/office/drawing/2014/main" id="{76566DA5-4F01-4FAA-9A0A-261C7C9FD5D5}"/>
              </a:ext>
            </a:extLst>
          </p:cNvPr>
          <p:cNvSpPr>
            <a:spLocks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9583">
            <a:extLst>
              <a:ext uri="{FF2B5EF4-FFF2-40B4-BE49-F238E27FC236}">
                <a16:creationId xmlns:a16="http://schemas.microsoft.com/office/drawing/2014/main" id="{7B4D1CA8-8023-4528-908B-907C5CF92CF9}"/>
              </a:ext>
            </a:extLst>
          </p:cNvPr>
          <p:cNvSpPr>
            <a:spLocks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9584">
            <a:extLst>
              <a:ext uri="{FF2B5EF4-FFF2-40B4-BE49-F238E27FC236}">
                <a16:creationId xmlns:a16="http://schemas.microsoft.com/office/drawing/2014/main" id="{0852777E-04D9-4F71-A937-65A2FDC52B15}"/>
              </a:ext>
            </a:extLst>
          </p:cNvPr>
          <p:cNvSpPr>
            <a:spLocks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9585">
            <a:extLst>
              <a:ext uri="{FF2B5EF4-FFF2-40B4-BE49-F238E27FC236}">
                <a16:creationId xmlns:a16="http://schemas.microsoft.com/office/drawing/2014/main" id="{CFE289BE-BAE8-48FA-8252-F146EEECCB7E}"/>
              </a:ext>
            </a:extLst>
          </p:cNvPr>
          <p:cNvSpPr>
            <a:spLocks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9586">
            <a:extLst>
              <a:ext uri="{FF2B5EF4-FFF2-40B4-BE49-F238E27FC236}">
                <a16:creationId xmlns:a16="http://schemas.microsoft.com/office/drawing/2014/main" id="{30A70BA0-B2CF-493B-8DE5-A196CD7CAB96}"/>
              </a:ext>
            </a:extLst>
          </p:cNvPr>
          <p:cNvSpPr>
            <a:spLocks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9587">
            <a:extLst>
              <a:ext uri="{FF2B5EF4-FFF2-40B4-BE49-F238E27FC236}">
                <a16:creationId xmlns:a16="http://schemas.microsoft.com/office/drawing/2014/main" id="{CA661133-3F36-43B5-9E07-44B68BF826C5}"/>
              </a:ext>
            </a:extLst>
          </p:cNvPr>
          <p:cNvSpPr>
            <a:spLocks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9588">
            <a:extLst>
              <a:ext uri="{FF2B5EF4-FFF2-40B4-BE49-F238E27FC236}">
                <a16:creationId xmlns:a16="http://schemas.microsoft.com/office/drawing/2014/main" id="{2163816F-64E9-4E07-B500-C4FDEE4EC003}"/>
              </a:ext>
            </a:extLst>
          </p:cNvPr>
          <p:cNvSpPr>
            <a:spLocks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9589">
            <a:extLst>
              <a:ext uri="{FF2B5EF4-FFF2-40B4-BE49-F238E27FC236}">
                <a16:creationId xmlns:a16="http://schemas.microsoft.com/office/drawing/2014/main" id="{3A7B8BA9-E7C1-419E-B329-26A2825C570E}"/>
              </a:ext>
            </a:extLst>
          </p:cNvPr>
          <p:cNvSpPr>
            <a:spLocks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9590">
            <a:extLst>
              <a:ext uri="{FF2B5EF4-FFF2-40B4-BE49-F238E27FC236}">
                <a16:creationId xmlns:a16="http://schemas.microsoft.com/office/drawing/2014/main" id="{E003AF2E-BB88-4B4D-904B-C2F11FDAE8E4}"/>
              </a:ext>
            </a:extLst>
          </p:cNvPr>
          <p:cNvSpPr>
            <a:spLocks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9591">
            <a:extLst>
              <a:ext uri="{FF2B5EF4-FFF2-40B4-BE49-F238E27FC236}">
                <a16:creationId xmlns:a16="http://schemas.microsoft.com/office/drawing/2014/main" id="{F887CB2D-B4D6-4C38-B532-54579AD58E10}"/>
              </a:ext>
            </a:extLst>
          </p:cNvPr>
          <p:cNvSpPr>
            <a:spLocks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9592">
            <a:extLst>
              <a:ext uri="{FF2B5EF4-FFF2-40B4-BE49-F238E27FC236}">
                <a16:creationId xmlns:a16="http://schemas.microsoft.com/office/drawing/2014/main" id="{5A28A72C-CD84-48F3-8C2B-232731A34E09}"/>
              </a:ext>
            </a:extLst>
          </p:cNvPr>
          <p:cNvSpPr>
            <a:spLocks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9593">
            <a:extLst>
              <a:ext uri="{FF2B5EF4-FFF2-40B4-BE49-F238E27FC236}">
                <a16:creationId xmlns:a16="http://schemas.microsoft.com/office/drawing/2014/main" id="{6E114713-FA49-422A-9A9C-5AB2DD33FC8A}"/>
              </a:ext>
            </a:extLst>
          </p:cNvPr>
          <p:cNvSpPr>
            <a:spLocks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9594">
            <a:extLst>
              <a:ext uri="{FF2B5EF4-FFF2-40B4-BE49-F238E27FC236}">
                <a16:creationId xmlns:a16="http://schemas.microsoft.com/office/drawing/2014/main" id="{A02B6B05-F8F6-4B81-99E9-C6440243BCB5}"/>
              </a:ext>
            </a:extLst>
          </p:cNvPr>
          <p:cNvSpPr>
            <a:spLocks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9595">
            <a:extLst>
              <a:ext uri="{FF2B5EF4-FFF2-40B4-BE49-F238E27FC236}">
                <a16:creationId xmlns:a16="http://schemas.microsoft.com/office/drawing/2014/main" id="{F3A93FC0-EC75-4076-BFC2-42CCC429865D}"/>
              </a:ext>
            </a:extLst>
          </p:cNvPr>
          <p:cNvSpPr>
            <a:spLocks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9596">
            <a:extLst>
              <a:ext uri="{FF2B5EF4-FFF2-40B4-BE49-F238E27FC236}">
                <a16:creationId xmlns:a16="http://schemas.microsoft.com/office/drawing/2014/main" id="{7C1241A3-F1C2-4F00-9BBB-3BA55DE384D4}"/>
              </a:ext>
            </a:extLst>
          </p:cNvPr>
          <p:cNvSpPr>
            <a:spLocks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9597">
            <a:extLst>
              <a:ext uri="{FF2B5EF4-FFF2-40B4-BE49-F238E27FC236}">
                <a16:creationId xmlns:a16="http://schemas.microsoft.com/office/drawing/2014/main" id="{FFD3BE0D-D641-4E0C-BF3C-8A4823AB139E}"/>
              </a:ext>
            </a:extLst>
          </p:cNvPr>
          <p:cNvSpPr>
            <a:spLocks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9598">
            <a:extLst>
              <a:ext uri="{FF2B5EF4-FFF2-40B4-BE49-F238E27FC236}">
                <a16:creationId xmlns:a16="http://schemas.microsoft.com/office/drawing/2014/main" id="{A8B7D7C2-7D75-4A81-B3EC-20324E533FE6}"/>
              </a:ext>
            </a:extLst>
          </p:cNvPr>
          <p:cNvSpPr>
            <a:spLocks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9599">
            <a:extLst>
              <a:ext uri="{FF2B5EF4-FFF2-40B4-BE49-F238E27FC236}">
                <a16:creationId xmlns:a16="http://schemas.microsoft.com/office/drawing/2014/main" id="{26E0300E-9FE0-4B1A-8E03-496B1A6EC55B}"/>
              </a:ext>
            </a:extLst>
          </p:cNvPr>
          <p:cNvSpPr>
            <a:spLocks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9600">
            <a:extLst>
              <a:ext uri="{FF2B5EF4-FFF2-40B4-BE49-F238E27FC236}">
                <a16:creationId xmlns:a16="http://schemas.microsoft.com/office/drawing/2014/main" id="{EF4C5C1C-CCFA-48D1-86B7-7568D421D9AC}"/>
              </a:ext>
            </a:extLst>
          </p:cNvPr>
          <p:cNvSpPr>
            <a:spLocks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9601">
            <a:extLst>
              <a:ext uri="{FF2B5EF4-FFF2-40B4-BE49-F238E27FC236}">
                <a16:creationId xmlns:a16="http://schemas.microsoft.com/office/drawing/2014/main" id="{0A7B7797-5827-40BE-9860-8FFEC87E8EFC}"/>
              </a:ext>
            </a:extLst>
          </p:cNvPr>
          <p:cNvSpPr>
            <a:spLocks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9602">
            <a:extLst>
              <a:ext uri="{FF2B5EF4-FFF2-40B4-BE49-F238E27FC236}">
                <a16:creationId xmlns:a16="http://schemas.microsoft.com/office/drawing/2014/main" id="{4D3FD766-1C48-43D2-A3BA-F640764F0081}"/>
              </a:ext>
            </a:extLst>
          </p:cNvPr>
          <p:cNvSpPr>
            <a:spLocks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9603">
            <a:extLst>
              <a:ext uri="{FF2B5EF4-FFF2-40B4-BE49-F238E27FC236}">
                <a16:creationId xmlns:a16="http://schemas.microsoft.com/office/drawing/2014/main" id="{0DEE4170-EC19-4ACC-8D4B-D71B936B416D}"/>
              </a:ext>
            </a:extLst>
          </p:cNvPr>
          <p:cNvSpPr>
            <a:spLocks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9604">
            <a:extLst>
              <a:ext uri="{FF2B5EF4-FFF2-40B4-BE49-F238E27FC236}">
                <a16:creationId xmlns:a16="http://schemas.microsoft.com/office/drawing/2014/main" id="{018BD9C0-F0C9-41AF-AA12-8DDD4165D1B1}"/>
              </a:ext>
            </a:extLst>
          </p:cNvPr>
          <p:cNvSpPr>
            <a:spLocks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9605">
            <a:extLst>
              <a:ext uri="{FF2B5EF4-FFF2-40B4-BE49-F238E27FC236}">
                <a16:creationId xmlns:a16="http://schemas.microsoft.com/office/drawing/2014/main" id="{1339BCFC-58E9-4F22-9DE0-BCDDBE5C9B2C}"/>
              </a:ext>
            </a:extLst>
          </p:cNvPr>
          <p:cNvSpPr>
            <a:spLocks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9606">
            <a:extLst>
              <a:ext uri="{FF2B5EF4-FFF2-40B4-BE49-F238E27FC236}">
                <a16:creationId xmlns:a16="http://schemas.microsoft.com/office/drawing/2014/main" id="{9E3BC24F-1042-493C-B3A0-B80CF35E2ABC}"/>
              </a:ext>
            </a:extLst>
          </p:cNvPr>
          <p:cNvSpPr>
            <a:spLocks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9607">
            <a:extLst>
              <a:ext uri="{FF2B5EF4-FFF2-40B4-BE49-F238E27FC236}">
                <a16:creationId xmlns:a16="http://schemas.microsoft.com/office/drawing/2014/main" id="{0A99643D-77E5-4448-9C1A-2F0ED5E32E05}"/>
              </a:ext>
            </a:extLst>
          </p:cNvPr>
          <p:cNvSpPr>
            <a:spLocks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9608">
            <a:extLst>
              <a:ext uri="{FF2B5EF4-FFF2-40B4-BE49-F238E27FC236}">
                <a16:creationId xmlns:a16="http://schemas.microsoft.com/office/drawing/2014/main" id="{C5DFE5D9-8FC6-4CF4-854D-2A3976D75080}"/>
              </a:ext>
            </a:extLst>
          </p:cNvPr>
          <p:cNvSpPr>
            <a:spLocks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9609">
            <a:extLst>
              <a:ext uri="{FF2B5EF4-FFF2-40B4-BE49-F238E27FC236}">
                <a16:creationId xmlns:a16="http://schemas.microsoft.com/office/drawing/2014/main" id="{9440093C-D95D-4620-8770-B74171695B8C}"/>
              </a:ext>
            </a:extLst>
          </p:cNvPr>
          <p:cNvSpPr>
            <a:spLocks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9610">
            <a:extLst>
              <a:ext uri="{FF2B5EF4-FFF2-40B4-BE49-F238E27FC236}">
                <a16:creationId xmlns:a16="http://schemas.microsoft.com/office/drawing/2014/main" id="{A6571578-3521-4D23-915E-96FAFB2E7323}"/>
              </a:ext>
            </a:extLst>
          </p:cNvPr>
          <p:cNvSpPr>
            <a:spLocks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9611">
            <a:extLst>
              <a:ext uri="{FF2B5EF4-FFF2-40B4-BE49-F238E27FC236}">
                <a16:creationId xmlns:a16="http://schemas.microsoft.com/office/drawing/2014/main" id="{A42E77D0-D575-455F-B4A3-D3610E737899}"/>
              </a:ext>
            </a:extLst>
          </p:cNvPr>
          <p:cNvSpPr>
            <a:spLocks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9612">
            <a:extLst>
              <a:ext uri="{FF2B5EF4-FFF2-40B4-BE49-F238E27FC236}">
                <a16:creationId xmlns:a16="http://schemas.microsoft.com/office/drawing/2014/main" id="{287EEA6B-A2FD-400E-875D-66BE4FFA0537}"/>
              </a:ext>
            </a:extLst>
          </p:cNvPr>
          <p:cNvSpPr>
            <a:spLocks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9613">
            <a:extLst>
              <a:ext uri="{FF2B5EF4-FFF2-40B4-BE49-F238E27FC236}">
                <a16:creationId xmlns:a16="http://schemas.microsoft.com/office/drawing/2014/main" id="{D6E0C80C-3527-4ED9-9D66-C79DFB10985B}"/>
              </a:ext>
            </a:extLst>
          </p:cNvPr>
          <p:cNvSpPr>
            <a:spLocks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9614">
            <a:extLst>
              <a:ext uri="{FF2B5EF4-FFF2-40B4-BE49-F238E27FC236}">
                <a16:creationId xmlns:a16="http://schemas.microsoft.com/office/drawing/2014/main" id="{A3DC0AFD-D1A1-4A95-A102-0062DBAFE34D}"/>
              </a:ext>
            </a:extLst>
          </p:cNvPr>
          <p:cNvSpPr>
            <a:spLocks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9615">
            <a:extLst>
              <a:ext uri="{FF2B5EF4-FFF2-40B4-BE49-F238E27FC236}">
                <a16:creationId xmlns:a16="http://schemas.microsoft.com/office/drawing/2014/main" id="{9D905912-96DE-4705-84C3-0C2F15B9DC3C}"/>
              </a:ext>
            </a:extLst>
          </p:cNvPr>
          <p:cNvSpPr>
            <a:spLocks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9616">
            <a:extLst>
              <a:ext uri="{FF2B5EF4-FFF2-40B4-BE49-F238E27FC236}">
                <a16:creationId xmlns:a16="http://schemas.microsoft.com/office/drawing/2014/main" id="{410102EB-E5B2-46E2-AE08-C616F2B618F4}"/>
              </a:ext>
            </a:extLst>
          </p:cNvPr>
          <p:cNvSpPr>
            <a:spLocks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9617">
            <a:extLst>
              <a:ext uri="{FF2B5EF4-FFF2-40B4-BE49-F238E27FC236}">
                <a16:creationId xmlns:a16="http://schemas.microsoft.com/office/drawing/2014/main" id="{9BE339FB-67C2-493D-9517-280BAD9EF1F4}"/>
              </a:ext>
            </a:extLst>
          </p:cNvPr>
          <p:cNvSpPr>
            <a:spLocks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9618">
            <a:extLst>
              <a:ext uri="{FF2B5EF4-FFF2-40B4-BE49-F238E27FC236}">
                <a16:creationId xmlns:a16="http://schemas.microsoft.com/office/drawing/2014/main" id="{6B0B7276-7DA1-434E-B28C-01C84938E2C4}"/>
              </a:ext>
            </a:extLst>
          </p:cNvPr>
          <p:cNvSpPr>
            <a:spLocks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9619">
            <a:extLst>
              <a:ext uri="{FF2B5EF4-FFF2-40B4-BE49-F238E27FC236}">
                <a16:creationId xmlns:a16="http://schemas.microsoft.com/office/drawing/2014/main" id="{12121B49-C0D3-4184-AD2C-5922F3DF5F8B}"/>
              </a:ext>
            </a:extLst>
          </p:cNvPr>
          <p:cNvSpPr>
            <a:spLocks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9620">
            <a:extLst>
              <a:ext uri="{FF2B5EF4-FFF2-40B4-BE49-F238E27FC236}">
                <a16:creationId xmlns:a16="http://schemas.microsoft.com/office/drawing/2014/main" id="{0B118022-8D75-4E64-A3F3-7921E935CF8F}"/>
              </a:ext>
            </a:extLst>
          </p:cNvPr>
          <p:cNvSpPr>
            <a:spLocks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9621">
            <a:extLst>
              <a:ext uri="{FF2B5EF4-FFF2-40B4-BE49-F238E27FC236}">
                <a16:creationId xmlns:a16="http://schemas.microsoft.com/office/drawing/2014/main" id="{402E87BC-390D-4CEC-8493-29AD554B50BC}"/>
              </a:ext>
            </a:extLst>
          </p:cNvPr>
          <p:cNvSpPr>
            <a:spLocks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9622">
            <a:extLst>
              <a:ext uri="{FF2B5EF4-FFF2-40B4-BE49-F238E27FC236}">
                <a16:creationId xmlns:a16="http://schemas.microsoft.com/office/drawing/2014/main" id="{179387F2-C7D9-4801-A9B8-DDB14C94299F}"/>
              </a:ext>
            </a:extLst>
          </p:cNvPr>
          <p:cNvSpPr>
            <a:spLocks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9623">
            <a:extLst>
              <a:ext uri="{FF2B5EF4-FFF2-40B4-BE49-F238E27FC236}">
                <a16:creationId xmlns:a16="http://schemas.microsoft.com/office/drawing/2014/main" id="{45D28E0E-B50D-4EE4-B6F7-A61570BCDE4D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9624">
            <a:extLst>
              <a:ext uri="{FF2B5EF4-FFF2-40B4-BE49-F238E27FC236}">
                <a16:creationId xmlns:a16="http://schemas.microsoft.com/office/drawing/2014/main" id="{A6E6CEC4-E79F-4628-AFD1-A8E50D8B1EB6}"/>
              </a:ext>
            </a:extLst>
          </p:cNvPr>
          <p:cNvSpPr>
            <a:spLocks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9625">
            <a:extLst>
              <a:ext uri="{FF2B5EF4-FFF2-40B4-BE49-F238E27FC236}">
                <a16:creationId xmlns:a16="http://schemas.microsoft.com/office/drawing/2014/main" id="{3A9081E7-7302-4681-8247-21C900BAFF7A}"/>
              </a:ext>
            </a:extLst>
          </p:cNvPr>
          <p:cNvSpPr>
            <a:spLocks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9626">
            <a:extLst>
              <a:ext uri="{FF2B5EF4-FFF2-40B4-BE49-F238E27FC236}">
                <a16:creationId xmlns:a16="http://schemas.microsoft.com/office/drawing/2014/main" id="{13824551-00E1-4843-AEBE-72C800125769}"/>
              </a:ext>
            </a:extLst>
          </p:cNvPr>
          <p:cNvSpPr>
            <a:spLocks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9627">
            <a:extLst>
              <a:ext uri="{FF2B5EF4-FFF2-40B4-BE49-F238E27FC236}">
                <a16:creationId xmlns:a16="http://schemas.microsoft.com/office/drawing/2014/main" id="{586CA425-6015-46BF-A9AF-0B7927306E69}"/>
              </a:ext>
            </a:extLst>
          </p:cNvPr>
          <p:cNvSpPr>
            <a:spLocks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9628">
            <a:extLst>
              <a:ext uri="{FF2B5EF4-FFF2-40B4-BE49-F238E27FC236}">
                <a16:creationId xmlns:a16="http://schemas.microsoft.com/office/drawing/2014/main" id="{C16CB1FA-7B98-4083-B7B5-9F241E8EE0E4}"/>
              </a:ext>
            </a:extLst>
          </p:cNvPr>
          <p:cNvSpPr>
            <a:spLocks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9629">
            <a:extLst>
              <a:ext uri="{FF2B5EF4-FFF2-40B4-BE49-F238E27FC236}">
                <a16:creationId xmlns:a16="http://schemas.microsoft.com/office/drawing/2014/main" id="{5BDE6C3C-2EC2-48AE-B1A2-9CCF6B559E75}"/>
              </a:ext>
            </a:extLst>
          </p:cNvPr>
          <p:cNvSpPr>
            <a:spLocks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9630">
            <a:extLst>
              <a:ext uri="{FF2B5EF4-FFF2-40B4-BE49-F238E27FC236}">
                <a16:creationId xmlns:a16="http://schemas.microsoft.com/office/drawing/2014/main" id="{FC5B1C5B-00A1-4086-B666-3697ECB281E0}"/>
              </a:ext>
            </a:extLst>
          </p:cNvPr>
          <p:cNvSpPr>
            <a:spLocks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9631">
            <a:extLst>
              <a:ext uri="{FF2B5EF4-FFF2-40B4-BE49-F238E27FC236}">
                <a16:creationId xmlns:a16="http://schemas.microsoft.com/office/drawing/2014/main" id="{A2ADF3E5-5C44-4022-B7A6-3E0B9E99918E}"/>
              </a:ext>
            </a:extLst>
          </p:cNvPr>
          <p:cNvSpPr>
            <a:spLocks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9632">
            <a:extLst>
              <a:ext uri="{FF2B5EF4-FFF2-40B4-BE49-F238E27FC236}">
                <a16:creationId xmlns:a16="http://schemas.microsoft.com/office/drawing/2014/main" id="{7FF2CF2E-F8FD-4957-A99C-C59107F45F81}"/>
              </a:ext>
            </a:extLst>
          </p:cNvPr>
          <p:cNvSpPr>
            <a:spLocks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9633">
            <a:extLst>
              <a:ext uri="{FF2B5EF4-FFF2-40B4-BE49-F238E27FC236}">
                <a16:creationId xmlns:a16="http://schemas.microsoft.com/office/drawing/2014/main" id="{0EF756E4-2CE3-4411-A1E1-BA184EA1E487}"/>
              </a:ext>
            </a:extLst>
          </p:cNvPr>
          <p:cNvSpPr>
            <a:spLocks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9634">
            <a:extLst>
              <a:ext uri="{FF2B5EF4-FFF2-40B4-BE49-F238E27FC236}">
                <a16:creationId xmlns:a16="http://schemas.microsoft.com/office/drawing/2014/main" id="{A760C430-47FB-4E3A-A25A-18F97E18B4E4}"/>
              </a:ext>
            </a:extLst>
          </p:cNvPr>
          <p:cNvSpPr>
            <a:spLocks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9635">
            <a:extLst>
              <a:ext uri="{FF2B5EF4-FFF2-40B4-BE49-F238E27FC236}">
                <a16:creationId xmlns:a16="http://schemas.microsoft.com/office/drawing/2014/main" id="{140DA3FF-2306-4FEC-BDDA-F288AE1F7223}"/>
              </a:ext>
            </a:extLst>
          </p:cNvPr>
          <p:cNvSpPr>
            <a:spLocks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9636">
            <a:extLst>
              <a:ext uri="{FF2B5EF4-FFF2-40B4-BE49-F238E27FC236}">
                <a16:creationId xmlns:a16="http://schemas.microsoft.com/office/drawing/2014/main" id="{B1E28C98-D3B7-49E4-AB6B-D772074DE480}"/>
              </a:ext>
            </a:extLst>
          </p:cNvPr>
          <p:cNvSpPr>
            <a:spLocks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9637">
            <a:extLst>
              <a:ext uri="{FF2B5EF4-FFF2-40B4-BE49-F238E27FC236}">
                <a16:creationId xmlns:a16="http://schemas.microsoft.com/office/drawing/2014/main" id="{87234DC4-E9F9-42F5-A3B8-F0AF6C8E9DEC}"/>
              </a:ext>
            </a:extLst>
          </p:cNvPr>
          <p:cNvSpPr>
            <a:spLocks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9638">
            <a:extLst>
              <a:ext uri="{FF2B5EF4-FFF2-40B4-BE49-F238E27FC236}">
                <a16:creationId xmlns:a16="http://schemas.microsoft.com/office/drawing/2014/main" id="{3D71E213-4EB9-474C-9989-6975378D3A9D}"/>
              </a:ext>
            </a:extLst>
          </p:cNvPr>
          <p:cNvSpPr>
            <a:spLocks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9639">
            <a:extLst>
              <a:ext uri="{FF2B5EF4-FFF2-40B4-BE49-F238E27FC236}">
                <a16:creationId xmlns:a16="http://schemas.microsoft.com/office/drawing/2014/main" id="{221A76A6-C229-4518-A93E-9349F39D2DCD}"/>
              </a:ext>
            </a:extLst>
          </p:cNvPr>
          <p:cNvSpPr>
            <a:spLocks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9640">
            <a:extLst>
              <a:ext uri="{FF2B5EF4-FFF2-40B4-BE49-F238E27FC236}">
                <a16:creationId xmlns:a16="http://schemas.microsoft.com/office/drawing/2014/main" id="{E0707C08-595A-4FCD-B087-DFB73AADC0A1}"/>
              </a:ext>
            </a:extLst>
          </p:cNvPr>
          <p:cNvSpPr>
            <a:spLocks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9641">
            <a:extLst>
              <a:ext uri="{FF2B5EF4-FFF2-40B4-BE49-F238E27FC236}">
                <a16:creationId xmlns:a16="http://schemas.microsoft.com/office/drawing/2014/main" id="{5E3E3213-8FDF-4DD2-B343-845A147196F3}"/>
              </a:ext>
            </a:extLst>
          </p:cNvPr>
          <p:cNvSpPr>
            <a:spLocks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9642">
            <a:extLst>
              <a:ext uri="{FF2B5EF4-FFF2-40B4-BE49-F238E27FC236}">
                <a16:creationId xmlns:a16="http://schemas.microsoft.com/office/drawing/2014/main" id="{9D0F90BB-8691-4BF3-910C-355C2859E3E2}"/>
              </a:ext>
            </a:extLst>
          </p:cNvPr>
          <p:cNvSpPr>
            <a:spLocks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9643">
            <a:extLst>
              <a:ext uri="{FF2B5EF4-FFF2-40B4-BE49-F238E27FC236}">
                <a16:creationId xmlns:a16="http://schemas.microsoft.com/office/drawing/2014/main" id="{2C105FA4-D359-41AC-B193-308FC50FB4BE}"/>
              </a:ext>
            </a:extLst>
          </p:cNvPr>
          <p:cNvSpPr>
            <a:spLocks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9644">
            <a:extLst>
              <a:ext uri="{FF2B5EF4-FFF2-40B4-BE49-F238E27FC236}">
                <a16:creationId xmlns:a16="http://schemas.microsoft.com/office/drawing/2014/main" id="{1A468E26-D451-4B8C-842F-F385288CC729}"/>
              </a:ext>
            </a:extLst>
          </p:cNvPr>
          <p:cNvSpPr>
            <a:spLocks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9645">
            <a:extLst>
              <a:ext uri="{FF2B5EF4-FFF2-40B4-BE49-F238E27FC236}">
                <a16:creationId xmlns:a16="http://schemas.microsoft.com/office/drawing/2014/main" id="{A83C844B-B511-4684-B34D-CCCB6C30FE8D}"/>
              </a:ext>
            </a:extLst>
          </p:cNvPr>
          <p:cNvSpPr>
            <a:spLocks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9646">
            <a:extLst>
              <a:ext uri="{FF2B5EF4-FFF2-40B4-BE49-F238E27FC236}">
                <a16:creationId xmlns:a16="http://schemas.microsoft.com/office/drawing/2014/main" id="{4FFDF7BB-AB73-43ED-9329-215A4E37C389}"/>
              </a:ext>
            </a:extLst>
          </p:cNvPr>
          <p:cNvSpPr>
            <a:spLocks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9647">
            <a:extLst>
              <a:ext uri="{FF2B5EF4-FFF2-40B4-BE49-F238E27FC236}">
                <a16:creationId xmlns:a16="http://schemas.microsoft.com/office/drawing/2014/main" id="{FB4F81C0-2CDB-4F5C-9836-70AD08115E12}"/>
              </a:ext>
            </a:extLst>
          </p:cNvPr>
          <p:cNvSpPr>
            <a:spLocks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9648">
            <a:extLst>
              <a:ext uri="{FF2B5EF4-FFF2-40B4-BE49-F238E27FC236}">
                <a16:creationId xmlns:a16="http://schemas.microsoft.com/office/drawing/2014/main" id="{689E9295-374E-481C-84EE-42C46B8E3D1C}"/>
              </a:ext>
            </a:extLst>
          </p:cNvPr>
          <p:cNvSpPr>
            <a:spLocks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9649">
            <a:extLst>
              <a:ext uri="{FF2B5EF4-FFF2-40B4-BE49-F238E27FC236}">
                <a16:creationId xmlns:a16="http://schemas.microsoft.com/office/drawing/2014/main" id="{8B029F9F-EC3C-4D72-9FCE-FED77C46E731}"/>
              </a:ext>
            </a:extLst>
          </p:cNvPr>
          <p:cNvSpPr>
            <a:spLocks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9650">
            <a:extLst>
              <a:ext uri="{FF2B5EF4-FFF2-40B4-BE49-F238E27FC236}">
                <a16:creationId xmlns:a16="http://schemas.microsoft.com/office/drawing/2014/main" id="{3D0E8AE3-C744-4997-B28C-775EDD93D10E}"/>
              </a:ext>
            </a:extLst>
          </p:cNvPr>
          <p:cNvSpPr>
            <a:spLocks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9651">
            <a:extLst>
              <a:ext uri="{FF2B5EF4-FFF2-40B4-BE49-F238E27FC236}">
                <a16:creationId xmlns:a16="http://schemas.microsoft.com/office/drawing/2014/main" id="{243D8029-EF76-4804-9F25-EFD4BDA1C815}"/>
              </a:ext>
            </a:extLst>
          </p:cNvPr>
          <p:cNvSpPr>
            <a:spLocks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9652">
            <a:extLst>
              <a:ext uri="{FF2B5EF4-FFF2-40B4-BE49-F238E27FC236}">
                <a16:creationId xmlns:a16="http://schemas.microsoft.com/office/drawing/2014/main" id="{2B1E4DE9-7ADF-467F-9BD3-0797A6F1D7D6}"/>
              </a:ext>
            </a:extLst>
          </p:cNvPr>
          <p:cNvSpPr>
            <a:spLocks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9653">
            <a:extLst>
              <a:ext uri="{FF2B5EF4-FFF2-40B4-BE49-F238E27FC236}">
                <a16:creationId xmlns:a16="http://schemas.microsoft.com/office/drawing/2014/main" id="{5C59CA59-B220-4F6D-B826-F93F32FE6DDB}"/>
              </a:ext>
            </a:extLst>
          </p:cNvPr>
          <p:cNvSpPr>
            <a:spLocks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9654">
            <a:extLst>
              <a:ext uri="{FF2B5EF4-FFF2-40B4-BE49-F238E27FC236}">
                <a16:creationId xmlns:a16="http://schemas.microsoft.com/office/drawing/2014/main" id="{195B12E2-597C-41E1-A0D4-BCE4C79E7C51}"/>
              </a:ext>
            </a:extLst>
          </p:cNvPr>
          <p:cNvSpPr>
            <a:spLocks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9655">
            <a:extLst>
              <a:ext uri="{FF2B5EF4-FFF2-40B4-BE49-F238E27FC236}">
                <a16:creationId xmlns:a16="http://schemas.microsoft.com/office/drawing/2014/main" id="{AC45A4CF-FE30-491B-99E0-2EC05C010ED9}"/>
              </a:ext>
            </a:extLst>
          </p:cNvPr>
          <p:cNvSpPr>
            <a:spLocks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9656">
            <a:extLst>
              <a:ext uri="{FF2B5EF4-FFF2-40B4-BE49-F238E27FC236}">
                <a16:creationId xmlns:a16="http://schemas.microsoft.com/office/drawing/2014/main" id="{F07749D9-2730-44D1-9B67-F49873B67EF2}"/>
              </a:ext>
            </a:extLst>
          </p:cNvPr>
          <p:cNvSpPr>
            <a:spLocks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9657">
            <a:extLst>
              <a:ext uri="{FF2B5EF4-FFF2-40B4-BE49-F238E27FC236}">
                <a16:creationId xmlns:a16="http://schemas.microsoft.com/office/drawing/2014/main" id="{4B995E97-1645-4C41-BDC5-966383641552}"/>
              </a:ext>
            </a:extLst>
          </p:cNvPr>
          <p:cNvSpPr>
            <a:spLocks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9658">
            <a:extLst>
              <a:ext uri="{FF2B5EF4-FFF2-40B4-BE49-F238E27FC236}">
                <a16:creationId xmlns:a16="http://schemas.microsoft.com/office/drawing/2014/main" id="{0B7D58A9-8470-4CF4-BEC5-A6F135A12B80}"/>
              </a:ext>
            </a:extLst>
          </p:cNvPr>
          <p:cNvSpPr>
            <a:spLocks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9659">
            <a:extLst>
              <a:ext uri="{FF2B5EF4-FFF2-40B4-BE49-F238E27FC236}">
                <a16:creationId xmlns:a16="http://schemas.microsoft.com/office/drawing/2014/main" id="{2D7C9352-9139-4296-A132-0FC6DF307636}"/>
              </a:ext>
            </a:extLst>
          </p:cNvPr>
          <p:cNvSpPr>
            <a:spLocks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9660">
            <a:extLst>
              <a:ext uri="{FF2B5EF4-FFF2-40B4-BE49-F238E27FC236}">
                <a16:creationId xmlns:a16="http://schemas.microsoft.com/office/drawing/2014/main" id="{C4FE495B-DDC3-4247-91D7-DE478DE5CF2D}"/>
              </a:ext>
            </a:extLst>
          </p:cNvPr>
          <p:cNvSpPr>
            <a:spLocks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9661">
            <a:extLst>
              <a:ext uri="{FF2B5EF4-FFF2-40B4-BE49-F238E27FC236}">
                <a16:creationId xmlns:a16="http://schemas.microsoft.com/office/drawing/2014/main" id="{C3955239-04D4-42B3-89E4-58C2B1A8EFBA}"/>
              </a:ext>
            </a:extLst>
          </p:cNvPr>
          <p:cNvSpPr>
            <a:spLocks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9662">
            <a:extLst>
              <a:ext uri="{FF2B5EF4-FFF2-40B4-BE49-F238E27FC236}">
                <a16:creationId xmlns:a16="http://schemas.microsoft.com/office/drawing/2014/main" id="{240BFF4A-EA44-4A2F-A880-320D3B6D7443}"/>
              </a:ext>
            </a:extLst>
          </p:cNvPr>
          <p:cNvSpPr>
            <a:spLocks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9663">
            <a:extLst>
              <a:ext uri="{FF2B5EF4-FFF2-40B4-BE49-F238E27FC236}">
                <a16:creationId xmlns:a16="http://schemas.microsoft.com/office/drawing/2014/main" id="{1164F48B-BCE2-4F6C-9B82-C056D2BDF5B2}"/>
              </a:ext>
            </a:extLst>
          </p:cNvPr>
          <p:cNvSpPr>
            <a:spLocks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9664">
            <a:extLst>
              <a:ext uri="{FF2B5EF4-FFF2-40B4-BE49-F238E27FC236}">
                <a16:creationId xmlns:a16="http://schemas.microsoft.com/office/drawing/2014/main" id="{6463C2BC-FA29-47FA-9F0C-04A9EE5CFD71}"/>
              </a:ext>
            </a:extLst>
          </p:cNvPr>
          <p:cNvSpPr>
            <a:spLocks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9665">
            <a:extLst>
              <a:ext uri="{FF2B5EF4-FFF2-40B4-BE49-F238E27FC236}">
                <a16:creationId xmlns:a16="http://schemas.microsoft.com/office/drawing/2014/main" id="{402AE5B8-A43F-4257-9C7F-D94033BD7BAE}"/>
              </a:ext>
            </a:extLst>
          </p:cNvPr>
          <p:cNvSpPr>
            <a:spLocks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9666">
            <a:extLst>
              <a:ext uri="{FF2B5EF4-FFF2-40B4-BE49-F238E27FC236}">
                <a16:creationId xmlns:a16="http://schemas.microsoft.com/office/drawing/2014/main" id="{7C933B40-F367-4D78-B382-8D5C2FC68882}"/>
              </a:ext>
            </a:extLst>
          </p:cNvPr>
          <p:cNvSpPr>
            <a:spLocks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9667">
            <a:extLst>
              <a:ext uri="{FF2B5EF4-FFF2-40B4-BE49-F238E27FC236}">
                <a16:creationId xmlns:a16="http://schemas.microsoft.com/office/drawing/2014/main" id="{0D0AC324-7A5A-4CD2-82AC-40FA92FF459E}"/>
              </a:ext>
            </a:extLst>
          </p:cNvPr>
          <p:cNvSpPr>
            <a:spLocks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9668">
            <a:extLst>
              <a:ext uri="{FF2B5EF4-FFF2-40B4-BE49-F238E27FC236}">
                <a16:creationId xmlns:a16="http://schemas.microsoft.com/office/drawing/2014/main" id="{80AF435E-AE1B-416A-9A18-F3443993C005}"/>
              </a:ext>
            </a:extLst>
          </p:cNvPr>
          <p:cNvSpPr>
            <a:spLocks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9669">
            <a:extLst>
              <a:ext uri="{FF2B5EF4-FFF2-40B4-BE49-F238E27FC236}">
                <a16:creationId xmlns:a16="http://schemas.microsoft.com/office/drawing/2014/main" id="{00B96A26-1C39-4995-B0B3-697411E2157D}"/>
              </a:ext>
            </a:extLst>
          </p:cNvPr>
          <p:cNvSpPr>
            <a:spLocks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9670">
            <a:extLst>
              <a:ext uri="{FF2B5EF4-FFF2-40B4-BE49-F238E27FC236}">
                <a16:creationId xmlns:a16="http://schemas.microsoft.com/office/drawing/2014/main" id="{432A8C11-A938-429C-8A5E-292E0D12DA98}"/>
              </a:ext>
            </a:extLst>
          </p:cNvPr>
          <p:cNvSpPr>
            <a:spLocks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9671">
            <a:extLst>
              <a:ext uri="{FF2B5EF4-FFF2-40B4-BE49-F238E27FC236}">
                <a16:creationId xmlns:a16="http://schemas.microsoft.com/office/drawing/2014/main" id="{CC90BFF5-39AD-4696-BFE1-D48D70400DD2}"/>
              </a:ext>
            </a:extLst>
          </p:cNvPr>
          <p:cNvSpPr>
            <a:spLocks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9672">
            <a:extLst>
              <a:ext uri="{FF2B5EF4-FFF2-40B4-BE49-F238E27FC236}">
                <a16:creationId xmlns:a16="http://schemas.microsoft.com/office/drawing/2014/main" id="{78245B34-6843-4835-A97F-5D9BC634B592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9673">
            <a:extLst>
              <a:ext uri="{FF2B5EF4-FFF2-40B4-BE49-F238E27FC236}">
                <a16:creationId xmlns:a16="http://schemas.microsoft.com/office/drawing/2014/main" id="{4EA802DC-97F8-4581-80F0-27FCE944A112}"/>
              </a:ext>
            </a:extLst>
          </p:cNvPr>
          <p:cNvSpPr>
            <a:spLocks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9674">
            <a:extLst>
              <a:ext uri="{FF2B5EF4-FFF2-40B4-BE49-F238E27FC236}">
                <a16:creationId xmlns:a16="http://schemas.microsoft.com/office/drawing/2014/main" id="{15BCDA23-2284-40E2-8A49-D5E07D21AB0F}"/>
              </a:ext>
            </a:extLst>
          </p:cNvPr>
          <p:cNvSpPr>
            <a:spLocks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9675">
            <a:extLst>
              <a:ext uri="{FF2B5EF4-FFF2-40B4-BE49-F238E27FC236}">
                <a16:creationId xmlns:a16="http://schemas.microsoft.com/office/drawing/2014/main" id="{B96372DE-5D2F-4382-8A60-BA2B6DBB1679}"/>
              </a:ext>
            </a:extLst>
          </p:cNvPr>
          <p:cNvSpPr>
            <a:spLocks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9676">
            <a:extLst>
              <a:ext uri="{FF2B5EF4-FFF2-40B4-BE49-F238E27FC236}">
                <a16:creationId xmlns:a16="http://schemas.microsoft.com/office/drawing/2014/main" id="{487F2F0E-4E3D-45A1-8D75-07231F81D9BD}"/>
              </a:ext>
            </a:extLst>
          </p:cNvPr>
          <p:cNvSpPr>
            <a:spLocks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9677">
            <a:extLst>
              <a:ext uri="{FF2B5EF4-FFF2-40B4-BE49-F238E27FC236}">
                <a16:creationId xmlns:a16="http://schemas.microsoft.com/office/drawing/2014/main" id="{1BD44BFB-1231-46E9-90E8-F7E2F71F7425}"/>
              </a:ext>
            </a:extLst>
          </p:cNvPr>
          <p:cNvSpPr>
            <a:spLocks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9678">
            <a:extLst>
              <a:ext uri="{FF2B5EF4-FFF2-40B4-BE49-F238E27FC236}">
                <a16:creationId xmlns:a16="http://schemas.microsoft.com/office/drawing/2014/main" id="{3B92D28C-CD58-4880-BC36-FD8A0D8B0D2F}"/>
              </a:ext>
            </a:extLst>
          </p:cNvPr>
          <p:cNvSpPr>
            <a:spLocks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9679">
            <a:extLst>
              <a:ext uri="{FF2B5EF4-FFF2-40B4-BE49-F238E27FC236}">
                <a16:creationId xmlns:a16="http://schemas.microsoft.com/office/drawing/2014/main" id="{C6BA7C4B-02BD-425A-AAB8-46B77018D0A6}"/>
              </a:ext>
            </a:extLst>
          </p:cNvPr>
          <p:cNvSpPr>
            <a:spLocks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9680">
            <a:extLst>
              <a:ext uri="{FF2B5EF4-FFF2-40B4-BE49-F238E27FC236}">
                <a16:creationId xmlns:a16="http://schemas.microsoft.com/office/drawing/2014/main" id="{1215091B-ADBC-4745-9D1B-102C3C5CA6E0}"/>
              </a:ext>
            </a:extLst>
          </p:cNvPr>
          <p:cNvSpPr>
            <a:spLocks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9681">
            <a:extLst>
              <a:ext uri="{FF2B5EF4-FFF2-40B4-BE49-F238E27FC236}">
                <a16:creationId xmlns:a16="http://schemas.microsoft.com/office/drawing/2014/main" id="{2F2A0F61-AFE3-4C9B-87E0-BB119F46F8A8}"/>
              </a:ext>
            </a:extLst>
          </p:cNvPr>
          <p:cNvSpPr>
            <a:spLocks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9682">
            <a:extLst>
              <a:ext uri="{FF2B5EF4-FFF2-40B4-BE49-F238E27FC236}">
                <a16:creationId xmlns:a16="http://schemas.microsoft.com/office/drawing/2014/main" id="{5E445B9A-BBDF-47FA-8528-44DD57AECA55}"/>
              </a:ext>
            </a:extLst>
          </p:cNvPr>
          <p:cNvSpPr>
            <a:spLocks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9683">
            <a:extLst>
              <a:ext uri="{FF2B5EF4-FFF2-40B4-BE49-F238E27FC236}">
                <a16:creationId xmlns:a16="http://schemas.microsoft.com/office/drawing/2014/main" id="{26E72E9C-BAF3-4A8C-AAC2-9E07D4EBA613}"/>
              </a:ext>
            </a:extLst>
          </p:cNvPr>
          <p:cNvSpPr>
            <a:spLocks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9684">
            <a:extLst>
              <a:ext uri="{FF2B5EF4-FFF2-40B4-BE49-F238E27FC236}">
                <a16:creationId xmlns:a16="http://schemas.microsoft.com/office/drawing/2014/main" id="{DAB34757-1AEC-4D09-877A-86BB2E79282C}"/>
              </a:ext>
            </a:extLst>
          </p:cNvPr>
          <p:cNvSpPr>
            <a:spLocks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9685">
            <a:extLst>
              <a:ext uri="{FF2B5EF4-FFF2-40B4-BE49-F238E27FC236}">
                <a16:creationId xmlns:a16="http://schemas.microsoft.com/office/drawing/2014/main" id="{9C9B850F-DE2D-4053-8C96-C2001ABA524E}"/>
              </a:ext>
            </a:extLst>
          </p:cNvPr>
          <p:cNvSpPr>
            <a:spLocks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9686">
            <a:extLst>
              <a:ext uri="{FF2B5EF4-FFF2-40B4-BE49-F238E27FC236}">
                <a16:creationId xmlns:a16="http://schemas.microsoft.com/office/drawing/2014/main" id="{3415B540-B376-4FFD-8443-C3D431299578}"/>
              </a:ext>
            </a:extLst>
          </p:cNvPr>
          <p:cNvSpPr>
            <a:spLocks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9687">
            <a:extLst>
              <a:ext uri="{FF2B5EF4-FFF2-40B4-BE49-F238E27FC236}">
                <a16:creationId xmlns:a16="http://schemas.microsoft.com/office/drawing/2014/main" id="{4D8BCB18-7820-4140-957C-61C4BCED4ED9}"/>
              </a:ext>
            </a:extLst>
          </p:cNvPr>
          <p:cNvSpPr>
            <a:spLocks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9688">
            <a:extLst>
              <a:ext uri="{FF2B5EF4-FFF2-40B4-BE49-F238E27FC236}">
                <a16:creationId xmlns:a16="http://schemas.microsoft.com/office/drawing/2014/main" id="{4BAD5596-7F58-4EA9-863F-77458FCA003C}"/>
              </a:ext>
            </a:extLst>
          </p:cNvPr>
          <p:cNvSpPr>
            <a:spLocks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9689">
            <a:extLst>
              <a:ext uri="{FF2B5EF4-FFF2-40B4-BE49-F238E27FC236}">
                <a16:creationId xmlns:a16="http://schemas.microsoft.com/office/drawing/2014/main" id="{ADF7F444-7A35-44BC-82D5-8C2D8B946B0F}"/>
              </a:ext>
            </a:extLst>
          </p:cNvPr>
          <p:cNvSpPr>
            <a:spLocks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9690">
            <a:extLst>
              <a:ext uri="{FF2B5EF4-FFF2-40B4-BE49-F238E27FC236}">
                <a16:creationId xmlns:a16="http://schemas.microsoft.com/office/drawing/2014/main" id="{59CF6A45-3D38-450B-AA55-9BCD88A91F28}"/>
              </a:ext>
            </a:extLst>
          </p:cNvPr>
          <p:cNvSpPr>
            <a:spLocks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9691">
            <a:extLst>
              <a:ext uri="{FF2B5EF4-FFF2-40B4-BE49-F238E27FC236}">
                <a16:creationId xmlns:a16="http://schemas.microsoft.com/office/drawing/2014/main" id="{705C5ABB-5BCA-4396-80CA-84E73C0C010B}"/>
              </a:ext>
            </a:extLst>
          </p:cNvPr>
          <p:cNvSpPr>
            <a:spLocks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9692">
            <a:extLst>
              <a:ext uri="{FF2B5EF4-FFF2-40B4-BE49-F238E27FC236}">
                <a16:creationId xmlns:a16="http://schemas.microsoft.com/office/drawing/2014/main" id="{A6097631-ECE5-4CB4-B4BE-035FFE5EDDED}"/>
              </a:ext>
            </a:extLst>
          </p:cNvPr>
          <p:cNvSpPr>
            <a:spLocks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9693">
            <a:extLst>
              <a:ext uri="{FF2B5EF4-FFF2-40B4-BE49-F238E27FC236}">
                <a16:creationId xmlns:a16="http://schemas.microsoft.com/office/drawing/2014/main" id="{8A260A1C-C7C8-4512-AAC8-290B014A0518}"/>
              </a:ext>
            </a:extLst>
          </p:cNvPr>
          <p:cNvSpPr>
            <a:spLocks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9694">
            <a:extLst>
              <a:ext uri="{FF2B5EF4-FFF2-40B4-BE49-F238E27FC236}">
                <a16:creationId xmlns:a16="http://schemas.microsoft.com/office/drawing/2014/main" id="{5AB515F7-7713-44B5-BDEB-20FC80259624}"/>
              </a:ext>
            </a:extLst>
          </p:cNvPr>
          <p:cNvSpPr>
            <a:spLocks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9695">
            <a:extLst>
              <a:ext uri="{FF2B5EF4-FFF2-40B4-BE49-F238E27FC236}">
                <a16:creationId xmlns:a16="http://schemas.microsoft.com/office/drawing/2014/main" id="{FFFB66C5-B4A6-4CED-BA87-77547AEA406A}"/>
              </a:ext>
            </a:extLst>
          </p:cNvPr>
          <p:cNvSpPr>
            <a:spLocks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9696">
            <a:extLst>
              <a:ext uri="{FF2B5EF4-FFF2-40B4-BE49-F238E27FC236}">
                <a16:creationId xmlns:a16="http://schemas.microsoft.com/office/drawing/2014/main" id="{94EAD6C0-1061-46D4-AB5D-E1641C523667}"/>
              </a:ext>
            </a:extLst>
          </p:cNvPr>
          <p:cNvSpPr>
            <a:spLocks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9697">
            <a:extLst>
              <a:ext uri="{FF2B5EF4-FFF2-40B4-BE49-F238E27FC236}">
                <a16:creationId xmlns:a16="http://schemas.microsoft.com/office/drawing/2014/main" id="{5F60458C-F520-4E5A-9DD3-4862EFB20ED0}"/>
              </a:ext>
            </a:extLst>
          </p:cNvPr>
          <p:cNvSpPr>
            <a:spLocks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9698">
            <a:extLst>
              <a:ext uri="{FF2B5EF4-FFF2-40B4-BE49-F238E27FC236}">
                <a16:creationId xmlns:a16="http://schemas.microsoft.com/office/drawing/2014/main" id="{A4AF623D-D558-4333-AEDC-FF50DCB856E8}"/>
              </a:ext>
            </a:extLst>
          </p:cNvPr>
          <p:cNvSpPr>
            <a:spLocks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9699">
            <a:extLst>
              <a:ext uri="{FF2B5EF4-FFF2-40B4-BE49-F238E27FC236}">
                <a16:creationId xmlns:a16="http://schemas.microsoft.com/office/drawing/2014/main" id="{2B663A5A-CB71-461F-8B5C-5C5E8D7AF473}"/>
              </a:ext>
            </a:extLst>
          </p:cNvPr>
          <p:cNvSpPr>
            <a:spLocks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9700">
            <a:extLst>
              <a:ext uri="{FF2B5EF4-FFF2-40B4-BE49-F238E27FC236}">
                <a16:creationId xmlns:a16="http://schemas.microsoft.com/office/drawing/2014/main" id="{B2F5C3C4-F60A-4E49-A513-EA9D74F88E25}"/>
              </a:ext>
            </a:extLst>
          </p:cNvPr>
          <p:cNvSpPr>
            <a:spLocks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9701">
            <a:extLst>
              <a:ext uri="{FF2B5EF4-FFF2-40B4-BE49-F238E27FC236}">
                <a16:creationId xmlns:a16="http://schemas.microsoft.com/office/drawing/2014/main" id="{327E41C6-4F28-4F12-B15C-77544F34A1FF}"/>
              </a:ext>
            </a:extLst>
          </p:cNvPr>
          <p:cNvSpPr>
            <a:spLocks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9702">
            <a:extLst>
              <a:ext uri="{FF2B5EF4-FFF2-40B4-BE49-F238E27FC236}">
                <a16:creationId xmlns:a16="http://schemas.microsoft.com/office/drawing/2014/main" id="{84A7B0ED-9DFA-41ED-B17E-9A01B4F7B976}"/>
              </a:ext>
            </a:extLst>
          </p:cNvPr>
          <p:cNvSpPr>
            <a:spLocks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9703">
            <a:extLst>
              <a:ext uri="{FF2B5EF4-FFF2-40B4-BE49-F238E27FC236}">
                <a16:creationId xmlns:a16="http://schemas.microsoft.com/office/drawing/2014/main" id="{49CC9426-6CB1-4314-9F4A-8801E65A5475}"/>
              </a:ext>
            </a:extLst>
          </p:cNvPr>
          <p:cNvSpPr>
            <a:spLocks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9704">
            <a:extLst>
              <a:ext uri="{FF2B5EF4-FFF2-40B4-BE49-F238E27FC236}">
                <a16:creationId xmlns:a16="http://schemas.microsoft.com/office/drawing/2014/main" id="{173250F3-A181-47FD-8864-3BB833E56324}"/>
              </a:ext>
            </a:extLst>
          </p:cNvPr>
          <p:cNvSpPr>
            <a:spLocks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9705">
            <a:extLst>
              <a:ext uri="{FF2B5EF4-FFF2-40B4-BE49-F238E27FC236}">
                <a16:creationId xmlns:a16="http://schemas.microsoft.com/office/drawing/2014/main" id="{2AEFA3BF-BDC9-4EC4-9FD6-F1EF045B523E}"/>
              </a:ext>
            </a:extLst>
          </p:cNvPr>
          <p:cNvSpPr>
            <a:spLocks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9706">
            <a:extLst>
              <a:ext uri="{FF2B5EF4-FFF2-40B4-BE49-F238E27FC236}">
                <a16:creationId xmlns:a16="http://schemas.microsoft.com/office/drawing/2014/main" id="{DDC2B531-EBC4-4400-9895-44C9004674B0}"/>
              </a:ext>
            </a:extLst>
          </p:cNvPr>
          <p:cNvSpPr>
            <a:spLocks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9707">
            <a:extLst>
              <a:ext uri="{FF2B5EF4-FFF2-40B4-BE49-F238E27FC236}">
                <a16:creationId xmlns:a16="http://schemas.microsoft.com/office/drawing/2014/main" id="{E2EA1D7C-1AB2-4EC1-ACBD-7665AD7434A0}"/>
              </a:ext>
            </a:extLst>
          </p:cNvPr>
          <p:cNvSpPr>
            <a:spLocks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9708">
            <a:extLst>
              <a:ext uri="{FF2B5EF4-FFF2-40B4-BE49-F238E27FC236}">
                <a16:creationId xmlns:a16="http://schemas.microsoft.com/office/drawing/2014/main" id="{1903C27F-3F6A-456D-8E18-9EC40A20FA73}"/>
              </a:ext>
            </a:extLst>
          </p:cNvPr>
          <p:cNvSpPr>
            <a:spLocks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9709">
            <a:extLst>
              <a:ext uri="{FF2B5EF4-FFF2-40B4-BE49-F238E27FC236}">
                <a16:creationId xmlns:a16="http://schemas.microsoft.com/office/drawing/2014/main" id="{AC3D30C9-60AE-4E71-A273-B30F9853020F}"/>
              </a:ext>
            </a:extLst>
          </p:cNvPr>
          <p:cNvSpPr>
            <a:spLocks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9710">
            <a:extLst>
              <a:ext uri="{FF2B5EF4-FFF2-40B4-BE49-F238E27FC236}">
                <a16:creationId xmlns:a16="http://schemas.microsoft.com/office/drawing/2014/main" id="{C7C6BC15-F409-42F9-87D0-2AC2D1F067EA}"/>
              </a:ext>
            </a:extLst>
          </p:cNvPr>
          <p:cNvSpPr>
            <a:spLocks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9711">
            <a:extLst>
              <a:ext uri="{FF2B5EF4-FFF2-40B4-BE49-F238E27FC236}">
                <a16:creationId xmlns:a16="http://schemas.microsoft.com/office/drawing/2014/main" id="{A7641DD6-C81B-4519-BCD8-CEEDD7C5A168}"/>
              </a:ext>
            </a:extLst>
          </p:cNvPr>
          <p:cNvSpPr>
            <a:spLocks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9712">
            <a:extLst>
              <a:ext uri="{FF2B5EF4-FFF2-40B4-BE49-F238E27FC236}">
                <a16:creationId xmlns:a16="http://schemas.microsoft.com/office/drawing/2014/main" id="{3B33254F-BFF0-49C2-B911-519193E19359}"/>
              </a:ext>
            </a:extLst>
          </p:cNvPr>
          <p:cNvSpPr>
            <a:spLocks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9713">
            <a:extLst>
              <a:ext uri="{FF2B5EF4-FFF2-40B4-BE49-F238E27FC236}">
                <a16:creationId xmlns:a16="http://schemas.microsoft.com/office/drawing/2014/main" id="{7C07A4F1-0946-45E6-B06D-A3E26246344B}"/>
              </a:ext>
            </a:extLst>
          </p:cNvPr>
          <p:cNvSpPr>
            <a:spLocks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9714">
            <a:extLst>
              <a:ext uri="{FF2B5EF4-FFF2-40B4-BE49-F238E27FC236}">
                <a16:creationId xmlns:a16="http://schemas.microsoft.com/office/drawing/2014/main" id="{196AF4AB-6BC5-4DCA-9F51-28C2FE24BEFC}"/>
              </a:ext>
            </a:extLst>
          </p:cNvPr>
          <p:cNvSpPr>
            <a:spLocks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9715">
            <a:extLst>
              <a:ext uri="{FF2B5EF4-FFF2-40B4-BE49-F238E27FC236}">
                <a16:creationId xmlns:a16="http://schemas.microsoft.com/office/drawing/2014/main" id="{5C2CC189-1CA3-4E96-87EB-B370978827BF}"/>
              </a:ext>
            </a:extLst>
          </p:cNvPr>
          <p:cNvSpPr>
            <a:spLocks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9716">
            <a:extLst>
              <a:ext uri="{FF2B5EF4-FFF2-40B4-BE49-F238E27FC236}">
                <a16:creationId xmlns:a16="http://schemas.microsoft.com/office/drawing/2014/main" id="{71E8AF7C-EB5A-43E5-9969-45A78944EA91}"/>
              </a:ext>
            </a:extLst>
          </p:cNvPr>
          <p:cNvSpPr>
            <a:spLocks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9717">
            <a:extLst>
              <a:ext uri="{FF2B5EF4-FFF2-40B4-BE49-F238E27FC236}">
                <a16:creationId xmlns:a16="http://schemas.microsoft.com/office/drawing/2014/main" id="{5179D203-909A-409C-BD8B-A5F4DEDCB041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9718">
            <a:extLst>
              <a:ext uri="{FF2B5EF4-FFF2-40B4-BE49-F238E27FC236}">
                <a16:creationId xmlns:a16="http://schemas.microsoft.com/office/drawing/2014/main" id="{0ED9D77B-A2F6-4C80-B760-03044EDA0933}"/>
              </a:ext>
            </a:extLst>
          </p:cNvPr>
          <p:cNvSpPr>
            <a:spLocks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9719">
            <a:extLst>
              <a:ext uri="{FF2B5EF4-FFF2-40B4-BE49-F238E27FC236}">
                <a16:creationId xmlns:a16="http://schemas.microsoft.com/office/drawing/2014/main" id="{81836D95-E9DA-4CF7-9FAA-948C15969C10}"/>
              </a:ext>
            </a:extLst>
          </p:cNvPr>
          <p:cNvSpPr>
            <a:spLocks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9720">
            <a:extLst>
              <a:ext uri="{FF2B5EF4-FFF2-40B4-BE49-F238E27FC236}">
                <a16:creationId xmlns:a16="http://schemas.microsoft.com/office/drawing/2014/main" id="{146D3733-9776-4260-A0A2-62744D000FB0}"/>
              </a:ext>
            </a:extLst>
          </p:cNvPr>
          <p:cNvSpPr>
            <a:spLocks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9721">
            <a:extLst>
              <a:ext uri="{FF2B5EF4-FFF2-40B4-BE49-F238E27FC236}">
                <a16:creationId xmlns:a16="http://schemas.microsoft.com/office/drawing/2014/main" id="{F6ADDA41-11F7-4CC7-9167-05FE111C3961}"/>
              </a:ext>
            </a:extLst>
          </p:cNvPr>
          <p:cNvSpPr>
            <a:spLocks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9722">
            <a:extLst>
              <a:ext uri="{FF2B5EF4-FFF2-40B4-BE49-F238E27FC236}">
                <a16:creationId xmlns:a16="http://schemas.microsoft.com/office/drawing/2014/main" id="{2E3596CC-EF02-4D06-A60F-C34D6CFBFA39}"/>
              </a:ext>
            </a:extLst>
          </p:cNvPr>
          <p:cNvSpPr>
            <a:spLocks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9723">
            <a:extLst>
              <a:ext uri="{FF2B5EF4-FFF2-40B4-BE49-F238E27FC236}">
                <a16:creationId xmlns:a16="http://schemas.microsoft.com/office/drawing/2014/main" id="{03C32F95-CB25-40AA-A505-D1D5EAA22EF9}"/>
              </a:ext>
            </a:extLst>
          </p:cNvPr>
          <p:cNvSpPr>
            <a:spLocks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9724">
            <a:extLst>
              <a:ext uri="{FF2B5EF4-FFF2-40B4-BE49-F238E27FC236}">
                <a16:creationId xmlns:a16="http://schemas.microsoft.com/office/drawing/2014/main" id="{D272CFE9-D1EB-4647-8276-071EB326D4C0}"/>
              </a:ext>
            </a:extLst>
          </p:cNvPr>
          <p:cNvSpPr>
            <a:spLocks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9725">
            <a:extLst>
              <a:ext uri="{FF2B5EF4-FFF2-40B4-BE49-F238E27FC236}">
                <a16:creationId xmlns:a16="http://schemas.microsoft.com/office/drawing/2014/main" id="{B1FDC7F5-F1D8-4080-BA54-C655DDBD131F}"/>
              </a:ext>
            </a:extLst>
          </p:cNvPr>
          <p:cNvSpPr>
            <a:spLocks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9726">
            <a:extLst>
              <a:ext uri="{FF2B5EF4-FFF2-40B4-BE49-F238E27FC236}">
                <a16:creationId xmlns:a16="http://schemas.microsoft.com/office/drawing/2014/main" id="{6D9F9627-518E-4A91-B8F8-DC3092084051}"/>
              </a:ext>
            </a:extLst>
          </p:cNvPr>
          <p:cNvSpPr>
            <a:spLocks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9727">
            <a:extLst>
              <a:ext uri="{FF2B5EF4-FFF2-40B4-BE49-F238E27FC236}">
                <a16:creationId xmlns:a16="http://schemas.microsoft.com/office/drawing/2014/main" id="{CD3B4AC4-4CAC-44C0-B346-C78C18F51751}"/>
              </a:ext>
            </a:extLst>
          </p:cNvPr>
          <p:cNvSpPr>
            <a:spLocks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9728">
            <a:extLst>
              <a:ext uri="{FF2B5EF4-FFF2-40B4-BE49-F238E27FC236}">
                <a16:creationId xmlns:a16="http://schemas.microsoft.com/office/drawing/2014/main" id="{D8883D6C-19D5-4A74-A1EA-8CD2D1F009EB}"/>
              </a:ext>
            </a:extLst>
          </p:cNvPr>
          <p:cNvSpPr>
            <a:spLocks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9729">
            <a:extLst>
              <a:ext uri="{FF2B5EF4-FFF2-40B4-BE49-F238E27FC236}">
                <a16:creationId xmlns:a16="http://schemas.microsoft.com/office/drawing/2014/main" id="{797C4270-0503-445B-ADB8-78855E99B06B}"/>
              </a:ext>
            </a:extLst>
          </p:cNvPr>
          <p:cNvSpPr>
            <a:spLocks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9730">
            <a:extLst>
              <a:ext uri="{FF2B5EF4-FFF2-40B4-BE49-F238E27FC236}">
                <a16:creationId xmlns:a16="http://schemas.microsoft.com/office/drawing/2014/main" id="{DA05287E-7577-412A-A17E-3ECBD7B9DB6A}"/>
              </a:ext>
            </a:extLst>
          </p:cNvPr>
          <p:cNvSpPr>
            <a:spLocks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9731">
            <a:extLst>
              <a:ext uri="{FF2B5EF4-FFF2-40B4-BE49-F238E27FC236}">
                <a16:creationId xmlns:a16="http://schemas.microsoft.com/office/drawing/2014/main" id="{AD2D354D-A01C-47AB-A691-D9EDC06D278F}"/>
              </a:ext>
            </a:extLst>
          </p:cNvPr>
          <p:cNvSpPr>
            <a:spLocks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9732">
            <a:extLst>
              <a:ext uri="{FF2B5EF4-FFF2-40B4-BE49-F238E27FC236}">
                <a16:creationId xmlns:a16="http://schemas.microsoft.com/office/drawing/2014/main" id="{182F0BC0-0F09-476A-AF4F-234496E5F749}"/>
              </a:ext>
            </a:extLst>
          </p:cNvPr>
          <p:cNvSpPr>
            <a:spLocks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9733">
            <a:extLst>
              <a:ext uri="{FF2B5EF4-FFF2-40B4-BE49-F238E27FC236}">
                <a16:creationId xmlns:a16="http://schemas.microsoft.com/office/drawing/2014/main" id="{520B6BD4-2584-4EAA-91F6-52A79DCFE797}"/>
              </a:ext>
            </a:extLst>
          </p:cNvPr>
          <p:cNvSpPr>
            <a:spLocks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9734">
            <a:extLst>
              <a:ext uri="{FF2B5EF4-FFF2-40B4-BE49-F238E27FC236}">
                <a16:creationId xmlns:a16="http://schemas.microsoft.com/office/drawing/2014/main" id="{18613EC9-A2E5-4005-8917-3DB3841367D0}"/>
              </a:ext>
            </a:extLst>
          </p:cNvPr>
          <p:cNvSpPr>
            <a:spLocks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9735">
            <a:extLst>
              <a:ext uri="{FF2B5EF4-FFF2-40B4-BE49-F238E27FC236}">
                <a16:creationId xmlns:a16="http://schemas.microsoft.com/office/drawing/2014/main" id="{5EB49C45-F315-4041-BB37-D92726BD6DD1}"/>
              </a:ext>
            </a:extLst>
          </p:cNvPr>
          <p:cNvSpPr>
            <a:spLocks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9736">
            <a:extLst>
              <a:ext uri="{FF2B5EF4-FFF2-40B4-BE49-F238E27FC236}">
                <a16:creationId xmlns:a16="http://schemas.microsoft.com/office/drawing/2014/main" id="{3AC6F7E0-FA31-4BBE-808E-85329BE01F0D}"/>
              </a:ext>
            </a:extLst>
          </p:cNvPr>
          <p:cNvSpPr>
            <a:spLocks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9737">
            <a:extLst>
              <a:ext uri="{FF2B5EF4-FFF2-40B4-BE49-F238E27FC236}">
                <a16:creationId xmlns:a16="http://schemas.microsoft.com/office/drawing/2014/main" id="{3BADA9D7-919C-466A-B9A8-14E567F92AD0}"/>
              </a:ext>
            </a:extLst>
          </p:cNvPr>
          <p:cNvSpPr>
            <a:spLocks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9738">
            <a:extLst>
              <a:ext uri="{FF2B5EF4-FFF2-40B4-BE49-F238E27FC236}">
                <a16:creationId xmlns:a16="http://schemas.microsoft.com/office/drawing/2014/main" id="{A36EB907-C5DA-4232-97F4-55B6D35A4BB6}"/>
              </a:ext>
            </a:extLst>
          </p:cNvPr>
          <p:cNvSpPr>
            <a:spLocks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9739">
            <a:extLst>
              <a:ext uri="{FF2B5EF4-FFF2-40B4-BE49-F238E27FC236}">
                <a16:creationId xmlns:a16="http://schemas.microsoft.com/office/drawing/2014/main" id="{0C4F7DD9-163C-4B72-BBDE-6CB6FF877E51}"/>
              </a:ext>
            </a:extLst>
          </p:cNvPr>
          <p:cNvSpPr>
            <a:spLocks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9740">
            <a:extLst>
              <a:ext uri="{FF2B5EF4-FFF2-40B4-BE49-F238E27FC236}">
                <a16:creationId xmlns:a16="http://schemas.microsoft.com/office/drawing/2014/main" id="{C3E1AAA4-A608-4A30-947A-E41DA5525CEC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9741">
            <a:extLst>
              <a:ext uri="{FF2B5EF4-FFF2-40B4-BE49-F238E27FC236}">
                <a16:creationId xmlns:a16="http://schemas.microsoft.com/office/drawing/2014/main" id="{2FC27004-90A4-4249-8F55-855B95653D02}"/>
              </a:ext>
            </a:extLst>
          </p:cNvPr>
          <p:cNvSpPr>
            <a:spLocks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9742">
            <a:extLst>
              <a:ext uri="{FF2B5EF4-FFF2-40B4-BE49-F238E27FC236}">
                <a16:creationId xmlns:a16="http://schemas.microsoft.com/office/drawing/2014/main" id="{4C8654BF-3890-470A-BDBF-CFAA51A8D15B}"/>
              </a:ext>
            </a:extLst>
          </p:cNvPr>
          <p:cNvSpPr>
            <a:spLocks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9743">
            <a:extLst>
              <a:ext uri="{FF2B5EF4-FFF2-40B4-BE49-F238E27FC236}">
                <a16:creationId xmlns:a16="http://schemas.microsoft.com/office/drawing/2014/main" id="{E9EBAB65-996F-42F5-A11D-B6572E16B27F}"/>
              </a:ext>
            </a:extLst>
          </p:cNvPr>
          <p:cNvSpPr>
            <a:spLocks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9744">
            <a:extLst>
              <a:ext uri="{FF2B5EF4-FFF2-40B4-BE49-F238E27FC236}">
                <a16:creationId xmlns:a16="http://schemas.microsoft.com/office/drawing/2014/main" id="{07D425EB-F35E-4819-915B-B600B9AE0171}"/>
              </a:ext>
            </a:extLst>
          </p:cNvPr>
          <p:cNvSpPr>
            <a:spLocks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9745">
            <a:extLst>
              <a:ext uri="{FF2B5EF4-FFF2-40B4-BE49-F238E27FC236}">
                <a16:creationId xmlns:a16="http://schemas.microsoft.com/office/drawing/2014/main" id="{9674BFAF-80A8-407F-BD6A-1184998C590E}"/>
              </a:ext>
            </a:extLst>
          </p:cNvPr>
          <p:cNvSpPr>
            <a:spLocks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9746">
            <a:extLst>
              <a:ext uri="{FF2B5EF4-FFF2-40B4-BE49-F238E27FC236}">
                <a16:creationId xmlns:a16="http://schemas.microsoft.com/office/drawing/2014/main" id="{F25F4BB3-6A3B-433A-95FF-28982908FD5C}"/>
              </a:ext>
            </a:extLst>
          </p:cNvPr>
          <p:cNvSpPr>
            <a:spLocks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9747">
            <a:extLst>
              <a:ext uri="{FF2B5EF4-FFF2-40B4-BE49-F238E27FC236}">
                <a16:creationId xmlns:a16="http://schemas.microsoft.com/office/drawing/2014/main" id="{68D1FCC9-B706-4D61-955F-054C41ADF09D}"/>
              </a:ext>
            </a:extLst>
          </p:cNvPr>
          <p:cNvSpPr>
            <a:spLocks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9748">
            <a:extLst>
              <a:ext uri="{FF2B5EF4-FFF2-40B4-BE49-F238E27FC236}">
                <a16:creationId xmlns:a16="http://schemas.microsoft.com/office/drawing/2014/main" id="{E345AB8E-B49E-4546-907D-453BB0FAA08F}"/>
              </a:ext>
            </a:extLst>
          </p:cNvPr>
          <p:cNvSpPr>
            <a:spLocks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9749">
            <a:extLst>
              <a:ext uri="{FF2B5EF4-FFF2-40B4-BE49-F238E27FC236}">
                <a16:creationId xmlns:a16="http://schemas.microsoft.com/office/drawing/2014/main" id="{4A4FB95B-E128-45BC-A0A4-6E47A6CC2110}"/>
              </a:ext>
            </a:extLst>
          </p:cNvPr>
          <p:cNvSpPr>
            <a:spLocks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9750">
            <a:extLst>
              <a:ext uri="{FF2B5EF4-FFF2-40B4-BE49-F238E27FC236}">
                <a16:creationId xmlns:a16="http://schemas.microsoft.com/office/drawing/2014/main" id="{E9F1367B-9468-4A90-91F8-701A561AAE4D}"/>
              </a:ext>
            </a:extLst>
          </p:cNvPr>
          <p:cNvSpPr>
            <a:spLocks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9751">
            <a:extLst>
              <a:ext uri="{FF2B5EF4-FFF2-40B4-BE49-F238E27FC236}">
                <a16:creationId xmlns:a16="http://schemas.microsoft.com/office/drawing/2014/main" id="{8C2D0B52-00B0-4C21-AD30-7D4BEAAB332D}"/>
              </a:ext>
            </a:extLst>
          </p:cNvPr>
          <p:cNvSpPr>
            <a:spLocks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9752">
            <a:extLst>
              <a:ext uri="{FF2B5EF4-FFF2-40B4-BE49-F238E27FC236}">
                <a16:creationId xmlns:a16="http://schemas.microsoft.com/office/drawing/2014/main" id="{2DD03F0C-1762-46F9-92E0-0199C72B92FD}"/>
              </a:ext>
            </a:extLst>
          </p:cNvPr>
          <p:cNvSpPr>
            <a:spLocks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9753">
            <a:extLst>
              <a:ext uri="{FF2B5EF4-FFF2-40B4-BE49-F238E27FC236}">
                <a16:creationId xmlns:a16="http://schemas.microsoft.com/office/drawing/2014/main" id="{E969E949-B280-418C-AD53-B0683C70406F}"/>
              </a:ext>
            </a:extLst>
          </p:cNvPr>
          <p:cNvSpPr>
            <a:spLocks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9754">
            <a:extLst>
              <a:ext uri="{FF2B5EF4-FFF2-40B4-BE49-F238E27FC236}">
                <a16:creationId xmlns:a16="http://schemas.microsoft.com/office/drawing/2014/main" id="{7BEAACAA-3ACE-498D-833B-27014316C39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9755">
            <a:extLst>
              <a:ext uri="{FF2B5EF4-FFF2-40B4-BE49-F238E27FC236}">
                <a16:creationId xmlns:a16="http://schemas.microsoft.com/office/drawing/2014/main" id="{95FEF852-8FB8-4D89-8241-29B457110EED}"/>
              </a:ext>
            </a:extLst>
          </p:cNvPr>
          <p:cNvSpPr>
            <a:spLocks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9756">
            <a:extLst>
              <a:ext uri="{FF2B5EF4-FFF2-40B4-BE49-F238E27FC236}">
                <a16:creationId xmlns:a16="http://schemas.microsoft.com/office/drawing/2014/main" id="{44487D43-8AAF-4333-80CE-6B0CD1E3C7F8}"/>
              </a:ext>
            </a:extLst>
          </p:cNvPr>
          <p:cNvSpPr>
            <a:spLocks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9757">
            <a:extLst>
              <a:ext uri="{FF2B5EF4-FFF2-40B4-BE49-F238E27FC236}">
                <a16:creationId xmlns:a16="http://schemas.microsoft.com/office/drawing/2014/main" id="{28EA0F94-55A8-4FB4-9E2C-3167220A2355}"/>
              </a:ext>
            </a:extLst>
          </p:cNvPr>
          <p:cNvSpPr>
            <a:spLocks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9758">
            <a:extLst>
              <a:ext uri="{FF2B5EF4-FFF2-40B4-BE49-F238E27FC236}">
                <a16:creationId xmlns:a16="http://schemas.microsoft.com/office/drawing/2014/main" id="{83AFAB41-B5A1-461C-AAD8-F0EFA07E48DD}"/>
              </a:ext>
            </a:extLst>
          </p:cNvPr>
          <p:cNvSpPr>
            <a:spLocks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9759">
            <a:extLst>
              <a:ext uri="{FF2B5EF4-FFF2-40B4-BE49-F238E27FC236}">
                <a16:creationId xmlns:a16="http://schemas.microsoft.com/office/drawing/2014/main" id="{1D2B92D5-1532-44AA-A16D-328B2D34C076}"/>
              </a:ext>
            </a:extLst>
          </p:cNvPr>
          <p:cNvSpPr>
            <a:spLocks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9760">
            <a:extLst>
              <a:ext uri="{FF2B5EF4-FFF2-40B4-BE49-F238E27FC236}">
                <a16:creationId xmlns:a16="http://schemas.microsoft.com/office/drawing/2014/main" id="{E9DDFE20-5112-4C34-917D-C9B105672D89}"/>
              </a:ext>
            </a:extLst>
          </p:cNvPr>
          <p:cNvSpPr>
            <a:spLocks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9761">
            <a:extLst>
              <a:ext uri="{FF2B5EF4-FFF2-40B4-BE49-F238E27FC236}">
                <a16:creationId xmlns:a16="http://schemas.microsoft.com/office/drawing/2014/main" id="{1140139D-0447-406C-9D5B-FC8A0B40710C}"/>
              </a:ext>
            </a:extLst>
          </p:cNvPr>
          <p:cNvSpPr>
            <a:spLocks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9762">
            <a:extLst>
              <a:ext uri="{FF2B5EF4-FFF2-40B4-BE49-F238E27FC236}">
                <a16:creationId xmlns:a16="http://schemas.microsoft.com/office/drawing/2014/main" id="{BF84E54C-DAAD-4B2C-8402-C3A03B4397CB}"/>
              </a:ext>
            </a:extLst>
          </p:cNvPr>
          <p:cNvSpPr>
            <a:spLocks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9763">
            <a:extLst>
              <a:ext uri="{FF2B5EF4-FFF2-40B4-BE49-F238E27FC236}">
                <a16:creationId xmlns:a16="http://schemas.microsoft.com/office/drawing/2014/main" id="{995A2D56-AE14-4949-A870-8CA0C8F7377E}"/>
              </a:ext>
            </a:extLst>
          </p:cNvPr>
          <p:cNvSpPr>
            <a:spLocks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9764">
            <a:extLst>
              <a:ext uri="{FF2B5EF4-FFF2-40B4-BE49-F238E27FC236}">
                <a16:creationId xmlns:a16="http://schemas.microsoft.com/office/drawing/2014/main" id="{5A586E4C-B6DB-4D15-9F81-CA33447DC18A}"/>
              </a:ext>
            </a:extLst>
          </p:cNvPr>
          <p:cNvSpPr>
            <a:spLocks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9765">
            <a:extLst>
              <a:ext uri="{FF2B5EF4-FFF2-40B4-BE49-F238E27FC236}">
                <a16:creationId xmlns:a16="http://schemas.microsoft.com/office/drawing/2014/main" id="{0795817D-24C2-4C05-BE52-19E6950EFEA9}"/>
              </a:ext>
            </a:extLst>
          </p:cNvPr>
          <p:cNvSpPr>
            <a:spLocks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9766">
            <a:extLst>
              <a:ext uri="{FF2B5EF4-FFF2-40B4-BE49-F238E27FC236}">
                <a16:creationId xmlns:a16="http://schemas.microsoft.com/office/drawing/2014/main" id="{66CDF020-D395-4203-AA07-527E8EA1BB91}"/>
              </a:ext>
            </a:extLst>
          </p:cNvPr>
          <p:cNvSpPr>
            <a:spLocks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9767">
            <a:extLst>
              <a:ext uri="{FF2B5EF4-FFF2-40B4-BE49-F238E27FC236}">
                <a16:creationId xmlns:a16="http://schemas.microsoft.com/office/drawing/2014/main" id="{51049343-20BC-4604-BD9F-EE410A2E77A6}"/>
              </a:ext>
            </a:extLst>
          </p:cNvPr>
          <p:cNvSpPr>
            <a:spLocks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9768">
            <a:extLst>
              <a:ext uri="{FF2B5EF4-FFF2-40B4-BE49-F238E27FC236}">
                <a16:creationId xmlns:a16="http://schemas.microsoft.com/office/drawing/2014/main" id="{B7C9C02C-6251-4E2A-A4F2-21F9A0C723DC}"/>
              </a:ext>
            </a:extLst>
          </p:cNvPr>
          <p:cNvSpPr>
            <a:spLocks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9769">
            <a:extLst>
              <a:ext uri="{FF2B5EF4-FFF2-40B4-BE49-F238E27FC236}">
                <a16:creationId xmlns:a16="http://schemas.microsoft.com/office/drawing/2014/main" id="{9DC54544-A55E-4752-9B7D-7549C7590C00}"/>
              </a:ext>
            </a:extLst>
          </p:cNvPr>
          <p:cNvSpPr>
            <a:spLocks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9770">
            <a:extLst>
              <a:ext uri="{FF2B5EF4-FFF2-40B4-BE49-F238E27FC236}">
                <a16:creationId xmlns:a16="http://schemas.microsoft.com/office/drawing/2014/main" id="{5AE01257-9251-4223-BDE9-3A0DD2375D9D}"/>
              </a:ext>
            </a:extLst>
          </p:cNvPr>
          <p:cNvSpPr>
            <a:spLocks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9771">
            <a:extLst>
              <a:ext uri="{FF2B5EF4-FFF2-40B4-BE49-F238E27FC236}">
                <a16:creationId xmlns:a16="http://schemas.microsoft.com/office/drawing/2014/main" id="{B787E6AD-404C-46E8-9250-F5D50A7BDFF9}"/>
              </a:ext>
            </a:extLst>
          </p:cNvPr>
          <p:cNvSpPr>
            <a:spLocks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9772">
            <a:extLst>
              <a:ext uri="{FF2B5EF4-FFF2-40B4-BE49-F238E27FC236}">
                <a16:creationId xmlns:a16="http://schemas.microsoft.com/office/drawing/2014/main" id="{18635123-B2D3-4285-A2D5-630263CE8D9F}"/>
              </a:ext>
            </a:extLst>
          </p:cNvPr>
          <p:cNvSpPr>
            <a:spLocks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9773">
            <a:extLst>
              <a:ext uri="{FF2B5EF4-FFF2-40B4-BE49-F238E27FC236}">
                <a16:creationId xmlns:a16="http://schemas.microsoft.com/office/drawing/2014/main" id="{60C25E79-791F-4669-A906-314836AEBA49}"/>
              </a:ext>
            </a:extLst>
          </p:cNvPr>
          <p:cNvSpPr>
            <a:spLocks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9774">
            <a:extLst>
              <a:ext uri="{FF2B5EF4-FFF2-40B4-BE49-F238E27FC236}">
                <a16:creationId xmlns:a16="http://schemas.microsoft.com/office/drawing/2014/main" id="{179BC338-9920-4034-8DFA-B63E34F0BA4E}"/>
              </a:ext>
            </a:extLst>
          </p:cNvPr>
          <p:cNvSpPr>
            <a:spLocks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9775">
            <a:extLst>
              <a:ext uri="{FF2B5EF4-FFF2-40B4-BE49-F238E27FC236}">
                <a16:creationId xmlns:a16="http://schemas.microsoft.com/office/drawing/2014/main" id="{A8DB8034-BF88-4B1A-8E9F-B3F9CCA5F68A}"/>
              </a:ext>
            </a:extLst>
          </p:cNvPr>
          <p:cNvSpPr>
            <a:spLocks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9776">
            <a:extLst>
              <a:ext uri="{FF2B5EF4-FFF2-40B4-BE49-F238E27FC236}">
                <a16:creationId xmlns:a16="http://schemas.microsoft.com/office/drawing/2014/main" id="{1A876254-DAC1-4D0B-AA9C-7A38CAFB8D71}"/>
              </a:ext>
            </a:extLst>
          </p:cNvPr>
          <p:cNvSpPr>
            <a:spLocks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9777">
            <a:extLst>
              <a:ext uri="{FF2B5EF4-FFF2-40B4-BE49-F238E27FC236}">
                <a16:creationId xmlns:a16="http://schemas.microsoft.com/office/drawing/2014/main" id="{54993835-92D7-4986-9CE2-DA609CCD7647}"/>
              </a:ext>
            </a:extLst>
          </p:cNvPr>
          <p:cNvSpPr>
            <a:spLocks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9778">
            <a:extLst>
              <a:ext uri="{FF2B5EF4-FFF2-40B4-BE49-F238E27FC236}">
                <a16:creationId xmlns:a16="http://schemas.microsoft.com/office/drawing/2014/main" id="{884419D6-9D36-4A1B-95F4-EBA7BBCEF3DC}"/>
              </a:ext>
            </a:extLst>
          </p:cNvPr>
          <p:cNvSpPr>
            <a:spLocks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9779">
            <a:extLst>
              <a:ext uri="{FF2B5EF4-FFF2-40B4-BE49-F238E27FC236}">
                <a16:creationId xmlns:a16="http://schemas.microsoft.com/office/drawing/2014/main" id="{1125B355-87E4-400C-9C3F-03D3E4E8302B}"/>
              </a:ext>
            </a:extLst>
          </p:cNvPr>
          <p:cNvSpPr>
            <a:spLocks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9780">
            <a:extLst>
              <a:ext uri="{FF2B5EF4-FFF2-40B4-BE49-F238E27FC236}">
                <a16:creationId xmlns:a16="http://schemas.microsoft.com/office/drawing/2014/main" id="{0A3C9009-9540-484A-82F0-9AB96F4FF8CC}"/>
              </a:ext>
            </a:extLst>
          </p:cNvPr>
          <p:cNvSpPr>
            <a:spLocks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9781">
            <a:extLst>
              <a:ext uri="{FF2B5EF4-FFF2-40B4-BE49-F238E27FC236}">
                <a16:creationId xmlns:a16="http://schemas.microsoft.com/office/drawing/2014/main" id="{4866C403-A02E-429B-83A3-BB413EFC9796}"/>
              </a:ext>
            </a:extLst>
          </p:cNvPr>
          <p:cNvSpPr>
            <a:spLocks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9782">
            <a:extLst>
              <a:ext uri="{FF2B5EF4-FFF2-40B4-BE49-F238E27FC236}">
                <a16:creationId xmlns:a16="http://schemas.microsoft.com/office/drawing/2014/main" id="{CF3C6B2A-BD35-4566-8264-46C404542889}"/>
              </a:ext>
            </a:extLst>
          </p:cNvPr>
          <p:cNvSpPr>
            <a:spLocks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9783">
            <a:extLst>
              <a:ext uri="{FF2B5EF4-FFF2-40B4-BE49-F238E27FC236}">
                <a16:creationId xmlns:a16="http://schemas.microsoft.com/office/drawing/2014/main" id="{9A2FC38C-513D-48E3-B939-19AF35FAC027}"/>
              </a:ext>
            </a:extLst>
          </p:cNvPr>
          <p:cNvSpPr>
            <a:spLocks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9784">
            <a:extLst>
              <a:ext uri="{FF2B5EF4-FFF2-40B4-BE49-F238E27FC236}">
                <a16:creationId xmlns:a16="http://schemas.microsoft.com/office/drawing/2014/main" id="{D876D823-3091-4621-B93F-DED280281276}"/>
              </a:ext>
            </a:extLst>
          </p:cNvPr>
          <p:cNvSpPr>
            <a:spLocks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9785">
            <a:extLst>
              <a:ext uri="{FF2B5EF4-FFF2-40B4-BE49-F238E27FC236}">
                <a16:creationId xmlns:a16="http://schemas.microsoft.com/office/drawing/2014/main" id="{DEC2279F-DB43-4120-8454-2D9589B6D416}"/>
              </a:ext>
            </a:extLst>
          </p:cNvPr>
          <p:cNvSpPr>
            <a:spLocks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9786">
            <a:extLst>
              <a:ext uri="{FF2B5EF4-FFF2-40B4-BE49-F238E27FC236}">
                <a16:creationId xmlns:a16="http://schemas.microsoft.com/office/drawing/2014/main" id="{3D0C4B5D-D33E-4C22-A29F-D2C548F631B3}"/>
              </a:ext>
            </a:extLst>
          </p:cNvPr>
          <p:cNvSpPr>
            <a:spLocks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9787">
            <a:extLst>
              <a:ext uri="{FF2B5EF4-FFF2-40B4-BE49-F238E27FC236}">
                <a16:creationId xmlns:a16="http://schemas.microsoft.com/office/drawing/2014/main" id="{0294593F-9532-4EC0-9870-CBDAA0511D72}"/>
              </a:ext>
            </a:extLst>
          </p:cNvPr>
          <p:cNvSpPr>
            <a:spLocks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9788">
            <a:extLst>
              <a:ext uri="{FF2B5EF4-FFF2-40B4-BE49-F238E27FC236}">
                <a16:creationId xmlns:a16="http://schemas.microsoft.com/office/drawing/2014/main" id="{C44C5796-03AE-4458-9FBF-0D96D0FEC95C}"/>
              </a:ext>
            </a:extLst>
          </p:cNvPr>
          <p:cNvSpPr>
            <a:spLocks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9789">
            <a:extLst>
              <a:ext uri="{FF2B5EF4-FFF2-40B4-BE49-F238E27FC236}">
                <a16:creationId xmlns:a16="http://schemas.microsoft.com/office/drawing/2014/main" id="{8A501399-5BD9-4E05-9CB0-8DE3535090FC}"/>
              </a:ext>
            </a:extLst>
          </p:cNvPr>
          <p:cNvSpPr>
            <a:spLocks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9790">
            <a:extLst>
              <a:ext uri="{FF2B5EF4-FFF2-40B4-BE49-F238E27FC236}">
                <a16:creationId xmlns:a16="http://schemas.microsoft.com/office/drawing/2014/main" id="{D882C500-69AA-4FDB-8DBA-05E8915EBD4B}"/>
              </a:ext>
            </a:extLst>
          </p:cNvPr>
          <p:cNvSpPr>
            <a:spLocks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9791">
            <a:extLst>
              <a:ext uri="{FF2B5EF4-FFF2-40B4-BE49-F238E27FC236}">
                <a16:creationId xmlns:a16="http://schemas.microsoft.com/office/drawing/2014/main" id="{F99C00E2-4B4C-4E71-BB15-70C0838865B0}"/>
              </a:ext>
            </a:extLst>
          </p:cNvPr>
          <p:cNvSpPr>
            <a:spLocks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9792">
            <a:extLst>
              <a:ext uri="{FF2B5EF4-FFF2-40B4-BE49-F238E27FC236}">
                <a16:creationId xmlns:a16="http://schemas.microsoft.com/office/drawing/2014/main" id="{46F66F40-3DA8-4CF2-89B6-0FE945C618D7}"/>
              </a:ext>
            </a:extLst>
          </p:cNvPr>
          <p:cNvSpPr>
            <a:spLocks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9793">
            <a:extLst>
              <a:ext uri="{FF2B5EF4-FFF2-40B4-BE49-F238E27FC236}">
                <a16:creationId xmlns:a16="http://schemas.microsoft.com/office/drawing/2014/main" id="{EDEAE6F3-59D8-4944-A5A7-5904563A100E}"/>
              </a:ext>
            </a:extLst>
          </p:cNvPr>
          <p:cNvSpPr>
            <a:spLocks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9794">
            <a:extLst>
              <a:ext uri="{FF2B5EF4-FFF2-40B4-BE49-F238E27FC236}">
                <a16:creationId xmlns:a16="http://schemas.microsoft.com/office/drawing/2014/main" id="{140591FF-BABA-443B-91F3-0B32F4AF8536}"/>
              </a:ext>
            </a:extLst>
          </p:cNvPr>
          <p:cNvSpPr>
            <a:spLocks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9795">
            <a:extLst>
              <a:ext uri="{FF2B5EF4-FFF2-40B4-BE49-F238E27FC236}">
                <a16:creationId xmlns:a16="http://schemas.microsoft.com/office/drawing/2014/main" id="{45BDD908-9686-4DB8-84A9-4CEDBF3EFA5F}"/>
              </a:ext>
            </a:extLst>
          </p:cNvPr>
          <p:cNvSpPr>
            <a:spLocks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9796">
            <a:extLst>
              <a:ext uri="{FF2B5EF4-FFF2-40B4-BE49-F238E27FC236}">
                <a16:creationId xmlns:a16="http://schemas.microsoft.com/office/drawing/2014/main" id="{9B06401F-52DE-435C-A56E-71CE88AEF79F}"/>
              </a:ext>
            </a:extLst>
          </p:cNvPr>
          <p:cNvSpPr>
            <a:spLocks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9797">
            <a:extLst>
              <a:ext uri="{FF2B5EF4-FFF2-40B4-BE49-F238E27FC236}">
                <a16:creationId xmlns:a16="http://schemas.microsoft.com/office/drawing/2014/main" id="{404427D4-5EA9-4CF7-BB80-303B4A808F20}"/>
              </a:ext>
            </a:extLst>
          </p:cNvPr>
          <p:cNvSpPr>
            <a:spLocks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9798">
            <a:extLst>
              <a:ext uri="{FF2B5EF4-FFF2-40B4-BE49-F238E27FC236}">
                <a16:creationId xmlns:a16="http://schemas.microsoft.com/office/drawing/2014/main" id="{9D2B4C54-E0CA-42EF-9D1F-3393D7CB02B5}"/>
              </a:ext>
            </a:extLst>
          </p:cNvPr>
          <p:cNvSpPr>
            <a:spLocks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9799">
            <a:extLst>
              <a:ext uri="{FF2B5EF4-FFF2-40B4-BE49-F238E27FC236}">
                <a16:creationId xmlns:a16="http://schemas.microsoft.com/office/drawing/2014/main" id="{B3582C22-ACD7-4C26-A3CD-FF52DD3C60E5}"/>
              </a:ext>
            </a:extLst>
          </p:cNvPr>
          <p:cNvSpPr>
            <a:spLocks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9800">
            <a:extLst>
              <a:ext uri="{FF2B5EF4-FFF2-40B4-BE49-F238E27FC236}">
                <a16:creationId xmlns:a16="http://schemas.microsoft.com/office/drawing/2014/main" id="{96C7F573-191E-4B3B-A1D9-7E24DF1B1939}"/>
              </a:ext>
            </a:extLst>
          </p:cNvPr>
          <p:cNvSpPr>
            <a:spLocks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9801">
            <a:extLst>
              <a:ext uri="{FF2B5EF4-FFF2-40B4-BE49-F238E27FC236}">
                <a16:creationId xmlns:a16="http://schemas.microsoft.com/office/drawing/2014/main" id="{8ADD493D-60D8-4CB9-8D06-9ACEEF591B05}"/>
              </a:ext>
            </a:extLst>
          </p:cNvPr>
          <p:cNvSpPr>
            <a:spLocks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9802">
            <a:extLst>
              <a:ext uri="{FF2B5EF4-FFF2-40B4-BE49-F238E27FC236}">
                <a16:creationId xmlns:a16="http://schemas.microsoft.com/office/drawing/2014/main" id="{5EED2B30-8A76-4DB0-B6F7-34C91403B521}"/>
              </a:ext>
            </a:extLst>
          </p:cNvPr>
          <p:cNvSpPr>
            <a:spLocks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9803">
            <a:extLst>
              <a:ext uri="{FF2B5EF4-FFF2-40B4-BE49-F238E27FC236}">
                <a16:creationId xmlns:a16="http://schemas.microsoft.com/office/drawing/2014/main" id="{37172A6E-F109-41DC-B976-ED2E92D61B58}"/>
              </a:ext>
            </a:extLst>
          </p:cNvPr>
          <p:cNvSpPr>
            <a:spLocks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9804">
            <a:extLst>
              <a:ext uri="{FF2B5EF4-FFF2-40B4-BE49-F238E27FC236}">
                <a16:creationId xmlns:a16="http://schemas.microsoft.com/office/drawing/2014/main" id="{7CB20079-CF77-4C59-ADE8-7C0C4949B6CC}"/>
              </a:ext>
            </a:extLst>
          </p:cNvPr>
          <p:cNvSpPr>
            <a:spLocks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9805">
            <a:extLst>
              <a:ext uri="{FF2B5EF4-FFF2-40B4-BE49-F238E27FC236}">
                <a16:creationId xmlns:a16="http://schemas.microsoft.com/office/drawing/2014/main" id="{18075C38-DB45-4E6C-B9E5-181B8AC64B5B}"/>
              </a:ext>
            </a:extLst>
          </p:cNvPr>
          <p:cNvSpPr>
            <a:spLocks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9806">
            <a:extLst>
              <a:ext uri="{FF2B5EF4-FFF2-40B4-BE49-F238E27FC236}">
                <a16:creationId xmlns:a16="http://schemas.microsoft.com/office/drawing/2014/main" id="{6412715F-2A56-4434-B090-5889BA4D593E}"/>
              </a:ext>
            </a:extLst>
          </p:cNvPr>
          <p:cNvSpPr>
            <a:spLocks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9807">
            <a:extLst>
              <a:ext uri="{FF2B5EF4-FFF2-40B4-BE49-F238E27FC236}">
                <a16:creationId xmlns:a16="http://schemas.microsoft.com/office/drawing/2014/main" id="{7E78542E-AB89-4D21-B7AB-E3138B498136}"/>
              </a:ext>
            </a:extLst>
          </p:cNvPr>
          <p:cNvSpPr>
            <a:spLocks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9808">
            <a:extLst>
              <a:ext uri="{FF2B5EF4-FFF2-40B4-BE49-F238E27FC236}">
                <a16:creationId xmlns:a16="http://schemas.microsoft.com/office/drawing/2014/main" id="{251436C2-9847-412E-9A42-09AC08681D16}"/>
              </a:ext>
            </a:extLst>
          </p:cNvPr>
          <p:cNvSpPr>
            <a:spLocks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9809">
            <a:extLst>
              <a:ext uri="{FF2B5EF4-FFF2-40B4-BE49-F238E27FC236}">
                <a16:creationId xmlns:a16="http://schemas.microsoft.com/office/drawing/2014/main" id="{76D296F6-93A5-4A27-9D82-E871A6F528CC}"/>
              </a:ext>
            </a:extLst>
          </p:cNvPr>
          <p:cNvSpPr>
            <a:spLocks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9810">
            <a:extLst>
              <a:ext uri="{FF2B5EF4-FFF2-40B4-BE49-F238E27FC236}">
                <a16:creationId xmlns:a16="http://schemas.microsoft.com/office/drawing/2014/main" id="{8B6B22B7-13CC-43A4-BBCC-C8AAF6D91F4B}"/>
              </a:ext>
            </a:extLst>
          </p:cNvPr>
          <p:cNvSpPr>
            <a:spLocks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9811">
            <a:extLst>
              <a:ext uri="{FF2B5EF4-FFF2-40B4-BE49-F238E27FC236}">
                <a16:creationId xmlns:a16="http://schemas.microsoft.com/office/drawing/2014/main" id="{10329175-C202-42B5-B9FC-76E45774A48B}"/>
              </a:ext>
            </a:extLst>
          </p:cNvPr>
          <p:cNvSpPr>
            <a:spLocks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9812">
            <a:extLst>
              <a:ext uri="{FF2B5EF4-FFF2-40B4-BE49-F238E27FC236}">
                <a16:creationId xmlns:a16="http://schemas.microsoft.com/office/drawing/2014/main" id="{9BAE9B0B-3985-47F2-A8AF-0261CDC3D387}"/>
              </a:ext>
            </a:extLst>
          </p:cNvPr>
          <p:cNvSpPr>
            <a:spLocks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9813">
            <a:extLst>
              <a:ext uri="{FF2B5EF4-FFF2-40B4-BE49-F238E27FC236}">
                <a16:creationId xmlns:a16="http://schemas.microsoft.com/office/drawing/2014/main" id="{3FC71106-63E6-414A-B8C1-968D56202F45}"/>
              </a:ext>
            </a:extLst>
          </p:cNvPr>
          <p:cNvSpPr>
            <a:spLocks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9814">
            <a:extLst>
              <a:ext uri="{FF2B5EF4-FFF2-40B4-BE49-F238E27FC236}">
                <a16:creationId xmlns:a16="http://schemas.microsoft.com/office/drawing/2014/main" id="{EC030E52-314F-4180-8594-3139F7D3F1D5}"/>
              </a:ext>
            </a:extLst>
          </p:cNvPr>
          <p:cNvSpPr>
            <a:spLocks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9815">
            <a:extLst>
              <a:ext uri="{FF2B5EF4-FFF2-40B4-BE49-F238E27FC236}">
                <a16:creationId xmlns:a16="http://schemas.microsoft.com/office/drawing/2014/main" id="{C94C392E-BF27-47A5-9848-51F8CC70356A}"/>
              </a:ext>
            </a:extLst>
          </p:cNvPr>
          <p:cNvSpPr>
            <a:spLocks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9816">
            <a:extLst>
              <a:ext uri="{FF2B5EF4-FFF2-40B4-BE49-F238E27FC236}">
                <a16:creationId xmlns:a16="http://schemas.microsoft.com/office/drawing/2014/main" id="{D2A73044-C69F-4B06-AB59-75098A5D1F28}"/>
              </a:ext>
            </a:extLst>
          </p:cNvPr>
          <p:cNvSpPr>
            <a:spLocks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9817">
            <a:extLst>
              <a:ext uri="{FF2B5EF4-FFF2-40B4-BE49-F238E27FC236}">
                <a16:creationId xmlns:a16="http://schemas.microsoft.com/office/drawing/2014/main" id="{3240C53A-C5AF-4518-B05C-C0C3379813AB}"/>
              </a:ext>
            </a:extLst>
          </p:cNvPr>
          <p:cNvSpPr>
            <a:spLocks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9818">
            <a:extLst>
              <a:ext uri="{FF2B5EF4-FFF2-40B4-BE49-F238E27FC236}">
                <a16:creationId xmlns:a16="http://schemas.microsoft.com/office/drawing/2014/main" id="{A83F9689-8216-48FA-9298-EA7A265B0DE6}"/>
              </a:ext>
            </a:extLst>
          </p:cNvPr>
          <p:cNvSpPr>
            <a:spLocks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9819">
            <a:extLst>
              <a:ext uri="{FF2B5EF4-FFF2-40B4-BE49-F238E27FC236}">
                <a16:creationId xmlns:a16="http://schemas.microsoft.com/office/drawing/2014/main" id="{F3D05327-3C2F-443E-90F3-8DED95D39713}"/>
              </a:ext>
            </a:extLst>
          </p:cNvPr>
          <p:cNvSpPr>
            <a:spLocks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9820">
            <a:extLst>
              <a:ext uri="{FF2B5EF4-FFF2-40B4-BE49-F238E27FC236}">
                <a16:creationId xmlns:a16="http://schemas.microsoft.com/office/drawing/2014/main" id="{CBC334CE-C9EC-4F2D-A76E-189AA1A24B9D}"/>
              </a:ext>
            </a:extLst>
          </p:cNvPr>
          <p:cNvSpPr>
            <a:spLocks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9821">
            <a:extLst>
              <a:ext uri="{FF2B5EF4-FFF2-40B4-BE49-F238E27FC236}">
                <a16:creationId xmlns:a16="http://schemas.microsoft.com/office/drawing/2014/main" id="{93F2C1E4-8C7C-4DD7-A52C-EA44EACA4BDE}"/>
              </a:ext>
            </a:extLst>
          </p:cNvPr>
          <p:cNvSpPr>
            <a:spLocks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9822">
            <a:extLst>
              <a:ext uri="{FF2B5EF4-FFF2-40B4-BE49-F238E27FC236}">
                <a16:creationId xmlns:a16="http://schemas.microsoft.com/office/drawing/2014/main" id="{AD25A85F-BDA4-4993-A042-EFCB2C70F910}"/>
              </a:ext>
            </a:extLst>
          </p:cNvPr>
          <p:cNvSpPr>
            <a:spLocks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9823">
            <a:extLst>
              <a:ext uri="{FF2B5EF4-FFF2-40B4-BE49-F238E27FC236}">
                <a16:creationId xmlns:a16="http://schemas.microsoft.com/office/drawing/2014/main" id="{9FE99920-4D1D-4D76-B3BA-0CAF2C3F58B8}"/>
              </a:ext>
            </a:extLst>
          </p:cNvPr>
          <p:cNvSpPr>
            <a:spLocks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9824">
            <a:extLst>
              <a:ext uri="{FF2B5EF4-FFF2-40B4-BE49-F238E27FC236}">
                <a16:creationId xmlns:a16="http://schemas.microsoft.com/office/drawing/2014/main" id="{5FB020FE-6F8A-479A-A818-D141783F5C6E}"/>
              </a:ext>
            </a:extLst>
          </p:cNvPr>
          <p:cNvSpPr>
            <a:spLocks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9825">
            <a:extLst>
              <a:ext uri="{FF2B5EF4-FFF2-40B4-BE49-F238E27FC236}">
                <a16:creationId xmlns:a16="http://schemas.microsoft.com/office/drawing/2014/main" id="{4AA9659A-AB1F-4A05-BB01-43A76697E025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9826">
            <a:extLst>
              <a:ext uri="{FF2B5EF4-FFF2-40B4-BE49-F238E27FC236}">
                <a16:creationId xmlns:a16="http://schemas.microsoft.com/office/drawing/2014/main" id="{F62F3013-D506-4F05-AB12-0CA7DFAA8CEB}"/>
              </a:ext>
            </a:extLst>
          </p:cNvPr>
          <p:cNvSpPr>
            <a:spLocks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9827">
            <a:extLst>
              <a:ext uri="{FF2B5EF4-FFF2-40B4-BE49-F238E27FC236}">
                <a16:creationId xmlns:a16="http://schemas.microsoft.com/office/drawing/2014/main" id="{A9F2C9E3-4E98-4E36-A102-83E69A690C68}"/>
              </a:ext>
            </a:extLst>
          </p:cNvPr>
          <p:cNvSpPr>
            <a:spLocks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9828">
            <a:extLst>
              <a:ext uri="{FF2B5EF4-FFF2-40B4-BE49-F238E27FC236}">
                <a16:creationId xmlns:a16="http://schemas.microsoft.com/office/drawing/2014/main" id="{888AC28A-D89B-4A09-988B-0255BC81787B}"/>
              </a:ext>
            </a:extLst>
          </p:cNvPr>
          <p:cNvSpPr>
            <a:spLocks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9829">
            <a:extLst>
              <a:ext uri="{FF2B5EF4-FFF2-40B4-BE49-F238E27FC236}">
                <a16:creationId xmlns:a16="http://schemas.microsoft.com/office/drawing/2014/main" id="{ED945016-4BAE-4BDA-AFDB-A12B98DACD82}"/>
              </a:ext>
            </a:extLst>
          </p:cNvPr>
          <p:cNvSpPr>
            <a:spLocks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9830">
            <a:extLst>
              <a:ext uri="{FF2B5EF4-FFF2-40B4-BE49-F238E27FC236}">
                <a16:creationId xmlns:a16="http://schemas.microsoft.com/office/drawing/2014/main" id="{09074A86-DF3E-4ECD-BE04-9FE84B77559A}"/>
              </a:ext>
            </a:extLst>
          </p:cNvPr>
          <p:cNvSpPr>
            <a:spLocks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9831">
            <a:extLst>
              <a:ext uri="{FF2B5EF4-FFF2-40B4-BE49-F238E27FC236}">
                <a16:creationId xmlns:a16="http://schemas.microsoft.com/office/drawing/2014/main" id="{F75B5FE3-3B9F-47CB-8041-64BAEBE6F36C}"/>
              </a:ext>
            </a:extLst>
          </p:cNvPr>
          <p:cNvSpPr>
            <a:spLocks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9832">
            <a:extLst>
              <a:ext uri="{FF2B5EF4-FFF2-40B4-BE49-F238E27FC236}">
                <a16:creationId xmlns:a16="http://schemas.microsoft.com/office/drawing/2014/main" id="{5B0B4E5D-59E1-4F31-B5D6-E9B7F28E8CAE}"/>
              </a:ext>
            </a:extLst>
          </p:cNvPr>
          <p:cNvSpPr>
            <a:spLocks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9833">
            <a:extLst>
              <a:ext uri="{FF2B5EF4-FFF2-40B4-BE49-F238E27FC236}">
                <a16:creationId xmlns:a16="http://schemas.microsoft.com/office/drawing/2014/main" id="{2599C3C5-4E44-4BAF-8B6C-65D2A2C5B9EB}"/>
              </a:ext>
            </a:extLst>
          </p:cNvPr>
          <p:cNvSpPr>
            <a:spLocks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9834">
            <a:extLst>
              <a:ext uri="{FF2B5EF4-FFF2-40B4-BE49-F238E27FC236}">
                <a16:creationId xmlns:a16="http://schemas.microsoft.com/office/drawing/2014/main" id="{BA47EF9D-9AC1-45F6-93CB-C1B410EADF7D}"/>
              </a:ext>
            </a:extLst>
          </p:cNvPr>
          <p:cNvSpPr>
            <a:spLocks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9835">
            <a:extLst>
              <a:ext uri="{FF2B5EF4-FFF2-40B4-BE49-F238E27FC236}">
                <a16:creationId xmlns:a16="http://schemas.microsoft.com/office/drawing/2014/main" id="{DC7E5CA5-14D3-4839-856E-8FA92EDBFF3C}"/>
              </a:ext>
            </a:extLst>
          </p:cNvPr>
          <p:cNvSpPr>
            <a:spLocks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9836">
            <a:extLst>
              <a:ext uri="{FF2B5EF4-FFF2-40B4-BE49-F238E27FC236}">
                <a16:creationId xmlns:a16="http://schemas.microsoft.com/office/drawing/2014/main" id="{D5C643A7-2265-4B3A-9D10-C45563B63698}"/>
              </a:ext>
            </a:extLst>
          </p:cNvPr>
          <p:cNvSpPr>
            <a:spLocks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9837">
            <a:extLst>
              <a:ext uri="{FF2B5EF4-FFF2-40B4-BE49-F238E27FC236}">
                <a16:creationId xmlns:a16="http://schemas.microsoft.com/office/drawing/2014/main" id="{999F25F3-3682-4EFF-8A94-B4501293AE99}"/>
              </a:ext>
            </a:extLst>
          </p:cNvPr>
          <p:cNvSpPr>
            <a:spLocks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9838">
            <a:extLst>
              <a:ext uri="{FF2B5EF4-FFF2-40B4-BE49-F238E27FC236}">
                <a16:creationId xmlns:a16="http://schemas.microsoft.com/office/drawing/2014/main" id="{4C10B9C0-A90A-4735-A47D-F6DD40A1E3EC}"/>
              </a:ext>
            </a:extLst>
          </p:cNvPr>
          <p:cNvSpPr>
            <a:spLocks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9839">
            <a:extLst>
              <a:ext uri="{FF2B5EF4-FFF2-40B4-BE49-F238E27FC236}">
                <a16:creationId xmlns:a16="http://schemas.microsoft.com/office/drawing/2014/main" id="{8A80D41E-2A8C-45B9-9E07-9873828F6F3C}"/>
              </a:ext>
            </a:extLst>
          </p:cNvPr>
          <p:cNvSpPr>
            <a:spLocks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9840">
            <a:extLst>
              <a:ext uri="{FF2B5EF4-FFF2-40B4-BE49-F238E27FC236}">
                <a16:creationId xmlns:a16="http://schemas.microsoft.com/office/drawing/2014/main" id="{53DB0ED5-0A7D-4B26-9FE8-338F5F8A4480}"/>
              </a:ext>
            </a:extLst>
          </p:cNvPr>
          <p:cNvSpPr>
            <a:spLocks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9841">
            <a:extLst>
              <a:ext uri="{FF2B5EF4-FFF2-40B4-BE49-F238E27FC236}">
                <a16:creationId xmlns:a16="http://schemas.microsoft.com/office/drawing/2014/main" id="{5A0FFE6E-93A1-4DCD-B63E-F7C3D0434C86}"/>
              </a:ext>
            </a:extLst>
          </p:cNvPr>
          <p:cNvSpPr>
            <a:spLocks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9842">
            <a:extLst>
              <a:ext uri="{FF2B5EF4-FFF2-40B4-BE49-F238E27FC236}">
                <a16:creationId xmlns:a16="http://schemas.microsoft.com/office/drawing/2014/main" id="{57D16AED-3AB6-4021-AA62-A896915EA0C8}"/>
              </a:ext>
            </a:extLst>
          </p:cNvPr>
          <p:cNvSpPr>
            <a:spLocks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9843">
            <a:extLst>
              <a:ext uri="{FF2B5EF4-FFF2-40B4-BE49-F238E27FC236}">
                <a16:creationId xmlns:a16="http://schemas.microsoft.com/office/drawing/2014/main" id="{C7AA1ED0-2A66-4A34-A996-CE85FB590121}"/>
              </a:ext>
            </a:extLst>
          </p:cNvPr>
          <p:cNvSpPr>
            <a:spLocks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9844">
            <a:extLst>
              <a:ext uri="{FF2B5EF4-FFF2-40B4-BE49-F238E27FC236}">
                <a16:creationId xmlns:a16="http://schemas.microsoft.com/office/drawing/2014/main" id="{50618DC5-1C08-4B18-895C-009DBE1088B9}"/>
              </a:ext>
            </a:extLst>
          </p:cNvPr>
          <p:cNvSpPr>
            <a:spLocks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9845">
            <a:extLst>
              <a:ext uri="{FF2B5EF4-FFF2-40B4-BE49-F238E27FC236}">
                <a16:creationId xmlns:a16="http://schemas.microsoft.com/office/drawing/2014/main" id="{DC109FBA-36F8-4EB4-AE1E-9EDA33BCBD32}"/>
              </a:ext>
            </a:extLst>
          </p:cNvPr>
          <p:cNvSpPr>
            <a:spLocks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9846">
            <a:extLst>
              <a:ext uri="{FF2B5EF4-FFF2-40B4-BE49-F238E27FC236}">
                <a16:creationId xmlns:a16="http://schemas.microsoft.com/office/drawing/2014/main" id="{26BE9C21-0C36-4533-815F-E1EA15210421}"/>
              </a:ext>
            </a:extLst>
          </p:cNvPr>
          <p:cNvSpPr>
            <a:spLocks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9847">
            <a:extLst>
              <a:ext uri="{FF2B5EF4-FFF2-40B4-BE49-F238E27FC236}">
                <a16:creationId xmlns:a16="http://schemas.microsoft.com/office/drawing/2014/main" id="{AA29F420-A3B6-47C6-A54D-31C3252A06BA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9848">
            <a:extLst>
              <a:ext uri="{FF2B5EF4-FFF2-40B4-BE49-F238E27FC236}">
                <a16:creationId xmlns:a16="http://schemas.microsoft.com/office/drawing/2014/main" id="{561761BB-A500-4DBA-9D68-723A1AB56FA3}"/>
              </a:ext>
            </a:extLst>
          </p:cNvPr>
          <p:cNvSpPr>
            <a:spLocks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9849">
            <a:extLst>
              <a:ext uri="{FF2B5EF4-FFF2-40B4-BE49-F238E27FC236}">
                <a16:creationId xmlns:a16="http://schemas.microsoft.com/office/drawing/2014/main" id="{8AB6FF29-F35B-4B89-BFD3-F5F5813E863C}"/>
              </a:ext>
            </a:extLst>
          </p:cNvPr>
          <p:cNvSpPr>
            <a:spLocks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9850">
            <a:extLst>
              <a:ext uri="{FF2B5EF4-FFF2-40B4-BE49-F238E27FC236}">
                <a16:creationId xmlns:a16="http://schemas.microsoft.com/office/drawing/2014/main" id="{4AABFA7D-9FBE-4317-AEBD-64A58F74A435}"/>
              </a:ext>
            </a:extLst>
          </p:cNvPr>
          <p:cNvSpPr>
            <a:spLocks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9851">
            <a:extLst>
              <a:ext uri="{FF2B5EF4-FFF2-40B4-BE49-F238E27FC236}">
                <a16:creationId xmlns:a16="http://schemas.microsoft.com/office/drawing/2014/main" id="{3E0830E9-DFBE-4060-9AF0-8E99837AC7A2}"/>
              </a:ext>
            </a:extLst>
          </p:cNvPr>
          <p:cNvSpPr>
            <a:spLocks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9852">
            <a:extLst>
              <a:ext uri="{FF2B5EF4-FFF2-40B4-BE49-F238E27FC236}">
                <a16:creationId xmlns:a16="http://schemas.microsoft.com/office/drawing/2014/main" id="{D0D36963-8EA8-4E15-9785-A1AE186B5AFE}"/>
              </a:ext>
            </a:extLst>
          </p:cNvPr>
          <p:cNvSpPr>
            <a:spLocks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9853">
            <a:extLst>
              <a:ext uri="{FF2B5EF4-FFF2-40B4-BE49-F238E27FC236}">
                <a16:creationId xmlns:a16="http://schemas.microsoft.com/office/drawing/2014/main" id="{745ECA60-482B-4A6A-95D7-21D9F4F29E4D}"/>
              </a:ext>
            </a:extLst>
          </p:cNvPr>
          <p:cNvSpPr>
            <a:spLocks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9854">
            <a:extLst>
              <a:ext uri="{FF2B5EF4-FFF2-40B4-BE49-F238E27FC236}">
                <a16:creationId xmlns:a16="http://schemas.microsoft.com/office/drawing/2014/main" id="{D593DA2C-996B-4D2D-87E0-3A407479ED9D}"/>
              </a:ext>
            </a:extLst>
          </p:cNvPr>
          <p:cNvSpPr>
            <a:spLocks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9855">
            <a:extLst>
              <a:ext uri="{FF2B5EF4-FFF2-40B4-BE49-F238E27FC236}">
                <a16:creationId xmlns:a16="http://schemas.microsoft.com/office/drawing/2014/main" id="{4C0281D3-E9CB-44A1-98CF-4CBD7C1DACB5}"/>
              </a:ext>
            </a:extLst>
          </p:cNvPr>
          <p:cNvSpPr>
            <a:spLocks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9856">
            <a:extLst>
              <a:ext uri="{FF2B5EF4-FFF2-40B4-BE49-F238E27FC236}">
                <a16:creationId xmlns:a16="http://schemas.microsoft.com/office/drawing/2014/main" id="{49A035B6-76F1-4CD4-9D89-3041AD68681C}"/>
              </a:ext>
            </a:extLst>
          </p:cNvPr>
          <p:cNvSpPr>
            <a:spLocks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9857">
            <a:extLst>
              <a:ext uri="{FF2B5EF4-FFF2-40B4-BE49-F238E27FC236}">
                <a16:creationId xmlns:a16="http://schemas.microsoft.com/office/drawing/2014/main" id="{31CBE631-971E-4A00-8F18-74D41AB68864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9858">
            <a:extLst>
              <a:ext uri="{FF2B5EF4-FFF2-40B4-BE49-F238E27FC236}">
                <a16:creationId xmlns:a16="http://schemas.microsoft.com/office/drawing/2014/main" id="{54E5F49A-7378-4795-9F45-B1399C73CBC9}"/>
              </a:ext>
            </a:extLst>
          </p:cNvPr>
          <p:cNvSpPr>
            <a:spLocks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9859">
            <a:extLst>
              <a:ext uri="{FF2B5EF4-FFF2-40B4-BE49-F238E27FC236}">
                <a16:creationId xmlns:a16="http://schemas.microsoft.com/office/drawing/2014/main" id="{5EE0F1B6-F2BE-437D-8CB2-F7EC8D39CC44}"/>
              </a:ext>
            </a:extLst>
          </p:cNvPr>
          <p:cNvSpPr>
            <a:spLocks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9860">
            <a:extLst>
              <a:ext uri="{FF2B5EF4-FFF2-40B4-BE49-F238E27FC236}">
                <a16:creationId xmlns:a16="http://schemas.microsoft.com/office/drawing/2014/main" id="{02241044-4D9D-4780-B5D3-92D3892FA998}"/>
              </a:ext>
            </a:extLst>
          </p:cNvPr>
          <p:cNvSpPr>
            <a:spLocks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9861">
            <a:extLst>
              <a:ext uri="{FF2B5EF4-FFF2-40B4-BE49-F238E27FC236}">
                <a16:creationId xmlns:a16="http://schemas.microsoft.com/office/drawing/2014/main" id="{327A14BE-399B-4277-90DF-91A0607C262C}"/>
              </a:ext>
            </a:extLst>
          </p:cNvPr>
          <p:cNvSpPr>
            <a:spLocks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9862">
            <a:extLst>
              <a:ext uri="{FF2B5EF4-FFF2-40B4-BE49-F238E27FC236}">
                <a16:creationId xmlns:a16="http://schemas.microsoft.com/office/drawing/2014/main" id="{596ABEDB-675D-4775-83AC-9113BC04EDC1}"/>
              </a:ext>
            </a:extLst>
          </p:cNvPr>
          <p:cNvSpPr>
            <a:spLocks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9863">
            <a:extLst>
              <a:ext uri="{FF2B5EF4-FFF2-40B4-BE49-F238E27FC236}">
                <a16:creationId xmlns:a16="http://schemas.microsoft.com/office/drawing/2014/main" id="{A23FC18E-DCA6-4502-8386-3D46A85E9CD6}"/>
              </a:ext>
            </a:extLst>
          </p:cNvPr>
          <p:cNvSpPr>
            <a:spLocks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9864">
            <a:extLst>
              <a:ext uri="{FF2B5EF4-FFF2-40B4-BE49-F238E27FC236}">
                <a16:creationId xmlns:a16="http://schemas.microsoft.com/office/drawing/2014/main" id="{E160F58E-2D20-4743-992B-DAC2E6263CD2}"/>
              </a:ext>
            </a:extLst>
          </p:cNvPr>
          <p:cNvSpPr>
            <a:spLocks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9865">
            <a:extLst>
              <a:ext uri="{FF2B5EF4-FFF2-40B4-BE49-F238E27FC236}">
                <a16:creationId xmlns:a16="http://schemas.microsoft.com/office/drawing/2014/main" id="{96741090-961F-43D2-AD5D-377C347DA355}"/>
              </a:ext>
            </a:extLst>
          </p:cNvPr>
          <p:cNvSpPr>
            <a:spLocks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9866">
            <a:extLst>
              <a:ext uri="{FF2B5EF4-FFF2-40B4-BE49-F238E27FC236}">
                <a16:creationId xmlns:a16="http://schemas.microsoft.com/office/drawing/2014/main" id="{DB133B22-7569-4E2E-B87F-148B8D6E2907}"/>
              </a:ext>
            </a:extLst>
          </p:cNvPr>
          <p:cNvSpPr>
            <a:spLocks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9867">
            <a:extLst>
              <a:ext uri="{FF2B5EF4-FFF2-40B4-BE49-F238E27FC236}">
                <a16:creationId xmlns:a16="http://schemas.microsoft.com/office/drawing/2014/main" id="{4037D273-9182-4BA4-8BD6-22ABD1B4CE88}"/>
              </a:ext>
            </a:extLst>
          </p:cNvPr>
          <p:cNvSpPr>
            <a:spLocks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9868">
            <a:extLst>
              <a:ext uri="{FF2B5EF4-FFF2-40B4-BE49-F238E27FC236}">
                <a16:creationId xmlns:a16="http://schemas.microsoft.com/office/drawing/2014/main" id="{7AE72A55-6AF6-4D62-A53A-ACE32FB5445E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9869">
            <a:extLst>
              <a:ext uri="{FF2B5EF4-FFF2-40B4-BE49-F238E27FC236}">
                <a16:creationId xmlns:a16="http://schemas.microsoft.com/office/drawing/2014/main" id="{6C4E5A6D-C5AA-4029-8BC7-30B9546DC34D}"/>
              </a:ext>
            </a:extLst>
          </p:cNvPr>
          <p:cNvSpPr>
            <a:spLocks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9870">
            <a:extLst>
              <a:ext uri="{FF2B5EF4-FFF2-40B4-BE49-F238E27FC236}">
                <a16:creationId xmlns:a16="http://schemas.microsoft.com/office/drawing/2014/main" id="{7550F950-AC37-4E10-B67B-0ECD9EEDC765}"/>
              </a:ext>
            </a:extLst>
          </p:cNvPr>
          <p:cNvSpPr>
            <a:spLocks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9871">
            <a:extLst>
              <a:ext uri="{FF2B5EF4-FFF2-40B4-BE49-F238E27FC236}">
                <a16:creationId xmlns:a16="http://schemas.microsoft.com/office/drawing/2014/main" id="{BA383556-4A67-44EF-B26E-C57006206F58}"/>
              </a:ext>
            </a:extLst>
          </p:cNvPr>
          <p:cNvSpPr>
            <a:spLocks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9872">
            <a:extLst>
              <a:ext uri="{FF2B5EF4-FFF2-40B4-BE49-F238E27FC236}">
                <a16:creationId xmlns:a16="http://schemas.microsoft.com/office/drawing/2014/main" id="{F608D725-6A5E-44B6-8B6E-BC583FF7451F}"/>
              </a:ext>
            </a:extLst>
          </p:cNvPr>
          <p:cNvSpPr>
            <a:spLocks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9873">
            <a:extLst>
              <a:ext uri="{FF2B5EF4-FFF2-40B4-BE49-F238E27FC236}">
                <a16:creationId xmlns:a16="http://schemas.microsoft.com/office/drawing/2014/main" id="{CAF16BE4-3571-4BC7-AA20-70C214C4C7B9}"/>
              </a:ext>
            </a:extLst>
          </p:cNvPr>
          <p:cNvSpPr>
            <a:spLocks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9874">
            <a:extLst>
              <a:ext uri="{FF2B5EF4-FFF2-40B4-BE49-F238E27FC236}">
                <a16:creationId xmlns:a16="http://schemas.microsoft.com/office/drawing/2014/main" id="{43EE5FF8-5D15-4B36-BAC1-42345E55D5CE}"/>
              </a:ext>
            </a:extLst>
          </p:cNvPr>
          <p:cNvSpPr>
            <a:spLocks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9875">
            <a:extLst>
              <a:ext uri="{FF2B5EF4-FFF2-40B4-BE49-F238E27FC236}">
                <a16:creationId xmlns:a16="http://schemas.microsoft.com/office/drawing/2014/main" id="{58470BF2-64E0-42C4-A299-F92A60A579C9}"/>
              </a:ext>
            </a:extLst>
          </p:cNvPr>
          <p:cNvSpPr>
            <a:spLocks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9876">
            <a:extLst>
              <a:ext uri="{FF2B5EF4-FFF2-40B4-BE49-F238E27FC236}">
                <a16:creationId xmlns:a16="http://schemas.microsoft.com/office/drawing/2014/main" id="{8144CB32-E57D-4C7E-91D8-5A461A446F03}"/>
              </a:ext>
            </a:extLst>
          </p:cNvPr>
          <p:cNvSpPr>
            <a:spLocks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9877">
            <a:extLst>
              <a:ext uri="{FF2B5EF4-FFF2-40B4-BE49-F238E27FC236}">
                <a16:creationId xmlns:a16="http://schemas.microsoft.com/office/drawing/2014/main" id="{AA9116F4-B6B0-4FA0-B18B-FD0FE815013B}"/>
              </a:ext>
            </a:extLst>
          </p:cNvPr>
          <p:cNvSpPr>
            <a:spLocks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9878">
            <a:extLst>
              <a:ext uri="{FF2B5EF4-FFF2-40B4-BE49-F238E27FC236}">
                <a16:creationId xmlns:a16="http://schemas.microsoft.com/office/drawing/2014/main" id="{4E49AEA8-F276-4803-8A0A-DF111CA860DA}"/>
              </a:ext>
            </a:extLst>
          </p:cNvPr>
          <p:cNvSpPr>
            <a:spLocks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9879">
            <a:extLst>
              <a:ext uri="{FF2B5EF4-FFF2-40B4-BE49-F238E27FC236}">
                <a16:creationId xmlns:a16="http://schemas.microsoft.com/office/drawing/2014/main" id="{12E334C8-CFFC-4599-991C-570B011FD83C}"/>
              </a:ext>
            </a:extLst>
          </p:cNvPr>
          <p:cNvSpPr>
            <a:spLocks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9880">
            <a:extLst>
              <a:ext uri="{FF2B5EF4-FFF2-40B4-BE49-F238E27FC236}">
                <a16:creationId xmlns:a16="http://schemas.microsoft.com/office/drawing/2014/main" id="{9D97931B-4DCB-4F67-86AB-5B907AED69BE}"/>
              </a:ext>
            </a:extLst>
          </p:cNvPr>
          <p:cNvSpPr>
            <a:spLocks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9881">
            <a:extLst>
              <a:ext uri="{FF2B5EF4-FFF2-40B4-BE49-F238E27FC236}">
                <a16:creationId xmlns:a16="http://schemas.microsoft.com/office/drawing/2014/main" id="{2FBAF265-2FB7-4802-8AD3-C923092D7A4B}"/>
              </a:ext>
            </a:extLst>
          </p:cNvPr>
          <p:cNvSpPr>
            <a:spLocks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9882">
            <a:extLst>
              <a:ext uri="{FF2B5EF4-FFF2-40B4-BE49-F238E27FC236}">
                <a16:creationId xmlns:a16="http://schemas.microsoft.com/office/drawing/2014/main" id="{4DBB140D-B132-4099-AA3B-D8848F62E61F}"/>
              </a:ext>
            </a:extLst>
          </p:cNvPr>
          <p:cNvSpPr>
            <a:spLocks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9883">
            <a:extLst>
              <a:ext uri="{FF2B5EF4-FFF2-40B4-BE49-F238E27FC236}">
                <a16:creationId xmlns:a16="http://schemas.microsoft.com/office/drawing/2014/main" id="{518298D8-7C51-4EEE-BE13-65E17F25ADE0}"/>
              </a:ext>
            </a:extLst>
          </p:cNvPr>
          <p:cNvSpPr>
            <a:spLocks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9884">
            <a:extLst>
              <a:ext uri="{FF2B5EF4-FFF2-40B4-BE49-F238E27FC236}">
                <a16:creationId xmlns:a16="http://schemas.microsoft.com/office/drawing/2014/main" id="{555A94EC-A251-499C-9599-F7ADFBA43B10}"/>
              </a:ext>
            </a:extLst>
          </p:cNvPr>
          <p:cNvSpPr>
            <a:spLocks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9885">
            <a:extLst>
              <a:ext uri="{FF2B5EF4-FFF2-40B4-BE49-F238E27FC236}">
                <a16:creationId xmlns:a16="http://schemas.microsoft.com/office/drawing/2014/main" id="{30F66091-8936-412C-AC12-334AA7A24827}"/>
              </a:ext>
            </a:extLst>
          </p:cNvPr>
          <p:cNvSpPr>
            <a:spLocks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9886">
            <a:extLst>
              <a:ext uri="{FF2B5EF4-FFF2-40B4-BE49-F238E27FC236}">
                <a16:creationId xmlns:a16="http://schemas.microsoft.com/office/drawing/2014/main" id="{795BB907-4DF9-4C24-A1B7-3B017208719D}"/>
              </a:ext>
            </a:extLst>
          </p:cNvPr>
          <p:cNvSpPr>
            <a:spLocks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9887">
            <a:extLst>
              <a:ext uri="{FF2B5EF4-FFF2-40B4-BE49-F238E27FC236}">
                <a16:creationId xmlns:a16="http://schemas.microsoft.com/office/drawing/2014/main" id="{B06383D0-11D3-4083-A0C3-D1EB9C96ADF2}"/>
              </a:ext>
            </a:extLst>
          </p:cNvPr>
          <p:cNvSpPr>
            <a:spLocks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9888">
            <a:extLst>
              <a:ext uri="{FF2B5EF4-FFF2-40B4-BE49-F238E27FC236}">
                <a16:creationId xmlns:a16="http://schemas.microsoft.com/office/drawing/2014/main" id="{62D80A26-A9FB-49F4-83CA-0077A808E936}"/>
              </a:ext>
            </a:extLst>
          </p:cNvPr>
          <p:cNvSpPr>
            <a:spLocks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9889">
            <a:extLst>
              <a:ext uri="{FF2B5EF4-FFF2-40B4-BE49-F238E27FC236}">
                <a16:creationId xmlns:a16="http://schemas.microsoft.com/office/drawing/2014/main" id="{A4580E90-A69E-45A1-A120-EFAC101E9C89}"/>
              </a:ext>
            </a:extLst>
          </p:cNvPr>
          <p:cNvSpPr>
            <a:spLocks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9890">
            <a:extLst>
              <a:ext uri="{FF2B5EF4-FFF2-40B4-BE49-F238E27FC236}">
                <a16:creationId xmlns:a16="http://schemas.microsoft.com/office/drawing/2014/main" id="{6EAF3500-8745-4D8E-B33F-567AB4D0DF67}"/>
              </a:ext>
            </a:extLst>
          </p:cNvPr>
          <p:cNvSpPr>
            <a:spLocks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9891">
            <a:extLst>
              <a:ext uri="{FF2B5EF4-FFF2-40B4-BE49-F238E27FC236}">
                <a16:creationId xmlns:a16="http://schemas.microsoft.com/office/drawing/2014/main" id="{17DF82D1-B314-4528-8F10-7FDF64FB3493}"/>
              </a:ext>
            </a:extLst>
          </p:cNvPr>
          <p:cNvSpPr>
            <a:spLocks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9892">
            <a:extLst>
              <a:ext uri="{FF2B5EF4-FFF2-40B4-BE49-F238E27FC236}">
                <a16:creationId xmlns:a16="http://schemas.microsoft.com/office/drawing/2014/main" id="{7440FB6A-CE92-458D-A2A7-F9391FED9BF8}"/>
              </a:ext>
            </a:extLst>
          </p:cNvPr>
          <p:cNvSpPr>
            <a:spLocks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9893">
            <a:extLst>
              <a:ext uri="{FF2B5EF4-FFF2-40B4-BE49-F238E27FC236}">
                <a16:creationId xmlns:a16="http://schemas.microsoft.com/office/drawing/2014/main" id="{CBC31871-CF82-48B1-8CA4-A05C0BBBAB06}"/>
              </a:ext>
            </a:extLst>
          </p:cNvPr>
          <p:cNvSpPr>
            <a:spLocks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9894">
            <a:extLst>
              <a:ext uri="{FF2B5EF4-FFF2-40B4-BE49-F238E27FC236}">
                <a16:creationId xmlns:a16="http://schemas.microsoft.com/office/drawing/2014/main" id="{0E6CC059-72CD-40AA-81AA-02FA4011D9DC}"/>
              </a:ext>
            </a:extLst>
          </p:cNvPr>
          <p:cNvSpPr>
            <a:spLocks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9895">
            <a:extLst>
              <a:ext uri="{FF2B5EF4-FFF2-40B4-BE49-F238E27FC236}">
                <a16:creationId xmlns:a16="http://schemas.microsoft.com/office/drawing/2014/main" id="{C7C125E5-DCED-4FDE-893C-5A959EDD8955}"/>
              </a:ext>
            </a:extLst>
          </p:cNvPr>
          <p:cNvSpPr>
            <a:spLocks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9896">
            <a:extLst>
              <a:ext uri="{FF2B5EF4-FFF2-40B4-BE49-F238E27FC236}">
                <a16:creationId xmlns:a16="http://schemas.microsoft.com/office/drawing/2014/main" id="{478C542A-C639-4FB3-8388-0C034A77A7EC}"/>
              </a:ext>
            </a:extLst>
          </p:cNvPr>
          <p:cNvSpPr>
            <a:spLocks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9897">
            <a:extLst>
              <a:ext uri="{FF2B5EF4-FFF2-40B4-BE49-F238E27FC236}">
                <a16:creationId xmlns:a16="http://schemas.microsoft.com/office/drawing/2014/main" id="{0CC3A312-9444-4660-9E14-28857DB3A9CC}"/>
              </a:ext>
            </a:extLst>
          </p:cNvPr>
          <p:cNvSpPr>
            <a:spLocks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9898">
            <a:extLst>
              <a:ext uri="{FF2B5EF4-FFF2-40B4-BE49-F238E27FC236}">
                <a16:creationId xmlns:a16="http://schemas.microsoft.com/office/drawing/2014/main" id="{99FE8880-DF8C-4C94-8C68-5293F8FBB754}"/>
              </a:ext>
            </a:extLst>
          </p:cNvPr>
          <p:cNvSpPr>
            <a:spLocks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9899">
            <a:extLst>
              <a:ext uri="{FF2B5EF4-FFF2-40B4-BE49-F238E27FC236}">
                <a16:creationId xmlns:a16="http://schemas.microsoft.com/office/drawing/2014/main" id="{BC3DED72-A633-4907-8151-FDBD1139468D}"/>
              </a:ext>
            </a:extLst>
          </p:cNvPr>
          <p:cNvSpPr>
            <a:spLocks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9900">
            <a:extLst>
              <a:ext uri="{FF2B5EF4-FFF2-40B4-BE49-F238E27FC236}">
                <a16:creationId xmlns:a16="http://schemas.microsoft.com/office/drawing/2014/main" id="{8E8FD5F7-30B8-478F-B844-1F84F27F48A7}"/>
              </a:ext>
            </a:extLst>
          </p:cNvPr>
          <p:cNvSpPr>
            <a:spLocks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9901">
            <a:extLst>
              <a:ext uri="{FF2B5EF4-FFF2-40B4-BE49-F238E27FC236}">
                <a16:creationId xmlns:a16="http://schemas.microsoft.com/office/drawing/2014/main" id="{30AF0766-BE1E-4798-A39B-BE6206A3D8EF}"/>
              </a:ext>
            </a:extLst>
          </p:cNvPr>
          <p:cNvSpPr>
            <a:spLocks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9902">
            <a:extLst>
              <a:ext uri="{FF2B5EF4-FFF2-40B4-BE49-F238E27FC236}">
                <a16:creationId xmlns:a16="http://schemas.microsoft.com/office/drawing/2014/main" id="{D42122DD-C45A-4118-903E-1963C0C36418}"/>
              </a:ext>
            </a:extLst>
          </p:cNvPr>
          <p:cNvSpPr>
            <a:spLocks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9903">
            <a:extLst>
              <a:ext uri="{FF2B5EF4-FFF2-40B4-BE49-F238E27FC236}">
                <a16:creationId xmlns:a16="http://schemas.microsoft.com/office/drawing/2014/main" id="{A85E6F34-0AB7-4960-AA13-A9B2BBB4C9E9}"/>
              </a:ext>
            </a:extLst>
          </p:cNvPr>
          <p:cNvSpPr>
            <a:spLocks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9904">
            <a:extLst>
              <a:ext uri="{FF2B5EF4-FFF2-40B4-BE49-F238E27FC236}">
                <a16:creationId xmlns:a16="http://schemas.microsoft.com/office/drawing/2014/main" id="{66B56593-7D35-4C07-8632-FE541C44F6FD}"/>
              </a:ext>
            </a:extLst>
          </p:cNvPr>
          <p:cNvSpPr>
            <a:spLocks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9905">
            <a:extLst>
              <a:ext uri="{FF2B5EF4-FFF2-40B4-BE49-F238E27FC236}">
                <a16:creationId xmlns:a16="http://schemas.microsoft.com/office/drawing/2014/main" id="{EED419FA-637E-45D6-BE54-0836E39AE25D}"/>
              </a:ext>
            </a:extLst>
          </p:cNvPr>
          <p:cNvSpPr>
            <a:spLocks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9906">
            <a:extLst>
              <a:ext uri="{FF2B5EF4-FFF2-40B4-BE49-F238E27FC236}">
                <a16:creationId xmlns:a16="http://schemas.microsoft.com/office/drawing/2014/main" id="{723499FC-1C70-429F-BFEF-E942DD645ABE}"/>
              </a:ext>
            </a:extLst>
          </p:cNvPr>
          <p:cNvSpPr>
            <a:spLocks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9907">
            <a:extLst>
              <a:ext uri="{FF2B5EF4-FFF2-40B4-BE49-F238E27FC236}">
                <a16:creationId xmlns:a16="http://schemas.microsoft.com/office/drawing/2014/main" id="{E5739CD9-A980-4130-813E-D0CDF3A47088}"/>
              </a:ext>
            </a:extLst>
          </p:cNvPr>
          <p:cNvSpPr>
            <a:spLocks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9908">
            <a:extLst>
              <a:ext uri="{FF2B5EF4-FFF2-40B4-BE49-F238E27FC236}">
                <a16:creationId xmlns:a16="http://schemas.microsoft.com/office/drawing/2014/main" id="{9B6E7CC1-7AF5-4876-A644-E12CD6FB3A20}"/>
              </a:ext>
            </a:extLst>
          </p:cNvPr>
          <p:cNvSpPr>
            <a:spLocks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9909">
            <a:extLst>
              <a:ext uri="{FF2B5EF4-FFF2-40B4-BE49-F238E27FC236}">
                <a16:creationId xmlns:a16="http://schemas.microsoft.com/office/drawing/2014/main" id="{9180E861-0E4E-46FB-87BD-695B6FDD9B1E}"/>
              </a:ext>
            </a:extLst>
          </p:cNvPr>
          <p:cNvSpPr>
            <a:spLocks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9910">
            <a:extLst>
              <a:ext uri="{FF2B5EF4-FFF2-40B4-BE49-F238E27FC236}">
                <a16:creationId xmlns:a16="http://schemas.microsoft.com/office/drawing/2014/main" id="{78F864A8-0B4B-427C-BF79-168C0604169E}"/>
              </a:ext>
            </a:extLst>
          </p:cNvPr>
          <p:cNvSpPr>
            <a:spLocks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9911">
            <a:extLst>
              <a:ext uri="{FF2B5EF4-FFF2-40B4-BE49-F238E27FC236}">
                <a16:creationId xmlns:a16="http://schemas.microsoft.com/office/drawing/2014/main" id="{7D8C5E4A-CFE4-48C0-B413-4243EE45BE30}"/>
              </a:ext>
            </a:extLst>
          </p:cNvPr>
          <p:cNvSpPr>
            <a:spLocks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9912">
            <a:extLst>
              <a:ext uri="{FF2B5EF4-FFF2-40B4-BE49-F238E27FC236}">
                <a16:creationId xmlns:a16="http://schemas.microsoft.com/office/drawing/2014/main" id="{CD7C5D0A-FE86-41FE-91C2-67660B6756CB}"/>
              </a:ext>
            </a:extLst>
          </p:cNvPr>
          <p:cNvSpPr>
            <a:spLocks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9913">
            <a:extLst>
              <a:ext uri="{FF2B5EF4-FFF2-40B4-BE49-F238E27FC236}">
                <a16:creationId xmlns:a16="http://schemas.microsoft.com/office/drawing/2014/main" id="{7781FFE0-C294-491D-8E56-CE26C0BD7929}"/>
              </a:ext>
            </a:extLst>
          </p:cNvPr>
          <p:cNvSpPr>
            <a:spLocks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9914">
            <a:extLst>
              <a:ext uri="{FF2B5EF4-FFF2-40B4-BE49-F238E27FC236}">
                <a16:creationId xmlns:a16="http://schemas.microsoft.com/office/drawing/2014/main" id="{AFA31559-9702-4075-AB9F-A460B66D88C4}"/>
              </a:ext>
            </a:extLst>
          </p:cNvPr>
          <p:cNvSpPr>
            <a:spLocks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9915">
            <a:extLst>
              <a:ext uri="{FF2B5EF4-FFF2-40B4-BE49-F238E27FC236}">
                <a16:creationId xmlns:a16="http://schemas.microsoft.com/office/drawing/2014/main" id="{452A78AB-F789-4B5D-B09E-5F1017396A82}"/>
              </a:ext>
            </a:extLst>
          </p:cNvPr>
          <p:cNvSpPr>
            <a:spLocks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9916">
            <a:extLst>
              <a:ext uri="{FF2B5EF4-FFF2-40B4-BE49-F238E27FC236}">
                <a16:creationId xmlns:a16="http://schemas.microsoft.com/office/drawing/2014/main" id="{19680499-A86F-47E0-A92F-11C34EE5F06A}"/>
              </a:ext>
            </a:extLst>
          </p:cNvPr>
          <p:cNvSpPr>
            <a:spLocks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9917">
            <a:extLst>
              <a:ext uri="{FF2B5EF4-FFF2-40B4-BE49-F238E27FC236}">
                <a16:creationId xmlns:a16="http://schemas.microsoft.com/office/drawing/2014/main" id="{E671B900-2E56-4E06-8A3E-9707C486D07D}"/>
              </a:ext>
            </a:extLst>
          </p:cNvPr>
          <p:cNvSpPr>
            <a:spLocks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9918">
            <a:extLst>
              <a:ext uri="{FF2B5EF4-FFF2-40B4-BE49-F238E27FC236}">
                <a16:creationId xmlns:a16="http://schemas.microsoft.com/office/drawing/2014/main" id="{649A3788-E00B-46BE-8BAA-21FBF1D2D2D3}"/>
              </a:ext>
            </a:extLst>
          </p:cNvPr>
          <p:cNvSpPr>
            <a:spLocks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9919">
            <a:extLst>
              <a:ext uri="{FF2B5EF4-FFF2-40B4-BE49-F238E27FC236}">
                <a16:creationId xmlns:a16="http://schemas.microsoft.com/office/drawing/2014/main" id="{E474A300-177C-4A36-B058-3DA1D9F872B5}"/>
              </a:ext>
            </a:extLst>
          </p:cNvPr>
          <p:cNvSpPr>
            <a:spLocks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9920">
            <a:extLst>
              <a:ext uri="{FF2B5EF4-FFF2-40B4-BE49-F238E27FC236}">
                <a16:creationId xmlns:a16="http://schemas.microsoft.com/office/drawing/2014/main" id="{F809E4F4-A821-4322-B092-B62C692F9C9D}"/>
              </a:ext>
            </a:extLst>
          </p:cNvPr>
          <p:cNvSpPr>
            <a:spLocks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9921">
            <a:extLst>
              <a:ext uri="{FF2B5EF4-FFF2-40B4-BE49-F238E27FC236}">
                <a16:creationId xmlns:a16="http://schemas.microsoft.com/office/drawing/2014/main" id="{13990A2B-C7D2-4891-9747-C2B66C685947}"/>
              </a:ext>
            </a:extLst>
          </p:cNvPr>
          <p:cNvSpPr>
            <a:spLocks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9922">
            <a:extLst>
              <a:ext uri="{FF2B5EF4-FFF2-40B4-BE49-F238E27FC236}">
                <a16:creationId xmlns:a16="http://schemas.microsoft.com/office/drawing/2014/main" id="{B3BF7625-B764-4E22-B011-188730A00832}"/>
              </a:ext>
            </a:extLst>
          </p:cNvPr>
          <p:cNvSpPr>
            <a:spLocks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9923">
            <a:extLst>
              <a:ext uri="{FF2B5EF4-FFF2-40B4-BE49-F238E27FC236}">
                <a16:creationId xmlns:a16="http://schemas.microsoft.com/office/drawing/2014/main" id="{1C9D048B-D552-4930-B0B9-A0A44DDA8018}"/>
              </a:ext>
            </a:extLst>
          </p:cNvPr>
          <p:cNvSpPr>
            <a:spLocks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9924">
            <a:extLst>
              <a:ext uri="{FF2B5EF4-FFF2-40B4-BE49-F238E27FC236}">
                <a16:creationId xmlns:a16="http://schemas.microsoft.com/office/drawing/2014/main" id="{A322A0F2-A626-4DAE-A619-0BEED6EBB9C8}"/>
              </a:ext>
            </a:extLst>
          </p:cNvPr>
          <p:cNvSpPr>
            <a:spLocks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9925">
            <a:extLst>
              <a:ext uri="{FF2B5EF4-FFF2-40B4-BE49-F238E27FC236}">
                <a16:creationId xmlns:a16="http://schemas.microsoft.com/office/drawing/2014/main" id="{5EE559F4-C5A7-4D94-8B79-13D4DAA1AEF6}"/>
              </a:ext>
            </a:extLst>
          </p:cNvPr>
          <p:cNvSpPr>
            <a:spLocks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9926">
            <a:extLst>
              <a:ext uri="{FF2B5EF4-FFF2-40B4-BE49-F238E27FC236}">
                <a16:creationId xmlns:a16="http://schemas.microsoft.com/office/drawing/2014/main" id="{20EE2A92-A0C5-45B2-8BC9-45164CE5F769}"/>
              </a:ext>
            </a:extLst>
          </p:cNvPr>
          <p:cNvSpPr>
            <a:spLocks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9927">
            <a:extLst>
              <a:ext uri="{FF2B5EF4-FFF2-40B4-BE49-F238E27FC236}">
                <a16:creationId xmlns:a16="http://schemas.microsoft.com/office/drawing/2014/main" id="{FC7678C5-D543-4ACB-A3C2-266CD7364DBE}"/>
              </a:ext>
            </a:extLst>
          </p:cNvPr>
          <p:cNvSpPr>
            <a:spLocks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9928">
            <a:extLst>
              <a:ext uri="{FF2B5EF4-FFF2-40B4-BE49-F238E27FC236}">
                <a16:creationId xmlns:a16="http://schemas.microsoft.com/office/drawing/2014/main" id="{4ED7CA1B-F892-42E6-90C7-22F69B6427C8}"/>
              </a:ext>
            </a:extLst>
          </p:cNvPr>
          <p:cNvSpPr>
            <a:spLocks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9929">
            <a:extLst>
              <a:ext uri="{FF2B5EF4-FFF2-40B4-BE49-F238E27FC236}">
                <a16:creationId xmlns:a16="http://schemas.microsoft.com/office/drawing/2014/main" id="{C403B962-EAD9-4CB4-A29D-A0E5EEE5F2A9}"/>
              </a:ext>
            </a:extLst>
          </p:cNvPr>
          <p:cNvSpPr>
            <a:spLocks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9930">
            <a:extLst>
              <a:ext uri="{FF2B5EF4-FFF2-40B4-BE49-F238E27FC236}">
                <a16:creationId xmlns:a16="http://schemas.microsoft.com/office/drawing/2014/main" id="{D2304540-B072-4129-8B92-77FD58F05F70}"/>
              </a:ext>
            </a:extLst>
          </p:cNvPr>
          <p:cNvSpPr>
            <a:spLocks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9931">
            <a:extLst>
              <a:ext uri="{FF2B5EF4-FFF2-40B4-BE49-F238E27FC236}">
                <a16:creationId xmlns:a16="http://schemas.microsoft.com/office/drawing/2014/main" id="{E6D20388-25F0-4FA8-9C9A-FC037E1DB816}"/>
              </a:ext>
            </a:extLst>
          </p:cNvPr>
          <p:cNvSpPr>
            <a:spLocks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9932">
            <a:extLst>
              <a:ext uri="{FF2B5EF4-FFF2-40B4-BE49-F238E27FC236}">
                <a16:creationId xmlns:a16="http://schemas.microsoft.com/office/drawing/2014/main" id="{590369C2-B290-4FE7-A62B-8D80D8CB888C}"/>
              </a:ext>
            </a:extLst>
          </p:cNvPr>
          <p:cNvSpPr>
            <a:spLocks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9933">
            <a:extLst>
              <a:ext uri="{FF2B5EF4-FFF2-40B4-BE49-F238E27FC236}">
                <a16:creationId xmlns:a16="http://schemas.microsoft.com/office/drawing/2014/main" id="{E3B3448A-92B7-4F47-A350-B6DFC9752F30}"/>
              </a:ext>
            </a:extLst>
          </p:cNvPr>
          <p:cNvSpPr>
            <a:spLocks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9934">
            <a:extLst>
              <a:ext uri="{FF2B5EF4-FFF2-40B4-BE49-F238E27FC236}">
                <a16:creationId xmlns:a16="http://schemas.microsoft.com/office/drawing/2014/main" id="{06B15D83-60FA-465B-B3FE-D8C0ED121AD2}"/>
              </a:ext>
            </a:extLst>
          </p:cNvPr>
          <p:cNvSpPr>
            <a:spLocks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9935">
            <a:extLst>
              <a:ext uri="{FF2B5EF4-FFF2-40B4-BE49-F238E27FC236}">
                <a16:creationId xmlns:a16="http://schemas.microsoft.com/office/drawing/2014/main" id="{42DFB92C-021E-49F5-8F31-C764BE7D5E09}"/>
              </a:ext>
            </a:extLst>
          </p:cNvPr>
          <p:cNvSpPr>
            <a:spLocks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9936">
            <a:extLst>
              <a:ext uri="{FF2B5EF4-FFF2-40B4-BE49-F238E27FC236}">
                <a16:creationId xmlns:a16="http://schemas.microsoft.com/office/drawing/2014/main" id="{B0529855-027F-4C05-8E25-F1F18BFB5CE4}"/>
              </a:ext>
            </a:extLst>
          </p:cNvPr>
          <p:cNvSpPr>
            <a:spLocks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9937">
            <a:extLst>
              <a:ext uri="{FF2B5EF4-FFF2-40B4-BE49-F238E27FC236}">
                <a16:creationId xmlns:a16="http://schemas.microsoft.com/office/drawing/2014/main" id="{F8B456BB-14A0-4594-BE1B-315736DD59F1}"/>
              </a:ext>
            </a:extLst>
          </p:cNvPr>
          <p:cNvSpPr>
            <a:spLocks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9938">
            <a:extLst>
              <a:ext uri="{FF2B5EF4-FFF2-40B4-BE49-F238E27FC236}">
                <a16:creationId xmlns:a16="http://schemas.microsoft.com/office/drawing/2014/main" id="{FE91A6B5-6FA1-4DDA-B5F7-1E81046133C9}"/>
              </a:ext>
            </a:extLst>
          </p:cNvPr>
          <p:cNvSpPr>
            <a:spLocks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9939">
            <a:extLst>
              <a:ext uri="{FF2B5EF4-FFF2-40B4-BE49-F238E27FC236}">
                <a16:creationId xmlns:a16="http://schemas.microsoft.com/office/drawing/2014/main" id="{5E061034-1AA9-4CB0-B920-782F1B318AEC}"/>
              </a:ext>
            </a:extLst>
          </p:cNvPr>
          <p:cNvSpPr>
            <a:spLocks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9940">
            <a:extLst>
              <a:ext uri="{FF2B5EF4-FFF2-40B4-BE49-F238E27FC236}">
                <a16:creationId xmlns:a16="http://schemas.microsoft.com/office/drawing/2014/main" id="{0963AA31-D1F3-48E6-BB15-995AF57E326C}"/>
              </a:ext>
            </a:extLst>
          </p:cNvPr>
          <p:cNvSpPr>
            <a:spLocks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9941">
            <a:extLst>
              <a:ext uri="{FF2B5EF4-FFF2-40B4-BE49-F238E27FC236}">
                <a16:creationId xmlns:a16="http://schemas.microsoft.com/office/drawing/2014/main" id="{B36076B0-3B80-4C30-8ED9-6CC46EE37210}"/>
              </a:ext>
            </a:extLst>
          </p:cNvPr>
          <p:cNvSpPr>
            <a:spLocks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9942">
            <a:extLst>
              <a:ext uri="{FF2B5EF4-FFF2-40B4-BE49-F238E27FC236}">
                <a16:creationId xmlns:a16="http://schemas.microsoft.com/office/drawing/2014/main" id="{EEDFACE1-BAAE-4E31-A11C-A3E72526576E}"/>
              </a:ext>
            </a:extLst>
          </p:cNvPr>
          <p:cNvSpPr>
            <a:spLocks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9943">
            <a:extLst>
              <a:ext uri="{FF2B5EF4-FFF2-40B4-BE49-F238E27FC236}">
                <a16:creationId xmlns:a16="http://schemas.microsoft.com/office/drawing/2014/main" id="{A96E41FA-D8A7-400A-8D83-EA073628D2A9}"/>
              </a:ext>
            </a:extLst>
          </p:cNvPr>
          <p:cNvSpPr>
            <a:spLocks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9944">
            <a:extLst>
              <a:ext uri="{FF2B5EF4-FFF2-40B4-BE49-F238E27FC236}">
                <a16:creationId xmlns:a16="http://schemas.microsoft.com/office/drawing/2014/main" id="{431FC3FD-E4D5-4020-B439-D3E73F548EAC}"/>
              </a:ext>
            </a:extLst>
          </p:cNvPr>
          <p:cNvSpPr>
            <a:spLocks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9945">
            <a:extLst>
              <a:ext uri="{FF2B5EF4-FFF2-40B4-BE49-F238E27FC236}">
                <a16:creationId xmlns:a16="http://schemas.microsoft.com/office/drawing/2014/main" id="{06FF4314-5A93-43C0-9CC2-A7DBBD805B10}"/>
              </a:ext>
            </a:extLst>
          </p:cNvPr>
          <p:cNvSpPr>
            <a:spLocks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9946">
            <a:extLst>
              <a:ext uri="{FF2B5EF4-FFF2-40B4-BE49-F238E27FC236}">
                <a16:creationId xmlns:a16="http://schemas.microsoft.com/office/drawing/2014/main" id="{0E7C9052-7E40-4A07-8432-47FFDB019F59}"/>
              </a:ext>
            </a:extLst>
          </p:cNvPr>
          <p:cNvSpPr>
            <a:spLocks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9947">
            <a:extLst>
              <a:ext uri="{FF2B5EF4-FFF2-40B4-BE49-F238E27FC236}">
                <a16:creationId xmlns:a16="http://schemas.microsoft.com/office/drawing/2014/main" id="{55DBB49D-C70D-487F-BBBE-5D5583EAA255}"/>
              </a:ext>
            </a:extLst>
          </p:cNvPr>
          <p:cNvSpPr>
            <a:spLocks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9948">
            <a:extLst>
              <a:ext uri="{FF2B5EF4-FFF2-40B4-BE49-F238E27FC236}">
                <a16:creationId xmlns:a16="http://schemas.microsoft.com/office/drawing/2014/main" id="{C824F429-831C-43C5-AA71-7692857B65E6}"/>
              </a:ext>
            </a:extLst>
          </p:cNvPr>
          <p:cNvSpPr>
            <a:spLocks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9949">
            <a:extLst>
              <a:ext uri="{FF2B5EF4-FFF2-40B4-BE49-F238E27FC236}">
                <a16:creationId xmlns:a16="http://schemas.microsoft.com/office/drawing/2014/main" id="{1180646E-4001-4E5D-8352-1E9696FAF964}"/>
              </a:ext>
            </a:extLst>
          </p:cNvPr>
          <p:cNvSpPr>
            <a:spLocks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9950">
            <a:extLst>
              <a:ext uri="{FF2B5EF4-FFF2-40B4-BE49-F238E27FC236}">
                <a16:creationId xmlns:a16="http://schemas.microsoft.com/office/drawing/2014/main" id="{7A0B939F-C74C-4127-B46C-BB4B5FDA0669}"/>
              </a:ext>
            </a:extLst>
          </p:cNvPr>
          <p:cNvSpPr>
            <a:spLocks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9951">
            <a:extLst>
              <a:ext uri="{FF2B5EF4-FFF2-40B4-BE49-F238E27FC236}">
                <a16:creationId xmlns:a16="http://schemas.microsoft.com/office/drawing/2014/main" id="{2892891E-BF23-47F2-92E4-F532610A8605}"/>
              </a:ext>
            </a:extLst>
          </p:cNvPr>
          <p:cNvSpPr>
            <a:spLocks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9952">
            <a:extLst>
              <a:ext uri="{FF2B5EF4-FFF2-40B4-BE49-F238E27FC236}">
                <a16:creationId xmlns:a16="http://schemas.microsoft.com/office/drawing/2014/main" id="{64184D0F-19C1-4C11-95C9-21BD540F8E77}"/>
              </a:ext>
            </a:extLst>
          </p:cNvPr>
          <p:cNvSpPr>
            <a:spLocks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9953">
            <a:extLst>
              <a:ext uri="{FF2B5EF4-FFF2-40B4-BE49-F238E27FC236}">
                <a16:creationId xmlns:a16="http://schemas.microsoft.com/office/drawing/2014/main" id="{4B6AA2BC-35DC-4683-A4FB-7C0C8688507E}"/>
              </a:ext>
            </a:extLst>
          </p:cNvPr>
          <p:cNvSpPr>
            <a:spLocks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9954">
            <a:extLst>
              <a:ext uri="{FF2B5EF4-FFF2-40B4-BE49-F238E27FC236}">
                <a16:creationId xmlns:a16="http://schemas.microsoft.com/office/drawing/2014/main" id="{43A9E03C-6122-4609-B2EC-FDAD4CF626F8}"/>
              </a:ext>
            </a:extLst>
          </p:cNvPr>
          <p:cNvSpPr>
            <a:spLocks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9955">
            <a:extLst>
              <a:ext uri="{FF2B5EF4-FFF2-40B4-BE49-F238E27FC236}">
                <a16:creationId xmlns:a16="http://schemas.microsoft.com/office/drawing/2014/main" id="{35E9249A-7D56-4C2A-9D0C-D95279270513}"/>
              </a:ext>
            </a:extLst>
          </p:cNvPr>
          <p:cNvSpPr>
            <a:spLocks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9956">
            <a:extLst>
              <a:ext uri="{FF2B5EF4-FFF2-40B4-BE49-F238E27FC236}">
                <a16:creationId xmlns:a16="http://schemas.microsoft.com/office/drawing/2014/main" id="{CC3ED329-C21A-4391-A98A-C21FDF47B2CA}"/>
              </a:ext>
            </a:extLst>
          </p:cNvPr>
          <p:cNvSpPr>
            <a:spLocks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9957">
            <a:extLst>
              <a:ext uri="{FF2B5EF4-FFF2-40B4-BE49-F238E27FC236}">
                <a16:creationId xmlns:a16="http://schemas.microsoft.com/office/drawing/2014/main" id="{D357FD09-AC80-47F0-B256-A1857B1B056C}"/>
              </a:ext>
            </a:extLst>
          </p:cNvPr>
          <p:cNvSpPr>
            <a:spLocks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9958">
            <a:extLst>
              <a:ext uri="{FF2B5EF4-FFF2-40B4-BE49-F238E27FC236}">
                <a16:creationId xmlns:a16="http://schemas.microsoft.com/office/drawing/2014/main" id="{1ACB9D7B-62AE-4352-841B-40B60D0487EC}"/>
              </a:ext>
            </a:extLst>
          </p:cNvPr>
          <p:cNvSpPr>
            <a:spLocks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9959">
            <a:extLst>
              <a:ext uri="{FF2B5EF4-FFF2-40B4-BE49-F238E27FC236}">
                <a16:creationId xmlns:a16="http://schemas.microsoft.com/office/drawing/2014/main" id="{12FE22F7-21E8-4741-905F-6A882EB6DBD9}"/>
              </a:ext>
            </a:extLst>
          </p:cNvPr>
          <p:cNvSpPr>
            <a:spLocks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9960">
            <a:extLst>
              <a:ext uri="{FF2B5EF4-FFF2-40B4-BE49-F238E27FC236}">
                <a16:creationId xmlns:a16="http://schemas.microsoft.com/office/drawing/2014/main" id="{FA84CE8C-908A-4992-8834-847708EAA3AD}"/>
              </a:ext>
            </a:extLst>
          </p:cNvPr>
          <p:cNvSpPr>
            <a:spLocks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9961">
            <a:extLst>
              <a:ext uri="{FF2B5EF4-FFF2-40B4-BE49-F238E27FC236}">
                <a16:creationId xmlns:a16="http://schemas.microsoft.com/office/drawing/2014/main" id="{96F20DA0-7193-4872-AC84-0508931CA06A}"/>
              </a:ext>
            </a:extLst>
          </p:cNvPr>
          <p:cNvSpPr>
            <a:spLocks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9962">
            <a:extLst>
              <a:ext uri="{FF2B5EF4-FFF2-40B4-BE49-F238E27FC236}">
                <a16:creationId xmlns:a16="http://schemas.microsoft.com/office/drawing/2014/main" id="{F517A5C9-1820-4DAA-8198-8CECF19885C6}"/>
              </a:ext>
            </a:extLst>
          </p:cNvPr>
          <p:cNvSpPr>
            <a:spLocks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9963">
            <a:extLst>
              <a:ext uri="{FF2B5EF4-FFF2-40B4-BE49-F238E27FC236}">
                <a16:creationId xmlns:a16="http://schemas.microsoft.com/office/drawing/2014/main" id="{F74A775E-F78C-435C-B92F-0464AAC9D889}"/>
              </a:ext>
            </a:extLst>
          </p:cNvPr>
          <p:cNvSpPr>
            <a:spLocks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9964">
            <a:extLst>
              <a:ext uri="{FF2B5EF4-FFF2-40B4-BE49-F238E27FC236}">
                <a16:creationId xmlns:a16="http://schemas.microsoft.com/office/drawing/2014/main" id="{CBB75FCB-A92B-4823-BB99-53D534A0BE26}"/>
              </a:ext>
            </a:extLst>
          </p:cNvPr>
          <p:cNvSpPr>
            <a:spLocks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9965">
            <a:extLst>
              <a:ext uri="{FF2B5EF4-FFF2-40B4-BE49-F238E27FC236}">
                <a16:creationId xmlns:a16="http://schemas.microsoft.com/office/drawing/2014/main" id="{B13E0430-4BC9-4D88-A8FD-CFF11C1F7C27}"/>
              </a:ext>
            </a:extLst>
          </p:cNvPr>
          <p:cNvSpPr>
            <a:spLocks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9966">
            <a:extLst>
              <a:ext uri="{FF2B5EF4-FFF2-40B4-BE49-F238E27FC236}">
                <a16:creationId xmlns:a16="http://schemas.microsoft.com/office/drawing/2014/main" id="{2E6C3D12-B872-448A-93E4-D0EE33525783}"/>
              </a:ext>
            </a:extLst>
          </p:cNvPr>
          <p:cNvSpPr>
            <a:spLocks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9967">
            <a:extLst>
              <a:ext uri="{FF2B5EF4-FFF2-40B4-BE49-F238E27FC236}">
                <a16:creationId xmlns:a16="http://schemas.microsoft.com/office/drawing/2014/main" id="{2CFF3899-AE8B-4654-937D-87FA272B7DB4}"/>
              </a:ext>
            </a:extLst>
          </p:cNvPr>
          <p:cNvSpPr>
            <a:spLocks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9968">
            <a:extLst>
              <a:ext uri="{FF2B5EF4-FFF2-40B4-BE49-F238E27FC236}">
                <a16:creationId xmlns:a16="http://schemas.microsoft.com/office/drawing/2014/main" id="{79B9C2FC-14F2-4CCC-A032-A6B9CE8B7E80}"/>
              </a:ext>
            </a:extLst>
          </p:cNvPr>
          <p:cNvSpPr>
            <a:spLocks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9969">
            <a:extLst>
              <a:ext uri="{FF2B5EF4-FFF2-40B4-BE49-F238E27FC236}">
                <a16:creationId xmlns:a16="http://schemas.microsoft.com/office/drawing/2014/main" id="{0EAD7549-A01F-4357-9D32-D382C970C250}"/>
              </a:ext>
            </a:extLst>
          </p:cNvPr>
          <p:cNvSpPr>
            <a:spLocks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9970">
            <a:extLst>
              <a:ext uri="{FF2B5EF4-FFF2-40B4-BE49-F238E27FC236}">
                <a16:creationId xmlns:a16="http://schemas.microsoft.com/office/drawing/2014/main" id="{C5DD9AF5-EF83-4325-8B96-9E47730DAF8A}"/>
              </a:ext>
            </a:extLst>
          </p:cNvPr>
          <p:cNvSpPr>
            <a:spLocks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9971">
            <a:extLst>
              <a:ext uri="{FF2B5EF4-FFF2-40B4-BE49-F238E27FC236}">
                <a16:creationId xmlns:a16="http://schemas.microsoft.com/office/drawing/2014/main" id="{F1BFB5C1-F615-450C-B535-CA6F8858A3B2}"/>
              </a:ext>
            </a:extLst>
          </p:cNvPr>
          <p:cNvSpPr>
            <a:spLocks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9972">
            <a:extLst>
              <a:ext uri="{FF2B5EF4-FFF2-40B4-BE49-F238E27FC236}">
                <a16:creationId xmlns:a16="http://schemas.microsoft.com/office/drawing/2014/main" id="{685866C3-E0FD-4667-81E2-5308934D4264}"/>
              </a:ext>
            </a:extLst>
          </p:cNvPr>
          <p:cNvSpPr>
            <a:spLocks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9973">
            <a:extLst>
              <a:ext uri="{FF2B5EF4-FFF2-40B4-BE49-F238E27FC236}">
                <a16:creationId xmlns:a16="http://schemas.microsoft.com/office/drawing/2014/main" id="{AEC4F11E-5561-4502-8255-05B428E44763}"/>
              </a:ext>
            </a:extLst>
          </p:cNvPr>
          <p:cNvSpPr>
            <a:spLocks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9974">
            <a:extLst>
              <a:ext uri="{FF2B5EF4-FFF2-40B4-BE49-F238E27FC236}">
                <a16:creationId xmlns:a16="http://schemas.microsoft.com/office/drawing/2014/main" id="{A27898FE-1ACC-4FA9-A43E-AE335A582BBF}"/>
              </a:ext>
            </a:extLst>
          </p:cNvPr>
          <p:cNvSpPr>
            <a:spLocks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9975">
            <a:extLst>
              <a:ext uri="{FF2B5EF4-FFF2-40B4-BE49-F238E27FC236}">
                <a16:creationId xmlns:a16="http://schemas.microsoft.com/office/drawing/2014/main" id="{C3BD8AF0-BBB7-46B6-AED2-38EA8E71856C}"/>
              </a:ext>
            </a:extLst>
          </p:cNvPr>
          <p:cNvSpPr>
            <a:spLocks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9976">
            <a:extLst>
              <a:ext uri="{FF2B5EF4-FFF2-40B4-BE49-F238E27FC236}">
                <a16:creationId xmlns:a16="http://schemas.microsoft.com/office/drawing/2014/main" id="{32342B3A-82FD-4C66-ACA5-82E9483C44C1}"/>
              </a:ext>
            </a:extLst>
          </p:cNvPr>
          <p:cNvSpPr>
            <a:spLocks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9977">
            <a:extLst>
              <a:ext uri="{FF2B5EF4-FFF2-40B4-BE49-F238E27FC236}">
                <a16:creationId xmlns:a16="http://schemas.microsoft.com/office/drawing/2014/main" id="{3EF4EBA7-D939-4D28-A5BD-645AF2724F48}"/>
              </a:ext>
            </a:extLst>
          </p:cNvPr>
          <p:cNvSpPr>
            <a:spLocks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9978">
            <a:extLst>
              <a:ext uri="{FF2B5EF4-FFF2-40B4-BE49-F238E27FC236}">
                <a16:creationId xmlns:a16="http://schemas.microsoft.com/office/drawing/2014/main" id="{F0D1F710-166E-442B-BFB3-B69EFE0A4EAD}"/>
              </a:ext>
            </a:extLst>
          </p:cNvPr>
          <p:cNvSpPr>
            <a:spLocks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9979">
            <a:extLst>
              <a:ext uri="{FF2B5EF4-FFF2-40B4-BE49-F238E27FC236}">
                <a16:creationId xmlns:a16="http://schemas.microsoft.com/office/drawing/2014/main" id="{C935028D-0FFC-4036-A377-9F81A3CCA8ED}"/>
              </a:ext>
            </a:extLst>
          </p:cNvPr>
          <p:cNvSpPr>
            <a:spLocks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9980">
            <a:extLst>
              <a:ext uri="{FF2B5EF4-FFF2-40B4-BE49-F238E27FC236}">
                <a16:creationId xmlns:a16="http://schemas.microsoft.com/office/drawing/2014/main" id="{35704073-BA14-4A4B-AA9C-BF68A3D2FF11}"/>
              </a:ext>
            </a:extLst>
          </p:cNvPr>
          <p:cNvSpPr>
            <a:spLocks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9981">
            <a:extLst>
              <a:ext uri="{FF2B5EF4-FFF2-40B4-BE49-F238E27FC236}">
                <a16:creationId xmlns:a16="http://schemas.microsoft.com/office/drawing/2014/main" id="{742C5685-183E-4C5E-975A-FFC5093FA51A}"/>
              </a:ext>
            </a:extLst>
          </p:cNvPr>
          <p:cNvSpPr>
            <a:spLocks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9982">
            <a:extLst>
              <a:ext uri="{FF2B5EF4-FFF2-40B4-BE49-F238E27FC236}">
                <a16:creationId xmlns:a16="http://schemas.microsoft.com/office/drawing/2014/main" id="{5F3CB71F-083E-4211-85D0-52A9773753A7}"/>
              </a:ext>
            </a:extLst>
          </p:cNvPr>
          <p:cNvSpPr>
            <a:spLocks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9983">
            <a:extLst>
              <a:ext uri="{FF2B5EF4-FFF2-40B4-BE49-F238E27FC236}">
                <a16:creationId xmlns:a16="http://schemas.microsoft.com/office/drawing/2014/main" id="{0C974684-9064-49A1-8B35-31CA31E91305}"/>
              </a:ext>
            </a:extLst>
          </p:cNvPr>
          <p:cNvSpPr>
            <a:spLocks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9984">
            <a:extLst>
              <a:ext uri="{FF2B5EF4-FFF2-40B4-BE49-F238E27FC236}">
                <a16:creationId xmlns:a16="http://schemas.microsoft.com/office/drawing/2014/main" id="{11FD4FFD-2FC0-474F-8E8D-3F68A7672079}"/>
              </a:ext>
            </a:extLst>
          </p:cNvPr>
          <p:cNvSpPr>
            <a:spLocks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9985">
            <a:extLst>
              <a:ext uri="{FF2B5EF4-FFF2-40B4-BE49-F238E27FC236}">
                <a16:creationId xmlns:a16="http://schemas.microsoft.com/office/drawing/2014/main" id="{53E88BF4-7E43-400C-AB13-26EA86D90D04}"/>
              </a:ext>
            </a:extLst>
          </p:cNvPr>
          <p:cNvSpPr>
            <a:spLocks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9986">
            <a:extLst>
              <a:ext uri="{FF2B5EF4-FFF2-40B4-BE49-F238E27FC236}">
                <a16:creationId xmlns:a16="http://schemas.microsoft.com/office/drawing/2014/main" id="{8830D135-F3A1-46DD-9796-4656A58ACF23}"/>
              </a:ext>
            </a:extLst>
          </p:cNvPr>
          <p:cNvSpPr>
            <a:spLocks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9987">
            <a:extLst>
              <a:ext uri="{FF2B5EF4-FFF2-40B4-BE49-F238E27FC236}">
                <a16:creationId xmlns:a16="http://schemas.microsoft.com/office/drawing/2014/main" id="{72AF0DCB-C004-45A0-9C01-CD985949800A}"/>
              </a:ext>
            </a:extLst>
          </p:cNvPr>
          <p:cNvSpPr>
            <a:spLocks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9988">
            <a:extLst>
              <a:ext uri="{FF2B5EF4-FFF2-40B4-BE49-F238E27FC236}">
                <a16:creationId xmlns:a16="http://schemas.microsoft.com/office/drawing/2014/main" id="{B225860C-C9F8-4D21-9428-1DEE2C9DED35}"/>
              </a:ext>
            </a:extLst>
          </p:cNvPr>
          <p:cNvSpPr>
            <a:spLocks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9989">
            <a:extLst>
              <a:ext uri="{FF2B5EF4-FFF2-40B4-BE49-F238E27FC236}">
                <a16:creationId xmlns:a16="http://schemas.microsoft.com/office/drawing/2014/main" id="{23F32C22-E228-4465-BF91-2F217C523818}"/>
              </a:ext>
            </a:extLst>
          </p:cNvPr>
          <p:cNvSpPr>
            <a:spLocks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9990">
            <a:extLst>
              <a:ext uri="{FF2B5EF4-FFF2-40B4-BE49-F238E27FC236}">
                <a16:creationId xmlns:a16="http://schemas.microsoft.com/office/drawing/2014/main" id="{784E7093-DD84-46A4-9F49-E11B446159AE}"/>
              </a:ext>
            </a:extLst>
          </p:cNvPr>
          <p:cNvSpPr>
            <a:spLocks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9991">
            <a:extLst>
              <a:ext uri="{FF2B5EF4-FFF2-40B4-BE49-F238E27FC236}">
                <a16:creationId xmlns:a16="http://schemas.microsoft.com/office/drawing/2014/main" id="{E0CF6A25-81EE-4946-A8A7-55B3B7E3739A}"/>
              </a:ext>
            </a:extLst>
          </p:cNvPr>
          <p:cNvSpPr>
            <a:spLocks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9992">
            <a:extLst>
              <a:ext uri="{FF2B5EF4-FFF2-40B4-BE49-F238E27FC236}">
                <a16:creationId xmlns:a16="http://schemas.microsoft.com/office/drawing/2014/main" id="{B7EA33CD-942B-48F6-B75F-94EE672A1573}"/>
              </a:ext>
            </a:extLst>
          </p:cNvPr>
          <p:cNvSpPr>
            <a:spLocks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9993">
            <a:extLst>
              <a:ext uri="{FF2B5EF4-FFF2-40B4-BE49-F238E27FC236}">
                <a16:creationId xmlns:a16="http://schemas.microsoft.com/office/drawing/2014/main" id="{E4180811-9839-46A7-8944-D08555506206}"/>
              </a:ext>
            </a:extLst>
          </p:cNvPr>
          <p:cNvSpPr>
            <a:spLocks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9994">
            <a:extLst>
              <a:ext uri="{FF2B5EF4-FFF2-40B4-BE49-F238E27FC236}">
                <a16:creationId xmlns:a16="http://schemas.microsoft.com/office/drawing/2014/main" id="{7C5E00A8-F38A-4AB0-ACF8-3666111F04BD}"/>
              </a:ext>
            </a:extLst>
          </p:cNvPr>
          <p:cNvSpPr>
            <a:spLocks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9995">
            <a:extLst>
              <a:ext uri="{FF2B5EF4-FFF2-40B4-BE49-F238E27FC236}">
                <a16:creationId xmlns:a16="http://schemas.microsoft.com/office/drawing/2014/main" id="{DBBF915F-1BD6-4454-9D54-87671DE0EAB6}"/>
              </a:ext>
            </a:extLst>
          </p:cNvPr>
          <p:cNvSpPr>
            <a:spLocks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9996">
            <a:extLst>
              <a:ext uri="{FF2B5EF4-FFF2-40B4-BE49-F238E27FC236}">
                <a16:creationId xmlns:a16="http://schemas.microsoft.com/office/drawing/2014/main" id="{6DE4ECB1-8493-46E7-9E7A-C5934D669817}"/>
              </a:ext>
            </a:extLst>
          </p:cNvPr>
          <p:cNvSpPr>
            <a:spLocks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9997">
            <a:extLst>
              <a:ext uri="{FF2B5EF4-FFF2-40B4-BE49-F238E27FC236}">
                <a16:creationId xmlns:a16="http://schemas.microsoft.com/office/drawing/2014/main" id="{935E304F-1E51-45CA-BC1F-5A5CC6CD7DDF}"/>
              </a:ext>
            </a:extLst>
          </p:cNvPr>
          <p:cNvSpPr>
            <a:spLocks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9998">
            <a:extLst>
              <a:ext uri="{FF2B5EF4-FFF2-40B4-BE49-F238E27FC236}">
                <a16:creationId xmlns:a16="http://schemas.microsoft.com/office/drawing/2014/main" id="{F1AB1C65-97C1-4D5B-B209-4B7DC2CEED8B}"/>
              </a:ext>
            </a:extLst>
          </p:cNvPr>
          <p:cNvSpPr>
            <a:spLocks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9999">
            <a:extLst>
              <a:ext uri="{FF2B5EF4-FFF2-40B4-BE49-F238E27FC236}">
                <a16:creationId xmlns:a16="http://schemas.microsoft.com/office/drawing/2014/main" id="{50A872A7-167A-4595-B348-93BF1DDF0E32}"/>
              </a:ext>
            </a:extLst>
          </p:cNvPr>
          <p:cNvSpPr>
            <a:spLocks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10000">
            <a:extLst>
              <a:ext uri="{FF2B5EF4-FFF2-40B4-BE49-F238E27FC236}">
                <a16:creationId xmlns:a16="http://schemas.microsoft.com/office/drawing/2014/main" id="{59DEE11F-5BE4-40D1-9ECC-54711224DF5B}"/>
              </a:ext>
            </a:extLst>
          </p:cNvPr>
          <p:cNvSpPr>
            <a:spLocks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10001">
            <a:extLst>
              <a:ext uri="{FF2B5EF4-FFF2-40B4-BE49-F238E27FC236}">
                <a16:creationId xmlns:a16="http://schemas.microsoft.com/office/drawing/2014/main" id="{AB2DAFC7-49E6-48F2-947E-0F4C9BC1C70C}"/>
              </a:ext>
            </a:extLst>
          </p:cNvPr>
          <p:cNvSpPr>
            <a:spLocks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10002">
            <a:extLst>
              <a:ext uri="{FF2B5EF4-FFF2-40B4-BE49-F238E27FC236}">
                <a16:creationId xmlns:a16="http://schemas.microsoft.com/office/drawing/2014/main" id="{0903D50D-0A63-4632-801D-F5ADA65CE396}"/>
              </a:ext>
            </a:extLst>
          </p:cNvPr>
          <p:cNvSpPr>
            <a:spLocks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10003">
            <a:extLst>
              <a:ext uri="{FF2B5EF4-FFF2-40B4-BE49-F238E27FC236}">
                <a16:creationId xmlns:a16="http://schemas.microsoft.com/office/drawing/2014/main" id="{B61200F3-3592-49C9-A3AD-D5354D39D569}"/>
              </a:ext>
            </a:extLst>
          </p:cNvPr>
          <p:cNvSpPr>
            <a:spLocks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10004">
            <a:extLst>
              <a:ext uri="{FF2B5EF4-FFF2-40B4-BE49-F238E27FC236}">
                <a16:creationId xmlns:a16="http://schemas.microsoft.com/office/drawing/2014/main" id="{021B7799-8321-40C4-9938-67B928B78148}"/>
              </a:ext>
            </a:extLst>
          </p:cNvPr>
          <p:cNvSpPr>
            <a:spLocks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10005">
            <a:extLst>
              <a:ext uri="{FF2B5EF4-FFF2-40B4-BE49-F238E27FC236}">
                <a16:creationId xmlns:a16="http://schemas.microsoft.com/office/drawing/2014/main" id="{D308C6FB-C695-41AB-B060-7804D401DF78}"/>
              </a:ext>
            </a:extLst>
          </p:cNvPr>
          <p:cNvSpPr>
            <a:spLocks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10006">
            <a:extLst>
              <a:ext uri="{FF2B5EF4-FFF2-40B4-BE49-F238E27FC236}">
                <a16:creationId xmlns:a16="http://schemas.microsoft.com/office/drawing/2014/main" id="{76D7CEF9-67D8-44A0-86A2-E3BC3D998375}"/>
              </a:ext>
            </a:extLst>
          </p:cNvPr>
          <p:cNvSpPr>
            <a:spLocks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10007">
            <a:extLst>
              <a:ext uri="{FF2B5EF4-FFF2-40B4-BE49-F238E27FC236}">
                <a16:creationId xmlns:a16="http://schemas.microsoft.com/office/drawing/2014/main" id="{FCCBD229-C6F7-48A4-9828-BFDA5B317FFD}"/>
              </a:ext>
            </a:extLst>
          </p:cNvPr>
          <p:cNvSpPr>
            <a:spLocks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10008">
            <a:extLst>
              <a:ext uri="{FF2B5EF4-FFF2-40B4-BE49-F238E27FC236}">
                <a16:creationId xmlns:a16="http://schemas.microsoft.com/office/drawing/2014/main" id="{D0F66595-0145-4E7C-BFD9-084CF0FB1AA3}"/>
              </a:ext>
            </a:extLst>
          </p:cNvPr>
          <p:cNvSpPr>
            <a:spLocks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10009">
            <a:extLst>
              <a:ext uri="{FF2B5EF4-FFF2-40B4-BE49-F238E27FC236}">
                <a16:creationId xmlns:a16="http://schemas.microsoft.com/office/drawing/2014/main" id="{DDBA1636-9DD1-4399-9B5C-14A069567732}"/>
              </a:ext>
            </a:extLst>
          </p:cNvPr>
          <p:cNvSpPr>
            <a:spLocks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10010">
            <a:extLst>
              <a:ext uri="{FF2B5EF4-FFF2-40B4-BE49-F238E27FC236}">
                <a16:creationId xmlns:a16="http://schemas.microsoft.com/office/drawing/2014/main" id="{DD7D1CBD-20C2-490D-9124-89456321FAC6}"/>
              </a:ext>
            </a:extLst>
          </p:cNvPr>
          <p:cNvSpPr>
            <a:spLocks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10011">
            <a:extLst>
              <a:ext uri="{FF2B5EF4-FFF2-40B4-BE49-F238E27FC236}">
                <a16:creationId xmlns:a16="http://schemas.microsoft.com/office/drawing/2014/main" id="{BBF8047B-9313-4C4C-9589-AC8850B8DFF9}"/>
              </a:ext>
            </a:extLst>
          </p:cNvPr>
          <p:cNvSpPr>
            <a:spLocks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10012">
            <a:extLst>
              <a:ext uri="{FF2B5EF4-FFF2-40B4-BE49-F238E27FC236}">
                <a16:creationId xmlns:a16="http://schemas.microsoft.com/office/drawing/2014/main" id="{1F653AF6-0E89-4799-96D0-13D3537D735C}"/>
              </a:ext>
            </a:extLst>
          </p:cNvPr>
          <p:cNvSpPr>
            <a:spLocks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10013">
            <a:extLst>
              <a:ext uri="{FF2B5EF4-FFF2-40B4-BE49-F238E27FC236}">
                <a16:creationId xmlns:a16="http://schemas.microsoft.com/office/drawing/2014/main" id="{B201F2E5-1D18-4444-94B6-1B47360C5DF6}"/>
              </a:ext>
            </a:extLst>
          </p:cNvPr>
          <p:cNvSpPr>
            <a:spLocks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10014">
            <a:extLst>
              <a:ext uri="{FF2B5EF4-FFF2-40B4-BE49-F238E27FC236}">
                <a16:creationId xmlns:a16="http://schemas.microsoft.com/office/drawing/2014/main" id="{ED01F342-AFD7-4C8F-9477-1F4469E17E85}"/>
              </a:ext>
            </a:extLst>
          </p:cNvPr>
          <p:cNvSpPr>
            <a:spLocks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10015">
            <a:extLst>
              <a:ext uri="{FF2B5EF4-FFF2-40B4-BE49-F238E27FC236}">
                <a16:creationId xmlns:a16="http://schemas.microsoft.com/office/drawing/2014/main" id="{222F1085-D58E-4F57-AD0C-658BA100D226}"/>
              </a:ext>
            </a:extLst>
          </p:cNvPr>
          <p:cNvSpPr>
            <a:spLocks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10016">
            <a:extLst>
              <a:ext uri="{FF2B5EF4-FFF2-40B4-BE49-F238E27FC236}">
                <a16:creationId xmlns:a16="http://schemas.microsoft.com/office/drawing/2014/main" id="{0C1A7156-037F-42CD-90A5-0564F030A33D}"/>
              </a:ext>
            </a:extLst>
          </p:cNvPr>
          <p:cNvSpPr>
            <a:spLocks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10017">
            <a:extLst>
              <a:ext uri="{FF2B5EF4-FFF2-40B4-BE49-F238E27FC236}">
                <a16:creationId xmlns:a16="http://schemas.microsoft.com/office/drawing/2014/main" id="{0647034B-B29B-4C24-BDE0-F2DC78FFE3CD}"/>
              </a:ext>
            </a:extLst>
          </p:cNvPr>
          <p:cNvSpPr>
            <a:spLocks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10018">
            <a:extLst>
              <a:ext uri="{FF2B5EF4-FFF2-40B4-BE49-F238E27FC236}">
                <a16:creationId xmlns:a16="http://schemas.microsoft.com/office/drawing/2014/main" id="{618DC168-5D4D-4549-A2B6-D981AB576FB3}"/>
              </a:ext>
            </a:extLst>
          </p:cNvPr>
          <p:cNvSpPr>
            <a:spLocks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10019">
            <a:extLst>
              <a:ext uri="{FF2B5EF4-FFF2-40B4-BE49-F238E27FC236}">
                <a16:creationId xmlns:a16="http://schemas.microsoft.com/office/drawing/2014/main" id="{23599EF2-1B88-4E51-83CB-1E1D938DD548}"/>
              </a:ext>
            </a:extLst>
          </p:cNvPr>
          <p:cNvSpPr>
            <a:spLocks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10020">
            <a:extLst>
              <a:ext uri="{FF2B5EF4-FFF2-40B4-BE49-F238E27FC236}">
                <a16:creationId xmlns:a16="http://schemas.microsoft.com/office/drawing/2014/main" id="{0C51A02E-72D4-4DA3-86CE-8A1AD4E53FFC}"/>
              </a:ext>
            </a:extLst>
          </p:cNvPr>
          <p:cNvSpPr>
            <a:spLocks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10021">
            <a:extLst>
              <a:ext uri="{FF2B5EF4-FFF2-40B4-BE49-F238E27FC236}">
                <a16:creationId xmlns:a16="http://schemas.microsoft.com/office/drawing/2014/main" id="{C7B8FF35-CC32-44D4-A769-770F55D0899E}"/>
              </a:ext>
            </a:extLst>
          </p:cNvPr>
          <p:cNvSpPr>
            <a:spLocks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10022">
            <a:extLst>
              <a:ext uri="{FF2B5EF4-FFF2-40B4-BE49-F238E27FC236}">
                <a16:creationId xmlns:a16="http://schemas.microsoft.com/office/drawing/2014/main" id="{1E659665-EB8D-4294-8F3A-72ED4B1F41DA}"/>
              </a:ext>
            </a:extLst>
          </p:cNvPr>
          <p:cNvSpPr>
            <a:spLocks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10023">
            <a:extLst>
              <a:ext uri="{FF2B5EF4-FFF2-40B4-BE49-F238E27FC236}">
                <a16:creationId xmlns:a16="http://schemas.microsoft.com/office/drawing/2014/main" id="{446C6A7F-1863-4A35-91A7-2BF86E1F7BA7}"/>
              </a:ext>
            </a:extLst>
          </p:cNvPr>
          <p:cNvSpPr>
            <a:spLocks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10024">
            <a:extLst>
              <a:ext uri="{FF2B5EF4-FFF2-40B4-BE49-F238E27FC236}">
                <a16:creationId xmlns:a16="http://schemas.microsoft.com/office/drawing/2014/main" id="{ADB97610-BDE2-480C-B8E9-519F9AD81A19}"/>
              </a:ext>
            </a:extLst>
          </p:cNvPr>
          <p:cNvSpPr>
            <a:spLocks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10025">
            <a:extLst>
              <a:ext uri="{FF2B5EF4-FFF2-40B4-BE49-F238E27FC236}">
                <a16:creationId xmlns:a16="http://schemas.microsoft.com/office/drawing/2014/main" id="{1A191205-21BC-43CA-8178-A7A91A2D536A}"/>
              </a:ext>
            </a:extLst>
          </p:cNvPr>
          <p:cNvSpPr>
            <a:spLocks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10026">
            <a:extLst>
              <a:ext uri="{FF2B5EF4-FFF2-40B4-BE49-F238E27FC236}">
                <a16:creationId xmlns:a16="http://schemas.microsoft.com/office/drawing/2014/main" id="{9A72FF7F-9218-4A9D-8291-4FFAC8D094D3}"/>
              </a:ext>
            </a:extLst>
          </p:cNvPr>
          <p:cNvSpPr>
            <a:spLocks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10027">
            <a:extLst>
              <a:ext uri="{FF2B5EF4-FFF2-40B4-BE49-F238E27FC236}">
                <a16:creationId xmlns:a16="http://schemas.microsoft.com/office/drawing/2014/main" id="{7C03771E-7E6E-48A2-8980-96521FF81158}"/>
              </a:ext>
            </a:extLst>
          </p:cNvPr>
          <p:cNvSpPr>
            <a:spLocks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10028">
            <a:extLst>
              <a:ext uri="{FF2B5EF4-FFF2-40B4-BE49-F238E27FC236}">
                <a16:creationId xmlns:a16="http://schemas.microsoft.com/office/drawing/2014/main" id="{7BB80CCB-35E5-4D45-945C-448C25994562}"/>
              </a:ext>
            </a:extLst>
          </p:cNvPr>
          <p:cNvSpPr>
            <a:spLocks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10029">
            <a:extLst>
              <a:ext uri="{FF2B5EF4-FFF2-40B4-BE49-F238E27FC236}">
                <a16:creationId xmlns:a16="http://schemas.microsoft.com/office/drawing/2014/main" id="{58F98D1B-A8D0-419D-8ABB-55A367F826E8}"/>
              </a:ext>
            </a:extLst>
          </p:cNvPr>
          <p:cNvSpPr>
            <a:spLocks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10030">
            <a:extLst>
              <a:ext uri="{FF2B5EF4-FFF2-40B4-BE49-F238E27FC236}">
                <a16:creationId xmlns:a16="http://schemas.microsoft.com/office/drawing/2014/main" id="{DE8A7E7C-33EA-4B20-B842-DC87CF8EB282}"/>
              </a:ext>
            </a:extLst>
          </p:cNvPr>
          <p:cNvSpPr>
            <a:spLocks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10031">
            <a:extLst>
              <a:ext uri="{FF2B5EF4-FFF2-40B4-BE49-F238E27FC236}">
                <a16:creationId xmlns:a16="http://schemas.microsoft.com/office/drawing/2014/main" id="{FF7D20AC-6F0A-4BBE-843F-8E81A15833FC}"/>
              </a:ext>
            </a:extLst>
          </p:cNvPr>
          <p:cNvSpPr>
            <a:spLocks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10032">
            <a:extLst>
              <a:ext uri="{FF2B5EF4-FFF2-40B4-BE49-F238E27FC236}">
                <a16:creationId xmlns:a16="http://schemas.microsoft.com/office/drawing/2014/main" id="{D876B9DA-FD79-42B1-96A9-62531EFE8C67}"/>
              </a:ext>
            </a:extLst>
          </p:cNvPr>
          <p:cNvSpPr>
            <a:spLocks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10033">
            <a:extLst>
              <a:ext uri="{FF2B5EF4-FFF2-40B4-BE49-F238E27FC236}">
                <a16:creationId xmlns:a16="http://schemas.microsoft.com/office/drawing/2014/main" id="{9B4D6E41-4F3A-4264-A257-43FFED013E95}"/>
              </a:ext>
            </a:extLst>
          </p:cNvPr>
          <p:cNvSpPr>
            <a:spLocks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10034">
            <a:extLst>
              <a:ext uri="{FF2B5EF4-FFF2-40B4-BE49-F238E27FC236}">
                <a16:creationId xmlns:a16="http://schemas.microsoft.com/office/drawing/2014/main" id="{0C0175F8-D76E-46BC-AF70-57BDA5C5509A}"/>
              </a:ext>
            </a:extLst>
          </p:cNvPr>
          <p:cNvSpPr>
            <a:spLocks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10035">
            <a:extLst>
              <a:ext uri="{FF2B5EF4-FFF2-40B4-BE49-F238E27FC236}">
                <a16:creationId xmlns:a16="http://schemas.microsoft.com/office/drawing/2014/main" id="{87FC7FCC-EBCE-4652-9976-751C840AB4D4}"/>
              </a:ext>
            </a:extLst>
          </p:cNvPr>
          <p:cNvSpPr>
            <a:spLocks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10036">
            <a:extLst>
              <a:ext uri="{FF2B5EF4-FFF2-40B4-BE49-F238E27FC236}">
                <a16:creationId xmlns:a16="http://schemas.microsoft.com/office/drawing/2014/main" id="{21C98A96-5292-477D-A06A-AC2D1A634FC9}"/>
              </a:ext>
            </a:extLst>
          </p:cNvPr>
          <p:cNvSpPr>
            <a:spLocks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10037">
            <a:extLst>
              <a:ext uri="{FF2B5EF4-FFF2-40B4-BE49-F238E27FC236}">
                <a16:creationId xmlns:a16="http://schemas.microsoft.com/office/drawing/2014/main" id="{EB51250D-8449-46A4-8D6E-31172419DC1D}"/>
              </a:ext>
            </a:extLst>
          </p:cNvPr>
          <p:cNvSpPr>
            <a:spLocks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10038">
            <a:extLst>
              <a:ext uri="{FF2B5EF4-FFF2-40B4-BE49-F238E27FC236}">
                <a16:creationId xmlns:a16="http://schemas.microsoft.com/office/drawing/2014/main" id="{1F5D8E7B-1366-440E-ADB2-7FDF4A731703}"/>
              </a:ext>
            </a:extLst>
          </p:cNvPr>
          <p:cNvSpPr>
            <a:spLocks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10039">
            <a:extLst>
              <a:ext uri="{FF2B5EF4-FFF2-40B4-BE49-F238E27FC236}">
                <a16:creationId xmlns:a16="http://schemas.microsoft.com/office/drawing/2014/main" id="{666AE153-DC01-4CF4-9AA8-AAF01B1BB03C}"/>
              </a:ext>
            </a:extLst>
          </p:cNvPr>
          <p:cNvSpPr>
            <a:spLocks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10040">
            <a:extLst>
              <a:ext uri="{FF2B5EF4-FFF2-40B4-BE49-F238E27FC236}">
                <a16:creationId xmlns:a16="http://schemas.microsoft.com/office/drawing/2014/main" id="{B086E8CA-5D5D-4164-BD5F-7A0B79ED2DD3}"/>
              </a:ext>
            </a:extLst>
          </p:cNvPr>
          <p:cNvSpPr>
            <a:spLocks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10041">
            <a:extLst>
              <a:ext uri="{FF2B5EF4-FFF2-40B4-BE49-F238E27FC236}">
                <a16:creationId xmlns:a16="http://schemas.microsoft.com/office/drawing/2014/main" id="{44636E00-CDED-4338-92CC-A934DA3F10FD}"/>
              </a:ext>
            </a:extLst>
          </p:cNvPr>
          <p:cNvSpPr>
            <a:spLocks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10042">
            <a:extLst>
              <a:ext uri="{FF2B5EF4-FFF2-40B4-BE49-F238E27FC236}">
                <a16:creationId xmlns:a16="http://schemas.microsoft.com/office/drawing/2014/main" id="{4B0F6B34-A5F0-47BB-B245-D73158946A7C}"/>
              </a:ext>
            </a:extLst>
          </p:cNvPr>
          <p:cNvSpPr>
            <a:spLocks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10043">
            <a:extLst>
              <a:ext uri="{FF2B5EF4-FFF2-40B4-BE49-F238E27FC236}">
                <a16:creationId xmlns:a16="http://schemas.microsoft.com/office/drawing/2014/main" id="{D3090C3E-3272-4BEB-BF8D-C79EDB1F0507}"/>
              </a:ext>
            </a:extLst>
          </p:cNvPr>
          <p:cNvSpPr>
            <a:spLocks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10044">
            <a:extLst>
              <a:ext uri="{FF2B5EF4-FFF2-40B4-BE49-F238E27FC236}">
                <a16:creationId xmlns:a16="http://schemas.microsoft.com/office/drawing/2014/main" id="{7A4192FB-BB74-41D4-B073-B164BACE85D7}"/>
              </a:ext>
            </a:extLst>
          </p:cNvPr>
          <p:cNvSpPr>
            <a:spLocks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10045">
            <a:extLst>
              <a:ext uri="{FF2B5EF4-FFF2-40B4-BE49-F238E27FC236}">
                <a16:creationId xmlns:a16="http://schemas.microsoft.com/office/drawing/2014/main" id="{4BF4F7CF-C83B-4EA5-9E1B-4A6A7914D8D9}"/>
              </a:ext>
            </a:extLst>
          </p:cNvPr>
          <p:cNvSpPr>
            <a:spLocks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10046">
            <a:extLst>
              <a:ext uri="{FF2B5EF4-FFF2-40B4-BE49-F238E27FC236}">
                <a16:creationId xmlns:a16="http://schemas.microsoft.com/office/drawing/2014/main" id="{840A56E6-9A1A-4382-A3C3-A858276D06F7}"/>
              </a:ext>
            </a:extLst>
          </p:cNvPr>
          <p:cNvSpPr>
            <a:spLocks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10047">
            <a:extLst>
              <a:ext uri="{FF2B5EF4-FFF2-40B4-BE49-F238E27FC236}">
                <a16:creationId xmlns:a16="http://schemas.microsoft.com/office/drawing/2014/main" id="{20936585-75E1-47E3-B9C5-EF37EBBACFD5}"/>
              </a:ext>
            </a:extLst>
          </p:cNvPr>
          <p:cNvSpPr>
            <a:spLocks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10048">
            <a:extLst>
              <a:ext uri="{FF2B5EF4-FFF2-40B4-BE49-F238E27FC236}">
                <a16:creationId xmlns:a16="http://schemas.microsoft.com/office/drawing/2014/main" id="{F259E8FB-D857-4B9D-81A0-5735BBB93523}"/>
              </a:ext>
            </a:extLst>
          </p:cNvPr>
          <p:cNvSpPr>
            <a:spLocks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10049">
            <a:extLst>
              <a:ext uri="{FF2B5EF4-FFF2-40B4-BE49-F238E27FC236}">
                <a16:creationId xmlns:a16="http://schemas.microsoft.com/office/drawing/2014/main" id="{B86C14F1-6AFB-407A-9251-D4C705819263}"/>
              </a:ext>
            </a:extLst>
          </p:cNvPr>
          <p:cNvSpPr>
            <a:spLocks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10050">
            <a:extLst>
              <a:ext uri="{FF2B5EF4-FFF2-40B4-BE49-F238E27FC236}">
                <a16:creationId xmlns:a16="http://schemas.microsoft.com/office/drawing/2014/main" id="{387117E9-3845-4E1D-A315-8BAE6DDBEB76}"/>
              </a:ext>
            </a:extLst>
          </p:cNvPr>
          <p:cNvSpPr>
            <a:spLocks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10051">
            <a:extLst>
              <a:ext uri="{FF2B5EF4-FFF2-40B4-BE49-F238E27FC236}">
                <a16:creationId xmlns:a16="http://schemas.microsoft.com/office/drawing/2014/main" id="{2EE7877A-6C4F-4EDB-ABFC-8D7C19D2D3CF}"/>
              </a:ext>
            </a:extLst>
          </p:cNvPr>
          <p:cNvSpPr>
            <a:spLocks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10052">
            <a:extLst>
              <a:ext uri="{FF2B5EF4-FFF2-40B4-BE49-F238E27FC236}">
                <a16:creationId xmlns:a16="http://schemas.microsoft.com/office/drawing/2014/main" id="{AC228DBA-C76B-43F1-B3E6-E6916991E9FA}"/>
              </a:ext>
            </a:extLst>
          </p:cNvPr>
          <p:cNvSpPr>
            <a:spLocks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10053">
            <a:extLst>
              <a:ext uri="{FF2B5EF4-FFF2-40B4-BE49-F238E27FC236}">
                <a16:creationId xmlns:a16="http://schemas.microsoft.com/office/drawing/2014/main" id="{8EF476FE-3B18-41F3-8C13-1F1CE7FEF0BF}"/>
              </a:ext>
            </a:extLst>
          </p:cNvPr>
          <p:cNvSpPr>
            <a:spLocks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10054">
            <a:extLst>
              <a:ext uri="{FF2B5EF4-FFF2-40B4-BE49-F238E27FC236}">
                <a16:creationId xmlns:a16="http://schemas.microsoft.com/office/drawing/2014/main" id="{5FF7EF5E-762D-49B9-80C9-5A528BF32FA1}"/>
              </a:ext>
            </a:extLst>
          </p:cNvPr>
          <p:cNvSpPr>
            <a:spLocks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10055">
            <a:extLst>
              <a:ext uri="{FF2B5EF4-FFF2-40B4-BE49-F238E27FC236}">
                <a16:creationId xmlns:a16="http://schemas.microsoft.com/office/drawing/2014/main" id="{6CBE37D5-E441-4FF0-BA0C-89277B580561}"/>
              </a:ext>
            </a:extLst>
          </p:cNvPr>
          <p:cNvSpPr>
            <a:spLocks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10056">
            <a:extLst>
              <a:ext uri="{FF2B5EF4-FFF2-40B4-BE49-F238E27FC236}">
                <a16:creationId xmlns:a16="http://schemas.microsoft.com/office/drawing/2014/main" id="{0A6EB74A-98BC-43EC-BA9A-E1768316DC21}"/>
              </a:ext>
            </a:extLst>
          </p:cNvPr>
          <p:cNvSpPr>
            <a:spLocks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10057">
            <a:extLst>
              <a:ext uri="{FF2B5EF4-FFF2-40B4-BE49-F238E27FC236}">
                <a16:creationId xmlns:a16="http://schemas.microsoft.com/office/drawing/2014/main" id="{2DF8832A-B38B-4903-8BDC-486537D328F4}"/>
              </a:ext>
            </a:extLst>
          </p:cNvPr>
          <p:cNvSpPr>
            <a:spLocks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10058">
            <a:extLst>
              <a:ext uri="{FF2B5EF4-FFF2-40B4-BE49-F238E27FC236}">
                <a16:creationId xmlns:a16="http://schemas.microsoft.com/office/drawing/2014/main" id="{3D7C6AD9-3782-4B9B-9E66-8DEFDECE3425}"/>
              </a:ext>
            </a:extLst>
          </p:cNvPr>
          <p:cNvSpPr>
            <a:spLocks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10059">
            <a:extLst>
              <a:ext uri="{FF2B5EF4-FFF2-40B4-BE49-F238E27FC236}">
                <a16:creationId xmlns:a16="http://schemas.microsoft.com/office/drawing/2014/main" id="{507E0673-A266-4FAF-9F97-F75AF4A4E903}"/>
              </a:ext>
            </a:extLst>
          </p:cNvPr>
          <p:cNvSpPr>
            <a:spLocks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10060">
            <a:extLst>
              <a:ext uri="{FF2B5EF4-FFF2-40B4-BE49-F238E27FC236}">
                <a16:creationId xmlns:a16="http://schemas.microsoft.com/office/drawing/2014/main" id="{B060F217-8DC4-411D-A623-93B610A09008}"/>
              </a:ext>
            </a:extLst>
          </p:cNvPr>
          <p:cNvSpPr>
            <a:spLocks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10061">
            <a:extLst>
              <a:ext uri="{FF2B5EF4-FFF2-40B4-BE49-F238E27FC236}">
                <a16:creationId xmlns:a16="http://schemas.microsoft.com/office/drawing/2014/main" id="{E137CCC1-BD7E-419D-B447-97FCBFA8EC75}"/>
              </a:ext>
            </a:extLst>
          </p:cNvPr>
          <p:cNvSpPr>
            <a:spLocks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10062">
            <a:extLst>
              <a:ext uri="{FF2B5EF4-FFF2-40B4-BE49-F238E27FC236}">
                <a16:creationId xmlns:a16="http://schemas.microsoft.com/office/drawing/2014/main" id="{ABF5ADC5-3F6A-40A0-ADD8-D1FD44BF70FD}"/>
              </a:ext>
            </a:extLst>
          </p:cNvPr>
          <p:cNvSpPr>
            <a:spLocks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10063">
            <a:extLst>
              <a:ext uri="{FF2B5EF4-FFF2-40B4-BE49-F238E27FC236}">
                <a16:creationId xmlns:a16="http://schemas.microsoft.com/office/drawing/2014/main" id="{90C11A21-2818-41AC-8B51-1A63E6881DA2}"/>
              </a:ext>
            </a:extLst>
          </p:cNvPr>
          <p:cNvSpPr>
            <a:spLocks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10064">
            <a:extLst>
              <a:ext uri="{FF2B5EF4-FFF2-40B4-BE49-F238E27FC236}">
                <a16:creationId xmlns:a16="http://schemas.microsoft.com/office/drawing/2014/main" id="{2015627D-6061-4B89-AEA4-76F50F89978A}"/>
              </a:ext>
            </a:extLst>
          </p:cNvPr>
          <p:cNvSpPr>
            <a:spLocks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10065">
            <a:extLst>
              <a:ext uri="{FF2B5EF4-FFF2-40B4-BE49-F238E27FC236}">
                <a16:creationId xmlns:a16="http://schemas.microsoft.com/office/drawing/2014/main" id="{5457A5FD-5C74-451C-9725-55647C9D34B4}"/>
              </a:ext>
            </a:extLst>
          </p:cNvPr>
          <p:cNvSpPr>
            <a:spLocks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10066">
            <a:extLst>
              <a:ext uri="{FF2B5EF4-FFF2-40B4-BE49-F238E27FC236}">
                <a16:creationId xmlns:a16="http://schemas.microsoft.com/office/drawing/2014/main" id="{0F35FD82-63ED-46CA-9336-9E729A9D0867}"/>
              </a:ext>
            </a:extLst>
          </p:cNvPr>
          <p:cNvSpPr>
            <a:spLocks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10067">
            <a:extLst>
              <a:ext uri="{FF2B5EF4-FFF2-40B4-BE49-F238E27FC236}">
                <a16:creationId xmlns:a16="http://schemas.microsoft.com/office/drawing/2014/main" id="{5F904FAA-90F9-4547-9851-59726E912683}"/>
              </a:ext>
            </a:extLst>
          </p:cNvPr>
          <p:cNvSpPr>
            <a:spLocks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10068">
            <a:extLst>
              <a:ext uri="{FF2B5EF4-FFF2-40B4-BE49-F238E27FC236}">
                <a16:creationId xmlns:a16="http://schemas.microsoft.com/office/drawing/2014/main" id="{9228A070-9FA2-40E6-9BA3-FB3AA9D13502}"/>
              </a:ext>
            </a:extLst>
          </p:cNvPr>
          <p:cNvSpPr>
            <a:spLocks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10069">
            <a:extLst>
              <a:ext uri="{FF2B5EF4-FFF2-40B4-BE49-F238E27FC236}">
                <a16:creationId xmlns:a16="http://schemas.microsoft.com/office/drawing/2014/main" id="{418A0029-F88C-4100-ACC3-3D09465ADA30}"/>
              </a:ext>
            </a:extLst>
          </p:cNvPr>
          <p:cNvSpPr>
            <a:spLocks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10070">
            <a:extLst>
              <a:ext uri="{FF2B5EF4-FFF2-40B4-BE49-F238E27FC236}">
                <a16:creationId xmlns:a16="http://schemas.microsoft.com/office/drawing/2014/main" id="{91459119-928F-4817-806A-71CD039BAE47}"/>
              </a:ext>
            </a:extLst>
          </p:cNvPr>
          <p:cNvSpPr>
            <a:spLocks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10071">
            <a:extLst>
              <a:ext uri="{FF2B5EF4-FFF2-40B4-BE49-F238E27FC236}">
                <a16:creationId xmlns:a16="http://schemas.microsoft.com/office/drawing/2014/main" id="{FCA0A031-D176-4C13-A570-588BD2263543}"/>
              </a:ext>
            </a:extLst>
          </p:cNvPr>
          <p:cNvSpPr>
            <a:spLocks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10072">
            <a:extLst>
              <a:ext uri="{FF2B5EF4-FFF2-40B4-BE49-F238E27FC236}">
                <a16:creationId xmlns:a16="http://schemas.microsoft.com/office/drawing/2014/main" id="{5D2B13D6-95CB-48E8-8FC1-01AB7C3737A5}"/>
              </a:ext>
            </a:extLst>
          </p:cNvPr>
          <p:cNvSpPr>
            <a:spLocks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10073">
            <a:extLst>
              <a:ext uri="{FF2B5EF4-FFF2-40B4-BE49-F238E27FC236}">
                <a16:creationId xmlns:a16="http://schemas.microsoft.com/office/drawing/2014/main" id="{C8B84A8D-31CC-40BE-9758-F8807485B04A}"/>
              </a:ext>
            </a:extLst>
          </p:cNvPr>
          <p:cNvSpPr>
            <a:spLocks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10074">
            <a:extLst>
              <a:ext uri="{FF2B5EF4-FFF2-40B4-BE49-F238E27FC236}">
                <a16:creationId xmlns:a16="http://schemas.microsoft.com/office/drawing/2014/main" id="{1E57E9E9-3B06-468B-9812-1426D9224C2B}"/>
              </a:ext>
            </a:extLst>
          </p:cNvPr>
          <p:cNvSpPr>
            <a:spLocks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10075">
            <a:extLst>
              <a:ext uri="{FF2B5EF4-FFF2-40B4-BE49-F238E27FC236}">
                <a16:creationId xmlns:a16="http://schemas.microsoft.com/office/drawing/2014/main" id="{BB868929-A05C-4015-B224-580C71A6D876}"/>
              </a:ext>
            </a:extLst>
          </p:cNvPr>
          <p:cNvSpPr>
            <a:spLocks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10076">
            <a:extLst>
              <a:ext uri="{FF2B5EF4-FFF2-40B4-BE49-F238E27FC236}">
                <a16:creationId xmlns:a16="http://schemas.microsoft.com/office/drawing/2014/main" id="{55E5CF18-FBAD-4F44-9A67-7383C231D01D}"/>
              </a:ext>
            </a:extLst>
          </p:cNvPr>
          <p:cNvSpPr>
            <a:spLocks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10077">
            <a:extLst>
              <a:ext uri="{FF2B5EF4-FFF2-40B4-BE49-F238E27FC236}">
                <a16:creationId xmlns:a16="http://schemas.microsoft.com/office/drawing/2014/main" id="{EAF37836-40B8-47A9-924A-2E5D31CC1478}"/>
              </a:ext>
            </a:extLst>
          </p:cNvPr>
          <p:cNvSpPr>
            <a:spLocks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10078">
            <a:extLst>
              <a:ext uri="{FF2B5EF4-FFF2-40B4-BE49-F238E27FC236}">
                <a16:creationId xmlns:a16="http://schemas.microsoft.com/office/drawing/2014/main" id="{45CD5921-84DC-4E68-9395-C89E6818DC9F}"/>
              </a:ext>
            </a:extLst>
          </p:cNvPr>
          <p:cNvSpPr>
            <a:spLocks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10079">
            <a:extLst>
              <a:ext uri="{FF2B5EF4-FFF2-40B4-BE49-F238E27FC236}">
                <a16:creationId xmlns:a16="http://schemas.microsoft.com/office/drawing/2014/main" id="{53D75A5E-8E1E-4D5A-921B-8359762F7C0E}"/>
              </a:ext>
            </a:extLst>
          </p:cNvPr>
          <p:cNvSpPr>
            <a:spLocks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10080">
            <a:extLst>
              <a:ext uri="{FF2B5EF4-FFF2-40B4-BE49-F238E27FC236}">
                <a16:creationId xmlns:a16="http://schemas.microsoft.com/office/drawing/2014/main" id="{685F0DB1-6288-4183-B36A-0239F63EBA6C}"/>
              </a:ext>
            </a:extLst>
          </p:cNvPr>
          <p:cNvSpPr>
            <a:spLocks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10081">
            <a:extLst>
              <a:ext uri="{FF2B5EF4-FFF2-40B4-BE49-F238E27FC236}">
                <a16:creationId xmlns:a16="http://schemas.microsoft.com/office/drawing/2014/main" id="{679CBAB4-A892-42E7-8C09-3BEA06F8FE06}"/>
              </a:ext>
            </a:extLst>
          </p:cNvPr>
          <p:cNvSpPr>
            <a:spLocks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10082">
            <a:extLst>
              <a:ext uri="{FF2B5EF4-FFF2-40B4-BE49-F238E27FC236}">
                <a16:creationId xmlns:a16="http://schemas.microsoft.com/office/drawing/2014/main" id="{CA661BBB-00D0-41FB-8D88-332E04766427}"/>
              </a:ext>
            </a:extLst>
          </p:cNvPr>
          <p:cNvSpPr>
            <a:spLocks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10083">
            <a:extLst>
              <a:ext uri="{FF2B5EF4-FFF2-40B4-BE49-F238E27FC236}">
                <a16:creationId xmlns:a16="http://schemas.microsoft.com/office/drawing/2014/main" id="{907DE1BD-0FC9-4BAE-83CC-C15CFF2E0BCF}"/>
              </a:ext>
            </a:extLst>
          </p:cNvPr>
          <p:cNvSpPr>
            <a:spLocks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10084">
            <a:extLst>
              <a:ext uri="{FF2B5EF4-FFF2-40B4-BE49-F238E27FC236}">
                <a16:creationId xmlns:a16="http://schemas.microsoft.com/office/drawing/2014/main" id="{A81D5B36-D3ED-4ABD-8FD8-3C9C267C9AE3}"/>
              </a:ext>
            </a:extLst>
          </p:cNvPr>
          <p:cNvSpPr>
            <a:spLocks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10085">
            <a:extLst>
              <a:ext uri="{FF2B5EF4-FFF2-40B4-BE49-F238E27FC236}">
                <a16:creationId xmlns:a16="http://schemas.microsoft.com/office/drawing/2014/main" id="{4AFDFD2B-27A4-4D38-A582-8CD374DB04B4}"/>
              </a:ext>
            </a:extLst>
          </p:cNvPr>
          <p:cNvSpPr>
            <a:spLocks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10086">
            <a:extLst>
              <a:ext uri="{FF2B5EF4-FFF2-40B4-BE49-F238E27FC236}">
                <a16:creationId xmlns:a16="http://schemas.microsoft.com/office/drawing/2014/main" id="{2F7523E5-7169-45B5-ACE8-5D9768E6324A}"/>
              </a:ext>
            </a:extLst>
          </p:cNvPr>
          <p:cNvSpPr>
            <a:spLocks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10087">
            <a:extLst>
              <a:ext uri="{FF2B5EF4-FFF2-40B4-BE49-F238E27FC236}">
                <a16:creationId xmlns:a16="http://schemas.microsoft.com/office/drawing/2014/main" id="{D370177F-C60B-4ECC-9BD1-19C9A765CA01}"/>
              </a:ext>
            </a:extLst>
          </p:cNvPr>
          <p:cNvSpPr>
            <a:spLocks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10088">
            <a:extLst>
              <a:ext uri="{FF2B5EF4-FFF2-40B4-BE49-F238E27FC236}">
                <a16:creationId xmlns:a16="http://schemas.microsoft.com/office/drawing/2014/main" id="{B3A677CA-D45F-46D5-B346-F60D488D9654}"/>
              </a:ext>
            </a:extLst>
          </p:cNvPr>
          <p:cNvSpPr>
            <a:spLocks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10089">
            <a:extLst>
              <a:ext uri="{FF2B5EF4-FFF2-40B4-BE49-F238E27FC236}">
                <a16:creationId xmlns:a16="http://schemas.microsoft.com/office/drawing/2014/main" id="{60CC19A2-91FB-4D00-8D02-14C23059EAEA}"/>
              </a:ext>
            </a:extLst>
          </p:cNvPr>
          <p:cNvSpPr>
            <a:spLocks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10090">
            <a:extLst>
              <a:ext uri="{FF2B5EF4-FFF2-40B4-BE49-F238E27FC236}">
                <a16:creationId xmlns:a16="http://schemas.microsoft.com/office/drawing/2014/main" id="{53847B62-F886-4146-99C1-2ACE7BFE3A77}"/>
              </a:ext>
            </a:extLst>
          </p:cNvPr>
          <p:cNvSpPr>
            <a:spLocks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10091">
            <a:extLst>
              <a:ext uri="{FF2B5EF4-FFF2-40B4-BE49-F238E27FC236}">
                <a16:creationId xmlns:a16="http://schemas.microsoft.com/office/drawing/2014/main" id="{068C478D-4D17-4C53-A5F5-30EEFAE6DB00}"/>
              </a:ext>
            </a:extLst>
          </p:cNvPr>
          <p:cNvSpPr>
            <a:spLocks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10092">
            <a:extLst>
              <a:ext uri="{FF2B5EF4-FFF2-40B4-BE49-F238E27FC236}">
                <a16:creationId xmlns:a16="http://schemas.microsoft.com/office/drawing/2014/main" id="{134193A6-6D62-416B-A1E7-30E290B64023}"/>
              </a:ext>
            </a:extLst>
          </p:cNvPr>
          <p:cNvSpPr>
            <a:spLocks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10093">
            <a:extLst>
              <a:ext uri="{FF2B5EF4-FFF2-40B4-BE49-F238E27FC236}">
                <a16:creationId xmlns:a16="http://schemas.microsoft.com/office/drawing/2014/main" id="{AF821375-A2BA-4F41-A78A-898C5DB36F31}"/>
              </a:ext>
            </a:extLst>
          </p:cNvPr>
          <p:cNvSpPr>
            <a:spLocks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10094">
            <a:extLst>
              <a:ext uri="{FF2B5EF4-FFF2-40B4-BE49-F238E27FC236}">
                <a16:creationId xmlns:a16="http://schemas.microsoft.com/office/drawing/2014/main" id="{893100D4-FE7B-415E-B53F-9CFB839C3763}"/>
              </a:ext>
            </a:extLst>
          </p:cNvPr>
          <p:cNvSpPr>
            <a:spLocks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10095">
            <a:extLst>
              <a:ext uri="{FF2B5EF4-FFF2-40B4-BE49-F238E27FC236}">
                <a16:creationId xmlns:a16="http://schemas.microsoft.com/office/drawing/2014/main" id="{0515B011-B592-4270-AD2A-9AC084333F38}"/>
              </a:ext>
            </a:extLst>
          </p:cNvPr>
          <p:cNvSpPr>
            <a:spLocks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10096">
            <a:extLst>
              <a:ext uri="{FF2B5EF4-FFF2-40B4-BE49-F238E27FC236}">
                <a16:creationId xmlns:a16="http://schemas.microsoft.com/office/drawing/2014/main" id="{27B48E80-B673-4B06-A3FC-E17BB55F780D}"/>
              </a:ext>
            </a:extLst>
          </p:cNvPr>
          <p:cNvSpPr>
            <a:spLocks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10097">
            <a:extLst>
              <a:ext uri="{FF2B5EF4-FFF2-40B4-BE49-F238E27FC236}">
                <a16:creationId xmlns:a16="http://schemas.microsoft.com/office/drawing/2014/main" id="{320907B9-DBB0-4893-AE68-AB6FD1EDF6A3}"/>
              </a:ext>
            </a:extLst>
          </p:cNvPr>
          <p:cNvSpPr>
            <a:spLocks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10098">
            <a:extLst>
              <a:ext uri="{FF2B5EF4-FFF2-40B4-BE49-F238E27FC236}">
                <a16:creationId xmlns:a16="http://schemas.microsoft.com/office/drawing/2014/main" id="{0024F8C8-0A5F-48D7-9E50-78AC1698EA55}"/>
              </a:ext>
            </a:extLst>
          </p:cNvPr>
          <p:cNvSpPr>
            <a:spLocks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10099">
            <a:extLst>
              <a:ext uri="{FF2B5EF4-FFF2-40B4-BE49-F238E27FC236}">
                <a16:creationId xmlns:a16="http://schemas.microsoft.com/office/drawing/2014/main" id="{95A8505A-4322-4FDE-936E-047C36E2A5EC}"/>
              </a:ext>
            </a:extLst>
          </p:cNvPr>
          <p:cNvSpPr>
            <a:spLocks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10100">
            <a:extLst>
              <a:ext uri="{FF2B5EF4-FFF2-40B4-BE49-F238E27FC236}">
                <a16:creationId xmlns:a16="http://schemas.microsoft.com/office/drawing/2014/main" id="{AB6BDEF6-4F30-4D6A-8A8B-058F9381588B}"/>
              </a:ext>
            </a:extLst>
          </p:cNvPr>
          <p:cNvSpPr>
            <a:spLocks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10101">
            <a:extLst>
              <a:ext uri="{FF2B5EF4-FFF2-40B4-BE49-F238E27FC236}">
                <a16:creationId xmlns:a16="http://schemas.microsoft.com/office/drawing/2014/main" id="{0950F5F6-3406-4A7B-95E3-1C4AFEE0B677}"/>
              </a:ext>
            </a:extLst>
          </p:cNvPr>
          <p:cNvSpPr>
            <a:spLocks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10102">
            <a:extLst>
              <a:ext uri="{FF2B5EF4-FFF2-40B4-BE49-F238E27FC236}">
                <a16:creationId xmlns:a16="http://schemas.microsoft.com/office/drawing/2014/main" id="{8691060C-4C5E-4CB6-B619-8DF22A8B4FD6}"/>
              </a:ext>
            </a:extLst>
          </p:cNvPr>
          <p:cNvSpPr>
            <a:spLocks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10103">
            <a:extLst>
              <a:ext uri="{FF2B5EF4-FFF2-40B4-BE49-F238E27FC236}">
                <a16:creationId xmlns:a16="http://schemas.microsoft.com/office/drawing/2014/main" id="{7CBCA9DC-401C-426A-8A14-D8C71765E321}"/>
              </a:ext>
            </a:extLst>
          </p:cNvPr>
          <p:cNvSpPr>
            <a:spLocks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10104">
            <a:extLst>
              <a:ext uri="{FF2B5EF4-FFF2-40B4-BE49-F238E27FC236}">
                <a16:creationId xmlns:a16="http://schemas.microsoft.com/office/drawing/2014/main" id="{92CB8093-C7EC-4079-9854-324409E29AAF}"/>
              </a:ext>
            </a:extLst>
          </p:cNvPr>
          <p:cNvSpPr>
            <a:spLocks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10105">
            <a:extLst>
              <a:ext uri="{FF2B5EF4-FFF2-40B4-BE49-F238E27FC236}">
                <a16:creationId xmlns:a16="http://schemas.microsoft.com/office/drawing/2014/main" id="{AFD6F8ED-3B84-4B15-B4A3-D57399E4D0A2}"/>
              </a:ext>
            </a:extLst>
          </p:cNvPr>
          <p:cNvSpPr>
            <a:spLocks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10106">
            <a:extLst>
              <a:ext uri="{FF2B5EF4-FFF2-40B4-BE49-F238E27FC236}">
                <a16:creationId xmlns:a16="http://schemas.microsoft.com/office/drawing/2014/main" id="{282D81BB-6D95-46C6-927D-6355F2F69455}"/>
              </a:ext>
            </a:extLst>
          </p:cNvPr>
          <p:cNvSpPr>
            <a:spLocks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10107">
            <a:extLst>
              <a:ext uri="{FF2B5EF4-FFF2-40B4-BE49-F238E27FC236}">
                <a16:creationId xmlns:a16="http://schemas.microsoft.com/office/drawing/2014/main" id="{2D36437F-8418-463D-8326-5BED0D086132}"/>
              </a:ext>
            </a:extLst>
          </p:cNvPr>
          <p:cNvSpPr>
            <a:spLocks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10108">
            <a:extLst>
              <a:ext uri="{FF2B5EF4-FFF2-40B4-BE49-F238E27FC236}">
                <a16:creationId xmlns:a16="http://schemas.microsoft.com/office/drawing/2014/main" id="{C398165F-1441-42AE-A887-D31497092C1E}"/>
              </a:ext>
            </a:extLst>
          </p:cNvPr>
          <p:cNvSpPr>
            <a:spLocks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10109">
            <a:extLst>
              <a:ext uri="{FF2B5EF4-FFF2-40B4-BE49-F238E27FC236}">
                <a16:creationId xmlns:a16="http://schemas.microsoft.com/office/drawing/2014/main" id="{2FAFC589-C8D1-4130-8664-2BD3E503111B}"/>
              </a:ext>
            </a:extLst>
          </p:cNvPr>
          <p:cNvSpPr>
            <a:spLocks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10110">
            <a:extLst>
              <a:ext uri="{FF2B5EF4-FFF2-40B4-BE49-F238E27FC236}">
                <a16:creationId xmlns:a16="http://schemas.microsoft.com/office/drawing/2014/main" id="{DEF84B82-48A7-449C-B459-B9FA6501315C}"/>
              </a:ext>
            </a:extLst>
          </p:cNvPr>
          <p:cNvSpPr>
            <a:spLocks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10111">
            <a:extLst>
              <a:ext uri="{FF2B5EF4-FFF2-40B4-BE49-F238E27FC236}">
                <a16:creationId xmlns:a16="http://schemas.microsoft.com/office/drawing/2014/main" id="{06FFEA4D-3CA6-45F3-AD4B-39C9882EF108}"/>
              </a:ext>
            </a:extLst>
          </p:cNvPr>
          <p:cNvSpPr>
            <a:spLocks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10112">
            <a:extLst>
              <a:ext uri="{FF2B5EF4-FFF2-40B4-BE49-F238E27FC236}">
                <a16:creationId xmlns:a16="http://schemas.microsoft.com/office/drawing/2014/main" id="{508BBA06-CBC9-4F20-8697-2EEA9595971B}"/>
              </a:ext>
            </a:extLst>
          </p:cNvPr>
          <p:cNvSpPr>
            <a:spLocks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10113">
            <a:extLst>
              <a:ext uri="{FF2B5EF4-FFF2-40B4-BE49-F238E27FC236}">
                <a16:creationId xmlns:a16="http://schemas.microsoft.com/office/drawing/2014/main" id="{CEF6C6E8-3EC8-4E2F-8EAE-B94437DD45CE}"/>
              </a:ext>
            </a:extLst>
          </p:cNvPr>
          <p:cNvSpPr>
            <a:spLocks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10114">
            <a:extLst>
              <a:ext uri="{FF2B5EF4-FFF2-40B4-BE49-F238E27FC236}">
                <a16:creationId xmlns:a16="http://schemas.microsoft.com/office/drawing/2014/main" id="{88912009-D826-4746-A2F5-59F6686BDE3F}"/>
              </a:ext>
            </a:extLst>
          </p:cNvPr>
          <p:cNvSpPr>
            <a:spLocks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10115">
            <a:extLst>
              <a:ext uri="{FF2B5EF4-FFF2-40B4-BE49-F238E27FC236}">
                <a16:creationId xmlns:a16="http://schemas.microsoft.com/office/drawing/2014/main" id="{C6388557-0FDA-42CB-AAA5-AAD6C6CBEB8E}"/>
              </a:ext>
            </a:extLst>
          </p:cNvPr>
          <p:cNvSpPr>
            <a:spLocks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10116">
            <a:extLst>
              <a:ext uri="{FF2B5EF4-FFF2-40B4-BE49-F238E27FC236}">
                <a16:creationId xmlns:a16="http://schemas.microsoft.com/office/drawing/2014/main" id="{BF962878-8FC8-4357-A6D7-59C50D65477B}"/>
              </a:ext>
            </a:extLst>
          </p:cNvPr>
          <p:cNvSpPr>
            <a:spLocks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10117">
            <a:extLst>
              <a:ext uri="{FF2B5EF4-FFF2-40B4-BE49-F238E27FC236}">
                <a16:creationId xmlns:a16="http://schemas.microsoft.com/office/drawing/2014/main" id="{D97C878F-14DC-497C-8104-394C340E85D4}"/>
              </a:ext>
            </a:extLst>
          </p:cNvPr>
          <p:cNvSpPr>
            <a:spLocks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10118">
            <a:extLst>
              <a:ext uri="{FF2B5EF4-FFF2-40B4-BE49-F238E27FC236}">
                <a16:creationId xmlns:a16="http://schemas.microsoft.com/office/drawing/2014/main" id="{A5BA47B3-C7DB-4CCB-A3B6-54F805904246}"/>
              </a:ext>
            </a:extLst>
          </p:cNvPr>
          <p:cNvSpPr>
            <a:spLocks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10119">
            <a:extLst>
              <a:ext uri="{FF2B5EF4-FFF2-40B4-BE49-F238E27FC236}">
                <a16:creationId xmlns:a16="http://schemas.microsoft.com/office/drawing/2014/main" id="{3390600B-9670-4791-A700-2A6953169408}"/>
              </a:ext>
            </a:extLst>
          </p:cNvPr>
          <p:cNvSpPr>
            <a:spLocks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10120">
            <a:extLst>
              <a:ext uri="{FF2B5EF4-FFF2-40B4-BE49-F238E27FC236}">
                <a16:creationId xmlns:a16="http://schemas.microsoft.com/office/drawing/2014/main" id="{0E4ECF7D-AA7F-401A-9BAA-E2D29FEC4B0E}"/>
              </a:ext>
            </a:extLst>
          </p:cNvPr>
          <p:cNvSpPr>
            <a:spLocks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10121">
            <a:extLst>
              <a:ext uri="{FF2B5EF4-FFF2-40B4-BE49-F238E27FC236}">
                <a16:creationId xmlns:a16="http://schemas.microsoft.com/office/drawing/2014/main" id="{DFEEA394-4181-4C98-A16F-00D1C4ED276B}"/>
              </a:ext>
            </a:extLst>
          </p:cNvPr>
          <p:cNvSpPr>
            <a:spLocks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10122">
            <a:extLst>
              <a:ext uri="{FF2B5EF4-FFF2-40B4-BE49-F238E27FC236}">
                <a16:creationId xmlns:a16="http://schemas.microsoft.com/office/drawing/2014/main" id="{FD372889-EA19-4C75-87CF-FEB46879D772}"/>
              </a:ext>
            </a:extLst>
          </p:cNvPr>
          <p:cNvSpPr>
            <a:spLocks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10123">
            <a:extLst>
              <a:ext uri="{FF2B5EF4-FFF2-40B4-BE49-F238E27FC236}">
                <a16:creationId xmlns:a16="http://schemas.microsoft.com/office/drawing/2014/main" id="{C941B689-948B-4452-A0F1-75C3C4E287D1}"/>
              </a:ext>
            </a:extLst>
          </p:cNvPr>
          <p:cNvSpPr>
            <a:spLocks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10124">
            <a:extLst>
              <a:ext uri="{FF2B5EF4-FFF2-40B4-BE49-F238E27FC236}">
                <a16:creationId xmlns:a16="http://schemas.microsoft.com/office/drawing/2014/main" id="{A99102D6-1C30-4962-B950-DF4C24A9DC41}"/>
              </a:ext>
            </a:extLst>
          </p:cNvPr>
          <p:cNvSpPr>
            <a:spLocks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10125">
            <a:extLst>
              <a:ext uri="{FF2B5EF4-FFF2-40B4-BE49-F238E27FC236}">
                <a16:creationId xmlns:a16="http://schemas.microsoft.com/office/drawing/2014/main" id="{106FDEDA-CA52-42A8-92C8-5A22D87D669B}"/>
              </a:ext>
            </a:extLst>
          </p:cNvPr>
          <p:cNvSpPr>
            <a:spLocks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10126">
            <a:extLst>
              <a:ext uri="{FF2B5EF4-FFF2-40B4-BE49-F238E27FC236}">
                <a16:creationId xmlns:a16="http://schemas.microsoft.com/office/drawing/2014/main" id="{74D49DB8-24FA-4DE8-A4B0-48753D8218E4}"/>
              </a:ext>
            </a:extLst>
          </p:cNvPr>
          <p:cNvSpPr>
            <a:spLocks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10127">
            <a:extLst>
              <a:ext uri="{FF2B5EF4-FFF2-40B4-BE49-F238E27FC236}">
                <a16:creationId xmlns:a16="http://schemas.microsoft.com/office/drawing/2014/main" id="{94E0F752-9E96-4DE8-A830-44ED800F574C}"/>
              </a:ext>
            </a:extLst>
          </p:cNvPr>
          <p:cNvSpPr>
            <a:spLocks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10128">
            <a:extLst>
              <a:ext uri="{FF2B5EF4-FFF2-40B4-BE49-F238E27FC236}">
                <a16:creationId xmlns:a16="http://schemas.microsoft.com/office/drawing/2014/main" id="{5439CF1B-A62C-4556-9032-6F9EDCAAAD64}"/>
              </a:ext>
            </a:extLst>
          </p:cNvPr>
          <p:cNvSpPr>
            <a:spLocks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10129">
            <a:extLst>
              <a:ext uri="{FF2B5EF4-FFF2-40B4-BE49-F238E27FC236}">
                <a16:creationId xmlns:a16="http://schemas.microsoft.com/office/drawing/2014/main" id="{823B9377-4138-4807-85D6-BA9BCFE93162}"/>
              </a:ext>
            </a:extLst>
          </p:cNvPr>
          <p:cNvSpPr>
            <a:spLocks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10130">
            <a:extLst>
              <a:ext uri="{FF2B5EF4-FFF2-40B4-BE49-F238E27FC236}">
                <a16:creationId xmlns:a16="http://schemas.microsoft.com/office/drawing/2014/main" id="{0122C927-0C95-4573-9223-E75FB0EF0546}"/>
              </a:ext>
            </a:extLst>
          </p:cNvPr>
          <p:cNvSpPr>
            <a:spLocks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10131">
            <a:extLst>
              <a:ext uri="{FF2B5EF4-FFF2-40B4-BE49-F238E27FC236}">
                <a16:creationId xmlns:a16="http://schemas.microsoft.com/office/drawing/2014/main" id="{349368CD-A3B0-434E-B3F1-4FD11E66D02E}"/>
              </a:ext>
            </a:extLst>
          </p:cNvPr>
          <p:cNvSpPr>
            <a:spLocks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10132">
            <a:extLst>
              <a:ext uri="{FF2B5EF4-FFF2-40B4-BE49-F238E27FC236}">
                <a16:creationId xmlns:a16="http://schemas.microsoft.com/office/drawing/2014/main" id="{E9FF9B48-E0AF-4A72-82DF-019BEEF1BA94}"/>
              </a:ext>
            </a:extLst>
          </p:cNvPr>
          <p:cNvSpPr>
            <a:spLocks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10133">
            <a:extLst>
              <a:ext uri="{FF2B5EF4-FFF2-40B4-BE49-F238E27FC236}">
                <a16:creationId xmlns:a16="http://schemas.microsoft.com/office/drawing/2014/main" id="{C1CF09DD-06E1-435A-AD3F-7F69563F1468}"/>
              </a:ext>
            </a:extLst>
          </p:cNvPr>
          <p:cNvSpPr>
            <a:spLocks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10134">
            <a:extLst>
              <a:ext uri="{FF2B5EF4-FFF2-40B4-BE49-F238E27FC236}">
                <a16:creationId xmlns:a16="http://schemas.microsoft.com/office/drawing/2014/main" id="{463E1459-2C5F-4D8E-A5C2-30EAC2B3A815}"/>
              </a:ext>
            </a:extLst>
          </p:cNvPr>
          <p:cNvSpPr>
            <a:spLocks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10135">
            <a:extLst>
              <a:ext uri="{FF2B5EF4-FFF2-40B4-BE49-F238E27FC236}">
                <a16:creationId xmlns:a16="http://schemas.microsoft.com/office/drawing/2014/main" id="{82951D7B-A95A-4107-9787-6FCB896404AB}"/>
              </a:ext>
            </a:extLst>
          </p:cNvPr>
          <p:cNvSpPr>
            <a:spLocks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10136">
            <a:extLst>
              <a:ext uri="{FF2B5EF4-FFF2-40B4-BE49-F238E27FC236}">
                <a16:creationId xmlns:a16="http://schemas.microsoft.com/office/drawing/2014/main" id="{75819CCB-96CD-4AD1-BB4A-2AA7D1A4C241}"/>
              </a:ext>
            </a:extLst>
          </p:cNvPr>
          <p:cNvSpPr>
            <a:spLocks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10137">
            <a:extLst>
              <a:ext uri="{FF2B5EF4-FFF2-40B4-BE49-F238E27FC236}">
                <a16:creationId xmlns:a16="http://schemas.microsoft.com/office/drawing/2014/main" id="{6F3A8B3F-65F8-47E7-AC73-D82EC21A6DDF}"/>
              </a:ext>
            </a:extLst>
          </p:cNvPr>
          <p:cNvSpPr>
            <a:spLocks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10138">
            <a:extLst>
              <a:ext uri="{FF2B5EF4-FFF2-40B4-BE49-F238E27FC236}">
                <a16:creationId xmlns:a16="http://schemas.microsoft.com/office/drawing/2014/main" id="{EFAFFF59-68D8-4EEC-A495-C050C4056635}"/>
              </a:ext>
            </a:extLst>
          </p:cNvPr>
          <p:cNvSpPr>
            <a:spLocks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10139">
            <a:extLst>
              <a:ext uri="{FF2B5EF4-FFF2-40B4-BE49-F238E27FC236}">
                <a16:creationId xmlns:a16="http://schemas.microsoft.com/office/drawing/2014/main" id="{6CD835A7-8258-442B-BDFE-EBEE228C2C80}"/>
              </a:ext>
            </a:extLst>
          </p:cNvPr>
          <p:cNvSpPr>
            <a:spLocks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10140">
            <a:extLst>
              <a:ext uri="{FF2B5EF4-FFF2-40B4-BE49-F238E27FC236}">
                <a16:creationId xmlns:a16="http://schemas.microsoft.com/office/drawing/2014/main" id="{453D7DA7-1BB4-47E9-BE46-AE7EB8E4E5A9}"/>
              </a:ext>
            </a:extLst>
          </p:cNvPr>
          <p:cNvSpPr>
            <a:spLocks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10141">
            <a:extLst>
              <a:ext uri="{FF2B5EF4-FFF2-40B4-BE49-F238E27FC236}">
                <a16:creationId xmlns:a16="http://schemas.microsoft.com/office/drawing/2014/main" id="{B36EC062-D99B-4849-8DBC-97E88881D9EE}"/>
              </a:ext>
            </a:extLst>
          </p:cNvPr>
          <p:cNvSpPr>
            <a:spLocks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10142">
            <a:extLst>
              <a:ext uri="{FF2B5EF4-FFF2-40B4-BE49-F238E27FC236}">
                <a16:creationId xmlns:a16="http://schemas.microsoft.com/office/drawing/2014/main" id="{0D896786-E0BB-4702-B10B-E48EFF13ACF7}"/>
              </a:ext>
            </a:extLst>
          </p:cNvPr>
          <p:cNvSpPr>
            <a:spLocks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10143">
            <a:extLst>
              <a:ext uri="{FF2B5EF4-FFF2-40B4-BE49-F238E27FC236}">
                <a16:creationId xmlns:a16="http://schemas.microsoft.com/office/drawing/2014/main" id="{0DC22001-5613-42E3-9BAB-0E723C3B4D9F}"/>
              </a:ext>
            </a:extLst>
          </p:cNvPr>
          <p:cNvSpPr>
            <a:spLocks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10144">
            <a:extLst>
              <a:ext uri="{FF2B5EF4-FFF2-40B4-BE49-F238E27FC236}">
                <a16:creationId xmlns:a16="http://schemas.microsoft.com/office/drawing/2014/main" id="{15454BAB-5208-4DD3-BFC4-8BF0AF0234C6}"/>
              </a:ext>
            </a:extLst>
          </p:cNvPr>
          <p:cNvSpPr>
            <a:spLocks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10145">
            <a:extLst>
              <a:ext uri="{FF2B5EF4-FFF2-40B4-BE49-F238E27FC236}">
                <a16:creationId xmlns:a16="http://schemas.microsoft.com/office/drawing/2014/main" id="{47CE9567-CDC1-42AC-B7CE-30A1D599516A}"/>
              </a:ext>
            </a:extLst>
          </p:cNvPr>
          <p:cNvSpPr>
            <a:spLocks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10146">
            <a:extLst>
              <a:ext uri="{FF2B5EF4-FFF2-40B4-BE49-F238E27FC236}">
                <a16:creationId xmlns:a16="http://schemas.microsoft.com/office/drawing/2014/main" id="{76677346-A3A0-4FAE-B81F-6E4F1A2D5FB4}"/>
              </a:ext>
            </a:extLst>
          </p:cNvPr>
          <p:cNvSpPr>
            <a:spLocks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10147">
            <a:extLst>
              <a:ext uri="{FF2B5EF4-FFF2-40B4-BE49-F238E27FC236}">
                <a16:creationId xmlns:a16="http://schemas.microsoft.com/office/drawing/2014/main" id="{A2AA8220-CD0B-4DE8-AA7C-A5A925203588}"/>
              </a:ext>
            </a:extLst>
          </p:cNvPr>
          <p:cNvSpPr>
            <a:spLocks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10148">
            <a:extLst>
              <a:ext uri="{FF2B5EF4-FFF2-40B4-BE49-F238E27FC236}">
                <a16:creationId xmlns:a16="http://schemas.microsoft.com/office/drawing/2014/main" id="{CF57C5B0-E015-4E30-8CA8-A4251C782087}"/>
              </a:ext>
            </a:extLst>
          </p:cNvPr>
          <p:cNvSpPr>
            <a:spLocks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10149">
            <a:extLst>
              <a:ext uri="{FF2B5EF4-FFF2-40B4-BE49-F238E27FC236}">
                <a16:creationId xmlns:a16="http://schemas.microsoft.com/office/drawing/2014/main" id="{64221CCC-C462-451F-A257-B1704CB797E9}"/>
              </a:ext>
            </a:extLst>
          </p:cNvPr>
          <p:cNvSpPr>
            <a:spLocks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10150">
            <a:extLst>
              <a:ext uri="{FF2B5EF4-FFF2-40B4-BE49-F238E27FC236}">
                <a16:creationId xmlns:a16="http://schemas.microsoft.com/office/drawing/2014/main" id="{AB919508-D43E-41C8-AAAB-28EA7955D72C}"/>
              </a:ext>
            </a:extLst>
          </p:cNvPr>
          <p:cNvSpPr>
            <a:spLocks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10151">
            <a:extLst>
              <a:ext uri="{FF2B5EF4-FFF2-40B4-BE49-F238E27FC236}">
                <a16:creationId xmlns:a16="http://schemas.microsoft.com/office/drawing/2014/main" id="{64B5C1CE-DB0D-459F-B32E-B1A7ED622A77}"/>
              </a:ext>
            </a:extLst>
          </p:cNvPr>
          <p:cNvSpPr>
            <a:spLocks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10152">
            <a:extLst>
              <a:ext uri="{FF2B5EF4-FFF2-40B4-BE49-F238E27FC236}">
                <a16:creationId xmlns:a16="http://schemas.microsoft.com/office/drawing/2014/main" id="{C5875F25-548C-4206-9B35-4E88B2EA1735}"/>
              </a:ext>
            </a:extLst>
          </p:cNvPr>
          <p:cNvSpPr>
            <a:spLocks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10153">
            <a:extLst>
              <a:ext uri="{FF2B5EF4-FFF2-40B4-BE49-F238E27FC236}">
                <a16:creationId xmlns:a16="http://schemas.microsoft.com/office/drawing/2014/main" id="{1A93A24F-ACE9-4B4B-909E-4257ED2EE372}"/>
              </a:ext>
            </a:extLst>
          </p:cNvPr>
          <p:cNvSpPr>
            <a:spLocks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10154">
            <a:extLst>
              <a:ext uri="{FF2B5EF4-FFF2-40B4-BE49-F238E27FC236}">
                <a16:creationId xmlns:a16="http://schemas.microsoft.com/office/drawing/2014/main" id="{9234203A-670C-4289-8211-D3D099E68C37}"/>
              </a:ext>
            </a:extLst>
          </p:cNvPr>
          <p:cNvSpPr>
            <a:spLocks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10155">
            <a:extLst>
              <a:ext uri="{FF2B5EF4-FFF2-40B4-BE49-F238E27FC236}">
                <a16:creationId xmlns:a16="http://schemas.microsoft.com/office/drawing/2014/main" id="{2C0A04A7-EE40-46EE-BF9B-DD1824D13D5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10156">
            <a:extLst>
              <a:ext uri="{FF2B5EF4-FFF2-40B4-BE49-F238E27FC236}">
                <a16:creationId xmlns:a16="http://schemas.microsoft.com/office/drawing/2014/main" id="{1C9BFB21-8785-4125-B662-241759986285}"/>
              </a:ext>
            </a:extLst>
          </p:cNvPr>
          <p:cNvSpPr>
            <a:spLocks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10157">
            <a:extLst>
              <a:ext uri="{FF2B5EF4-FFF2-40B4-BE49-F238E27FC236}">
                <a16:creationId xmlns:a16="http://schemas.microsoft.com/office/drawing/2014/main" id="{BA634473-80E9-452A-B43E-53F74C63C44F}"/>
              </a:ext>
            </a:extLst>
          </p:cNvPr>
          <p:cNvSpPr>
            <a:spLocks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10158">
            <a:extLst>
              <a:ext uri="{FF2B5EF4-FFF2-40B4-BE49-F238E27FC236}">
                <a16:creationId xmlns:a16="http://schemas.microsoft.com/office/drawing/2014/main" id="{8048A8CD-6E8F-450C-96B4-C2197AA1F605}"/>
              </a:ext>
            </a:extLst>
          </p:cNvPr>
          <p:cNvSpPr>
            <a:spLocks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10159">
            <a:extLst>
              <a:ext uri="{FF2B5EF4-FFF2-40B4-BE49-F238E27FC236}">
                <a16:creationId xmlns:a16="http://schemas.microsoft.com/office/drawing/2014/main" id="{B75F35E6-74A9-411C-91CE-3EC159F10955}"/>
              </a:ext>
            </a:extLst>
          </p:cNvPr>
          <p:cNvSpPr>
            <a:spLocks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10160">
            <a:extLst>
              <a:ext uri="{FF2B5EF4-FFF2-40B4-BE49-F238E27FC236}">
                <a16:creationId xmlns:a16="http://schemas.microsoft.com/office/drawing/2014/main" id="{DBA8778B-62EB-4A2C-8183-A98A0337C661}"/>
              </a:ext>
            </a:extLst>
          </p:cNvPr>
          <p:cNvSpPr>
            <a:spLocks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10161">
            <a:extLst>
              <a:ext uri="{FF2B5EF4-FFF2-40B4-BE49-F238E27FC236}">
                <a16:creationId xmlns:a16="http://schemas.microsoft.com/office/drawing/2014/main" id="{63048544-DCE7-4710-BDA0-50154307EC1F}"/>
              </a:ext>
            </a:extLst>
          </p:cNvPr>
          <p:cNvSpPr>
            <a:spLocks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10162">
            <a:extLst>
              <a:ext uri="{FF2B5EF4-FFF2-40B4-BE49-F238E27FC236}">
                <a16:creationId xmlns:a16="http://schemas.microsoft.com/office/drawing/2014/main" id="{3CA0D67B-777F-4049-9F26-60C78C91E19F}"/>
              </a:ext>
            </a:extLst>
          </p:cNvPr>
          <p:cNvSpPr>
            <a:spLocks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10163">
            <a:extLst>
              <a:ext uri="{FF2B5EF4-FFF2-40B4-BE49-F238E27FC236}">
                <a16:creationId xmlns:a16="http://schemas.microsoft.com/office/drawing/2014/main" id="{211A13CB-4A34-40FD-9460-B6E32D2CFABC}"/>
              </a:ext>
            </a:extLst>
          </p:cNvPr>
          <p:cNvSpPr>
            <a:spLocks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10164">
            <a:extLst>
              <a:ext uri="{FF2B5EF4-FFF2-40B4-BE49-F238E27FC236}">
                <a16:creationId xmlns:a16="http://schemas.microsoft.com/office/drawing/2014/main" id="{D9FD4B7F-B394-4836-A08B-B2609B81FADB}"/>
              </a:ext>
            </a:extLst>
          </p:cNvPr>
          <p:cNvSpPr>
            <a:spLocks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10165">
            <a:extLst>
              <a:ext uri="{FF2B5EF4-FFF2-40B4-BE49-F238E27FC236}">
                <a16:creationId xmlns:a16="http://schemas.microsoft.com/office/drawing/2014/main" id="{E246D096-859C-463C-8278-1531023C8EE8}"/>
              </a:ext>
            </a:extLst>
          </p:cNvPr>
          <p:cNvSpPr>
            <a:spLocks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10166">
            <a:extLst>
              <a:ext uri="{FF2B5EF4-FFF2-40B4-BE49-F238E27FC236}">
                <a16:creationId xmlns:a16="http://schemas.microsoft.com/office/drawing/2014/main" id="{49146E47-CFDA-4C9C-B548-522E32384577}"/>
              </a:ext>
            </a:extLst>
          </p:cNvPr>
          <p:cNvSpPr>
            <a:spLocks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10167">
            <a:extLst>
              <a:ext uri="{FF2B5EF4-FFF2-40B4-BE49-F238E27FC236}">
                <a16:creationId xmlns:a16="http://schemas.microsoft.com/office/drawing/2014/main" id="{F936C65A-D0B2-44F0-B69F-1CC5ECCB1417}"/>
              </a:ext>
            </a:extLst>
          </p:cNvPr>
          <p:cNvSpPr>
            <a:spLocks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10168">
            <a:extLst>
              <a:ext uri="{FF2B5EF4-FFF2-40B4-BE49-F238E27FC236}">
                <a16:creationId xmlns:a16="http://schemas.microsoft.com/office/drawing/2014/main" id="{8AE52921-0E38-46E2-B412-862A03B7A7A3}"/>
              </a:ext>
            </a:extLst>
          </p:cNvPr>
          <p:cNvSpPr>
            <a:spLocks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10169">
            <a:extLst>
              <a:ext uri="{FF2B5EF4-FFF2-40B4-BE49-F238E27FC236}">
                <a16:creationId xmlns:a16="http://schemas.microsoft.com/office/drawing/2014/main" id="{4287F1E3-0151-4BFF-A176-8988D30F2A85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10170">
            <a:extLst>
              <a:ext uri="{FF2B5EF4-FFF2-40B4-BE49-F238E27FC236}">
                <a16:creationId xmlns:a16="http://schemas.microsoft.com/office/drawing/2014/main" id="{CA6DB028-499E-4120-A5E8-FAF3D57BC13A}"/>
              </a:ext>
            </a:extLst>
          </p:cNvPr>
          <p:cNvSpPr>
            <a:spLocks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0" y="1762082"/>
                </a:lnTo>
                <a:lnTo>
                  <a:pt x="3696" y="1747274"/>
                </a:lnTo>
                <a:lnTo>
                  <a:pt x="8080" y="1732467"/>
                </a:lnTo>
                <a:lnTo>
                  <a:pt x="13805" y="1717659"/>
                </a:lnTo>
                <a:lnTo>
                  <a:pt x="20509" y="1702852"/>
                </a:lnTo>
                <a:lnTo>
                  <a:pt x="27800" y="1688045"/>
                </a:lnTo>
                <a:lnTo>
                  <a:pt x="35288" y="1673237"/>
                </a:lnTo>
                <a:lnTo>
                  <a:pt x="42616" y="1658430"/>
                </a:lnTo>
                <a:lnTo>
                  <a:pt x="49492" y="1643622"/>
                </a:lnTo>
                <a:lnTo>
                  <a:pt x="55698" y="1628815"/>
                </a:lnTo>
                <a:lnTo>
                  <a:pt x="61096" y="1614007"/>
                </a:lnTo>
                <a:lnTo>
                  <a:pt x="65628" y="1599200"/>
                </a:lnTo>
                <a:lnTo>
                  <a:pt x="69301" y="1584393"/>
                </a:lnTo>
                <a:lnTo>
                  <a:pt x="72172" y="1569585"/>
                </a:lnTo>
                <a:lnTo>
                  <a:pt x="74335" y="1554778"/>
                </a:lnTo>
                <a:lnTo>
                  <a:pt x="75903" y="1539970"/>
                </a:lnTo>
                <a:lnTo>
                  <a:pt x="76991" y="1525163"/>
                </a:lnTo>
                <a:lnTo>
                  <a:pt x="77711" y="1510356"/>
                </a:lnTo>
                <a:lnTo>
                  <a:pt x="78163" y="1495548"/>
                </a:lnTo>
                <a:lnTo>
                  <a:pt x="78428" y="1480741"/>
                </a:lnTo>
                <a:lnTo>
                  <a:pt x="78570" y="1465933"/>
                </a:lnTo>
                <a:lnTo>
                  <a:pt x="78634" y="1451126"/>
                </a:lnTo>
                <a:lnTo>
                  <a:pt x="78651" y="1436319"/>
                </a:lnTo>
                <a:lnTo>
                  <a:pt x="78639" y="1421511"/>
                </a:lnTo>
                <a:lnTo>
                  <a:pt x="78605" y="1406704"/>
                </a:lnTo>
                <a:lnTo>
                  <a:pt x="78554" y="1391896"/>
                </a:lnTo>
                <a:lnTo>
                  <a:pt x="78483" y="1377089"/>
                </a:lnTo>
                <a:lnTo>
                  <a:pt x="78391" y="1362282"/>
                </a:lnTo>
                <a:lnTo>
                  <a:pt x="78277" y="1347474"/>
                </a:lnTo>
                <a:lnTo>
                  <a:pt x="78139" y="1332667"/>
                </a:lnTo>
                <a:lnTo>
                  <a:pt x="77979" y="1317859"/>
                </a:lnTo>
                <a:lnTo>
                  <a:pt x="77799" y="1303052"/>
                </a:lnTo>
                <a:lnTo>
                  <a:pt x="77601" y="1288245"/>
                </a:lnTo>
                <a:lnTo>
                  <a:pt x="77391" y="1273437"/>
                </a:lnTo>
                <a:lnTo>
                  <a:pt x="77170" y="1258630"/>
                </a:lnTo>
                <a:lnTo>
                  <a:pt x="76942" y="1243822"/>
                </a:lnTo>
                <a:lnTo>
                  <a:pt x="76708" y="1229015"/>
                </a:lnTo>
                <a:lnTo>
                  <a:pt x="76471" y="1214207"/>
                </a:lnTo>
                <a:lnTo>
                  <a:pt x="76228" y="1199400"/>
                </a:lnTo>
                <a:lnTo>
                  <a:pt x="75978" y="1184593"/>
                </a:lnTo>
                <a:lnTo>
                  <a:pt x="75714" y="1169785"/>
                </a:lnTo>
                <a:lnTo>
                  <a:pt x="75428" y="1154978"/>
                </a:lnTo>
                <a:lnTo>
                  <a:pt x="75110" y="1140170"/>
                </a:lnTo>
                <a:lnTo>
                  <a:pt x="74745" y="1125363"/>
                </a:lnTo>
                <a:lnTo>
                  <a:pt x="74318" y="1110556"/>
                </a:lnTo>
                <a:lnTo>
                  <a:pt x="73812" y="1095748"/>
                </a:lnTo>
                <a:lnTo>
                  <a:pt x="73210" y="1080941"/>
                </a:lnTo>
                <a:lnTo>
                  <a:pt x="72497" y="1066133"/>
                </a:lnTo>
                <a:lnTo>
                  <a:pt x="71666" y="1051326"/>
                </a:lnTo>
                <a:lnTo>
                  <a:pt x="70717" y="1036519"/>
                </a:lnTo>
                <a:lnTo>
                  <a:pt x="69661" y="1021711"/>
                </a:lnTo>
                <a:lnTo>
                  <a:pt x="68526" y="1006904"/>
                </a:lnTo>
                <a:lnTo>
                  <a:pt x="67354" y="992096"/>
                </a:lnTo>
                <a:lnTo>
                  <a:pt x="66201" y="977289"/>
                </a:lnTo>
                <a:lnTo>
                  <a:pt x="65139" y="962482"/>
                </a:lnTo>
                <a:lnTo>
                  <a:pt x="64245" y="947674"/>
                </a:lnTo>
                <a:lnTo>
                  <a:pt x="63597" y="932867"/>
                </a:lnTo>
                <a:lnTo>
                  <a:pt x="63268" y="918059"/>
                </a:lnTo>
                <a:lnTo>
                  <a:pt x="63314" y="903252"/>
                </a:lnTo>
                <a:lnTo>
                  <a:pt x="63771" y="888444"/>
                </a:lnTo>
                <a:lnTo>
                  <a:pt x="64646" y="873637"/>
                </a:lnTo>
                <a:lnTo>
                  <a:pt x="65918" y="858830"/>
                </a:lnTo>
                <a:lnTo>
                  <a:pt x="67538" y="844022"/>
                </a:lnTo>
                <a:lnTo>
                  <a:pt x="69435" y="829215"/>
                </a:lnTo>
                <a:lnTo>
                  <a:pt x="71522" y="814407"/>
                </a:lnTo>
                <a:lnTo>
                  <a:pt x="73704" y="799600"/>
                </a:lnTo>
                <a:lnTo>
                  <a:pt x="75890" y="784793"/>
                </a:lnTo>
                <a:lnTo>
                  <a:pt x="77996" y="769985"/>
                </a:lnTo>
                <a:lnTo>
                  <a:pt x="79954" y="755178"/>
                </a:lnTo>
                <a:lnTo>
                  <a:pt x="81715" y="740370"/>
                </a:lnTo>
                <a:lnTo>
                  <a:pt x="83250" y="725563"/>
                </a:lnTo>
                <a:lnTo>
                  <a:pt x="84548" y="710756"/>
                </a:lnTo>
                <a:lnTo>
                  <a:pt x="85615" y="695948"/>
                </a:lnTo>
                <a:lnTo>
                  <a:pt x="86466" y="681141"/>
                </a:lnTo>
                <a:lnTo>
                  <a:pt x="87128" y="666333"/>
                </a:lnTo>
                <a:lnTo>
                  <a:pt x="87628" y="651526"/>
                </a:lnTo>
                <a:lnTo>
                  <a:pt x="87997" y="636719"/>
                </a:lnTo>
                <a:lnTo>
                  <a:pt x="88261" y="621911"/>
                </a:lnTo>
                <a:lnTo>
                  <a:pt x="88446" y="607104"/>
                </a:lnTo>
                <a:lnTo>
                  <a:pt x="88571" y="592296"/>
                </a:lnTo>
                <a:lnTo>
                  <a:pt x="88655" y="577489"/>
                </a:lnTo>
                <a:lnTo>
                  <a:pt x="88709" y="562682"/>
                </a:lnTo>
                <a:lnTo>
                  <a:pt x="88743" y="547874"/>
                </a:lnTo>
                <a:lnTo>
                  <a:pt x="88764" y="533067"/>
                </a:lnTo>
                <a:lnTo>
                  <a:pt x="88777" y="518259"/>
                </a:lnTo>
                <a:lnTo>
                  <a:pt x="88784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9" y="488644"/>
                </a:lnTo>
                <a:lnTo>
                  <a:pt x="88803" y="503452"/>
                </a:lnTo>
                <a:lnTo>
                  <a:pt x="88810" y="518259"/>
                </a:lnTo>
                <a:lnTo>
                  <a:pt x="88823" y="533067"/>
                </a:lnTo>
                <a:lnTo>
                  <a:pt x="88844" y="547874"/>
                </a:lnTo>
                <a:lnTo>
                  <a:pt x="88878" y="562682"/>
                </a:lnTo>
                <a:lnTo>
                  <a:pt x="88932" y="577489"/>
                </a:lnTo>
                <a:lnTo>
                  <a:pt x="89016" y="592296"/>
                </a:lnTo>
                <a:lnTo>
                  <a:pt x="89142" y="607104"/>
                </a:lnTo>
                <a:lnTo>
                  <a:pt x="89326" y="621911"/>
                </a:lnTo>
                <a:lnTo>
                  <a:pt x="89590" y="636719"/>
                </a:lnTo>
                <a:lnTo>
                  <a:pt x="89959" y="651526"/>
                </a:lnTo>
                <a:lnTo>
                  <a:pt x="90459" y="666333"/>
                </a:lnTo>
                <a:lnTo>
                  <a:pt x="91121" y="681141"/>
                </a:lnTo>
                <a:lnTo>
                  <a:pt x="91972" y="695948"/>
                </a:lnTo>
                <a:lnTo>
                  <a:pt x="93039" y="710756"/>
                </a:lnTo>
                <a:lnTo>
                  <a:pt x="94337" y="725563"/>
                </a:lnTo>
                <a:lnTo>
                  <a:pt x="95872" y="740370"/>
                </a:lnTo>
                <a:lnTo>
                  <a:pt x="97633" y="755178"/>
                </a:lnTo>
                <a:lnTo>
                  <a:pt x="99591" y="769985"/>
                </a:lnTo>
                <a:lnTo>
                  <a:pt x="101697" y="784793"/>
                </a:lnTo>
                <a:lnTo>
                  <a:pt x="103883" y="799600"/>
                </a:lnTo>
                <a:lnTo>
                  <a:pt x="106065" y="814407"/>
                </a:lnTo>
                <a:lnTo>
                  <a:pt x="108152" y="829215"/>
                </a:lnTo>
                <a:lnTo>
                  <a:pt x="110049" y="844022"/>
                </a:lnTo>
                <a:lnTo>
                  <a:pt x="111669" y="858830"/>
                </a:lnTo>
                <a:lnTo>
                  <a:pt x="112941" y="873637"/>
                </a:lnTo>
                <a:lnTo>
                  <a:pt x="113816" y="888444"/>
                </a:lnTo>
                <a:lnTo>
                  <a:pt x="114273" y="903252"/>
                </a:lnTo>
                <a:lnTo>
                  <a:pt x="114319" y="918059"/>
                </a:lnTo>
                <a:lnTo>
                  <a:pt x="113990" y="932867"/>
                </a:lnTo>
                <a:lnTo>
                  <a:pt x="113343" y="947674"/>
                </a:lnTo>
                <a:lnTo>
                  <a:pt x="112448" y="962482"/>
                </a:lnTo>
                <a:lnTo>
                  <a:pt x="111386" y="977289"/>
                </a:lnTo>
                <a:lnTo>
                  <a:pt x="110233" y="992096"/>
                </a:lnTo>
                <a:lnTo>
                  <a:pt x="109061" y="1006904"/>
                </a:lnTo>
                <a:lnTo>
                  <a:pt x="107926" y="1021711"/>
                </a:lnTo>
                <a:lnTo>
                  <a:pt x="106870" y="1036519"/>
                </a:lnTo>
                <a:lnTo>
                  <a:pt x="105921" y="1051326"/>
                </a:lnTo>
                <a:lnTo>
                  <a:pt x="105090" y="1066133"/>
                </a:lnTo>
                <a:lnTo>
                  <a:pt x="104377" y="1080941"/>
                </a:lnTo>
                <a:lnTo>
                  <a:pt x="103775" y="1095748"/>
                </a:lnTo>
                <a:lnTo>
                  <a:pt x="103269" y="1110556"/>
                </a:lnTo>
                <a:lnTo>
                  <a:pt x="102842" y="1125363"/>
                </a:lnTo>
                <a:lnTo>
                  <a:pt x="102477" y="1140170"/>
                </a:lnTo>
                <a:lnTo>
                  <a:pt x="102159" y="1154978"/>
                </a:lnTo>
                <a:lnTo>
                  <a:pt x="101873" y="1169785"/>
                </a:lnTo>
                <a:lnTo>
                  <a:pt x="101609" y="1184593"/>
                </a:lnTo>
                <a:lnTo>
                  <a:pt x="101359" y="1199400"/>
                </a:lnTo>
                <a:lnTo>
                  <a:pt x="101116" y="1214207"/>
                </a:lnTo>
                <a:lnTo>
                  <a:pt x="100879" y="1229015"/>
                </a:lnTo>
                <a:lnTo>
                  <a:pt x="100646" y="1243822"/>
                </a:lnTo>
                <a:lnTo>
                  <a:pt x="100418" y="1258630"/>
                </a:lnTo>
                <a:lnTo>
                  <a:pt x="100197" y="1273437"/>
                </a:lnTo>
                <a:lnTo>
                  <a:pt x="99986" y="1288245"/>
                </a:lnTo>
                <a:lnTo>
                  <a:pt x="99789" y="1303052"/>
                </a:lnTo>
                <a:lnTo>
                  <a:pt x="99608" y="1317859"/>
                </a:lnTo>
                <a:lnTo>
                  <a:pt x="99448" y="1332667"/>
                </a:lnTo>
                <a:lnTo>
                  <a:pt x="99310" y="1347474"/>
                </a:lnTo>
                <a:lnTo>
                  <a:pt x="99196" y="1362282"/>
                </a:lnTo>
                <a:lnTo>
                  <a:pt x="99104" y="1377089"/>
                </a:lnTo>
                <a:lnTo>
                  <a:pt x="99033" y="1391896"/>
                </a:lnTo>
                <a:lnTo>
                  <a:pt x="98982" y="1406704"/>
                </a:lnTo>
                <a:lnTo>
                  <a:pt x="98948" y="1421511"/>
                </a:lnTo>
                <a:lnTo>
                  <a:pt x="98936" y="1436319"/>
                </a:lnTo>
                <a:lnTo>
                  <a:pt x="98953" y="1451126"/>
                </a:lnTo>
                <a:lnTo>
                  <a:pt x="99017" y="1465933"/>
                </a:lnTo>
                <a:lnTo>
                  <a:pt x="99159" y="1480741"/>
                </a:lnTo>
                <a:lnTo>
                  <a:pt x="99424" y="1495548"/>
                </a:lnTo>
                <a:lnTo>
                  <a:pt x="99876" y="1510356"/>
                </a:lnTo>
                <a:lnTo>
                  <a:pt x="100596" y="1525163"/>
                </a:lnTo>
                <a:lnTo>
                  <a:pt x="101685" y="1539970"/>
                </a:lnTo>
                <a:lnTo>
                  <a:pt x="103252" y="1554778"/>
                </a:lnTo>
                <a:lnTo>
                  <a:pt x="105415" y="1569585"/>
                </a:lnTo>
                <a:lnTo>
                  <a:pt x="108286" y="1584393"/>
                </a:lnTo>
                <a:lnTo>
                  <a:pt x="111959" y="1599200"/>
                </a:lnTo>
                <a:lnTo>
                  <a:pt x="116491" y="1614007"/>
                </a:lnTo>
                <a:lnTo>
                  <a:pt x="121890" y="1628815"/>
                </a:lnTo>
                <a:lnTo>
                  <a:pt x="128095" y="1643622"/>
                </a:lnTo>
                <a:lnTo>
                  <a:pt x="134971" y="1658430"/>
                </a:lnTo>
                <a:lnTo>
                  <a:pt x="142300" y="1673237"/>
                </a:lnTo>
                <a:lnTo>
                  <a:pt x="149787" y="1688045"/>
                </a:lnTo>
                <a:lnTo>
                  <a:pt x="157078" y="1702852"/>
                </a:lnTo>
                <a:lnTo>
                  <a:pt x="163783" y="1717659"/>
                </a:lnTo>
                <a:lnTo>
                  <a:pt x="169507" y="1732467"/>
                </a:lnTo>
                <a:lnTo>
                  <a:pt x="173891" y="1747274"/>
                </a:lnTo>
                <a:lnTo>
                  <a:pt x="176647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10171">
            <a:extLst>
              <a:ext uri="{FF2B5EF4-FFF2-40B4-BE49-F238E27FC236}">
                <a16:creationId xmlns:a16="http://schemas.microsoft.com/office/drawing/2014/main" id="{E5994C81-346D-461C-B16E-32D7C7446815}"/>
              </a:ext>
            </a:extLst>
          </p:cNvPr>
          <p:cNvSpPr>
            <a:spLocks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03" y="1762082"/>
                </a:lnTo>
                <a:lnTo>
                  <a:pt x="3548" y="1747274"/>
                </a:lnTo>
                <a:lnTo>
                  <a:pt x="7755" y="1732467"/>
                </a:lnTo>
                <a:lnTo>
                  <a:pt x="13246" y="1717659"/>
                </a:lnTo>
                <a:lnTo>
                  <a:pt x="19673" y="1702852"/>
                </a:lnTo>
                <a:lnTo>
                  <a:pt x="26659" y="1688045"/>
                </a:lnTo>
                <a:lnTo>
                  <a:pt x="33830" y="1673237"/>
                </a:lnTo>
                <a:lnTo>
                  <a:pt x="40848" y="1658430"/>
                </a:lnTo>
                <a:lnTo>
                  <a:pt x="47436" y="1643622"/>
                </a:lnTo>
                <a:lnTo>
                  <a:pt x="53391" y="1628815"/>
                </a:lnTo>
                <a:lnTo>
                  <a:pt x="58590" y="1614007"/>
                </a:lnTo>
                <a:lnTo>
                  <a:pt x="62983" y="1599200"/>
                </a:lnTo>
                <a:lnTo>
                  <a:pt x="66586" y="1584393"/>
                </a:lnTo>
                <a:lnTo>
                  <a:pt x="69459" y="1569585"/>
                </a:lnTo>
                <a:lnTo>
                  <a:pt x="71697" y="1554778"/>
                </a:lnTo>
                <a:lnTo>
                  <a:pt x="73407" y="1539970"/>
                </a:lnTo>
                <a:lnTo>
                  <a:pt x="74700" y="1525163"/>
                </a:lnTo>
                <a:lnTo>
                  <a:pt x="75678" y="1510356"/>
                </a:lnTo>
                <a:lnTo>
                  <a:pt x="76428" y="1495548"/>
                </a:lnTo>
                <a:lnTo>
                  <a:pt x="77020" y="1480741"/>
                </a:lnTo>
                <a:lnTo>
                  <a:pt x="77505" y="1465933"/>
                </a:lnTo>
                <a:lnTo>
                  <a:pt x="77916" y="1451126"/>
                </a:lnTo>
                <a:lnTo>
                  <a:pt x="78277" y="1436319"/>
                </a:lnTo>
                <a:lnTo>
                  <a:pt x="78597" y="1421511"/>
                </a:lnTo>
                <a:lnTo>
                  <a:pt x="78881" y="1406704"/>
                </a:lnTo>
                <a:lnTo>
                  <a:pt x="79132" y="1391896"/>
                </a:lnTo>
                <a:lnTo>
                  <a:pt x="79350" y="1377089"/>
                </a:lnTo>
                <a:lnTo>
                  <a:pt x="79537" y="1362282"/>
                </a:lnTo>
                <a:lnTo>
                  <a:pt x="79697" y="1347474"/>
                </a:lnTo>
                <a:lnTo>
                  <a:pt x="79834" y="1332667"/>
                </a:lnTo>
                <a:lnTo>
                  <a:pt x="79954" y="1317859"/>
                </a:lnTo>
                <a:lnTo>
                  <a:pt x="80064" y="1303052"/>
                </a:lnTo>
                <a:lnTo>
                  <a:pt x="80168" y="1288245"/>
                </a:lnTo>
                <a:lnTo>
                  <a:pt x="80271" y="1273437"/>
                </a:lnTo>
                <a:lnTo>
                  <a:pt x="80378" y="1258630"/>
                </a:lnTo>
                <a:lnTo>
                  <a:pt x="80490" y="1243822"/>
                </a:lnTo>
                <a:lnTo>
                  <a:pt x="80611" y="1229015"/>
                </a:lnTo>
                <a:lnTo>
                  <a:pt x="80743" y="1214207"/>
                </a:lnTo>
                <a:lnTo>
                  <a:pt x="80889" y="1199400"/>
                </a:lnTo>
                <a:lnTo>
                  <a:pt x="81050" y="1184593"/>
                </a:lnTo>
                <a:lnTo>
                  <a:pt x="81229" y="1169785"/>
                </a:lnTo>
                <a:lnTo>
                  <a:pt x="81427" y="1154978"/>
                </a:lnTo>
                <a:lnTo>
                  <a:pt x="81642" y="1140170"/>
                </a:lnTo>
                <a:lnTo>
                  <a:pt x="81869" y="1125363"/>
                </a:lnTo>
                <a:lnTo>
                  <a:pt x="82100" y="1110556"/>
                </a:lnTo>
                <a:lnTo>
                  <a:pt x="82322" y="1095748"/>
                </a:lnTo>
                <a:lnTo>
                  <a:pt x="82519" y="1080941"/>
                </a:lnTo>
                <a:lnTo>
                  <a:pt x="82673" y="1066133"/>
                </a:lnTo>
                <a:lnTo>
                  <a:pt x="82768" y="1051326"/>
                </a:lnTo>
                <a:lnTo>
                  <a:pt x="82787" y="1036519"/>
                </a:lnTo>
                <a:lnTo>
                  <a:pt x="82721" y="1021711"/>
                </a:lnTo>
                <a:lnTo>
                  <a:pt x="82566" y="1006904"/>
                </a:lnTo>
                <a:lnTo>
                  <a:pt x="82326" y="992096"/>
                </a:lnTo>
                <a:lnTo>
                  <a:pt x="82014" y="977289"/>
                </a:lnTo>
                <a:lnTo>
                  <a:pt x="81651" y="962482"/>
                </a:lnTo>
                <a:lnTo>
                  <a:pt x="81262" y="947674"/>
                </a:lnTo>
                <a:lnTo>
                  <a:pt x="80877" y="932867"/>
                </a:lnTo>
                <a:lnTo>
                  <a:pt x="80522" y="918059"/>
                </a:lnTo>
                <a:lnTo>
                  <a:pt x="80224" y="903252"/>
                </a:lnTo>
                <a:lnTo>
                  <a:pt x="79999" y="888444"/>
                </a:lnTo>
                <a:lnTo>
                  <a:pt x="79856" y="873637"/>
                </a:lnTo>
                <a:lnTo>
                  <a:pt x="79797" y="858830"/>
                </a:lnTo>
                <a:lnTo>
                  <a:pt x="79812" y="844022"/>
                </a:lnTo>
                <a:lnTo>
                  <a:pt x="79885" y="829215"/>
                </a:lnTo>
                <a:lnTo>
                  <a:pt x="79998" y="814407"/>
                </a:lnTo>
                <a:lnTo>
                  <a:pt x="80128" y="799600"/>
                </a:lnTo>
                <a:lnTo>
                  <a:pt x="80254" y="784793"/>
                </a:lnTo>
                <a:lnTo>
                  <a:pt x="80358" y="769985"/>
                </a:lnTo>
                <a:lnTo>
                  <a:pt x="80428" y="755178"/>
                </a:lnTo>
                <a:lnTo>
                  <a:pt x="80456" y="740370"/>
                </a:lnTo>
                <a:lnTo>
                  <a:pt x="80439" y="725563"/>
                </a:lnTo>
                <a:lnTo>
                  <a:pt x="80382" y="710756"/>
                </a:lnTo>
                <a:lnTo>
                  <a:pt x="80291" y="695948"/>
                </a:lnTo>
                <a:lnTo>
                  <a:pt x="80177" y="681141"/>
                </a:lnTo>
                <a:lnTo>
                  <a:pt x="80052" y="666333"/>
                </a:lnTo>
                <a:lnTo>
                  <a:pt x="79927" y="651526"/>
                </a:lnTo>
                <a:lnTo>
                  <a:pt x="79812" y="636719"/>
                </a:lnTo>
                <a:lnTo>
                  <a:pt x="79714" y="621911"/>
                </a:lnTo>
                <a:lnTo>
                  <a:pt x="79637" y="607104"/>
                </a:lnTo>
                <a:lnTo>
                  <a:pt x="79581" y="592296"/>
                </a:lnTo>
                <a:lnTo>
                  <a:pt x="79540" y="577489"/>
                </a:lnTo>
                <a:lnTo>
                  <a:pt x="79508" y="562682"/>
                </a:lnTo>
                <a:lnTo>
                  <a:pt x="79474" y="547874"/>
                </a:lnTo>
                <a:lnTo>
                  <a:pt x="79429" y="533067"/>
                </a:lnTo>
                <a:lnTo>
                  <a:pt x="79362" y="518259"/>
                </a:lnTo>
                <a:lnTo>
                  <a:pt x="79268" y="503452"/>
                </a:lnTo>
                <a:lnTo>
                  <a:pt x="79144" y="488644"/>
                </a:lnTo>
                <a:lnTo>
                  <a:pt x="78992" y="473837"/>
                </a:lnTo>
                <a:lnTo>
                  <a:pt x="78819" y="459030"/>
                </a:lnTo>
                <a:lnTo>
                  <a:pt x="78633" y="444222"/>
                </a:lnTo>
                <a:lnTo>
                  <a:pt x="78450" y="429415"/>
                </a:lnTo>
                <a:lnTo>
                  <a:pt x="78281" y="414607"/>
                </a:lnTo>
                <a:lnTo>
                  <a:pt x="78141" y="399800"/>
                </a:lnTo>
                <a:lnTo>
                  <a:pt x="78041" y="384993"/>
                </a:lnTo>
                <a:lnTo>
                  <a:pt x="77989" y="370185"/>
                </a:lnTo>
                <a:lnTo>
                  <a:pt x="77986" y="355378"/>
                </a:lnTo>
                <a:lnTo>
                  <a:pt x="78029" y="340570"/>
                </a:lnTo>
                <a:lnTo>
                  <a:pt x="78106" y="325763"/>
                </a:lnTo>
                <a:lnTo>
                  <a:pt x="78194" y="310956"/>
                </a:lnTo>
                <a:lnTo>
                  <a:pt x="78262" y="296148"/>
                </a:lnTo>
                <a:lnTo>
                  <a:pt x="78264" y="281341"/>
                </a:lnTo>
                <a:lnTo>
                  <a:pt x="78139" y="266533"/>
                </a:lnTo>
                <a:lnTo>
                  <a:pt x="77813" y="251726"/>
                </a:lnTo>
                <a:lnTo>
                  <a:pt x="77198" y="236919"/>
                </a:lnTo>
                <a:lnTo>
                  <a:pt x="76195" y="222111"/>
                </a:lnTo>
                <a:lnTo>
                  <a:pt x="74697" y="207304"/>
                </a:lnTo>
                <a:lnTo>
                  <a:pt x="72604" y="192496"/>
                </a:lnTo>
                <a:lnTo>
                  <a:pt x="69829" y="177689"/>
                </a:lnTo>
                <a:lnTo>
                  <a:pt x="66312" y="162881"/>
                </a:lnTo>
                <a:lnTo>
                  <a:pt x="62040" y="148074"/>
                </a:lnTo>
                <a:lnTo>
                  <a:pt x="57054" y="133267"/>
                </a:lnTo>
                <a:lnTo>
                  <a:pt x="51463" y="118459"/>
                </a:lnTo>
                <a:lnTo>
                  <a:pt x="45448" y="103652"/>
                </a:lnTo>
                <a:lnTo>
                  <a:pt x="39258" y="88844"/>
                </a:lnTo>
                <a:lnTo>
                  <a:pt x="33195" y="74037"/>
                </a:lnTo>
                <a:lnTo>
                  <a:pt x="27595" y="59230"/>
                </a:lnTo>
                <a:lnTo>
                  <a:pt x="22797" y="44422"/>
                </a:lnTo>
                <a:lnTo>
                  <a:pt x="19114" y="29615"/>
                </a:lnTo>
                <a:lnTo>
                  <a:pt x="16795" y="14807"/>
                </a:lnTo>
                <a:lnTo>
                  <a:pt x="16003" y="0"/>
                </a:lnTo>
                <a:lnTo>
                  <a:pt x="161584" y="0"/>
                </a:lnTo>
                <a:lnTo>
                  <a:pt x="161584" y="0"/>
                </a:lnTo>
                <a:lnTo>
                  <a:pt x="160792" y="14807"/>
                </a:lnTo>
                <a:lnTo>
                  <a:pt x="158473" y="29615"/>
                </a:lnTo>
                <a:lnTo>
                  <a:pt x="154790" y="44422"/>
                </a:lnTo>
                <a:lnTo>
                  <a:pt x="149993" y="59230"/>
                </a:lnTo>
                <a:lnTo>
                  <a:pt x="144392" y="74037"/>
                </a:lnTo>
                <a:lnTo>
                  <a:pt x="138329" y="88844"/>
                </a:lnTo>
                <a:lnTo>
                  <a:pt x="132139" y="103652"/>
                </a:lnTo>
                <a:lnTo>
                  <a:pt x="126124" y="118459"/>
                </a:lnTo>
                <a:lnTo>
                  <a:pt x="120534" y="133267"/>
                </a:lnTo>
                <a:lnTo>
                  <a:pt x="115547" y="148074"/>
                </a:lnTo>
                <a:lnTo>
                  <a:pt x="111275" y="162881"/>
                </a:lnTo>
                <a:lnTo>
                  <a:pt x="107758" y="177689"/>
                </a:lnTo>
                <a:lnTo>
                  <a:pt x="104983" y="192496"/>
                </a:lnTo>
                <a:lnTo>
                  <a:pt x="102890" y="207304"/>
                </a:lnTo>
                <a:lnTo>
                  <a:pt x="101392" y="222111"/>
                </a:lnTo>
                <a:lnTo>
                  <a:pt x="100389" y="236919"/>
                </a:lnTo>
                <a:lnTo>
                  <a:pt x="99774" y="251726"/>
                </a:lnTo>
                <a:lnTo>
                  <a:pt x="99448" y="266533"/>
                </a:lnTo>
                <a:lnTo>
                  <a:pt x="99324" y="281341"/>
                </a:lnTo>
                <a:lnTo>
                  <a:pt x="99325" y="296148"/>
                </a:lnTo>
                <a:lnTo>
                  <a:pt x="99393" y="310956"/>
                </a:lnTo>
                <a:lnTo>
                  <a:pt x="99481" y="325763"/>
                </a:lnTo>
                <a:lnTo>
                  <a:pt x="99558" y="340570"/>
                </a:lnTo>
                <a:lnTo>
                  <a:pt x="99601" y="355378"/>
                </a:lnTo>
                <a:lnTo>
                  <a:pt x="99598" y="370185"/>
                </a:lnTo>
                <a:lnTo>
                  <a:pt x="99546" y="384993"/>
                </a:lnTo>
                <a:lnTo>
                  <a:pt x="99446" y="399800"/>
                </a:lnTo>
                <a:lnTo>
                  <a:pt x="99306" y="414607"/>
                </a:lnTo>
                <a:lnTo>
                  <a:pt x="99138" y="429415"/>
                </a:lnTo>
                <a:lnTo>
                  <a:pt x="98954" y="444222"/>
                </a:lnTo>
                <a:lnTo>
                  <a:pt x="98769" y="459030"/>
                </a:lnTo>
                <a:lnTo>
                  <a:pt x="98595" y="473837"/>
                </a:lnTo>
                <a:lnTo>
                  <a:pt x="98443" y="488644"/>
                </a:lnTo>
                <a:lnTo>
                  <a:pt x="98319" y="503452"/>
                </a:lnTo>
                <a:lnTo>
                  <a:pt x="98225" y="518259"/>
                </a:lnTo>
                <a:lnTo>
                  <a:pt x="98158" y="533067"/>
                </a:lnTo>
                <a:lnTo>
                  <a:pt x="98113" y="547874"/>
                </a:lnTo>
                <a:lnTo>
                  <a:pt x="98079" y="562682"/>
                </a:lnTo>
                <a:lnTo>
                  <a:pt x="98047" y="577489"/>
                </a:lnTo>
                <a:lnTo>
                  <a:pt x="98007" y="592296"/>
                </a:lnTo>
                <a:lnTo>
                  <a:pt x="97950" y="607104"/>
                </a:lnTo>
                <a:lnTo>
                  <a:pt x="97873" y="621911"/>
                </a:lnTo>
                <a:lnTo>
                  <a:pt x="97775" y="636719"/>
                </a:lnTo>
                <a:lnTo>
                  <a:pt x="97660" y="651526"/>
                </a:lnTo>
                <a:lnTo>
                  <a:pt x="97535" y="666333"/>
                </a:lnTo>
                <a:lnTo>
                  <a:pt x="97410" y="681141"/>
                </a:lnTo>
                <a:lnTo>
                  <a:pt x="97296" y="695948"/>
                </a:lnTo>
                <a:lnTo>
                  <a:pt x="97205" y="710756"/>
                </a:lnTo>
                <a:lnTo>
                  <a:pt x="97148" y="725563"/>
                </a:lnTo>
                <a:lnTo>
                  <a:pt x="97132" y="740370"/>
                </a:lnTo>
                <a:lnTo>
                  <a:pt x="97159" y="755178"/>
                </a:lnTo>
                <a:lnTo>
                  <a:pt x="97229" y="769985"/>
                </a:lnTo>
                <a:lnTo>
                  <a:pt x="97333" y="784793"/>
                </a:lnTo>
                <a:lnTo>
                  <a:pt x="97459" y="799600"/>
                </a:lnTo>
                <a:lnTo>
                  <a:pt x="97589" y="814407"/>
                </a:lnTo>
                <a:lnTo>
                  <a:pt x="97702" y="829215"/>
                </a:lnTo>
                <a:lnTo>
                  <a:pt x="97776" y="844022"/>
                </a:lnTo>
                <a:lnTo>
                  <a:pt x="97790" y="858830"/>
                </a:lnTo>
                <a:lnTo>
                  <a:pt x="97731" y="873637"/>
                </a:lnTo>
                <a:lnTo>
                  <a:pt x="97589" y="888444"/>
                </a:lnTo>
                <a:lnTo>
                  <a:pt x="97363" y="903252"/>
                </a:lnTo>
                <a:lnTo>
                  <a:pt x="97065" y="918059"/>
                </a:lnTo>
                <a:lnTo>
                  <a:pt x="96711" y="932867"/>
                </a:lnTo>
                <a:lnTo>
                  <a:pt x="96325" y="947674"/>
                </a:lnTo>
                <a:lnTo>
                  <a:pt x="95936" y="962482"/>
                </a:lnTo>
                <a:lnTo>
                  <a:pt x="95573" y="977289"/>
                </a:lnTo>
                <a:lnTo>
                  <a:pt x="95261" y="992096"/>
                </a:lnTo>
                <a:lnTo>
                  <a:pt x="95021" y="1006904"/>
                </a:lnTo>
                <a:lnTo>
                  <a:pt x="94866" y="1021711"/>
                </a:lnTo>
                <a:lnTo>
                  <a:pt x="94800" y="1036519"/>
                </a:lnTo>
                <a:lnTo>
                  <a:pt x="94819" y="1051326"/>
                </a:lnTo>
                <a:lnTo>
                  <a:pt x="94914" y="1066133"/>
                </a:lnTo>
                <a:lnTo>
                  <a:pt x="95068" y="1080941"/>
                </a:lnTo>
                <a:lnTo>
                  <a:pt x="95265" y="1095748"/>
                </a:lnTo>
                <a:lnTo>
                  <a:pt x="95487" y="1110556"/>
                </a:lnTo>
                <a:lnTo>
                  <a:pt x="95718" y="1125363"/>
                </a:lnTo>
                <a:lnTo>
                  <a:pt x="95945" y="1140170"/>
                </a:lnTo>
                <a:lnTo>
                  <a:pt x="96160" y="1154978"/>
                </a:lnTo>
                <a:lnTo>
                  <a:pt x="96358" y="1169785"/>
                </a:lnTo>
                <a:lnTo>
                  <a:pt x="96537" y="1184593"/>
                </a:lnTo>
                <a:lnTo>
                  <a:pt x="96699" y="1199400"/>
                </a:lnTo>
                <a:lnTo>
                  <a:pt x="96844" y="1214207"/>
                </a:lnTo>
                <a:lnTo>
                  <a:pt x="96976" y="1229015"/>
                </a:lnTo>
                <a:lnTo>
                  <a:pt x="97097" y="1243822"/>
                </a:lnTo>
                <a:lnTo>
                  <a:pt x="97209" y="1258630"/>
                </a:lnTo>
                <a:lnTo>
                  <a:pt x="97316" y="1273437"/>
                </a:lnTo>
                <a:lnTo>
                  <a:pt x="97419" y="1288245"/>
                </a:lnTo>
                <a:lnTo>
                  <a:pt x="97524" y="1303052"/>
                </a:lnTo>
                <a:lnTo>
                  <a:pt x="97633" y="1317859"/>
                </a:lnTo>
                <a:lnTo>
                  <a:pt x="97753" y="1332667"/>
                </a:lnTo>
                <a:lnTo>
                  <a:pt x="97890" y="1347474"/>
                </a:lnTo>
                <a:lnTo>
                  <a:pt x="98050" y="1362282"/>
                </a:lnTo>
                <a:lnTo>
                  <a:pt x="98237" y="1377089"/>
                </a:lnTo>
                <a:lnTo>
                  <a:pt x="98455" y="1391896"/>
                </a:lnTo>
                <a:lnTo>
                  <a:pt x="98706" y="1406704"/>
                </a:lnTo>
                <a:lnTo>
                  <a:pt x="98990" y="1421511"/>
                </a:lnTo>
                <a:lnTo>
                  <a:pt x="99310" y="1436319"/>
                </a:lnTo>
                <a:lnTo>
                  <a:pt x="99671" y="1451126"/>
                </a:lnTo>
                <a:lnTo>
                  <a:pt x="100083" y="1465933"/>
                </a:lnTo>
                <a:lnTo>
                  <a:pt x="100567" y="1480741"/>
                </a:lnTo>
                <a:lnTo>
                  <a:pt x="101159" y="1495548"/>
                </a:lnTo>
                <a:lnTo>
                  <a:pt x="101909" y="1510356"/>
                </a:lnTo>
                <a:lnTo>
                  <a:pt x="102887" y="1525163"/>
                </a:lnTo>
                <a:lnTo>
                  <a:pt x="104180" y="1539970"/>
                </a:lnTo>
                <a:lnTo>
                  <a:pt x="105890" y="1554778"/>
                </a:lnTo>
                <a:lnTo>
                  <a:pt x="108128" y="1569585"/>
                </a:lnTo>
                <a:lnTo>
                  <a:pt x="111001" y="1584393"/>
                </a:lnTo>
                <a:lnTo>
                  <a:pt x="114604" y="1599200"/>
                </a:lnTo>
                <a:lnTo>
                  <a:pt x="118998" y="1614007"/>
                </a:lnTo>
                <a:lnTo>
                  <a:pt x="124196" y="1628815"/>
                </a:lnTo>
                <a:lnTo>
                  <a:pt x="130151" y="1643622"/>
                </a:lnTo>
                <a:lnTo>
                  <a:pt x="136739" y="1658430"/>
                </a:lnTo>
                <a:lnTo>
                  <a:pt x="143757" y="1673237"/>
                </a:lnTo>
                <a:lnTo>
                  <a:pt x="150928" y="1688045"/>
                </a:lnTo>
                <a:lnTo>
                  <a:pt x="157914" y="1702852"/>
                </a:lnTo>
                <a:lnTo>
                  <a:pt x="164342" y="1717659"/>
                </a:lnTo>
                <a:lnTo>
                  <a:pt x="169832" y="1732467"/>
                </a:lnTo>
                <a:lnTo>
                  <a:pt x="174039" y="1747274"/>
                </a:lnTo>
                <a:lnTo>
                  <a:pt x="17668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10172">
            <a:extLst>
              <a:ext uri="{FF2B5EF4-FFF2-40B4-BE49-F238E27FC236}">
                <a16:creationId xmlns:a16="http://schemas.microsoft.com/office/drawing/2014/main" id="{B3BB0439-4B31-45B7-9050-EC2C28E09E00}"/>
              </a:ext>
            </a:extLst>
          </p:cNvPr>
          <p:cNvSpPr>
            <a:spLocks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51353" y="1776889"/>
                </a:moveTo>
                <a:lnTo>
                  <a:pt x="26235" y="1776889"/>
                </a:lnTo>
                <a:lnTo>
                  <a:pt x="26858" y="1762082"/>
                </a:lnTo>
                <a:lnTo>
                  <a:pt x="28685" y="1747274"/>
                </a:lnTo>
                <a:lnTo>
                  <a:pt x="31592" y="1732467"/>
                </a:lnTo>
                <a:lnTo>
                  <a:pt x="35386" y="1717659"/>
                </a:lnTo>
                <a:lnTo>
                  <a:pt x="39831" y="1702852"/>
                </a:lnTo>
                <a:lnTo>
                  <a:pt x="44665" y="1688045"/>
                </a:lnTo>
                <a:lnTo>
                  <a:pt x="49634" y="1673237"/>
                </a:lnTo>
                <a:lnTo>
                  <a:pt x="54506" y="1658430"/>
                </a:lnTo>
                <a:lnTo>
                  <a:pt x="59091" y="1643622"/>
                </a:lnTo>
                <a:lnTo>
                  <a:pt x="63250" y="1628815"/>
                </a:lnTo>
                <a:lnTo>
                  <a:pt x="66901" y="1614007"/>
                </a:lnTo>
                <a:lnTo>
                  <a:pt x="70009" y="1599200"/>
                </a:lnTo>
                <a:lnTo>
                  <a:pt x="72585" y="1584393"/>
                </a:lnTo>
                <a:lnTo>
                  <a:pt x="74669" y="1569585"/>
                </a:lnTo>
                <a:lnTo>
                  <a:pt x="76325" y="1554778"/>
                </a:lnTo>
                <a:lnTo>
                  <a:pt x="77625" y="1539970"/>
                </a:lnTo>
                <a:lnTo>
                  <a:pt x="78640" y="1525163"/>
                </a:lnTo>
                <a:lnTo>
                  <a:pt x="79438" y="1510356"/>
                </a:lnTo>
                <a:lnTo>
                  <a:pt x="80075" y="1495548"/>
                </a:lnTo>
                <a:lnTo>
                  <a:pt x="80596" y="1480741"/>
                </a:lnTo>
                <a:lnTo>
                  <a:pt x="81030" y="1465933"/>
                </a:lnTo>
                <a:lnTo>
                  <a:pt x="81399" y="1451126"/>
                </a:lnTo>
                <a:lnTo>
                  <a:pt x="81714" y="1436319"/>
                </a:lnTo>
                <a:lnTo>
                  <a:pt x="81978" y="1421511"/>
                </a:lnTo>
                <a:lnTo>
                  <a:pt x="82192" y="1406704"/>
                </a:lnTo>
                <a:lnTo>
                  <a:pt x="82354" y="1391896"/>
                </a:lnTo>
                <a:lnTo>
                  <a:pt x="82461" y="1377089"/>
                </a:lnTo>
                <a:lnTo>
                  <a:pt x="82515" y="1362282"/>
                </a:lnTo>
                <a:lnTo>
                  <a:pt x="82516" y="1347474"/>
                </a:lnTo>
                <a:lnTo>
                  <a:pt x="82468" y="1332667"/>
                </a:lnTo>
                <a:lnTo>
                  <a:pt x="82379" y="1317859"/>
                </a:lnTo>
                <a:lnTo>
                  <a:pt x="82257" y="1303052"/>
                </a:lnTo>
                <a:lnTo>
                  <a:pt x="82112" y="1288245"/>
                </a:lnTo>
                <a:lnTo>
                  <a:pt x="81957" y="1273437"/>
                </a:lnTo>
                <a:lnTo>
                  <a:pt x="81803" y="1258630"/>
                </a:lnTo>
                <a:lnTo>
                  <a:pt x="81663" y="1243822"/>
                </a:lnTo>
                <a:lnTo>
                  <a:pt x="81548" y="1229015"/>
                </a:lnTo>
                <a:lnTo>
                  <a:pt x="81470" y="1214207"/>
                </a:lnTo>
                <a:lnTo>
                  <a:pt x="81439" y="1199400"/>
                </a:lnTo>
                <a:lnTo>
                  <a:pt x="81460" y="1184593"/>
                </a:lnTo>
                <a:lnTo>
                  <a:pt x="81537" y="1169785"/>
                </a:lnTo>
                <a:lnTo>
                  <a:pt x="81671" y="1154978"/>
                </a:lnTo>
                <a:lnTo>
                  <a:pt x="81857" y="1140170"/>
                </a:lnTo>
                <a:lnTo>
                  <a:pt x="82085" y="1125363"/>
                </a:lnTo>
                <a:lnTo>
                  <a:pt x="82342" y="1110556"/>
                </a:lnTo>
                <a:lnTo>
                  <a:pt x="82609" y="1095748"/>
                </a:lnTo>
                <a:lnTo>
                  <a:pt x="82866" y="1080941"/>
                </a:lnTo>
                <a:lnTo>
                  <a:pt x="83091" y="1066133"/>
                </a:lnTo>
                <a:lnTo>
                  <a:pt x="83265" y="1051326"/>
                </a:lnTo>
                <a:lnTo>
                  <a:pt x="83371" y="1036519"/>
                </a:lnTo>
                <a:lnTo>
                  <a:pt x="83396" y="1021711"/>
                </a:lnTo>
                <a:lnTo>
                  <a:pt x="83337" y="1006904"/>
                </a:lnTo>
                <a:lnTo>
                  <a:pt x="83198" y="992096"/>
                </a:lnTo>
                <a:lnTo>
                  <a:pt x="82992" y="977289"/>
                </a:lnTo>
                <a:lnTo>
                  <a:pt x="82737" y="962482"/>
                </a:lnTo>
                <a:lnTo>
                  <a:pt x="82457" y="947674"/>
                </a:lnTo>
                <a:lnTo>
                  <a:pt x="82181" y="932867"/>
                </a:lnTo>
                <a:lnTo>
                  <a:pt x="81936" y="918059"/>
                </a:lnTo>
                <a:lnTo>
                  <a:pt x="81744" y="903252"/>
                </a:lnTo>
                <a:lnTo>
                  <a:pt x="81624" y="888444"/>
                </a:lnTo>
                <a:lnTo>
                  <a:pt x="81586" y="873637"/>
                </a:lnTo>
                <a:lnTo>
                  <a:pt x="81632" y="858830"/>
                </a:lnTo>
                <a:lnTo>
                  <a:pt x="81755" y="844022"/>
                </a:lnTo>
                <a:lnTo>
                  <a:pt x="81942" y="829215"/>
                </a:lnTo>
                <a:lnTo>
                  <a:pt x="82174" y="814407"/>
                </a:lnTo>
                <a:lnTo>
                  <a:pt x="82432" y="799600"/>
                </a:lnTo>
                <a:lnTo>
                  <a:pt x="82693" y="784793"/>
                </a:lnTo>
                <a:lnTo>
                  <a:pt x="82938" y="769985"/>
                </a:lnTo>
                <a:lnTo>
                  <a:pt x="83152" y="755178"/>
                </a:lnTo>
                <a:lnTo>
                  <a:pt x="83324" y="740370"/>
                </a:lnTo>
                <a:lnTo>
                  <a:pt x="83446" y="725563"/>
                </a:lnTo>
                <a:lnTo>
                  <a:pt x="83518" y="710756"/>
                </a:lnTo>
                <a:lnTo>
                  <a:pt x="83542" y="695948"/>
                </a:lnTo>
                <a:lnTo>
                  <a:pt x="83524" y="681141"/>
                </a:lnTo>
                <a:lnTo>
                  <a:pt x="83473" y="666333"/>
                </a:lnTo>
                <a:lnTo>
                  <a:pt x="83400" y="651526"/>
                </a:lnTo>
                <a:lnTo>
                  <a:pt x="83314" y="636719"/>
                </a:lnTo>
                <a:lnTo>
                  <a:pt x="83226" y="621911"/>
                </a:lnTo>
                <a:lnTo>
                  <a:pt x="83144" y="607104"/>
                </a:lnTo>
                <a:lnTo>
                  <a:pt x="83075" y="592296"/>
                </a:lnTo>
                <a:lnTo>
                  <a:pt x="83023" y="577489"/>
                </a:lnTo>
                <a:lnTo>
                  <a:pt x="82992" y="562682"/>
                </a:lnTo>
                <a:lnTo>
                  <a:pt x="82984" y="547874"/>
                </a:lnTo>
                <a:lnTo>
                  <a:pt x="83001" y="533067"/>
                </a:lnTo>
                <a:lnTo>
                  <a:pt x="83043" y="518259"/>
                </a:lnTo>
                <a:lnTo>
                  <a:pt x="83110" y="503452"/>
                </a:lnTo>
                <a:lnTo>
                  <a:pt x="83204" y="488644"/>
                </a:lnTo>
                <a:lnTo>
                  <a:pt x="83324" y="473837"/>
                </a:lnTo>
                <a:lnTo>
                  <a:pt x="83469" y="459030"/>
                </a:lnTo>
                <a:lnTo>
                  <a:pt x="83633" y="444222"/>
                </a:lnTo>
                <a:lnTo>
                  <a:pt x="83812" y="429415"/>
                </a:lnTo>
                <a:lnTo>
                  <a:pt x="83995" y="414607"/>
                </a:lnTo>
                <a:lnTo>
                  <a:pt x="84170" y="399800"/>
                </a:lnTo>
                <a:lnTo>
                  <a:pt x="84321" y="384993"/>
                </a:lnTo>
                <a:lnTo>
                  <a:pt x="84431" y="370185"/>
                </a:lnTo>
                <a:lnTo>
                  <a:pt x="84481" y="355378"/>
                </a:lnTo>
                <a:lnTo>
                  <a:pt x="84451" y="340570"/>
                </a:lnTo>
                <a:lnTo>
                  <a:pt x="84319" y="325763"/>
                </a:lnTo>
                <a:lnTo>
                  <a:pt x="84060" y="310956"/>
                </a:lnTo>
                <a:lnTo>
                  <a:pt x="83644" y="296148"/>
                </a:lnTo>
                <a:lnTo>
                  <a:pt x="83032" y="281341"/>
                </a:lnTo>
                <a:lnTo>
                  <a:pt x="82176" y="266533"/>
                </a:lnTo>
                <a:lnTo>
                  <a:pt x="81012" y="251726"/>
                </a:lnTo>
                <a:lnTo>
                  <a:pt x="79465" y="236919"/>
                </a:lnTo>
                <a:lnTo>
                  <a:pt x="77442" y="222111"/>
                </a:lnTo>
                <a:lnTo>
                  <a:pt x="74846" y="207304"/>
                </a:lnTo>
                <a:lnTo>
                  <a:pt x="71577" y="192496"/>
                </a:lnTo>
                <a:lnTo>
                  <a:pt x="67551" y="177689"/>
                </a:lnTo>
                <a:lnTo>
                  <a:pt x="62710" y="162881"/>
                </a:lnTo>
                <a:lnTo>
                  <a:pt x="57045" y="148074"/>
                </a:lnTo>
                <a:lnTo>
                  <a:pt x="50608" y="133267"/>
                </a:lnTo>
                <a:lnTo>
                  <a:pt x="43529" y="118459"/>
                </a:lnTo>
                <a:lnTo>
                  <a:pt x="36017" y="103652"/>
                </a:lnTo>
                <a:lnTo>
                  <a:pt x="28364" y="88844"/>
                </a:lnTo>
                <a:lnTo>
                  <a:pt x="20921" y="74037"/>
                </a:lnTo>
                <a:lnTo>
                  <a:pt x="14081" y="59230"/>
                </a:lnTo>
                <a:lnTo>
                  <a:pt x="8242" y="44422"/>
                </a:lnTo>
                <a:lnTo>
                  <a:pt x="3770" y="29615"/>
                </a:lnTo>
                <a:lnTo>
                  <a:pt x="959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8" y="14807"/>
                </a:lnTo>
                <a:lnTo>
                  <a:pt x="173817" y="29615"/>
                </a:lnTo>
                <a:lnTo>
                  <a:pt x="169345" y="44422"/>
                </a:lnTo>
                <a:lnTo>
                  <a:pt x="163506" y="59230"/>
                </a:lnTo>
                <a:lnTo>
                  <a:pt x="156667" y="74037"/>
                </a:lnTo>
                <a:lnTo>
                  <a:pt x="149224" y="88844"/>
                </a:lnTo>
                <a:lnTo>
                  <a:pt x="141570" y="103652"/>
                </a:lnTo>
                <a:lnTo>
                  <a:pt x="134059" y="118459"/>
                </a:lnTo>
                <a:lnTo>
                  <a:pt x="126979" y="133267"/>
                </a:lnTo>
                <a:lnTo>
                  <a:pt x="120542" y="148074"/>
                </a:lnTo>
                <a:lnTo>
                  <a:pt x="114877" y="162881"/>
                </a:lnTo>
                <a:lnTo>
                  <a:pt x="110036" y="177689"/>
                </a:lnTo>
                <a:lnTo>
                  <a:pt x="106010" y="192496"/>
                </a:lnTo>
                <a:lnTo>
                  <a:pt x="102741" y="207304"/>
                </a:lnTo>
                <a:lnTo>
                  <a:pt x="100145" y="222111"/>
                </a:lnTo>
                <a:lnTo>
                  <a:pt x="98122" y="236919"/>
                </a:lnTo>
                <a:lnTo>
                  <a:pt x="96575" y="251726"/>
                </a:lnTo>
                <a:lnTo>
                  <a:pt x="95412" y="266533"/>
                </a:lnTo>
                <a:lnTo>
                  <a:pt x="94555" y="281341"/>
                </a:lnTo>
                <a:lnTo>
                  <a:pt x="93944" y="296148"/>
                </a:lnTo>
                <a:lnTo>
                  <a:pt x="93527" y="310956"/>
                </a:lnTo>
                <a:lnTo>
                  <a:pt x="93268" y="325763"/>
                </a:lnTo>
                <a:lnTo>
                  <a:pt x="93136" y="340570"/>
                </a:lnTo>
                <a:lnTo>
                  <a:pt x="93106" y="355378"/>
                </a:lnTo>
                <a:lnTo>
                  <a:pt x="93156" y="370185"/>
                </a:lnTo>
                <a:lnTo>
                  <a:pt x="93266" y="384993"/>
                </a:lnTo>
                <a:lnTo>
                  <a:pt x="93417" y="399800"/>
                </a:lnTo>
                <a:lnTo>
                  <a:pt x="93592" y="414607"/>
                </a:lnTo>
                <a:lnTo>
                  <a:pt x="93775" y="429415"/>
                </a:lnTo>
                <a:lnTo>
                  <a:pt x="93954" y="444222"/>
                </a:lnTo>
                <a:lnTo>
                  <a:pt x="94119" y="459030"/>
                </a:lnTo>
                <a:lnTo>
                  <a:pt x="94263" y="473837"/>
                </a:lnTo>
                <a:lnTo>
                  <a:pt x="94383" y="488644"/>
                </a:lnTo>
                <a:lnTo>
                  <a:pt x="94477" y="503452"/>
                </a:lnTo>
                <a:lnTo>
                  <a:pt x="94545" y="518259"/>
                </a:lnTo>
                <a:lnTo>
                  <a:pt x="94586" y="533067"/>
                </a:lnTo>
                <a:lnTo>
                  <a:pt x="94603" y="547874"/>
                </a:lnTo>
                <a:lnTo>
                  <a:pt x="94595" y="562682"/>
                </a:lnTo>
                <a:lnTo>
                  <a:pt x="94564" y="577489"/>
                </a:lnTo>
                <a:lnTo>
                  <a:pt x="94513" y="592296"/>
                </a:lnTo>
                <a:lnTo>
                  <a:pt x="94443" y="607104"/>
                </a:lnTo>
                <a:lnTo>
                  <a:pt x="94361" y="621911"/>
                </a:lnTo>
                <a:lnTo>
                  <a:pt x="94273" y="636719"/>
                </a:lnTo>
                <a:lnTo>
                  <a:pt x="94187" y="651526"/>
                </a:lnTo>
                <a:lnTo>
                  <a:pt x="94114" y="666333"/>
                </a:lnTo>
                <a:lnTo>
                  <a:pt x="94063" y="681141"/>
                </a:lnTo>
                <a:lnTo>
                  <a:pt x="94045" y="695948"/>
                </a:lnTo>
                <a:lnTo>
                  <a:pt x="94069" y="710756"/>
                </a:lnTo>
                <a:lnTo>
                  <a:pt x="94141" y="725563"/>
                </a:lnTo>
                <a:lnTo>
                  <a:pt x="94263" y="740370"/>
                </a:lnTo>
                <a:lnTo>
                  <a:pt x="94435" y="755178"/>
                </a:lnTo>
                <a:lnTo>
                  <a:pt x="94649" y="769985"/>
                </a:lnTo>
                <a:lnTo>
                  <a:pt x="94895" y="784793"/>
                </a:lnTo>
                <a:lnTo>
                  <a:pt x="95156" y="799600"/>
                </a:lnTo>
                <a:lnTo>
                  <a:pt x="95413" y="814407"/>
                </a:lnTo>
                <a:lnTo>
                  <a:pt x="95646" y="829215"/>
                </a:lnTo>
                <a:lnTo>
                  <a:pt x="95832" y="844022"/>
                </a:lnTo>
                <a:lnTo>
                  <a:pt x="95955" y="858830"/>
                </a:lnTo>
                <a:lnTo>
                  <a:pt x="96001" y="873637"/>
                </a:lnTo>
                <a:lnTo>
                  <a:pt x="95963" y="888444"/>
                </a:lnTo>
                <a:lnTo>
                  <a:pt x="95843" y="903252"/>
                </a:lnTo>
                <a:lnTo>
                  <a:pt x="95651" y="918059"/>
                </a:lnTo>
                <a:lnTo>
                  <a:pt x="95406" y="932867"/>
                </a:lnTo>
                <a:lnTo>
                  <a:pt x="95130" y="947674"/>
                </a:lnTo>
                <a:lnTo>
                  <a:pt x="94851" y="962482"/>
                </a:lnTo>
                <a:lnTo>
                  <a:pt x="94595" y="977289"/>
                </a:lnTo>
                <a:lnTo>
                  <a:pt x="94389" y="992096"/>
                </a:lnTo>
                <a:lnTo>
                  <a:pt x="94250" y="1006904"/>
                </a:lnTo>
                <a:lnTo>
                  <a:pt x="94191" y="1021711"/>
                </a:lnTo>
                <a:lnTo>
                  <a:pt x="94217" y="1036519"/>
                </a:lnTo>
                <a:lnTo>
                  <a:pt x="94322" y="1051326"/>
                </a:lnTo>
                <a:lnTo>
                  <a:pt x="94496" y="1066133"/>
                </a:lnTo>
                <a:lnTo>
                  <a:pt x="94721" y="1080941"/>
                </a:lnTo>
                <a:lnTo>
                  <a:pt x="94978" y="1095748"/>
                </a:lnTo>
                <a:lnTo>
                  <a:pt x="95245" y="1110556"/>
                </a:lnTo>
                <a:lnTo>
                  <a:pt x="95502" y="1125363"/>
                </a:lnTo>
                <a:lnTo>
                  <a:pt x="95730" y="1140170"/>
                </a:lnTo>
                <a:lnTo>
                  <a:pt x="95916" y="1154978"/>
                </a:lnTo>
                <a:lnTo>
                  <a:pt x="96050" y="1169785"/>
                </a:lnTo>
                <a:lnTo>
                  <a:pt x="96127" y="1184593"/>
                </a:lnTo>
                <a:lnTo>
                  <a:pt x="96149" y="1199400"/>
                </a:lnTo>
                <a:lnTo>
                  <a:pt x="96117" y="1214207"/>
                </a:lnTo>
                <a:lnTo>
                  <a:pt x="96039" y="1229015"/>
                </a:lnTo>
                <a:lnTo>
                  <a:pt x="95925" y="1243822"/>
                </a:lnTo>
                <a:lnTo>
                  <a:pt x="95784" y="1258630"/>
                </a:lnTo>
                <a:lnTo>
                  <a:pt x="95631" y="1273437"/>
                </a:lnTo>
                <a:lnTo>
                  <a:pt x="95475" y="1288245"/>
                </a:lnTo>
                <a:lnTo>
                  <a:pt x="95331" y="1303052"/>
                </a:lnTo>
                <a:lnTo>
                  <a:pt x="95208" y="1317859"/>
                </a:lnTo>
                <a:lnTo>
                  <a:pt x="95119" y="1332667"/>
                </a:lnTo>
                <a:lnTo>
                  <a:pt x="95072" y="1347474"/>
                </a:lnTo>
                <a:lnTo>
                  <a:pt x="95072" y="1362282"/>
                </a:lnTo>
                <a:lnTo>
                  <a:pt x="95126" y="1377089"/>
                </a:lnTo>
                <a:lnTo>
                  <a:pt x="95234" y="1391896"/>
                </a:lnTo>
                <a:lnTo>
                  <a:pt x="95395" y="1406704"/>
                </a:lnTo>
                <a:lnTo>
                  <a:pt x="95609" y="1421511"/>
                </a:lnTo>
                <a:lnTo>
                  <a:pt x="95873" y="1436319"/>
                </a:lnTo>
                <a:lnTo>
                  <a:pt x="96188" y="1451126"/>
                </a:lnTo>
                <a:lnTo>
                  <a:pt x="96557" y="1465933"/>
                </a:lnTo>
                <a:lnTo>
                  <a:pt x="96991" y="1480741"/>
                </a:lnTo>
                <a:lnTo>
                  <a:pt x="97512" y="1495548"/>
                </a:lnTo>
                <a:lnTo>
                  <a:pt x="98149" y="1510356"/>
                </a:lnTo>
                <a:lnTo>
                  <a:pt x="98947" y="1525163"/>
                </a:lnTo>
                <a:lnTo>
                  <a:pt x="99963" y="1539970"/>
                </a:lnTo>
                <a:lnTo>
                  <a:pt x="101262" y="1554778"/>
                </a:lnTo>
                <a:lnTo>
                  <a:pt x="102918" y="1569585"/>
                </a:lnTo>
                <a:lnTo>
                  <a:pt x="105002" y="1584393"/>
                </a:lnTo>
                <a:lnTo>
                  <a:pt x="107578" y="1599200"/>
                </a:lnTo>
                <a:lnTo>
                  <a:pt x="110686" y="1614007"/>
                </a:lnTo>
                <a:lnTo>
                  <a:pt x="114337" y="1628815"/>
                </a:lnTo>
                <a:lnTo>
                  <a:pt x="118497" y="1643622"/>
                </a:lnTo>
                <a:lnTo>
                  <a:pt x="123081" y="1658430"/>
                </a:lnTo>
                <a:lnTo>
                  <a:pt x="127953" y="1673237"/>
                </a:lnTo>
                <a:lnTo>
                  <a:pt x="132922" y="1688045"/>
                </a:lnTo>
                <a:lnTo>
                  <a:pt x="137757" y="1702852"/>
                </a:lnTo>
                <a:lnTo>
                  <a:pt x="142201" y="1717659"/>
                </a:lnTo>
                <a:lnTo>
                  <a:pt x="145995" y="1732467"/>
                </a:lnTo>
                <a:lnTo>
                  <a:pt x="148902" y="1747274"/>
                </a:lnTo>
                <a:lnTo>
                  <a:pt x="150729" y="1762082"/>
                </a:lnTo>
                <a:lnTo>
                  <a:pt x="151353" y="1776889"/>
                </a:lnTo>
                <a:lnTo>
                  <a:pt x="151353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10173">
            <a:extLst>
              <a:ext uri="{FF2B5EF4-FFF2-40B4-BE49-F238E27FC236}">
                <a16:creationId xmlns:a16="http://schemas.microsoft.com/office/drawing/2014/main" id="{66782D93-74C6-486C-AADA-36907B4AF079}"/>
              </a:ext>
            </a:extLst>
          </p:cNvPr>
          <p:cNvSpPr>
            <a:spLocks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8907" y="1776889"/>
                </a:moveTo>
                <a:lnTo>
                  <a:pt x="28680" y="1776889"/>
                </a:lnTo>
                <a:lnTo>
                  <a:pt x="29276" y="1762082"/>
                </a:lnTo>
                <a:lnTo>
                  <a:pt x="31021" y="1747274"/>
                </a:lnTo>
                <a:lnTo>
                  <a:pt x="33797" y="1732467"/>
                </a:lnTo>
                <a:lnTo>
                  <a:pt x="37421" y="1717659"/>
                </a:lnTo>
                <a:lnTo>
                  <a:pt x="41666" y="1702852"/>
                </a:lnTo>
                <a:lnTo>
                  <a:pt x="46282" y="1688045"/>
                </a:lnTo>
                <a:lnTo>
                  <a:pt x="51026" y="1673237"/>
                </a:lnTo>
                <a:lnTo>
                  <a:pt x="55676" y="1658430"/>
                </a:lnTo>
                <a:lnTo>
                  <a:pt x="60049" y="1643622"/>
                </a:lnTo>
                <a:lnTo>
                  <a:pt x="64016" y="1628815"/>
                </a:lnTo>
                <a:lnTo>
                  <a:pt x="67493" y="1614007"/>
                </a:lnTo>
                <a:lnTo>
                  <a:pt x="70450" y="1599200"/>
                </a:lnTo>
                <a:lnTo>
                  <a:pt x="72894" y="1584393"/>
                </a:lnTo>
                <a:lnTo>
                  <a:pt x="74865" y="1569585"/>
                </a:lnTo>
                <a:lnTo>
                  <a:pt x="76420" y="1554778"/>
                </a:lnTo>
                <a:lnTo>
                  <a:pt x="77628" y="1539970"/>
                </a:lnTo>
                <a:lnTo>
                  <a:pt x="78556" y="1525163"/>
                </a:lnTo>
                <a:lnTo>
                  <a:pt x="79267" y="1510356"/>
                </a:lnTo>
                <a:lnTo>
                  <a:pt x="79814" y="1495548"/>
                </a:lnTo>
                <a:lnTo>
                  <a:pt x="80237" y="1480741"/>
                </a:lnTo>
                <a:lnTo>
                  <a:pt x="80569" y="1465933"/>
                </a:lnTo>
                <a:lnTo>
                  <a:pt x="80828" y="1451126"/>
                </a:lnTo>
                <a:lnTo>
                  <a:pt x="81030" y="1436319"/>
                </a:lnTo>
                <a:lnTo>
                  <a:pt x="81180" y="1421511"/>
                </a:lnTo>
                <a:lnTo>
                  <a:pt x="81284" y="1406704"/>
                </a:lnTo>
                <a:lnTo>
                  <a:pt x="81346" y="1391896"/>
                </a:lnTo>
                <a:lnTo>
                  <a:pt x="81369" y="1377089"/>
                </a:lnTo>
                <a:lnTo>
                  <a:pt x="81357" y="1362282"/>
                </a:lnTo>
                <a:lnTo>
                  <a:pt x="81317" y="1347474"/>
                </a:lnTo>
                <a:lnTo>
                  <a:pt x="81256" y="1332667"/>
                </a:lnTo>
                <a:lnTo>
                  <a:pt x="81180" y="1317859"/>
                </a:lnTo>
                <a:lnTo>
                  <a:pt x="81099" y="1303052"/>
                </a:lnTo>
                <a:lnTo>
                  <a:pt x="81019" y="1288245"/>
                </a:lnTo>
                <a:lnTo>
                  <a:pt x="80948" y="1273437"/>
                </a:lnTo>
                <a:lnTo>
                  <a:pt x="80893" y="1258630"/>
                </a:lnTo>
                <a:lnTo>
                  <a:pt x="80861" y="1243822"/>
                </a:lnTo>
                <a:lnTo>
                  <a:pt x="80858" y="1229015"/>
                </a:lnTo>
                <a:lnTo>
                  <a:pt x="80890" y="1214207"/>
                </a:lnTo>
                <a:lnTo>
                  <a:pt x="80962" y="1199400"/>
                </a:lnTo>
                <a:lnTo>
                  <a:pt x="81076" y="1184593"/>
                </a:lnTo>
                <a:lnTo>
                  <a:pt x="81237" y="1169785"/>
                </a:lnTo>
                <a:lnTo>
                  <a:pt x="81441" y="1154978"/>
                </a:lnTo>
                <a:lnTo>
                  <a:pt x="81685" y="1140170"/>
                </a:lnTo>
                <a:lnTo>
                  <a:pt x="81959" y="1125363"/>
                </a:lnTo>
                <a:lnTo>
                  <a:pt x="82252" y="1110556"/>
                </a:lnTo>
                <a:lnTo>
                  <a:pt x="82546" y="1095748"/>
                </a:lnTo>
                <a:lnTo>
                  <a:pt x="82824" y="1080941"/>
                </a:lnTo>
                <a:lnTo>
                  <a:pt x="83064" y="1066133"/>
                </a:lnTo>
                <a:lnTo>
                  <a:pt x="83248" y="1051326"/>
                </a:lnTo>
                <a:lnTo>
                  <a:pt x="83360" y="1036519"/>
                </a:lnTo>
                <a:lnTo>
                  <a:pt x="83390" y="1021711"/>
                </a:lnTo>
                <a:lnTo>
                  <a:pt x="83334" y="1006904"/>
                </a:lnTo>
                <a:lnTo>
                  <a:pt x="83197" y="992096"/>
                </a:lnTo>
                <a:lnTo>
                  <a:pt x="82992" y="977289"/>
                </a:lnTo>
                <a:lnTo>
                  <a:pt x="82738" y="962482"/>
                </a:lnTo>
                <a:lnTo>
                  <a:pt x="82460" y="947674"/>
                </a:lnTo>
                <a:lnTo>
                  <a:pt x="82186" y="932867"/>
                </a:lnTo>
                <a:lnTo>
                  <a:pt x="81942" y="918059"/>
                </a:lnTo>
                <a:lnTo>
                  <a:pt x="81754" y="903252"/>
                </a:lnTo>
                <a:lnTo>
                  <a:pt x="81639" y="888444"/>
                </a:lnTo>
                <a:lnTo>
                  <a:pt x="81608" y="873637"/>
                </a:lnTo>
                <a:lnTo>
                  <a:pt x="81663" y="858830"/>
                </a:lnTo>
                <a:lnTo>
                  <a:pt x="81801" y="844022"/>
                </a:lnTo>
                <a:lnTo>
                  <a:pt x="82008" y="829215"/>
                </a:lnTo>
                <a:lnTo>
                  <a:pt x="82268" y="814407"/>
                </a:lnTo>
                <a:lnTo>
                  <a:pt x="82561" y="799600"/>
                </a:lnTo>
                <a:lnTo>
                  <a:pt x="82869" y="784793"/>
                </a:lnTo>
                <a:lnTo>
                  <a:pt x="83172" y="769985"/>
                </a:lnTo>
                <a:lnTo>
                  <a:pt x="83457" y="755178"/>
                </a:lnTo>
                <a:lnTo>
                  <a:pt x="83711" y="740370"/>
                </a:lnTo>
                <a:lnTo>
                  <a:pt x="83927" y="725563"/>
                </a:lnTo>
                <a:lnTo>
                  <a:pt x="84102" y="710756"/>
                </a:lnTo>
                <a:lnTo>
                  <a:pt x="84235" y="695948"/>
                </a:lnTo>
                <a:lnTo>
                  <a:pt x="84328" y="681141"/>
                </a:lnTo>
                <a:lnTo>
                  <a:pt x="84385" y="666333"/>
                </a:lnTo>
                <a:lnTo>
                  <a:pt x="84410" y="651526"/>
                </a:lnTo>
                <a:lnTo>
                  <a:pt x="84408" y="636719"/>
                </a:lnTo>
                <a:lnTo>
                  <a:pt x="84383" y="621911"/>
                </a:lnTo>
                <a:lnTo>
                  <a:pt x="84338" y="607104"/>
                </a:lnTo>
                <a:lnTo>
                  <a:pt x="84278" y="592296"/>
                </a:lnTo>
                <a:lnTo>
                  <a:pt x="84205" y="577489"/>
                </a:lnTo>
                <a:lnTo>
                  <a:pt x="84124" y="562682"/>
                </a:lnTo>
                <a:lnTo>
                  <a:pt x="84037" y="547874"/>
                </a:lnTo>
                <a:lnTo>
                  <a:pt x="83949" y="533067"/>
                </a:lnTo>
                <a:lnTo>
                  <a:pt x="83864" y="518259"/>
                </a:lnTo>
                <a:lnTo>
                  <a:pt x="83787" y="503452"/>
                </a:lnTo>
                <a:lnTo>
                  <a:pt x="83723" y="488644"/>
                </a:lnTo>
                <a:lnTo>
                  <a:pt x="83676" y="473837"/>
                </a:lnTo>
                <a:lnTo>
                  <a:pt x="83646" y="459030"/>
                </a:lnTo>
                <a:lnTo>
                  <a:pt x="83635" y="444222"/>
                </a:lnTo>
                <a:lnTo>
                  <a:pt x="83637" y="429415"/>
                </a:lnTo>
                <a:lnTo>
                  <a:pt x="83647" y="414607"/>
                </a:lnTo>
                <a:lnTo>
                  <a:pt x="83654" y="399800"/>
                </a:lnTo>
                <a:lnTo>
                  <a:pt x="83647" y="384993"/>
                </a:lnTo>
                <a:lnTo>
                  <a:pt x="83613" y="370185"/>
                </a:lnTo>
                <a:lnTo>
                  <a:pt x="83536" y="355378"/>
                </a:lnTo>
                <a:lnTo>
                  <a:pt x="83402" y="340570"/>
                </a:lnTo>
                <a:lnTo>
                  <a:pt x="83190" y="325763"/>
                </a:lnTo>
                <a:lnTo>
                  <a:pt x="82880" y="310956"/>
                </a:lnTo>
                <a:lnTo>
                  <a:pt x="82443" y="296148"/>
                </a:lnTo>
                <a:lnTo>
                  <a:pt x="81841" y="281341"/>
                </a:lnTo>
                <a:lnTo>
                  <a:pt x="81023" y="266533"/>
                </a:lnTo>
                <a:lnTo>
                  <a:pt x="79922" y="251726"/>
                </a:lnTo>
                <a:lnTo>
                  <a:pt x="78458" y="236919"/>
                </a:lnTo>
                <a:lnTo>
                  <a:pt x="76535" y="222111"/>
                </a:lnTo>
                <a:lnTo>
                  <a:pt x="74047" y="207304"/>
                </a:lnTo>
                <a:lnTo>
                  <a:pt x="70891" y="192496"/>
                </a:lnTo>
                <a:lnTo>
                  <a:pt x="66975" y="177689"/>
                </a:lnTo>
                <a:lnTo>
                  <a:pt x="62238" y="162881"/>
                </a:lnTo>
                <a:lnTo>
                  <a:pt x="56668" y="148074"/>
                </a:lnTo>
                <a:lnTo>
                  <a:pt x="50316" y="133267"/>
                </a:lnTo>
                <a:lnTo>
                  <a:pt x="43309" y="118459"/>
                </a:lnTo>
                <a:lnTo>
                  <a:pt x="35857" y="103652"/>
                </a:lnTo>
                <a:lnTo>
                  <a:pt x="28252" y="88844"/>
                </a:lnTo>
                <a:lnTo>
                  <a:pt x="20847" y="74037"/>
                </a:lnTo>
                <a:lnTo>
                  <a:pt x="14036" y="59230"/>
                </a:lnTo>
                <a:lnTo>
                  <a:pt x="8218" y="44422"/>
                </a:lnTo>
                <a:lnTo>
                  <a:pt x="3760" y="29615"/>
                </a:lnTo>
                <a:lnTo>
                  <a:pt x="95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1" y="14807"/>
                </a:lnTo>
                <a:lnTo>
                  <a:pt x="173827" y="29615"/>
                </a:lnTo>
                <a:lnTo>
                  <a:pt x="169369" y="44422"/>
                </a:lnTo>
                <a:lnTo>
                  <a:pt x="163552" y="59230"/>
                </a:lnTo>
                <a:lnTo>
                  <a:pt x="156740" y="74037"/>
                </a:lnTo>
                <a:lnTo>
                  <a:pt x="149335" y="88844"/>
                </a:lnTo>
                <a:lnTo>
                  <a:pt x="141730" y="103652"/>
                </a:lnTo>
                <a:lnTo>
                  <a:pt x="134279" y="118459"/>
                </a:lnTo>
                <a:lnTo>
                  <a:pt x="127271" y="133267"/>
                </a:lnTo>
                <a:lnTo>
                  <a:pt x="120919" y="148074"/>
                </a:lnTo>
                <a:lnTo>
                  <a:pt x="115349" y="162881"/>
                </a:lnTo>
                <a:lnTo>
                  <a:pt x="110613" y="177689"/>
                </a:lnTo>
                <a:lnTo>
                  <a:pt x="106697" y="192496"/>
                </a:lnTo>
                <a:lnTo>
                  <a:pt x="103540" y="207304"/>
                </a:lnTo>
                <a:lnTo>
                  <a:pt x="101052" y="222111"/>
                </a:lnTo>
                <a:lnTo>
                  <a:pt x="99129" y="236919"/>
                </a:lnTo>
                <a:lnTo>
                  <a:pt x="97665" y="251726"/>
                </a:lnTo>
                <a:lnTo>
                  <a:pt x="96565" y="266533"/>
                </a:lnTo>
                <a:lnTo>
                  <a:pt x="95746" y="281341"/>
                </a:lnTo>
                <a:lnTo>
                  <a:pt x="95144" y="296148"/>
                </a:lnTo>
                <a:lnTo>
                  <a:pt x="94707" y="310956"/>
                </a:lnTo>
                <a:lnTo>
                  <a:pt x="94397" y="325763"/>
                </a:lnTo>
                <a:lnTo>
                  <a:pt x="94186" y="340570"/>
                </a:lnTo>
                <a:lnTo>
                  <a:pt x="94051" y="355378"/>
                </a:lnTo>
                <a:lnTo>
                  <a:pt x="93974" y="370185"/>
                </a:lnTo>
                <a:lnTo>
                  <a:pt x="93940" y="384993"/>
                </a:lnTo>
                <a:lnTo>
                  <a:pt x="93933" y="399800"/>
                </a:lnTo>
                <a:lnTo>
                  <a:pt x="93940" y="414607"/>
                </a:lnTo>
                <a:lnTo>
                  <a:pt x="93950" y="429415"/>
                </a:lnTo>
                <a:lnTo>
                  <a:pt x="93952" y="444222"/>
                </a:lnTo>
                <a:lnTo>
                  <a:pt x="93941" y="459030"/>
                </a:lnTo>
                <a:lnTo>
                  <a:pt x="93912" y="473837"/>
                </a:lnTo>
                <a:lnTo>
                  <a:pt x="93864" y="488644"/>
                </a:lnTo>
                <a:lnTo>
                  <a:pt x="93800" y="503452"/>
                </a:lnTo>
                <a:lnTo>
                  <a:pt x="93724" y="518259"/>
                </a:lnTo>
                <a:lnTo>
                  <a:pt x="93639" y="533067"/>
                </a:lnTo>
                <a:lnTo>
                  <a:pt x="93550" y="547874"/>
                </a:lnTo>
                <a:lnTo>
                  <a:pt x="93463" y="562682"/>
                </a:lnTo>
                <a:lnTo>
                  <a:pt x="93382" y="577489"/>
                </a:lnTo>
                <a:lnTo>
                  <a:pt x="93309" y="592296"/>
                </a:lnTo>
                <a:lnTo>
                  <a:pt x="93249" y="607104"/>
                </a:lnTo>
                <a:lnTo>
                  <a:pt x="93205" y="621911"/>
                </a:lnTo>
                <a:lnTo>
                  <a:pt x="93179" y="636719"/>
                </a:lnTo>
                <a:lnTo>
                  <a:pt x="93177" y="651526"/>
                </a:lnTo>
                <a:lnTo>
                  <a:pt x="93202" y="666333"/>
                </a:lnTo>
                <a:lnTo>
                  <a:pt x="93259" y="681141"/>
                </a:lnTo>
                <a:lnTo>
                  <a:pt x="93352" y="695948"/>
                </a:lnTo>
                <a:lnTo>
                  <a:pt x="93486" y="710756"/>
                </a:lnTo>
                <a:lnTo>
                  <a:pt x="93660" y="725563"/>
                </a:lnTo>
                <a:lnTo>
                  <a:pt x="93877" y="740370"/>
                </a:lnTo>
                <a:lnTo>
                  <a:pt x="94131" y="755178"/>
                </a:lnTo>
                <a:lnTo>
                  <a:pt x="94415" y="769985"/>
                </a:lnTo>
                <a:lnTo>
                  <a:pt x="94718" y="784793"/>
                </a:lnTo>
                <a:lnTo>
                  <a:pt x="95026" y="799600"/>
                </a:lnTo>
                <a:lnTo>
                  <a:pt x="95319" y="814407"/>
                </a:lnTo>
                <a:lnTo>
                  <a:pt x="95579" y="829215"/>
                </a:lnTo>
                <a:lnTo>
                  <a:pt x="95786" y="844022"/>
                </a:lnTo>
                <a:lnTo>
                  <a:pt x="95924" y="858830"/>
                </a:lnTo>
                <a:lnTo>
                  <a:pt x="95980" y="873637"/>
                </a:lnTo>
                <a:lnTo>
                  <a:pt x="95949" y="888444"/>
                </a:lnTo>
                <a:lnTo>
                  <a:pt x="95833" y="903252"/>
                </a:lnTo>
                <a:lnTo>
                  <a:pt x="95645" y="918059"/>
                </a:lnTo>
                <a:lnTo>
                  <a:pt x="95401" y="932867"/>
                </a:lnTo>
                <a:lnTo>
                  <a:pt x="95127" y="947674"/>
                </a:lnTo>
                <a:lnTo>
                  <a:pt x="94849" y="962482"/>
                </a:lnTo>
                <a:lnTo>
                  <a:pt x="94595" y="977289"/>
                </a:lnTo>
                <a:lnTo>
                  <a:pt x="94390" y="992096"/>
                </a:lnTo>
                <a:lnTo>
                  <a:pt x="94253" y="1006904"/>
                </a:lnTo>
                <a:lnTo>
                  <a:pt x="94197" y="1021711"/>
                </a:lnTo>
                <a:lnTo>
                  <a:pt x="94227" y="1036519"/>
                </a:lnTo>
                <a:lnTo>
                  <a:pt x="94340" y="1051326"/>
                </a:lnTo>
                <a:lnTo>
                  <a:pt x="94524" y="1066133"/>
                </a:lnTo>
                <a:lnTo>
                  <a:pt x="94764" y="1080941"/>
                </a:lnTo>
                <a:lnTo>
                  <a:pt x="95041" y="1095748"/>
                </a:lnTo>
                <a:lnTo>
                  <a:pt x="95335" y="1110556"/>
                </a:lnTo>
                <a:lnTo>
                  <a:pt x="95628" y="1125363"/>
                </a:lnTo>
                <a:lnTo>
                  <a:pt x="95903" y="1140170"/>
                </a:lnTo>
                <a:lnTo>
                  <a:pt x="96146" y="1154978"/>
                </a:lnTo>
                <a:lnTo>
                  <a:pt x="96351" y="1169785"/>
                </a:lnTo>
                <a:lnTo>
                  <a:pt x="96511" y="1184593"/>
                </a:lnTo>
                <a:lnTo>
                  <a:pt x="96626" y="1199400"/>
                </a:lnTo>
                <a:lnTo>
                  <a:pt x="96697" y="1214207"/>
                </a:lnTo>
                <a:lnTo>
                  <a:pt x="96729" y="1229015"/>
                </a:lnTo>
                <a:lnTo>
                  <a:pt x="96726" y="1243822"/>
                </a:lnTo>
                <a:lnTo>
                  <a:pt x="96694" y="1258630"/>
                </a:lnTo>
                <a:lnTo>
                  <a:pt x="96639" y="1273437"/>
                </a:lnTo>
                <a:lnTo>
                  <a:pt x="96568" y="1288245"/>
                </a:lnTo>
                <a:lnTo>
                  <a:pt x="96488" y="1303052"/>
                </a:lnTo>
                <a:lnTo>
                  <a:pt x="96407" y="1317859"/>
                </a:lnTo>
                <a:lnTo>
                  <a:pt x="96331" y="1332667"/>
                </a:lnTo>
                <a:lnTo>
                  <a:pt x="96270" y="1347474"/>
                </a:lnTo>
                <a:lnTo>
                  <a:pt x="96230" y="1362282"/>
                </a:lnTo>
                <a:lnTo>
                  <a:pt x="96218" y="1377089"/>
                </a:lnTo>
                <a:lnTo>
                  <a:pt x="96241" y="1391896"/>
                </a:lnTo>
                <a:lnTo>
                  <a:pt x="96303" y="1406704"/>
                </a:lnTo>
                <a:lnTo>
                  <a:pt x="96407" y="1421511"/>
                </a:lnTo>
                <a:lnTo>
                  <a:pt x="96557" y="1436319"/>
                </a:lnTo>
                <a:lnTo>
                  <a:pt x="96759" y="1451126"/>
                </a:lnTo>
                <a:lnTo>
                  <a:pt x="97018" y="1465933"/>
                </a:lnTo>
                <a:lnTo>
                  <a:pt x="97350" y="1480741"/>
                </a:lnTo>
                <a:lnTo>
                  <a:pt x="97774" y="1495548"/>
                </a:lnTo>
                <a:lnTo>
                  <a:pt x="98320" y="1510356"/>
                </a:lnTo>
                <a:lnTo>
                  <a:pt x="99031" y="1525163"/>
                </a:lnTo>
                <a:lnTo>
                  <a:pt x="99959" y="1539970"/>
                </a:lnTo>
                <a:lnTo>
                  <a:pt x="101167" y="1554778"/>
                </a:lnTo>
                <a:lnTo>
                  <a:pt x="102722" y="1569585"/>
                </a:lnTo>
                <a:lnTo>
                  <a:pt x="104693" y="1584393"/>
                </a:lnTo>
                <a:lnTo>
                  <a:pt x="107137" y="1599200"/>
                </a:lnTo>
                <a:lnTo>
                  <a:pt x="110094" y="1614007"/>
                </a:lnTo>
                <a:lnTo>
                  <a:pt x="113572" y="1628815"/>
                </a:lnTo>
                <a:lnTo>
                  <a:pt x="117538" y="1643622"/>
                </a:lnTo>
                <a:lnTo>
                  <a:pt x="121912" y="1658430"/>
                </a:lnTo>
                <a:lnTo>
                  <a:pt x="126561" y="1673237"/>
                </a:lnTo>
                <a:lnTo>
                  <a:pt x="131305" y="1688045"/>
                </a:lnTo>
                <a:lnTo>
                  <a:pt x="135921" y="1702852"/>
                </a:lnTo>
                <a:lnTo>
                  <a:pt x="140166" y="1717659"/>
                </a:lnTo>
                <a:lnTo>
                  <a:pt x="143790" y="1732467"/>
                </a:lnTo>
                <a:lnTo>
                  <a:pt x="146566" y="1747274"/>
                </a:lnTo>
                <a:lnTo>
                  <a:pt x="148312" y="1762082"/>
                </a:lnTo>
                <a:lnTo>
                  <a:pt x="148907" y="1776889"/>
                </a:lnTo>
                <a:lnTo>
                  <a:pt x="14890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10174">
            <a:extLst>
              <a:ext uri="{FF2B5EF4-FFF2-40B4-BE49-F238E27FC236}">
                <a16:creationId xmlns:a16="http://schemas.microsoft.com/office/drawing/2014/main" id="{98E8A04A-4A51-43C1-B17F-999250DFAEB5}"/>
              </a:ext>
            </a:extLst>
          </p:cNvPr>
          <p:cNvSpPr>
            <a:spLocks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10175">
            <a:extLst>
              <a:ext uri="{FF2B5EF4-FFF2-40B4-BE49-F238E27FC236}">
                <a16:creationId xmlns:a16="http://schemas.microsoft.com/office/drawing/2014/main" id="{FC137225-92AB-45F0-A309-2D9177C3A2D5}"/>
              </a:ext>
            </a:extLst>
          </p:cNvPr>
          <p:cNvSpPr>
            <a:spLocks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10176">
            <a:extLst>
              <a:ext uri="{FF2B5EF4-FFF2-40B4-BE49-F238E27FC236}">
                <a16:creationId xmlns:a16="http://schemas.microsoft.com/office/drawing/2014/main" id="{479A8C56-017C-4236-A562-E159C1CD4C18}"/>
              </a:ext>
            </a:extLst>
          </p:cNvPr>
          <p:cNvSpPr>
            <a:spLocks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10177">
            <a:extLst>
              <a:ext uri="{FF2B5EF4-FFF2-40B4-BE49-F238E27FC236}">
                <a16:creationId xmlns:a16="http://schemas.microsoft.com/office/drawing/2014/main" id="{809DC15C-E4FD-49E2-B391-9F62647BF40E}"/>
              </a:ext>
            </a:extLst>
          </p:cNvPr>
          <p:cNvSpPr>
            <a:spLocks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10178">
            <a:extLst>
              <a:ext uri="{FF2B5EF4-FFF2-40B4-BE49-F238E27FC236}">
                <a16:creationId xmlns:a16="http://schemas.microsoft.com/office/drawing/2014/main" id="{9AF28DB0-8899-44E4-AE86-BC541B51F432}"/>
              </a:ext>
            </a:extLst>
          </p:cNvPr>
          <p:cNvSpPr>
            <a:spLocks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10179">
            <a:extLst>
              <a:ext uri="{FF2B5EF4-FFF2-40B4-BE49-F238E27FC236}">
                <a16:creationId xmlns:a16="http://schemas.microsoft.com/office/drawing/2014/main" id="{10D67FF1-8826-44BB-AB8C-B8F6A15B7E9F}"/>
              </a:ext>
            </a:extLst>
          </p:cNvPr>
          <p:cNvSpPr>
            <a:spLocks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10180">
            <a:extLst>
              <a:ext uri="{FF2B5EF4-FFF2-40B4-BE49-F238E27FC236}">
                <a16:creationId xmlns:a16="http://schemas.microsoft.com/office/drawing/2014/main" id="{0E9AF612-7E65-4070-BBD2-CCD3BDE25AD5}"/>
              </a:ext>
            </a:extLst>
          </p:cNvPr>
          <p:cNvSpPr>
            <a:spLocks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10181">
            <a:extLst>
              <a:ext uri="{FF2B5EF4-FFF2-40B4-BE49-F238E27FC236}">
                <a16:creationId xmlns:a16="http://schemas.microsoft.com/office/drawing/2014/main" id="{6B3B630B-D513-4FC6-B180-EC4F67D2E53D}"/>
              </a:ext>
            </a:extLst>
          </p:cNvPr>
          <p:cNvSpPr>
            <a:spLocks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10182">
            <a:extLst>
              <a:ext uri="{FF2B5EF4-FFF2-40B4-BE49-F238E27FC236}">
                <a16:creationId xmlns:a16="http://schemas.microsoft.com/office/drawing/2014/main" id="{796EF84D-59B7-4153-902A-C842C2AF1622}"/>
              </a:ext>
            </a:extLst>
          </p:cNvPr>
          <p:cNvSpPr>
            <a:spLocks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10183">
            <a:extLst>
              <a:ext uri="{FF2B5EF4-FFF2-40B4-BE49-F238E27FC236}">
                <a16:creationId xmlns:a16="http://schemas.microsoft.com/office/drawing/2014/main" id="{81D21D18-9ACF-4905-9599-E0DC1DC314C1}"/>
              </a:ext>
            </a:extLst>
          </p:cNvPr>
          <p:cNvSpPr>
            <a:spLocks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10184">
            <a:extLst>
              <a:ext uri="{FF2B5EF4-FFF2-40B4-BE49-F238E27FC236}">
                <a16:creationId xmlns:a16="http://schemas.microsoft.com/office/drawing/2014/main" id="{98F2F60A-6DFB-411B-801C-8CB2CDB6681A}"/>
              </a:ext>
            </a:extLst>
          </p:cNvPr>
          <p:cNvSpPr>
            <a:spLocks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10185">
            <a:extLst>
              <a:ext uri="{FF2B5EF4-FFF2-40B4-BE49-F238E27FC236}">
                <a16:creationId xmlns:a16="http://schemas.microsoft.com/office/drawing/2014/main" id="{CE9BC8B8-CBA7-41CC-890C-489E74DF9EF1}"/>
              </a:ext>
            </a:extLst>
          </p:cNvPr>
          <p:cNvSpPr>
            <a:spLocks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10186">
            <a:extLst>
              <a:ext uri="{FF2B5EF4-FFF2-40B4-BE49-F238E27FC236}">
                <a16:creationId xmlns:a16="http://schemas.microsoft.com/office/drawing/2014/main" id="{6FC2AD3D-14E2-448A-828D-C19B66CE83E1}"/>
              </a:ext>
            </a:extLst>
          </p:cNvPr>
          <p:cNvSpPr>
            <a:spLocks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10187">
            <a:extLst>
              <a:ext uri="{FF2B5EF4-FFF2-40B4-BE49-F238E27FC236}">
                <a16:creationId xmlns:a16="http://schemas.microsoft.com/office/drawing/2014/main" id="{55EBA53B-7D11-4627-9864-9CCD3614EBA7}"/>
              </a:ext>
            </a:extLst>
          </p:cNvPr>
          <p:cNvSpPr>
            <a:spLocks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10188">
            <a:extLst>
              <a:ext uri="{FF2B5EF4-FFF2-40B4-BE49-F238E27FC236}">
                <a16:creationId xmlns:a16="http://schemas.microsoft.com/office/drawing/2014/main" id="{810E7D65-52B7-4509-BDB3-0A829351EEAB}"/>
              </a:ext>
            </a:extLst>
          </p:cNvPr>
          <p:cNvSpPr>
            <a:spLocks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10189">
            <a:extLst>
              <a:ext uri="{FF2B5EF4-FFF2-40B4-BE49-F238E27FC236}">
                <a16:creationId xmlns:a16="http://schemas.microsoft.com/office/drawing/2014/main" id="{01A8DCEA-A9BE-4F9F-9470-A1083A4F8B1B}"/>
              </a:ext>
            </a:extLst>
          </p:cNvPr>
          <p:cNvSpPr>
            <a:spLocks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10190">
            <a:extLst>
              <a:ext uri="{FF2B5EF4-FFF2-40B4-BE49-F238E27FC236}">
                <a16:creationId xmlns:a16="http://schemas.microsoft.com/office/drawing/2014/main" id="{A5202BD8-63FC-470C-977D-58678A256509}"/>
              </a:ext>
            </a:extLst>
          </p:cNvPr>
          <p:cNvSpPr>
            <a:spLocks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10191">
            <a:extLst>
              <a:ext uri="{FF2B5EF4-FFF2-40B4-BE49-F238E27FC236}">
                <a16:creationId xmlns:a16="http://schemas.microsoft.com/office/drawing/2014/main" id="{1FCD2F3C-E8E2-4A5A-9AFD-8DBD2AE9EA75}"/>
              </a:ext>
            </a:extLst>
          </p:cNvPr>
          <p:cNvSpPr>
            <a:spLocks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10192">
            <a:extLst>
              <a:ext uri="{FF2B5EF4-FFF2-40B4-BE49-F238E27FC236}">
                <a16:creationId xmlns:a16="http://schemas.microsoft.com/office/drawing/2014/main" id="{FBF75149-D089-4539-A4A3-F8D0CEEC8323}"/>
              </a:ext>
            </a:extLst>
          </p:cNvPr>
          <p:cNvSpPr>
            <a:spLocks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10193">
            <a:extLst>
              <a:ext uri="{FF2B5EF4-FFF2-40B4-BE49-F238E27FC236}">
                <a16:creationId xmlns:a16="http://schemas.microsoft.com/office/drawing/2014/main" id="{9BA42FDB-9FE7-47F7-A238-BFF99DD9CD9F}"/>
              </a:ext>
            </a:extLst>
          </p:cNvPr>
          <p:cNvSpPr>
            <a:spLocks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10194">
            <a:extLst>
              <a:ext uri="{FF2B5EF4-FFF2-40B4-BE49-F238E27FC236}">
                <a16:creationId xmlns:a16="http://schemas.microsoft.com/office/drawing/2014/main" id="{24C17BA7-FF50-4BE5-BE6C-6AC7EFEBB737}"/>
              </a:ext>
            </a:extLst>
          </p:cNvPr>
          <p:cNvSpPr>
            <a:spLocks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10195">
            <a:extLst>
              <a:ext uri="{FF2B5EF4-FFF2-40B4-BE49-F238E27FC236}">
                <a16:creationId xmlns:a16="http://schemas.microsoft.com/office/drawing/2014/main" id="{5ECFBBC3-2E99-4D82-84AB-E9516EE2770D}"/>
              </a:ext>
            </a:extLst>
          </p:cNvPr>
          <p:cNvSpPr>
            <a:spLocks/>
          </p:cNvSpPr>
          <p:nvPr/>
        </p:nvSpPr>
        <p:spPr>
          <a:xfrm>
            <a:off x="73273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10196">
            <a:extLst>
              <a:ext uri="{FF2B5EF4-FFF2-40B4-BE49-F238E27FC236}">
                <a16:creationId xmlns:a16="http://schemas.microsoft.com/office/drawing/2014/main" id="{2C5A6C39-C4BE-4F57-8398-C2C1DEA7F3EE}"/>
              </a:ext>
            </a:extLst>
          </p:cNvPr>
          <p:cNvSpPr>
            <a:spLocks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10197">
            <a:extLst>
              <a:ext uri="{FF2B5EF4-FFF2-40B4-BE49-F238E27FC236}">
                <a16:creationId xmlns:a16="http://schemas.microsoft.com/office/drawing/2014/main" id="{BFC0209C-6744-41AE-90E5-1E51DF20D40A}"/>
              </a:ext>
            </a:extLst>
          </p:cNvPr>
          <p:cNvSpPr>
            <a:spLocks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10198">
            <a:extLst>
              <a:ext uri="{FF2B5EF4-FFF2-40B4-BE49-F238E27FC236}">
                <a16:creationId xmlns:a16="http://schemas.microsoft.com/office/drawing/2014/main" id="{DD9EE594-513F-403B-A22B-9F9F061D4885}"/>
              </a:ext>
            </a:extLst>
          </p:cNvPr>
          <p:cNvSpPr>
            <a:spLocks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10199">
            <a:extLst>
              <a:ext uri="{FF2B5EF4-FFF2-40B4-BE49-F238E27FC236}">
                <a16:creationId xmlns:a16="http://schemas.microsoft.com/office/drawing/2014/main" id="{8F38E6ED-A12E-473E-A6FA-1B51C6C5673B}"/>
              </a:ext>
            </a:extLst>
          </p:cNvPr>
          <p:cNvSpPr>
            <a:spLocks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10200">
            <a:extLst>
              <a:ext uri="{FF2B5EF4-FFF2-40B4-BE49-F238E27FC236}">
                <a16:creationId xmlns:a16="http://schemas.microsoft.com/office/drawing/2014/main" id="{3C2A0C0C-894B-4088-859C-36D7E80C4C50}"/>
              </a:ext>
            </a:extLst>
          </p:cNvPr>
          <p:cNvSpPr>
            <a:spLocks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10201">
            <a:extLst>
              <a:ext uri="{FF2B5EF4-FFF2-40B4-BE49-F238E27FC236}">
                <a16:creationId xmlns:a16="http://schemas.microsoft.com/office/drawing/2014/main" id="{F23FFD3F-F71D-4209-BD13-8724C08B4941}"/>
              </a:ext>
            </a:extLst>
          </p:cNvPr>
          <p:cNvSpPr>
            <a:spLocks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10202">
            <a:extLst>
              <a:ext uri="{FF2B5EF4-FFF2-40B4-BE49-F238E27FC236}">
                <a16:creationId xmlns:a16="http://schemas.microsoft.com/office/drawing/2014/main" id="{2048705C-924E-4ED1-AD39-E79C8CF5C5D5}"/>
              </a:ext>
            </a:extLst>
          </p:cNvPr>
          <p:cNvSpPr>
            <a:spLocks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10203">
            <a:extLst>
              <a:ext uri="{FF2B5EF4-FFF2-40B4-BE49-F238E27FC236}">
                <a16:creationId xmlns:a16="http://schemas.microsoft.com/office/drawing/2014/main" id="{3FB438D8-0D79-44B6-A794-E1F713734D22}"/>
              </a:ext>
            </a:extLst>
          </p:cNvPr>
          <p:cNvSpPr>
            <a:spLocks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10204">
            <a:extLst>
              <a:ext uri="{FF2B5EF4-FFF2-40B4-BE49-F238E27FC236}">
                <a16:creationId xmlns:a16="http://schemas.microsoft.com/office/drawing/2014/main" id="{D53705D9-2BA7-400C-95FA-3736084A719F}"/>
              </a:ext>
            </a:extLst>
          </p:cNvPr>
          <p:cNvSpPr>
            <a:spLocks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10205">
            <a:extLst>
              <a:ext uri="{FF2B5EF4-FFF2-40B4-BE49-F238E27FC236}">
                <a16:creationId xmlns:a16="http://schemas.microsoft.com/office/drawing/2014/main" id="{CB9B9A1E-FB92-4EFD-9EA6-FD2AC16A1DDF}"/>
              </a:ext>
            </a:extLst>
          </p:cNvPr>
          <p:cNvSpPr>
            <a:spLocks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10206">
            <a:extLst>
              <a:ext uri="{FF2B5EF4-FFF2-40B4-BE49-F238E27FC236}">
                <a16:creationId xmlns:a16="http://schemas.microsoft.com/office/drawing/2014/main" id="{301C8573-C84E-4B5F-8C40-099D69A1E7B1}"/>
              </a:ext>
            </a:extLst>
          </p:cNvPr>
          <p:cNvSpPr>
            <a:spLocks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10207">
            <a:extLst>
              <a:ext uri="{FF2B5EF4-FFF2-40B4-BE49-F238E27FC236}">
                <a16:creationId xmlns:a16="http://schemas.microsoft.com/office/drawing/2014/main" id="{6D23B35A-0C97-4006-AC81-516D3DCB1546}"/>
              </a:ext>
            </a:extLst>
          </p:cNvPr>
          <p:cNvSpPr>
            <a:spLocks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10208">
            <a:extLst>
              <a:ext uri="{FF2B5EF4-FFF2-40B4-BE49-F238E27FC236}">
                <a16:creationId xmlns:a16="http://schemas.microsoft.com/office/drawing/2014/main" id="{D48E88BD-EFC0-4E9A-9B2F-37CA4852AFA5}"/>
              </a:ext>
            </a:extLst>
          </p:cNvPr>
          <p:cNvSpPr>
            <a:spLocks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10209">
            <a:extLst>
              <a:ext uri="{FF2B5EF4-FFF2-40B4-BE49-F238E27FC236}">
                <a16:creationId xmlns:a16="http://schemas.microsoft.com/office/drawing/2014/main" id="{725B3D93-518E-4674-8CC4-2A6C7B94331E}"/>
              </a:ext>
            </a:extLst>
          </p:cNvPr>
          <p:cNvSpPr>
            <a:spLocks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10210">
            <a:extLst>
              <a:ext uri="{FF2B5EF4-FFF2-40B4-BE49-F238E27FC236}">
                <a16:creationId xmlns:a16="http://schemas.microsoft.com/office/drawing/2014/main" id="{8D375A4D-8459-4845-8064-88F2874835DE}"/>
              </a:ext>
            </a:extLst>
          </p:cNvPr>
          <p:cNvSpPr>
            <a:spLocks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10211">
            <a:extLst>
              <a:ext uri="{FF2B5EF4-FFF2-40B4-BE49-F238E27FC236}">
                <a16:creationId xmlns:a16="http://schemas.microsoft.com/office/drawing/2014/main" id="{9EF362F9-A984-4C1A-8C33-6517D3220A2E}"/>
              </a:ext>
            </a:extLst>
          </p:cNvPr>
          <p:cNvSpPr>
            <a:spLocks/>
          </p:cNvSpPr>
          <p:nvPr/>
        </p:nvSpPr>
        <p:spPr>
          <a:xfrm>
            <a:off x="733751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10212">
            <a:extLst>
              <a:ext uri="{FF2B5EF4-FFF2-40B4-BE49-F238E27FC236}">
                <a16:creationId xmlns:a16="http://schemas.microsoft.com/office/drawing/2014/main" id="{79C09CFD-A539-47F7-8136-56D52994F7B3}"/>
              </a:ext>
            </a:extLst>
          </p:cNvPr>
          <p:cNvSpPr>
            <a:spLocks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10213">
            <a:extLst>
              <a:ext uri="{FF2B5EF4-FFF2-40B4-BE49-F238E27FC236}">
                <a16:creationId xmlns:a16="http://schemas.microsoft.com/office/drawing/2014/main" id="{979058E4-9077-4C28-BC66-A3262FE01666}"/>
              </a:ext>
            </a:extLst>
          </p:cNvPr>
          <p:cNvSpPr>
            <a:spLocks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10214">
            <a:extLst>
              <a:ext uri="{FF2B5EF4-FFF2-40B4-BE49-F238E27FC236}">
                <a16:creationId xmlns:a16="http://schemas.microsoft.com/office/drawing/2014/main" id="{57C58739-0F04-40CF-B938-A4625826F6C7}"/>
              </a:ext>
            </a:extLst>
          </p:cNvPr>
          <p:cNvSpPr>
            <a:spLocks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10215">
            <a:extLst>
              <a:ext uri="{FF2B5EF4-FFF2-40B4-BE49-F238E27FC236}">
                <a16:creationId xmlns:a16="http://schemas.microsoft.com/office/drawing/2014/main" id="{06713850-FAE7-4939-8809-DA549E4A2886}"/>
              </a:ext>
            </a:extLst>
          </p:cNvPr>
          <p:cNvSpPr>
            <a:spLocks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10216">
            <a:extLst>
              <a:ext uri="{FF2B5EF4-FFF2-40B4-BE49-F238E27FC236}">
                <a16:creationId xmlns:a16="http://schemas.microsoft.com/office/drawing/2014/main" id="{9F25CA26-EEFD-4238-8160-996702E3E3F9}"/>
              </a:ext>
            </a:extLst>
          </p:cNvPr>
          <p:cNvSpPr>
            <a:spLocks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10217">
            <a:extLst>
              <a:ext uri="{FF2B5EF4-FFF2-40B4-BE49-F238E27FC236}">
                <a16:creationId xmlns:a16="http://schemas.microsoft.com/office/drawing/2014/main" id="{19E189A4-B646-4242-9E76-4E583550EA92}"/>
              </a:ext>
            </a:extLst>
          </p:cNvPr>
          <p:cNvSpPr>
            <a:spLocks/>
          </p:cNvSpPr>
          <p:nvPr/>
        </p:nvSpPr>
        <p:spPr>
          <a:xfrm>
            <a:off x="73109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10218">
            <a:extLst>
              <a:ext uri="{FF2B5EF4-FFF2-40B4-BE49-F238E27FC236}">
                <a16:creationId xmlns:a16="http://schemas.microsoft.com/office/drawing/2014/main" id="{40036E27-FDED-468E-8DAE-865C83F6FE25}"/>
              </a:ext>
            </a:extLst>
          </p:cNvPr>
          <p:cNvSpPr>
            <a:spLocks/>
          </p:cNvSpPr>
          <p:nvPr/>
        </p:nvSpPr>
        <p:spPr>
          <a:xfrm>
            <a:off x="725373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10219">
            <a:extLst>
              <a:ext uri="{FF2B5EF4-FFF2-40B4-BE49-F238E27FC236}">
                <a16:creationId xmlns:a16="http://schemas.microsoft.com/office/drawing/2014/main" id="{32E4F97A-7F1A-4B08-B2FD-B925DAD9EC6C}"/>
              </a:ext>
            </a:extLst>
          </p:cNvPr>
          <p:cNvSpPr>
            <a:spLocks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10220">
            <a:extLst>
              <a:ext uri="{FF2B5EF4-FFF2-40B4-BE49-F238E27FC236}">
                <a16:creationId xmlns:a16="http://schemas.microsoft.com/office/drawing/2014/main" id="{4C70AD13-0BCE-4EE1-BE89-1A58680D6855}"/>
              </a:ext>
            </a:extLst>
          </p:cNvPr>
          <p:cNvSpPr>
            <a:spLocks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10221">
            <a:extLst>
              <a:ext uri="{FF2B5EF4-FFF2-40B4-BE49-F238E27FC236}">
                <a16:creationId xmlns:a16="http://schemas.microsoft.com/office/drawing/2014/main" id="{0B2A5D64-404A-491A-9B0D-B7EFD24EB1DC}"/>
              </a:ext>
            </a:extLst>
          </p:cNvPr>
          <p:cNvSpPr>
            <a:spLocks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10222">
            <a:extLst>
              <a:ext uri="{FF2B5EF4-FFF2-40B4-BE49-F238E27FC236}">
                <a16:creationId xmlns:a16="http://schemas.microsoft.com/office/drawing/2014/main" id="{86EC2A36-90F6-4E73-A579-019D4F497897}"/>
              </a:ext>
            </a:extLst>
          </p:cNvPr>
          <p:cNvSpPr>
            <a:spLocks/>
          </p:cNvSpPr>
          <p:nvPr/>
        </p:nvSpPr>
        <p:spPr>
          <a:xfrm>
            <a:off x="7308976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10223">
            <a:extLst>
              <a:ext uri="{FF2B5EF4-FFF2-40B4-BE49-F238E27FC236}">
                <a16:creationId xmlns:a16="http://schemas.microsoft.com/office/drawing/2014/main" id="{C0786C88-828F-4C4E-B4B6-6F11E4BCAE5A}"/>
              </a:ext>
            </a:extLst>
          </p:cNvPr>
          <p:cNvSpPr>
            <a:spLocks/>
          </p:cNvSpPr>
          <p:nvPr/>
        </p:nvSpPr>
        <p:spPr>
          <a:xfrm>
            <a:off x="7243437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10224">
            <a:extLst>
              <a:ext uri="{FF2B5EF4-FFF2-40B4-BE49-F238E27FC236}">
                <a16:creationId xmlns:a16="http://schemas.microsoft.com/office/drawing/2014/main" id="{C5C99003-3949-4BCA-BAB2-F00D35D798E7}"/>
              </a:ext>
            </a:extLst>
          </p:cNvPr>
          <p:cNvSpPr>
            <a:spLocks/>
          </p:cNvSpPr>
          <p:nvPr/>
        </p:nvSpPr>
        <p:spPr>
          <a:xfrm>
            <a:off x="7253600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10225">
            <a:extLst>
              <a:ext uri="{FF2B5EF4-FFF2-40B4-BE49-F238E27FC236}">
                <a16:creationId xmlns:a16="http://schemas.microsoft.com/office/drawing/2014/main" id="{B2670277-CD03-4776-B891-DA303C47950A}"/>
              </a:ext>
            </a:extLst>
          </p:cNvPr>
          <p:cNvSpPr>
            <a:spLocks/>
          </p:cNvSpPr>
          <p:nvPr/>
        </p:nvSpPr>
        <p:spPr>
          <a:xfrm>
            <a:off x="73345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10226">
            <a:extLst>
              <a:ext uri="{FF2B5EF4-FFF2-40B4-BE49-F238E27FC236}">
                <a16:creationId xmlns:a16="http://schemas.microsoft.com/office/drawing/2014/main" id="{0A27B327-A6E2-4118-B20C-97C4A5CC25B5}"/>
              </a:ext>
            </a:extLst>
          </p:cNvPr>
          <p:cNvSpPr>
            <a:spLocks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10227">
            <a:extLst>
              <a:ext uri="{FF2B5EF4-FFF2-40B4-BE49-F238E27FC236}">
                <a16:creationId xmlns:a16="http://schemas.microsoft.com/office/drawing/2014/main" id="{C16E558D-4878-4300-A222-05EB407E3945}"/>
              </a:ext>
            </a:extLst>
          </p:cNvPr>
          <p:cNvSpPr>
            <a:spLocks/>
          </p:cNvSpPr>
          <p:nvPr/>
        </p:nvSpPr>
        <p:spPr>
          <a:xfrm>
            <a:off x="7327218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10228">
            <a:extLst>
              <a:ext uri="{FF2B5EF4-FFF2-40B4-BE49-F238E27FC236}">
                <a16:creationId xmlns:a16="http://schemas.microsoft.com/office/drawing/2014/main" id="{0A01AEA5-0A0F-4C97-A4A4-9EF9920D7766}"/>
              </a:ext>
            </a:extLst>
          </p:cNvPr>
          <p:cNvSpPr>
            <a:spLocks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10229">
            <a:extLst>
              <a:ext uri="{FF2B5EF4-FFF2-40B4-BE49-F238E27FC236}">
                <a16:creationId xmlns:a16="http://schemas.microsoft.com/office/drawing/2014/main" id="{27D62D46-F697-455C-950A-0BEA5D9C0CE7}"/>
              </a:ext>
            </a:extLst>
          </p:cNvPr>
          <p:cNvSpPr>
            <a:spLocks/>
          </p:cNvSpPr>
          <p:nvPr/>
        </p:nvSpPr>
        <p:spPr>
          <a:xfrm>
            <a:off x="733164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10230">
            <a:extLst>
              <a:ext uri="{FF2B5EF4-FFF2-40B4-BE49-F238E27FC236}">
                <a16:creationId xmlns:a16="http://schemas.microsoft.com/office/drawing/2014/main" id="{4846F1ED-A1E6-4B22-9668-B6B184AF32C6}"/>
              </a:ext>
            </a:extLst>
          </p:cNvPr>
          <p:cNvSpPr>
            <a:spLocks/>
          </p:cNvSpPr>
          <p:nvPr/>
        </p:nvSpPr>
        <p:spPr>
          <a:xfrm>
            <a:off x="725672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10231">
            <a:extLst>
              <a:ext uri="{FF2B5EF4-FFF2-40B4-BE49-F238E27FC236}">
                <a16:creationId xmlns:a16="http://schemas.microsoft.com/office/drawing/2014/main" id="{AC4E47C9-C676-461A-B6C3-2B952B130C1E}"/>
              </a:ext>
            </a:extLst>
          </p:cNvPr>
          <p:cNvSpPr>
            <a:spLocks/>
          </p:cNvSpPr>
          <p:nvPr/>
        </p:nvSpPr>
        <p:spPr>
          <a:xfrm>
            <a:off x="723705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10232">
            <a:extLst>
              <a:ext uri="{FF2B5EF4-FFF2-40B4-BE49-F238E27FC236}">
                <a16:creationId xmlns:a16="http://schemas.microsoft.com/office/drawing/2014/main" id="{04590174-8D23-4610-811A-1DD075AF27EA}"/>
              </a:ext>
            </a:extLst>
          </p:cNvPr>
          <p:cNvSpPr>
            <a:spLocks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10233">
            <a:extLst>
              <a:ext uri="{FF2B5EF4-FFF2-40B4-BE49-F238E27FC236}">
                <a16:creationId xmlns:a16="http://schemas.microsoft.com/office/drawing/2014/main" id="{3A7980D0-86ED-4FB8-9A59-8375D9BCE119}"/>
              </a:ext>
            </a:extLst>
          </p:cNvPr>
          <p:cNvSpPr>
            <a:spLocks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10234">
            <a:extLst>
              <a:ext uri="{FF2B5EF4-FFF2-40B4-BE49-F238E27FC236}">
                <a16:creationId xmlns:a16="http://schemas.microsoft.com/office/drawing/2014/main" id="{B741A912-DEF8-445D-A320-3629D59150A4}"/>
              </a:ext>
            </a:extLst>
          </p:cNvPr>
          <p:cNvSpPr>
            <a:spLocks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10235">
            <a:extLst>
              <a:ext uri="{FF2B5EF4-FFF2-40B4-BE49-F238E27FC236}">
                <a16:creationId xmlns:a16="http://schemas.microsoft.com/office/drawing/2014/main" id="{F3D7CF2D-0717-40A5-8154-35141D8AEA3B}"/>
              </a:ext>
            </a:extLst>
          </p:cNvPr>
          <p:cNvSpPr>
            <a:spLocks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10236">
            <a:extLst>
              <a:ext uri="{FF2B5EF4-FFF2-40B4-BE49-F238E27FC236}">
                <a16:creationId xmlns:a16="http://schemas.microsoft.com/office/drawing/2014/main" id="{E8362BE3-3525-4E0C-AE8B-B1822DA7263A}"/>
              </a:ext>
            </a:extLst>
          </p:cNvPr>
          <p:cNvSpPr>
            <a:spLocks/>
          </p:cNvSpPr>
          <p:nvPr/>
        </p:nvSpPr>
        <p:spPr>
          <a:xfrm>
            <a:off x="72321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10237">
            <a:extLst>
              <a:ext uri="{FF2B5EF4-FFF2-40B4-BE49-F238E27FC236}">
                <a16:creationId xmlns:a16="http://schemas.microsoft.com/office/drawing/2014/main" id="{99EAC928-FA4C-4697-8A9D-188F4127DC72}"/>
              </a:ext>
            </a:extLst>
          </p:cNvPr>
          <p:cNvSpPr>
            <a:spLocks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10238">
            <a:extLst>
              <a:ext uri="{FF2B5EF4-FFF2-40B4-BE49-F238E27FC236}">
                <a16:creationId xmlns:a16="http://schemas.microsoft.com/office/drawing/2014/main" id="{C7185C2A-BEC9-4063-80E1-0D4731966AFA}"/>
              </a:ext>
            </a:extLst>
          </p:cNvPr>
          <p:cNvSpPr>
            <a:spLocks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10239">
            <a:extLst>
              <a:ext uri="{FF2B5EF4-FFF2-40B4-BE49-F238E27FC236}">
                <a16:creationId xmlns:a16="http://schemas.microsoft.com/office/drawing/2014/main" id="{C905FAA5-C180-494B-A1A8-98993CD902B0}"/>
              </a:ext>
            </a:extLst>
          </p:cNvPr>
          <p:cNvSpPr>
            <a:spLocks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10240">
            <a:extLst>
              <a:ext uri="{FF2B5EF4-FFF2-40B4-BE49-F238E27FC236}">
                <a16:creationId xmlns:a16="http://schemas.microsoft.com/office/drawing/2014/main" id="{6B8ED456-7478-418E-A196-8AA1140514CC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10241">
            <a:extLst>
              <a:ext uri="{FF2B5EF4-FFF2-40B4-BE49-F238E27FC236}">
                <a16:creationId xmlns:a16="http://schemas.microsoft.com/office/drawing/2014/main" id="{20086072-E525-416D-A1DC-AA32A948F93F}"/>
              </a:ext>
            </a:extLst>
          </p:cNvPr>
          <p:cNvSpPr>
            <a:spLocks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10242">
            <a:extLst>
              <a:ext uri="{FF2B5EF4-FFF2-40B4-BE49-F238E27FC236}">
                <a16:creationId xmlns:a16="http://schemas.microsoft.com/office/drawing/2014/main" id="{CDA69D85-FAEB-44D3-B33B-A6D6CE44600B}"/>
              </a:ext>
            </a:extLst>
          </p:cNvPr>
          <p:cNvSpPr>
            <a:spLocks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10243">
            <a:extLst>
              <a:ext uri="{FF2B5EF4-FFF2-40B4-BE49-F238E27FC236}">
                <a16:creationId xmlns:a16="http://schemas.microsoft.com/office/drawing/2014/main" id="{0D5DD68D-9174-44CA-B29F-75944D75CAA9}"/>
              </a:ext>
            </a:extLst>
          </p:cNvPr>
          <p:cNvSpPr>
            <a:spLocks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10244">
            <a:extLst>
              <a:ext uri="{FF2B5EF4-FFF2-40B4-BE49-F238E27FC236}">
                <a16:creationId xmlns:a16="http://schemas.microsoft.com/office/drawing/2014/main" id="{356B5DB9-0B31-4325-90FB-027B57B4299E}"/>
              </a:ext>
            </a:extLst>
          </p:cNvPr>
          <p:cNvSpPr>
            <a:spLocks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10245">
            <a:extLst>
              <a:ext uri="{FF2B5EF4-FFF2-40B4-BE49-F238E27FC236}">
                <a16:creationId xmlns:a16="http://schemas.microsoft.com/office/drawing/2014/main" id="{1859003D-F9CB-4167-88F0-1958D6F7C118}"/>
              </a:ext>
            </a:extLst>
          </p:cNvPr>
          <p:cNvSpPr>
            <a:spLocks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10246">
            <a:extLst>
              <a:ext uri="{FF2B5EF4-FFF2-40B4-BE49-F238E27FC236}">
                <a16:creationId xmlns:a16="http://schemas.microsoft.com/office/drawing/2014/main" id="{3CE03805-D2C5-454C-9D44-8EBCBB0983C9}"/>
              </a:ext>
            </a:extLst>
          </p:cNvPr>
          <p:cNvSpPr>
            <a:spLocks/>
          </p:cNvSpPr>
          <p:nvPr/>
        </p:nvSpPr>
        <p:spPr>
          <a:xfrm>
            <a:off x="731914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10247">
            <a:extLst>
              <a:ext uri="{FF2B5EF4-FFF2-40B4-BE49-F238E27FC236}">
                <a16:creationId xmlns:a16="http://schemas.microsoft.com/office/drawing/2014/main" id="{03D09C15-A64C-4172-90A7-CEE3A684D219}"/>
              </a:ext>
            </a:extLst>
          </p:cNvPr>
          <p:cNvSpPr>
            <a:spLocks/>
          </p:cNvSpPr>
          <p:nvPr/>
        </p:nvSpPr>
        <p:spPr>
          <a:xfrm>
            <a:off x="730024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10248">
            <a:extLst>
              <a:ext uri="{FF2B5EF4-FFF2-40B4-BE49-F238E27FC236}">
                <a16:creationId xmlns:a16="http://schemas.microsoft.com/office/drawing/2014/main" id="{25CED4B4-5354-4047-9D34-B37E8D97B8FF}"/>
              </a:ext>
            </a:extLst>
          </p:cNvPr>
          <p:cNvSpPr>
            <a:spLocks/>
          </p:cNvSpPr>
          <p:nvPr/>
        </p:nvSpPr>
        <p:spPr>
          <a:xfrm>
            <a:off x="73384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10249">
            <a:extLst>
              <a:ext uri="{FF2B5EF4-FFF2-40B4-BE49-F238E27FC236}">
                <a16:creationId xmlns:a16="http://schemas.microsoft.com/office/drawing/2014/main" id="{246F8685-AEF5-4A7E-995E-4DA64EFACEB7}"/>
              </a:ext>
            </a:extLst>
          </p:cNvPr>
          <p:cNvSpPr>
            <a:spLocks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10250">
            <a:extLst>
              <a:ext uri="{FF2B5EF4-FFF2-40B4-BE49-F238E27FC236}">
                <a16:creationId xmlns:a16="http://schemas.microsoft.com/office/drawing/2014/main" id="{ECFB0E4A-8446-4C5F-A3CE-D70FA73F87F6}"/>
              </a:ext>
            </a:extLst>
          </p:cNvPr>
          <p:cNvSpPr>
            <a:spLocks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10251">
            <a:extLst>
              <a:ext uri="{FF2B5EF4-FFF2-40B4-BE49-F238E27FC236}">
                <a16:creationId xmlns:a16="http://schemas.microsoft.com/office/drawing/2014/main" id="{C1562705-D776-46B7-92CF-35D1A74299C8}"/>
              </a:ext>
            </a:extLst>
          </p:cNvPr>
          <p:cNvSpPr>
            <a:spLocks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10252">
            <a:extLst>
              <a:ext uri="{FF2B5EF4-FFF2-40B4-BE49-F238E27FC236}">
                <a16:creationId xmlns:a16="http://schemas.microsoft.com/office/drawing/2014/main" id="{43CFD7A2-E064-441F-BB2F-3508A25E3980}"/>
              </a:ext>
            </a:extLst>
          </p:cNvPr>
          <p:cNvSpPr>
            <a:spLocks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10253">
            <a:extLst>
              <a:ext uri="{FF2B5EF4-FFF2-40B4-BE49-F238E27FC236}">
                <a16:creationId xmlns:a16="http://schemas.microsoft.com/office/drawing/2014/main" id="{F3160C80-2363-4F2C-ACBA-8434CDE75149}"/>
              </a:ext>
            </a:extLst>
          </p:cNvPr>
          <p:cNvSpPr>
            <a:spLocks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10254">
            <a:extLst>
              <a:ext uri="{FF2B5EF4-FFF2-40B4-BE49-F238E27FC236}">
                <a16:creationId xmlns:a16="http://schemas.microsoft.com/office/drawing/2014/main" id="{E712882B-11E9-4F49-AD15-1374A2EE2A6F}"/>
              </a:ext>
            </a:extLst>
          </p:cNvPr>
          <p:cNvSpPr>
            <a:spLocks/>
          </p:cNvSpPr>
          <p:nvPr/>
        </p:nvSpPr>
        <p:spPr>
          <a:xfrm>
            <a:off x="726780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10255">
            <a:extLst>
              <a:ext uri="{FF2B5EF4-FFF2-40B4-BE49-F238E27FC236}">
                <a16:creationId xmlns:a16="http://schemas.microsoft.com/office/drawing/2014/main" id="{DB9ED24E-E92D-44B2-BE78-8137E4D6D0FD}"/>
              </a:ext>
            </a:extLst>
          </p:cNvPr>
          <p:cNvSpPr>
            <a:spLocks/>
          </p:cNvSpPr>
          <p:nvPr/>
        </p:nvSpPr>
        <p:spPr>
          <a:xfrm>
            <a:off x="7324091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10256">
            <a:extLst>
              <a:ext uri="{FF2B5EF4-FFF2-40B4-BE49-F238E27FC236}">
                <a16:creationId xmlns:a16="http://schemas.microsoft.com/office/drawing/2014/main" id="{817787EA-B07C-44E7-8DD5-0E7713598A79}"/>
              </a:ext>
            </a:extLst>
          </p:cNvPr>
          <p:cNvSpPr>
            <a:spLocks/>
          </p:cNvSpPr>
          <p:nvPr/>
        </p:nvSpPr>
        <p:spPr>
          <a:xfrm>
            <a:off x="723184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10257">
            <a:extLst>
              <a:ext uri="{FF2B5EF4-FFF2-40B4-BE49-F238E27FC236}">
                <a16:creationId xmlns:a16="http://schemas.microsoft.com/office/drawing/2014/main" id="{94532EE9-C272-4F7A-A24A-BD7BB3EEE2CA}"/>
              </a:ext>
            </a:extLst>
          </p:cNvPr>
          <p:cNvSpPr>
            <a:spLocks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10258">
            <a:extLst>
              <a:ext uri="{FF2B5EF4-FFF2-40B4-BE49-F238E27FC236}">
                <a16:creationId xmlns:a16="http://schemas.microsoft.com/office/drawing/2014/main" id="{0063AB85-3B43-46AD-AC27-294D764BEE48}"/>
              </a:ext>
            </a:extLst>
          </p:cNvPr>
          <p:cNvSpPr>
            <a:spLocks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10259">
            <a:extLst>
              <a:ext uri="{FF2B5EF4-FFF2-40B4-BE49-F238E27FC236}">
                <a16:creationId xmlns:a16="http://schemas.microsoft.com/office/drawing/2014/main" id="{A06EB06F-D4B6-4408-90D5-9DC167EA646D}"/>
              </a:ext>
            </a:extLst>
          </p:cNvPr>
          <p:cNvSpPr>
            <a:spLocks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10260">
            <a:extLst>
              <a:ext uri="{FF2B5EF4-FFF2-40B4-BE49-F238E27FC236}">
                <a16:creationId xmlns:a16="http://schemas.microsoft.com/office/drawing/2014/main" id="{BF71FF3C-8611-4241-8CA1-595A15E526B5}"/>
              </a:ext>
            </a:extLst>
          </p:cNvPr>
          <p:cNvSpPr>
            <a:spLocks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10261">
            <a:extLst>
              <a:ext uri="{FF2B5EF4-FFF2-40B4-BE49-F238E27FC236}">
                <a16:creationId xmlns:a16="http://schemas.microsoft.com/office/drawing/2014/main" id="{62895175-78A1-4D18-BA5E-571B24219F62}"/>
              </a:ext>
            </a:extLst>
          </p:cNvPr>
          <p:cNvSpPr>
            <a:spLocks/>
          </p:cNvSpPr>
          <p:nvPr/>
        </p:nvSpPr>
        <p:spPr>
          <a:xfrm>
            <a:off x="731353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10262">
            <a:extLst>
              <a:ext uri="{FF2B5EF4-FFF2-40B4-BE49-F238E27FC236}">
                <a16:creationId xmlns:a16="http://schemas.microsoft.com/office/drawing/2014/main" id="{7264A5B3-2AC0-4BC1-89A6-664DBD1FFD79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10263">
            <a:extLst>
              <a:ext uri="{FF2B5EF4-FFF2-40B4-BE49-F238E27FC236}">
                <a16:creationId xmlns:a16="http://schemas.microsoft.com/office/drawing/2014/main" id="{D8216158-A436-4A94-B058-8A9FBA90E288}"/>
              </a:ext>
            </a:extLst>
          </p:cNvPr>
          <p:cNvSpPr>
            <a:spLocks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10264">
            <a:extLst>
              <a:ext uri="{FF2B5EF4-FFF2-40B4-BE49-F238E27FC236}">
                <a16:creationId xmlns:a16="http://schemas.microsoft.com/office/drawing/2014/main" id="{A7F2FD57-1674-4CB3-B9B8-078558B9368B}"/>
              </a:ext>
            </a:extLst>
          </p:cNvPr>
          <p:cNvSpPr>
            <a:spLocks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10265">
            <a:extLst>
              <a:ext uri="{FF2B5EF4-FFF2-40B4-BE49-F238E27FC236}">
                <a16:creationId xmlns:a16="http://schemas.microsoft.com/office/drawing/2014/main" id="{2197DC8A-D6FF-46CF-86DB-D01F58C6E882}"/>
              </a:ext>
            </a:extLst>
          </p:cNvPr>
          <p:cNvSpPr>
            <a:spLocks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10266">
            <a:extLst>
              <a:ext uri="{FF2B5EF4-FFF2-40B4-BE49-F238E27FC236}">
                <a16:creationId xmlns:a16="http://schemas.microsoft.com/office/drawing/2014/main" id="{9BA9C9D9-B848-4288-BB80-18165DE5B810}"/>
              </a:ext>
            </a:extLst>
          </p:cNvPr>
          <p:cNvSpPr>
            <a:spLocks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10267">
            <a:extLst>
              <a:ext uri="{FF2B5EF4-FFF2-40B4-BE49-F238E27FC236}">
                <a16:creationId xmlns:a16="http://schemas.microsoft.com/office/drawing/2014/main" id="{58793F5C-5D9A-496A-9EDF-E0AF4A0874BD}"/>
              </a:ext>
            </a:extLst>
          </p:cNvPr>
          <p:cNvSpPr>
            <a:spLocks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10268">
            <a:extLst>
              <a:ext uri="{FF2B5EF4-FFF2-40B4-BE49-F238E27FC236}">
                <a16:creationId xmlns:a16="http://schemas.microsoft.com/office/drawing/2014/main" id="{FAB462B4-92FB-403B-AE4C-D2406E332CF9}"/>
              </a:ext>
            </a:extLst>
          </p:cNvPr>
          <p:cNvSpPr>
            <a:spLocks/>
          </p:cNvSpPr>
          <p:nvPr/>
        </p:nvSpPr>
        <p:spPr>
          <a:xfrm>
            <a:off x="7306110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10269">
            <a:extLst>
              <a:ext uri="{FF2B5EF4-FFF2-40B4-BE49-F238E27FC236}">
                <a16:creationId xmlns:a16="http://schemas.microsoft.com/office/drawing/2014/main" id="{2AD98117-B056-463A-A8FF-8531B90C91AC}"/>
              </a:ext>
            </a:extLst>
          </p:cNvPr>
          <p:cNvSpPr>
            <a:spLocks/>
          </p:cNvSpPr>
          <p:nvPr/>
        </p:nvSpPr>
        <p:spPr>
          <a:xfrm>
            <a:off x="7323309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10270">
            <a:extLst>
              <a:ext uri="{FF2B5EF4-FFF2-40B4-BE49-F238E27FC236}">
                <a16:creationId xmlns:a16="http://schemas.microsoft.com/office/drawing/2014/main" id="{37A4EBE3-8839-4FE3-8F69-308733E621AB}"/>
              </a:ext>
            </a:extLst>
          </p:cNvPr>
          <p:cNvSpPr>
            <a:spLocks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10271">
            <a:extLst>
              <a:ext uri="{FF2B5EF4-FFF2-40B4-BE49-F238E27FC236}">
                <a16:creationId xmlns:a16="http://schemas.microsoft.com/office/drawing/2014/main" id="{FCB4300B-BB3C-4F49-A670-8DC0467416C4}"/>
              </a:ext>
            </a:extLst>
          </p:cNvPr>
          <p:cNvSpPr>
            <a:spLocks/>
          </p:cNvSpPr>
          <p:nvPr/>
        </p:nvSpPr>
        <p:spPr>
          <a:xfrm>
            <a:off x="723079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10272">
            <a:extLst>
              <a:ext uri="{FF2B5EF4-FFF2-40B4-BE49-F238E27FC236}">
                <a16:creationId xmlns:a16="http://schemas.microsoft.com/office/drawing/2014/main" id="{5FE37B3E-1265-478B-AA9D-74E70AE5083E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10273">
            <a:extLst>
              <a:ext uri="{FF2B5EF4-FFF2-40B4-BE49-F238E27FC236}">
                <a16:creationId xmlns:a16="http://schemas.microsoft.com/office/drawing/2014/main" id="{0FF291DE-A4B3-48D0-BC0E-6013F6B93484}"/>
              </a:ext>
            </a:extLst>
          </p:cNvPr>
          <p:cNvSpPr>
            <a:spLocks/>
          </p:cNvSpPr>
          <p:nvPr/>
        </p:nvSpPr>
        <p:spPr>
          <a:xfrm>
            <a:off x="7339466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10274">
            <a:extLst>
              <a:ext uri="{FF2B5EF4-FFF2-40B4-BE49-F238E27FC236}">
                <a16:creationId xmlns:a16="http://schemas.microsoft.com/office/drawing/2014/main" id="{F711D52C-FBAF-4683-A014-7165D42D3586}"/>
              </a:ext>
            </a:extLst>
          </p:cNvPr>
          <p:cNvSpPr>
            <a:spLocks/>
          </p:cNvSpPr>
          <p:nvPr/>
        </p:nvSpPr>
        <p:spPr>
          <a:xfrm>
            <a:off x="73450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10275">
            <a:extLst>
              <a:ext uri="{FF2B5EF4-FFF2-40B4-BE49-F238E27FC236}">
                <a16:creationId xmlns:a16="http://schemas.microsoft.com/office/drawing/2014/main" id="{5995F078-EAEA-485A-9B65-1187B152AC36}"/>
              </a:ext>
            </a:extLst>
          </p:cNvPr>
          <p:cNvSpPr>
            <a:spLocks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10276">
            <a:extLst>
              <a:ext uri="{FF2B5EF4-FFF2-40B4-BE49-F238E27FC236}">
                <a16:creationId xmlns:a16="http://schemas.microsoft.com/office/drawing/2014/main" id="{35BD2347-18A1-401F-A30A-378A7DE00A18}"/>
              </a:ext>
            </a:extLst>
          </p:cNvPr>
          <p:cNvSpPr>
            <a:spLocks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10277">
            <a:extLst>
              <a:ext uri="{FF2B5EF4-FFF2-40B4-BE49-F238E27FC236}">
                <a16:creationId xmlns:a16="http://schemas.microsoft.com/office/drawing/2014/main" id="{DD7DA5C2-EA1C-4A90-8C93-9A0CA38DD510}"/>
              </a:ext>
            </a:extLst>
          </p:cNvPr>
          <p:cNvSpPr>
            <a:spLocks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10278">
            <a:extLst>
              <a:ext uri="{FF2B5EF4-FFF2-40B4-BE49-F238E27FC236}">
                <a16:creationId xmlns:a16="http://schemas.microsoft.com/office/drawing/2014/main" id="{D27EDF53-7A5D-4570-B69D-10D478AB7481}"/>
              </a:ext>
            </a:extLst>
          </p:cNvPr>
          <p:cNvSpPr>
            <a:spLocks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10279">
            <a:extLst>
              <a:ext uri="{FF2B5EF4-FFF2-40B4-BE49-F238E27FC236}">
                <a16:creationId xmlns:a16="http://schemas.microsoft.com/office/drawing/2014/main" id="{FB71B2EE-32E1-4060-809A-8F17EE86BFB3}"/>
              </a:ext>
            </a:extLst>
          </p:cNvPr>
          <p:cNvSpPr>
            <a:spLocks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10280">
            <a:extLst>
              <a:ext uri="{FF2B5EF4-FFF2-40B4-BE49-F238E27FC236}">
                <a16:creationId xmlns:a16="http://schemas.microsoft.com/office/drawing/2014/main" id="{7C088AA1-AAE6-45E5-AE6D-F0B310E9EF0F}"/>
              </a:ext>
            </a:extLst>
          </p:cNvPr>
          <p:cNvSpPr>
            <a:spLocks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10281">
            <a:extLst>
              <a:ext uri="{FF2B5EF4-FFF2-40B4-BE49-F238E27FC236}">
                <a16:creationId xmlns:a16="http://schemas.microsoft.com/office/drawing/2014/main" id="{28AF6214-49C5-49ED-93AD-BD580AAE5A22}"/>
              </a:ext>
            </a:extLst>
          </p:cNvPr>
          <p:cNvSpPr>
            <a:spLocks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10282">
            <a:extLst>
              <a:ext uri="{FF2B5EF4-FFF2-40B4-BE49-F238E27FC236}">
                <a16:creationId xmlns:a16="http://schemas.microsoft.com/office/drawing/2014/main" id="{3DF86EB7-F00A-4F73-9D54-0A094C40A987}"/>
              </a:ext>
            </a:extLst>
          </p:cNvPr>
          <p:cNvSpPr>
            <a:spLocks/>
          </p:cNvSpPr>
          <p:nvPr/>
        </p:nvSpPr>
        <p:spPr>
          <a:xfrm>
            <a:off x="7237313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10283">
            <a:extLst>
              <a:ext uri="{FF2B5EF4-FFF2-40B4-BE49-F238E27FC236}">
                <a16:creationId xmlns:a16="http://schemas.microsoft.com/office/drawing/2014/main" id="{617EA6D8-E62C-4292-BD89-7134262E0B98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10284">
            <a:extLst>
              <a:ext uri="{FF2B5EF4-FFF2-40B4-BE49-F238E27FC236}">
                <a16:creationId xmlns:a16="http://schemas.microsoft.com/office/drawing/2014/main" id="{F74EB4F3-01D0-4CD9-9922-D8F7CB43AE3B}"/>
              </a:ext>
            </a:extLst>
          </p:cNvPr>
          <p:cNvSpPr>
            <a:spLocks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10285">
            <a:extLst>
              <a:ext uri="{FF2B5EF4-FFF2-40B4-BE49-F238E27FC236}">
                <a16:creationId xmlns:a16="http://schemas.microsoft.com/office/drawing/2014/main" id="{D4EC990D-52F7-4192-AC01-9C1555A00054}"/>
              </a:ext>
            </a:extLst>
          </p:cNvPr>
          <p:cNvSpPr>
            <a:spLocks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10286">
            <a:extLst>
              <a:ext uri="{FF2B5EF4-FFF2-40B4-BE49-F238E27FC236}">
                <a16:creationId xmlns:a16="http://schemas.microsoft.com/office/drawing/2014/main" id="{B8A0EF63-3814-4E5B-BB9D-787930F8F949}"/>
              </a:ext>
            </a:extLst>
          </p:cNvPr>
          <p:cNvSpPr>
            <a:spLocks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10287">
            <a:extLst>
              <a:ext uri="{FF2B5EF4-FFF2-40B4-BE49-F238E27FC236}">
                <a16:creationId xmlns:a16="http://schemas.microsoft.com/office/drawing/2014/main" id="{A721215B-E500-4096-AB79-A43C09876C1D}"/>
              </a:ext>
            </a:extLst>
          </p:cNvPr>
          <p:cNvSpPr>
            <a:spLocks/>
          </p:cNvSpPr>
          <p:nvPr/>
        </p:nvSpPr>
        <p:spPr>
          <a:xfrm>
            <a:off x="7220245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10288">
            <a:extLst>
              <a:ext uri="{FF2B5EF4-FFF2-40B4-BE49-F238E27FC236}">
                <a16:creationId xmlns:a16="http://schemas.microsoft.com/office/drawing/2014/main" id="{43BEB16A-4174-4EF3-AE00-6E94C32A0EF1}"/>
              </a:ext>
            </a:extLst>
          </p:cNvPr>
          <p:cNvSpPr>
            <a:spLocks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10289">
            <a:extLst>
              <a:ext uri="{FF2B5EF4-FFF2-40B4-BE49-F238E27FC236}">
                <a16:creationId xmlns:a16="http://schemas.microsoft.com/office/drawing/2014/main" id="{E811248C-AA7F-4765-B06C-BAFA2B4635EA}"/>
              </a:ext>
            </a:extLst>
          </p:cNvPr>
          <p:cNvSpPr>
            <a:spLocks/>
          </p:cNvSpPr>
          <p:nvPr/>
        </p:nvSpPr>
        <p:spPr>
          <a:xfrm>
            <a:off x="7668862" y="53612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10290">
            <a:extLst>
              <a:ext uri="{FF2B5EF4-FFF2-40B4-BE49-F238E27FC236}">
                <a16:creationId xmlns:a16="http://schemas.microsoft.com/office/drawing/2014/main" id="{EBF29DA6-BF57-48B7-AC71-FFADE9B1DB7A}"/>
              </a:ext>
            </a:extLst>
          </p:cNvPr>
          <p:cNvSpPr>
            <a:spLocks/>
          </p:cNvSpPr>
          <p:nvPr/>
        </p:nvSpPr>
        <p:spPr>
          <a:xfrm>
            <a:off x="75581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10291">
            <a:extLst>
              <a:ext uri="{FF2B5EF4-FFF2-40B4-BE49-F238E27FC236}">
                <a16:creationId xmlns:a16="http://schemas.microsoft.com/office/drawing/2014/main" id="{329DE977-74E1-4BE9-8552-97ED38916D7C}"/>
              </a:ext>
            </a:extLst>
          </p:cNvPr>
          <p:cNvSpPr>
            <a:spLocks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10292">
            <a:extLst>
              <a:ext uri="{FF2B5EF4-FFF2-40B4-BE49-F238E27FC236}">
                <a16:creationId xmlns:a16="http://schemas.microsoft.com/office/drawing/2014/main" id="{70D28CF3-6E6F-4E76-A6FD-67282DC59185}"/>
              </a:ext>
            </a:extLst>
          </p:cNvPr>
          <p:cNvSpPr>
            <a:spLocks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10293">
            <a:extLst>
              <a:ext uri="{FF2B5EF4-FFF2-40B4-BE49-F238E27FC236}">
                <a16:creationId xmlns:a16="http://schemas.microsoft.com/office/drawing/2014/main" id="{FB802870-74E4-4C24-8D3F-A9522C25D1CA}"/>
              </a:ext>
            </a:extLst>
          </p:cNvPr>
          <p:cNvSpPr>
            <a:spLocks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10294">
            <a:extLst>
              <a:ext uri="{FF2B5EF4-FFF2-40B4-BE49-F238E27FC236}">
                <a16:creationId xmlns:a16="http://schemas.microsoft.com/office/drawing/2014/main" id="{7C4EFD63-E842-416E-ACE3-D7DE6ED14395}"/>
              </a:ext>
            </a:extLst>
          </p:cNvPr>
          <p:cNvSpPr>
            <a:spLocks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10295">
            <a:extLst>
              <a:ext uri="{FF2B5EF4-FFF2-40B4-BE49-F238E27FC236}">
                <a16:creationId xmlns:a16="http://schemas.microsoft.com/office/drawing/2014/main" id="{47028EE4-9278-425E-A5F7-882A6BDE6C22}"/>
              </a:ext>
            </a:extLst>
          </p:cNvPr>
          <p:cNvSpPr>
            <a:spLocks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10296">
            <a:extLst>
              <a:ext uri="{FF2B5EF4-FFF2-40B4-BE49-F238E27FC236}">
                <a16:creationId xmlns:a16="http://schemas.microsoft.com/office/drawing/2014/main" id="{9A24A0CC-E7E5-4257-BFD3-EA4906FE362D}"/>
              </a:ext>
            </a:extLst>
          </p:cNvPr>
          <p:cNvSpPr>
            <a:spLocks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10297">
            <a:extLst>
              <a:ext uri="{FF2B5EF4-FFF2-40B4-BE49-F238E27FC236}">
                <a16:creationId xmlns:a16="http://schemas.microsoft.com/office/drawing/2014/main" id="{B48A389E-0856-4FE8-8252-4E9441FE596E}"/>
              </a:ext>
            </a:extLst>
          </p:cNvPr>
          <p:cNvSpPr>
            <a:spLocks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10298">
            <a:extLst>
              <a:ext uri="{FF2B5EF4-FFF2-40B4-BE49-F238E27FC236}">
                <a16:creationId xmlns:a16="http://schemas.microsoft.com/office/drawing/2014/main" id="{C0D0D9C9-C340-4682-A07B-1742E5DC47F0}"/>
              </a:ext>
            </a:extLst>
          </p:cNvPr>
          <p:cNvSpPr>
            <a:spLocks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10299">
            <a:extLst>
              <a:ext uri="{FF2B5EF4-FFF2-40B4-BE49-F238E27FC236}">
                <a16:creationId xmlns:a16="http://schemas.microsoft.com/office/drawing/2014/main" id="{90D5652B-D978-4592-B21E-A596BBC6C75E}"/>
              </a:ext>
            </a:extLst>
          </p:cNvPr>
          <p:cNvSpPr>
            <a:spLocks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10300">
            <a:extLst>
              <a:ext uri="{FF2B5EF4-FFF2-40B4-BE49-F238E27FC236}">
                <a16:creationId xmlns:a16="http://schemas.microsoft.com/office/drawing/2014/main" id="{E0A8B6FD-423C-4702-9F59-082B627D91E0}"/>
              </a:ext>
            </a:extLst>
          </p:cNvPr>
          <p:cNvSpPr>
            <a:spLocks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10301">
            <a:extLst>
              <a:ext uri="{FF2B5EF4-FFF2-40B4-BE49-F238E27FC236}">
                <a16:creationId xmlns:a16="http://schemas.microsoft.com/office/drawing/2014/main" id="{1C856D38-D21B-4869-B322-21688D0EB13B}"/>
              </a:ext>
            </a:extLst>
          </p:cNvPr>
          <p:cNvSpPr>
            <a:spLocks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10302">
            <a:extLst>
              <a:ext uri="{FF2B5EF4-FFF2-40B4-BE49-F238E27FC236}">
                <a16:creationId xmlns:a16="http://schemas.microsoft.com/office/drawing/2014/main" id="{77A77D6E-185D-4F53-98B5-456BB09E3F11}"/>
              </a:ext>
            </a:extLst>
          </p:cNvPr>
          <p:cNvSpPr>
            <a:spLocks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10303">
            <a:extLst>
              <a:ext uri="{FF2B5EF4-FFF2-40B4-BE49-F238E27FC236}">
                <a16:creationId xmlns:a16="http://schemas.microsoft.com/office/drawing/2014/main" id="{A8A4FBFB-3EED-4668-875C-5AAE54E812C1}"/>
              </a:ext>
            </a:extLst>
          </p:cNvPr>
          <p:cNvSpPr>
            <a:spLocks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10304">
            <a:extLst>
              <a:ext uri="{FF2B5EF4-FFF2-40B4-BE49-F238E27FC236}">
                <a16:creationId xmlns:a16="http://schemas.microsoft.com/office/drawing/2014/main" id="{0E5D3921-F65F-4468-A176-1D2E095FE397}"/>
              </a:ext>
            </a:extLst>
          </p:cNvPr>
          <p:cNvSpPr>
            <a:spLocks/>
          </p:cNvSpPr>
          <p:nvPr/>
        </p:nvSpPr>
        <p:spPr>
          <a:xfrm>
            <a:off x="75620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10305">
            <a:extLst>
              <a:ext uri="{FF2B5EF4-FFF2-40B4-BE49-F238E27FC236}">
                <a16:creationId xmlns:a16="http://schemas.microsoft.com/office/drawing/2014/main" id="{59720265-6895-4DCB-A90D-3A8A2713E713}"/>
              </a:ext>
            </a:extLst>
          </p:cNvPr>
          <p:cNvSpPr>
            <a:spLocks/>
          </p:cNvSpPr>
          <p:nvPr/>
        </p:nvSpPr>
        <p:spPr>
          <a:xfrm>
            <a:off x="76790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10306">
            <a:extLst>
              <a:ext uri="{FF2B5EF4-FFF2-40B4-BE49-F238E27FC236}">
                <a16:creationId xmlns:a16="http://schemas.microsoft.com/office/drawing/2014/main" id="{ED1091C9-5651-47D9-8974-53C4FD3541EB}"/>
              </a:ext>
            </a:extLst>
          </p:cNvPr>
          <p:cNvSpPr>
            <a:spLocks/>
          </p:cNvSpPr>
          <p:nvPr/>
        </p:nvSpPr>
        <p:spPr>
          <a:xfrm>
            <a:off x="75638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10307">
            <a:extLst>
              <a:ext uri="{FF2B5EF4-FFF2-40B4-BE49-F238E27FC236}">
                <a16:creationId xmlns:a16="http://schemas.microsoft.com/office/drawing/2014/main" id="{8080AB57-6DA9-42E7-95D0-137D3C46F34C}"/>
              </a:ext>
            </a:extLst>
          </p:cNvPr>
          <p:cNvSpPr>
            <a:spLocks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10308">
            <a:extLst>
              <a:ext uri="{FF2B5EF4-FFF2-40B4-BE49-F238E27FC236}">
                <a16:creationId xmlns:a16="http://schemas.microsoft.com/office/drawing/2014/main" id="{CEBB1860-DBD4-4C13-A90C-50A8E4B909D2}"/>
              </a:ext>
            </a:extLst>
          </p:cNvPr>
          <p:cNvSpPr>
            <a:spLocks/>
          </p:cNvSpPr>
          <p:nvPr/>
        </p:nvSpPr>
        <p:spPr>
          <a:xfrm>
            <a:off x="7607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10309">
            <a:extLst>
              <a:ext uri="{FF2B5EF4-FFF2-40B4-BE49-F238E27FC236}">
                <a16:creationId xmlns:a16="http://schemas.microsoft.com/office/drawing/2014/main" id="{73CB3C32-8C33-412A-92F0-720DCD96AA16}"/>
              </a:ext>
            </a:extLst>
          </p:cNvPr>
          <p:cNvSpPr>
            <a:spLocks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10310">
            <a:extLst>
              <a:ext uri="{FF2B5EF4-FFF2-40B4-BE49-F238E27FC236}">
                <a16:creationId xmlns:a16="http://schemas.microsoft.com/office/drawing/2014/main" id="{4A014D07-204A-42DA-978B-31E8D64171F7}"/>
              </a:ext>
            </a:extLst>
          </p:cNvPr>
          <p:cNvSpPr>
            <a:spLocks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10311">
            <a:extLst>
              <a:ext uri="{FF2B5EF4-FFF2-40B4-BE49-F238E27FC236}">
                <a16:creationId xmlns:a16="http://schemas.microsoft.com/office/drawing/2014/main" id="{518B6454-BCDE-4A8B-983C-C052E47F570E}"/>
              </a:ext>
            </a:extLst>
          </p:cNvPr>
          <p:cNvSpPr>
            <a:spLocks/>
          </p:cNvSpPr>
          <p:nvPr/>
        </p:nvSpPr>
        <p:spPr>
          <a:xfrm>
            <a:off x="76524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10312">
            <a:extLst>
              <a:ext uri="{FF2B5EF4-FFF2-40B4-BE49-F238E27FC236}">
                <a16:creationId xmlns:a16="http://schemas.microsoft.com/office/drawing/2014/main" id="{5ABAEE8F-C0D1-46A0-96C2-9537D59C0111}"/>
              </a:ext>
            </a:extLst>
          </p:cNvPr>
          <p:cNvSpPr>
            <a:spLocks/>
          </p:cNvSpPr>
          <p:nvPr/>
        </p:nvSpPr>
        <p:spPr>
          <a:xfrm>
            <a:off x="7595245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10313">
            <a:extLst>
              <a:ext uri="{FF2B5EF4-FFF2-40B4-BE49-F238E27FC236}">
                <a16:creationId xmlns:a16="http://schemas.microsoft.com/office/drawing/2014/main" id="{C87CC153-D432-4254-B296-83D104DF1B63}"/>
              </a:ext>
            </a:extLst>
          </p:cNvPr>
          <p:cNvSpPr>
            <a:spLocks/>
          </p:cNvSpPr>
          <p:nvPr/>
        </p:nvSpPr>
        <p:spPr>
          <a:xfrm>
            <a:off x="767707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10314">
            <a:extLst>
              <a:ext uri="{FF2B5EF4-FFF2-40B4-BE49-F238E27FC236}">
                <a16:creationId xmlns:a16="http://schemas.microsoft.com/office/drawing/2014/main" id="{6428D880-2493-43CA-9A05-9AED7090B247}"/>
              </a:ext>
            </a:extLst>
          </p:cNvPr>
          <p:cNvSpPr>
            <a:spLocks/>
          </p:cNvSpPr>
          <p:nvPr/>
        </p:nvSpPr>
        <p:spPr>
          <a:xfrm>
            <a:off x="7652705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10315">
            <a:extLst>
              <a:ext uri="{FF2B5EF4-FFF2-40B4-BE49-F238E27FC236}">
                <a16:creationId xmlns:a16="http://schemas.microsoft.com/office/drawing/2014/main" id="{752E812B-0DD6-4A94-8CAC-896F17A028DC}"/>
              </a:ext>
            </a:extLst>
          </p:cNvPr>
          <p:cNvSpPr>
            <a:spLocks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10316">
            <a:extLst>
              <a:ext uri="{FF2B5EF4-FFF2-40B4-BE49-F238E27FC236}">
                <a16:creationId xmlns:a16="http://schemas.microsoft.com/office/drawing/2014/main" id="{B8669A9C-A3BD-45FA-9961-91BD9855199F}"/>
              </a:ext>
            </a:extLst>
          </p:cNvPr>
          <p:cNvSpPr>
            <a:spLocks/>
          </p:cNvSpPr>
          <p:nvPr/>
        </p:nvSpPr>
        <p:spPr>
          <a:xfrm>
            <a:off x="7650490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10317">
            <a:extLst>
              <a:ext uri="{FF2B5EF4-FFF2-40B4-BE49-F238E27FC236}">
                <a16:creationId xmlns:a16="http://schemas.microsoft.com/office/drawing/2014/main" id="{342B2AE3-48CF-40F2-873E-8AC2D3DFD749}"/>
              </a:ext>
            </a:extLst>
          </p:cNvPr>
          <p:cNvSpPr>
            <a:spLocks/>
          </p:cNvSpPr>
          <p:nvPr/>
        </p:nvSpPr>
        <p:spPr>
          <a:xfrm>
            <a:off x="7584951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10318">
            <a:extLst>
              <a:ext uri="{FF2B5EF4-FFF2-40B4-BE49-F238E27FC236}">
                <a16:creationId xmlns:a16="http://schemas.microsoft.com/office/drawing/2014/main" id="{5AB4F39A-09C3-4370-8E94-6E2980697A87}"/>
              </a:ext>
            </a:extLst>
          </p:cNvPr>
          <p:cNvSpPr>
            <a:spLocks/>
          </p:cNvSpPr>
          <p:nvPr/>
        </p:nvSpPr>
        <p:spPr>
          <a:xfrm>
            <a:off x="75951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10319">
            <a:extLst>
              <a:ext uri="{FF2B5EF4-FFF2-40B4-BE49-F238E27FC236}">
                <a16:creationId xmlns:a16="http://schemas.microsoft.com/office/drawing/2014/main" id="{CCA544C7-E5CD-4C2E-9ED8-D2C651A329D7}"/>
              </a:ext>
            </a:extLst>
          </p:cNvPr>
          <p:cNvSpPr>
            <a:spLocks/>
          </p:cNvSpPr>
          <p:nvPr/>
        </p:nvSpPr>
        <p:spPr>
          <a:xfrm>
            <a:off x="76760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10320">
            <a:extLst>
              <a:ext uri="{FF2B5EF4-FFF2-40B4-BE49-F238E27FC236}">
                <a16:creationId xmlns:a16="http://schemas.microsoft.com/office/drawing/2014/main" id="{29CEBC2D-B1C6-4BFB-BDED-BE47BD97038B}"/>
              </a:ext>
            </a:extLst>
          </p:cNvPr>
          <p:cNvSpPr>
            <a:spLocks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10321">
            <a:extLst>
              <a:ext uri="{FF2B5EF4-FFF2-40B4-BE49-F238E27FC236}">
                <a16:creationId xmlns:a16="http://schemas.microsoft.com/office/drawing/2014/main" id="{EAC843CC-7A51-4BB7-B33A-4114A97DAFBE}"/>
              </a:ext>
            </a:extLst>
          </p:cNvPr>
          <p:cNvSpPr>
            <a:spLocks/>
          </p:cNvSpPr>
          <p:nvPr/>
        </p:nvSpPr>
        <p:spPr>
          <a:xfrm>
            <a:off x="7668732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10322">
            <a:extLst>
              <a:ext uri="{FF2B5EF4-FFF2-40B4-BE49-F238E27FC236}">
                <a16:creationId xmlns:a16="http://schemas.microsoft.com/office/drawing/2014/main" id="{BD1306BD-F55A-40B4-A22A-5E5CDD58571A}"/>
              </a:ext>
            </a:extLst>
          </p:cNvPr>
          <p:cNvSpPr>
            <a:spLocks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10323">
            <a:extLst>
              <a:ext uri="{FF2B5EF4-FFF2-40B4-BE49-F238E27FC236}">
                <a16:creationId xmlns:a16="http://schemas.microsoft.com/office/drawing/2014/main" id="{B55AD3EA-642D-4B47-846D-8854F88B0D61}"/>
              </a:ext>
            </a:extLst>
          </p:cNvPr>
          <p:cNvSpPr>
            <a:spLocks/>
          </p:cNvSpPr>
          <p:nvPr/>
        </p:nvSpPr>
        <p:spPr>
          <a:xfrm>
            <a:off x="767316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10324">
            <a:extLst>
              <a:ext uri="{FF2B5EF4-FFF2-40B4-BE49-F238E27FC236}">
                <a16:creationId xmlns:a16="http://schemas.microsoft.com/office/drawing/2014/main" id="{C22E6992-B222-4119-84FF-777E533F3205}"/>
              </a:ext>
            </a:extLst>
          </p:cNvPr>
          <p:cNvSpPr>
            <a:spLocks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10325">
            <a:extLst>
              <a:ext uri="{FF2B5EF4-FFF2-40B4-BE49-F238E27FC236}">
                <a16:creationId xmlns:a16="http://schemas.microsoft.com/office/drawing/2014/main" id="{8DB4DC8B-7C20-4C05-A806-8C10F0F72215}"/>
              </a:ext>
            </a:extLst>
          </p:cNvPr>
          <p:cNvSpPr>
            <a:spLocks/>
          </p:cNvSpPr>
          <p:nvPr/>
        </p:nvSpPr>
        <p:spPr>
          <a:xfrm>
            <a:off x="7578567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10326">
            <a:extLst>
              <a:ext uri="{FF2B5EF4-FFF2-40B4-BE49-F238E27FC236}">
                <a16:creationId xmlns:a16="http://schemas.microsoft.com/office/drawing/2014/main" id="{DE26C1F7-7454-4B91-9DC0-631F006BCD55}"/>
              </a:ext>
            </a:extLst>
          </p:cNvPr>
          <p:cNvSpPr>
            <a:spLocks/>
          </p:cNvSpPr>
          <p:nvPr/>
        </p:nvSpPr>
        <p:spPr>
          <a:xfrm>
            <a:off x="76543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10327">
            <a:extLst>
              <a:ext uri="{FF2B5EF4-FFF2-40B4-BE49-F238E27FC236}">
                <a16:creationId xmlns:a16="http://schemas.microsoft.com/office/drawing/2014/main" id="{0FD31064-C6A4-42A2-9F65-4AA5C0D4EDAB}"/>
              </a:ext>
            </a:extLst>
          </p:cNvPr>
          <p:cNvSpPr>
            <a:spLocks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10328">
            <a:extLst>
              <a:ext uri="{FF2B5EF4-FFF2-40B4-BE49-F238E27FC236}">
                <a16:creationId xmlns:a16="http://schemas.microsoft.com/office/drawing/2014/main" id="{722126B0-48E6-4430-89C7-FFDAC3692765}"/>
              </a:ext>
            </a:extLst>
          </p:cNvPr>
          <p:cNvSpPr>
            <a:spLocks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10329">
            <a:extLst>
              <a:ext uri="{FF2B5EF4-FFF2-40B4-BE49-F238E27FC236}">
                <a16:creationId xmlns:a16="http://schemas.microsoft.com/office/drawing/2014/main" id="{1BB516EE-4BE2-49FF-9B88-FC64C0EB2E83}"/>
              </a:ext>
            </a:extLst>
          </p:cNvPr>
          <p:cNvSpPr>
            <a:spLocks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10330">
            <a:extLst>
              <a:ext uri="{FF2B5EF4-FFF2-40B4-BE49-F238E27FC236}">
                <a16:creationId xmlns:a16="http://schemas.microsoft.com/office/drawing/2014/main" id="{22D26D18-AE4F-456B-B400-3BA5F8138AC7}"/>
              </a:ext>
            </a:extLst>
          </p:cNvPr>
          <p:cNvSpPr>
            <a:spLocks/>
          </p:cNvSpPr>
          <p:nvPr/>
        </p:nvSpPr>
        <p:spPr>
          <a:xfrm>
            <a:off x="75736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10331">
            <a:extLst>
              <a:ext uri="{FF2B5EF4-FFF2-40B4-BE49-F238E27FC236}">
                <a16:creationId xmlns:a16="http://schemas.microsoft.com/office/drawing/2014/main" id="{E1D590D2-8BDA-4FC1-95B8-FB0364512A39}"/>
              </a:ext>
            </a:extLst>
          </p:cNvPr>
          <p:cNvSpPr>
            <a:spLocks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10332">
            <a:extLst>
              <a:ext uri="{FF2B5EF4-FFF2-40B4-BE49-F238E27FC236}">
                <a16:creationId xmlns:a16="http://schemas.microsoft.com/office/drawing/2014/main" id="{281D6932-215B-47DB-BD2C-4950F4C1FF0B}"/>
              </a:ext>
            </a:extLst>
          </p:cNvPr>
          <p:cNvSpPr>
            <a:spLocks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10333">
            <a:extLst>
              <a:ext uri="{FF2B5EF4-FFF2-40B4-BE49-F238E27FC236}">
                <a16:creationId xmlns:a16="http://schemas.microsoft.com/office/drawing/2014/main" id="{7BD68BC1-E8E8-4203-A7C7-AF1B1D0C9F72}"/>
              </a:ext>
            </a:extLst>
          </p:cNvPr>
          <p:cNvSpPr>
            <a:spLocks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10334">
            <a:extLst>
              <a:ext uri="{FF2B5EF4-FFF2-40B4-BE49-F238E27FC236}">
                <a16:creationId xmlns:a16="http://schemas.microsoft.com/office/drawing/2014/main" id="{086CF9F9-8FCF-4837-AA28-B8A2986CE33C}"/>
              </a:ext>
            </a:extLst>
          </p:cNvPr>
          <p:cNvSpPr>
            <a:spLocks/>
          </p:cNvSpPr>
          <p:nvPr/>
        </p:nvSpPr>
        <p:spPr>
          <a:xfrm>
            <a:off x="75935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10335">
            <a:extLst>
              <a:ext uri="{FF2B5EF4-FFF2-40B4-BE49-F238E27FC236}">
                <a16:creationId xmlns:a16="http://schemas.microsoft.com/office/drawing/2014/main" id="{32B557A8-F8E4-4B55-99A7-A1FFD601A40C}"/>
              </a:ext>
            </a:extLst>
          </p:cNvPr>
          <p:cNvSpPr>
            <a:spLocks/>
          </p:cNvSpPr>
          <p:nvPr/>
        </p:nvSpPr>
        <p:spPr>
          <a:xfrm>
            <a:off x="7686322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10336">
            <a:extLst>
              <a:ext uri="{FF2B5EF4-FFF2-40B4-BE49-F238E27FC236}">
                <a16:creationId xmlns:a16="http://schemas.microsoft.com/office/drawing/2014/main" id="{8DA68B4A-15FC-4CAF-9FA4-C3CD69E7FB7F}"/>
              </a:ext>
            </a:extLst>
          </p:cNvPr>
          <p:cNvSpPr>
            <a:spLocks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10337">
            <a:extLst>
              <a:ext uri="{FF2B5EF4-FFF2-40B4-BE49-F238E27FC236}">
                <a16:creationId xmlns:a16="http://schemas.microsoft.com/office/drawing/2014/main" id="{F3A7ED5F-418A-41CB-925F-0E525E94B91A}"/>
              </a:ext>
            </a:extLst>
          </p:cNvPr>
          <p:cNvSpPr>
            <a:spLocks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10338">
            <a:extLst>
              <a:ext uri="{FF2B5EF4-FFF2-40B4-BE49-F238E27FC236}">
                <a16:creationId xmlns:a16="http://schemas.microsoft.com/office/drawing/2014/main" id="{E90CB19B-F982-46E8-B867-10396A5FD9E0}"/>
              </a:ext>
            </a:extLst>
          </p:cNvPr>
          <p:cNvSpPr>
            <a:spLocks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10339">
            <a:extLst>
              <a:ext uri="{FF2B5EF4-FFF2-40B4-BE49-F238E27FC236}">
                <a16:creationId xmlns:a16="http://schemas.microsoft.com/office/drawing/2014/main" id="{F5CC5CB0-B621-4D1D-9205-BA975BBB1198}"/>
              </a:ext>
            </a:extLst>
          </p:cNvPr>
          <p:cNvSpPr>
            <a:spLocks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10340">
            <a:extLst>
              <a:ext uri="{FF2B5EF4-FFF2-40B4-BE49-F238E27FC236}">
                <a16:creationId xmlns:a16="http://schemas.microsoft.com/office/drawing/2014/main" id="{8943D0D3-BEF6-433F-809F-6DC0C1368016}"/>
              </a:ext>
            </a:extLst>
          </p:cNvPr>
          <p:cNvSpPr>
            <a:spLocks/>
          </p:cNvSpPr>
          <p:nvPr/>
        </p:nvSpPr>
        <p:spPr>
          <a:xfrm>
            <a:off x="766065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10341">
            <a:extLst>
              <a:ext uri="{FF2B5EF4-FFF2-40B4-BE49-F238E27FC236}">
                <a16:creationId xmlns:a16="http://schemas.microsoft.com/office/drawing/2014/main" id="{8ED9FC58-BB31-41E6-976F-41D19089EAB5}"/>
              </a:ext>
            </a:extLst>
          </p:cNvPr>
          <p:cNvSpPr>
            <a:spLocks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10342">
            <a:extLst>
              <a:ext uri="{FF2B5EF4-FFF2-40B4-BE49-F238E27FC236}">
                <a16:creationId xmlns:a16="http://schemas.microsoft.com/office/drawing/2014/main" id="{FD6CCBBB-D071-4AC4-861D-4965BFB5BE4F}"/>
              </a:ext>
            </a:extLst>
          </p:cNvPr>
          <p:cNvSpPr>
            <a:spLocks/>
          </p:cNvSpPr>
          <p:nvPr/>
        </p:nvSpPr>
        <p:spPr>
          <a:xfrm>
            <a:off x="7679937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10343">
            <a:extLst>
              <a:ext uri="{FF2B5EF4-FFF2-40B4-BE49-F238E27FC236}">
                <a16:creationId xmlns:a16="http://schemas.microsoft.com/office/drawing/2014/main" id="{EC014C9B-0914-46C7-8672-E77A8913159E}"/>
              </a:ext>
            </a:extLst>
          </p:cNvPr>
          <p:cNvSpPr>
            <a:spLocks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10344">
            <a:extLst>
              <a:ext uri="{FF2B5EF4-FFF2-40B4-BE49-F238E27FC236}">
                <a16:creationId xmlns:a16="http://schemas.microsoft.com/office/drawing/2014/main" id="{047B134D-782B-4DB9-88F5-63C0E789FD9A}"/>
              </a:ext>
            </a:extLst>
          </p:cNvPr>
          <p:cNvSpPr>
            <a:spLocks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10345">
            <a:extLst>
              <a:ext uri="{FF2B5EF4-FFF2-40B4-BE49-F238E27FC236}">
                <a16:creationId xmlns:a16="http://schemas.microsoft.com/office/drawing/2014/main" id="{552081F2-3693-48B6-85A3-1AF63B9C6352}"/>
              </a:ext>
            </a:extLst>
          </p:cNvPr>
          <p:cNvSpPr>
            <a:spLocks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10346">
            <a:extLst>
              <a:ext uri="{FF2B5EF4-FFF2-40B4-BE49-F238E27FC236}">
                <a16:creationId xmlns:a16="http://schemas.microsoft.com/office/drawing/2014/main" id="{AB971BB1-8B45-462B-9B7F-55E0F120E7B0}"/>
              </a:ext>
            </a:extLst>
          </p:cNvPr>
          <p:cNvSpPr>
            <a:spLocks/>
          </p:cNvSpPr>
          <p:nvPr/>
        </p:nvSpPr>
        <p:spPr>
          <a:xfrm>
            <a:off x="7596547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10347">
            <a:extLst>
              <a:ext uri="{FF2B5EF4-FFF2-40B4-BE49-F238E27FC236}">
                <a16:creationId xmlns:a16="http://schemas.microsoft.com/office/drawing/2014/main" id="{29B068E0-62AF-4D0B-9884-16F821CFE252}"/>
              </a:ext>
            </a:extLst>
          </p:cNvPr>
          <p:cNvSpPr>
            <a:spLocks/>
          </p:cNvSpPr>
          <p:nvPr/>
        </p:nvSpPr>
        <p:spPr>
          <a:xfrm>
            <a:off x="76257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10348">
            <a:extLst>
              <a:ext uri="{FF2B5EF4-FFF2-40B4-BE49-F238E27FC236}">
                <a16:creationId xmlns:a16="http://schemas.microsoft.com/office/drawing/2014/main" id="{71C221A6-847A-42B0-9E22-833495BA1C22}"/>
              </a:ext>
            </a:extLst>
          </p:cNvPr>
          <p:cNvSpPr>
            <a:spLocks/>
          </p:cNvSpPr>
          <p:nvPr/>
        </p:nvSpPr>
        <p:spPr>
          <a:xfrm>
            <a:off x="760931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10349">
            <a:extLst>
              <a:ext uri="{FF2B5EF4-FFF2-40B4-BE49-F238E27FC236}">
                <a16:creationId xmlns:a16="http://schemas.microsoft.com/office/drawing/2014/main" id="{9AFBB201-DEE5-475D-90A4-A98F92BD4C9F}"/>
              </a:ext>
            </a:extLst>
          </p:cNvPr>
          <p:cNvSpPr>
            <a:spLocks/>
          </p:cNvSpPr>
          <p:nvPr/>
        </p:nvSpPr>
        <p:spPr>
          <a:xfrm>
            <a:off x="766560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10350">
            <a:extLst>
              <a:ext uri="{FF2B5EF4-FFF2-40B4-BE49-F238E27FC236}">
                <a16:creationId xmlns:a16="http://schemas.microsoft.com/office/drawing/2014/main" id="{C376E0A7-B1DE-469D-A113-A01A35D15810}"/>
              </a:ext>
            </a:extLst>
          </p:cNvPr>
          <p:cNvSpPr>
            <a:spLocks/>
          </p:cNvSpPr>
          <p:nvPr/>
        </p:nvSpPr>
        <p:spPr>
          <a:xfrm>
            <a:off x="7573355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10351">
            <a:extLst>
              <a:ext uri="{FF2B5EF4-FFF2-40B4-BE49-F238E27FC236}">
                <a16:creationId xmlns:a16="http://schemas.microsoft.com/office/drawing/2014/main" id="{7092F725-4FE0-4139-B111-1482688FB2BA}"/>
              </a:ext>
            </a:extLst>
          </p:cNvPr>
          <p:cNvSpPr>
            <a:spLocks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10352">
            <a:extLst>
              <a:ext uri="{FF2B5EF4-FFF2-40B4-BE49-F238E27FC236}">
                <a16:creationId xmlns:a16="http://schemas.microsoft.com/office/drawing/2014/main" id="{586198E4-DE42-4767-8192-59B56B40DE4B}"/>
              </a:ext>
            </a:extLst>
          </p:cNvPr>
          <p:cNvSpPr>
            <a:spLocks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10353">
            <a:extLst>
              <a:ext uri="{FF2B5EF4-FFF2-40B4-BE49-F238E27FC236}">
                <a16:creationId xmlns:a16="http://schemas.microsoft.com/office/drawing/2014/main" id="{BBF7C0FA-FC50-4F6B-982E-0D7B100B8A34}"/>
              </a:ext>
            </a:extLst>
          </p:cNvPr>
          <p:cNvSpPr>
            <a:spLocks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10354">
            <a:extLst>
              <a:ext uri="{FF2B5EF4-FFF2-40B4-BE49-F238E27FC236}">
                <a16:creationId xmlns:a16="http://schemas.microsoft.com/office/drawing/2014/main" id="{C2E22CAF-3E69-4A13-ABB3-CFAAD8EC93E7}"/>
              </a:ext>
            </a:extLst>
          </p:cNvPr>
          <p:cNvSpPr>
            <a:spLocks/>
          </p:cNvSpPr>
          <p:nvPr/>
        </p:nvSpPr>
        <p:spPr>
          <a:xfrm>
            <a:off x="76747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10355">
            <a:extLst>
              <a:ext uri="{FF2B5EF4-FFF2-40B4-BE49-F238E27FC236}">
                <a16:creationId xmlns:a16="http://schemas.microsoft.com/office/drawing/2014/main" id="{BD6518D6-7C15-4974-A917-B7DE31D7C424}"/>
              </a:ext>
            </a:extLst>
          </p:cNvPr>
          <p:cNvSpPr>
            <a:spLocks/>
          </p:cNvSpPr>
          <p:nvPr/>
        </p:nvSpPr>
        <p:spPr>
          <a:xfrm>
            <a:off x="765505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10356">
            <a:extLst>
              <a:ext uri="{FF2B5EF4-FFF2-40B4-BE49-F238E27FC236}">
                <a16:creationId xmlns:a16="http://schemas.microsoft.com/office/drawing/2014/main" id="{B87A61D4-A0F8-4C75-9322-1CF52E1A6196}"/>
              </a:ext>
            </a:extLst>
          </p:cNvPr>
          <p:cNvSpPr>
            <a:spLocks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10357">
            <a:extLst>
              <a:ext uri="{FF2B5EF4-FFF2-40B4-BE49-F238E27FC236}">
                <a16:creationId xmlns:a16="http://schemas.microsoft.com/office/drawing/2014/main" id="{C0D16623-C3CF-4C65-A78F-7B53A2A76810}"/>
              </a:ext>
            </a:extLst>
          </p:cNvPr>
          <p:cNvSpPr>
            <a:spLocks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10358">
            <a:extLst>
              <a:ext uri="{FF2B5EF4-FFF2-40B4-BE49-F238E27FC236}">
                <a16:creationId xmlns:a16="http://schemas.microsoft.com/office/drawing/2014/main" id="{000EE3FF-9BED-458F-94D5-EF83CDAF9392}"/>
              </a:ext>
            </a:extLst>
          </p:cNvPr>
          <p:cNvSpPr>
            <a:spLocks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10359">
            <a:extLst>
              <a:ext uri="{FF2B5EF4-FFF2-40B4-BE49-F238E27FC236}">
                <a16:creationId xmlns:a16="http://schemas.microsoft.com/office/drawing/2014/main" id="{A93F46B2-A52E-4D8A-ABA7-CC798392A1E7}"/>
              </a:ext>
            </a:extLst>
          </p:cNvPr>
          <p:cNvSpPr>
            <a:spLocks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10360">
            <a:extLst>
              <a:ext uri="{FF2B5EF4-FFF2-40B4-BE49-F238E27FC236}">
                <a16:creationId xmlns:a16="http://schemas.microsoft.com/office/drawing/2014/main" id="{98A95F8B-13B4-4A42-8B29-3C88B305BDF2}"/>
              </a:ext>
            </a:extLst>
          </p:cNvPr>
          <p:cNvSpPr>
            <a:spLocks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10361">
            <a:extLst>
              <a:ext uri="{FF2B5EF4-FFF2-40B4-BE49-F238E27FC236}">
                <a16:creationId xmlns:a16="http://schemas.microsoft.com/office/drawing/2014/main" id="{D7FF83CB-8AF5-45A2-8E3F-661B64AC1875}"/>
              </a:ext>
            </a:extLst>
          </p:cNvPr>
          <p:cNvSpPr>
            <a:spLocks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10362">
            <a:extLst>
              <a:ext uri="{FF2B5EF4-FFF2-40B4-BE49-F238E27FC236}">
                <a16:creationId xmlns:a16="http://schemas.microsoft.com/office/drawing/2014/main" id="{9994A85F-2790-420D-BE69-E123E7ED3095}"/>
              </a:ext>
            </a:extLst>
          </p:cNvPr>
          <p:cNvSpPr>
            <a:spLocks/>
          </p:cNvSpPr>
          <p:nvPr/>
        </p:nvSpPr>
        <p:spPr>
          <a:xfrm>
            <a:off x="7647624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10363">
            <a:extLst>
              <a:ext uri="{FF2B5EF4-FFF2-40B4-BE49-F238E27FC236}">
                <a16:creationId xmlns:a16="http://schemas.microsoft.com/office/drawing/2014/main" id="{F22893D5-E7CE-488D-A238-D5178A22D4D2}"/>
              </a:ext>
            </a:extLst>
          </p:cNvPr>
          <p:cNvSpPr>
            <a:spLocks/>
          </p:cNvSpPr>
          <p:nvPr/>
        </p:nvSpPr>
        <p:spPr>
          <a:xfrm>
            <a:off x="7664823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10364">
            <a:extLst>
              <a:ext uri="{FF2B5EF4-FFF2-40B4-BE49-F238E27FC236}">
                <a16:creationId xmlns:a16="http://schemas.microsoft.com/office/drawing/2014/main" id="{407AB656-91FB-4015-B405-F51D3EE833F5}"/>
              </a:ext>
            </a:extLst>
          </p:cNvPr>
          <p:cNvSpPr>
            <a:spLocks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10365">
            <a:extLst>
              <a:ext uri="{FF2B5EF4-FFF2-40B4-BE49-F238E27FC236}">
                <a16:creationId xmlns:a16="http://schemas.microsoft.com/office/drawing/2014/main" id="{1F9F1AAC-B620-4CA7-95F9-A6FA2A94F398}"/>
              </a:ext>
            </a:extLst>
          </p:cNvPr>
          <p:cNvSpPr>
            <a:spLocks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10366">
            <a:extLst>
              <a:ext uri="{FF2B5EF4-FFF2-40B4-BE49-F238E27FC236}">
                <a16:creationId xmlns:a16="http://schemas.microsoft.com/office/drawing/2014/main" id="{A46A0984-861A-4AD6-884B-5DE825BAFA03}"/>
              </a:ext>
            </a:extLst>
          </p:cNvPr>
          <p:cNvSpPr>
            <a:spLocks/>
          </p:cNvSpPr>
          <p:nvPr/>
        </p:nvSpPr>
        <p:spPr>
          <a:xfrm>
            <a:off x="764736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10367">
            <a:extLst>
              <a:ext uri="{FF2B5EF4-FFF2-40B4-BE49-F238E27FC236}">
                <a16:creationId xmlns:a16="http://schemas.microsoft.com/office/drawing/2014/main" id="{E12119A9-F4AD-4FED-80E7-BCC963E8D292}"/>
              </a:ext>
            </a:extLst>
          </p:cNvPr>
          <p:cNvSpPr>
            <a:spLocks/>
          </p:cNvSpPr>
          <p:nvPr/>
        </p:nvSpPr>
        <p:spPr>
          <a:xfrm>
            <a:off x="7680980" y="553698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10368">
            <a:extLst>
              <a:ext uri="{FF2B5EF4-FFF2-40B4-BE49-F238E27FC236}">
                <a16:creationId xmlns:a16="http://schemas.microsoft.com/office/drawing/2014/main" id="{4A032241-49EF-474E-BCA0-2DFEC793901F}"/>
              </a:ext>
            </a:extLst>
          </p:cNvPr>
          <p:cNvSpPr>
            <a:spLocks/>
          </p:cNvSpPr>
          <p:nvPr/>
        </p:nvSpPr>
        <p:spPr>
          <a:xfrm>
            <a:off x="768658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10369">
            <a:extLst>
              <a:ext uri="{FF2B5EF4-FFF2-40B4-BE49-F238E27FC236}">
                <a16:creationId xmlns:a16="http://schemas.microsoft.com/office/drawing/2014/main" id="{7A57151D-048C-4429-85DF-D24738639090}"/>
              </a:ext>
            </a:extLst>
          </p:cNvPr>
          <p:cNvSpPr>
            <a:spLocks/>
          </p:cNvSpPr>
          <p:nvPr/>
        </p:nvSpPr>
        <p:spPr>
          <a:xfrm>
            <a:off x="760605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10370">
            <a:extLst>
              <a:ext uri="{FF2B5EF4-FFF2-40B4-BE49-F238E27FC236}">
                <a16:creationId xmlns:a16="http://schemas.microsoft.com/office/drawing/2014/main" id="{C05BAC5A-12EA-4655-B9DF-2001BF23FA16}"/>
              </a:ext>
            </a:extLst>
          </p:cNvPr>
          <p:cNvSpPr>
            <a:spLocks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10371">
            <a:extLst>
              <a:ext uri="{FF2B5EF4-FFF2-40B4-BE49-F238E27FC236}">
                <a16:creationId xmlns:a16="http://schemas.microsoft.com/office/drawing/2014/main" id="{F475F470-2B4D-4696-B53E-D48B893CF2E6}"/>
              </a:ext>
            </a:extLst>
          </p:cNvPr>
          <p:cNvSpPr>
            <a:spLocks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10372">
            <a:extLst>
              <a:ext uri="{FF2B5EF4-FFF2-40B4-BE49-F238E27FC236}">
                <a16:creationId xmlns:a16="http://schemas.microsoft.com/office/drawing/2014/main" id="{E6EAC9A0-5017-4EB5-A8C8-3C5967052F07}"/>
              </a:ext>
            </a:extLst>
          </p:cNvPr>
          <p:cNvSpPr>
            <a:spLocks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10373">
            <a:extLst>
              <a:ext uri="{FF2B5EF4-FFF2-40B4-BE49-F238E27FC236}">
                <a16:creationId xmlns:a16="http://schemas.microsoft.com/office/drawing/2014/main" id="{DF5898D0-0144-4D25-BE63-26F8616CD787}"/>
              </a:ext>
            </a:extLst>
          </p:cNvPr>
          <p:cNvSpPr>
            <a:spLocks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10374">
            <a:extLst>
              <a:ext uri="{FF2B5EF4-FFF2-40B4-BE49-F238E27FC236}">
                <a16:creationId xmlns:a16="http://schemas.microsoft.com/office/drawing/2014/main" id="{13ED8581-CC5F-4050-A165-08704A5A4C0A}"/>
              </a:ext>
            </a:extLst>
          </p:cNvPr>
          <p:cNvSpPr>
            <a:spLocks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10375">
            <a:extLst>
              <a:ext uri="{FF2B5EF4-FFF2-40B4-BE49-F238E27FC236}">
                <a16:creationId xmlns:a16="http://schemas.microsoft.com/office/drawing/2014/main" id="{04D7D7C5-059E-49F5-9160-20FD3D5FF2AB}"/>
              </a:ext>
            </a:extLst>
          </p:cNvPr>
          <p:cNvSpPr>
            <a:spLocks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10376">
            <a:extLst>
              <a:ext uri="{FF2B5EF4-FFF2-40B4-BE49-F238E27FC236}">
                <a16:creationId xmlns:a16="http://schemas.microsoft.com/office/drawing/2014/main" id="{4419E23B-36A8-45B2-9409-FA60998A914C}"/>
              </a:ext>
            </a:extLst>
          </p:cNvPr>
          <p:cNvSpPr>
            <a:spLocks/>
          </p:cNvSpPr>
          <p:nvPr/>
        </p:nvSpPr>
        <p:spPr>
          <a:xfrm>
            <a:off x="7578827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10377">
            <a:extLst>
              <a:ext uri="{FF2B5EF4-FFF2-40B4-BE49-F238E27FC236}">
                <a16:creationId xmlns:a16="http://schemas.microsoft.com/office/drawing/2014/main" id="{90DBF401-94A1-4D4E-B7F9-DAF6669A483C}"/>
              </a:ext>
            </a:extLst>
          </p:cNvPr>
          <p:cNvSpPr>
            <a:spLocks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10378">
            <a:extLst>
              <a:ext uri="{FF2B5EF4-FFF2-40B4-BE49-F238E27FC236}">
                <a16:creationId xmlns:a16="http://schemas.microsoft.com/office/drawing/2014/main" id="{9FFC5688-CF39-44DC-BFB7-F8E0447455DC}"/>
              </a:ext>
            </a:extLst>
          </p:cNvPr>
          <p:cNvSpPr>
            <a:spLocks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10379">
            <a:extLst>
              <a:ext uri="{FF2B5EF4-FFF2-40B4-BE49-F238E27FC236}">
                <a16:creationId xmlns:a16="http://schemas.microsoft.com/office/drawing/2014/main" id="{376CB16A-533C-4C48-8900-91BDD7F4C0D8}"/>
              </a:ext>
            </a:extLst>
          </p:cNvPr>
          <p:cNvSpPr>
            <a:spLocks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10380">
            <a:extLst>
              <a:ext uri="{FF2B5EF4-FFF2-40B4-BE49-F238E27FC236}">
                <a16:creationId xmlns:a16="http://schemas.microsoft.com/office/drawing/2014/main" id="{B8649FDF-BFBB-4AC8-97C4-0FA0D6F56AA1}"/>
              </a:ext>
            </a:extLst>
          </p:cNvPr>
          <p:cNvSpPr>
            <a:spLocks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10381">
            <a:extLst>
              <a:ext uri="{FF2B5EF4-FFF2-40B4-BE49-F238E27FC236}">
                <a16:creationId xmlns:a16="http://schemas.microsoft.com/office/drawing/2014/main" id="{FFFD302B-DF7C-4C30-82C2-F33717CA16B1}"/>
              </a:ext>
            </a:extLst>
          </p:cNvPr>
          <p:cNvSpPr>
            <a:spLocks/>
          </p:cNvSpPr>
          <p:nvPr/>
        </p:nvSpPr>
        <p:spPr>
          <a:xfrm>
            <a:off x="756175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10382">
            <a:extLst>
              <a:ext uri="{FF2B5EF4-FFF2-40B4-BE49-F238E27FC236}">
                <a16:creationId xmlns:a16="http://schemas.microsoft.com/office/drawing/2014/main" id="{AFD55601-3B0A-4196-A731-099BA35DB0AF}"/>
              </a:ext>
            </a:extLst>
          </p:cNvPr>
          <p:cNvSpPr>
            <a:spLocks/>
          </p:cNvSpPr>
          <p:nvPr/>
        </p:nvSpPr>
        <p:spPr>
          <a:xfrm>
            <a:off x="82685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10383">
            <a:extLst>
              <a:ext uri="{FF2B5EF4-FFF2-40B4-BE49-F238E27FC236}">
                <a16:creationId xmlns:a16="http://schemas.microsoft.com/office/drawing/2014/main" id="{27252967-B4FB-487C-8937-7BA8E3DB1468}"/>
              </a:ext>
            </a:extLst>
          </p:cNvPr>
          <p:cNvSpPr>
            <a:spLocks/>
          </p:cNvSpPr>
          <p:nvPr/>
        </p:nvSpPr>
        <p:spPr>
          <a:xfrm>
            <a:off x="83518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10384">
            <a:extLst>
              <a:ext uri="{FF2B5EF4-FFF2-40B4-BE49-F238E27FC236}">
                <a16:creationId xmlns:a16="http://schemas.microsoft.com/office/drawing/2014/main" id="{D80D9E5B-46D3-41FB-B5FF-491788AE91CC}"/>
              </a:ext>
            </a:extLst>
          </p:cNvPr>
          <p:cNvSpPr>
            <a:spLocks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10385">
            <a:extLst>
              <a:ext uri="{FF2B5EF4-FFF2-40B4-BE49-F238E27FC236}">
                <a16:creationId xmlns:a16="http://schemas.microsoft.com/office/drawing/2014/main" id="{D66D5448-29F0-46C7-B5AE-6718EEF6F152}"/>
              </a:ext>
            </a:extLst>
          </p:cNvPr>
          <p:cNvSpPr>
            <a:spLocks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10386">
            <a:extLst>
              <a:ext uri="{FF2B5EF4-FFF2-40B4-BE49-F238E27FC236}">
                <a16:creationId xmlns:a16="http://schemas.microsoft.com/office/drawing/2014/main" id="{D2D99244-E714-437D-8146-9A202EEE5490}"/>
              </a:ext>
            </a:extLst>
          </p:cNvPr>
          <p:cNvSpPr>
            <a:spLocks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10387">
            <a:extLst>
              <a:ext uri="{FF2B5EF4-FFF2-40B4-BE49-F238E27FC236}">
                <a16:creationId xmlns:a16="http://schemas.microsoft.com/office/drawing/2014/main" id="{086DD1D2-72E5-48D8-BCFE-FA4C3603E071}"/>
              </a:ext>
            </a:extLst>
          </p:cNvPr>
          <p:cNvSpPr>
            <a:spLocks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10388">
            <a:extLst>
              <a:ext uri="{FF2B5EF4-FFF2-40B4-BE49-F238E27FC236}">
                <a16:creationId xmlns:a16="http://schemas.microsoft.com/office/drawing/2014/main" id="{F2FBE62E-D2C4-4FF7-82E4-C890D291420B}"/>
              </a:ext>
            </a:extLst>
          </p:cNvPr>
          <p:cNvSpPr>
            <a:spLocks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10389">
            <a:extLst>
              <a:ext uri="{FF2B5EF4-FFF2-40B4-BE49-F238E27FC236}">
                <a16:creationId xmlns:a16="http://schemas.microsoft.com/office/drawing/2014/main" id="{9BE8F912-FABD-4C52-9A6F-AE8C38647F3D}"/>
              </a:ext>
            </a:extLst>
          </p:cNvPr>
          <p:cNvSpPr>
            <a:spLocks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10390">
            <a:extLst>
              <a:ext uri="{FF2B5EF4-FFF2-40B4-BE49-F238E27FC236}">
                <a16:creationId xmlns:a16="http://schemas.microsoft.com/office/drawing/2014/main" id="{5580149E-56F7-4281-900B-F382D14DB4A3}"/>
              </a:ext>
            </a:extLst>
          </p:cNvPr>
          <p:cNvSpPr>
            <a:spLocks/>
          </p:cNvSpPr>
          <p:nvPr/>
        </p:nvSpPr>
        <p:spPr>
          <a:xfrm>
            <a:off x="824569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10391">
            <a:extLst>
              <a:ext uri="{FF2B5EF4-FFF2-40B4-BE49-F238E27FC236}">
                <a16:creationId xmlns:a16="http://schemas.microsoft.com/office/drawing/2014/main" id="{D7853252-F700-4638-9669-E8E60956C064}"/>
              </a:ext>
            </a:extLst>
          </p:cNvPr>
          <p:cNvSpPr>
            <a:spLocks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10392">
            <a:extLst>
              <a:ext uri="{FF2B5EF4-FFF2-40B4-BE49-F238E27FC236}">
                <a16:creationId xmlns:a16="http://schemas.microsoft.com/office/drawing/2014/main" id="{8F6A3EA1-65D1-467B-A5F5-5D1D024FE8EC}"/>
              </a:ext>
            </a:extLst>
          </p:cNvPr>
          <p:cNvSpPr>
            <a:spLocks/>
          </p:cNvSpPr>
          <p:nvPr/>
        </p:nvSpPr>
        <p:spPr>
          <a:xfrm>
            <a:off x="8245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10393">
            <a:extLst>
              <a:ext uri="{FF2B5EF4-FFF2-40B4-BE49-F238E27FC236}">
                <a16:creationId xmlns:a16="http://schemas.microsoft.com/office/drawing/2014/main" id="{E20CA163-90E5-4995-89AF-5BA87308409A}"/>
              </a:ext>
            </a:extLst>
          </p:cNvPr>
          <p:cNvSpPr>
            <a:spLocks/>
          </p:cNvSpPr>
          <p:nvPr/>
        </p:nvSpPr>
        <p:spPr>
          <a:xfrm>
            <a:off x="83190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10394">
            <a:extLst>
              <a:ext uri="{FF2B5EF4-FFF2-40B4-BE49-F238E27FC236}">
                <a16:creationId xmlns:a16="http://schemas.microsoft.com/office/drawing/2014/main" id="{9D524AB1-B1F5-4BAC-9565-E582BDB89A9B}"/>
              </a:ext>
            </a:extLst>
          </p:cNvPr>
          <p:cNvSpPr>
            <a:spLocks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10395">
            <a:extLst>
              <a:ext uri="{FF2B5EF4-FFF2-40B4-BE49-F238E27FC236}">
                <a16:creationId xmlns:a16="http://schemas.microsoft.com/office/drawing/2014/main" id="{C143FC85-9385-4FDA-A4EC-5FF57C6BB379}"/>
              </a:ext>
            </a:extLst>
          </p:cNvPr>
          <p:cNvSpPr>
            <a:spLocks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10396">
            <a:extLst>
              <a:ext uri="{FF2B5EF4-FFF2-40B4-BE49-F238E27FC236}">
                <a16:creationId xmlns:a16="http://schemas.microsoft.com/office/drawing/2014/main" id="{3B6671F1-37B0-4316-85D1-1C825FEEE72A}"/>
              </a:ext>
            </a:extLst>
          </p:cNvPr>
          <p:cNvSpPr>
            <a:spLocks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10397">
            <a:extLst>
              <a:ext uri="{FF2B5EF4-FFF2-40B4-BE49-F238E27FC236}">
                <a16:creationId xmlns:a16="http://schemas.microsoft.com/office/drawing/2014/main" id="{873AB164-149F-4F51-AB5F-E55A470A86F0}"/>
              </a:ext>
            </a:extLst>
          </p:cNvPr>
          <p:cNvSpPr>
            <a:spLocks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10398">
            <a:extLst>
              <a:ext uri="{FF2B5EF4-FFF2-40B4-BE49-F238E27FC236}">
                <a16:creationId xmlns:a16="http://schemas.microsoft.com/office/drawing/2014/main" id="{AD87DF65-F127-4046-A4F9-620C15500CDE}"/>
              </a:ext>
            </a:extLst>
          </p:cNvPr>
          <p:cNvSpPr>
            <a:spLocks/>
          </p:cNvSpPr>
          <p:nvPr/>
        </p:nvSpPr>
        <p:spPr>
          <a:xfrm>
            <a:off x="824504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10399">
            <a:extLst>
              <a:ext uri="{FF2B5EF4-FFF2-40B4-BE49-F238E27FC236}">
                <a16:creationId xmlns:a16="http://schemas.microsoft.com/office/drawing/2014/main" id="{BB7BE181-81ED-45B8-85D1-7E8254E23E3C}"/>
              </a:ext>
            </a:extLst>
          </p:cNvPr>
          <p:cNvSpPr>
            <a:spLocks/>
          </p:cNvSpPr>
          <p:nvPr/>
        </p:nvSpPr>
        <p:spPr>
          <a:xfrm>
            <a:off x="8362053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10400">
            <a:extLst>
              <a:ext uri="{FF2B5EF4-FFF2-40B4-BE49-F238E27FC236}">
                <a16:creationId xmlns:a16="http://schemas.microsoft.com/office/drawing/2014/main" id="{E24032C5-98F2-4C51-BE6E-33CCA01D5D2F}"/>
              </a:ext>
            </a:extLst>
          </p:cNvPr>
          <p:cNvSpPr>
            <a:spLocks/>
          </p:cNvSpPr>
          <p:nvPr/>
        </p:nvSpPr>
        <p:spPr>
          <a:xfrm>
            <a:off x="82468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10401">
            <a:extLst>
              <a:ext uri="{FF2B5EF4-FFF2-40B4-BE49-F238E27FC236}">
                <a16:creationId xmlns:a16="http://schemas.microsoft.com/office/drawing/2014/main" id="{796DAEF0-7AAB-40DE-9EA1-D2937D207451}"/>
              </a:ext>
            </a:extLst>
          </p:cNvPr>
          <p:cNvSpPr>
            <a:spLocks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10402">
            <a:extLst>
              <a:ext uri="{FF2B5EF4-FFF2-40B4-BE49-F238E27FC236}">
                <a16:creationId xmlns:a16="http://schemas.microsoft.com/office/drawing/2014/main" id="{76DAD6D1-CE7B-474E-B6C6-1C4822B0EB57}"/>
              </a:ext>
            </a:extLst>
          </p:cNvPr>
          <p:cNvSpPr>
            <a:spLocks/>
          </p:cNvSpPr>
          <p:nvPr/>
        </p:nvSpPr>
        <p:spPr>
          <a:xfrm>
            <a:off x="8290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10403">
            <a:extLst>
              <a:ext uri="{FF2B5EF4-FFF2-40B4-BE49-F238E27FC236}">
                <a16:creationId xmlns:a16="http://schemas.microsoft.com/office/drawing/2014/main" id="{9B0E1C85-E4AF-4EA8-87E7-8349708905D7}"/>
              </a:ext>
            </a:extLst>
          </p:cNvPr>
          <p:cNvSpPr>
            <a:spLocks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10404">
            <a:extLst>
              <a:ext uri="{FF2B5EF4-FFF2-40B4-BE49-F238E27FC236}">
                <a16:creationId xmlns:a16="http://schemas.microsoft.com/office/drawing/2014/main" id="{F4436116-C492-45A8-A96B-2776C7DCDDBA}"/>
              </a:ext>
            </a:extLst>
          </p:cNvPr>
          <p:cNvSpPr>
            <a:spLocks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10405">
            <a:extLst>
              <a:ext uri="{FF2B5EF4-FFF2-40B4-BE49-F238E27FC236}">
                <a16:creationId xmlns:a16="http://schemas.microsoft.com/office/drawing/2014/main" id="{DDFBE584-57DD-4509-986D-DB5AE9844195}"/>
              </a:ext>
            </a:extLst>
          </p:cNvPr>
          <p:cNvSpPr>
            <a:spLocks/>
          </p:cNvSpPr>
          <p:nvPr/>
        </p:nvSpPr>
        <p:spPr>
          <a:xfrm>
            <a:off x="83354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10406">
            <a:extLst>
              <a:ext uri="{FF2B5EF4-FFF2-40B4-BE49-F238E27FC236}">
                <a16:creationId xmlns:a16="http://schemas.microsoft.com/office/drawing/2014/main" id="{BB75A675-0F30-49EE-BFEA-A0E659D0F86C}"/>
              </a:ext>
            </a:extLst>
          </p:cNvPr>
          <p:cNvSpPr>
            <a:spLocks/>
          </p:cNvSpPr>
          <p:nvPr/>
        </p:nvSpPr>
        <p:spPr>
          <a:xfrm>
            <a:off x="8278272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10407">
            <a:extLst>
              <a:ext uri="{FF2B5EF4-FFF2-40B4-BE49-F238E27FC236}">
                <a16:creationId xmlns:a16="http://schemas.microsoft.com/office/drawing/2014/main" id="{02631BAC-21C0-4FEB-8A13-D3F213E4AB5C}"/>
              </a:ext>
            </a:extLst>
          </p:cNvPr>
          <p:cNvSpPr>
            <a:spLocks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10408">
            <a:extLst>
              <a:ext uri="{FF2B5EF4-FFF2-40B4-BE49-F238E27FC236}">
                <a16:creationId xmlns:a16="http://schemas.microsoft.com/office/drawing/2014/main" id="{58E6F963-11AA-4C92-8DF0-9B8A51CEEE23}"/>
              </a:ext>
            </a:extLst>
          </p:cNvPr>
          <p:cNvSpPr>
            <a:spLocks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10409">
            <a:extLst>
              <a:ext uri="{FF2B5EF4-FFF2-40B4-BE49-F238E27FC236}">
                <a16:creationId xmlns:a16="http://schemas.microsoft.com/office/drawing/2014/main" id="{99BF2B3B-6571-45FF-B70C-D8A5D8529445}"/>
              </a:ext>
            </a:extLst>
          </p:cNvPr>
          <p:cNvSpPr>
            <a:spLocks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10410">
            <a:extLst>
              <a:ext uri="{FF2B5EF4-FFF2-40B4-BE49-F238E27FC236}">
                <a16:creationId xmlns:a16="http://schemas.microsoft.com/office/drawing/2014/main" id="{16C76144-F8B7-4105-AA8F-009BA5C8BEFB}"/>
              </a:ext>
            </a:extLst>
          </p:cNvPr>
          <p:cNvSpPr>
            <a:spLocks/>
          </p:cNvSpPr>
          <p:nvPr/>
        </p:nvSpPr>
        <p:spPr>
          <a:xfrm>
            <a:off x="8333518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10411">
            <a:extLst>
              <a:ext uri="{FF2B5EF4-FFF2-40B4-BE49-F238E27FC236}">
                <a16:creationId xmlns:a16="http://schemas.microsoft.com/office/drawing/2014/main" id="{1550D7C9-A71E-41FC-8CF4-25067C4B1C79}"/>
              </a:ext>
            </a:extLst>
          </p:cNvPr>
          <p:cNvSpPr>
            <a:spLocks/>
          </p:cNvSpPr>
          <p:nvPr/>
        </p:nvSpPr>
        <p:spPr>
          <a:xfrm>
            <a:off x="8267979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10412">
            <a:extLst>
              <a:ext uri="{FF2B5EF4-FFF2-40B4-BE49-F238E27FC236}">
                <a16:creationId xmlns:a16="http://schemas.microsoft.com/office/drawing/2014/main" id="{50C89A83-4FC5-4FB3-9BAA-C7EDAD1032FD}"/>
              </a:ext>
            </a:extLst>
          </p:cNvPr>
          <p:cNvSpPr>
            <a:spLocks/>
          </p:cNvSpPr>
          <p:nvPr/>
        </p:nvSpPr>
        <p:spPr>
          <a:xfrm>
            <a:off x="82781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10413">
            <a:extLst>
              <a:ext uri="{FF2B5EF4-FFF2-40B4-BE49-F238E27FC236}">
                <a16:creationId xmlns:a16="http://schemas.microsoft.com/office/drawing/2014/main" id="{BFF3E8F1-BCD7-458C-910B-71ABBD9939BD}"/>
              </a:ext>
            </a:extLst>
          </p:cNvPr>
          <p:cNvSpPr>
            <a:spLocks/>
          </p:cNvSpPr>
          <p:nvPr/>
        </p:nvSpPr>
        <p:spPr>
          <a:xfrm>
            <a:off x="83590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10414">
            <a:extLst>
              <a:ext uri="{FF2B5EF4-FFF2-40B4-BE49-F238E27FC236}">
                <a16:creationId xmlns:a16="http://schemas.microsoft.com/office/drawing/2014/main" id="{8FF19FED-5090-4641-BCFC-640A6110F259}"/>
              </a:ext>
            </a:extLst>
          </p:cNvPr>
          <p:cNvSpPr>
            <a:spLocks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10415">
            <a:extLst>
              <a:ext uri="{FF2B5EF4-FFF2-40B4-BE49-F238E27FC236}">
                <a16:creationId xmlns:a16="http://schemas.microsoft.com/office/drawing/2014/main" id="{87AF5246-FE13-4105-BB0A-5E5BF8612565}"/>
              </a:ext>
            </a:extLst>
          </p:cNvPr>
          <p:cNvSpPr>
            <a:spLocks/>
          </p:cNvSpPr>
          <p:nvPr/>
        </p:nvSpPr>
        <p:spPr>
          <a:xfrm>
            <a:off x="835175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10416">
            <a:extLst>
              <a:ext uri="{FF2B5EF4-FFF2-40B4-BE49-F238E27FC236}">
                <a16:creationId xmlns:a16="http://schemas.microsoft.com/office/drawing/2014/main" id="{807629B2-3CC8-4C01-BE28-DD9E0EBBCD4F}"/>
              </a:ext>
            </a:extLst>
          </p:cNvPr>
          <p:cNvSpPr>
            <a:spLocks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10417">
            <a:extLst>
              <a:ext uri="{FF2B5EF4-FFF2-40B4-BE49-F238E27FC236}">
                <a16:creationId xmlns:a16="http://schemas.microsoft.com/office/drawing/2014/main" id="{9D7FE446-6150-4519-A6CD-D64A37245BB4}"/>
              </a:ext>
            </a:extLst>
          </p:cNvPr>
          <p:cNvSpPr>
            <a:spLocks/>
          </p:cNvSpPr>
          <p:nvPr/>
        </p:nvSpPr>
        <p:spPr>
          <a:xfrm>
            <a:off x="835618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10418">
            <a:extLst>
              <a:ext uri="{FF2B5EF4-FFF2-40B4-BE49-F238E27FC236}">
                <a16:creationId xmlns:a16="http://schemas.microsoft.com/office/drawing/2014/main" id="{A26602EF-B5A7-4DDD-9DE9-1BF7264D2D46}"/>
              </a:ext>
            </a:extLst>
          </p:cNvPr>
          <p:cNvSpPr>
            <a:spLocks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10419">
            <a:extLst>
              <a:ext uri="{FF2B5EF4-FFF2-40B4-BE49-F238E27FC236}">
                <a16:creationId xmlns:a16="http://schemas.microsoft.com/office/drawing/2014/main" id="{6D302550-CDC6-42B5-8771-89435D14B0AA}"/>
              </a:ext>
            </a:extLst>
          </p:cNvPr>
          <p:cNvSpPr>
            <a:spLocks/>
          </p:cNvSpPr>
          <p:nvPr/>
        </p:nvSpPr>
        <p:spPr>
          <a:xfrm>
            <a:off x="8261594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10420">
            <a:extLst>
              <a:ext uri="{FF2B5EF4-FFF2-40B4-BE49-F238E27FC236}">
                <a16:creationId xmlns:a16="http://schemas.microsoft.com/office/drawing/2014/main" id="{AE00D8B9-25FC-4DED-804F-F5A75BF6F40B}"/>
              </a:ext>
            </a:extLst>
          </p:cNvPr>
          <p:cNvSpPr>
            <a:spLocks/>
          </p:cNvSpPr>
          <p:nvPr/>
        </p:nvSpPr>
        <p:spPr>
          <a:xfrm>
            <a:off x="83374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10421">
            <a:extLst>
              <a:ext uri="{FF2B5EF4-FFF2-40B4-BE49-F238E27FC236}">
                <a16:creationId xmlns:a16="http://schemas.microsoft.com/office/drawing/2014/main" id="{4664E068-DC8B-467D-9DD6-A85E93389BA8}"/>
              </a:ext>
            </a:extLst>
          </p:cNvPr>
          <p:cNvSpPr>
            <a:spLocks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10422">
            <a:extLst>
              <a:ext uri="{FF2B5EF4-FFF2-40B4-BE49-F238E27FC236}">
                <a16:creationId xmlns:a16="http://schemas.microsoft.com/office/drawing/2014/main" id="{728E6898-0651-410A-85BE-221DADD12B28}"/>
              </a:ext>
            </a:extLst>
          </p:cNvPr>
          <p:cNvSpPr>
            <a:spLocks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10423">
            <a:extLst>
              <a:ext uri="{FF2B5EF4-FFF2-40B4-BE49-F238E27FC236}">
                <a16:creationId xmlns:a16="http://schemas.microsoft.com/office/drawing/2014/main" id="{339C2F1E-D75D-4EAC-B4CB-110805BC5093}"/>
              </a:ext>
            </a:extLst>
          </p:cNvPr>
          <p:cNvSpPr>
            <a:spLocks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10424">
            <a:extLst>
              <a:ext uri="{FF2B5EF4-FFF2-40B4-BE49-F238E27FC236}">
                <a16:creationId xmlns:a16="http://schemas.microsoft.com/office/drawing/2014/main" id="{7B28D685-96FE-44E8-AC20-CB8FB1C743F7}"/>
              </a:ext>
            </a:extLst>
          </p:cNvPr>
          <p:cNvSpPr>
            <a:spLocks/>
          </p:cNvSpPr>
          <p:nvPr/>
        </p:nvSpPr>
        <p:spPr>
          <a:xfrm>
            <a:off x="82566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10425">
            <a:extLst>
              <a:ext uri="{FF2B5EF4-FFF2-40B4-BE49-F238E27FC236}">
                <a16:creationId xmlns:a16="http://schemas.microsoft.com/office/drawing/2014/main" id="{FB4D09FC-8BFA-46C7-A7CC-BF047905BDE4}"/>
              </a:ext>
            </a:extLst>
          </p:cNvPr>
          <p:cNvSpPr>
            <a:spLocks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10426">
            <a:extLst>
              <a:ext uri="{FF2B5EF4-FFF2-40B4-BE49-F238E27FC236}">
                <a16:creationId xmlns:a16="http://schemas.microsoft.com/office/drawing/2014/main" id="{EF0AEA3F-D939-45BF-8ABD-479372A47E49}"/>
              </a:ext>
            </a:extLst>
          </p:cNvPr>
          <p:cNvSpPr>
            <a:spLocks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10427">
            <a:extLst>
              <a:ext uri="{FF2B5EF4-FFF2-40B4-BE49-F238E27FC236}">
                <a16:creationId xmlns:a16="http://schemas.microsoft.com/office/drawing/2014/main" id="{DC63895F-D40E-42D3-9FBD-6303FA96A932}"/>
              </a:ext>
            </a:extLst>
          </p:cNvPr>
          <p:cNvSpPr>
            <a:spLocks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10428">
            <a:extLst>
              <a:ext uri="{FF2B5EF4-FFF2-40B4-BE49-F238E27FC236}">
                <a16:creationId xmlns:a16="http://schemas.microsoft.com/office/drawing/2014/main" id="{1D7AA73A-12A7-4BEB-B7C5-907EBD0E52F1}"/>
              </a:ext>
            </a:extLst>
          </p:cNvPr>
          <p:cNvSpPr>
            <a:spLocks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10429">
            <a:extLst>
              <a:ext uri="{FF2B5EF4-FFF2-40B4-BE49-F238E27FC236}">
                <a16:creationId xmlns:a16="http://schemas.microsoft.com/office/drawing/2014/main" id="{6CCF4A66-D319-4141-84C3-393AFA79BFCD}"/>
              </a:ext>
            </a:extLst>
          </p:cNvPr>
          <p:cNvSpPr>
            <a:spLocks/>
          </p:cNvSpPr>
          <p:nvPr/>
        </p:nvSpPr>
        <p:spPr>
          <a:xfrm>
            <a:off x="8369349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10430">
            <a:extLst>
              <a:ext uri="{FF2B5EF4-FFF2-40B4-BE49-F238E27FC236}">
                <a16:creationId xmlns:a16="http://schemas.microsoft.com/office/drawing/2014/main" id="{F6AC8800-0AF4-407E-B882-902B9759E70F}"/>
              </a:ext>
            </a:extLst>
          </p:cNvPr>
          <p:cNvSpPr>
            <a:spLocks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10431">
            <a:extLst>
              <a:ext uri="{FF2B5EF4-FFF2-40B4-BE49-F238E27FC236}">
                <a16:creationId xmlns:a16="http://schemas.microsoft.com/office/drawing/2014/main" id="{DA2173DB-E04A-451C-B4D0-DE1D690D6ED9}"/>
              </a:ext>
            </a:extLst>
          </p:cNvPr>
          <p:cNvSpPr>
            <a:spLocks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10432">
            <a:extLst>
              <a:ext uri="{FF2B5EF4-FFF2-40B4-BE49-F238E27FC236}">
                <a16:creationId xmlns:a16="http://schemas.microsoft.com/office/drawing/2014/main" id="{CE932693-EAA1-4602-9BC5-EFB539739A21}"/>
              </a:ext>
            </a:extLst>
          </p:cNvPr>
          <p:cNvSpPr>
            <a:spLocks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10433">
            <a:extLst>
              <a:ext uri="{FF2B5EF4-FFF2-40B4-BE49-F238E27FC236}">
                <a16:creationId xmlns:a16="http://schemas.microsoft.com/office/drawing/2014/main" id="{E807F22B-5770-4B2E-B6FF-671696BB726A}"/>
              </a:ext>
            </a:extLst>
          </p:cNvPr>
          <p:cNvSpPr>
            <a:spLocks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10434">
            <a:extLst>
              <a:ext uri="{FF2B5EF4-FFF2-40B4-BE49-F238E27FC236}">
                <a16:creationId xmlns:a16="http://schemas.microsoft.com/office/drawing/2014/main" id="{AEFA01B9-16A3-42FE-AB1D-B6A8CAD8ED11}"/>
              </a:ext>
            </a:extLst>
          </p:cNvPr>
          <p:cNvSpPr>
            <a:spLocks/>
          </p:cNvSpPr>
          <p:nvPr/>
        </p:nvSpPr>
        <p:spPr>
          <a:xfrm>
            <a:off x="834368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10435">
            <a:extLst>
              <a:ext uri="{FF2B5EF4-FFF2-40B4-BE49-F238E27FC236}">
                <a16:creationId xmlns:a16="http://schemas.microsoft.com/office/drawing/2014/main" id="{DFC554C2-F24B-4424-9F61-9DDEEA1DBE8A}"/>
              </a:ext>
            </a:extLst>
          </p:cNvPr>
          <p:cNvSpPr>
            <a:spLocks/>
          </p:cNvSpPr>
          <p:nvPr/>
        </p:nvSpPr>
        <p:spPr>
          <a:xfrm>
            <a:off x="832478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10436">
            <a:extLst>
              <a:ext uri="{FF2B5EF4-FFF2-40B4-BE49-F238E27FC236}">
                <a16:creationId xmlns:a16="http://schemas.microsoft.com/office/drawing/2014/main" id="{704A7F45-2A67-451E-8541-54FDC6B8968E}"/>
              </a:ext>
            </a:extLst>
          </p:cNvPr>
          <p:cNvSpPr>
            <a:spLocks/>
          </p:cNvSpPr>
          <p:nvPr/>
        </p:nvSpPr>
        <p:spPr>
          <a:xfrm>
            <a:off x="836296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10437">
            <a:extLst>
              <a:ext uri="{FF2B5EF4-FFF2-40B4-BE49-F238E27FC236}">
                <a16:creationId xmlns:a16="http://schemas.microsoft.com/office/drawing/2014/main" id="{B4556318-4373-48DB-BB6C-B856317335CB}"/>
              </a:ext>
            </a:extLst>
          </p:cNvPr>
          <p:cNvSpPr>
            <a:spLocks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10438">
            <a:extLst>
              <a:ext uri="{FF2B5EF4-FFF2-40B4-BE49-F238E27FC236}">
                <a16:creationId xmlns:a16="http://schemas.microsoft.com/office/drawing/2014/main" id="{BAACF38F-70B2-4AD1-97AB-03F11CF29D3E}"/>
              </a:ext>
            </a:extLst>
          </p:cNvPr>
          <p:cNvSpPr>
            <a:spLocks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10439">
            <a:extLst>
              <a:ext uri="{FF2B5EF4-FFF2-40B4-BE49-F238E27FC236}">
                <a16:creationId xmlns:a16="http://schemas.microsoft.com/office/drawing/2014/main" id="{607075F7-4FA4-435A-AB9B-80F46F2A4233}"/>
              </a:ext>
            </a:extLst>
          </p:cNvPr>
          <p:cNvSpPr>
            <a:spLocks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10440">
            <a:extLst>
              <a:ext uri="{FF2B5EF4-FFF2-40B4-BE49-F238E27FC236}">
                <a16:creationId xmlns:a16="http://schemas.microsoft.com/office/drawing/2014/main" id="{859706E7-9191-4D58-886A-A1FA55F95D81}"/>
              </a:ext>
            </a:extLst>
          </p:cNvPr>
          <p:cNvSpPr>
            <a:spLocks/>
          </p:cNvSpPr>
          <p:nvPr/>
        </p:nvSpPr>
        <p:spPr>
          <a:xfrm>
            <a:off x="8279575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10441">
            <a:extLst>
              <a:ext uri="{FF2B5EF4-FFF2-40B4-BE49-F238E27FC236}">
                <a16:creationId xmlns:a16="http://schemas.microsoft.com/office/drawing/2014/main" id="{B2F52731-60DF-46DE-B3F4-C7F83E847121}"/>
              </a:ext>
            </a:extLst>
          </p:cNvPr>
          <p:cNvSpPr>
            <a:spLocks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10442">
            <a:extLst>
              <a:ext uri="{FF2B5EF4-FFF2-40B4-BE49-F238E27FC236}">
                <a16:creationId xmlns:a16="http://schemas.microsoft.com/office/drawing/2014/main" id="{D22A9024-DC2D-4706-A3E5-CC5F5CEDFC1E}"/>
              </a:ext>
            </a:extLst>
          </p:cNvPr>
          <p:cNvSpPr>
            <a:spLocks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10443">
            <a:extLst>
              <a:ext uri="{FF2B5EF4-FFF2-40B4-BE49-F238E27FC236}">
                <a16:creationId xmlns:a16="http://schemas.microsoft.com/office/drawing/2014/main" id="{1C310E3D-ACEC-4253-AB3D-E8A520561C98}"/>
              </a:ext>
            </a:extLst>
          </p:cNvPr>
          <p:cNvSpPr>
            <a:spLocks/>
          </p:cNvSpPr>
          <p:nvPr/>
        </p:nvSpPr>
        <p:spPr>
          <a:xfrm>
            <a:off x="8348632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10444">
            <a:extLst>
              <a:ext uri="{FF2B5EF4-FFF2-40B4-BE49-F238E27FC236}">
                <a16:creationId xmlns:a16="http://schemas.microsoft.com/office/drawing/2014/main" id="{9EBD4684-CA99-4B88-AB66-742BFB8A9289}"/>
              </a:ext>
            </a:extLst>
          </p:cNvPr>
          <p:cNvSpPr>
            <a:spLocks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10445">
            <a:extLst>
              <a:ext uri="{FF2B5EF4-FFF2-40B4-BE49-F238E27FC236}">
                <a16:creationId xmlns:a16="http://schemas.microsoft.com/office/drawing/2014/main" id="{30CCD963-3152-44E4-8256-063AF6A78EB8}"/>
              </a:ext>
            </a:extLst>
          </p:cNvPr>
          <p:cNvSpPr>
            <a:spLocks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10446">
            <a:extLst>
              <a:ext uri="{FF2B5EF4-FFF2-40B4-BE49-F238E27FC236}">
                <a16:creationId xmlns:a16="http://schemas.microsoft.com/office/drawing/2014/main" id="{39FB0294-A31B-422D-A251-C280772BCC13}"/>
              </a:ext>
            </a:extLst>
          </p:cNvPr>
          <p:cNvSpPr>
            <a:spLocks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10447">
            <a:extLst>
              <a:ext uri="{FF2B5EF4-FFF2-40B4-BE49-F238E27FC236}">
                <a16:creationId xmlns:a16="http://schemas.microsoft.com/office/drawing/2014/main" id="{7129CB02-0521-4025-A918-C8D71096FB21}"/>
              </a:ext>
            </a:extLst>
          </p:cNvPr>
          <p:cNvSpPr>
            <a:spLocks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10448">
            <a:extLst>
              <a:ext uri="{FF2B5EF4-FFF2-40B4-BE49-F238E27FC236}">
                <a16:creationId xmlns:a16="http://schemas.microsoft.com/office/drawing/2014/main" id="{4E874936-7F4B-4778-A33F-0BB8655BFF42}"/>
              </a:ext>
            </a:extLst>
          </p:cNvPr>
          <p:cNvSpPr>
            <a:spLocks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10449">
            <a:extLst>
              <a:ext uri="{FF2B5EF4-FFF2-40B4-BE49-F238E27FC236}">
                <a16:creationId xmlns:a16="http://schemas.microsoft.com/office/drawing/2014/main" id="{28EF433A-D7B7-45E1-896B-EC0C4E95FEFF}"/>
              </a:ext>
            </a:extLst>
          </p:cNvPr>
          <p:cNvSpPr>
            <a:spLocks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10450">
            <a:extLst>
              <a:ext uri="{FF2B5EF4-FFF2-40B4-BE49-F238E27FC236}">
                <a16:creationId xmlns:a16="http://schemas.microsoft.com/office/drawing/2014/main" id="{0373381E-5D1A-4A88-A442-B5A049ACBD84}"/>
              </a:ext>
            </a:extLst>
          </p:cNvPr>
          <p:cNvSpPr>
            <a:spLocks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10451">
            <a:extLst>
              <a:ext uri="{FF2B5EF4-FFF2-40B4-BE49-F238E27FC236}">
                <a16:creationId xmlns:a16="http://schemas.microsoft.com/office/drawing/2014/main" id="{1F3F6C15-A87D-4EFB-9C9C-C3D9DC0CDF7E}"/>
              </a:ext>
            </a:extLst>
          </p:cNvPr>
          <p:cNvSpPr>
            <a:spLocks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10452">
            <a:extLst>
              <a:ext uri="{FF2B5EF4-FFF2-40B4-BE49-F238E27FC236}">
                <a16:creationId xmlns:a16="http://schemas.microsoft.com/office/drawing/2014/main" id="{1CF57EE8-7E99-4EAB-AC9C-18AA32594B36}"/>
              </a:ext>
            </a:extLst>
          </p:cNvPr>
          <p:cNvSpPr>
            <a:spLocks/>
          </p:cNvSpPr>
          <p:nvPr/>
        </p:nvSpPr>
        <p:spPr>
          <a:xfrm>
            <a:off x="83301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10453">
            <a:extLst>
              <a:ext uri="{FF2B5EF4-FFF2-40B4-BE49-F238E27FC236}">
                <a16:creationId xmlns:a16="http://schemas.microsoft.com/office/drawing/2014/main" id="{BBB51C41-B86B-4934-927F-8F77E1829CEA}"/>
              </a:ext>
            </a:extLst>
          </p:cNvPr>
          <p:cNvSpPr>
            <a:spLocks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10454">
            <a:extLst>
              <a:ext uri="{FF2B5EF4-FFF2-40B4-BE49-F238E27FC236}">
                <a16:creationId xmlns:a16="http://schemas.microsoft.com/office/drawing/2014/main" id="{E57601FE-C55A-41C6-9106-FA7D70FE822E}"/>
              </a:ext>
            </a:extLst>
          </p:cNvPr>
          <p:cNvSpPr>
            <a:spLocks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10455">
            <a:extLst>
              <a:ext uri="{FF2B5EF4-FFF2-40B4-BE49-F238E27FC236}">
                <a16:creationId xmlns:a16="http://schemas.microsoft.com/office/drawing/2014/main" id="{E4DE00EF-939C-46EA-8E14-F25ACE285936}"/>
              </a:ext>
            </a:extLst>
          </p:cNvPr>
          <p:cNvSpPr>
            <a:spLocks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10456">
            <a:extLst>
              <a:ext uri="{FF2B5EF4-FFF2-40B4-BE49-F238E27FC236}">
                <a16:creationId xmlns:a16="http://schemas.microsoft.com/office/drawing/2014/main" id="{D2428AEA-6A53-452F-ABF4-4E077D3F7C6B}"/>
              </a:ext>
            </a:extLst>
          </p:cNvPr>
          <p:cNvSpPr>
            <a:spLocks/>
          </p:cNvSpPr>
          <p:nvPr/>
        </p:nvSpPr>
        <p:spPr>
          <a:xfrm>
            <a:off x="8330651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10457">
            <a:extLst>
              <a:ext uri="{FF2B5EF4-FFF2-40B4-BE49-F238E27FC236}">
                <a16:creationId xmlns:a16="http://schemas.microsoft.com/office/drawing/2014/main" id="{26FEBC9F-3E4B-4EA7-AB41-251AB34709B6}"/>
              </a:ext>
            </a:extLst>
          </p:cNvPr>
          <p:cNvSpPr>
            <a:spLocks/>
          </p:cNvSpPr>
          <p:nvPr/>
        </p:nvSpPr>
        <p:spPr>
          <a:xfrm>
            <a:off x="8347850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10458">
            <a:extLst>
              <a:ext uri="{FF2B5EF4-FFF2-40B4-BE49-F238E27FC236}">
                <a16:creationId xmlns:a16="http://schemas.microsoft.com/office/drawing/2014/main" id="{62A7B602-B84C-4EAA-8C13-507A965C7F28}"/>
              </a:ext>
            </a:extLst>
          </p:cNvPr>
          <p:cNvSpPr>
            <a:spLocks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10459">
            <a:extLst>
              <a:ext uri="{FF2B5EF4-FFF2-40B4-BE49-F238E27FC236}">
                <a16:creationId xmlns:a16="http://schemas.microsoft.com/office/drawing/2014/main" id="{56F48340-81F0-4F9E-9B3C-7D940433D2A5}"/>
              </a:ext>
            </a:extLst>
          </p:cNvPr>
          <p:cNvSpPr>
            <a:spLocks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10460">
            <a:extLst>
              <a:ext uri="{FF2B5EF4-FFF2-40B4-BE49-F238E27FC236}">
                <a16:creationId xmlns:a16="http://schemas.microsoft.com/office/drawing/2014/main" id="{224BAB21-3696-434C-95ED-7705570CCB66}"/>
              </a:ext>
            </a:extLst>
          </p:cNvPr>
          <p:cNvSpPr>
            <a:spLocks/>
          </p:cNvSpPr>
          <p:nvPr/>
        </p:nvSpPr>
        <p:spPr>
          <a:xfrm>
            <a:off x="8330391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10461">
            <a:extLst>
              <a:ext uri="{FF2B5EF4-FFF2-40B4-BE49-F238E27FC236}">
                <a16:creationId xmlns:a16="http://schemas.microsoft.com/office/drawing/2014/main" id="{4DA92750-603E-4194-A2A7-6B127C9C92C3}"/>
              </a:ext>
            </a:extLst>
          </p:cNvPr>
          <p:cNvSpPr>
            <a:spLocks/>
          </p:cNvSpPr>
          <p:nvPr/>
        </p:nvSpPr>
        <p:spPr>
          <a:xfrm>
            <a:off x="8364007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10462">
            <a:extLst>
              <a:ext uri="{FF2B5EF4-FFF2-40B4-BE49-F238E27FC236}">
                <a16:creationId xmlns:a16="http://schemas.microsoft.com/office/drawing/2014/main" id="{D46F8FC0-0ADB-4025-AB14-AC338F141B52}"/>
              </a:ext>
            </a:extLst>
          </p:cNvPr>
          <p:cNvSpPr>
            <a:spLocks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10463">
            <a:extLst>
              <a:ext uri="{FF2B5EF4-FFF2-40B4-BE49-F238E27FC236}">
                <a16:creationId xmlns:a16="http://schemas.microsoft.com/office/drawing/2014/main" id="{F4128C76-035C-4329-AD6B-E796FCB10264}"/>
              </a:ext>
            </a:extLst>
          </p:cNvPr>
          <p:cNvSpPr>
            <a:spLocks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10464">
            <a:extLst>
              <a:ext uri="{FF2B5EF4-FFF2-40B4-BE49-F238E27FC236}">
                <a16:creationId xmlns:a16="http://schemas.microsoft.com/office/drawing/2014/main" id="{1EF3B9C6-5977-412B-952B-E6BC2B276519}"/>
              </a:ext>
            </a:extLst>
          </p:cNvPr>
          <p:cNvSpPr>
            <a:spLocks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10465">
            <a:extLst>
              <a:ext uri="{FF2B5EF4-FFF2-40B4-BE49-F238E27FC236}">
                <a16:creationId xmlns:a16="http://schemas.microsoft.com/office/drawing/2014/main" id="{DAEDEBEC-2915-4EA1-8088-F23AB9260AD0}"/>
              </a:ext>
            </a:extLst>
          </p:cNvPr>
          <p:cNvSpPr>
            <a:spLocks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10466">
            <a:extLst>
              <a:ext uri="{FF2B5EF4-FFF2-40B4-BE49-F238E27FC236}">
                <a16:creationId xmlns:a16="http://schemas.microsoft.com/office/drawing/2014/main" id="{36988E52-1E4A-45EA-A026-B74A0E84E51C}"/>
              </a:ext>
            </a:extLst>
          </p:cNvPr>
          <p:cNvSpPr>
            <a:spLocks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10467">
            <a:extLst>
              <a:ext uri="{FF2B5EF4-FFF2-40B4-BE49-F238E27FC236}">
                <a16:creationId xmlns:a16="http://schemas.microsoft.com/office/drawing/2014/main" id="{ED132E7E-020F-453C-A40B-CCCF3DBA9D79}"/>
              </a:ext>
            </a:extLst>
          </p:cNvPr>
          <p:cNvSpPr>
            <a:spLocks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10468">
            <a:extLst>
              <a:ext uri="{FF2B5EF4-FFF2-40B4-BE49-F238E27FC236}">
                <a16:creationId xmlns:a16="http://schemas.microsoft.com/office/drawing/2014/main" id="{51D53F17-65A2-45CB-ADD8-00E787954C38}"/>
              </a:ext>
            </a:extLst>
          </p:cNvPr>
          <p:cNvSpPr>
            <a:spLocks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10469">
            <a:extLst>
              <a:ext uri="{FF2B5EF4-FFF2-40B4-BE49-F238E27FC236}">
                <a16:creationId xmlns:a16="http://schemas.microsoft.com/office/drawing/2014/main" id="{5C8A8E3E-E326-404C-88B4-AFE7825C8F12}"/>
              </a:ext>
            </a:extLst>
          </p:cNvPr>
          <p:cNvSpPr>
            <a:spLocks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10470">
            <a:extLst>
              <a:ext uri="{FF2B5EF4-FFF2-40B4-BE49-F238E27FC236}">
                <a16:creationId xmlns:a16="http://schemas.microsoft.com/office/drawing/2014/main" id="{BDA51F7C-ADA9-4C2A-9680-ECA935F9CD1F}"/>
              </a:ext>
            </a:extLst>
          </p:cNvPr>
          <p:cNvSpPr>
            <a:spLocks/>
          </p:cNvSpPr>
          <p:nvPr/>
        </p:nvSpPr>
        <p:spPr>
          <a:xfrm>
            <a:off x="8261855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10471">
            <a:extLst>
              <a:ext uri="{FF2B5EF4-FFF2-40B4-BE49-F238E27FC236}">
                <a16:creationId xmlns:a16="http://schemas.microsoft.com/office/drawing/2014/main" id="{8A943393-BFDA-4AD1-AAE3-00F1D49F73D4}"/>
              </a:ext>
            </a:extLst>
          </p:cNvPr>
          <p:cNvSpPr>
            <a:spLocks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10472">
            <a:extLst>
              <a:ext uri="{FF2B5EF4-FFF2-40B4-BE49-F238E27FC236}">
                <a16:creationId xmlns:a16="http://schemas.microsoft.com/office/drawing/2014/main" id="{84F272AD-83AA-4EAC-8D87-CD7B6FF9DDCF}"/>
              </a:ext>
            </a:extLst>
          </p:cNvPr>
          <p:cNvSpPr>
            <a:spLocks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10473">
            <a:extLst>
              <a:ext uri="{FF2B5EF4-FFF2-40B4-BE49-F238E27FC236}">
                <a16:creationId xmlns:a16="http://schemas.microsoft.com/office/drawing/2014/main" id="{BB906319-FE32-4A2D-9869-4FEE2167667C}"/>
              </a:ext>
            </a:extLst>
          </p:cNvPr>
          <p:cNvSpPr>
            <a:spLocks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10474">
            <a:extLst>
              <a:ext uri="{FF2B5EF4-FFF2-40B4-BE49-F238E27FC236}">
                <a16:creationId xmlns:a16="http://schemas.microsoft.com/office/drawing/2014/main" id="{F920D9E1-D2B6-460E-8A8F-CD826BAAFCE8}"/>
              </a:ext>
            </a:extLst>
          </p:cNvPr>
          <p:cNvSpPr>
            <a:spLocks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10475">
            <a:extLst>
              <a:ext uri="{FF2B5EF4-FFF2-40B4-BE49-F238E27FC236}">
                <a16:creationId xmlns:a16="http://schemas.microsoft.com/office/drawing/2014/main" id="{C3E707C9-D167-4F74-AB26-4D4442C28D21}"/>
              </a:ext>
            </a:extLst>
          </p:cNvPr>
          <p:cNvSpPr>
            <a:spLocks/>
          </p:cNvSpPr>
          <p:nvPr/>
        </p:nvSpPr>
        <p:spPr>
          <a:xfrm>
            <a:off x="8244786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10476">
            <a:extLst>
              <a:ext uri="{FF2B5EF4-FFF2-40B4-BE49-F238E27FC236}">
                <a16:creationId xmlns:a16="http://schemas.microsoft.com/office/drawing/2014/main" id="{7D65ECEE-2D87-403C-8AC3-1C49F0E3687F}"/>
              </a:ext>
            </a:extLst>
          </p:cNvPr>
          <p:cNvSpPr>
            <a:spLocks/>
          </p:cNvSpPr>
          <p:nvPr/>
        </p:nvSpPr>
        <p:spPr>
          <a:xfrm>
            <a:off x="89515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10477">
            <a:extLst>
              <a:ext uri="{FF2B5EF4-FFF2-40B4-BE49-F238E27FC236}">
                <a16:creationId xmlns:a16="http://schemas.microsoft.com/office/drawing/2014/main" id="{37F1228D-B55E-4834-B76F-1A325482C722}"/>
              </a:ext>
            </a:extLst>
          </p:cNvPr>
          <p:cNvSpPr>
            <a:spLocks/>
          </p:cNvSpPr>
          <p:nvPr/>
        </p:nvSpPr>
        <p:spPr>
          <a:xfrm>
            <a:off x="90349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10478">
            <a:extLst>
              <a:ext uri="{FF2B5EF4-FFF2-40B4-BE49-F238E27FC236}">
                <a16:creationId xmlns:a16="http://schemas.microsoft.com/office/drawing/2014/main" id="{D85B5323-E44E-478D-A4DC-DF8536472F9B}"/>
              </a:ext>
            </a:extLst>
          </p:cNvPr>
          <p:cNvSpPr>
            <a:spLocks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10479">
            <a:extLst>
              <a:ext uri="{FF2B5EF4-FFF2-40B4-BE49-F238E27FC236}">
                <a16:creationId xmlns:a16="http://schemas.microsoft.com/office/drawing/2014/main" id="{D447CB34-3131-4279-A200-866AE79ECDF5}"/>
              </a:ext>
            </a:extLst>
          </p:cNvPr>
          <p:cNvSpPr>
            <a:spLocks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10480">
            <a:extLst>
              <a:ext uri="{FF2B5EF4-FFF2-40B4-BE49-F238E27FC236}">
                <a16:creationId xmlns:a16="http://schemas.microsoft.com/office/drawing/2014/main" id="{0FB11C1E-6D38-4882-9223-FB0475D34DBA}"/>
              </a:ext>
            </a:extLst>
          </p:cNvPr>
          <p:cNvSpPr>
            <a:spLocks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10481">
            <a:extLst>
              <a:ext uri="{FF2B5EF4-FFF2-40B4-BE49-F238E27FC236}">
                <a16:creationId xmlns:a16="http://schemas.microsoft.com/office/drawing/2014/main" id="{AA996694-19D6-48F1-9ED8-69E6B4AF06F8}"/>
              </a:ext>
            </a:extLst>
          </p:cNvPr>
          <p:cNvSpPr>
            <a:spLocks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10482">
            <a:extLst>
              <a:ext uri="{FF2B5EF4-FFF2-40B4-BE49-F238E27FC236}">
                <a16:creationId xmlns:a16="http://schemas.microsoft.com/office/drawing/2014/main" id="{011B1A09-FE2C-4268-8D7F-E36A5DAB7562}"/>
              </a:ext>
            </a:extLst>
          </p:cNvPr>
          <p:cNvSpPr>
            <a:spLocks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10483">
            <a:extLst>
              <a:ext uri="{FF2B5EF4-FFF2-40B4-BE49-F238E27FC236}">
                <a16:creationId xmlns:a16="http://schemas.microsoft.com/office/drawing/2014/main" id="{FC2DEAAE-F1C6-4BF3-9F45-97F93CE1B7C6}"/>
              </a:ext>
            </a:extLst>
          </p:cNvPr>
          <p:cNvSpPr>
            <a:spLocks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10484">
            <a:extLst>
              <a:ext uri="{FF2B5EF4-FFF2-40B4-BE49-F238E27FC236}">
                <a16:creationId xmlns:a16="http://schemas.microsoft.com/office/drawing/2014/main" id="{183BDB49-0EC0-4769-9515-EDD38D9B4EA4}"/>
              </a:ext>
            </a:extLst>
          </p:cNvPr>
          <p:cNvSpPr>
            <a:spLocks/>
          </p:cNvSpPr>
          <p:nvPr/>
        </p:nvSpPr>
        <p:spPr>
          <a:xfrm>
            <a:off x="8928726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10485">
            <a:extLst>
              <a:ext uri="{FF2B5EF4-FFF2-40B4-BE49-F238E27FC236}">
                <a16:creationId xmlns:a16="http://schemas.microsoft.com/office/drawing/2014/main" id="{A6CC2FE0-BBD1-4B38-ACB7-32AF626FDBAA}"/>
              </a:ext>
            </a:extLst>
          </p:cNvPr>
          <p:cNvSpPr>
            <a:spLocks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10486">
            <a:extLst>
              <a:ext uri="{FF2B5EF4-FFF2-40B4-BE49-F238E27FC236}">
                <a16:creationId xmlns:a16="http://schemas.microsoft.com/office/drawing/2014/main" id="{41731A8A-A115-4D5D-9864-C38A1124D101}"/>
              </a:ext>
            </a:extLst>
          </p:cNvPr>
          <p:cNvSpPr>
            <a:spLocks/>
          </p:cNvSpPr>
          <p:nvPr/>
        </p:nvSpPr>
        <p:spPr>
          <a:xfrm>
            <a:off x="89284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10487">
            <a:extLst>
              <a:ext uri="{FF2B5EF4-FFF2-40B4-BE49-F238E27FC236}">
                <a16:creationId xmlns:a16="http://schemas.microsoft.com/office/drawing/2014/main" id="{0D3F2FAC-68BA-4691-BCDC-BD2FB81EEB86}"/>
              </a:ext>
            </a:extLst>
          </p:cNvPr>
          <p:cNvSpPr>
            <a:spLocks/>
          </p:cNvSpPr>
          <p:nvPr/>
        </p:nvSpPr>
        <p:spPr>
          <a:xfrm>
            <a:off x="90020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10488">
            <a:extLst>
              <a:ext uri="{FF2B5EF4-FFF2-40B4-BE49-F238E27FC236}">
                <a16:creationId xmlns:a16="http://schemas.microsoft.com/office/drawing/2014/main" id="{C619EFE2-F05A-4FB3-A656-2D4A0B8EB025}"/>
              </a:ext>
            </a:extLst>
          </p:cNvPr>
          <p:cNvSpPr>
            <a:spLocks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10489">
            <a:extLst>
              <a:ext uri="{FF2B5EF4-FFF2-40B4-BE49-F238E27FC236}">
                <a16:creationId xmlns:a16="http://schemas.microsoft.com/office/drawing/2014/main" id="{99DA3438-F8BD-4276-822D-DE43ACC2D96C}"/>
              </a:ext>
            </a:extLst>
          </p:cNvPr>
          <p:cNvSpPr>
            <a:spLocks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10490">
            <a:extLst>
              <a:ext uri="{FF2B5EF4-FFF2-40B4-BE49-F238E27FC236}">
                <a16:creationId xmlns:a16="http://schemas.microsoft.com/office/drawing/2014/main" id="{37662D3E-C594-441C-A933-AED920224FD4}"/>
              </a:ext>
            </a:extLst>
          </p:cNvPr>
          <p:cNvSpPr>
            <a:spLocks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10491">
            <a:extLst>
              <a:ext uri="{FF2B5EF4-FFF2-40B4-BE49-F238E27FC236}">
                <a16:creationId xmlns:a16="http://schemas.microsoft.com/office/drawing/2014/main" id="{735912D7-5288-42BA-A3FB-22E57E053B85}"/>
              </a:ext>
            </a:extLst>
          </p:cNvPr>
          <p:cNvSpPr>
            <a:spLocks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10492">
            <a:extLst>
              <a:ext uri="{FF2B5EF4-FFF2-40B4-BE49-F238E27FC236}">
                <a16:creationId xmlns:a16="http://schemas.microsoft.com/office/drawing/2014/main" id="{B5922CEC-A816-4D0A-BC5D-D2749C8E8957}"/>
              </a:ext>
            </a:extLst>
          </p:cNvPr>
          <p:cNvSpPr>
            <a:spLocks/>
          </p:cNvSpPr>
          <p:nvPr/>
        </p:nvSpPr>
        <p:spPr>
          <a:xfrm>
            <a:off x="892807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10493">
            <a:extLst>
              <a:ext uri="{FF2B5EF4-FFF2-40B4-BE49-F238E27FC236}">
                <a16:creationId xmlns:a16="http://schemas.microsoft.com/office/drawing/2014/main" id="{47DB83B4-2517-4BAC-8FBA-D2FC6ED4D925}"/>
              </a:ext>
            </a:extLst>
          </p:cNvPr>
          <p:cNvSpPr>
            <a:spLocks/>
          </p:cNvSpPr>
          <p:nvPr/>
        </p:nvSpPr>
        <p:spPr>
          <a:xfrm>
            <a:off x="904508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10494">
            <a:extLst>
              <a:ext uri="{FF2B5EF4-FFF2-40B4-BE49-F238E27FC236}">
                <a16:creationId xmlns:a16="http://schemas.microsoft.com/office/drawing/2014/main" id="{91A936E1-B62F-4718-8D6D-32B9B0382570}"/>
              </a:ext>
            </a:extLst>
          </p:cNvPr>
          <p:cNvSpPr>
            <a:spLocks/>
          </p:cNvSpPr>
          <p:nvPr/>
        </p:nvSpPr>
        <p:spPr>
          <a:xfrm>
            <a:off x="8929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10495">
            <a:extLst>
              <a:ext uri="{FF2B5EF4-FFF2-40B4-BE49-F238E27FC236}">
                <a16:creationId xmlns:a16="http://schemas.microsoft.com/office/drawing/2014/main" id="{081DD9FE-1CA4-4D18-BE7A-7D3CEFE318CB}"/>
              </a:ext>
            </a:extLst>
          </p:cNvPr>
          <p:cNvSpPr>
            <a:spLocks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10496">
            <a:extLst>
              <a:ext uri="{FF2B5EF4-FFF2-40B4-BE49-F238E27FC236}">
                <a16:creationId xmlns:a16="http://schemas.microsoft.com/office/drawing/2014/main" id="{F1E05106-0D3B-4D6D-A8CB-E5041F7B645B}"/>
              </a:ext>
            </a:extLst>
          </p:cNvPr>
          <p:cNvSpPr>
            <a:spLocks/>
          </p:cNvSpPr>
          <p:nvPr/>
        </p:nvSpPr>
        <p:spPr>
          <a:xfrm>
            <a:off x="89732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10497">
            <a:extLst>
              <a:ext uri="{FF2B5EF4-FFF2-40B4-BE49-F238E27FC236}">
                <a16:creationId xmlns:a16="http://schemas.microsoft.com/office/drawing/2014/main" id="{66184DEA-D612-49CF-9AB4-A3FA7783C9AF}"/>
              </a:ext>
            </a:extLst>
          </p:cNvPr>
          <p:cNvSpPr>
            <a:spLocks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10498">
            <a:extLst>
              <a:ext uri="{FF2B5EF4-FFF2-40B4-BE49-F238E27FC236}">
                <a16:creationId xmlns:a16="http://schemas.microsoft.com/office/drawing/2014/main" id="{17A664F2-E005-4EFF-975A-3025D4D27200}"/>
              </a:ext>
            </a:extLst>
          </p:cNvPr>
          <p:cNvSpPr>
            <a:spLocks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10499">
            <a:extLst>
              <a:ext uri="{FF2B5EF4-FFF2-40B4-BE49-F238E27FC236}">
                <a16:creationId xmlns:a16="http://schemas.microsoft.com/office/drawing/2014/main" id="{79B338CB-6F6D-402F-98ED-619F97AB2FCF}"/>
              </a:ext>
            </a:extLst>
          </p:cNvPr>
          <p:cNvSpPr>
            <a:spLocks/>
          </p:cNvSpPr>
          <p:nvPr/>
        </p:nvSpPr>
        <p:spPr>
          <a:xfrm>
            <a:off x="90185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10500">
            <a:extLst>
              <a:ext uri="{FF2B5EF4-FFF2-40B4-BE49-F238E27FC236}">
                <a16:creationId xmlns:a16="http://schemas.microsoft.com/office/drawing/2014/main" id="{46BBB581-47E6-401D-AB1A-3ECBAAC899B9}"/>
              </a:ext>
            </a:extLst>
          </p:cNvPr>
          <p:cNvSpPr>
            <a:spLocks/>
          </p:cNvSpPr>
          <p:nvPr/>
        </p:nvSpPr>
        <p:spPr>
          <a:xfrm>
            <a:off x="896130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10501">
            <a:extLst>
              <a:ext uri="{FF2B5EF4-FFF2-40B4-BE49-F238E27FC236}">
                <a16:creationId xmlns:a16="http://schemas.microsoft.com/office/drawing/2014/main" id="{D815872E-BEDC-41CA-BB34-5DD84DF95250}"/>
              </a:ext>
            </a:extLst>
          </p:cNvPr>
          <p:cNvSpPr>
            <a:spLocks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10502">
            <a:extLst>
              <a:ext uri="{FF2B5EF4-FFF2-40B4-BE49-F238E27FC236}">
                <a16:creationId xmlns:a16="http://schemas.microsoft.com/office/drawing/2014/main" id="{F559247D-4491-412C-9FE7-C704B24B06D9}"/>
              </a:ext>
            </a:extLst>
          </p:cNvPr>
          <p:cNvSpPr>
            <a:spLocks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10503">
            <a:extLst>
              <a:ext uri="{FF2B5EF4-FFF2-40B4-BE49-F238E27FC236}">
                <a16:creationId xmlns:a16="http://schemas.microsoft.com/office/drawing/2014/main" id="{CC80E966-BC81-4DF2-96EC-170BC1FB3788}"/>
              </a:ext>
            </a:extLst>
          </p:cNvPr>
          <p:cNvSpPr>
            <a:spLocks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10504">
            <a:extLst>
              <a:ext uri="{FF2B5EF4-FFF2-40B4-BE49-F238E27FC236}">
                <a16:creationId xmlns:a16="http://schemas.microsoft.com/office/drawing/2014/main" id="{7E7052B3-D0AC-48FE-87FB-F4918E9E2124}"/>
              </a:ext>
            </a:extLst>
          </p:cNvPr>
          <p:cNvSpPr>
            <a:spLocks/>
          </p:cNvSpPr>
          <p:nvPr/>
        </p:nvSpPr>
        <p:spPr>
          <a:xfrm>
            <a:off x="9016545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10505">
            <a:extLst>
              <a:ext uri="{FF2B5EF4-FFF2-40B4-BE49-F238E27FC236}">
                <a16:creationId xmlns:a16="http://schemas.microsoft.com/office/drawing/2014/main" id="{41A2355A-532B-4047-BF15-D6A81372A914}"/>
              </a:ext>
            </a:extLst>
          </p:cNvPr>
          <p:cNvSpPr>
            <a:spLocks/>
          </p:cNvSpPr>
          <p:nvPr/>
        </p:nvSpPr>
        <p:spPr>
          <a:xfrm>
            <a:off x="895100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10506">
            <a:extLst>
              <a:ext uri="{FF2B5EF4-FFF2-40B4-BE49-F238E27FC236}">
                <a16:creationId xmlns:a16="http://schemas.microsoft.com/office/drawing/2014/main" id="{2F7B0BF5-7597-419C-884E-3B52D5726008}"/>
              </a:ext>
            </a:extLst>
          </p:cNvPr>
          <p:cNvSpPr>
            <a:spLocks/>
          </p:cNvSpPr>
          <p:nvPr/>
        </p:nvSpPr>
        <p:spPr>
          <a:xfrm>
            <a:off x="89611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10507">
            <a:extLst>
              <a:ext uri="{FF2B5EF4-FFF2-40B4-BE49-F238E27FC236}">
                <a16:creationId xmlns:a16="http://schemas.microsoft.com/office/drawing/2014/main" id="{2FE1A415-8261-4D71-B22A-55FA5EDAED75}"/>
              </a:ext>
            </a:extLst>
          </p:cNvPr>
          <p:cNvSpPr>
            <a:spLocks/>
          </p:cNvSpPr>
          <p:nvPr/>
        </p:nvSpPr>
        <p:spPr>
          <a:xfrm>
            <a:off x="90420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10508">
            <a:extLst>
              <a:ext uri="{FF2B5EF4-FFF2-40B4-BE49-F238E27FC236}">
                <a16:creationId xmlns:a16="http://schemas.microsoft.com/office/drawing/2014/main" id="{E32DBB54-427D-4790-9873-FC0BC68D2B4E}"/>
              </a:ext>
            </a:extLst>
          </p:cNvPr>
          <p:cNvSpPr>
            <a:spLocks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10509">
            <a:extLst>
              <a:ext uri="{FF2B5EF4-FFF2-40B4-BE49-F238E27FC236}">
                <a16:creationId xmlns:a16="http://schemas.microsoft.com/office/drawing/2014/main" id="{39963A7E-BCDE-4506-A226-D249EE7F9CDD}"/>
              </a:ext>
            </a:extLst>
          </p:cNvPr>
          <p:cNvSpPr>
            <a:spLocks/>
          </p:cNvSpPr>
          <p:nvPr/>
        </p:nvSpPr>
        <p:spPr>
          <a:xfrm>
            <a:off x="903478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10510">
            <a:extLst>
              <a:ext uri="{FF2B5EF4-FFF2-40B4-BE49-F238E27FC236}">
                <a16:creationId xmlns:a16="http://schemas.microsoft.com/office/drawing/2014/main" id="{3C0738B3-CFD4-4BE8-9181-0A5CB20D7A74}"/>
              </a:ext>
            </a:extLst>
          </p:cNvPr>
          <p:cNvSpPr>
            <a:spLocks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10511">
            <a:extLst>
              <a:ext uri="{FF2B5EF4-FFF2-40B4-BE49-F238E27FC236}">
                <a16:creationId xmlns:a16="http://schemas.microsoft.com/office/drawing/2014/main" id="{B762CE14-88D5-478F-A2C1-25AFA1F09F36}"/>
              </a:ext>
            </a:extLst>
          </p:cNvPr>
          <p:cNvSpPr>
            <a:spLocks/>
          </p:cNvSpPr>
          <p:nvPr/>
        </p:nvSpPr>
        <p:spPr>
          <a:xfrm>
            <a:off x="903921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10512">
            <a:extLst>
              <a:ext uri="{FF2B5EF4-FFF2-40B4-BE49-F238E27FC236}">
                <a16:creationId xmlns:a16="http://schemas.microsoft.com/office/drawing/2014/main" id="{71B147B6-567F-4186-8351-403A59E935DB}"/>
              </a:ext>
            </a:extLst>
          </p:cNvPr>
          <p:cNvSpPr>
            <a:spLocks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10513">
            <a:extLst>
              <a:ext uri="{FF2B5EF4-FFF2-40B4-BE49-F238E27FC236}">
                <a16:creationId xmlns:a16="http://schemas.microsoft.com/office/drawing/2014/main" id="{5D2316B9-C244-4C03-9E18-4C32C6D305C7}"/>
              </a:ext>
            </a:extLst>
          </p:cNvPr>
          <p:cNvSpPr>
            <a:spLocks/>
          </p:cNvSpPr>
          <p:nvPr/>
        </p:nvSpPr>
        <p:spPr>
          <a:xfrm>
            <a:off x="8944622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10514">
            <a:extLst>
              <a:ext uri="{FF2B5EF4-FFF2-40B4-BE49-F238E27FC236}">
                <a16:creationId xmlns:a16="http://schemas.microsoft.com/office/drawing/2014/main" id="{EED7A6CB-AEA4-4242-9B4F-F3DE6742A936}"/>
              </a:ext>
            </a:extLst>
          </p:cNvPr>
          <p:cNvSpPr>
            <a:spLocks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10515">
            <a:extLst>
              <a:ext uri="{FF2B5EF4-FFF2-40B4-BE49-F238E27FC236}">
                <a16:creationId xmlns:a16="http://schemas.microsoft.com/office/drawing/2014/main" id="{2DAA657F-14B5-435A-95F7-F068B6E11442}"/>
              </a:ext>
            </a:extLst>
          </p:cNvPr>
          <p:cNvSpPr>
            <a:spLocks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10516">
            <a:extLst>
              <a:ext uri="{FF2B5EF4-FFF2-40B4-BE49-F238E27FC236}">
                <a16:creationId xmlns:a16="http://schemas.microsoft.com/office/drawing/2014/main" id="{21597CAD-7D68-4A62-BBA4-C5791C97510A}"/>
              </a:ext>
            </a:extLst>
          </p:cNvPr>
          <p:cNvSpPr>
            <a:spLocks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10517">
            <a:extLst>
              <a:ext uri="{FF2B5EF4-FFF2-40B4-BE49-F238E27FC236}">
                <a16:creationId xmlns:a16="http://schemas.microsoft.com/office/drawing/2014/main" id="{995CC867-B56E-44F1-AE57-2677E9E11A37}"/>
              </a:ext>
            </a:extLst>
          </p:cNvPr>
          <p:cNvSpPr>
            <a:spLocks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10518">
            <a:extLst>
              <a:ext uri="{FF2B5EF4-FFF2-40B4-BE49-F238E27FC236}">
                <a16:creationId xmlns:a16="http://schemas.microsoft.com/office/drawing/2014/main" id="{62F30BE1-8BDA-4481-90F0-17037C36A62A}"/>
              </a:ext>
            </a:extLst>
          </p:cNvPr>
          <p:cNvSpPr>
            <a:spLocks/>
          </p:cNvSpPr>
          <p:nvPr/>
        </p:nvSpPr>
        <p:spPr>
          <a:xfrm>
            <a:off x="89396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10519">
            <a:extLst>
              <a:ext uri="{FF2B5EF4-FFF2-40B4-BE49-F238E27FC236}">
                <a16:creationId xmlns:a16="http://schemas.microsoft.com/office/drawing/2014/main" id="{5F4B12BA-452D-4DC7-9370-434609612592}"/>
              </a:ext>
            </a:extLst>
          </p:cNvPr>
          <p:cNvSpPr>
            <a:spLocks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10520">
            <a:extLst>
              <a:ext uri="{FF2B5EF4-FFF2-40B4-BE49-F238E27FC236}">
                <a16:creationId xmlns:a16="http://schemas.microsoft.com/office/drawing/2014/main" id="{C32B66D4-CD4A-4C74-B3E2-4320DB421701}"/>
              </a:ext>
            </a:extLst>
          </p:cNvPr>
          <p:cNvSpPr>
            <a:spLocks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10521">
            <a:extLst>
              <a:ext uri="{FF2B5EF4-FFF2-40B4-BE49-F238E27FC236}">
                <a16:creationId xmlns:a16="http://schemas.microsoft.com/office/drawing/2014/main" id="{68363BCC-950D-4D24-B26E-389ECDA10190}"/>
              </a:ext>
            </a:extLst>
          </p:cNvPr>
          <p:cNvSpPr>
            <a:spLocks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10522">
            <a:extLst>
              <a:ext uri="{FF2B5EF4-FFF2-40B4-BE49-F238E27FC236}">
                <a16:creationId xmlns:a16="http://schemas.microsoft.com/office/drawing/2014/main" id="{1B098CCE-47A9-4047-832B-64AC80925EB6}"/>
              </a:ext>
            </a:extLst>
          </p:cNvPr>
          <p:cNvSpPr>
            <a:spLocks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10523">
            <a:extLst>
              <a:ext uri="{FF2B5EF4-FFF2-40B4-BE49-F238E27FC236}">
                <a16:creationId xmlns:a16="http://schemas.microsoft.com/office/drawing/2014/main" id="{B3B6E919-589C-43E6-BD05-FC96AFB64537}"/>
              </a:ext>
            </a:extLst>
          </p:cNvPr>
          <p:cNvSpPr>
            <a:spLocks/>
          </p:cNvSpPr>
          <p:nvPr/>
        </p:nvSpPr>
        <p:spPr>
          <a:xfrm>
            <a:off x="9052377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10524">
            <a:extLst>
              <a:ext uri="{FF2B5EF4-FFF2-40B4-BE49-F238E27FC236}">
                <a16:creationId xmlns:a16="http://schemas.microsoft.com/office/drawing/2014/main" id="{26853FDD-5E54-4C40-9FBD-16892DC0CB4C}"/>
              </a:ext>
            </a:extLst>
          </p:cNvPr>
          <p:cNvSpPr>
            <a:spLocks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10525">
            <a:extLst>
              <a:ext uri="{FF2B5EF4-FFF2-40B4-BE49-F238E27FC236}">
                <a16:creationId xmlns:a16="http://schemas.microsoft.com/office/drawing/2014/main" id="{C965899E-D02D-47D4-947C-F0B5D3038DBF}"/>
              </a:ext>
            </a:extLst>
          </p:cNvPr>
          <p:cNvSpPr>
            <a:spLocks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10526">
            <a:extLst>
              <a:ext uri="{FF2B5EF4-FFF2-40B4-BE49-F238E27FC236}">
                <a16:creationId xmlns:a16="http://schemas.microsoft.com/office/drawing/2014/main" id="{99CC590E-DE82-4E41-A53B-B3BA99C02B8E}"/>
              </a:ext>
            </a:extLst>
          </p:cNvPr>
          <p:cNvSpPr>
            <a:spLocks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10527">
            <a:extLst>
              <a:ext uri="{FF2B5EF4-FFF2-40B4-BE49-F238E27FC236}">
                <a16:creationId xmlns:a16="http://schemas.microsoft.com/office/drawing/2014/main" id="{A117B2AC-1354-4F7A-BB8B-EFD9E89E5E96}"/>
              </a:ext>
            </a:extLst>
          </p:cNvPr>
          <p:cNvSpPr>
            <a:spLocks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10528">
            <a:extLst>
              <a:ext uri="{FF2B5EF4-FFF2-40B4-BE49-F238E27FC236}">
                <a16:creationId xmlns:a16="http://schemas.microsoft.com/office/drawing/2014/main" id="{E23AD350-FEAE-4A88-973C-A420CA60E6A6}"/>
              </a:ext>
            </a:extLst>
          </p:cNvPr>
          <p:cNvSpPr>
            <a:spLocks/>
          </p:cNvSpPr>
          <p:nvPr/>
        </p:nvSpPr>
        <p:spPr>
          <a:xfrm>
            <a:off x="902670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10529">
            <a:extLst>
              <a:ext uri="{FF2B5EF4-FFF2-40B4-BE49-F238E27FC236}">
                <a16:creationId xmlns:a16="http://schemas.microsoft.com/office/drawing/2014/main" id="{0940592E-10B1-4B8D-AA66-1F476125E9F0}"/>
              </a:ext>
            </a:extLst>
          </p:cNvPr>
          <p:cNvSpPr>
            <a:spLocks/>
          </p:cNvSpPr>
          <p:nvPr/>
        </p:nvSpPr>
        <p:spPr>
          <a:xfrm>
            <a:off x="900781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10530">
            <a:extLst>
              <a:ext uri="{FF2B5EF4-FFF2-40B4-BE49-F238E27FC236}">
                <a16:creationId xmlns:a16="http://schemas.microsoft.com/office/drawing/2014/main" id="{3FB385E0-0885-4AAD-878C-9395B7055A2C}"/>
              </a:ext>
            </a:extLst>
          </p:cNvPr>
          <p:cNvSpPr>
            <a:spLocks/>
          </p:cNvSpPr>
          <p:nvPr/>
        </p:nvSpPr>
        <p:spPr>
          <a:xfrm>
            <a:off x="9045992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10531">
            <a:extLst>
              <a:ext uri="{FF2B5EF4-FFF2-40B4-BE49-F238E27FC236}">
                <a16:creationId xmlns:a16="http://schemas.microsoft.com/office/drawing/2014/main" id="{7CAF7795-0779-4104-84B2-C2346265EC8A}"/>
              </a:ext>
            </a:extLst>
          </p:cNvPr>
          <p:cNvSpPr>
            <a:spLocks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10532">
            <a:extLst>
              <a:ext uri="{FF2B5EF4-FFF2-40B4-BE49-F238E27FC236}">
                <a16:creationId xmlns:a16="http://schemas.microsoft.com/office/drawing/2014/main" id="{DF5DB675-65D9-46B3-BE87-13CC387A4FDD}"/>
              </a:ext>
            </a:extLst>
          </p:cNvPr>
          <p:cNvSpPr>
            <a:spLocks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10533">
            <a:extLst>
              <a:ext uri="{FF2B5EF4-FFF2-40B4-BE49-F238E27FC236}">
                <a16:creationId xmlns:a16="http://schemas.microsoft.com/office/drawing/2014/main" id="{88FBBD20-1E3A-4146-AD95-6AFC43CC81AE}"/>
              </a:ext>
            </a:extLst>
          </p:cNvPr>
          <p:cNvSpPr>
            <a:spLocks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10534">
            <a:extLst>
              <a:ext uri="{FF2B5EF4-FFF2-40B4-BE49-F238E27FC236}">
                <a16:creationId xmlns:a16="http://schemas.microsoft.com/office/drawing/2014/main" id="{E18F071A-514A-49CD-922E-B34D5725B517}"/>
              </a:ext>
            </a:extLst>
          </p:cNvPr>
          <p:cNvSpPr>
            <a:spLocks/>
          </p:cNvSpPr>
          <p:nvPr/>
        </p:nvSpPr>
        <p:spPr>
          <a:xfrm>
            <a:off x="896260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10535">
            <a:extLst>
              <a:ext uri="{FF2B5EF4-FFF2-40B4-BE49-F238E27FC236}">
                <a16:creationId xmlns:a16="http://schemas.microsoft.com/office/drawing/2014/main" id="{88EBF05D-CED8-486F-8E87-BD8EF2F581A2}"/>
              </a:ext>
            </a:extLst>
          </p:cNvPr>
          <p:cNvSpPr>
            <a:spLocks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10536">
            <a:extLst>
              <a:ext uri="{FF2B5EF4-FFF2-40B4-BE49-F238E27FC236}">
                <a16:creationId xmlns:a16="http://schemas.microsoft.com/office/drawing/2014/main" id="{062E7C13-D7B8-42AF-B7F3-1090588158EB}"/>
              </a:ext>
            </a:extLst>
          </p:cNvPr>
          <p:cNvSpPr>
            <a:spLocks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10537">
            <a:extLst>
              <a:ext uri="{FF2B5EF4-FFF2-40B4-BE49-F238E27FC236}">
                <a16:creationId xmlns:a16="http://schemas.microsoft.com/office/drawing/2014/main" id="{ECD9F837-A2C6-4BE6-8C52-8C9D2A0184D6}"/>
              </a:ext>
            </a:extLst>
          </p:cNvPr>
          <p:cNvSpPr>
            <a:spLocks/>
          </p:cNvSpPr>
          <p:nvPr/>
        </p:nvSpPr>
        <p:spPr>
          <a:xfrm>
            <a:off x="903166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10538">
            <a:extLst>
              <a:ext uri="{FF2B5EF4-FFF2-40B4-BE49-F238E27FC236}">
                <a16:creationId xmlns:a16="http://schemas.microsoft.com/office/drawing/2014/main" id="{9978A912-E9CD-4500-8F5B-788E7DA80C31}"/>
              </a:ext>
            </a:extLst>
          </p:cNvPr>
          <p:cNvSpPr>
            <a:spLocks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10539">
            <a:extLst>
              <a:ext uri="{FF2B5EF4-FFF2-40B4-BE49-F238E27FC236}">
                <a16:creationId xmlns:a16="http://schemas.microsoft.com/office/drawing/2014/main" id="{26C3D3AC-FC9D-4124-A182-A5094712E5F7}"/>
              </a:ext>
            </a:extLst>
          </p:cNvPr>
          <p:cNvSpPr>
            <a:spLocks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10540">
            <a:extLst>
              <a:ext uri="{FF2B5EF4-FFF2-40B4-BE49-F238E27FC236}">
                <a16:creationId xmlns:a16="http://schemas.microsoft.com/office/drawing/2014/main" id="{8894C3EA-9C5D-453D-943F-8F0336855584}"/>
              </a:ext>
            </a:extLst>
          </p:cNvPr>
          <p:cNvSpPr>
            <a:spLocks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10541">
            <a:extLst>
              <a:ext uri="{FF2B5EF4-FFF2-40B4-BE49-F238E27FC236}">
                <a16:creationId xmlns:a16="http://schemas.microsoft.com/office/drawing/2014/main" id="{8D9B7B7B-FC04-45B8-82FE-5F55D1913151}"/>
              </a:ext>
            </a:extLst>
          </p:cNvPr>
          <p:cNvSpPr>
            <a:spLocks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10542">
            <a:extLst>
              <a:ext uri="{FF2B5EF4-FFF2-40B4-BE49-F238E27FC236}">
                <a16:creationId xmlns:a16="http://schemas.microsoft.com/office/drawing/2014/main" id="{E375A70F-DED0-4D42-B601-F9E83EA5EACA}"/>
              </a:ext>
            </a:extLst>
          </p:cNvPr>
          <p:cNvSpPr>
            <a:spLocks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10543">
            <a:extLst>
              <a:ext uri="{FF2B5EF4-FFF2-40B4-BE49-F238E27FC236}">
                <a16:creationId xmlns:a16="http://schemas.microsoft.com/office/drawing/2014/main" id="{B1C656F4-DDB8-44E1-BF08-3F014CF1002C}"/>
              </a:ext>
            </a:extLst>
          </p:cNvPr>
          <p:cNvSpPr>
            <a:spLocks/>
          </p:cNvSpPr>
          <p:nvPr/>
        </p:nvSpPr>
        <p:spPr>
          <a:xfrm>
            <a:off x="902110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10544">
            <a:extLst>
              <a:ext uri="{FF2B5EF4-FFF2-40B4-BE49-F238E27FC236}">
                <a16:creationId xmlns:a16="http://schemas.microsoft.com/office/drawing/2014/main" id="{E102D2F5-1DE7-4607-89A5-68376B515ECC}"/>
              </a:ext>
            </a:extLst>
          </p:cNvPr>
          <p:cNvSpPr>
            <a:spLocks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10545">
            <a:extLst>
              <a:ext uri="{FF2B5EF4-FFF2-40B4-BE49-F238E27FC236}">
                <a16:creationId xmlns:a16="http://schemas.microsoft.com/office/drawing/2014/main" id="{5544539D-7F5F-45C2-BDBB-075E625DB89F}"/>
              </a:ext>
            </a:extLst>
          </p:cNvPr>
          <p:cNvSpPr>
            <a:spLocks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10546">
            <a:extLst>
              <a:ext uri="{FF2B5EF4-FFF2-40B4-BE49-F238E27FC236}">
                <a16:creationId xmlns:a16="http://schemas.microsoft.com/office/drawing/2014/main" id="{1F8A75BE-7CE7-4FD5-B76C-6F1E16AB354D}"/>
              </a:ext>
            </a:extLst>
          </p:cNvPr>
          <p:cNvSpPr>
            <a:spLocks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10547">
            <a:extLst>
              <a:ext uri="{FF2B5EF4-FFF2-40B4-BE49-F238E27FC236}">
                <a16:creationId xmlns:a16="http://schemas.microsoft.com/office/drawing/2014/main" id="{9FA652F0-ED57-4230-A6CF-1CA2608EF975}"/>
              </a:ext>
            </a:extLst>
          </p:cNvPr>
          <p:cNvSpPr>
            <a:spLocks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10548">
            <a:extLst>
              <a:ext uri="{FF2B5EF4-FFF2-40B4-BE49-F238E27FC236}">
                <a16:creationId xmlns:a16="http://schemas.microsoft.com/office/drawing/2014/main" id="{2BDBC5F1-F2D1-4B44-BE2F-B2B7A503AB33}"/>
              </a:ext>
            </a:extLst>
          </p:cNvPr>
          <p:cNvSpPr>
            <a:spLocks/>
          </p:cNvSpPr>
          <p:nvPr/>
        </p:nvSpPr>
        <p:spPr>
          <a:xfrm>
            <a:off x="899413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10549">
            <a:extLst>
              <a:ext uri="{FF2B5EF4-FFF2-40B4-BE49-F238E27FC236}">
                <a16:creationId xmlns:a16="http://schemas.microsoft.com/office/drawing/2014/main" id="{02019DA0-646D-493C-AD0E-2E5879234681}"/>
              </a:ext>
            </a:extLst>
          </p:cNvPr>
          <p:cNvSpPr>
            <a:spLocks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10550">
            <a:extLst>
              <a:ext uri="{FF2B5EF4-FFF2-40B4-BE49-F238E27FC236}">
                <a16:creationId xmlns:a16="http://schemas.microsoft.com/office/drawing/2014/main" id="{4E51BDF1-B308-4CD6-96E8-D599C160B34E}"/>
              </a:ext>
            </a:extLst>
          </p:cNvPr>
          <p:cNvSpPr>
            <a:spLocks/>
          </p:cNvSpPr>
          <p:nvPr/>
        </p:nvSpPr>
        <p:spPr>
          <a:xfrm>
            <a:off x="9013679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10551">
            <a:extLst>
              <a:ext uri="{FF2B5EF4-FFF2-40B4-BE49-F238E27FC236}">
                <a16:creationId xmlns:a16="http://schemas.microsoft.com/office/drawing/2014/main" id="{A83D3D0B-A8EE-48EE-B69D-61816E4C5278}"/>
              </a:ext>
            </a:extLst>
          </p:cNvPr>
          <p:cNvSpPr>
            <a:spLocks/>
          </p:cNvSpPr>
          <p:nvPr/>
        </p:nvSpPr>
        <p:spPr>
          <a:xfrm>
            <a:off x="9030878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10552">
            <a:extLst>
              <a:ext uri="{FF2B5EF4-FFF2-40B4-BE49-F238E27FC236}">
                <a16:creationId xmlns:a16="http://schemas.microsoft.com/office/drawing/2014/main" id="{A63725D4-8344-4794-B1B2-56833661B9F5}"/>
              </a:ext>
            </a:extLst>
          </p:cNvPr>
          <p:cNvSpPr>
            <a:spLocks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10553">
            <a:extLst>
              <a:ext uri="{FF2B5EF4-FFF2-40B4-BE49-F238E27FC236}">
                <a16:creationId xmlns:a16="http://schemas.microsoft.com/office/drawing/2014/main" id="{759F2455-9AA6-4803-B8EC-817BFF4EE59E}"/>
              </a:ext>
            </a:extLst>
          </p:cNvPr>
          <p:cNvSpPr>
            <a:spLocks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10554">
            <a:extLst>
              <a:ext uri="{FF2B5EF4-FFF2-40B4-BE49-F238E27FC236}">
                <a16:creationId xmlns:a16="http://schemas.microsoft.com/office/drawing/2014/main" id="{617572B7-B43A-4A7B-A73C-6FB3EDCD07D6}"/>
              </a:ext>
            </a:extLst>
          </p:cNvPr>
          <p:cNvSpPr>
            <a:spLocks/>
          </p:cNvSpPr>
          <p:nvPr/>
        </p:nvSpPr>
        <p:spPr>
          <a:xfrm>
            <a:off x="901341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10555">
            <a:extLst>
              <a:ext uri="{FF2B5EF4-FFF2-40B4-BE49-F238E27FC236}">
                <a16:creationId xmlns:a16="http://schemas.microsoft.com/office/drawing/2014/main" id="{263525D8-0DAA-4A25-9FB2-BF36A3572082}"/>
              </a:ext>
            </a:extLst>
          </p:cNvPr>
          <p:cNvSpPr>
            <a:spLocks/>
          </p:cNvSpPr>
          <p:nvPr/>
        </p:nvSpPr>
        <p:spPr>
          <a:xfrm>
            <a:off x="9047035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10556">
            <a:extLst>
              <a:ext uri="{FF2B5EF4-FFF2-40B4-BE49-F238E27FC236}">
                <a16:creationId xmlns:a16="http://schemas.microsoft.com/office/drawing/2014/main" id="{EC104816-06B3-4046-9D13-3B11238195D2}"/>
              </a:ext>
            </a:extLst>
          </p:cNvPr>
          <p:cNvSpPr>
            <a:spLocks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10557">
            <a:extLst>
              <a:ext uri="{FF2B5EF4-FFF2-40B4-BE49-F238E27FC236}">
                <a16:creationId xmlns:a16="http://schemas.microsoft.com/office/drawing/2014/main" id="{E4FEBCCA-2DBD-460F-8167-F680E9C90C61}"/>
              </a:ext>
            </a:extLst>
          </p:cNvPr>
          <p:cNvSpPr>
            <a:spLocks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10558">
            <a:extLst>
              <a:ext uri="{FF2B5EF4-FFF2-40B4-BE49-F238E27FC236}">
                <a16:creationId xmlns:a16="http://schemas.microsoft.com/office/drawing/2014/main" id="{CD45D153-91DE-4511-B0E9-A8723DA7E6A3}"/>
              </a:ext>
            </a:extLst>
          </p:cNvPr>
          <p:cNvSpPr>
            <a:spLocks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10559">
            <a:extLst>
              <a:ext uri="{FF2B5EF4-FFF2-40B4-BE49-F238E27FC236}">
                <a16:creationId xmlns:a16="http://schemas.microsoft.com/office/drawing/2014/main" id="{E9D96F21-5162-4E29-83F1-54B14051BDA1}"/>
              </a:ext>
            </a:extLst>
          </p:cNvPr>
          <p:cNvSpPr>
            <a:spLocks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10560">
            <a:extLst>
              <a:ext uri="{FF2B5EF4-FFF2-40B4-BE49-F238E27FC236}">
                <a16:creationId xmlns:a16="http://schemas.microsoft.com/office/drawing/2014/main" id="{D13F2392-32C8-4F8D-831E-5FFCAFC54827}"/>
              </a:ext>
            </a:extLst>
          </p:cNvPr>
          <p:cNvSpPr>
            <a:spLocks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10561">
            <a:extLst>
              <a:ext uri="{FF2B5EF4-FFF2-40B4-BE49-F238E27FC236}">
                <a16:creationId xmlns:a16="http://schemas.microsoft.com/office/drawing/2014/main" id="{D6448B5C-4DD7-4AF7-8756-3DC2012C1A31}"/>
              </a:ext>
            </a:extLst>
          </p:cNvPr>
          <p:cNvSpPr>
            <a:spLocks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10562">
            <a:extLst>
              <a:ext uri="{FF2B5EF4-FFF2-40B4-BE49-F238E27FC236}">
                <a16:creationId xmlns:a16="http://schemas.microsoft.com/office/drawing/2014/main" id="{5F65F2C3-CBE9-4C3E-B7C8-FFDDB60907D0}"/>
              </a:ext>
            </a:extLst>
          </p:cNvPr>
          <p:cNvSpPr>
            <a:spLocks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10563">
            <a:extLst>
              <a:ext uri="{FF2B5EF4-FFF2-40B4-BE49-F238E27FC236}">
                <a16:creationId xmlns:a16="http://schemas.microsoft.com/office/drawing/2014/main" id="{D7025190-3BE7-4CB3-9F8D-A7A52C4DCAB4}"/>
              </a:ext>
            </a:extLst>
          </p:cNvPr>
          <p:cNvSpPr>
            <a:spLocks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10564">
            <a:extLst>
              <a:ext uri="{FF2B5EF4-FFF2-40B4-BE49-F238E27FC236}">
                <a16:creationId xmlns:a16="http://schemas.microsoft.com/office/drawing/2014/main" id="{AEDD9017-3E44-4D59-9213-2E13366D174F}"/>
              </a:ext>
            </a:extLst>
          </p:cNvPr>
          <p:cNvSpPr>
            <a:spLocks/>
          </p:cNvSpPr>
          <p:nvPr/>
        </p:nvSpPr>
        <p:spPr>
          <a:xfrm>
            <a:off x="8944882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10565">
            <a:extLst>
              <a:ext uri="{FF2B5EF4-FFF2-40B4-BE49-F238E27FC236}">
                <a16:creationId xmlns:a16="http://schemas.microsoft.com/office/drawing/2014/main" id="{39683CB1-ADB9-4A9F-A28F-BB9718A49346}"/>
              </a:ext>
            </a:extLst>
          </p:cNvPr>
          <p:cNvSpPr>
            <a:spLocks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10566">
            <a:extLst>
              <a:ext uri="{FF2B5EF4-FFF2-40B4-BE49-F238E27FC236}">
                <a16:creationId xmlns:a16="http://schemas.microsoft.com/office/drawing/2014/main" id="{A73C71A5-FABE-45A6-99D5-D4F977F8EB22}"/>
              </a:ext>
            </a:extLst>
          </p:cNvPr>
          <p:cNvSpPr>
            <a:spLocks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10567">
            <a:extLst>
              <a:ext uri="{FF2B5EF4-FFF2-40B4-BE49-F238E27FC236}">
                <a16:creationId xmlns:a16="http://schemas.microsoft.com/office/drawing/2014/main" id="{AB776B89-70D0-4119-A12D-EB8692CE6F51}"/>
              </a:ext>
            </a:extLst>
          </p:cNvPr>
          <p:cNvSpPr>
            <a:spLocks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10568">
            <a:extLst>
              <a:ext uri="{FF2B5EF4-FFF2-40B4-BE49-F238E27FC236}">
                <a16:creationId xmlns:a16="http://schemas.microsoft.com/office/drawing/2014/main" id="{A4331CB3-2B08-4FBB-9924-6CD7DD6811D5}"/>
              </a:ext>
            </a:extLst>
          </p:cNvPr>
          <p:cNvSpPr>
            <a:spLocks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10569">
            <a:extLst>
              <a:ext uri="{FF2B5EF4-FFF2-40B4-BE49-F238E27FC236}">
                <a16:creationId xmlns:a16="http://schemas.microsoft.com/office/drawing/2014/main" id="{0D4A44CB-78D9-49CC-BD17-D989EFCAEDF4}"/>
              </a:ext>
            </a:extLst>
          </p:cNvPr>
          <p:cNvSpPr>
            <a:spLocks/>
          </p:cNvSpPr>
          <p:nvPr/>
        </p:nvSpPr>
        <p:spPr>
          <a:xfrm>
            <a:off x="8927814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10570">
            <a:extLst>
              <a:ext uri="{FF2B5EF4-FFF2-40B4-BE49-F238E27FC236}">
                <a16:creationId xmlns:a16="http://schemas.microsoft.com/office/drawing/2014/main" id="{0CD12F13-4DEE-4614-862E-AA29160DE727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10571">
            <a:extLst>
              <a:ext uri="{FF2B5EF4-FFF2-40B4-BE49-F238E27FC236}">
                <a16:creationId xmlns:a16="http://schemas.microsoft.com/office/drawing/2014/main" id="{5BB11179-1C2D-408E-AB2A-1F1065E72F6E}"/>
              </a:ext>
            </a:extLst>
          </p:cNvPr>
          <p:cNvSpPr>
            <a:spLocks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10572">
            <a:extLst>
              <a:ext uri="{FF2B5EF4-FFF2-40B4-BE49-F238E27FC236}">
                <a16:creationId xmlns:a16="http://schemas.microsoft.com/office/drawing/2014/main" id="{62BF6D77-FFB3-425D-A48C-8033DF338350}"/>
              </a:ext>
            </a:extLst>
          </p:cNvPr>
          <p:cNvSpPr>
            <a:spLocks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10573">
            <a:extLst>
              <a:ext uri="{FF2B5EF4-FFF2-40B4-BE49-F238E27FC236}">
                <a16:creationId xmlns:a16="http://schemas.microsoft.com/office/drawing/2014/main" id="{6CF868C2-03DF-4CA1-AC6C-813DC7C12BE1}"/>
              </a:ext>
            </a:extLst>
          </p:cNvPr>
          <p:cNvSpPr>
            <a:spLocks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10574">
            <a:extLst>
              <a:ext uri="{FF2B5EF4-FFF2-40B4-BE49-F238E27FC236}">
                <a16:creationId xmlns:a16="http://schemas.microsoft.com/office/drawing/2014/main" id="{9126080D-C861-46DB-B7F5-E982AFEB8746}"/>
              </a:ext>
            </a:extLst>
          </p:cNvPr>
          <p:cNvSpPr>
            <a:spLocks/>
          </p:cNvSpPr>
          <p:nvPr/>
        </p:nvSpPr>
        <p:spPr>
          <a:xfrm>
            <a:off x="6958625" y="5977666"/>
            <a:ext cx="2049083" cy="975269"/>
          </a:xfrm>
          <a:custGeom>
            <a:avLst/>
            <a:gdLst/>
            <a:ahLst/>
            <a:cxnLst/>
            <a:rect l="0" t="0" r="0" b="0"/>
            <a:pathLst>
              <a:path w="2049083" h="975269">
                <a:moveTo>
                  <a:pt x="0" y="975269"/>
                </a:moveTo>
                <a:lnTo>
                  <a:pt x="34151" y="973575"/>
                </a:lnTo>
                <a:lnTo>
                  <a:pt x="35027" y="972072"/>
                </a:lnTo>
                <a:lnTo>
                  <a:pt x="37946" y="972072"/>
                </a:lnTo>
                <a:lnTo>
                  <a:pt x="37946" y="968922"/>
                </a:lnTo>
                <a:lnTo>
                  <a:pt x="48788" y="968364"/>
                </a:lnTo>
                <a:lnTo>
                  <a:pt x="48788" y="964989"/>
                </a:lnTo>
                <a:lnTo>
                  <a:pt x="56919" y="964019"/>
                </a:lnTo>
                <a:lnTo>
                  <a:pt x="56919" y="960554"/>
                </a:lnTo>
                <a:lnTo>
                  <a:pt x="68303" y="958593"/>
                </a:lnTo>
                <a:lnTo>
                  <a:pt x="70054" y="955200"/>
                </a:lnTo>
                <a:lnTo>
                  <a:pt x="75892" y="955200"/>
                </a:lnTo>
                <a:lnTo>
                  <a:pt x="75892" y="952049"/>
                </a:lnTo>
                <a:lnTo>
                  <a:pt x="85378" y="951492"/>
                </a:lnTo>
                <a:lnTo>
                  <a:pt x="85378" y="944403"/>
                </a:lnTo>
                <a:lnTo>
                  <a:pt x="97575" y="943604"/>
                </a:lnTo>
                <a:lnTo>
                  <a:pt x="97575" y="933477"/>
                </a:lnTo>
                <a:lnTo>
                  <a:pt x="113838" y="932920"/>
                </a:lnTo>
                <a:lnTo>
                  <a:pt x="113838" y="916085"/>
                </a:lnTo>
                <a:lnTo>
                  <a:pt x="124187" y="915167"/>
                </a:lnTo>
                <a:lnTo>
                  <a:pt x="125222" y="911415"/>
                </a:lnTo>
                <a:lnTo>
                  <a:pt x="136606" y="910446"/>
                </a:lnTo>
                <a:lnTo>
                  <a:pt x="136606" y="899734"/>
                </a:lnTo>
                <a:lnTo>
                  <a:pt x="148865" y="897826"/>
                </a:lnTo>
                <a:lnTo>
                  <a:pt x="148865" y="897584"/>
                </a:lnTo>
                <a:lnTo>
                  <a:pt x="151784" y="897584"/>
                </a:lnTo>
                <a:lnTo>
                  <a:pt x="151784" y="895484"/>
                </a:lnTo>
                <a:lnTo>
                  <a:pt x="170757" y="894054"/>
                </a:lnTo>
                <a:lnTo>
                  <a:pt x="170757" y="859871"/>
                </a:lnTo>
                <a:lnTo>
                  <a:pt x="186280" y="859071"/>
                </a:lnTo>
                <a:lnTo>
                  <a:pt x="186280" y="855634"/>
                </a:lnTo>
                <a:lnTo>
                  <a:pt x="195151" y="854027"/>
                </a:lnTo>
                <a:lnTo>
                  <a:pt x="195151" y="845925"/>
                </a:lnTo>
                <a:lnTo>
                  <a:pt x="204908" y="845683"/>
                </a:lnTo>
                <a:lnTo>
                  <a:pt x="204908" y="842532"/>
                </a:lnTo>
                <a:lnTo>
                  <a:pt x="227676" y="841733"/>
                </a:lnTo>
                <a:lnTo>
                  <a:pt x="227676" y="802319"/>
                </a:lnTo>
                <a:lnTo>
                  <a:pt x="243938" y="801762"/>
                </a:lnTo>
                <a:lnTo>
                  <a:pt x="245189" y="798819"/>
                </a:lnTo>
                <a:lnTo>
                  <a:pt x="248374" y="798819"/>
                </a:lnTo>
                <a:lnTo>
                  <a:pt x="248374" y="795382"/>
                </a:lnTo>
                <a:lnTo>
                  <a:pt x="256135" y="794824"/>
                </a:lnTo>
                <a:lnTo>
                  <a:pt x="256135" y="790099"/>
                </a:lnTo>
                <a:lnTo>
                  <a:pt x="273211" y="788249"/>
                </a:lnTo>
                <a:lnTo>
                  <a:pt x="273211" y="769976"/>
                </a:lnTo>
                <a:lnTo>
                  <a:pt x="284595" y="769733"/>
                </a:lnTo>
                <a:lnTo>
                  <a:pt x="284595" y="767843"/>
                </a:lnTo>
                <a:lnTo>
                  <a:pt x="292726" y="767601"/>
                </a:lnTo>
                <a:lnTo>
                  <a:pt x="292726" y="760850"/>
                </a:lnTo>
                <a:lnTo>
                  <a:pt x="310467" y="759735"/>
                </a:lnTo>
                <a:lnTo>
                  <a:pt x="310467" y="756298"/>
                </a:lnTo>
                <a:lnTo>
                  <a:pt x="341514" y="754941"/>
                </a:lnTo>
                <a:lnTo>
                  <a:pt x="341514" y="608897"/>
                </a:lnTo>
                <a:lnTo>
                  <a:pt x="372561" y="607540"/>
                </a:lnTo>
                <a:lnTo>
                  <a:pt x="372561" y="604103"/>
                </a:lnTo>
                <a:lnTo>
                  <a:pt x="387049" y="602358"/>
                </a:lnTo>
                <a:lnTo>
                  <a:pt x="387049" y="602043"/>
                </a:lnTo>
                <a:lnTo>
                  <a:pt x="390302" y="602043"/>
                </a:lnTo>
                <a:lnTo>
                  <a:pt x="390302" y="597993"/>
                </a:lnTo>
                <a:lnTo>
                  <a:pt x="398433" y="597750"/>
                </a:lnTo>
                <a:lnTo>
                  <a:pt x="398433" y="595860"/>
                </a:lnTo>
                <a:lnTo>
                  <a:pt x="409817" y="595860"/>
                </a:lnTo>
                <a:lnTo>
                  <a:pt x="411568" y="585851"/>
                </a:lnTo>
                <a:lnTo>
                  <a:pt x="426892" y="584243"/>
                </a:lnTo>
                <a:lnTo>
                  <a:pt x="426892" y="577155"/>
                </a:lnTo>
                <a:lnTo>
                  <a:pt x="434654" y="576912"/>
                </a:lnTo>
                <a:lnTo>
                  <a:pt x="434654" y="573475"/>
                </a:lnTo>
                <a:lnTo>
                  <a:pt x="455352" y="572676"/>
                </a:lnTo>
                <a:lnTo>
                  <a:pt x="455352" y="540856"/>
                </a:lnTo>
                <a:lnTo>
                  <a:pt x="478119" y="540056"/>
                </a:lnTo>
                <a:lnTo>
                  <a:pt x="478119" y="536905"/>
                </a:lnTo>
                <a:lnTo>
                  <a:pt x="487877" y="536905"/>
                </a:lnTo>
                <a:lnTo>
                  <a:pt x="489503" y="531189"/>
                </a:lnTo>
                <a:lnTo>
                  <a:pt x="496747" y="530947"/>
                </a:lnTo>
                <a:lnTo>
                  <a:pt x="496747" y="527510"/>
                </a:lnTo>
                <a:lnTo>
                  <a:pt x="512271" y="526710"/>
                </a:lnTo>
                <a:lnTo>
                  <a:pt x="512271" y="502766"/>
                </a:lnTo>
                <a:lnTo>
                  <a:pt x="536665" y="502039"/>
                </a:lnTo>
                <a:lnTo>
                  <a:pt x="536665" y="500689"/>
                </a:lnTo>
                <a:lnTo>
                  <a:pt x="546422" y="500447"/>
                </a:lnTo>
                <a:lnTo>
                  <a:pt x="546422" y="488790"/>
                </a:lnTo>
                <a:lnTo>
                  <a:pt x="558841" y="488475"/>
                </a:lnTo>
                <a:lnTo>
                  <a:pt x="560433" y="484796"/>
                </a:lnTo>
                <a:lnTo>
                  <a:pt x="569190" y="484796"/>
                </a:lnTo>
                <a:lnTo>
                  <a:pt x="569190" y="474787"/>
                </a:lnTo>
                <a:lnTo>
                  <a:pt x="585452" y="474472"/>
                </a:lnTo>
                <a:lnTo>
                  <a:pt x="586703" y="470179"/>
                </a:lnTo>
                <a:lnTo>
                  <a:pt x="597649" y="470179"/>
                </a:lnTo>
                <a:lnTo>
                  <a:pt x="597649" y="467816"/>
                </a:lnTo>
                <a:lnTo>
                  <a:pt x="614725" y="465966"/>
                </a:lnTo>
                <a:lnTo>
                  <a:pt x="614725" y="464076"/>
                </a:lnTo>
                <a:lnTo>
                  <a:pt x="634240" y="462115"/>
                </a:lnTo>
                <a:lnTo>
                  <a:pt x="634240" y="460764"/>
                </a:lnTo>
                <a:lnTo>
                  <a:pt x="683028" y="459722"/>
                </a:lnTo>
                <a:lnTo>
                  <a:pt x="683028" y="146994"/>
                </a:lnTo>
                <a:lnTo>
                  <a:pt x="751330" y="145467"/>
                </a:lnTo>
                <a:lnTo>
                  <a:pt x="751330" y="143262"/>
                </a:lnTo>
                <a:lnTo>
                  <a:pt x="796866" y="142777"/>
                </a:lnTo>
                <a:lnTo>
                  <a:pt x="796866" y="133084"/>
                </a:lnTo>
                <a:lnTo>
                  <a:pt x="819633" y="131365"/>
                </a:lnTo>
                <a:lnTo>
                  <a:pt x="819633" y="125379"/>
                </a:lnTo>
                <a:lnTo>
                  <a:pt x="853785" y="125379"/>
                </a:lnTo>
                <a:lnTo>
                  <a:pt x="853785" y="120653"/>
                </a:lnTo>
                <a:lnTo>
                  <a:pt x="910704" y="118935"/>
                </a:lnTo>
                <a:lnTo>
                  <a:pt x="910704" y="109483"/>
                </a:lnTo>
                <a:lnTo>
                  <a:pt x="1024541" y="107523"/>
                </a:lnTo>
                <a:lnTo>
                  <a:pt x="1024541" y="69716"/>
                </a:lnTo>
                <a:lnTo>
                  <a:pt x="1229450" y="68366"/>
                </a:lnTo>
                <a:lnTo>
                  <a:pt x="1229450" y="64586"/>
                </a:lnTo>
                <a:lnTo>
                  <a:pt x="1366055" y="64586"/>
                </a:lnTo>
                <a:lnTo>
                  <a:pt x="1366055" y="7876"/>
                </a:lnTo>
                <a:lnTo>
                  <a:pt x="1707569" y="7876"/>
                </a:lnTo>
                <a:lnTo>
                  <a:pt x="1707569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10575">
            <a:extLst>
              <a:ext uri="{FF2B5EF4-FFF2-40B4-BE49-F238E27FC236}">
                <a16:creationId xmlns:a16="http://schemas.microsoft.com/office/drawing/2014/main" id="{AF96A641-920D-4B68-8940-217CE3583FA5}"/>
              </a:ext>
            </a:extLst>
          </p:cNvPr>
          <p:cNvSpPr>
            <a:spLocks/>
          </p:cNvSpPr>
          <p:nvPr/>
        </p:nvSpPr>
        <p:spPr>
          <a:xfrm>
            <a:off x="6958625" y="5912186"/>
            <a:ext cx="2049083" cy="1040749"/>
          </a:xfrm>
          <a:custGeom>
            <a:avLst/>
            <a:gdLst/>
            <a:ahLst/>
            <a:cxnLst/>
            <a:rect l="0" t="0" r="0" b="0"/>
            <a:pathLst>
              <a:path w="2049083" h="1040749">
                <a:moveTo>
                  <a:pt x="0" y="1040749"/>
                </a:moveTo>
                <a:lnTo>
                  <a:pt x="341514" y="1040749"/>
                </a:lnTo>
                <a:lnTo>
                  <a:pt x="341514" y="744601"/>
                </a:lnTo>
                <a:lnTo>
                  <a:pt x="683028" y="744601"/>
                </a:lnTo>
                <a:lnTo>
                  <a:pt x="683028" y="251021"/>
                </a:lnTo>
                <a:lnTo>
                  <a:pt x="853785" y="251021"/>
                </a:lnTo>
                <a:lnTo>
                  <a:pt x="853785" y="152305"/>
                </a:lnTo>
                <a:lnTo>
                  <a:pt x="1366055" y="152305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10576">
            <a:extLst>
              <a:ext uri="{FF2B5EF4-FFF2-40B4-BE49-F238E27FC236}">
                <a16:creationId xmlns:a16="http://schemas.microsoft.com/office/drawing/2014/main" id="{F66569DD-975F-4CF1-86F4-19A150E37B77}"/>
              </a:ext>
            </a:extLst>
          </p:cNvPr>
          <p:cNvSpPr>
            <a:spLocks/>
          </p:cNvSpPr>
          <p:nvPr/>
        </p:nvSpPr>
        <p:spPr>
          <a:xfrm>
            <a:off x="7269990" y="655641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10577">
            <a:extLst>
              <a:ext uri="{FF2B5EF4-FFF2-40B4-BE49-F238E27FC236}">
                <a16:creationId xmlns:a16="http://schemas.microsoft.com/office/drawing/2014/main" id="{A7A6453B-245B-4201-8949-C73B204D936D}"/>
              </a:ext>
            </a:extLst>
          </p:cNvPr>
          <p:cNvSpPr>
            <a:spLocks/>
          </p:cNvSpPr>
          <p:nvPr/>
        </p:nvSpPr>
        <p:spPr>
          <a:xfrm>
            <a:off x="7611504" y="609451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10578">
            <a:extLst>
              <a:ext uri="{FF2B5EF4-FFF2-40B4-BE49-F238E27FC236}">
                <a16:creationId xmlns:a16="http://schemas.microsoft.com/office/drawing/2014/main" id="{FD722DAC-3840-4354-92C3-F88EC4280102}"/>
              </a:ext>
            </a:extLst>
          </p:cNvPr>
          <p:cNvSpPr>
            <a:spLocks/>
          </p:cNvSpPr>
          <p:nvPr/>
        </p:nvSpPr>
        <p:spPr>
          <a:xfrm>
            <a:off x="8294532" y="595539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10579">
            <a:extLst>
              <a:ext uri="{FF2B5EF4-FFF2-40B4-BE49-F238E27FC236}">
                <a16:creationId xmlns:a16="http://schemas.microsoft.com/office/drawing/2014/main" id="{CEA4C767-97CD-4E50-ACC3-F9FF08203039}"/>
              </a:ext>
            </a:extLst>
          </p:cNvPr>
          <p:cNvSpPr>
            <a:spLocks/>
          </p:cNvSpPr>
          <p:nvPr/>
        </p:nvSpPr>
        <p:spPr>
          <a:xfrm>
            <a:off x="8977559" y="5947517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10580">
            <a:extLst>
              <a:ext uri="{FF2B5EF4-FFF2-40B4-BE49-F238E27FC236}">
                <a16:creationId xmlns:a16="http://schemas.microsoft.com/office/drawing/2014/main" id="{4580CE59-3392-435F-97F2-9A542C1B2857}"/>
              </a:ext>
            </a:extLst>
          </p:cNvPr>
          <p:cNvSpPr>
            <a:spLocks/>
          </p:cNvSpPr>
          <p:nvPr/>
        </p:nvSpPr>
        <p:spPr>
          <a:xfrm>
            <a:off x="7249978" y="660662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10581">
            <a:extLst>
              <a:ext uri="{FF2B5EF4-FFF2-40B4-BE49-F238E27FC236}">
                <a16:creationId xmlns:a16="http://schemas.microsoft.com/office/drawing/2014/main" id="{6FDA1C83-C032-4541-BDB6-3D8E530946C1}"/>
              </a:ext>
            </a:extLst>
          </p:cNvPr>
          <p:cNvSpPr>
            <a:spLocks/>
          </p:cNvSpPr>
          <p:nvPr/>
        </p:nvSpPr>
        <p:spPr>
          <a:xfrm>
            <a:off x="7591492" y="611304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10582">
            <a:extLst>
              <a:ext uri="{FF2B5EF4-FFF2-40B4-BE49-F238E27FC236}">
                <a16:creationId xmlns:a16="http://schemas.microsoft.com/office/drawing/2014/main" id="{36A93743-76B5-413F-93A4-3696174778A5}"/>
              </a:ext>
            </a:extLst>
          </p:cNvPr>
          <p:cNvSpPr>
            <a:spLocks/>
          </p:cNvSpPr>
          <p:nvPr/>
        </p:nvSpPr>
        <p:spPr>
          <a:xfrm>
            <a:off x="8274520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10583">
            <a:extLst>
              <a:ext uri="{FF2B5EF4-FFF2-40B4-BE49-F238E27FC236}">
                <a16:creationId xmlns:a16="http://schemas.microsoft.com/office/drawing/2014/main" id="{BBCA2A69-C52B-4E76-8123-7CDE06209FA3}"/>
              </a:ext>
            </a:extLst>
          </p:cNvPr>
          <p:cNvSpPr>
            <a:spLocks/>
          </p:cNvSpPr>
          <p:nvPr/>
        </p:nvSpPr>
        <p:spPr>
          <a:xfrm>
            <a:off x="8957547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10584">
            <a:extLst>
              <a:ext uri="{FF2B5EF4-FFF2-40B4-BE49-F238E27FC236}">
                <a16:creationId xmlns:a16="http://schemas.microsoft.com/office/drawing/2014/main" id="{7164E0EA-65F6-4EDA-A1FC-641794690E4A}"/>
              </a:ext>
            </a:extLst>
          </p:cNvPr>
          <p:cNvSpPr>
            <a:spLocks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10585">
            <a:extLst>
              <a:ext uri="{FF2B5EF4-FFF2-40B4-BE49-F238E27FC236}">
                <a16:creationId xmlns:a16="http://schemas.microsoft.com/office/drawing/2014/main" id="{B7087279-F2A3-427F-AB81-F514CDE1B657}"/>
              </a:ext>
            </a:extLst>
          </p:cNvPr>
          <p:cNvSpPr>
            <a:spLocks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10586">
            <a:extLst>
              <a:ext uri="{FF2B5EF4-FFF2-40B4-BE49-F238E27FC236}">
                <a16:creationId xmlns:a16="http://schemas.microsoft.com/office/drawing/2014/main" id="{EFB0AFB6-AD7E-4D80-B861-BDC93EDCA1A7}"/>
              </a:ext>
            </a:extLst>
          </p:cNvPr>
          <p:cNvSpPr>
            <a:spLocks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10587">
            <a:extLst>
              <a:ext uri="{FF2B5EF4-FFF2-40B4-BE49-F238E27FC236}">
                <a16:creationId xmlns:a16="http://schemas.microsoft.com/office/drawing/2014/main" id="{9B5EBA0C-AD76-4AD9-AB51-12FA796AB9CD}"/>
              </a:ext>
            </a:extLst>
          </p:cNvPr>
          <p:cNvSpPr>
            <a:spLocks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10588">
            <a:extLst>
              <a:ext uri="{FF2B5EF4-FFF2-40B4-BE49-F238E27FC236}">
                <a16:creationId xmlns:a16="http://schemas.microsoft.com/office/drawing/2014/main" id="{A49DFB95-3FF5-4B9B-AC7A-F22F00F212A3}"/>
              </a:ext>
            </a:extLst>
          </p:cNvPr>
          <p:cNvSpPr>
            <a:spLocks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10589">
            <a:extLst>
              <a:ext uri="{FF2B5EF4-FFF2-40B4-BE49-F238E27FC236}">
                <a16:creationId xmlns:a16="http://schemas.microsoft.com/office/drawing/2014/main" id="{FAF09931-F4F7-4995-9894-C7B05F8F6743}"/>
              </a:ext>
            </a:extLst>
          </p:cNvPr>
          <p:cNvSpPr>
            <a:spLocks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10590">
            <a:extLst>
              <a:ext uri="{FF2B5EF4-FFF2-40B4-BE49-F238E27FC236}">
                <a16:creationId xmlns:a16="http://schemas.microsoft.com/office/drawing/2014/main" id="{95E4CE1D-C7A3-4FC0-A8AD-AC0A21A276C3}"/>
              </a:ext>
            </a:extLst>
          </p:cNvPr>
          <p:cNvSpPr>
            <a:spLocks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10591">
            <a:extLst>
              <a:ext uri="{FF2B5EF4-FFF2-40B4-BE49-F238E27FC236}">
                <a16:creationId xmlns:a16="http://schemas.microsoft.com/office/drawing/2014/main" id="{F33C7725-9A62-4895-99CD-6851B2015438}"/>
              </a:ext>
            </a:extLst>
          </p:cNvPr>
          <p:cNvSpPr>
            <a:spLocks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104330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753" name="data_0">
            <a:extLst>
              <a:ext uri="{FF2B5EF4-FFF2-40B4-BE49-F238E27FC236}">
                <a16:creationId xmlns:a16="http://schemas.microsoft.com/office/drawing/2014/main" id="{571F4875-E27C-421E-AE73-FCD825926B79}"/>
              </a:ext>
            </a:extLst>
          </p:cNvPr>
          <p:cNvSpPr>
            <a:spLocks noGrp="1"/>
          </p:cNvSpPr>
          <p:nvPr/>
        </p:nvSpPr>
        <p:spPr>
          <a:xfrm>
            <a:off x="238125" y="680508"/>
            <a:ext cx="9048750" cy="7440083"/>
          </a:xfrm>
          <a:custGeom>
            <a:pathLst>
              <a:path w="9048750" h="7440083">
                <a:moveTo>
                  <a:pt x="0" y="7440083"/>
                </a:moveTo>
                <a:lnTo>
                  <a:pt x="9048750" y="7440083"/>
                </a:lnTo>
                <a:lnTo>
                  <a:pt x="9048750" y="0"/>
                </a:lnTo>
                <a:lnTo>
                  <a:pt x="0" y="0"/>
                </a:lnTo>
                <a:lnTo>
                  <a:pt x="0" y="744008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E91B52DF-16CC-41A3-9FC3-56AA76399EDC}"/>
              </a:ext>
            </a:extLst>
          </p:cNvPr>
          <p:cNvSpPr>
            <a:spLocks noGrp="1"/>
          </p:cNvSpPr>
          <p:nvPr/>
        </p:nvSpPr>
        <p:spPr>
          <a:xfrm>
            <a:off x="1097756" y="1722120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4E69DB6B-15FF-477F-A88F-98B074DF605E}"/>
              </a:ext>
            </a:extLst>
          </p:cNvPr>
          <p:cNvSpPr>
            <a:spLocks noGrp="1"/>
          </p:cNvSpPr>
          <p:nvPr/>
        </p:nvSpPr>
        <p:spPr>
          <a:xfrm>
            <a:off x="2130242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BE157B6B-9835-4B64-9564-FB305E4BC66E}"/>
              </a:ext>
            </a:extLst>
          </p:cNvPr>
          <p:cNvSpPr>
            <a:spLocks noGrp="1"/>
          </p:cNvSpPr>
          <p:nvPr/>
        </p:nvSpPr>
        <p:spPr>
          <a:xfrm rot="0">
            <a:off x="1464349" y="3898216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5A5B200F-785D-4FC4-B2D4-9355F324B10D}"/>
              </a:ext>
            </a:extLst>
          </p:cNvPr>
          <p:cNvSpPr>
            <a:spLocks noGrp="1"/>
          </p:cNvSpPr>
          <p:nvPr/>
        </p:nvSpPr>
        <p:spPr>
          <a:xfrm rot="0">
            <a:off x="1496465" y="3898216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9F91B706-9438-4E53-82FB-CB22AE555D19}"/>
              </a:ext>
            </a:extLst>
          </p:cNvPr>
          <p:cNvSpPr>
            <a:spLocks noGrp="1"/>
          </p:cNvSpPr>
          <p:nvPr/>
        </p:nvSpPr>
        <p:spPr>
          <a:xfrm rot="0">
            <a:off x="1563434" y="3898216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F40A7E85-D393-4036-A16D-AE75EE02591B}"/>
              </a:ext>
            </a:extLst>
          </p:cNvPr>
          <p:cNvSpPr>
            <a:spLocks noGrp="1"/>
          </p:cNvSpPr>
          <p:nvPr/>
        </p:nvSpPr>
        <p:spPr>
          <a:xfrm rot="0">
            <a:off x="1613288" y="3898216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33E60988-02C5-43E5-9E20-83958F2E2864}"/>
              </a:ext>
            </a:extLst>
          </p:cNvPr>
          <p:cNvSpPr>
            <a:spLocks noGrp="1"/>
          </p:cNvSpPr>
          <p:nvPr/>
        </p:nvSpPr>
        <p:spPr>
          <a:xfrm rot="0">
            <a:off x="1655984" y="3898216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344CE180-9F6A-46E5-9913-CB2E1485208B}"/>
              </a:ext>
            </a:extLst>
          </p:cNvPr>
          <p:cNvSpPr>
            <a:spLocks noGrp="1"/>
          </p:cNvSpPr>
          <p:nvPr/>
        </p:nvSpPr>
        <p:spPr>
          <a:xfrm rot="0">
            <a:off x="1717041" y="3898216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4A3076D8-B703-40FC-96DA-108AE4809910}"/>
              </a:ext>
            </a:extLst>
          </p:cNvPr>
          <p:cNvSpPr>
            <a:spLocks noGrp="1"/>
          </p:cNvSpPr>
          <p:nvPr/>
        </p:nvSpPr>
        <p:spPr>
          <a:xfrm rot="0">
            <a:off x="1784011" y="3898216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688EDE74-8122-4A78-B8CF-9A99DD20ECC7}"/>
              </a:ext>
            </a:extLst>
          </p:cNvPr>
          <p:cNvSpPr>
            <a:spLocks noGrp="1"/>
          </p:cNvSpPr>
          <p:nvPr/>
        </p:nvSpPr>
        <p:spPr>
          <a:xfrm rot="0">
            <a:off x="1837910" y="3898216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46083645-7EDB-44A4-AE56-91266EC39725}"/>
              </a:ext>
            </a:extLst>
          </p:cNvPr>
          <p:cNvSpPr>
            <a:spLocks noGrp="1"/>
          </p:cNvSpPr>
          <p:nvPr/>
        </p:nvSpPr>
        <p:spPr>
          <a:xfrm rot="0">
            <a:off x="1901332" y="3898216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EAFAF938-0773-49C0-8185-4320D46F1E2F}"/>
              </a:ext>
            </a:extLst>
          </p:cNvPr>
          <p:cNvSpPr>
            <a:spLocks noGrp="1"/>
          </p:cNvSpPr>
          <p:nvPr/>
        </p:nvSpPr>
        <p:spPr>
          <a:xfrm rot="0">
            <a:off x="1940356" y="3898216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28BC9D72-4FB9-47DB-B3F0-8524CCFE5C18}"/>
              </a:ext>
            </a:extLst>
          </p:cNvPr>
          <p:cNvSpPr>
            <a:spLocks noGrp="1"/>
          </p:cNvSpPr>
          <p:nvPr/>
        </p:nvSpPr>
        <p:spPr>
          <a:xfrm rot="0">
            <a:off x="1969609" y="3898216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14">
            <a:extLst>
              <a:ext uri="{FF2B5EF4-FFF2-40B4-BE49-F238E27FC236}">
                <a16:creationId xmlns:a16="http://schemas.microsoft.com/office/drawing/2014/main" id="{AEA04C2D-EA78-4138-AC0E-0AA556CEE7EB}"/>
              </a:ext>
            </a:extLst>
          </p:cNvPr>
          <p:cNvSpPr>
            <a:spLocks noGrp="1"/>
          </p:cNvSpPr>
          <p:nvPr/>
        </p:nvSpPr>
        <p:spPr>
          <a:xfrm rot="0">
            <a:off x="2033030" y="3898216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141D8142-867C-43D8-8234-6260C4D31CBD}"/>
              </a:ext>
            </a:extLst>
          </p:cNvPr>
          <p:cNvSpPr>
            <a:spLocks noGrp="1"/>
          </p:cNvSpPr>
          <p:nvPr/>
        </p:nvSpPr>
        <p:spPr>
          <a:xfrm rot="0">
            <a:off x="2090602" y="3898216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EF9E2AE8-E2EF-4A0A-A560-09499D8AA02B}"/>
              </a:ext>
            </a:extLst>
          </p:cNvPr>
          <p:cNvSpPr>
            <a:spLocks noGrp="1"/>
          </p:cNvSpPr>
          <p:nvPr/>
        </p:nvSpPr>
        <p:spPr>
          <a:xfrm rot="0">
            <a:off x="2154024" y="3898216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E1650F41-EA4B-453E-A04C-B6FC8AA40A01}"/>
              </a:ext>
            </a:extLst>
          </p:cNvPr>
          <p:cNvSpPr>
            <a:spLocks noGrp="1"/>
          </p:cNvSpPr>
          <p:nvPr/>
        </p:nvSpPr>
        <p:spPr>
          <a:xfrm rot="0">
            <a:off x="2183276" y="3898216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18">
            <a:extLst>
              <a:ext uri="{FF2B5EF4-FFF2-40B4-BE49-F238E27FC236}">
                <a16:creationId xmlns:a16="http://schemas.microsoft.com/office/drawing/2014/main" id="{16B74BFE-D16D-4311-AAFC-349D61E0055A}"/>
              </a:ext>
            </a:extLst>
          </p:cNvPr>
          <p:cNvSpPr>
            <a:spLocks noGrp="1"/>
          </p:cNvSpPr>
          <p:nvPr/>
        </p:nvSpPr>
        <p:spPr>
          <a:xfrm rot="0">
            <a:off x="2212093" y="389821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321059D-D360-41FF-A8FD-32CF30B01993}"/>
              </a:ext>
            </a:extLst>
          </p:cNvPr>
          <p:cNvSpPr>
            <a:spLocks noGrp="1"/>
          </p:cNvSpPr>
          <p:nvPr/>
        </p:nvSpPr>
        <p:spPr>
          <a:xfrm rot="0">
            <a:off x="2288959" y="389821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64103368-7464-4613-846E-0FAA49873055}"/>
              </a:ext>
            </a:extLst>
          </p:cNvPr>
          <p:cNvSpPr>
            <a:spLocks noGrp="1"/>
          </p:cNvSpPr>
          <p:nvPr/>
        </p:nvSpPr>
        <p:spPr>
          <a:xfrm rot="0">
            <a:off x="2377525" y="389821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2" name="text_21">
            <a:extLst>
              <a:ext uri="{FF2B5EF4-FFF2-40B4-BE49-F238E27FC236}">
                <a16:creationId xmlns:a16="http://schemas.microsoft.com/office/drawing/2014/main" id="{B195AFCE-DFCD-443D-A9BF-F919305F415B}"/>
              </a:ext>
            </a:extLst>
          </p:cNvPr>
          <p:cNvSpPr>
            <a:spLocks noGrp="1"/>
          </p:cNvSpPr>
          <p:nvPr/>
        </p:nvSpPr>
        <p:spPr>
          <a:xfrm rot="0">
            <a:off x="2464723" y="389821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2162C032-02CF-4DA8-8320-D3A4AE6F9993}"/>
              </a:ext>
            </a:extLst>
          </p:cNvPr>
          <p:cNvSpPr>
            <a:spLocks noGrp="1"/>
          </p:cNvSpPr>
          <p:nvPr/>
        </p:nvSpPr>
        <p:spPr>
          <a:xfrm rot="0">
            <a:off x="2558020" y="389821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20D92604-66BB-464B-AA3C-8936F7EC293F}"/>
              </a:ext>
            </a:extLst>
          </p:cNvPr>
          <p:cNvSpPr>
            <a:spLocks noGrp="1"/>
          </p:cNvSpPr>
          <p:nvPr/>
        </p:nvSpPr>
        <p:spPr>
          <a:xfrm rot="0">
            <a:off x="2648244" y="3949426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5" name="text_24">
            <a:extLst>
              <a:ext uri="{FF2B5EF4-FFF2-40B4-BE49-F238E27FC236}">
                <a16:creationId xmlns:a16="http://schemas.microsoft.com/office/drawing/2014/main" id="{881FF5F8-AE32-4F28-BA24-4D874E8B9EBF}"/>
              </a:ext>
            </a:extLst>
          </p:cNvPr>
          <p:cNvSpPr>
            <a:spLocks noGrp="1"/>
          </p:cNvSpPr>
          <p:nvPr/>
        </p:nvSpPr>
        <p:spPr>
          <a:xfrm rot="0">
            <a:off x="2705012" y="3949426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6ECCEAD6-DD78-466F-8ECA-9BD8145702F1}"/>
              </a:ext>
            </a:extLst>
          </p:cNvPr>
          <p:cNvSpPr>
            <a:spLocks noGrp="1"/>
          </p:cNvSpPr>
          <p:nvPr/>
        </p:nvSpPr>
        <p:spPr>
          <a:xfrm rot="0">
            <a:off x="2733375" y="3949426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4169B8EE-8A63-46EB-979A-FBD5CE9CBF5A}"/>
              </a:ext>
            </a:extLst>
          </p:cNvPr>
          <p:cNvSpPr>
            <a:spLocks noGrp="1"/>
          </p:cNvSpPr>
          <p:nvPr/>
        </p:nvSpPr>
        <p:spPr>
          <a:xfrm>
            <a:off x="1097756" y="376449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23A223A2-279B-4484-9F1B-8336740F6870}"/>
              </a:ext>
            </a:extLst>
          </p:cNvPr>
          <p:cNvSpPr>
            <a:spLocks noGrp="1"/>
          </p:cNvSpPr>
          <p:nvPr/>
        </p:nvSpPr>
        <p:spPr>
          <a:xfrm>
            <a:off x="1053420" y="37644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AFE9BEE3-484C-45D4-83AB-54AB3C7B1A71}"/>
              </a:ext>
            </a:extLst>
          </p:cNvPr>
          <p:cNvSpPr>
            <a:spLocks noGrp="1"/>
          </p:cNvSpPr>
          <p:nvPr/>
        </p:nvSpPr>
        <p:spPr>
          <a:xfrm rot="0">
            <a:off x="829697" y="370704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6D36ADA4-A071-4E72-969C-9E5484B34F7C}"/>
              </a:ext>
            </a:extLst>
          </p:cNvPr>
          <p:cNvSpPr>
            <a:spLocks noGrp="1"/>
          </p:cNvSpPr>
          <p:nvPr/>
        </p:nvSpPr>
        <p:spPr>
          <a:xfrm>
            <a:off x="1097756" y="2801111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3C842C11-EB72-4D04-BA9E-823BA2D7AADC}"/>
              </a:ext>
            </a:extLst>
          </p:cNvPr>
          <p:cNvSpPr>
            <a:spLocks noGrp="1"/>
          </p:cNvSpPr>
          <p:nvPr/>
        </p:nvSpPr>
        <p:spPr>
          <a:xfrm>
            <a:off x="1053420" y="2801111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0EDECB65-D74A-48D0-9A9E-91A1D5F98263}"/>
              </a:ext>
            </a:extLst>
          </p:cNvPr>
          <p:cNvSpPr>
            <a:spLocks noGrp="1"/>
          </p:cNvSpPr>
          <p:nvPr/>
        </p:nvSpPr>
        <p:spPr>
          <a:xfrm rot="0">
            <a:off x="829697" y="27436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9EAE4E52-DD0B-483C-8267-285EEABEEA70}"/>
              </a:ext>
            </a:extLst>
          </p:cNvPr>
          <p:cNvSpPr>
            <a:spLocks noGrp="1"/>
          </p:cNvSpPr>
          <p:nvPr/>
        </p:nvSpPr>
        <p:spPr>
          <a:xfrm>
            <a:off x="1097756" y="183772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99B5EFE0-D19E-45A4-98E0-02EA25FA1769}"/>
              </a:ext>
            </a:extLst>
          </p:cNvPr>
          <p:cNvSpPr>
            <a:spLocks noGrp="1"/>
          </p:cNvSpPr>
          <p:nvPr/>
        </p:nvSpPr>
        <p:spPr>
          <a:xfrm>
            <a:off x="1053420" y="183772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34">
            <a:extLst>
              <a:ext uri="{FF2B5EF4-FFF2-40B4-BE49-F238E27FC236}">
                <a16:creationId xmlns:a16="http://schemas.microsoft.com/office/drawing/2014/main" id="{D0251DBC-8316-4B69-9CAE-2A033078DE85}"/>
              </a:ext>
            </a:extLst>
          </p:cNvPr>
          <p:cNvSpPr>
            <a:spLocks noGrp="1"/>
          </p:cNvSpPr>
          <p:nvPr/>
        </p:nvSpPr>
        <p:spPr>
          <a:xfrm rot="0">
            <a:off x="829697" y="17802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35">
            <a:extLst>
              <a:ext uri="{FF2B5EF4-FFF2-40B4-BE49-F238E27FC236}">
                <a16:creationId xmlns:a16="http://schemas.microsoft.com/office/drawing/2014/main" id="{0287DA2D-85E7-4FD6-9474-A6CA34062029}"/>
              </a:ext>
            </a:extLst>
          </p:cNvPr>
          <p:cNvSpPr>
            <a:spLocks noGrp="1"/>
          </p:cNvSpPr>
          <p:nvPr/>
        </p:nvSpPr>
        <p:spPr>
          <a:xfrm rot="-5400000">
            <a:off x="560489" y="265906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C68851CE-0490-4291-9A8E-22727F130F73}"/>
              </a:ext>
            </a:extLst>
          </p:cNvPr>
          <p:cNvSpPr>
            <a:spLocks noGrp="1"/>
          </p:cNvSpPr>
          <p:nvPr/>
        </p:nvSpPr>
        <p:spPr>
          <a:xfrm>
            <a:off x="1422989" y="3472017"/>
            <a:ext cx="423319" cy="292478"/>
          </a:xfrm>
          <a:custGeom>
            <a:pathLst>
              <a:path w="423319" h="292478">
                <a:moveTo>
                  <a:pt x="0" y="292478"/>
                </a:moveTo>
                <a:lnTo>
                  <a:pt x="423319" y="292478"/>
                </a:lnTo>
                <a:lnTo>
                  <a:pt x="423319" y="0"/>
                </a:lnTo>
                <a:lnTo>
                  <a:pt x="0" y="0"/>
                </a:lnTo>
                <a:lnTo>
                  <a:pt x="0" y="29247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614C8C9B-28DE-44C0-BA5A-1155247AC501}"/>
              </a:ext>
            </a:extLst>
          </p:cNvPr>
          <p:cNvSpPr>
            <a:spLocks noGrp="1"/>
          </p:cNvSpPr>
          <p:nvPr/>
        </p:nvSpPr>
        <p:spPr>
          <a:xfrm>
            <a:off x="1918582" y="2903205"/>
            <a:ext cx="423319" cy="861291"/>
          </a:xfrm>
          <a:custGeom>
            <a:pathLst>
              <a:path w="423319" h="861291">
                <a:moveTo>
                  <a:pt x="0" y="861291"/>
                </a:moveTo>
                <a:lnTo>
                  <a:pt x="423319" y="861291"/>
                </a:lnTo>
                <a:lnTo>
                  <a:pt x="423319" y="0"/>
                </a:lnTo>
                <a:lnTo>
                  <a:pt x="0" y="0"/>
                </a:lnTo>
                <a:lnTo>
                  <a:pt x="0" y="86129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05D79C33-7334-4BA4-BA1B-1379857C3B9A}"/>
              </a:ext>
            </a:extLst>
          </p:cNvPr>
          <p:cNvSpPr>
            <a:spLocks noGrp="1"/>
          </p:cNvSpPr>
          <p:nvPr/>
        </p:nvSpPr>
        <p:spPr>
          <a:xfrm>
            <a:off x="2414175" y="2690185"/>
            <a:ext cx="423319" cy="1074311"/>
          </a:xfrm>
          <a:custGeom>
            <a:pathLst>
              <a:path w="423319" h="1074311">
                <a:moveTo>
                  <a:pt x="0" y="1074311"/>
                </a:moveTo>
                <a:lnTo>
                  <a:pt x="423319" y="1074311"/>
                </a:lnTo>
                <a:lnTo>
                  <a:pt x="423319" y="0"/>
                </a:lnTo>
                <a:lnTo>
                  <a:pt x="0" y="0"/>
                </a:lnTo>
                <a:lnTo>
                  <a:pt x="0" y="107431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7F596D3B-9DB1-4F94-94C7-F4BA36C8D075}"/>
              </a:ext>
            </a:extLst>
          </p:cNvPr>
          <p:cNvSpPr>
            <a:spLocks noGrp="1"/>
          </p:cNvSpPr>
          <p:nvPr/>
        </p:nvSpPr>
        <p:spPr>
          <a:xfrm>
            <a:off x="153471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3F9EA38B-6066-4286-9CFB-37078F3E80BA}"/>
              </a:ext>
            </a:extLst>
          </p:cNvPr>
          <p:cNvSpPr>
            <a:spLocks noGrp="1"/>
          </p:cNvSpPr>
          <p:nvPr/>
        </p:nvSpPr>
        <p:spPr>
          <a:xfrm>
            <a:off x="167100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860CF345-0610-4D75-A94C-B262F9BB2476}"/>
              </a:ext>
            </a:extLst>
          </p:cNvPr>
          <p:cNvSpPr>
            <a:spLocks noGrp="1"/>
          </p:cNvSpPr>
          <p:nvPr/>
        </p:nvSpPr>
        <p:spPr>
          <a:xfrm>
            <a:off x="148182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A5427E33-2B70-47C1-8DC2-04BB85DDA2F0}"/>
              </a:ext>
            </a:extLst>
          </p:cNvPr>
          <p:cNvSpPr>
            <a:spLocks noGrp="1"/>
          </p:cNvSpPr>
          <p:nvPr/>
        </p:nvSpPr>
        <p:spPr>
          <a:xfrm>
            <a:off x="159665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4AE8DAB5-052D-4331-B39E-558ABC82027F}"/>
              </a:ext>
            </a:extLst>
          </p:cNvPr>
          <p:cNvSpPr>
            <a:spLocks noGrp="1"/>
          </p:cNvSpPr>
          <p:nvPr/>
        </p:nvSpPr>
        <p:spPr>
          <a:xfrm>
            <a:off x="1507634" y="3049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72F0A944-086E-450D-8D31-12B381B9AAFA}"/>
              </a:ext>
            </a:extLst>
          </p:cNvPr>
          <p:cNvSpPr>
            <a:spLocks noGrp="1"/>
          </p:cNvSpPr>
          <p:nvPr/>
        </p:nvSpPr>
        <p:spPr>
          <a:xfrm>
            <a:off x="171111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84404E8E-E145-43B5-BE20-2E32815766FA}"/>
              </a:ext>
            </a:extLst>
          </p:cNvPr>
          <p:cNvSpPr>
            <a:spLocks noGrp="1"/>
          </p:cNvSpPr>
          <p:nvPr/>
        </p:nvSpPr>
        <p:spPr>
          <a:xfrm>
            <a:off x="163684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AAFF2B6E-6ED4-4CBE-99E0-2E8F7D213751}"/>
              </a:ext>
            </a:extLst>
          </p:cNvPr>
          <p:cNvSpPr>
            <a:spLocks noGrp="1"/>
          </p:cNvSpPr>
          <p:nvPr/>
        </p:nvSpPr>
        <p:spPr>
          <a:xfrm>
            <a:off x="1602349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99220377-7968-4220-A67F-FA9A65449427}"/>
              </a:ext>
            </a:extLst>
          </p:cNvPr>
          <p:cNvSpPr>
            <a:spLocks noGrp="1"/>
          </p:cNvSpPr>
          <p:nvPr/>
        </p:nvSpPr>
        <p:spPr>
          <a:xfrm>
            <a:off x="14986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F72C9598-A4BB-4292-94E6-EF5C8F930AE3}"/>
              </a:ext>
            </a:extLst>
          </p:cNvPr>
          <p:cNvSpPr>
            <a:spLocks noGrp="1"/>
          </p:cNvSpPr>
          <p:nvPr/>
        </p:nvSpPr>
        <p:spPr>
          <a:xfrm>
            <a:off x="1563568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F2079C82-1DE3-4BC4-B457-C0CB17F12698}"/>
              </a:ext>
            </a:extLst>
          </p:cNvPr>
          <p:cNvSpPr>
            <a:spLocks noGrp="1"/>
          </p:cNvSpPr>
          <p:nvPr/>
        </p:nvSpPr>
        <p:spPr>
          <a:xfrm>
            <a:off x="1570180" y="32790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A997DD30-CABD-4F11-8E30-B07DF6D5E6CE}"/>
              </a:ext>
            </a:extLst>
          </p:cNvPr>
          <p:cNvSpPr>
            <a:spLocks noGrp="1"/>
          </p:cNvSpPr>
          <p:nvPr/>
        </p:nvSpPr>
        <p:spPr>
          <a:xfrm>
            <a:off x="1612963" y="32008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F52C55E4-5FD2-4100-A9A6-688A57F268A5}"/>
              </a:ext>
            </a:extLst>
          </p:cNvPr>
          <p:cNvSpPr>
            <a:spLocks noGrp="1"/>
          </p:cNvSpPr>
          <p:nvPr/>
        </p:nvSpPr>
        <p:spPr>
          <a:xfrm>
            <a:off x="1697520" y="22160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F3E48A8C-E46C-47FF-8354-4C9F04B65CB7}"/>
              </a:ext>
            </a:extLst>
          </p:cNvPr>
          <p:cNvSpPr>
            <a:spLocks noGrp="1"/>
          </p:cNvSpPr>
          <p:nvPr/>
        </p:nvSpPr>
        <p:spPr>
          <a:xfrm>
            <a:off x="1625488" y="3722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22D369C5-C96F-4CD7-96FC-9DAFE7C59C05}"/>
              </a:ext>
            </a:extLst>
          </p:cNvPr>
          <p:cNvSpPr>
            <a:spLocks noGrp="1"/>
          </p:cNvSpPr>
          <p:nvPr/>
        </p:nvSpPr>
        <p:spPr>
          <a:xfrm>
            <a:off x="173638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77FB6226-7BFB-466E-9A3E-9458ADE5876B}"/>
              </a:ext>
            </a:extLst>
          </p:cNvPr>
          <p:cNvSpPr>
            <a:spLocks noGrp="1"/>
          </p:cNvSpPr>
          <p:nvPr/>
        </p:nvSpPr>
        <p:spPr>
          <a:xfrm>
            <a:off x="1510288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4938459F-088F-4C9C-A571-5A49843D7E93}"/>
              </a:ext>
            </a:extLst>
          </p:cNvPr>
          <p:cNvSpPr>
            <a:spLocks noGrp="1"/>
          </p:cNvSpPr>
          <p:nvPr/>
        </p:nvSpPr>
        <p:spPr>
          <a:xfrm>
            <a:off x="148824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B94985ED-5028-47B2-9D91-4740F8945563}"/>
              </a:ext>
            </a:extLst>
          </p:cNvPr>
          <p:cNvSpPr>
            <a:spLocks noGrp="1"/>
          </p:cNvSpPr>
          <p:nvPr/>
        </p:nvSpPr>
        <p:spPr>
          <a:xfrm>
            <a:off x="16752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D1B288B1-6405-439E-BC28-1258C049BCD8}"/>
              </a:ext>
            </a:extLst>
          </p:cNvPr>
          <p:cNvSpPr>
            <a:spLocks noGrp="1"/>
          </p:cNvSpPr>
          <p:nvPr/>
        </p:nvSpPr>
        <p:spPr>
          <a:xfrm>
            <a:off x="1718208" y="34104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49D27686-8992-4D01-967C-345659BAD786}"/>
              </a:ext>
            </a:extLst>
          </p:cNvPr>
          <p:cNvSpPr>
            <a:spLocks noGrp="1"/>
          </p:cNvSpPr>
          <p:nvPr/>
        </p:nvSpPr>
        <p:spPr>
          <a:xfrm>
            <a:off x="1748938" y="34015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97D39221-59B6-4835-92B5-94D9897D921B}"/>
              </a:ext>
            </a:extLst>
          </p:cNvPr>
          <p:cNvSpPr>
            <a:spLocks noGrp="1"/>
          </p:cNvSpPr>
          <p:nvPr/>
        </p:nvSpPr>
        <p:spPr>
          <a:xfrm>
            <a:off x="172872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C159B529-F839-4E5F-9B5F-1027FC6F8DA0}"/>
              </a:ext>
            </a:extLst>
          </p:cNvPr>
          <p:cNvSpPr>
            <a:spLocks noGrp="1"/>
          </p:cNvSpPr>
          <p:nvPr/>
        </p:nvSpPr>
        <p:spPr>
          <a:xfrm>
            <a:off x="161873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A5AE7E5B-7588-4E36-BC6E-119E7EAD075D}"/>
              </a:ext>
            </a:extLst>
          </p:cNvPr>
          <p:cNvSpPr>
            <a:spLocks noGrp="1"/>
          </p:cNvSpPr>
          <p:nvPr/>
        </p:nvSpPr>
        <p:spPr>
          <a:xfrm>
            <a:off x="1701613" y="29760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10142CED-594A-4E05-978F-0D807C79C0C1}"/>
              </a:ext>
            </a:extLst>
          </p:cNvPr>
          <p:cNvSpPr>
            <a:spLocks noGrp="1"/>
          </p:cNvSpPr>
          <p:nvPr/>
        </p:nvSpPr>
        <p:spPr>
          <a:xfrm>
            <a:off x="1466529" y="30924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2FF3B9C5-ECD8-46BD-A472-D5F5C04BD194}"/>
              </a:ext>
            </a:extLst>
          </p:cNvPr>
          <p:cNvSpPr>
            <a:spLocks noGrp="1"/>
          </p:cNvSpPr>
          <p:nvPr/>
        </p:nvSpPr>
        <p:spPr>
          <a:xfrm>
            <a:off x="14628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1C5577C9-9C6F-47DC-A9F5-22EB33C9E019}"/>
              </a:ext>
            </a:extLst>
          </p:cNvPr>
          <p:cNvSpPr>
            <a:spLocks noGrp="1"/>
          </p:cNvSpPr>
          <p:nvPr/>
        </p:nvSpPr>
        <p:spPr>
          <a:xfrm>
            <a:off x="168874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251E0B13-A5AE-4FD5-AB32-E2AF1EA1B467}"/>
              </a:ext>
            </a:extLst>
          </p:cNvPr>
          <p:cNvSpPr>
            <a:spLocks noGrp="1"/>
          </p:cNvSpPr>
          <p:nvPr/>
        </p:nvSpPr>
        <p:spPr>
          <a:xfrm>
            <a:off x="171904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C82B5BC-2F9F-476A-A9E4-6D216735F8C2}"/>
              </a:ext>
            </a:extLst>
          </p:cNvPr>
          <p:cNvSpPr>
            <a:spLocks noGrp="1"/>
          </p:cNvSpPr>
          <p:nvPr/>
        </p:nvSpPr>
        <p:spPr>
          <a:xfrm>
            <a:off x="168861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FD471DAB-9037-4A5E-B1ED-34E564A85EED}"/>
              </a:ext>
            </a:extLst>
          </p:cNvPr>
          <p:cNvSpPr>
            <a:spLocks noGrp="1"/>
          </p:cNvSpPr>
          <p:nvPr/>
        </p:nvSpPr>
        <p:spPr>
          <a:xfrm>
            <a:off x="1645832" y="3471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71A4C2B4-78C6-4E0B-A2AD-CB8D7904D7BA}"/>
              </a:ext>
            </a:extLst>
          </p:cNvPr>
          <p:cNvSpPr>
            <a:spLocks noGrp="1"/>
          </p:cNvSpPr>
          <p:nvPr/>
        </p:nvSpPr>
        <p:spPr>
          <a:xfrm>
            <a:off x="1530191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D915F475-E930-4945-AB34-924B75277409}"/>
              </a:ext>
            </a:extLst>
          </p:cNvPr>
          <p:cNvSpPr>
            <a:spLocks noGrp="1"/>
          </p:cNvSpPr>
          <p:nvPr/>
        </p:nvSpPr>
        <p:spPr>
          <a:xfrm>
            <a:off x="171435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B85B98FC-98E7-40FD-BF06-D355E7FC03F5}"/>
              </a:ext>
            </a:extLst>
          </p:cNvPr>
          <p:cNvSpPr>
            <a:spLocks noGrp="1"/>
          </p:cNvSpPr>
          <p:nvPr/>
        </p:nvSpPr>
        <p:spPr>
          <a:xfrm>
            <a:off x="1646359" y="3561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FDFADE83-277A-4E30-B8E1-B40BC5747F3D}"/>
              </a:ext>
            </a:extLst>
          </p:cNvPr>
          <p:cNvSpPr>
            <a:spLocks noGrp="1"/>
          </p:cNvSpPr>
          <p:nvPr/>
        </p:nvSpPr>
        <p:spPr>
          <a:xfrm>
            <a:off x="15241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387443ED-6E7D-4C25-BBBF-0FF480453E70}"/>
              </a:ext>
            </a:extLst>
          </p:cNvPr>
          <p:cNvSpPr>
            <a:spLocks noGrp="1"/>
          </p:cNvSpPr>
          <p:nvPr/>
        </p:nvSpPr>
        <p:spPr>
          <a:xfrm>
            <a:off x="1679511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8B3F6B66-FB96-4865-A666-34889297D38C}"/>
              </a:ext>
            </a:extLst>
          </p:cNvPr>
          <p:cNvSpPr>
            <a:spLocks noGrp="1"/>
          </p:cNvSpPr>
          <p:nvPr/>
        </p:nvSpPr>
        <p:spPr>
          <a:xfrm>
            <a:off x="155564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840C838E-4F1C-4030-82A4-CFC9B5120680}"/>
              </a:ext>
            </a:extLst>
          </p:cNvPr>
          <p:cNvSpPr>
            <a:spLocks noGrp="1"/>
          </p:cNvSpPr>
          <p:nvPr/>
        </p:nvSpPr>
        <p:spPr>
          <a:xfrm>
            <a:off x="148732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CAD5FB09-BA1E-4AA0-B2BD-9FC9AF9980CD}"/>
              </a:ext>
            </a:extLst>
          </p:cNvPr>
          <p:cNvSpPr>
            <a:spLocks noGrp="1"/>
          </p:cNvSpPr>
          <p:nvPr/>
        </p:nvSpPr>
        <p:spPr>
          <a:xfrm>
            <a:off x="169846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11339DCA-7E94-4E11-A0DD-9B1FC9B03E4E}"/>
              </a:ext>
            </a:extLst>
          </p:cNvPr>
          <p:cNvSpPr>
            <a:spLocks noGrp="1"/>
          </p:cNvSpPr>
          <p:nvPr/>
        </p:nvSpPr>
        <p:spPr>
          <a:xfrm>
            <a:off x="1608769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63F5E92E-7AE3-4E2A-9577-D2195B7A94F8}"/>
              </a:ext>
            </a:extLst>
          </p:cNvPr>
          <p:cNvSpPr>
            <a:spLocks noGrp="1"/>
          </p:cNvSpPr>
          <p:nvPr/>
        </p:nvSpPr>
        <p:spPr>
          <a:xfrm>
            <a:off x="155323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CD7AE18F-BAF6-45E6-918E-F2B99DDB11FD}"/>
              </a:ext>
            </a:extLst>
          </p:cNvPr>
          <p:cNvSpPr>
            <a:spLocks noGrp="1"/>
          </p:cNvSpPr>
          <p:nvPr/>
        </p:nvSpPr>
        <p:spPr>
          <a:xfrm>
            <a:off x="1479326" y="2832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7C6A720-F1F6-428F-9938-87C60017A7B1}"/>
              </a:ext>
            </a:extLst>
          </p:cNvPr>
          <p:cNvSpPr>
            <a:spLocks noGrp="1"/>
          </p:cNvSpPr>
          <p:nvPr/>
        </p:nvSpPr>
        <p:spPr>
          <a:xfrm>
            <a:off x="173845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388E19C3-47D5-4399-B09F-1774EB729CDF}"/>
              </a:ext>
            </a:extLst>
          </p:cNvPr>
          <p:cNvSpPr>
            <a:spLocks noGrp="1"/>
          </p:cNvSpPr>
          <p:nvPr/>
        </p:nvSpPr>
        <p:spPr>
          <a:xfrm>
            <a:off x="1557763" y="34657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E3203C91-D167-4B7E-A375-FA773A7CE59C}"/>
              </a:ext>
            </a:extLst>
          </p:cNvPr>
          <p:cNvSpPr>
            <a:spLocks noGrp="1"/>
          </p:cNvSpPr>
          <p:nvPr/>
        </p:nvSpPr>
        <p:spPr>
          <a:xfrm>
            <a:off x="169944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0F253E8B-7124-454B-B44D-D6BA2158D8E7}"/>
              </a:ext>
            </a:extLst>
          </p:cNvPr>
          <p:cNvSpPr>
            <a:spLocks noGrp="1"/>
          </p:cNvSpPr>
          <p:nvPr/>
        </p:nvSpPr>
        <p:spPr>
          <a:xfrm>
            <a:off x="161596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3934C8D0-173C-4D4D-B8F6-04B68D8E4236}"/>
              </a:ext>
            </a:extLst>
          </p:cNvPr>
          <p:cNvSpPr>
            <a:spLocks noGrp="1"/>
          </p:cNvSpPr>
          <p:nvPr/>
        </p:nvSpPr>
        <p:spPr>
          <a:xfrm>
            <a:off x="146586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6606578D-2051-4FC1-B62C-373E7F3BE038}"/>
              </a:ext>
            </a:extLst>
          </p:cNvPr>
          <p:cNvSpPr>
            <a:spLocks noGrp="1"/>
          </p:cNvSpPr>
          <p:nvPr/>
        </p:nvSpPr>
        <p:spPr>
          <a:xfrm>
            <a:off x="153281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68CD9943-D3F0-4820-9577-64C66610078A}"/>
              </a:ext>
            </a:extLst>
          </p:cNvPr>
          <p:cNvSpPr>
            <a:spLocks noGrp="1"/>
          </p:cNvSpPr>
          <p:nvPr/>
        </p:nvSpPr>
        <p:spPr>
          <a:xfrm>
            <a:off x="1481943" y="32282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8AF77A1A-0611-44CE-BA18-F0D513B1248C}"/>
              </a:ext>
            </a:extLst>
          </p:cNvPr>
          <p:cNvSpPr>
            <a:spLocks noGrp="1"/>
          </p:cNvSpPr>
          <p:nvPr/>
        </p:nvSpPr>
        <p:spPr>
          <a:xfrm>
            <a:off x="15867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D98D9B0A-B795-497A-9FF6-7BB3AAA83D7C}"/>
              </a:ext>
            </a:extLst>
          </p:cNvPr>
          <p:cNvSpPr>
            <a:spLocks noGrp="1"/>
          </p:cNvSpPr>
          <p:nvPr/>
        </p:nvSpPr>
        <p:spPr>
          <a:xfrm>
            <a:off x="167996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AB06F157-64A9-4406-832B-9136AC0E6E62}"/>
              </a:ext>
            </a:extLst>
          </p:cNvPr>
          <p:cNvSpPr>
            <a:spLocks noGrp="1"/>
          </p:cNvSpPr>
          <p:nvPr/>
        </p:nvSpPr>
        <p:spPr>
          <a:xfrm>
            <a:off x="1764597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505A3177-7CBE-4E84-A279-F70B92FEE03C}"/>
              </a:ext>
            </a:extLst>
          </p:cNvPr>
          <p:cNvSpPr>
            <a:spLocks noGrp="1"/>
          </p:cNvSpPr>
          <p:nvPr/>
        </p:nvSpPr>
        <p:spPr>
          <a:xfrm>
            <a:off x="160450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F967FB3-82FE-42AB-B707-6CC31E85E1D8}"/>
              </a:ext>
            </a:extLst>
          </p:cNvPr>
          <p:cNvSpPr>
            <a:spLocks noGrp="1"/>
          </p:cNvSpPr>
          <p:nvPr/>
        </p:nvSpPr>
        <p:spPr>
          <a:xfrm>
            <a:off x="153971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C62895DB-CEA2-447D-AD10-7F3E51880756}"/>
              </a:ext>
            </a:extLst>
          </p:cNvPr>
          <p:cNvSpPr>
            <a:spLocks noGrp="1"/>
          </p:cNvSpPr>
          <p:nvPr/>
        </p:nvSpPr>
        <p:spPr>
          <a:xfrm>
            <a:off x="156768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37AFEDF7-1613-4F93-AF7F-D3E53AD11D08}"/>
              </a:ext>
            </a:extLst>
          </p:cNvPr>
          <p:cNvSpPr>
            <a:spLocks noGrp="1"/>
          </p:cNvSpPr>
          <p:nvPr/>
        </p:nvSpPr>
        <p:spPr>
          <a:xfrm>
            <a:off x="1511217" y="34202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4C432D48-1082-4063-8913-A0243EE9B0BC}"/>
              </a:ext>
            </a:extLst>
          </p:cNvPr>
          <p:cNvSpPr>
            <a:spLocks noGrp="1"/>
          </p:cNvSpPr>
          <p:nvPr/>
        </p:nvSpPr>
        <p:spPr>
          <a:xfrm>
            <a:off x="150521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0F003AC-822D-4D1E-BC1E-8C4CAFEC2B33}"/>
              </a:ext>
            </a:extLst>
          </p:cNvPr>
          <p:cNvSpPr>
            <a:spLocks noGrp="1"/>
          </p:cNvSpPr>
          <p:nvPr/>
        </p:nvSpPr>
        <p:spPr>
          <a:xfrm>
            <a:off x="1688524" y="3639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BB227B6D-9817-47A1-8190-AC47DED2BDF1}"/>
              </a:ext>
            </a:extLst>
          </p:cNvPr>
          <p:cNvSpPr>
            <a:spLocks noGrp="1"/>
          </p:cNvSpPr>
          <p:nvPr/>
        </p:nvSpPr>
        <p:spPr>
          <a:xfrm>
            <a:off x="1750645" y="3655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013AB8D-FE8B-4244-A7B7-8422091FCB52}"/>
              </a:ext>
            </a:extLst>
          </p:cNvPr>
          <p:cNvSpPr>
            <a:spLocks noGrp="1"/>
          </p:cNvSpPr>
          <p:nvPr/>
        </p:nvSpPr>
        <p:spPr>
          <a:xfrm>
            <a:off x="164674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FCB22C67-98EE-4AF6-B77F-3F013CBE7E2E}"/>
              </a:ext>
            </a:extLst>
          </p:cNvPr>
          <p:cNvSpPr>
            <a:spLocks noGrp="1"/>
          </p:cNvSpPr>
          <p:nvPr/>
        </p:nvSpPr>
        <p:spPr>
          <a:xfrm>
            <a:off x="1530432" y="37222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850F57D3-73BA-41DF-8D59-5ADF80E4F4A0}"/>
              </a:ext>
            </a:extLst>
          </p:cNvPr>
          <p:cNvSpPr>
            <a:spLocks noGrp="1"/>
          </p:cNvSpPr>
          <p:nvPr/>
        </p:nvSpPr>
        <p:spPr>
          <a:xfrm>
            <a:off x="1580570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B69A4CDE-7487-41BE-9AF7-67F4A719820A}"/>
              </a:ext>
            </a:extLst>
          </p:cNvPr>
          <p:cNvSpPr>
            <a:spLocks noGrp="1"/>
          </p:cNvSpPr>
          <p:nvPr/>
        </p:nvSpPr>
        <p:spPr>
          <a:xfrm>
            <a:off x="163508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B14CD7B-4EB0-4347-9F9A-9BC513BBA42B}"/>
              </a:ext>
            </a:extLst>
          </p:cNvPr>
          <p:cNvSpPr>
            <a:spLocks noGrp="1"/>
          </p:cNvSpPr>
          <p:nvPr/>
        </p:nvSpPr>
        <p:spPr>
          <a:xfrm>
            <a:off x="176258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49CD4A32-62D9-43A2-8140-7C602CE85E59}"/>
              </a:ext>
            </a:extLst>
          </p:cNvPr>
          <p:cNvSpPr>
            <a:spLocks noGrp="1"/>
          </p:cNvSpPr>
          <p:nvPr/>
        </p:nvSpPr>
        <p:spPr>
          <a:xfrm>
            <a:off x="149013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033DA0D2-D315-48F7-AD25-385A8B9E464E}"/>
              </a:ext>
            </a:extLst>
          </p:cNvPr>
          <p:cNvSpPr>
            <a:spLocks noGrp="1"/>
          </p:cNvSpPr>
          <p:nvPr/>
        </p:nvSpPr>
        <p:spPr>
          <a:xfrm>
            <a:off x="154923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E0AE56E7-5A7F-46B8-95A9-869F77C16DA0}"/>
              </a:ext>
            </a:extLst>
          </p:cNvPr>
          <p:cNvSpPr>
            <a:spLocks noGrp="1"/>
          </p:cNvSpPr>
          <p:nvPr/>
        </p:nvSpPr>
        <p:spPr>
          <a:xfrm>
            <a:off x="1533658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F4B632C7-1F19-470D-89EF-AB313F88727B}"/>
              </a:ext>
            </a:extLst>
          </p:cNvPr>
          <p:cNvSpPr>
            <a:spLocks noGrp="1"/>
          </p:cNvSpPr>
          <p:nvPr/>
        </p:nvSpPr>
        <p:spPr>
          <a:xfrm>
            <a:off x="1711209" y="35861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108D7318-5809-44E2-8715-C8029CDBE7BF}"/>
              </a:ext>
            </a:extLst>
          </p:cNvPr>
          <p:cNvSpPr>
            <a:spLocks noGrp="1"/>
          </p:cNvSpPr>
          <p:nvPr/>
        </p:nvSpPr>
        <p:spPr>
          <a:xfrm>
            <a:off x="153019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6CC8B7DE-D993-4E5A-9F33-341FD4F158A4}"/>
              </a:ext>
            </a:extLst>
          </p:cNvPr>
          <p:cNvSpPr>
            <a:spLocks noGrp="1"/>
          </p:cNvSpPr>
          <p:nvPr/>
        </p:nvSpPr>
        <p:spPr>
          <a:xfrm>
            <a:off x="147674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87193335-0B7F-4608-A9EE-BBF1D2D7FA55}"/>
              </a:ext>
            </a:extLst>
          </p:cNvPr>
          <p:cNvSpPr>
            <a:spLocks noGrp="1"/>
          </p:cNvSpPr>
          <p:nvPr/>
        </p:nvSpPr>
        <p:spPr>
          <a:xfrm>
            <a:off x="1616319" y="33258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EDAB1F08-9607-4825-9B5D-D95994CE621E}"/>
              </a:ext>
            </a:extLst>
          </p:cNvPr>
          <p:cNvSpPr>
            <a:spLocks noGrp="1"/>
          </p:cNvSpPr>
          <p:nvPr/>
        </p:nvSpPr>
        <p:spPr>
          <a:xfrm>
            <a:off x="16780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D6C09F88-429D-45B6-8978-85804CDE8990}"/>
              </a:ext>
            </a:extLst>
          </p:cNvPr>
          <p:cNvSpPr>
            <a:spLocks noGrp="1"/>
          </p:cNvSpPr>
          <p:nvPr/>
        </p:nvSpPr>
        <p:spPr>
          <a:xfrm>
            <a:off x="1766894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0BF55FBF-4F72-45DE-B9B2-7784BA8B270D}"/>
              </a:ext>
            </a:extLst>
          </p:cNvPr>
          <p:cNvSpPr>
            <a:spLocks noGrp="1"/>
          </p:cNvSpPr>
          <p:nvPr/>
        </p:nvSpPr>
        <p:spPr>
          <a:xfrm>
            <a:off x="1768404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8584754F-1619-44ED-8A0A-3A46372E8F4F}"/>
              </a:ext>
            </a:extLst>
          </p:cNvPr>
          <p:cNvSpPr>
            <a:spLocks noGrp="1"/>
          </p:cNvSpPr>
          <p:nvPr/>
        </p:nvSpPr>
        <p:spPr>
          <a:xfrm>
            <a:off x="176896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17165BCB-1412-45C1-840C-E657D30D47B4}"/>
              </a:ext>
            </a:extLst>
          </p:cNvPr>
          <p:cNvSpPr>
            <a:spLocks noGrp="1"/>
          </p:cNvSpPr>
          <p:nvPr/>
        </p:nvSpPr>
        <p:spPr>
          <a:xfrm>
            <a:off x="1757096" y="36263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FD53CCD4-8713-42FF-AC68-5849BA3A6E1A}"/>
              </a:ext>
            </a:extLst>
          </p:cNvPr>
          <p:cNvSpPr>
            <a:spLocks noGrp="1"/>
          </p:cNvSpPr>
          <p:nvPr/>
        </p:nvSpPr>
        <p:spPr>
          <a:xfrm>
            <a:off x="1578937" y="35540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B337E8F3-436D-4CC1-888B-9B55D721294D}"/>
              </a:ext>
            </a:extLst>
          </p:cNvPr>
          <p:cNvSpPr>
            <a:spLocks noGrp="1"/>
          </p:cNvSpPr>
          <p:nvPr/>
        </p:nvSpPr>
        <p:spPr>
          <a:xfrm>
            <a:off x="1747461" y="37327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BF716146-CA61-415C-A52A-362AB971655F}"/>
              </a:ext>
            </a:extLst>
          </p:cNvPr>
          <p:cNvSpPr>
            <a:spLocks noGrp="1"/>
          </p:cNvSpPr>
          <p:nvPr/>
        </p:nvSpPr>
        <p:spPr>
          <a:xfrm>
            <a:off x="15663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67F9E681-6044-495C-B890-C7B7A22FD532}"/>
              </a:ext>
            </a:extLst>
          </p:cNvPr>
          <p:cNvSpPr>
            <a:spLocks noGrp="1"/>
          </p:cNvSpPr>
          <p:nvPr/>
        </p:nvSpPr>
        <p:spPr>
          <a:xfrm>
            <a:off x="1671070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7982508-5FCB-482D-BF21-8FF7FF7AED05}"/>
              </a:ext>
            </a:extLst>
          </p:cNvPr>
          <p:cNvSpPr>
            <a:spLocks noGrp="1"/>
          </p:cNvSpPr>
          <p:nvPr/>
        </p:nvSpPr>
        <p:spPr>
          <a:xfrm>
            <a:off x="148667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0AC6B201-B476-4573-AF5B-47BF838142A5}"/>
              </a:ext>
            </a:extLst>
          </p:cNvPr>
          <p:cNvSpPr>
            <a:spLocks noGrp="1"/>
          </p:cNvSpPr>
          <p:nvPr/>
        </p:nvSpPr>
        <p:spPr>
          <a:xfrm>
            <a:off x="162418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0ED02C43-5493-45E5-B113-486353E83BAB}"/>
              </a:ext>
            </a:extLst>
          </p:cNvPr>
          <p:cNvSpPr>
            <a:spLocks noGrp="1"/>
          </p:cNvSpPr>
          <p:nvPr/>
        </p:nvSpPr>
        <p:spPr>
          <a:xfrm>
            <a:off x="1768268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28DD2F92-4F7A-4904-9F82-C1F7598D24E4}"/>
              </a:ext>
            </a:extLst>
          </p:cNvPr>
          <p:cNvSpPr>
            <a:spLocks noGrp="1"/>
          </p:cNvSpPr>
          <p:nvPr/>
        </p:nvSpPr>
        <p:spPr>
          <a:xfrm>
            <a:off x="1528955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807FDE82-7F2C-4FEB-830D-30743A60EBAD}"/>
              </a:ext>
            </a:extLst>
          </p:cNvPr>
          <p:cNvSpPr>
            <a:spLocks noGrp="1"/>
          </p:cNvSpPr>
          <p:nvPr/>
        </p:nvSpPr>
        <p:spPr>
          <a:xfrm>
            <a:off x="1479067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63D53909-9F1C-405E-874D-541FE5C1EF33}"/>
              </a:ext>
            </a:extLst>
          </p:cNvPr>
          <p:cNvSpPr>
            <a:spLocks noGrp="1"/>
          </p:cNvSpPr>
          <p:nvPr/>
        </p:nvSpPr>
        <p:spPr>
          <a:xfrm>
            <a:off x="1649575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C4494058-85E2-48A6-A213-58E390713441}"/>
              </a:ext>
            </a:extLst>
          </p:cNvPr>
          <p:cNvSpPr>
            <a:spLocks noGrp="1"/>
          </p:cNvSpPr>
          <p:nvPr/>
        </p:nvSpPr>
        <p:spPr>
          <a:xfrm>
            <a:off x="1720227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4A4E0C97-65DD-4566-9BF2-5F89F59F8D9A}"/>
              </a:ext>
            </a:extLst>
          </p:cNvPr>
          <p:cNvSpPr>
            <a:spLocks noGrp="1"/>
          </p:cNvSpPr>
          <p:nvPr/>
        </p:nvSpPr>
        <p:spPr>
          <a:xfrm>
            <a:off x="157223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A81FFF84-1C4D-4AC3-BC17-724815B68536}"/>
              </a:ext>
            </a:extLst>
          </p:cNvPr>
          <p:cNvSpPr>
            <a:spLocks noGrp="1"/>
          </p:cNvSpPr>
          <p:nvPr/>
        </p:nvSpPr>
        <p:spPr>
          <a:xfrm>
            <a:off x="150063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3A2D8917-6DBC-4DC6-B5EC-D46E32DD0766}"/>
              </a:ext>
            </a:extLst>
          </p:cNvPr>
          <p:cNvSpPr>
            <a:spLocks noGrp="1"/>
          </p:cNvSpPr>
          <p:nvPr/>
        </p:nvSpPr>
        <p:spPr>
          <a:xfrm>
            <a:off x="165105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9D5EEE55-D8BA-41EF-9A96-833D88CA6B74}"/>
              </a:ext>
            </a:extLst>
          </p:cNvPr>
          <p:cNvSpPr>
            <a:spLocks noGrp="1"/>
          </p:cNvSpPr>
          <p:nvPr/>
        </p:nvSpPr>
        <p:spPr>
          <a:xfrm>
            <a:off x="172047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D7E299E5-74DD-499B-BC3A-EFD2977D2CC6}"/>
              </a:ext>
            </a:extLst>
          </p:cNvPr>
          <p:cNvSpPr>
            <a:spLocks noGrp="1"/>
          </p:cNvSpPr>
          <p:nvPr/>
        </p:nvSpPr>
        <p:spPr>
          <a:xfrm>
            <a:off x="1766021" y="18877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328FC7F-5D1F-4097-BD1D-2464F8F3164F}"/>
              </a:ext>
            </a:extLst>
          </p:cNvPr>
          <p:cNvSpPr>
            <a:spLocks noGrp="1"/>
          </p:cNvSpPr>
          <p:nvPr/>
        </p:nvSpPr>
        <p:spPr>
          <a:xfrm>
            <a:off x="174529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E0E8A3DD-7CA5-4C4D-B792-844B8A23A2A8}"/>
              </a:ext>
            </a:extLst>
          </p:cNvPr>
          <p:cNvSpPr>
            <a:spLocks noGrp="1"/>
          </p:cNvSpPr>
          <p:nvPr/>
        </p:nvSpPr>
        <p:spPr>
          <a:xfrm>
            <a:off x="164615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AE3FC14D-3963-4D90-A7CD-CA37F0B53ADF}"/>
              </a:ext>
            </a:extLst>
          </p:cNvPr>
          <p:cNvSpPr>
            <a:spLocks noGrp="1"/>
          </p:cNvSpPr>
          <p:nvPr/>
        </p:nvSpPr>
        <p:spPr>
          <a:xfrm>
            <a:off x="154270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620FB831-92E1-4E8F-BF1C-8ECF8C2D5869}"/>
              </a:ext>
            </a:extLst>
          </p:cNvPr>
          <p:cNvSpPr>
            <a:spLocks noGrp="1"/>
          </p:cNvSpPr>
          <p:nvPr/>
        </p:nvSpPr>
        <p:spPr>
          <a:xfrm>
            <a:off x="1569569" y="36290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5C7D1C79-D732-4B55-82EB-8D81DBF80B2C}"/>
              </a:ext>
            </a:extLst>
          </p:cNvPr>
          <p:cNvSpPr>
            <a:spLocks noGrp="1"/>
          </p:cNvSpPr>
          <p:nvPr/>
        </p:nvSpPr>
        <p:spPr>
          <a:xfrm>
            <a:off x="175850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CF8F7C6F-99EF-4D79-8193-572D4FE314A8}"/>
              </a:ext>
            </a:extLst>
          </p:cNvPr>
          <p:cNvSpPr>
            <a:spLocks noGrp="1"/>
          </p:cNvSpPr>
          <p:nvPr/>
        </p:nvSpPr>
        <p:spPr>
          <a:xfrm>
            <a:off x="1708871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6E2B69E1-781D-4905-A3C1-E8A473B5F005}"/>
              </a:ext>
            </a:extLst>
          </p:cNvPr>
          <p:cNvSpPr>
            <a:spLocks noGrp="1"/>
          </p:cNvSpPr>
          <p:nvPr/>
        </p:nvSpPr>
        <p:spPr>
          <a:xfrm>
            <a:off x="157502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1218422F-3893-486E-8E20-88E2F17B696B}"/>
              </a:ext>
            </a:extLst>
          </p:cNvPr>
          <p:cNvSpPr>
            <a:spLocks noGrp="1"/>
          </p:cNvSpPr>
          <p:nvPr/>
        </p:nvSpPr>
        <p:spPr>
          <a:xfrm>
            <a:off x="1588852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DA8CE269-EDFE-4DF7-9220-3FD93A6D5A93}"/>
              </a:ext>
            </a:extLst>
          </p:cNvPr>
          <p:cNvSpPr>
            <a:spLocks noGrp="1"/>
          </p:cNvSpPr>
          <p:nvPr/>
        </p:nvSpPr>
        <p:spPr>
          <a:xfrm>
            <a:off x="152344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DE9D50EA-9BA2-4688-B5C3-C68FF0286005}"/>
              </a:ext>
            </a:extLst>
          </p:cNvPr>
          <p:cNvSpPr>
            <a:spLocks noGrp="1"/>
          </p:cNvSpPr>
          <p:nvPr/>
        </p:nvSpPr>
        <p:spPr>
          <a:xfrm>
            <a:off x="1540771" y="35682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20A60349-6061-4048-AFDC-C0CCB6421A84}"/>
              </a:ext>
            </a:extLst>
          </p:cNvPr>
          <p:cNvSpPr>
            <a:spLocks noGrp="1"/>
          </p:cNvSpPr>
          <p:nvPr/>
        </p:nvSpPr>
        <p:spPr>
          <a:xfrm>
            <a:off x="1564203" y="28083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F7F289E0-A79B-4309-B996-32234642F2A5}"/>
              </a:ext>
            </a:extLst>
          </p:cNvPr>
          <p:cNvSpPr>
            <a:spLocks noGrp="1"/>
          </p:cNvSpPr>
          <p:nvPr/>
        </p:nvSpPr>
        <p:spPr>
          <a:xfrm>
            <a:off x="174231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7800686A-2F78-42BC-9680-C655F8078295}"/>
              </a:ext>
            </a:extLst>
          </p:cNvPr>
          <p:cNvSpPr>
            <a:spLocks noGrp="1"/>
          </p:cNvSpPr>
          <p:nvPr/>
        </p:nvSpPr>
        <p:spPr>
          <a:xfrm>
            <a:off x="16380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6873AD09-117B-4049-82EA-A1F84903CE65}"/>
              </a:ext>
            </a:extLst>
          </p:cNvPr>
          <p:cNvSpPr>
            <a:spLocks noGrp="1"/>
          </p:cNvSpPr>
          <p:nvPr/>
        </p:nvSpPr>
        <p:spPr>
          <a:xfrm>
            <a:off x="1679621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4FBAE255-78A4-4951-A368-BA122DBE5C5D}"/>
              </a:ext>
            </a:extLst>
          </p:cNvPr>
          <p:cNvSpPr>
            <a:spLocks noGrp="1"/>
          </p:cNvSpPr>
          <p:nvPr/>
        </p:nvSpPr>
        <p:spPr>
          <a:xfrm>
            <a:off x="1581117" y="33641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81619A22-62EC-4736-AE7C-F175E088D157}"/>
              </a:ext>
            </a:extLst>
          </p:cNvPr>
          <p:cNvSpPr>
            <a:spLocks noGrp="1"/>
          </p:cNvSpPr>
          <p:nvPr/>
        </p:nvSpPr>
        <p:spPr>
          <a:xfrm>
            <a:off x="1546928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0148046E-D29B-4217-8A2B-7A9FE2A001E8}"/>
              </a:ext>
            </a:extLst>
          </p:cNvPr>
          <p:cNvSpPr>
            <a:spLocks noGrp="1"/>
          </p:cNvSpPr>
          <p:nvPr/>
        </p:nvSpPr>
        <p:spPr>
          <a:xfrm>
            <a:off x="1520825" y="32232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C3ACE56-BDEB-48A7-BB66-477B0843771E}"/>
              </a:ext>
            </a:extLst>
          </p:cNvPr>
          <p:cNvSpPr>
            <a:spLocks noGrp="1"/>
          </p:cNvSpPr>
          <p:nvPr/>
        </p:nvSpPr>
        <p:spPr>
          <a:xfrm>
            <a:off x="1555531" y="3072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C613E0C6-8CC5-4F2F-BB4F-F436C0C43807}"/>
              </a:ext>
            </a:extLst>
          </p:cNvPr>
          <p:cNvSpPr>
            <a:spLocks noGrp="1"/>
          </p:cNvSpPr>
          <p:nvPr/>
        </p:nvSpPr>
        <p:spPr>
          <a:xfrm>
            <a:off x="176494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21E8F184-12CE-45BF-8769-A84451DF5340}"/>
              </a:ext>
            </a:extLst>
          </p:cNvPr>
          <p:cNvSpPr>
            <a:spLocks noGrp="1"/>
          </p:cNvSpPr>
          <p:nvPr/>
        </p:nvSpPr>
        <p:spPr>
          <a:xfrm>
            <a:off x="148646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69A717B8-04FA-464D-9CE6-E2F23509009F}"/>
              </a:ext>
            </a:extLst>
          </p:cNvPr>
          <p:cNvSpPr>
            <a:spLocks noGrp="1"/>
          </p:cNvSpPr>
          <p:nvPr/>
        </p:nvSpPr>
        <p:spPr>
          <a:xfrm>
            <a:off x="1534741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AF48F16B-54E5-460C-BFA3-F9E6E83DF043}"/>
              </a:ext>
            </a:extLst>
          </p:cNvPr>
          <p:cNvSpPr>
            <a:spLocks noGrp="1"/>
          </p:cNvSpPr>
          <p:nvPr/>
        </p:nvSpPr>
        <p:spPr>
          <a:xfrm>
            <a:off x="151155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F14B7458-A53F-47E1-9FE4-BC8B651FE9B6}"/>
              </a:ext>
            </a:extLst>
          </p:cNvPr>
          <p:cNvSpPr>
            <a:spLocks noGrp="1"/>
          </p:cNvSpPr>
          <p:nvPr/>
        </p:nvSpPr>
        <p:spPr>
          <a:xfrm>
            <a:off x="158711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91179E9C-D395-4508-891D-A47876D98C8B}"/>
              </a:ext>
            </a:extLst>
          </p:cNvPr>
          <p:cNvSpPr>
            <a:spLocks noGrp="1"/>
          </p:cNvSpPr>
          <p:nvPr/>
        </p:nvSpPr>
        <p:spPr>
          <a:xfrm>
            <a:off x="1688821" y="32115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F9AB9E0D-4A8C-4E1F-9E31-CC8DF47B4137}"/>
              </a:ext>
            </a:extLst>
          </p:cNvPr>
          <p:cNvSpPr>
            <a:spLocks noGrp="1"/>
          </p:cNvSpPr>
          <p:nvPr/>
        </p:nvSpPr>
        <p:spPr>
          <a:xfrm>
            <a:off x="147978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1A08AED0-EB98-436E-AC94-6342E48773EC}"/>
              </a:ext>
            </a:extLst>
          </p:cNvPr>
          <p:cNvSpPr>
            <a:spLocks noGrp="1"/>
          </p:cNvSpPr>
          <p:nvPr/>
        </p:nvSpPr>
        <p:spPr>
          <a:xfrm>
            <a:off x="147774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2D356AA9-AB07-4D32-9A66-BD23438AC2B5}"/>
              </a:ext>
            </a:extLst>
          </p:cNvPr>
          <p:cNvSpPr>
            <a:spLocks noGrp="1"/>
          </p:cNvSpPr>
          <p:nvPr/>
        </p:nvSpPr>
        <p:spPr>
          <a:xfrm>
            <a:off x="1742944" y="3658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56981191-87F5-4221-BCB5-01BCF2658E1A}"/>
              </a:ext>
            </a:extLst>
          </p:cNvPr>
          <p:cNvSpPr>
            <a:spLocks noGrp="1"/>
          </p:cNvSpPr>
          <p:nvPr/>
        </p:nvSpPr>
        <p:spPr>
          <a:xfrm>
            <a:off x="164112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300888D7-047A-4973-B0B6-85072C391A12}"/>
              </a:ext>
            </a:extLst>
          </p:cNvPr>
          <p:cNvSpPr>
            <a:spLocks noGrp="1"/>
          </p:cNvSpPr>
          <p:nvPr/>
        </p:nvSpPr>
        <p:spPr>
          <a:xfrm>
            <a:off x="15810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A4D9363E-50D3-4570-9BF3-7CA9D3FA2BB0}"/>
              </a:ext>
            </a:extLst>
          </p:cNvPr>
          <p:cNvSpPr>
            <a:spLocks noGrp="1"/>
          </p:cNvSpPr>
          <p:nvPr/>
        </p:nvSpPr>
        <p:spPr>
          <a:xfrm>
            <a:off x="1506499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8B1BDEC5-ED07-4698-8526-D9297324C00F}"/>
              </a:ext>
            </a:extLst>
          </p:cNvPr>
          <p:cNvSpPr>
            <a:spLocks noGrp="1"/>
          </p:cNvSpPr>
          <p:nvPr/>
        </p:nvSpPr>
        <p:spPr>
          <a:xfrm>
            <a:off x="1616817" y="36985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08D1EB12-939C-4CC3-BE5A-449A5284F866}"/>
              </a:ext>
            </a:extLst>
          </p:cNvPr>
          <p:cNvSpPr>
            <a:spLocks noGrp="1"/>
          </p:cNvSpPr>
          <p:nvPr/>
        </p:nvSpPr>
        <p:spPr>
          <a:xfrm>
            <a:off x="169621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63626DF0-F82F-4799-8C6C-30A635CA2C97}"/>
              </a:ext>
            </a:extLst>
          </p:cNvPr>
          <p:cNvSpPr>
            <a:spLocks noGrp="1"/>
          </p:cNvSpPr>
          <p:nvPr/>
        </p:nvSpPr>
        <p:spPr>
          <a:xfrm>
            <a:off x="177055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E8DF7105-DB6C-48C4-82EC-C3375A463A79}"/>
              </a:ext>
            </a:extLst>
          </p:cNvPr>
          <p:cNvSpPr>
            <a:spLocks noGrp="1"/>
          </p:cNvSpPr>
          <p:nvPr/>
        </p:nvSpPr>
        <p:spPr>
          <a:xfrm>
            <a:off x="1633448" y="35781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7F983D2C-1551-4861-B871-8E8CDE7F1143}"/>
              </a:ext>
            </a:extLst>
          </p:cNvPr>
          <p:cNvSpPr>
            <a:spLocks noGrp="1"/>
          </p:cNvSpPr>
          <p:nvPr/>
        </p:nvSpPr>
        <p:spPr>
          <a:xfrm>
            <a:off x="153465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BBC75010-A180-46E3-80AF-3ABBFCBF65FB}"/>
              </a:ext>
            </a:extLst>
          </p:cNvPr>
          <p:cNvSpPr>
            <a:spLocks noGrp="1"/>
          </p:cNvSpPr>
          <p:nvPr/>
        </p:nvSpPr>
        <p:spPr>
          <a:xfrm>
            <a:off x="172643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181F5B0C-3B9D-4F92-B78A-1162BAD998DC}"/>
              </a:ext>
            </a:extLst>
          </p:cNvPr>
          <p:cNvSpPr>
            <a:spLocks noGrp="1"/>
          </p:cNvSpPr>
          <p:nvPr/>
        </p:nvSpPr>
        <p:spPr>
          <a:xfrm>
            <a:off x="148612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A9C553F5-E949-48FD-9D3D-80240BD2E0AC}"/>
              </a:ext>
            </a:extLst>
          </p:cNvPr>
          <p:cNvSpPr>
            <a:spLocks noGrp="1"/>
          </p:cNvSpPr>
          <p:nvPr/>
        </p:nvSpPr>
        <p:spPr>
          <a:xfrm>
            <a:off x="167776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9055FB4E-DE73-4992-96D5-A648069E565B}"/>
              </a:ext>
            </a:extLst>
          </p:cNvPr>
          <p:cNvSpPr>
            <a:spLocks noGrp="1"/>
          </p:cNvSpPr>
          <p:nvPr/>
        </p:nvSpPr>
        <p:spPr>
          <a:xfrm>
            <a:off x="174535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46636119-92C4-4A9A-A7C6-E349CB9BDB45}"/>
              </a:ext>
            </a:extLst>
          </p:cNvPr>
          <p:cNvSpPr>
            <a:spLocks noGrp="1"/>
          </p:cNvSpPr>
          <p:nvPr/>
        </p:nvSpPr>
        <p:spPr>
          <a:xfrm>
            <a:off x="1567360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5A04B85F-3E49-4995-92A1-18304A81BFAA}"/>
              </a:ext>
            </a:extLst>
          </p:cNvPr>
          <p:cNvSpPr>
            <a:spLocks noGrp="1"/>
          </p:cNvSpPr>
          <p:nvPr/>
        </p:nvSpPr>
        <p:spPr>
          <a:xfrm>
            <a:off x="1485593" y="37123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2F83B5D9-425A-4286-9325-FE3945B39315}"/>
              </a:ext>
            </a:extLst>
          </p:cNvPr>
          <p:cNvSpPr>
            <a:spLocks noGrp="1"/>
          </p:cNvSpPr>
          <p:nvPr/>
        </p:nvSpPr>
        <p:spPr>
          <a:xfrm>
            <a:off x="1650100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2AA54B64-D961-43DC-9B3D-207C41BA47CA}"/>
              </a:ext>
            </a:extLst>
          </p:cNvPr>
          <p:cNvSpPr>
            <a:spLocks noGrp="1"/>
          </p:cNvSpPr>
          <p:nvPr/>
        </p:nvSpPr>
        <p:spPr>
          <a:xfrm>
            <a:off x="15391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85DCE1E4-9936-4706-9DC9-3841CAC63AB9}"/>
              </a:ext>
            </a:extLst>
          </p:cNvPr>
          <p:cNvSpPr>
            <a:spLocks noGrp="1"/>
          </p:cNvSpPr>
          <p:nvPr/>
        </p:nvSpPr>
        <p:spPr>
          <a:xfrm>
            <a:off x="1463858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27D5BCC0-E747-4286-A8EF-96B8CF59E35F}"/>
              </a:ext>
            </a:extLst>
          </p:cNvPr>
          <p:cNvSpPr>
            <a:spLocks noGrp="1"/>
          </p:cNvSpPr>
          <p:nvPr/>
        </p:nvSpPr>
        <p:spPr>
          <a:xfrm>
            <a:off x="1762416" y="30897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1DFE9655-9B54-4695-9A67-4D857D7B326F}"/>
              </a:ext>
            </a:extLst>
          </p:cNvPr>
          <p:cNvSpPr>
            <a:spLocks noGrp="1"/>
          </p:cNvSpPr>
          <p:nvPr/>
        </p:nvSpPr>
        <p:spPr>
          <a:xfrm>
            <a:off x="1685201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E56069DD-A340-4F23-9BFA-50FD37C1FFE7}"/>
              </a:ext>
            </a:extLst>
          </p:cNvPr>
          <p:cNvSpPr>
            <a:spLocks noGrp="1"/>
          </p:cNvSpPr>
          <p:nvPr/>
        </p:nvSpPr>
        <p:spPr>
          <a:xfrm>
            <a:off x="175742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208412DE-8E26-4314-B757-7A9FB7CD27B4}"/>
              </a:ext>
            </a:extLst>
          </p:cNvPr>
          <p:cNvSpPr>
            <a:spLocks noGrp="1"/>
          </p:cNvSpPr>
          <p:nvPr/>
        </p:nvSpPr>
        <p:spPr>
          <a:xfrm>
            <a:off x="1463532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2956B9E7-6343-40D5-9B66-0426DC6AFC34}"/>
              </a:ext>
            </a:extLst>
          </p:cNvPr>
          <p:cNvSpPr>
            <a:spLocks noGrp="1"/>
          </p:cNvSpPr>
          <p:nvPr/>
        </p:nvSpPr>
        <p:spPr>
          <a:xfrm>
            <a:off x="170506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582ADD9E-E398-40D1-8FDD-25D08A5F902E}"/>
              </a:ext>
            </a:extLst>
          </p:cNvPr>
          <p:cNvSpPr>
            <a:spLocks noGrp="1"/>
          </p:cNvSpPr>
          <p:nvPr/>
        </p:nvSpPr>
        <p:spPr>
          <a:xfrm>
            <a:off x="15482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44DBAE53-2FF2-4C4D-8432-9679B9599A7E}"/>
              </a:ext>
            </a:extLst>
          </p:cNvPr>
          <p:cNvSpPr>
            <a:spLocks noGrp="1"/>
          </p:cNvSpPr>
          <p:nvPr/>
        </p:nvSpPr>
        <p:spPr>
          <a:xfrm>
            <a:off x="159784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CA5E4468-CCA3-4730-B86A-3CC6F049BD44}"/>
              </a:ext>
            </a:extLst>
          </p:cNvPr>
          <p:cNvSpPr>
            <a:spLocks noGrp="1"/>
          </p:cNvSpPr>
          <p:nvPr/>
        </p:nvSpPr>
        <p:spPr>
          <a:xfrm>
            <a:off x="164703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7E4DFF18-C15F-4A7A-82B0-1D869661F252}"/>
              </a:ext>
            </a:extLst>
          </p:cNvPr>
          <p:cNvSpPr>
            <a:spLocks noGrp="1"/>
          </p:cNvSpPr>
          <p:nvPr/>
        </p:nvSpPr>
        <p:spPr>
          <a:xfrm>
            <a:off x="175475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ED622EE5-271D-4AEF-B730-186A3E7CC00A}"/>
              </a:ext>
            </a:extLst>
          </p:cNvPr>
          <p:cNvSpPr>
            <a:spLocks noGrp="1"/>
          </p:cNvSpPr>
          <p:nvPr/>
        </p:nvSpPr>
        <p:spPr>
          <a:xfrm>
            <a:off x="150509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7AC43BCF-B141-4B96-B043-450124C3F228}"/>
              </a:ext>
            </a:extLst>
          </p:cNvPr>
          <p:cNvSpPr>
            <a:spLocks noGrp="1"/>
          </p:cNvSpPr>
          <p:nvPr/>
        </p:nvSpPr>
        <p:spPr>
          <a:xfrm>
            <a:off x="1666020" y="36504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F46E024D-8352-46D9-9871-D2AC1F5F35DE}"/>
              </a:ext>
            </a:extLst>
          </p:cNvPr>
          <p:cNvSpPr>
            <a:spLocks noGrp="1"/>
          </p:cNvSpPr>
          <p:nvPr/>
        </p:nvSpPr>
        <p:spPr>
          <a:xfrm>
            <a:off x="1608887" y="37375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FEDBBD5D-ACCD-4B8E-A53E-DE2FAD4D198A}"/>
              </a:ext>
            </a:extLst>
          </p:cNvPr>
          <p:cNvSpPr>
            <a:spLocks noGrp="1"/>
          </p:cNvSpPr>
          <p:nvPr/>
        </p:nvSpPr>
        <p:spPr>
          <a:xfrm>
            <a:off x="1613741" y="34213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750ACF83-395C-4D32-9AA4-1E5EC6EA5669}"/>
              </a:ext>
            </a:extLst>
          </p:cNvPr>
          <p:cNvSpPr>
            <a:spLocks noGrp="1"/>
          </p:cNvSpPr>
          <p:nvPr/>
        </p:nvSpPr>
        <p:spPr>
          <a:xfrm>
            <a:off x="15066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56A8605E-858E-4E7F-830B-522D342E6016}"/>
              </a:ext>
            </a:extLst>
          </p:cNvPr>
          <p:cNvSpPr>
            <a:spLocks noGrp="1"/>
          </p:cNvSpPr>
          <p:nvPr/>
        </p:nvSpPr>
        <p:spPr>
          <a:xfrm>
            <a:off x="1741589" y="36566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0E0B6F97-909D-4C55-B61F-155A5F6DFFF5}"/>
              </a:ext>
            </a:extLst>
          </p:cNvPr>
          <p:cNvSpPr>
            <a:spLocks noGrp="1"/>
          </p:cNvSpPr>
          <p:nvPr/>
        </p:nvSpPr>
        <p:spPr>
          <a:xfrm>
            <a:off x="1565734" y="33682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4BA9F566-B3DC-419C-B8B0-753E5AE2290B}"/>
              </a:ext>
            </a:extLst>
          </p:cNvPr>
          <p:cNvSpPr>
            <a:spLocks noGrp="1"/>
          </p:cNvSpPr>
          <p:nvPr/>
        </p:nvSpPr>
        <p:spPr>
          <a:xfrm>
            <a:off x="1756853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0FAAB69-A245-45F5-AEF7-E83BC68360E7}"/>
              </a:ext>
            </a:extLst>
          </p:cNvPr>
          <p:cNvSpPr>
            <a:spLocks noGrp="1"/>
          </p:cNvSpPr>
          <p:nvPr/>
        </p:nvSpPr>
        <p:spPr>
          <a:xfrm>
            <a:off x="15989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FAB97584-9E97-4BE3-8050-D8761F69D6BD}"/>
              </a:ext>
            </a:extLst>
          </p:cNvPr>
          <p:cNvSpPr>
            <a:spLocks noGrp="1"/>
          </p:cNvSpPr>
          <p:nvPr/>
        </p:nvSpPr>
        <p:spPr>
          <a:xfrm>
            <a:off x="159834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ABEF00F5-867C-402D-9EAF-A50433BFF6C2}"/>
              </a:ext>
            </a:extLst>
          </p:cNvPr>
          <p:cNvSpPr>
            <a:spLocks noGrp="1"/>
          </p:cNvSpPr>
          <p:nvPr/>
        </p:nvSpPr>
        <p:spPr>
          <a:xfrm>
            <a:off x="166729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B68225AE-3C3A-4420-8903-F2C7DF87710C}"/>
              </a:ext>
            </a:extLst>
          </p:cNvPr>
          <p:cNvSpPr>
            <a:spLocks noGrp="1"/>
          </p:cNvSpPr>
          <p:nvPr/>
        </p:nvSpPr>
        <p:spPr>
          <a:xfrm>
            <a:off x="17448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FC9897C1-39A7-4C7C-9C45-C05013D35F94}"/>
              </a:ext>
            </a:extLst>
          </p:cNvPr>
          <p:cNvSpPr>
            <a:spLocks noGrp="1"/>
          </p:cNvSpPr>
          <p:nvPr/>
        </p:nvSpPr>
        <p:spPr>
          <a:xfrm>
            <a:off x="153433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0EAF16EF-2142-4386-B9F9-5C2193C048C1}"/>
              </a:ext>
            </a:extLst>
          </p:cNvPr>
          <p:cNvSpPr>
            <a:spLocks noGrp="1"/>
          </p:cNvSpPr>
          <p:nvPr/>
        </p:nvSpPr>
        <p:spPr>
          <a:xfrm>
            <a:off x="1659566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643087E-3B41-41AA-BEAC-9D18C6C96B0B}"/>
              </a:ext>
            </a:extLst>
          </p:cNvPr>
          <p:cNvSpPr>
            <a:spLocks noGrp="1"/>
          </p:cNvSpPr>
          <p:nvPr/>
        </p:nvSpPr>
        <p:spPr>
          <a:xfrm>
            <a:off x="1584867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EB2E36DE-5ABC-4892-BFB6-1133E11B74E2}"/>
              </a:ext>
            </a:extLst>
          </p:cNvPr>
          <p:cNvSpPr>
            <a:spLocks noGrp="1"/>
          </p:cNvSpPr>
          <p:nvPr/>
        </p:nvSpPr>
        <p:spPr>
          <a:xfrm>
            <a:off x="165748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8EEC3D77-6588-4EE1-A9EB-D0F749FD9C74}"/>
              </a:ext>
            </a:extLst>
          </p:cNvPr>
          <p:cNvSpPr>
            <a:spLocks noGrp="1"/>
          </p:cNvSpPr>
          <p:nvPr/>
        </p:nvSpPr>
        <p:spPr>
          <a:xfrm>
            <a:off x="1740613" y="30081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3B5FE80D-FC00-4251-A0B5-93E23A39D4DB}"/>
              </a:ext>
            </a:extLst>
          </p:cNvPr>
          <p:cNvSpPr>
            <a:spLocks noGrp="1"/>
          </p:cNvSpPr>
          <p:nvPr/>
        </p:nvSpPr>
        <p:spPr>
          <a:xfrm>
            <a:off x="1517835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74466885-8A46-41E1-AAA7-660D30C5932F}"/>
              </a:ext>
            </a:extLst>
          </p:cNvPr>
          <p:cNvSpPr>
            <a:spLocks noGrp="1"/>
          </p:cNvSpPr>
          <p:nvPr/>
        </p:nvSpPr>
        <p:spPr>
          <a:xfrm>
            <a:off x="160178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769B8AEE-E1A3-4625-8B9D-40A26FF30E78}"/>
              </a:ext>
            </a:extLst>
          </p:cNvPr>
          <p:cNvSpPr>
            <a:spLocks noGrp="1"/>
          </p:cNvSpPr>
          <p:nvPr/>
        </p:nvSpPr>
        <p:spPr>
          <a:xfrm>
            <a:off x="148589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1E440B2B-C0F1-489F-8522-DC81E2BFB64E}"/>
              </a:ext>
            </a:extLst>
          </p:cNvPr>
          <p:cNvSpPr>
            <a:spLocks noGrp="1"/>
          </p:cNvSpPr>
          <p:nvPr/>
        </p:nvSpPr>
        <p:spPr>
          <a:xfrm>
            <a:off x="164761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2D9FF4E1-3A4C-494B-97FC-421D130B40C9}"/>
              </a:ext>
            </a:extLst>
          </p:cNvPr>
          <p:cNvSpPr>
            <a:spLocks noGrp="1"/>
          </p:cNvSpPr>
          <p:nvPr/>
        </p:nvSpPr>
        <p:spPr>
          <a:xfrm>
            <a:off x="156369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31F84E5F-0528-4DE9-A1CF-09A64403726E}"/>
              </a:ext>
            </a:extLst>
          </p:cNvPr>
          <p:cNvSpPr>
            <a:spLocks noGrp="1"/>
          </p:cNvSpPr>
          <p:nvPr/>
        </p:nvSpPr>
        <p:spPr>
          <a:xfrm>
            <a:off x="1590527" y="30750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F3CEBCB-0436-4B94-A6F5-18A8B1838CED}"/>
              </a:ext>
            </a:extLst>
          </p:cNvPr>
          <p:cNvSpPr>
            <a:spLocks noGrp="1"/>
          </p:cNvSpPr>
          <p:nvPr/>
        </p:nvSpPr>
        <p:spPr>
          <a:xfrm>
            <a:off x="156370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F5503976-FB68-4FF1-87B3-15509E1090DD}"/>
              </a:ext>
            </a:extLst>
          </p:cNvPr>
          <p:cNvSpPr>
            <a:spLocks noGrp="1"/>
          </p:cNvSpPr>
          <p:nvPr/>
        </p:nvSpPr>
        <p:spPr>
          <a:xfrm>
            <a:off x="155012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FADBC310-D9D4-4E66-BF96-C7CAE0747427}"/>
              </a:ext>
            </a:extLst>
          </p:cNvPr>
          <p:cNvSpPr>
            <a:spLocks noGrp="1"/>
          </p:cNvSpPr>
          <p:nvPr/>
        </p:nvSpPr>
        <p:spPr>
          <a:xfrm>
            <a:off x="1697305" y="36674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87CE08E4-88DC-48F5-B62D-CA069E0B0569}"/>
              </a:ext>
            </a:extLst>
          </p:cNvPr>
          <p:cNvSpPr>
            <a:spLocks noGrp="1"/>
          </p:cNvSpPr>
          <p:nvPr/>
        </p:nvSpPr>
        <p:spPr>
          <a:xfrm>
            <a:off x="1581595" y="33614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A6CB362B-F239-4DFD-B14A-8EAE1BB5BABC}"/>
              </a:ext>
            </a:extLst>
          </p:cNvPr>
          <p:cNvSpPr>
            <a:spLocks noGrp="1"/>
          </p:cNvSpPr>
          <p:nvPr/>
        </p:nvSpPr>
        <p:spPr>
          <a:xfrm>
            <a:off x="1729861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E16CDC2B-F04F-49E0-89AD-B3765C83A80F}"/>
              </a:ext>
            </a:extLst>
          </p:cNvPr>
          <p:cNvSpPr>
            <a:spLocks noGrp="1"/>
          </p:cNvSpPr>
          <p:nvPr/>
        </p:nvSpPr>
        <p:spPr>
          <a:xfrm>
            <a:off x="1555170" y="37261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06E6258C-D559-4A77-91A7-C27B27088AD9}"/>
              </a:ext>
            </a:extLst>
          </p:cNvPr>
          <p:cNvSpPr>
            <a:spLocks noGrp="1"/>
          </p:cNvSpPr>
          <p:nvPr/>
        </p:nvSpPr>
        <p:spPr>
          <a:xfrm>
            <a:off x="1492479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05EBD528-75EB-4C8F-8D00-6EAD3FB422ED}"/>
              </a:ext>
            </a:extLst>
          </p:cNvPr>
          <p:cNvSpPr>
            <a:spLocks noGrp="1"/>
          </p:cNvSpPr>
          <p:nvPr/>
        </p:nvSpPr>
        <p:spPr>
          <a:xfrm>
            <a:off x="147398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100BA74C-FBF2-4C53-BE8F-BB9CB44741F7}"/>
              </a:ext>
            </a:extLst>
          </p:cNvPr>
          <p:cNvSpPr>
            <a:spLocks noGrp="1"/>
          </p:cNvSpPr>
          <p:nvPr/>
        </p:nvSpPr>
        <p:spPr>
          <a:xfrm>
            <a:off x="168072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FA3C1E7B-88F4-4D0A-B41E-A91B803C137F}"/>
              </a:ext>
            </a:extLst>
          </p:cNvPr>
          <p:cNvSpPr>
            <a:spLocks noGrp="1"/>
          </p:cNvSpPr>
          <p:nvPr/>
        </p:nvSpPr>
        <p:spPr>
          <a:xfrm>
            <a:off x="170513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51A300B5-5F4E-44D5-AFAD-32F746A3C4B1}"/>
              </a:ext>
            </a:extLst>
          </p:cNvPr>
          <p:cNvSpPr>
            <a:spLocks noGrp="1"/>
          </p:cNvSpPr>
          <p:nvPr/>
        </p:nvSpPr>
        <p:spPr>
          <a:xfrm>
            <a:off x="1730971" y="36666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CAD0F791-7542-455E-ADF9-49CD202C4D0A}"/>
              </a:ext>
            </a:extLst>
          </p:cNvPr>
          <p:cNvSpPr>
            <a:spLocks noGrp="1"/>
          </p:cNvSpPr>
          <p:nvPr/>
        </p:nvSpPr>
        <p:spPr>
          <a:xfrm>
            <a:off x="16312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8B1E9543-61E6-431D-B12B-5CA7F897213D}"/>
              </a:ext>
            </a:extLst>
          </p:cNvPr>
          <p:cNvSpPr>
            <a:spLocks noGrp="1"/>
          </p:cNvSpPr>
          <p:nvPr/>
        </p:nvSpPr>
        <p:spPr>
          <a:xfrm>
            <a:off x="1623588" y="36799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9D22EFCC-99CC-4B64-AE8D-94ACDAE20C5A}"/>
              </a:ext>
            </a:extLst>
          </p:cNvPr>
          <p:cNvSpPr>
            <a:spLocks noGrp="1"/>
          </p:cNvSpPr>
          <p:nvPr/>
        </p:nvSpPr>
        <p:spPr>
          <a:xfrm>
            <a:off x="207501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7F14E327-7D5C-468A-9538-3E28C4EB50C1}"/>
              </a:ext>
            </a:extLst>
          </p:cNvPr>
          <p:cNvSpPr>
            <a:spLocks noGrp="1"/>
          </p:cNvSpPr>
          <p:nvPr/>
        </p:nvSpPr>
        <p:spPr>
          <a:xfrm>
            <a:off x="2266915" y="2331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59F547DE-C1A5-42D8-816F-C490C470D57F}"/>
              </a:ext>
            </a:extLst>
          </p:cNvPr>
          <p:cNvSpPr>
            <a:spLocks noGrp="1"/>
          </p:cNvSpPr>
          <p:nvPr/>
        </p:nvSpPr>
        <p:spPr>
          <a:xfrm>
            <a:off x="225836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6A798AE6-D148-4226-8697-9DF8C47CF5A4}"/>
              </a:ext>
            </a:extLst>
          </p:cNvPr>
          <p:cNvSpPr>
            <a:spLocks noGrp="1"/>
          </p:cNvSpPr>
          <p:nvPr/>
        </p:nvSpPr>
        <p:spPr>
          <a:xfrm>
            <a:off x="2150147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AD1F4640-9CA2-40FD-98AF-5778347A847F}"/>
              </a:ext>
            </a:extLst>
          </p:cNvPr>
          <p:cNvSpPr>
            <a:spLocks noGrp="1"/>
          </p:cNvSpPr>
          <p:nvPr/>
        </p:nvSpPr>
        <p:spPr>
          <a:xfrm>
            <a:off x="2204120" y="2648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5C57622-3D7E-494B-B1D1-29190333CF6A}"/>
              </a:ext>
            </a:extLst>
          </p:cNvPr>
          <p:cNvSpPr>
            <a:spLocks noGrp="1"/>
          </p:cNvSpPr>
          <p:nvPr/>
        </p:nvSpPr>
        <p:spPr>
          <a:xfrm>
            <a:off x="197220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7625A1A3-6777-4F7E-B703-DC43AC743015}"/>
              </a:ext>
            </a:extLst>
          </p:cNvPr>
          <p:cNvSpPr>
            <a:spLocks noGrp="1"/>
          </p:cNvSpPr>
          <p:nvPr/>
        </p:nvSpPr>
        <p:spPr>
          <a:xfrm>
            <a:off x="205125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2FF31F7F-9C3A-4905-B345-6F9F95366B01}"/>
              </a:ext>
            </a:extLst>
          </p:cNvPr>
          <p:cNvSpPr>
            <a:spLocks noGrp="1"/>
          </p:cNvSpPr>
          <p:nvPr/>
        </p:nvSpPr>
        <p:spPr>
          <a:xfrm>
            <a:off x="202731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45BB9A78-FEE6-4471-906C-6DE5CE8A9971}"/>
              </a:ext>
            </a:extLst>
          </p:cNvPr>
          <p:cNvSpPr>
            <a:spLocks noGrp="1"/>
          </p:cNvSpPr>
          <p:nvPr/>
        </p:nvSpPr>
        <p:spPr>
          <a:xfrm>
            <a:off x="2063717" y="3714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26302BCF-95DF-4EE1-AC7E-0A21AC1F7E7E}"/>
              </a:ext>
            </a:extLst>
          </p:cNvPr>
          <p:cNvSpPr>
            <a:spLocks noGrp="1"/>
          </p:cNvSpPr>
          <p:nvPr/>
        </p:nvSpPr>
        <p:spPr>
          <a:xfrm>
            <a:off x="197520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35EF0EB2-91F0-46D8-8059-74FDF4C38090}"/>
              </a:ext>
            </a:extLst>
          </p:cNvPr>
          <p:cNvSpPr>
            <a:spLocks noGrp="1"/>
          </p:cNvSpPr>
          <p:nvPr/>
        </p:nvSpPr>
        <p:spPr>
          <a:xfrm>
            <a:off x="2228033" y="28182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BF3D019E-9DF7-4FF0-A1CC-5C9AACB415D3}"/>
              </a:ext>
            </a:extLst>
          </p:cNvPr>
          <p:cNvSpPr>
            <a:spLocks noGrp="1"/>
          </p:cNvSpPr>
          <p:nvPr/>
        </p:nvSpPr>
        <p:spPr>
          <a:xfrm>
            <a:off x="2094662" y="25820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F4810613-2A00-41AA-A3BC-4C82ACDFD4D8}"/>
              </a:ext>
            </a:extLst>
          </p:cNvPr>
          <p:cNvSpPr>
            <a:spLocks noGrp="1"/>
          </p:cNvSpPr>
          <p:nvPr/>
        </p:nvSpPr>
        <p:spPr>
          <a:xfrm>
            <a:off x="2166704" y="2865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0C5C4A08-9B10-4503-B9A4-8DEA635FA043}"/>
              </a:ext>
            </a:extLst>
          </p:cNvPr>
          <p:cNvSpPr>
            <a:spLocks noGrp="1"/>
          </p:cNvSpPr>
          <p:nvPr/>
        </p:nvSpPr>
        <p:spPr>
          <a:xfrm>
            <a:off x="2018416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E39DB28C-0980-426A-9FDA-B6A8E9D00D0A}"/>
              </a:ext>
            </a:extLst>
          </p:cNvPr>
          <p:cNvSpPr>
            <a:spLocks noGrp="1"/>
          </p:cNvSpPr>
          <p:nvPr/>
        </p:nvSpPr>
        <p:spPr>
          <a:xfrm>
            <a:off x="2102032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05B92C15-4855-4216-9E17-4E06A3AC9BDA}"/>
              </a:ext>
            </a:extLst>
          </p:cNvPr>
          <p:cNvSpPr>
            <a:spLocks noGrp="1"/>
          </p:cNvSpPr>
          <p:nvPr/>
        </p:nvSpPr>
        <p:spPr>
          <a:xfrm>
            <a:off x="205671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B547FF7D-6D0C-48B0-946B-233EA15658AE}"/>
              </a:ext>
            </a:extLst>
          </p:cNvPr>
          <p:cNvSpPr>
            <a:spLocks noGrp="1"/>
          </p:cNvSpPr>
          <p:nvPr/>
        </p:nvSpPr>
        <p:spPr>
          <a:xfrm>
            <a:off x="200363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AF00F3F6-DF03-4A24-879D-D7E77E48BC3B}"/>
              </a:ext>
            </a:extLst>
          </p:cNvPr>
          <p:cNvSpPr>
            <a:spLocks noGrp="1"/>
          </p:cNvSpPr>
          <p:nvPr/>
        </p:nvSpPr>
        <p:spPr>
          <a:xfrm>
            <a:off x="199480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A40A033B-423A-4E86-A2B4-184CCD7A584F}"/>
              </a:ext>
            </a:extLst>
          </p:cNvPr>
          <p:cNvSpPr>
            <a:spLocks noGrp="1"/>
          </p:cNvSpPr>
          <p:nvPr/>
        </p:nvSpPr>
        <p:spPr>
          <a:xfrm>
            <a:off x="2227525" y="1900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D75EF565-3DF2-4F4E-8EC8-FFD3EDD60C7D}"/>
              </a:ext>
            </a:extLst>
          </p:cNvPr>
          <p:cNvSpPr>
            <a:spLocks noGrp="1"/>
          </p:cNvSpPr>
          <p:nvPr/>
        </p:nvSpPr>
        <p:spPr>
          <a:xfrm>
            <a:off x="2126065" y="26308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95C87026-9104-4009-BC8C-6DF8081EEB70}"/>
              </a:ext>
            </a:extLst>
          </p:cNvPr>
          <p:cNvSpPr>
            <a:spLocks noGrp="1"/>
          </p:cNvSpPr>
          <p:nvPr/>
        </p:nvSpPr>
        <p:spPr>
          <a:xfrm>
            <a:off x="2066737" y="343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71B59DA6-EA31-4A68-8E37-70D1F5F7A78B}"/>
              </a:ext>
            </a:extLst>
          </p:cNvPr>
          <p:cNvSpPr>
            <a:spLocks noGrp="1"/>
          </p:cNvSpPr>
          <p:nvPr/>
        </p:nvSpPr>
        <p:spPr>
          <a:xfrm>
            <a:off x="222666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DAA9517B-193A-4BED-B568-0A804CAA42A3}"/>
              </a:ext>
            </a:extLst>
          </p:cNvPr>
          <p:cNvSpPr>
            <a:spLocks noGrp="1"/>
          </p:cNvSpPr>
          <p:nvPr/>
        </p:nvSpPr>
        <p:spPr>
          <a:xfrm>
            <a:off x="2013594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F351FF1F-E95F-4543-BCBB-7E35FC912315}"/>
              </a:ext>
            </a:extLst>
          </p:cNvPr>
          <p:cNvSpPr>
            <a:spLocks noGrp="1"/>
          </p:cNvSpPr>
          <p:nvPr/>
        </p:nvSpPr>
        <p:spPr>
          <a:xfrm>
            <a:off x="1986088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B9D38A76-443A-4D16-9CF9-DA79C247FCDA}"/>
              </a:ext>
            </a:extLst>
          </p:cNvPr>
          <p:cNvSpPr>
            <a:spLocks noGrp="1"/>
          </p:cNvSpPr>
          <p:nvPr/>
        </p:nvSpPr>
        <p:spPr>
          <a:xfrm>
            <a:off x="2071643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47540CF2-30D1-45AA-9913-9767BFD4960F}"/>
              </a:ext>
            </a:extLst>
          </p:cNvPr>
          <p:cNvSpPr>
            <a:spLocks noGrp="1"/>
          </p:cNvSpPr>
          <p:nvPr/>
        </p:nvSpPr>
        <p:spPr>
          <a:xfrm>
            <a:off x="200299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9B0FAE2A-1CDA-4131-96B2-787D818C8F6D}"/>
              </a:ext>
            </a:extLst>
          </p:cNvPr>
          <p:cNvSpPr>
            <a:spLocks noGrp="1"/>
          </p:cNvSpPr>
          <p:nvPr/>
        </p:nvSpPr>
        <p:spPr>
          <a:xfrm>
            <a:off x="2169400" y="3682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206FE3AE-4F16-4FC3-960A-F325CF1480E1}"/>
              </a:ext>
            </a:extLst>
          </p:cNvPr>
          <p:cNvSpPr>
            <a:spLocks noGrp="1"/>
          </p:cNvSpPr>
          <p:nvPr/>
        </p:nvSpPr>
        <p:spPr>
          <a:xfrm>
            <a:off x="1984911" y="33421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A133B3D7-7B43-49F4-8FFB-3958DD9F6C91}"/>
              </a:ext>
            </a:extLst>
          </p:cNvPr>
          <p:cNvSpPr>
            <a:spLocks noGrp="1"/>
          </p:cNvSpPr>
          <p:nvPr/>
        </p:nvSpPr>
        <p:spPr>
          <a:xfrm>
            <a:off x="2086170" y="36461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9D4E52F-4CFA-4E2F-80EA-7C7131FB3A44}"/>
              </a:ext>
            </a:extLst>
          </p:cNvPr>
          <p:cNvSpPr>
            <a:spLocks noGrp="1"/>
          </p:cNvSpPr>
          <p:nvPr/>
        </p:nvSpPr>
        <p:spPr>
          <a:xfrm>
            <a:off x="210015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DB8DBB5-5180-4AC1-BA52-379671FFBF81}"/>
              </a:ext>
            </a:extLst>
          </p:cNvPr>
          <p:cNvSpPr>
            <a:spLocks noGrp="1"/>
          </p:cNvSpPr>
          <p:nvPr/>
        </p:nvSpPr>
        <p:spPr>
          <a:xfrm>
            <a:off x="221396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4AD87D17-4AE6-4684-85DF-B4C882EC0333}"/>
              </a:ext>
            </a:extLst>
          </p:cNvPr>
          <p:cNvSpPr>
            <a:spLocks noGrp="1"/>
          </p:cNvSpPr>
          <p:nvPr/>
        </p:nvSpPr>
        <p:spPr>
          <a:xfrm>
            <a:off x="2142262" y="339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DC5C9133-4D78-4886-BE9A-A98568B0CB63}"/>
              </a:ext>
            </a:extLst>
          </p:cNvPr>
          <p:cNvSpPr>
            <a:spLocks noGrp="1"/>
          </p:cNvSpPr>
          <p:nvPr/>
        </p:nvSpPr>
        <p:spPr>
          <a:xfrm>
            <a:off x="205115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7CF886F9-C211-474E-A5BC-9F12ECE751B5}"/>
              </a:ext>
            </a:extLst>
          </p:cNvPr>
          <p:cNvSpPr>
            <a:spLocks noGrp="1"/>
          </p:cNvSpPr>
          <p:nvPr/>
        </p:nvSpPr>
        <p:spPr>
          <a:xfrm>
            <a:off x="1973169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FDE8B688-4A29-4A33-859E-AAC6A63F7987}"/>
              </a:ext>
            </a:extLst>
          </p:cNvPr>
          <p:cNvSpPr>
            <a:spLocks noGrp="1"/>
          </p:cNvSpPr>
          <p:nvPr/>
        </p:nvSpPr>
        <p:spPr>
          <a:xfrm>
            <a:off x="1963158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ECB9514-637A-4BD0-A38D-9D69FD64F565}"/>
              </a:ext>
            </a:extLst>
          </p:cNvPr>
          <p:cNvSpPr>
            <a:spLocks noGrp="1"/>
          </p:cNvSpPr>
          <p:nvPr/>
        </p:nvSpPr>
        <p:spPr>
          <a:xfrm>
            <a:off x="200786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FE63CF82-7A0E-4790-8287-674DE339C3B3}"/>
              </a:ext>
            </a:extLst>
          </p:cNvPr>
          <p:cNvSpPr>
            <a:spLocks noGrp="1"/>
          </p:cNvSpPr>
          <p:nvPr/>
        </p:nvSpPr>
        <p:spPr>
          <a:xfrm>
            <a:off x="204228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45442D07-4583-43CD-B8E3-6424AEF7A947}"/>
              </a:ext>
            </a:extLst>
          </p:cNvPr>
          <p:cNvSpPr>
            <a:spLocks noGrp="1"/>
          </p:cNvSpPr>
          <p:nvPr/>
        </p:nvSpPr>
        <p:spPr>
          <a:xfrm>
            <a:off x="223104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96E19954-F2A0-41B1-B1D9-DA45F3A4C659}"/>
              </a:ext>
            </a:extLst>
          </p:cNvPr>
          <p:cNvSpPr>
            <a:spLocks noGrp="1"/>
          </p:cNvSpPr>
          <p:nvPr/>
        </p:nvSpPr>
        <p:spPr>
          <a:xfrm>
            <a:off x="201024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E20B18CE-FCD7-41C3-B090-7064E9AE2E01}"/>
              </a:ext>
            </a:extLst>
          </p:cNvPr>
          <p:cNvSpPr>
            <a:spLocks noGrp="1"/>
          </p:cNvSpPr>
          <p:nvPr/>
        </p:nvSpPr>
        <p:spPr>
          <a:xfrm>
            <a:off x="2157776" y="20608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A721BB8B-249F-40A2-AA40-E2C66D859593}"/>
              </a:ext>
            </a:extLst>
          </p:cNvPr>
          <p:cNvSpPr>
            <a:spLocks noGrp="1"/>
          </p:cNvSpPr>
          <p:nvPr/>
        </p:nvSpPr>
        <p:spPr>
          <a:xfrm>
            <a:off x="2178933" y="35326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1A8CA2F6-0261-4258-BE11-0C1BADE08E6A}"/>
              </a:ext>
            </a:extLst>
          </p:cNvPr>
          <p:cNvSpPr>
            <a:spLocks noGrp="1"/>
          </p:cNvSpPr>
          <p:nvPr/>
        </p:nvSpPr>
        <p:spPr>
          <a:xfrm>
            <a:off x="212856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179D4CE0-E907-4890-9A11-5E5F9C18023B}"/>
              </a:ext>
            </a:extLst>
          </p:cNvPr>
          <p:cNvSpPr>
            <a:spLocks noGrp="1"/>
          </p:cNvSpPr>
          <p:nvPr/>
        </p:nvSpPr>
        <p:spPr>
          <a:xfrm>
            <a:off x="207528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385362A3-D7D2-43B7-920B-4864B766EE92}"/>
              </a:ext>
            </a:extLst>
          </p:cNvPr>
          <p:cNvSpPr>
            <a:spLocks noGrp="1"/>
          </p:cNvSpPr>
          <p:nvPr/>
        </p:nvSpPr>
        <p:spPr>
          <a:xfrm>
            <a:off x="2176324" y="22393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5C3AF016-0542-4C70-8CA3-9A7329E8B99A}"/>
              </a:ext>
            </a:extLst>
          </p:cNvPr>
          <p:cNvSpPr>
            <a:spLocks noGrp="1"/>
          </p:cNvSpPr>
          <p:nvPr/>
        </p:nvSpPr>
        <p:spPr>
          <a:xfrm>
            <a:off x="202289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492CD7BE-4E4A-4AED-9045-FCE0296EAC9A}"/>
              </a:ext>
            </a:extLst>
          </p:cNvPr>
          <p:cNvSpPr>
            <a:spLocks noGrp="1"/>
          </p:cNvSpPr>
          <p:nvPr/>
        </p:nvSpPr>
        <p:spPr>
          <a:xfrm>
            <a:off x="196845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B016723-6A3F-4781-A962-2FC3D633D7C6}"/>
              </a:ext>
            </a:extLst>
          </p:cNvPr>
          <p:cNvSpPr>
            <a:spLocks noGrp="1"/>
          </p:cNvSpPr>
          <p:nvPr/>
        </p:nvSpPr>
        <p:spPr>
          <a:xfrm>
            <a:off x="2259950" y="33584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FE67E539-F8CE-41EF-AF3F-DAADD7BFB78A}"/>
              </a:ext>
            </a:extLst>
          </p:cNvPr>
          <p:cNvSpPr>
            <a:spLocks noGrp="1"/>
          </p:cNvSpPr>
          <p:nvPr/>
        </p:nvSpPr>
        <p:spPr>
          <a:xfrm>
            <a:off x="2175297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0B0AD57F-81EC-4071-A3F3-283F9EB1B461}"/>
              </a:ext>
            </a:extLst>
          </p:cNvPr>
          <p:cNvSpPr>
            <a:spLocks noGrp="1"/>
          </p:cNvSpPr>
          <p:nvPr/>
        </p:nvSpPr>
        <p:spPr>
          <a:xfrm>
            <a:off x="204959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D21E4765-66EA-4BAC-A6D6-A6C47069AD49}"/>
              </a:ext>
            </a:extLst>
          </p:cNvPr>
          <p:cNvSpPr>
            <a:spLocks noGrp="1"/>
          </p:cNvSpPr>
          <p:nvPr/>
        </p:nvSpPr>
        <p:spPr>
          <a:xfrm>
            <a:off x="2005880" y="2301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2183CE34-61B3-47DC-827F-2FEA149B67D2}"/>
              </a:ext>
            </a:extLst>
          </p:cNvPr>
          <p:cNvSpPr>
            <a:spLocks noGrp="1"/>
          </p:cNvSpPr>
          <p:nvPr/>
        </p:nvSpPr>
        <p:spPr>
          <a:xfrm>
            <a:off x="223362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BF20CCC6-665C-4A11-97E5-607B027E9DF0}"/>
              </a:ext>
            </a:extLst>
          </p:cNvPr>
          <p:cNvSpPr>
            <a:spLocks noGrp="1"/>
          </p:cNvSpPr>
          <p:nvPr/>
        </p:nvSpPr>
        <p:spPr>
          <a:xfrm>
            <a:off x="201984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6EA215DB-028C-4BDB-8302-FD506CBA50DB}"/>
              </a:ext>
            </a:extLst>
          </p:cNvPr>
          <p:cNvSpPr>
            <a:spLocks noGrp="1"/>
          </p:cNvSpPr>
          <p:nvPr/>
        </p:nvSpPr>
        <p:spPr>
          <a:xfrm>
            <a:off x="2165061" y="2657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636ABF15-ECC6-4FE8-80B0-C15B150BB25D}"/>
              </a:ext>
            </a:extLst>
          </p:cNvPr>
          <p:cNvSpPr>
            <a:spLocks noGrp="1"/>
          </p:cNvSpPr>
          <p:nvPr/>
        </p:nvSpPr>
        <p:spPr>
          <a:xfrm>
            <a:off x="2005995" y="33945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6A389366-B334-4B93-B5E1-ADA5CD12BB98}"/>
              </a:ext>
            </a:extLst>
          </p:cNvPr>
          <p:cNvSpPr>
            <a:spLocks noGrp="1"/>
          </p:cNvSpPr>
          <p:nvPr/>
        </p:nvSpPr>
        <p:spPr>
          <a:xfrm>
            <a:off x="2127520" y="2567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9FA23261-68ED-46A6-A851-C751561726C0}"/>
              </a:ext>
            </a:extLst>
          </p:cNvPr>
          <p:cNvSpPr>
            <a:spLocks noGrp="1"/>
          </p:cNvSpPr>
          <p:nvPr/>
        </p:nvSpPr>
        <p:spPr>
          <a:xfrm>
            <a:off x="2249941" y="36014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56C43D8D-BEFF-49E3-90FE-283AAF304E88}"/>
              </a:ext>
            </a:extLst>
          </p:cNvPr>
          <p:cNvSpPr>
            <a:spLocks noGrp="1"/>
          </p:cNvSpPr>
          <p:nvPr/>
        </p:nvSpPr>
        <p:spPr>
          <a:xfrm>
            <a:off x="2070677" y="3609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7C29197C-CDE1-4F57-BF26-0693A4ACFF41}"/>
              </a:ext>
            </a:extLst>
          </p:cNvPr>
          <p:cNvSpPr>
            <a:spLocks noGrp="1"/>
          </p:cNvSpPr>
          <p:nvPr/>
        </p:nvSpPr>
        <p:spPr>
          <a:xfrm>
            <a:off x="200986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83E756C4-C984-4BB9-B40A-F3B8A3E3DEF8}"/>
              </a:ext>
            </a:extLst>
          </p:cNvPr>
          <p:cNvSpPr>
            <a:spLocks noGrp="1"/>
          </p:cNvSpPr>
          <p:nvPr/>
        </p:nvSpPr>
        <p:spPr>
          <a:xfrm>
            <a:off x="2128931" y="3719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A8ED4569-D363-4B72-AF29-2FE197DB571B}"/>
              </a:ext>
            </a:extLst>
          </p:cNvPr>
          <p:cNvSpPr>
            <a:spLocks noGrp="1"/>
          </p:cNvSpPr>
          <p:nvPr/>
        </p:nvSpPr>
        <p:spPr>
          <a:xfrm>
            <a:off x="2071734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C4118676-3B6E-4B5A-A601-F3B1777B3CC6}"/>
              </a:ext>
            </a:extLst>
          </p:cNvPr>
          <p:cNvSpPr>
            <a:spLocks noGrp="1"/>
          </p:cNvSpPr>
          <p:nvPr/>
        </p:nvSpPr>
        <p:spPr>
          <a:xfrm>
            <a:off x="2080237" y="31847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9F28FFC2-7084-4F83-86D5-D8EEC0B07AA4}"/>
              </a:ext>
            </a:extLst>
          </p:cNvPr>
          <p:cNvSpPr>
            <a:spLocks noGrp="1"/>
          </p:cNvSpPr>
          <p:nvPr/>
        </p:nvSpPr>
        <p:spPr>
          <a:xfrm>
            <a:off x="206842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63CC4FAB-FFBC-4E85-A2C2-822160DCFD24}"/>
              </a:ext>
            </a:extLst>
          </p:cNvPr>
          <p:cNvSpPr>
            <a:spLocks noGrp="1"/>
          </p:cNvSpPr>
          <p:nvPr/>
        </p:nvSpPr>
        <p:spPr>
          <a:xfrm>
            <a:off x="223216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1B3556E4-8D78-468E-9230-F9319A92B9DA}"/>
              </a:ext>
            </a:extLst>
          </p:cNvPr>
          <p:cNvSpPr>
            <a:spLocks noGrp="1"/>
          </p:cNvSpPr>
          <p:nvPr/>
        </p:nvSpPr>
        <p:spPr>
          <a:xfrm>
            <a:off x="204675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A08A3877-EFD7-4DE0-B4F7-EBD6F8D47878}"/>
              </a:ext>
            </a:extLst>
          </p:cNvPr>
          <p:cNvSpPr>
            <a:spLocks noGrp="1"/>
          </p:cNvSpPr>
          <p:nvPr/>
        </p:nvSpPr>
        <p:spPr>
          <a:xfrm>
            <a:off x="204187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543639EE-C7C6-473A-ABD6-A2FF3EDBF2E6}"/>
              </a:ext>
            </a:extLst>
          </p:cNvPr>
          <p:cNvSpPr>
            <a:spLocks noGrp="1"/>
          </p:cNvSpPr>
          <p:nvPr/>
        </p:nvSpPr>
        <p:spPr>
          <a:xfrm>
            <a:off x="2137274" y="302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6F756FEC-6178-45D7-9F43-0F6E111C0D21}"/>
              </a:ext>
            </a:extLst>
          </p:cNvPr>
          <p:cNvSpPr>
            <a:spLocks noGrp="1"/>
          </p:cNvSpPr>
          <p:nvPr/>
        </p:nvSpPr>
        <p:spPr>
          <a:xfrm>
            <a:off x="2018623" y="30619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99C88DB8-2906-41FE-8BF0-B8DE9E8CB494}"/>
              </a:ext>
            </a:extLst>
          </p:cNvPr>
          <p:cNvSpPr>
            <a:spLocks noGrp="1"/>
          </p:cNvSpPr>
          <p:nvPr/>
        </p:nvSpPr>
        <p:spPr>
          <a:xfrm>
            <a:off x="209029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AFB82A72-0C96-406F-BE50-A3CA4DBE3010}"/>
              </a:ext>
            </a:extLst>
          </p:cNvPr>
          <p:cNvSpPr>
            <a:spLocks noGrp="1"/>
          </p:cNvSpPr>
          <p:nvPr/>
        </p:nvSpPr>
        <p:spPr>
          <a:xfrm>
            <a:off x="2042017" y="246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F4EC81EC-C0E4-4B94-A1D8-A41D65A11BFE}"/>
              </a:ext>
            </a:extLst>
          </p:cNvPr>
          <p:cNvSpPr>
            <a:spLocks noGrp="1"/>
          </p:cNvSpPr>
          <p:nvPr/>
        </p:nvSpPr>
        <p:spPr>
          <a:xfrm>
            <a:off x="2157275" y="26331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D5B1C9B5-0E67-4CF6-969F-B5D41A91B53B}"/>
              </a:ext>
            </a:extLst>
          </p:cNvPr>
          <p:cNvSpPr>
            <a:spLocks noGrp="1"/>
          </p:cNvSpPr>
          <p:nvPr/>
        </p:nvSpPr>
        <p:spPr>
          <a:xfrm>
            <a:off x="1985794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67553267-A546-41D0-8176-73ADA5E8D2B6}"/>
              </a:ext>
            </a:extLst>
          </p:cNvPr>
          <p:cNvSpPr>
            <a:spLocks noGrp="1"/>
          </p:cNvSpPr>
          <p:nvPr/>
        </p:nvSpPr>
        <p:spPr>
          <a:xfrm>
            <a:off x="2060097" y="1916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8322B63D-5352-4601-8331-C0FF77007522}"/>
              </a:ext>
            </a:extLst>
          </p:cNvPr>
          <p:cNvSpPr>
            <a:spLocks noGrp="1"/>
          </p:cNvSpPr>
          <p:nvPr/>
        </p:nvSpPr>
        <p:spPr>
          <a:xfrm>
            <a:off x="2180283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5E0073E3-BFB0-45B9-9D0E-55AA60A45337}"/>
              </a:ext>
            </a:extLst>
          </p:cNvPr>
          <p:cNvSpPr>
            <a:spLocks noGrp="1"/>
          </p:cNvSpPr>
          <p:nvPr/>
        </p:nvSpPr>
        <p:spPr>
          <a:xfrm>
            <a:off x="198780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4F941085-2025-4E74-A9DF-F138E225368B}"/>
              </a:ext>
            </a:extLst>
          </p:cNvPr>
          <p:cNvSpPr>
            <a:spLocks noGrp="1"/>
          </p:cNvSpPr>
          <p:nvPr/>
        </p:nvSpPr>
        <p:spPr>
          <a:xfrm>
            <a:off x="216521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8D50B22F-262C-4B8D-9003-D4C50E671A8E}"/>
              </a:ext>
            </a:extLst>
          </p:cNvPr>
          <p:cNvSpPr>
            <a:spLocks noGrp="1"/>
          </p:cNvSpPr>
          <p:nvPr/>
        </p:nvSpPr>
        <p:spPr>
          <a:xfrm>
            <a:off x="2007530" y="3417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B5B533E-01FC-49EA-AD9A-0C22548AFABA}"/>
              </a:ext>
            </a:extLst>
          </p:cNvPr>
          <p:cNvSpPr>
            <a:spLocks noGrp="1"/>
          </p:cNvSpPr>
          <p:nvPr/>
        </p:nvSpPr>
        <p:spPr>
          <a:xfrm>
            <a:off x="221879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ABFA7234-7163-4282-AFD7-A768E6929AF4}"/>
              </a:ext>
            </a:extLst>
          </p:cNvPr>
          <p:cNvSpPr>
            <a:spLocks noGrp="1"/>
          </p:cNvSpPr>
          <p:nvPr/>
        </p:nvSpPr>
        <p:spPr>
          <a:xfrm>
            <a:off x="2104075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B4E7DE76-DF83-4705-BA78-F1F34E0C651D}"/>
              </a:ext>
            </a:extLst>
          </p:cNvPr>
          <p:cNvSpPr>
            <a:spLocks noGrp="1"/>
          </p:cNvSpPr>
          <p:nvPr/>
        </p:nvSpPr>
        <p:spPr>
          <a:xfrm>
            <a:off x="2098196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C3FA8CE1-9F5B-417B-97F0-0771EC07F8CC}"/>
              </a:ext>
            </a:extLst>
          </p:cNvPr>
          <p:cNvSpPr>
            <a:spLocks noGrp="1"/>
          </p:cNvSpPr>
          <p:nvPr/>
        </p:nvSpPr>
        <p:spPr>
          <a:xfrm>
            <a:off x="2083811" y="20733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8C4F9238-E94C-49B0-845D-84E95785A612}"/>
              </a:ext>
            </a:extLst>
          </p:cNvPr>
          <p:cNvSpPr>
            <a:spLocks noGrp="1"/>
          </p:cNvSpPr>
          <p:nvPr/>
        </p:nvSpPr>
        <p:spPr>
          <a:xfrm>
            <a:off x="225857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D2C25B67-23E5-415C-BAB4-5BB98FF6A7D4}"/>
              </a:ext>
            </a:extLst>
          </p:cNvPr>
          <p:cNvSpPr>
            <a:spLocks noGrp="1"/>
          </p:cNvSpPr>
          <p:nvPr/>
        </p:nvSpPr>
        <p:spPr>
          <a:xfrm>
            <a:off x="2046396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00BF75C-EF3A-4FF3-A64A-FB70E2163FC2}"/>
              </a:ext>
            </a:extLst>
          </p:cNvPr>
          <p:cNvSpPr>
            <a:spLocks noGrp="1"/>
          </p:cNvSpPr>
          <p:nvPr/>
        </p:nvSpPr>
        <p:spPr>
          <a:xfrm>
            <a:off x="2221279" y="347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1564385F-79EE-466F-B350-D5B93B197A57}"/>
              </a:ext>
            </a:extLst>
          </p:cNvPr>
          <p:cNvSpPr>
            <a:spLocks noGrp="1"/>
          </p:cNvSpPr>
          <p:nvPr/>
        </p:nvSpPr>
        <p:spPr>
          <a:xfrm>
            <a:off x="206703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5CF55632-4D35-4449-B69C-486438B95892}"/>
              </a:ext>
            </a:extLst>
          </p:cNvPr>
          <p:cNvSpPr>
            <a:spLocks noGrp="1"/>
          </p:cNvSpPr>
          <p:nvPr/>
        </p:nvSpPr>
        <p:spPr>
          <a:xfrm>
            <a:off x="203764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7D5FF366-531A-46E1-A3B1-3619FC9F4F60}"/>
              </a:ext>
            </a:extLst>
          </p:cNvPr>
          <p:cNvSpPr>
            <a:spLocks noGrp="1"/>
          </p:cNvSpPr>
          <p:nvPr/>
        </p:nvSpPr>
        <p:spPr>
          <a:xfrm>
            <a:off x="2266429" y="35460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5AD3392C-A282-4BA3-81A2-85FDCB11812E}"/>
              </a:ext>
            </a:extLst>
          </p:cNvPr>
          <p:cNvSpPr>
            <a:spLocks noGrp="1"/>
          </p:cNvSpPr>
          <p:nvPr/>
        </p:nvSpPr>
        <p:spPr>
          <a:xfrm>
            <a:off x="2100633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2265FD8F-9A9C-4AF0-AD91-60F8836054E8}"/>
              </a:ext>
            </a:extLst>
          </p:cNvPr>
          <p:cNvSpPr>
            <a:spLocks noGrp="1"/>
          </p:cNvSpPr>
          <p:nvPr/>
        </p:nvSpPr>
        <p:spPr>
          <a:xfrm>
            <a:off x="210657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2868EDAD-8F47-4C5C-92C0-4E97841DE24B}"/>
              </a:ext>
            </a:extLst>
          </p:cNvPr>
          <p:cNvSpPr>
            <a:spLocks noGrp="1"/>
          </p:cNvSpPr>
          <p:nvPr/>
        </p:nvSpPr>
        <p:spPr>
          <a:xfrm>
            <a:off x="2078682" y="3291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3466E413-F4E3-4E9B-A7A5-8498BE124B4F}"/>
              </a:ext>
            </a:extLst>
          </p:cNvPr>
          <p:cNvSpPr>
            <a:spLocks noGrp="1"/>
          </p:cNvSpPr>
          <p:nvPr/>
        </p:nvSpPr>
        <p:spPr>
          <a:xfrm>
            <a:off x="2184091" y="1917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90E2BF6D-52DB-4500-8409-6F4FDC3B4F9E}"/>
              </a:ext>
            </a:extLst>
          </p:cNvPr>
          <p:cNvSpPr>
            <a:spLocks noGrp="1"/>
          </p:cNvSpPr>
          <p:nvPr/>
        </p:nvSpPr>
        <p:spPr>
          <a:xfrm>
            <a:off x="213784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8917B75-B51F-4ED4-ACCA-5D0B0FBEB356}"/>
              </a:ext>
            </a:extLst>
          </p:cNvPr>
          <p:cNvSpPr>
            <a:spLocks noGrp="1"/>
          </p:cNvSpPr>
          <p:nvPr/>
        </p:nvSpPr>
        <p:spPr>
          <a:xfrm>
            <a:off x="2224510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BC36F954-765A-42E0-9B38-D7463717E5AC}"/>
              </a:ext>
            </a:extLst>
          </p:cNvPr>
          <p:cNvSpPr>
            <a:spLocks noGrp="1"/>
          </p:cNvSpPr>
          <p:nvPr/>
        </p:nvSpPr>
        <p:spPr>
          <a:xfrm>
            <a:off x="212711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F1D70C1D-1A0C-4D43-AE96-F9FDF202A08D}"/>
              </a:ext>
            </a:extLst>
          </p:cNvPr>
          <p:cNvSpPr>
            <a:spLocks noGrp="1"/>
          </p:cNvSpPr>
          <p:nvPr/>
        </p:nvSpPr>
        <p:spPr>
          <a:xfrm>
            <a:off x="2076086" y="1980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BB304356-E09E-45FB-8832-AC8AE8BD9463}"/>
              </a:ext>
            </a:extLst>
          </p:cNvPr>
          <p:cNvSpPr>
            <a:spLocks noGrp="1"/>
          </p:cNvSpPr>
          <p:nvPr/>
        </p:nvSpPr>
        <p:spPr>
          <a:xfrm>
            <a:off x="205305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D63BCCFC-F96E-4ED4-849C-8FE3E474F39D}"/>
              </a:ext>
            </a:extLst>
          </p:cNvPr>
          <p:cNvSpPr>
            <a:spLocks noGrp="1"/>
          </p:cNvSpPr>
          <p:nvPr/>
        </p:nvSpPr>
        <p:spPr>
          <a:xfrm>
            <a:off x="2078925" y="321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FDF76F58-1917-4416-9932-162B9B778260}"/>
              </a:ext>
            </a:extLst>
          </p:cNvPr>
          <p:cNvSpPr>
            <a:spLocks noGrp="1"/>
          </p:cNvSpPr>
          <p:nvPr/>
        </p:nvSpPr>
        <p:spPr>
          <a:xfrm>
            <a:off x="211360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7E69465-890B-4CE6-9F22-CB92A8636C83}"/>
              </a:ext>
            </a:extLst>
          </p:cNvPr>
          <p:cNvSpPr>
            <a:spLocks noGrp="1"/>
          </p:cNvSpPr>
          <p:nvPr/>
        </p:nvSpPr>
        <p:spPr>
          <a:xfrm>
            <a:off x="2124007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CF3A58BB-9DFB-4528-8083-1ED03A2D495A}"/>
              </a:ext>
            </a:extLst>
          </p:cNvPr>
          <p:cNvSpPr>
            <a:spLocks noGrp="1"/>
          </p:cNvSpPr>
          <p:nvPr/>
        </p:nvSpPr>
        <p:spPr>
          <a:xfrm>
            <a:off x="2228741" y="347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6F11237-3041-4EE2-AE10-1089CE56392D}"/>
              </a:ext>
            </a:extLst>
          </p:cNvPr>
          <p:cNvSpPr>
            <a:spLocks noGrp="1"/>
          </p:cNvSpPr>
          <p:nvPr/>
        </p:nvSpPr>
        <p:spPr>
          <a:xfrm>
            <a:off x="2248895" y="3082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D295F9E1-9A7D-4109-95B1-0D63EB28F8F4}"/>
              </a:ext>
            </a:extLst>
          </p:cNvPr>
          <p:cNvSpPr>
            <a:spLocks noGrp="1"/>
          </p:cNvSpPr>
          <p:nvPr/>
        </p:nvSpPr>
        <p:spPr>
          <a:xfrm>
            <a:off x="2044925" y="29867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E46151ED-14CC-4359-B4B6-94DFADBFA0FD}"/>
              </a:ext>
            </a:extLst>
          </p:cNvPr>
          <p:cNvSpPr>
            <a:spLocks noGrp="1"/>
          </p:cNvSpPr>
          <p:nvPr/>
        </p:nvSpPr>
        <p:spPr>
          <a:xfrm>
            <a:off x="2007484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1BFE5A78-FEAE-48CE-90CA-F4C036A2240E}"/>
              </a:ext>
            </a:extLst>
          </p:cNvPr>
          <p:cNvSpPr>
            <a:spLocks noGrp="1"/>
          </p:cNvSpPr>
          <p:nvPr/>
        </p:nvSpPr>
        <p:spPr>
          <a:xfrm>
            <a:off x="222573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16C49D77-F75F-4A05-918D-98B69AF8D5EE}"/>
              </a:ext>
            </a:extLst>
          </p:cNvPr>
          <p:cNvSpPr>
            <a:spLocks noGrp="1"/>
          </p:cNvSpPr>
          <p:nvPr/>
        </p:nvSpPr>
        <p:spPr>
          <a:xfrm>
            <a:off x="196700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2F152B86-DF6E-40AD-8EFE-B739102EEDB8}"/>
              </a:ext>
            </a:extLst>
          </p:cNvPr>
          <p:cNvSpPr>
            <a:spLocks noGrp="1"/>
          </p:cNvSpPr>
          <p:nvPr/>
        </p:nvSpPr>
        <p:spPr>
          <a:xfrm>
            <a:off x="2142973" y="3739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3001593-7A87-4B6D-8B77-BEF264F7015A}"/>
              </a:ext>
            </a:extLst>
          </p:cNvPr>
          <p:cNvSpPr>
            <a:spLocks noGrp="1"/>
          </p:cNvSpPr>
          <p:nvPr/>
        </p:nvSpPr>
        <p:spPr>
          <a:xfrm>
            <a:off x="2165185" y="24381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90B09585-0E72-441D-AAC9-F1766214B83C}"/>
              </a:ext>
            </a:extLst>
          </p:cNvPr>
          <p:cNvSpPr>
            <a:spLocks noGrp="1"/>
          </p:cNvSpPr>
          <p:nvPr/>
        </p:nvSpPr>
        <p:spPr>
          <a:xfrm>
            <a:off x="219438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A4818B58-216C-4CE0-BA89-486AA8F4168D}"/>
              </a:ext>
            </a:extLst>
          </p:cNvPr>
          <p:cNvSpPr>
            <a:spLocks noGrp="1"/>
          </p:cNvSpPr>
          <p:nvPr/>
        </p:nvSpPr>
        <p:spPr>
          <a:xfrm>
            <a:off x="2203896" y="32408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EFA3F005-1459-4EB6-9CC6-09958C1406B9}"/>
              </a:ext>
            </a:extLst>
          </p:cNvPr>
          <p:cNvSpPr>
            <a:spLocks noGrp="1"/>
          </p:cNvSpPr>
          <p:nvPr/>
        </p:nvSpPr>
        <p:spPr>
          <a:xfrm>
            <a:off x="2156906" y="23980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3B5D3743-9842-4904-9EE6-677B87662923}"/>
              </a:ext>
            </a:extLst>
          </p:cNvPr>
          <p:cNvSpPr>
            <a:spLocks noGrp="1"/>
          </p:cNvSpPr>
          <p:nvPr/>
        </p:nvSpPr>
        <p:spPr>
          <a:xfrm>
            <a:off x="200465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EDAA4F1E-4FEF-45CF-AA0E-B255875A5775}"/>
              </a:ext>
            </a:extLst>
          </p:cNvPr>
          <p:cNvSpPr>
            <a:spLocks noGrp="1"/>
          </p:cNvSpPr>
          <p:nvPr/>
        </p:nvSpPr>
        <p:spPr>
          <a:xfrm>
            <a:off x="2060648" y="3505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B000C443-2384-4C2E-B012-8D83671FDB5F}"/>
              </a:ext>
            </a:extLst>
          </p:cNvPr>
          <p:cNvSpPr>
            <a:spLocks noGrp="1"/>
          </p:cNvSpPr>
          <p:nvPr/>
        </p:nvSpPr>
        <p:spPr>
          <a:xfrm>
            <a:off x="196063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47356D6A-D26A-4BB7-BD06-36EB7758E13F}"/>
              </a:ext>
            </a:extLst>
          </p:cNvPr>
          <p:cNvSpPr>
            <a:spLocks noGrp="1"/>
          </p:cNvSpPr>
          <p:nvPr/>
        </p:nvSpPr>
        <p:spPr>
          <a:xfrm>
            <a:off x="2263630" y="24687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FB5BF979-9B39-48EF-B186-A05E063EB2B1}"/>
              </a:ext>
            </a:extLst>
          </p:cNvPr>
          <p:cNvSpPr>
            <a:spLocks noGrp="1"/>
          </p:cNvSpPr>
          <p:nvPr/>
        </p:nvSpPr>
        <p:spPr>
          <a:xfrm>
            <a:off x="2063400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E607E8FA-E86E-4D8A-B41F-F14F04DE7D93}"/>
              </a:ext>
            </a:extLst>
          </p:cNvPr>
          <p:cNvSpPr>
            <a:spLocks noGrp="1"/>
          </p:cNvSpPr>
          <p:nvPr/>
        </p:nvSpPr>
        <p:spPr>
          <a:xfrm>
            <a:off x="2165415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6ECFDFDA-CAD0-4D44-9F2B-9D579669E0C0}"/>
              </a:ext>
            </a:extLst>
          </p:cNvPr>
          <p:cNvSpPr>
            <a:spLocks noGrp="1"/>
          </p:cNvSpPr>
          <p:nvPr/>
        </p:nvSpPr>
        <p:spPr>
          <a:xfrm>
            <a:off x="198853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F46A64EB-0F4B-4F0F-83F3-4A6025D4C909}"/>
              </a:ext>
            </a:extLst>
          </p:cNvPr>
          <p:cNvSpPr>
            <a:spLocks noGrp="1"/>
          </p:cNvSpPr>
          <p:nvPr/>
        </p:nvSpPr>
        <p:spPr>
          <a:xfrm>
            <a:off x="2012145" y="31296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1C78C5E8-EC42-4D77-AF59-D8E32968A4EF}"/>
              </a:ext>
            </a:extLst>
          </p:cNvPr>
          <p:cNvSpPr>
            <a:spLocks noGrp="1"/>
          </p:cNvSpPr>
          <p:nvPr/>
        </p:nvSpPr>
        <p:spPr>
          <a:xfrm>
            <a:off x="224016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42873CDB-9C28-45A6-94C7-61A0E4DAC937}"/>
              </a:ext>
            </a:extLst>
          </p:cNvPr>
          <p:cNvSpPr>
            <a:spLocks noGrp="1"/>
          </p:cNvSpPr>
          <p:nvPr/>
        </p:nvSpPr>
        <p:spPr>
          <a:xfrm>
            <a:off x="209528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20DFEF01-B50F-4DC7-8DCB-A40E9F795FE5}"/>
              </a:ext>
            </a:extLst>
          </p:cNvPr>
          <p:cNvSpPr>
            <a:spLocks noGrp="1"/>
          </p:cNvSpPr>
          <p:nvPr/>
        </p:nvSpPr>
        <p:spPr>
          <a:xfrm>
            <a:off x="1976254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2B86F054-97EC-46AE-A37C-E1FDDFAEB7BD}"/>
              </a:ext>
            </a:extLst>
          </p:cNvPr>
          <p:cNvSpPr>
            <a:spLocks noGrp="1"/>
          </p:cNvSpPr>
          <p:nvPr/>
        </p:nvSpPr>
        <p:spPr>
          <a:xfrm>
            <a:off x="206447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68C2CF36-2011-427E-97A0-38E65C8FF9F3}"/>
              </a:ext>
            </a:extLst>
          </p:cNvPr>
          <p:cNvSpPr>
            <a:spLocks noGrp="1"/>
          </p:cNvSpPr>
          <p:nvPr/>
        </p:nvSpPr>
        <p:spPr>
          <a:xfrm>
            <a:off x="2000770" y="2952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DD5C206F-85C8-428E-8DDA-564492F7D050}"/>
              </a:ext>
            </a:extLst>
          </p:cNvPr>
          <p:cNvSpPr>
            <a:spLocks noGrp="1"/>
          </p:cNvSpPr>
          <p:nvPr/>
        </p:nvSpPr>
        <p:spPr>
          <a:xfrm>
            <a:off x="205537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A718BD12-283D-4CFB-A2A5-11DC9407AA17}"/>
              </a:ext>
            </a:extLst>
          </p:cNvPr>
          <p:cNvSpPr>
            <a:spLocks noGrp="1"/>
          </p:cNvSpPr>
          <p:nvPr/>
        </p:nvSpPr>
        <p:spPr>
          <a:xfrm>
            <a:off x="2123926" y="33553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23D840A1-680F-4D2F-8594-82AECAADD3C5}"/>
              </a:ext>
            </a:extLst>
          </p:cNvPr>
          <p:cNvSpPr>
            <a:spLocks noGrp="1"/>
          </p:cNvSpPr>
          <p:nvPr/>
        </p:nvSpPr>
        <p:spPr>
          <a:xfrm>
            <a:off x="203524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BD97145C-83E0-4FC3-AC42-136297F27012}"/>
              </a:ext>
            </a:extLst>
          </p:cNvPr>
          <p:cNvSpPr>
            <a:spLocks noGrp="1"/>
          </p:cNvSpPr>
          <p:nvPr/>
        </p:nvSpPr>
        <p:spPr>
          <a:xfrm>
            <a:off x="217641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FEF12034-2179-4808-84A9-24405C8CA34F}"/>
              </a:ext>
            </a:extLst>
          </p:cNvPr>
          <p:cNvSpPr>
            <a:spLocks noGrp="1"/>
          </p:cNvSpPr>
          <p:nvPr/>
        </p:nvSpPr>
        <p:spPr>
          <a:xfrm>
            <a:off x="2144069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C5140D32-8E3A-49B5-9DCD-204EBDA08074}"/>
              </a:ext>
            </a:extLst>
          </p:cNvPr>
          <p:cNvSpPr>
            <a:spLocks noGrp="1"/>
          </p:cNvSpPr>
          <p:nvPr/>
        </p:nvSpPr>
        <p:spPr>
          <a:xfrm>
            <a:off x="210485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C07B2DAF-D647-427B-8402-51A41223746A}"/>
              </a:ext>
            </a:extLst>
          </p:cNvPr>
          <p:cNvSpPr>
            <a:spLocks noGrp="1"/>
          </p:cNvSpPr>
          <p:nvPr/>
        </p:nvSpPr>
        <p:spPr>
          <a:xfrm>
            <a:off x="218103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3D7A773D-1ECF-4BFE-B619-74E76216519C}"/>
              </a:ext>
            </a:extLst>
          </p:cNvPr>
          <p:cNvSpPr>
            <a:spLocks noGrp="1"/>
          </p:cNvSpPr>
          <p:nvPr/>
        </p:nvSpPr>
        <p:spPr>
          <a:xfrm>
            <a:off x="215545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706679A8-3406-47EB-9F48-3F76B9CA59A0}"/>
              </a:ext>
            </a:extLst>
          </p:cNvPr>
          <p:cNvSpPr>
            <a:spLocks noGrp="1"/>
          </p:cNvSpPr>
          <p:nvPr/>
        </p:nvSpPr>
        <p:spPr>
          <a:xfrm>
            <a:off x="2026244" y="3735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E33C4356-3FE0-4D23-9DCC-F1B69A6F7F33}"/>
              </a:ext>
            </a:extLst>
          </p:cNvPr>
          <p:cNvSpPr>
            <a:spLocks noGrp="1"/>
          </p:cNvSpPr>
          <p:nvPr/>
        </p:nvSpPr>
        <p:spPr>
          <a:xfrm>
            <a:off x="2164265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AB348648-5290-4C68-B60A-C781492CB268}"/>
              </a:ext>
            </a:extLst>
          </p:cNvPr>
          <p:cNvSpPr>
            <a:spLocks noGrp="1"/>
          </p:cNvSpPr>
          <p:nvPr/>
        </p:nvSpPr>
        <p:spPr>
          <a:xfrm>
            <a:off x="205996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3424D8B4-683A-4CA6-AF3A-88492457CB98}"/>
              </a:ext>
            </a:extLst>
          </p:cNvPr>
          <p:cNvSpPr>
            <a:spLocks noGrp="1"/>
          </p:cNvSpPr>
          <p:nvPr/>
        </p:nvSpPr>
        <p:spPr>
          <a:xfrm>
            <a:off x="2181914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4D0E814C-2D54-4604-8B05-FC44D7C2E63D}"/>
              </a:ext>
            </a:extLst>
          </p:cNvPr>
          <p:cNvSpPr>
            <a:spLocks noGrp="1"/>
          </p:cNvSpPr>
          <p:nvPr/>
        </p:nvSpPr>
        <p:spPr>
          <a:xfrm>
            <a:off x="2136935" y="3451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4721AE17-B9CC-4566-9508-599CDB1368EB}"/>
              </a:ext>
            </a:extLst>
          </p:cNvPr>
          <p:cNvSpPr>
            <a:spLocks noGrp="1"/>
          </p:cNvSpPr>
          <p:nvPr/>
        </p:nvSpPr>
        <p:spPr>
          <a:xfrm>
            <a:off x="198182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7FE8F328-6BE2-45A0-A0D1-DD2545A30FF2}"/>
              </a:ext>
            </a:extLst>
          </p:cNvPr>
          <p:cNvSpPr>
            <a:spLocks noGrp="1"/>
          </p:cNvSpPr>
          <p:nvPr/>
        </p:nvSpPr>
        <p:spPr>
          <a:xfrm>
            <a:off x="2180588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2855F6BA-DD47-479B-9266-11D0A838AC83}"/>
              </a:ext>
            </a:extLst>
          </p:cNvPr>
          <p:cNvSpPr>
            <a:spLocks noGrp="1"/>
          </p:cNvSpPr>
          <p:nvPr/>
        </p:nvSpPr>
        <p:spPr>
          <a:xfrm>
            <a:off x="2204712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5AD68075-22F6-4BB1-810A-BB19C055503F}"/>
              </a:ext>
            </a:extLst>
          </p:cNvPr>
          <p:cNvSpPr>
            <a:spLocks noGrp="1"/>
          </p:cNvSpPr>
          <p:nvPr/>
        </p:nvSpPr>
        <p:spPr>
          <a:xfrm>
            <a:off x="216895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831FB87-CA13-431B-9EEB-83C74E6F2B84}"/>
              </a:ext>
            </a:extLst>
          </p:cNvPr>
          <p:cNvSpPr>
            <a:spLocks noGrp="1"/>
          </p:cNvSpPr>
          <p:nvPr/>
        </p:nvSpPr>
        <p:spPr>
          <a:xfrm>
            <a:off x="2109750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E54EE775-A2C7-4103-9815-66ADF77E3716}"/>
              </a:ext>
            </a:extLst>
          </p:cNvPr>
          <p:cNvSpPr>
            <a:spLocks noGrp="1"/>
          </p:cNvSpPr>
          <p:nvPr/>
        </p:nvSpPr>
        <p:spPr>
          <a:xfrm>
            <a:off x="2039767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9BDD123A-0A2E-404C-9527-0D43EB0BA3E0}"/>
              </a:ext>
            </a:extLst>
          </p:cNvPr>
          <p:cNvSpPr>
            <a:spLocks noGrp="1"/>
          </p:cNvSpPr>
          <p:nvPr/>
        </p:nvSpPr>
        <p:spPr>
          <a:xfrm>
            <a:off x="197773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BF8B9EAD-2502-4998-ADCF-FFC463B78D1D}"/>
              </a:ext>
            </a:extLst>
          </p:cNvPr>
          <p:cNvSpPr>
            <a:spLocks noGrp="1"/>
          </p:cNvSpPr>
          <p:nvPr/>
        </p:nvSpPr>
        <p:spPr>
          <a:xfrm>
            <a:off x="2192541" y="36084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E2695BDC-8FA7-4845-BFA4-7CAC506C762B}"/>
              </a:ext>
            </a:extLst>
          </p:cNvPr>
          <p:cNvSpPr>
            <a:spLocks noGrp="1"/>
          </p:cNvSpPr>
          <p:nvPr/>
        </p:nvSpPr>
        <p:spPr>
          <a:xfrm>
            <a:off x="222599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F26A5604-A0AB-4FE7-99C4-DD7807D7A729}"/>
              </a:ext>
            </a:extLst>
          </p:cNvPr>
          <p:cNvSpPr>
            <a:spLocks noGrp="1"/>
          </p:cNvSpPr>
          <p:nvPr/>
        </p:nvSpPr>
        <p:spPr>
          <a:xfrm>
            <a:off x="2187702" y="33011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1D3C7C18-E61C-4B3A-995F-6805D5F95608}"/>
              </a:ext>
            </a:extLst>
          </p:cNvPr>
          <p:cNvSpPr>
            <a:spLocks noGrp="1"/>
          </p:cNvSpPr>
          <p:nvPr/>
        </p:nvSpPr>
        <p:spPr>
          <a:xfrm>
            <a:off x="2040799" y="37125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CB41FC5B-B589-4D49-859C-39298B278569}"/>
              </a:ext>
            </a:extLst>
          </p:cNvPr>
          <p:cNvSpPr>
            <a:spLocks noGrp="1"/>
          </p:cNvSpPr>
          <p:nvPr/>
        </p:nvSpPr>
        <p:spPr>
          <a:xfrm>
            <a:off x="2144997" y="26634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59D1A11F-176C-4B8A-9F03-25888490E6FA}"/>
              </a:ext>
            </a:extLst>
          </p:cNvPr>
          <p:cNvSpPr>
            <a:spLocks noGrp="1"/>
          </p:cNvSpPr>
          <p:nvPr/>
        </p:nvSpPr>
        <p:spPr>
          <a:xfrm>
            <a:off x="199814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C02A5D32-BB1D-455A-A105-497D3D98D8CD}"/>
              </a:ext>
            </a:extLst>
          </p:cNvPr>
          <p:cNvSpPr>
            <a:spLocks noGrp="1"/>
          </p:cNvSpPr>
          <p:nvPr/>
        </p:nvSpPr>
        <p:spPr>
          <a:xfrm>
            <a:off x="2148590" y="2560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1E928F28-785B-41E4-BD56-19F39CFB28E8}"/>
              </a:ext>
            </a:extLst>
          </p:cNvPr>
          <p:cNvSpPr>
            <a:spLocks noGrp="1"/>
          </p:cNvSpPr>
          <p:nvPr/>
        </p:nvSpPr>
        <p:spPr>
          <a:xfrm>
            <a:off x="215904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EDDF6C3F-B9C7-439D-9328-5FD2004A3F1E}"/>
              </a:ext>
            </a:extLst>
          </p:cNvPr>
          <p:cNvSpPr>
            <a:spLocks noGrp="1"/>
          </p:cNvSpPr>
          <p:nvPr/>
        </p:nvSpPr>
        <p:spPr>
          <a:xfrm>
            <a:off x="2092448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2A8D4E6A-FAC9-498D-B0D0-EF2BE387C8BD}"/>
              </a:ext>
            </a:extLst>
          </p:cNvPr>
          <p:cNvSpPr>
            <a:spLocks noGrp="1"/>
          </p:cNvSpPr>
          <p:nvPr/>
        </p:nvSpPr>
        <p:spPr>
          <a:xfrm>
            <a:off x="215926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5B2429CB-4A82-42C8-8811-58213A5B73B4}"/>
              </a:ext>
            </a:extLst>
          </p:cNvPr>
          <p:cNvSpPr>
            <a:spLocks noGrp="1"/>
          </p:cNvSpPr>
          <p:nvPr/>
        </p:nvSpPr>
        <p:spPr>
          <a:xfrm>
            <a:off x="2199751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684FE770-20D9-4860-883D-6CB865FF2540}"/>
              </a:ext>
            </a:extLst>
          </p:cNvPr>
          <p:cNvSpPr>
            <a:spLocks noGrp="1"/>
          </p:cNvSpPr>
          <p:nvPr/>
        </p:nvSpPr>
        <p:spPr>
          <a:xfrm>
            <a:off x="2224427" y="31257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59FBC822-AB8E-49FC-A964-3173532B637F}"/>
              </a:ext>
            </a:extLst>
          </p:cNvPr>
          <p:cNvSpPr>
            <a:spLocks noGrp="1"/>
          </p:cNvSpPr>
          <p:nvPr/>
        </p:nvSpPr>
        <p:spPr>
          <a:xfrm>
            <a:off x="226345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F0835C50-12E5-4327-9F9D-B9B4EAFA9A03}"/>
              </a:ext>
            </a:extLst>
          </p:cNvPr>
          <p:cNvSpPr>
            <a:spLocks noGrp="1"/>
          </p:cNvSpPr>
          <p:nvPr/>
        </p:nvSpPr>
        <p:spPr>
          <a:xfrm>
            <a:off x="1978927" y="24421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24E9A206-969C-49C3-8673-D1435400CD50}"/>
              </a:ext>
            </a:extLst>
          </p:cNvPr>
          <p:cNvSpPr>
            <a:spLocks noGrp="1"/>
          </p:cNvSpPr>
          <p:nvPr/>
        </p:nvSpPr>
        <p:spPr>
          <a:xfrm>
            <a:off x="2145303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DD46754-A678-486D-A6DB-99633200FF8C}"/>
              </a:ext>
            </a:extLst>
          </p:cNvPr>
          <p:cNvSpPr>
            <a:spLocks noGrp="1"/>
          </p:cNvSpPr>
          <p:nvPr/>
        </p:nvSpPr>
        <p:spPr>
          <a:xfrm>
            <a:off x="2066183" y="3505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B5BFD1C3-0039-4512-8048-45054F1585DE}"/>
              </a:ext>
            </a:extLst>
          </p:cNvPr>
          <p:cNvSpPr>
            <a:spLocks noGrp="1"/>
          </p:cNvSpPr>
          <p:nvPr/>
        </p:nvSpPr>
        <p:spPr>
          <a:xfrm>
            <a:off x="2145276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3736968F-7FA6-4EBC-8439-CD537BD4E095}"/>
              </a:ext>
            </a:extLst>
          </p:cNvPr>
          <p:cNvSpPr>
            <a:spLocks noGrp="1"/>
          </p:cNvSpPr>
          <p:nvPr/>
        </p:nvSpPr>
        <p:spPr>
          <a:xfrm>
            <a:off x="2216981" y="32971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58CDF77F-0533-4F88-8E74-55B3CA875216}"/>
              </a:ext>
            </a:extLst>
          </p:cNvPr>
          <p:cNvSpPr>
            <a:spLocks noGrp="1"/>
          </p:cNvSpPr>
          <p:nvPr/>
        </p:nvSpPr>
        <p:spPr>
          <a:xfrm>
            <a:off x="222218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312721B0-7DFD-41EE-8DC9-9845F53CFE97}"/>
              </a:ext>
            </a:extLst>
          </p:cNvPr>
          <p:cNvSpPr>
            <a:spLocks noGrp="1"/>
          </p:cNvSpPr>
          <p:nvPr/>
        </p:nvSpPr>
        <p:spPr>
          <a:xfrm>
            <a:off x="199463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17ADBC70-EFB1-4722-A660-83843CAF40C0}"/>
              </a:ext>
            </a:extLst>
          </p:cNvPr>
          <p:cNvSpPr>
            <a:spLocks noGrp="1"/>
          </p:cNvSpPr>
          <p:nvPr/>
        </p:nvSpPr>
        <p:spPr>
          <a:xfrm>
            <a:off x="2007635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A2058747-9D05-4479-A49D-72F0FCEF9F94}"/>
              </a:ext>
            </a:extLst>
          </p:cNvPr>
          <p:cNvSpPr>
            <a:spLocks noGrp="1"/>
          </p:cNvSpPr>
          <p:nvPr/>
        </p:nvSpPr>
        <p:spPr>
          <a:xfrm>
            <a:off x="200758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4D78EF89-EEC5-45FB-8E5B-265B5B185696}"/>
              </a:ext>
            </a:extLst>
          </p:cNvPr>
          <p:cNvSpPr>
            <a:spLocks noGrp="1"/>
          </p:cNvSpPr>
          <p:nvPr/>
        </p:nvSpPr>
        <p:spPr>
          <a:xfrm>
            <a:off x="2170911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FFF1128D-91A6-4A78-B670-128DC77134BA}"/>
              </a:ext>
            </a:extLst>
          </p:cNvPr>
          <p:cNvSpPr>
            <a:spLocks noGrp="1"/>
          </p:cNvSpPr>
          <p:nvPr/>
        </p:nvSpPr>
        <p:spPr>
          <a:xfrm>
            <a:off x="1991687" y="325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E431AF1C-1C7C-4F13-B1CF-F5891EEE7132}"/>
              </a:ext>
            </a:extLst>
          </p:cNvPr>
          <p:cNvSpPr>
            <a:spLocks noGrp="1"/>
          </p:cNvSpPr>
          <p:nvPr/>
        </p:nvSpPr>
        <p:spPr>
          <a:xfrm>
            <a:off x="2174420" y="292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5F9CC0E8-8621-4C5D-A497-AD5233808FF0}"/>
              </a:ext>
            </a:extLst>
          </p:cNvPr>
          <p:cNvSpPr>
            <a:spLocks noGrp="1"/>
          </p:cNvSpPr>
          <p:nvPr/>
        </p:nvSpPr>
        <p:spPr>
          <a:xfrm>
            <a:off x="209900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03E1C84-ADFD-4461-8DC0-82957DDFE209}"/>
              </a:ext>
            </a:extLst>
          </p:cNvPr>
          <p:cNvSpPr>
            <a:spLocks noGrp="1"/>
          </p:cNvSpPr>
          <p:nvPr/>
        </p:nvSpPr>
        <p:spPr>
          <a:xfrm>
            <a:off x="2072602" y="29885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3A157ACE-83D3-44D3-864D-11E012469793}"/>
              </a:ext>
            </a:extLst>
          </p:cNvPr>
          <p:cNvSpPr>
            <a:spLocks noGrp="1"/>
          </p:cNvSpPr>
          <p:nvPr/>
        </p:nvSpPr>
        <p:spPr>
          <a:xfrm>
            <a:off x="2004633" y="3361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ADDE6B47-0A01-4F11-88E1-5689546873A9}"/>
              </a:ext>
            </a:extLst>
          </p:cNvPr>
          <p:cNvSpPr>
            <a:spLocks noGrp="1"/>
          </p:cNvSpPr>
          <p:nvPr/>
        </p:nvSpPr>
        <p:spPr>
          <a:xfrm>
            <a:off x="210095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89658CB2-674F-44C6-9590-CB9A3468A36A}"/>
              </a:ext>
            </a:extLst>
          </p:cNvPr>
          <p:cNvSpPr>
            <a:spLocks noGrp="1"/>
          </p:cNvSpPr>
          <p:nvPr/>
        </p:nvSpPr>
        <p:spPr>
          <a:xfrm>
            <a:off x="2048034" y="352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B78EBB31-931A-4B12-AE14-A3D5562F44C9}"/>
              </a:ext>
            </a:extLst>
          </p:cNvPr>
          <p:cNvSpPr>
            <a:spLocks noGrp="1"/>
          </p:cNvSpPr>
          <p:nvPr/>
        </p:nvSpPr>
        <p:spPr>
          <a:xfrm>
            <a:off x="2242095" y="35861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87077357-0918-4741-B78A-E240DCF24D43}"/>
              </a:ext>
            </a:extLst>
          </p:cNvPr>
          <p:cNvSpPr>
            <a:spLocks noGrp="1"/>
          </p:cNvSpPr>
          <p:nvPr/>
        </p:nvSpPr>
        <p:spPr>
          <a:xfrm>
            <a:off x="220428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26BFC302-3C60-4EE6-82C5-AE0374559F31}"/>
              </a:ext>
            </a:extLst>
          </p:cNvPr>
          <p:cNvSpPr>
            <a:spLocks noGrp="1"/>
          </p:cNvSpPr>
          <p:nvPr/>
        </p:nvSpPr>
        <p:spPr>
          <a:xfrm>
            <a:off x="214213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E2C824E6-199F-4639-A6D5-BBFBB281A504}"/>
              </a:ext>
            </a:extLst>
          </p:cNvPr>
          <p:cNvSpPr>
            <a:spLocks noGrp="1"/>
          </p:cNvSpPr>
          <p:nvPr/>
        </p:nvSpPr>
        <p:spPr>
          <a:xfrm>
            <a:off x="200480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2E01CD0E-5F4C-4086-A179-4907C5C03D85}"/>
              </a:ext>
            </a:extLst>
          </p:cNvPr>
          <p:cNvSpPr>
            <a:spLocks noGrp="1"/>
          </p:cNvSpPr>
          <p:nvPr/>
        </p:nvSpPr>
        <p:spPr>
          <a:xfrm>
            <a:off x="2060369" y="3387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35B4DD57-4B3C-4E1F-80EB-79EA81CC22A5}"/>
              </a:ext>
            </a:extLst>
          </p:cNvPr>
          <p:cNvSpPr>
            <a:spLocks noGrp="1"/>
          </p:cNvSpPr>
          <p:nvPr/>
        </p:nvSpPr>
        <p:spPr>
          <a:xfrm>
            <a:off x="204257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FDE34813-7A11-47E0-A32F-E4C5FEB967AE}"/>
              </a:ext>
            </a:extLst>
          </p:cNvPr>
          <p:cNvSpPr>
            <a:spLocks noGrp="1"/>
          </p:cNvSpPr>
          <p:nvPr/>
        </p:nvSpPr>
        <p:spPr>
          <a:xfrm>
            <a:off x="2168531" y="3609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D87FBD65-A3E2-43AB-B836-663DD387B169}"/>
              </a:ext>
            </a:extLst>
          </p:cNvPr>
          <p:cNvSpPr>
            <a:spLocks noGrp="1"/>
          </p:cNvSpPr>
          <p:nvPr/>
        </p:nvSpPr>
        <p:spPr>
          <a:xfrm>
            <a:off x="265804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97BD3BA8-A9F6-4176-9108-1B0B5ABA670E}"/>
              </a:ext>
            </a:extLst>
          </p:cNvPr>
          <p:cNvSpPr>
            <a:spLocks noGrp="1"/>
          </p:cNvSpPr>
          <p:nvPr/>
        </p:nvSpPr>
        <p:spPr>
          <a:xfrm>
            <a:off x="248989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09935062-587F-492A-9683-476F468B5449}"/>
              </a:ext>
            </a:extLst>
          </p:cNvPr>
          <p:cNvSpPr>
            <a:spLocks noGrp="1"/>
          </p:cNvSpPr>
          <p:nvPr/>
        </p:nvSpPr>
        <p:spPr>
          <a:xfrm>
            <a:off x="272548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D114CCAA-A3E1-4A2A-B2B5-F122CD14C825}"/>
              </a:ext>
            </a:extLst>
          </p:cNvPr>
          <p:cNvSpPr>
            <a:spLocks noGrp="1"/>
          </p:cNvSpPr>
          <p:nvPr/>
        </p:nvSpPr>
        <p:spPr>
          <a:xfrm>
            <a:off x="2492373" y="3532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A710A7A0-D5E8-48C7-A025-347ECFC65673}"/>
              </a:ext>
            </a:extLst>
          </p:cNvPr>
          <p:cNvSpPr>
            <a:spLocks noGrp="1"/>
          </p:cNvSpPr>
          <p:nvPr/>
        </p:nvSpPr>
        <p:spPr>
          <a:xfrm>
            <a:off x="2638354" y="2639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090A56B3-852C-4CF9-B6A1-3D91D3E5698C}"/>
              </a:ext>
            </a:extLst>
          </p:cNvPr>
          <p:cNvSpPr>
            <a:spLocks noGrp="1"/>
          </p:cNvSpPr>
          <p:nvPr/>
        </p:nvSpPr>
        <p:spPr>
          <a:xfrm>
            <a:off x="264157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6C2CE6AD-007C-4397-B101-1236057790C7}"/>
              </a:ext>
            </a:extLst>
          </p:cNvPr>
          <p:cNvSpPr>
            <a:spLocks noGrp="1"/>
          </p:cNvSpPr>
          <p:nvPr/>
        </p:nvSpPr>
        <p:spPr>
          <a:xfrm>
            <a:off x="276164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7CB3515C-1CC0-4499-9063-6B1FDCFF98E3}"/>
              </a:ext>
            </a:extLst>
          </p:cNvPr>
          <p:cNvSpPr>
            <a:spLocks noGrp="1"/>
          </p:cNvSpPr>
          <p:nvPr/>
        </p:nvSpPr>
        <p:spPr>
          <a:xfrm>
            <a:off x="263186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3622F46D-371E-4681-882E-E59E76B0CA3C}"/>
              </a:ext>
            </a:extLst>
          </p:cNvPr>
          <p:cNvSpPr>
            <a:spLocks noGrp="1"/>
          </p:cNvSpPr>
          <p:nvPr/>
        </p:nvSpPr>
        <p:spPr>
          <a:xfrm>
            <a:off x="2629935" y="3721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F0AF3543-4962-46FE-8D0F-7E34A7377498}"/>
              </a:ext>
            </a:extLst>
          </p:cNvPr>
          <p:cNvSpPr>
            <a:spLocks noGrp="1"/>
          </p:cNvSpPr>
          <p:nvPr/>
        </p:nvSpPr>
        <p:spPr>
          <a:xfrm>
            <a:off x="262982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DDEAA242-48C5-4FF0-B5FE-AEAF61E25744}"/>
              </a:ext>
            </a:extLst>
          </p:cNvPr>
          <p:cNvSpPr>
            <a:spLocks noGrp="1"/>
          </p:cNvSpPr>
          <p:nvPr/>
        </p:nvSpPr>
        <p:spPr>
          <a:xfrm>
            <a:off x="2560244" y="26831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3FB83155-2612-467F-8AD0-81D6042E5E9A}"/>
              </a:ext>
            </a:extLst>
          </p:cNvPr>
          <p:cNvSpPr>
            <a:spLocks noGrp="1"/>
          </p:cNvSpPr>
          <p:nvPr/>
        </p:nvSpPr>
        <p:spPr>
          <a:xfrm>
            <a:off x="247211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A3560691-14BE-419A-A60F-4998AE246F46}"/>
              </a:ext>
            </a:extLst>
          </p:cNvPr>
          <p:cNvSpPr>
            <a:spLocks noGrp="1"/>
          </p:cNvSpPr>
          <p:nvPr/>
        </p:nvSpPr>
        <p:spPr>
          <a:xfrm>
            <a:off x="2719848" y="2507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44B59EFC-3F01-469F-9A60-963A052CA956}"/>
              </a:ext>
            </a:extLst>
          </p:cNvPr>
          <p:cNvSpPr>
            <a:spLocks noGrp="1"/>
          </p:cNvSpPr>
          <p:nvPr/>
        </p:nvSpPr>
        <p:spPr>
          <a:xfrm>
            <a:off x="2455122" y="2336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4A1CA156-AB4C-412A-AB75-85AE7CCFABB6}"/>
              </a:ext>
            </a:extLst>
          </p:cNvPr>
          <p:cNvSpPr>
            <a:spLocks noGrp="1"/>
          </p:cNvSpPr>
          <p:nvPr/>
        </p:nvSpPr>
        <p:spPr>
          <a:xfrm>
            <a:off x="2759486" y="3586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C5D1B44E-0278-4658-A5C8-308D775B1A62}"/>
              </a:ext>
            </a:extLst>
          </p:cNvPr>
          <p:cNvSpPr>
            <a:spLocks noGrp="1"/>
          </p:cNvSpPr>
          <p:nvPr/>
        </p:nvSpPr>
        <p:spPr>
          <a:xfrm>
            <a:off x="272750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7AFAE259-A293-4492-8028-E3EB68B9054E}"/>
              </a:ext>
            </a:extLst>
          </p:cNvPr>
          <p:cNvSpPr>
            <a:spLocks noGrp="1"/>
          </p:cNvSpPr>
          <p:nvPr/>
        </p:nvSpPr>
        <p:spPr>
          <a:xfrm>
            <a:off x="2566133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1D10F53-8C64-4985-AD17-E65B1CE7C58B}"/>
              </a:ext>
            </a:extLst>
          </p:cNvPr>
          <p:cNvSpPr>
            <a:spLocks noGrp="1"/>
          </p:cNvSpPr>
          <p:nvPr/>
        </p:nvSpPr>
        <p:spPr>
          <a:xfrm>
            <a:off x="268464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E8026F7F-E40C-4930-85F0-65F59ED2056F}"/>
              </a:ext>
            </a:extLst>
          </p:cNvPr>
          <p:cNvSpPr>
            <a:spLocks noGrp="1"/>
          </p:cNvSpPr>
          <p:nvPr/>
        </p:nvSpPr>
        <p:spPr>
          <a:xfrm>
            <a:off x="25378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8EF75EDB-47C9-4EE0-98E7-CAA99BAE3980}"/>
              </a:ext>
            </a:extLst>
          </p:cNvPr>
          <p:cNvSpPr>
            <a:spLocks noGrp="1"/>
          </p:cNvSpPr>
          <p:nvPr/>
        </p:nvSpPr>
        <p:spPr>
          <a:xfrm>
            <a:off x="2466473" y="22738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0477754A-4236-4F8C-B587-702038B95BB8}"/>
              </a:ext>
            </a:extLst>
          </p:cNvPr>
          <p:cNvSpPr>
            <a:spLocks noGrp="1"/>
          </p:cNvSpPr>
          <p:nvPr/>
        </p:nvSpPr>
        <p:spPr>
          <a:xfrm>
            <a:off x="2715045" y="34256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DB04F1B-EC6E-4A5C-834D-0BCEE540C8C8}"/>
              </a:ext>
            </a:extLst>
          </p:cNvPr>
          <p:cNvSpPr>
            <a:spLocks noGrp="1"/>
          </p:cNvSpPr>
          <p:nvPr/>
        </p:nvSpPr>
        <p:spPr>
          <a:xfrm>
            <a:off x="248907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543EE61D-C57F-4BA2-838E-5838508B8C91}"/>
              </a:ext>
            </a:extLst>
          </p:cNvPr>
          <p:cNvSpPr>
            <a:spLocks noGrp="1"/>
          </p:cNvSpPr>
          <p:nvPr/>
        </p:nvSpPr>
        <p:spPr>
          <a:xfrm>
            <a:off x="2514876" y="2976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E5D50D08-7274-4862-89E7-4A456C08666A}"/>
              </a:ext>
            </a:extLst>
          </p:cNvPr>
          <p:cNvSpPr>
            <a:spLocks noGrp="1"/>
          </p:cNvSpPr>
          <p:nvPr/>
        </p:nvSpPr>
        <p:spPr>
          <a:xfrm>
            <a:off x="2520976" y="25425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AE64BAF-1E58-43DF-8D7A-B8CB1382D4E0}"/>
              </a:ext>
            </a:extLst>
          </p:cNvPr>
          <p:cNvSpPr>
            <a:spLocks noGrp="1"/>
          </p:cNvSpPr>
          <p:nvPr/>
        </p:nvSpPr>
        <p:spPr>
          <a:xfrm>
            <a:off x="2684322" y="2976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EF0712AB-8F38-45AF-A3CB-E4894ADC35D8}"/>
              </a:ext>
            </a:extLst>
          </p:cNvPr>
          <p:cNvSpPr>
            <a:spLocks noGrp="1"/>
          </p:cNvSpPr>
          <p:nvPr/>
        </p:nvSpPr>
        <p:spPr>
          <a:xfrm>
            <a:off x="260258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4DECB994-60BD-4389-AA05-35E2EBC19D79}"/>
              </a:ext>
            </a:extLst>
          </p:cNvPr>
          <p:cNvSpPr>
            <a:spLocks noGrp="1"/>
          </p:cNvSpPr>
          <p:nvPr/>
        </p:nvSpPr>
        <p:spPr>
          <a:xfrm>
            <a:off x="2454509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974B6E0A-84FB-45EB-B9B6-AD083EDC7C74}"/>
              </a:ext>
            </a:extLst>
          </p:cNvPr>
          <p:cNvSpPr>
            <a:spLocks noGrp="1"/>
          </p:cNvSpPr>
          <p:nvPr/>
        </p:nvSpPr>
        <p:spPr>
          <a:xfrm>
            <a:off x="2495408" y="33117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1B1C1556-2A1E-4749-B77C-FD6786D809AC}"/>
              </a:ext>
            </a:extLst>
          </p:cNvPr>
          <p:cNvSpPr>
            <a:spLocks noGrp="1"/>
          </p:cNvSpPr>
          <p:nvPr/>
        </p:nvSpPr>
        <p:spPr>
          <a:xfrm>
            <a:off x="2604991" y="36461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96A88CD8-3785-4311-B959-520B1082D4AC}"/>
              </a:ext>
            </a:extLst>
          </p:cNvPr>
          <p:cNvSpPr>
            <a:spLocks noGrp="1"/>
          </p:cNvSpPr>
          <p:nvPr/>
        </p:nvSpPr>
        <p:spPr>
          <a:xfrm>
            <a:off x="27157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143499D0-B048-4FA2-9F61-CE7F45164AC5}"/>
              </a:ext>
            </a:extLst>
          </p:cNvPr>
          <p:cNvSpPr>
            <a:spLocks noGrp="1"/>
          </p:cNvSpPr>
          <p:nvPr/>
        </p:nvSpPr>
        <p:spPr>
          <a:xfrm>
            <a:off x="257429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3664A832-2327-4A38-B775-2F526B412028}"/>
              </a:ext>
            </a:extLst>
          </p:cNvPr>
          <p:cNvSpPr>
            <a:spLocks noGrp="1"/>
          </p:cNvSpPr>
          <p:nvPr/>
        </p:nvSpPr>
        <p:spPr>
          <a:xfrm>
            <a:off x="2577683" y="3266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32BB4B7A-18A9-4EE0-B857-64F302307E0F}"/>
              </a:ext>
            </a:extLst>
          </p:cNvPr>
          <p:cNvSpPr>
            <a:spLocks noGrp="1"/>
          </p:cNvSpPr>
          <p:nvPr/>
        </p:nvSpPr>
        <p:spPr>
          <a:xfrm>
            <a:off x="248344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E173E2F8-335C-4708-AD28-A98A9EB74C93}"/>
              </a:ext>
            </a:extLst>
          </p:cNvPr>
          <p:cNvSpPr>
            <a:spLocks noGrp="1"/>
          </p:cNvSpPr>
          <p:nvPr/>
        </p:nvSpPr>
        <p:spPr>
          <a:xfrm>
            <a:off x="2674589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7FB9CDC9-7D63-4F34-8AC7-5E0BDEB826CA}"/>
              </a:ext>
            </a:extLst>
          </p:cNvPr>
          <p:cNvSpPr>
            <a:spLocks noGrp="1"/>
          </p:cNvSpPr>
          <p:nvPr/>
        </p:nvSpPr>
        <p:spPr>
          <a:xfrm>
            <a:off x="261256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5C9C11A5-20CC-4381-A8A3-20B3D0F89266}"/>
              </a:ext>
            </a:extLst>
          </p:cNvPr>
          <p:cNvSpPr>
            <a:spLocks noGrp="1"/>
          </p:cNvSpPr>
          <p:nvPr/>
        </p:nvSpPr>
        <p:spPr>
          <a:xfrm>
            <a:off x="250667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D51A5085-3672-44E8-BD5A-99F080C29D0D}"/>
              </a:ext>
            </a:extLst>
          </p:cNvPr>
          <p:cNvSpPr>
            <a:spLocks noGrp="1"/>
          </p:cNvSpPr>
          <p:nvPr/>
        </p:nvSpPr>
        <p:spPr>
          <a:xfrm>
            <a:off x="274484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B937B270-BBA6-4D46-9450-D41E7F4D078E}"/>
              </a:ext>
            </a:extLst>
          </p:cNvPr>
          <p:cNvSpPr>
            <a:spLocks noGrp="1"/>
          </p:cNvSpPr>
          <p:nvPr/>
        </p:nvSpPr>
        <p:spPr>
          <a:xfrm>
            <a:off x="261750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884807C7-DE8D-46A3-AA8E-FEC4F2D2866F}"/>
              </a:ext>
            </a:extLst>
          </p:cNvPr>
          <p:cNvSpPr>
            <a:spLocks noGrp="1"/>
          </p:cNvSpPr>
          <p:nvPr/>
        </p:nvSpPr>
        <p:spPr>
          <a:xfrm>
            <a:off x="252536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F4F4A5B7-4383-41C9-89D2-599CB92169A0}"/>
              </a:ext>
            </a:extLst>
          </p:cNvPr>
          <p:cNvSpPr>
            <a:spLocks noGrp="1"/>
          </p:cNvSpPr>
          <p:nvPr/>
        </p:nvSpPr>
        <p:spPr>
          <a:xfrm>
            <a:off x="2743733" y="2060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95E5B3B1-4971-4CC1-8C82-0ADCCC86DCFA}"/>
              </a:ext>
            </a:extLst>
          </p:cNvPr>
          <p:cNvSpPr>
            <a:spLocks noGrp="1"/>
          </p:cNvSpPr>
          <p:nvPr/>
        </p:nvSpPr>
        <p:spPr>
          <a:xfrm>
            <a:off x="2484759" y="2676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EE821B12-9BE9-4D52-BB93-CC1D81056E08}"/>
              </a:ext>
            </a:extLst>
          </p:cNvPr>
          <p:cNvSpPr>
            <a:spLocks noGrp="1"/>
          </p:cNvSpPr>
          <p:nvPr/>
        </p:nvSpPr>
        <p:spPr>
          <a:xfrm>
            <a:off x="245389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4C57A1E2-8934-4C5F-A8A7-83DD0BA331BC}"/>
              </a:ext>
            </a:extLst>
          </p:cNvPr>
          <p:cNvSpPr>
            <a:spLocks noGrp="1"/>
          </p:cNvSpPr>
          <p:nvPr/>
        </p:nvSpPr>
        <p:spPr>
          <a:xfrm>
            <a:off x="268544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826A3D4-8E93-46D6-8979-4A166F98BD3B}"/>
              </a:ext>
            </a:extLst>
          </p:cNvPr>
          <p:cNvSpPr>
            <a:spLocks noGrp="1"/>
          </p:cNvSpPr>
          <p:nvPr/>
        </p:nvSpPr>
        <p:spPr>
          <a:xfrm>
            <a:off x="27358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2F46DB3C-F9C3-4FD0-B312-7A894FFCFDEC}"/>
              </a:ext>
            </a:extLst>
          </p:cNvPr>
          <p:cNvSpPr>
            <a:spLocks noGrp="1"/>
          </p:cNvSpPr>
          <p:nvPr/>
        </p:nvSpPr>
        <p:spPr>
          <a:xfrm>
            <a:off x="266719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A2F1D1B9-EBAE-43D6-BFB2-7592076122E9}"/>
              </a:ext>
            </a:extLst>
          </p:cNvPr>
          <p:cNvSpPr>
            <a:spLocks noGrp="1"/>
          </p:cNvSpPr>
          <p:nvPr/>
        </p:nvSpPr>
        <p:spPr>
          <a:xfrm>
            <a:off x="272555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4152DDEB-ED65-4938-8F60-EE80ADD39686}"/>
              </a:ext>
            </a:extLst>
          </p:cNvPr>
          <p:cNvSpPr>
            <a:spLocks noGrp="1"/>
          </p:cNvSpPr>
          <p:nvPr/>
        </p:nvSpPr>
        <p:spPr>
          <a:xfrm>
            <a:off x="2473136" y="2494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B471E7EB-B7BE-43C1-9D35-D53B77B12BF0}"/>
              </a:ext>
            </a:extLst>
          </p:cNvPr>
          <p:cNvSpPr>
            <a:spLocks noGrp="1"/>
          </p:cNvSpPr>
          <p:nvPr/>
        </p:nvSpPr>
        <p:spPr>
          <a:xfrm>
            <a:off x="269757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A16F569A-A768-4088-BAA7-2B082C984B84}"/>
              </a:ext>
            </a:extLst>
          </p:cNvPr>
          <p:cNvSpPr>
            <a:spLocks noGrp="1"/>
          </p:cNvSpPr>
          <p:nvPr/>
        </p:nvSpPr>
        <p:spPr>
          <a:xfrm>
            <a:off x="247970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DB27B8B3-0A21-420C-A75B-5469767EDEE5}"/>
              </a:ext>
            </a:extLst>
          </p:cNvPr>
          <p:cNvSpPr>
            <a:spLocks noGrp="1"/>
          </p:cNvSpPr>
          <p:nvPr/>
        </p:nvSpPr>
        <p:spPr>
          <a:xfrm>
            <a:off x="2465451" y="23016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E77E0991-7489-49A9-AF87-B27BAFDD6849}"/>
              </a:ext>
            </a:extLst>
          </p:cNvPr>
          <p:cNvSpPr>
            <a:spLocks noGrp="1"/>
          </p:cNvSpPr>
          <p:nvPr/>
        </p:nvSpPr>
        <p:spPr>
          <a:xfrm>
            <a:off x="2591225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C293AA31-F1DC-4D41-9948-E37060FB06A4}"/>
              </a:ext>
            </a:extLst>
          </p:cNvPr>
          <p:cNvSpPr>
            <a:spLocks noGrp="1"/>
          </p:cNvSpPr>
          <p:nvPr/>
        </p:nvSpPr>
        <p:spPr>
          <a:xfrm>
            <a:off x="274912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A6B40AA2-2A92-4F09-B5B7-CE9F0C51EAA8}"/>
              </a:ext>
            </a:extLst>
          </p:cNvPr>
          <p:cNvSpPr>
            <a:spLocks noGrp="1"/>
          </p:cNvSpPr>
          <p:nvPr/>
        </p:nvSpPr>
        <p:spPr>
          <a:xfrm>
            <a:off x="2523421" y="19709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859BE04C-945E-4937-B9FF-AA4EA0213EF4}"/>
              </a:ext>
            </a:extLst>
          </p:cNvPr>
          <p:cNvSpPr>
            <a:spLocks noGrp="1"/>
          </p:cNvSpPr>
          <p:nvPr/>
        </p:nvSpPr>
        <p:spPr>
          <a:xfrm>
            <a:off x="2562118" y="33088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1F6596A3-1DCB-4031-A0C7-0C7FEA0B94C3}"/>
              </a:ext>
            </a:extLst>
          </p:cNvPr>
          <p:cNvSpPr>
            <a:spLocks noGrp="1"/>
          </p:cNvSpPr>
          <p:nvPr/>
        </p:nvSpPr>
        <p:spPr>
          <a:xfrm>
            <a:off x="2712057" y="2497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B2971DEF-E7CD-4841-8478-D30FCAD74DB9}"/>
              </a:ext>
            </a:extLst>
          </p:cNvPr>
          <p:cNvSpPr>
            <a:spLocks noGrp="1"/>
          </p:cNvSpPr>
          <p:nvPr/>
        </p:nvSpPr>
        <p:spPr>
          <a:xfrm>
            <a:off x="2475251" y="3620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A266337A-3292-468A-942E-1280FCC0A618}"/>
              </a:ext>
            </a:extLst>
          </p:cNvPr>
          <p:cNvSpPr>
            <a:spLocks noGrp="1"/>
          </p:cNvSpPr>
          <p:nvPr/>
        </p:nvSpPr>
        <p:spPr>
          <a:xfrm>
            <a:off x="2638308" y="36091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071590F4-B226-44F8-8AEE-12FF0546A15A}"/>
              </a:ext>
            </a:extLst>
          </p:cNvPr>
          <p:cNvSpPr>
            <a:spLocks noGrp="1"/>
          </p:cNvSpPr>
          <p:nvPr/>
        </p:nvSpPr>
        <p:spPr>
          <a:xfrm>
            <a:off x="264460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12E90E28-C63E-4463-9443-51533FB1DE65}"/>
              </a:ext>
            </a:extLst>
          </p:cNvPr>
          <p:cNvSpPr>
            <a:spLocks noGrp="1"/>
          </p:cNvSpPr>
          <p:nvPr/>
        </p:nvSpPr>
        <p:spPr>
          <a:xfrm>
            <a:off x="2641324" y="3713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118135CD-1C34-4F0E-83BD-28A78196CC9F}"/>
              </a:ext>
            </a:extLst>
          </p:cNvPr>
          <p:cNvSpPr>
            <a:spLocks noGrp="1"/>
          </p:cNvSpPr>
          <p:nvPr/>
        </p:nvSpPr>
        <p:spPr>
          <a:xfrm>
            <a:off x="2665559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44AB84D9-CA20-4848-801A-F0936BA93B2F}"/>
              </a:ext>
            </a:extLst>
          </p:cNvPr>
          <p:cNvSpPr>
            <a:spLocks noGrp="1"/>
          </p:cNvSpPr>
          <p:nvPr/>
        </p:nvSpPr>
        <p:spPr>
          <a:xfrm>
            <a:off x="2665967" y="35059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83448AD3-D227-4B1C-B7EA-3BCE04B79A6C}"/>
              </a:ext>
            </a:extLst>
          </p:cNvPr>
          <p:cNvSpPr>
            <a:spLocks noGrp="1"/>
          </p:cNvSpPr>
          <p:nvPr/>
        </p:nvSpPr>
        <p:spPr>
          <a:xfrm>
            <a:off x="252075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0587C7A3-4054-45BD-9D25-9E3DAB2956AC}"/>
              </a:ext>
            </a:extLst>
          </p:cNvPr>
          <p:cNvSpPr>
            <a:spLocks noGrp="1"/>
          </p:cNvSpPr>
          <p:nvPr/>
        </p:nvSpPr>
        <p:spPr>
          <a:xfrm>
            <a:off x="274294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AEE9471D-A245-4D21-B334-15FDA2FD17DC}"/>
              </a:ext>
            </a:extLst>
          </p:cNvPr>
          <p:cNvSpPr>
            <a:spLocks noGrp="1"/>
          </p:cNvSpPr>
          <p:nvPr/>
        </p:nvSpPr>
        <p:spPr>
          <a:xfrm>
            <a:off x="268419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330C83F0-3EF6-4A65-B6F2-E3800678CD31}"/>
              </a:ext>
            </a:extLst>
          </p:cNvPr>
          <p:cNvSpPr>
            <a:spLocks noGrp="1"/>
          </p:cNvSpPr>
          <p:nvPr/>
        </p:nvSpPr>
        <p:spPr>
          <a:xfrm>
            <a:off x="25486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BBB45F3C-D1C4-406C-AF2D-6BD131C77EE0}"/>
              </a:ext>
            </a:extLst>
          </p:cNvPr>
          <p:cNvSpPr>
            <a:spLocks noGrp="1"/>
          </p:cNvSpPr>
          <p:nvPr/>
        </p:nvSpPr>
        <p:spPr>
          <a:xfrm>
            <a:off x="2583295" y="29653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C0A8464D-1DCD-4536-A81B-B9B352D5C425}"/>
              </a:ext>
            </a:extLst>
          </p:cNvPr>
          <p:cNvSpPr>
            <a:spLocks noGrp="1"/>
          </p:cNvSpPr>
          <p:nvPr/>
        </p:nvSpPr>
        <p:spPr>
          <a:xfrm>
            <a:off x="2480089" y="3567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D839726D-F41E-4276-99A8-5EC16D629D99}"/>
              </a:ext>
            </a:extLst>
          </p:cNvPr>
          <p:cNvSpPr>
            <a:spLocks noGrp="1"/>
          </p:cNvSpPr>
          <p:nvPr/>
        </p:nvSpPr>
        <p:spPr>
          <a:xfrm>
            <a:off x="2557452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B5E436F2-E4CB-46E4-8408-B0E8CF4A2062}"/>
              </a:ext>
            </a:extLst>
          </p:cNvPr>
          <p:cNvSpPr>
            <a:spLocks noGrp="1"/>
          </p:cNvSpPr>
          <p:nvPr/>
        </p:nvSpPr>
        <p:spPr>
          <a:xfrm>
            <a:off x="2470879" y="2270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DFD783C-DDC6-40CC-BC00-9C89115E2DCC}"/>
              </a:ext>
            </a:extLst>
          </p:cNvPr>
          <p:cNvSpPr>
            <a:spLocks noGrp="1"/>
          </p:cNvSpPr>
          <p:nvPr/>
        </p:nvSpPr>
        <p:spPr>
          <a:xfrm>
            <a:off x="2701745" y="3131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8C534351-380C-4FAC-97C2-2AA63D78306C}"/>
              </a:ext>
            </a:extLst>
          </p:cNvPr>
          <p:cNvSpPr>
            <a:spLocks noGrp="1"/>
          </p:cNvSpPr>
          <p:nvPr/>
        </p:nvSpPr>
        <p:spPr>
          <a:xfrm>
            <a:off x="264215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9424BD64-9D32-4073-AF90-C798E709C182}"/>
              </a:ext>
            </a:extLst>
          </p:cNvPr>
          <p:cNvSpPr>
            <a:spLocks noGrp="1"/>
          </p:cNvSpPr>
          <p:nvPr/>
        </p:nvSpPr>
        <p:spPr>
          <a:xfrm>
            <a:off x="2704302" y="203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5F783763-8A36-4DDD-8D2C-E4C79BE1CDA8}"/>
              </a:ext>
            </a:extLst>
          </p:cNvPr>
          <p:cNvSpPr>
            <a:spLocks noGrp="1"/>
          </p:cNvSpPr>
          <p:nvPr/>
        </p:nvSpPr>
        <p:spPr>
          <a:xfrm>
            <a:off x="261972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9787B10A-ABFA-4332-A54F-8415834AD455}"/>
              </a:ext>
            </a:extLst>
          </p:cNvPr>
          <p:cNvSpPr>
            <a:spLocks noGrp="1"/>
          </p:cNvSpPr>
          <p:nvPr/>
        </p:nvSpPr>
        <p:spPr>
          <a:xfrm>
            <a:off x="2476037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E22844C8-2CA8-4A25-93D3-D853AE693A9D}"/>
              </a:ext>
            </a:extLst>
          </p:cNvPr>
          <p:cNvSpPr>
            <a:spLocks noGrp="1"/>
          </p:cNvSpPr>
          <p:nvPr/>
        </p:nvSpPr>
        <p:spPr>
          <a:xfrm>
            <a:off x="2712476" y="3719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72E2DBB8-58B2-435C-BD11-F571ACADD8D1}"/>
              </a:ext>
            </a:extLst>
          </p:cNvPr>
          <p:cNvSpPr>
            <a:spLocks noGrp="1"/>
          </p:cNvSpPr>
          <p:nvPr/>
        </p:nvSpPr>
        <p:spPr>
          <a:xfrm>
            <a:off x="249512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B004488D-BB0C-4496-8E70-5F92C2B5F003}"/>
              </a:ext>
            </a:extLst>
          </p:cNvPr>
          <p:cNvSpPr>
            <a:spLocks noGrp="1"/>
          </p:cNvSpPr>
          <p:nvPr/>
        </p:nvSpPr>
        <p:spPr>
          <a:xfrm>
            <a:off x="2634230" y="29439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412CDA2-B816-4CB6-8C0D-6E12F7C5FEE6}"/>
              </a:ext>
            </a:extLst>
          </p:cNvPr>
          <p:cNvSpPr>
            <a:spLocks noGrp="1"/>
          </p:cNvSpPr>
          <p:nvPr/>
        </p:nvSpPr>
        <p:spPr>
          <a:xfrm>
            <a:off x="2578059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D4266B46-F67F-4F3E-94DA-032D16E31472}"/>
              </a:ext>
            </a:extLst>
          </p:cNvPr>
          <p:cNvSpPr>
            <a:spLocks noGrp="1"/>
          </p:cNvSpPr>
          <p:nvPr/>
        </p:nvSpPr>
        <p:spPr>
          <a:xfrm>
            <a:off x="2510389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752F6823-873A-4B14-84DC-0F1A2031A69F}"/>
              </a:ext>
            </a:extLst>
          </p:cNvPr>
          <p:cNvSpPr>
            <a:spLocks noGrp="1"/>
          </p:cNvSpPr>
          <p:nvPr/>
        </p:nvSpPr>
        <p:spPr>
          <a:xfrm>
            <a:off x="2702872" y="25341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8B428FB8-3588-41E7-813E-0642C95406A3}"/>
              </a:ext>
            </a:extLst>
          </p:cNvPr>
          <p:cNvSpPr>
            <a:spLocks noGrp="1"/>
          </p:cNvSpPr>
          <p:nvPr/>
        </p:nvSpPr>
        <p:spPr>
          <a:xfrm>
            <a:off x="252693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E904D2B1-FF05-4465-BC35-6115B25B35CD}"/>
              </a:ext>
            </a:extLst>
          </p:cNvPr>
          <p:cNvSpPr>
            <a:spLocks noGrp="1"/>
          </p:cNvSpPr>
          <p:nvPr/>
        </p:nvSpPr>
        <p:spPr>
          <a:xfrm>
            <a:off x="2704572" y="24221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C0C7A5D0-2E85-475C-B6FB-21D4B224EEC8}"/>
              </a:ext>
            </a:extLst>
          </p:cNvPr>
          <p:cNvSpPr>
            <a:spLocks noGrp="1"/>
          </p:cNvSpPr>
          <p:nvPr/>
        </p:nvSpPr>
        <p:spPr>
          <a:xfrm>
            <a:off x="2576724" y="35173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566BF3D4-3D4B-4A45-9D8F-69A7FDB65AAD}"/>
              </a:ext>
            </a:extLst>
          </p:cNvPr>
          <p:cNvSpPr>
            <a:spLocks noGrp="1"/>
          </p:cNvSpPr>
          <p:nvPr/>
        </p:nvSpPr>
        <p:spPr>
          <a:xfrm>
            <a:off x="269212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1011A206-F8B6-4A2F-96AB-58729E2585F3}"/>
              </a:ext>
            </a:extLst>
          </p:cNvPr>
          <p:cNvSpPr>
            <a:spLocks noGrp="1"/>
          </p:cNvSpPr>
          <p:nvPr/>
        </p:nvSpPr>
        <p:spPr>
          <a:xfrm>
            <a:off x="249560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D40E0C58-513B-4BB9-9F9C-5DD5A006563E}"/>
              </a:ext>
            </a:extLst>
          </p:cNvPr>
          <p:cNvSpPr>
            <a:spLocks noGrp="1"/>
          </p:cNvSpPr>
          <p:nvPr/>
        </p:nvSpPr>
        <p:spPr>
          <a:xfrm>
            <a:off x="2659508" y="3518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F66D93FB-72E4-4A9E-B710-CAAFA6FE13E8}"/>
              </a:ext>
            </a:extLst>
          </p:cNvPr>
          <p:cNvSpPr>
            <a:spLocks noGrp="1"/>
          </p:cNvSpPr>
          <p:nvPr/>
        </p:nvSpPr>
        <p:spPr>
          <a:xfrm>
            <a:off x="2500841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96EB234D-E357-4E0E-A8A8-C1C0877CC188}"/>
              </a:ext>
            </a:extLst>
          </p:cNvPr>
          <p:cNvSpPr>
            <a:spLocks noGrp="1"/>
          </p:cNvSpPr>
          <p:nvPr/>
        </p:nvSpPr>
        <p:spPr>
          <a:xfrm>
            <a:off x="24796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7CFCD495-A608-4679-BD2F-CC6711FBB79F}"/>
              </a:ext>
            </a:extLst>
          </p:cNvPr>
          <p:cNvSpPr>
            <a:spLocks noGrp="1"/>
          </p:cNvSpPr>
          <p:nvPr/>
        </p:nvSpPr>
        <p:spPr>
          <a:xfrm>
            <a:off x="252470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3396A2D0-82E7-4559-874E-5B7EB2CB2830}"/>
              </a:ext>
            </a:extLst>
          </p:cNvPr>
          <p:cNvSpPr>
            <a:spLocks noGrp="1"/>
          </p:cNvSpPr>
          <p:nvPr/>
        </p:nvSpPr>
        <p:spPr>
          <a:xfrm>
            <a:off x="255003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7F96CAD5-2D09-4943-9BC2-B979B8DA096D}"/>
              </a:ext>
            </a:extLst>
          </p:cNvPr>
          <p:cNvSpPr>
            <a:spLocks noGrp="1"/>
          </p:cNvSpPr>
          <p:nvPr/>
        </p:nvSpPr>
        <p:spPr>
          <a:xfrm>
            <a:off x="2669425" y="3273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D773DE1B-808D-47C0-8FD5-9A938B82810C}"/>
              </a:ext>
            </a:extLst>
          </p:cNvPr>
          <p:cNvSpPr>
            <a:spLocks noGrp="1"/>
          </p:cNvSpPr>
          <p:nvPr/>
        </p:nvSpPr>
        <p:spPr>
          <a:xfrm>
            <a:off x="2579686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2BFBB7E0-4700-46F4-8472-E06C4DA756D2}"/>
              </a:ext>
            </a:extLst>
          </p:cNvPr>
          <p:cNvSpPr>
            <a:spLocks noGrp="1"/>
          </p:cNvSpPr>
          <p:nvPr/>
        </p:nvSpPr>
        <p:spPr>
          <a:xfrm>
            <a:off x="27240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73C4FE93-B0DC-4C8B-94DE-AC894F0C6CC5}"/>
              </a:ext>
            </a:extLst>
          </p:cNvPr>
          <p:cNvSpPr>
            <a:spLocks noGrp="1"/>
          </p:cNvSpPr>
          <p:nvPr/>
        </p:nvSpPr>
        <p:spPr>
          <a:xfrm>
            <a:off x="25971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239CDE52-93F5-414D-A323-699AAC3DB98F}"/>
              </a:ext>
            </a:extLst>
          </p:cNvPr>
          <p:cNvSpPr>
            <a:spLocks noGrp="1"/>
          </p:cNvSpPr>
          <p:nvPr/>
        </p:nvSpPr>
        <p:spPr>
          <a:xfrm>
            <a:off x="26835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E54BFC04-9655-4CA4-8B14-AB80550768A9}"/>
              </a:ext>
            </a:extLst>
          </p:cNvPr>
          <p:cNvSpPr>
            <a:spLocks noGrp="1"/>
          </p:cNvSpPr>
          <p:nvPr/>
        </p:nvSpPr>
        <p:spPr>
          <a:xfrm>
            <a:off x="2570473" y="3532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DD72FE2C-5D31-49D4-BAA5-55671BCFFBE4}"/>
              </a:ext>
            </a:extLst>
          </p:cNvPr>
          <p:cNvSpPr>
            <a:spLocks noGrp="1"/>
          </p:cNvSpPr>
          <p:nvPr/>
        </p:nvSpPr>
        <p:spPr>
          <a:xfrm>
            <a:off x="2733931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B28FD010-1FC0-4520-AFE7-6E4CB9B874DE}"/>
              </a:ext>
            </a:extLst>
          </p:cNvPr>
          <p:cNvSpPr>
            <a:spLocks noGrp="1"/>
          </p:cNvSpPr>
          <p:nvPr/>
        </p:nvSpPr>
        <p:spPr>
          <a:xfrm>
            <a:off x="255831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B20F9A30-263A-4CB3-9094-65A6C28D2E4E}"/>
              </a:ext>
            </a:extLst>
          </p:cNvPr>
          <p:cNvSpPr>
            <a:spLocks noGrp="1"/>
          </p:cNvSpPr>
          <p:nvPr/>
        </p:nvSpPr>
        <p:spPr>
          <a:xfrm>
            <a:off x="2455044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3EF436ED-8C2B-4459-B28D-C5009F187C4C}"/>
              </a:ext>
            </a:extLst>
          </p:cNvPr>
          <p:cNvSpPr>
            <a:spLocks noGrp="1"/>
          </p:cNvSpPr>
          <p:nvPr/>
        </p:nvSpPr>
        <p:spPr>
          <a:xfrm>
            <a:off x="2542074" y="28396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1A3A3CC6-CFB9-45EE-A4F2-383055B4C69F}"/>
              </a:ext>
            </a:extLst>
          </p:cNvPr>
          <p:cNvSpPr>
            <a:spLocks noGrp="1"/>
          </p:cNvSpPr>
          <p:nvPr/>
        </p:nvSpPr>
        <p:spPr>
          <a:xfrm>
            <a:off x="2571174" y="29867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004A5C7F-0E57-450F-AD89-35A6720A9769}"/>
              </a:ext>
            </a:extLst>
          </p:cNvPr>
          <p:cNvSpPr>
            <a:spLocks noGrp="1"/>
          </p:cNvSpPr>
          <p:nvPr/>
        </p:nvSpPr>
        <p:spPr>
          <a:xfrm>
            <a:off x="265007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A2905D5E-EEA3-43AE-BEA0-D2C90ACC688E}"/>
              </a:ext>
            </a:extLst>
          </p:cNvPr>
          <p:cNvSpPr>
            <a:spLocks noGrp="1"/>
          </p:cNvSpPr>
          <p:nvPr/>
        </p:nvSpPr>
        <p:spPr>
          <a:xfrm>
            <a:off x="275630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BB5A09E-D8A3-47E5-936D-4C976EED4B36}"/>
              </a:ext>
            </a:extLst>
          </p:cNvPr>
          <p:cNvSpPr>
            <a:spLocks noGrp="1"/>
          </p:cNvSpPr>
          <p:nvPr/>
        </p:nvSpPr>
        <p:spPr>
          <a:xfrm>
            <a:off x="2484801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62E143CC-F57C-4EBC-8B4E-698FE229EEA4}"/>
              </a:ext>
            </a:extLst>
          </p:cNvPr>
          <p:cNvSpPr>
            <a:spLocks noGrp="1"/>
          </p:cNvSpPr>
          <p:nvPr/>
        </p:nvSpPr>
        <p:spPr>
          <a:xfrm>
            <a:off x="248632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93603D13-A105-4949-8F64-24BF2AF03744}"/>
              </a:ext>
            </a:extLst>
          </p:cNvPr>
          <p:cNvSpPr>
            <a:spLocks noGrp="1"/>
          </p:cNvSpPr>
          <p:nvPr/>
        </p:nvSpPr>
        <p:spPr>
          <a:xfrm>
            <a:off x="2737675" y="24381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F4C377DB-3A33-480B-B73C-5A0F5C0613DC}"/>
              </a:ext>
            </a:extLst>
          </p:cNvPr>
          <p:cNvSpPr>
            <a:spLocks noGrp="1"/>
          </p:cNvSpPr>
          <p:nvPr/>
        </p:nvSpPr>
        <p:spPr>
          <a:xfrm>
            <a:off x="2487382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B17E0E47-B64C-4AA0-9356-E1CF06318EBB}"/>
              </a:ext>
            </a:extLst>
          </p:cNvPr>
          <p:cNvSpPr>
            <a:spLocks noGrp="1"/>
          </p:cNvSpPr>
          <p:nvPr/>
        </p:nvSpPr>
        <p:spPr>
          <a:xfrm>
            <a:off x="2703400" y="27299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B7BF555-EC6C-48A7-B52A-4C15605AAC37}"/>
              </a:ext>
            </a:extLst>
          </p:cNvPr>
          <p:cNvSpPr>
            <a:spLocks noGrp="1"/>
          </p:cNvSpPr>
          <p:nvPr/>
        </p:nvSpPr>
        <p:spPr>
          <a:xfrm>
            <a:off x="2475525" y="2398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19A98E0-8EFE-4DC1-A3C6-8EC1A808657B}"/>
              </a:ext>
            </a:extLst>
          </p:cNvPr>
          <p:cNvSpPr>
            <a:spLocks noGrp="1"/>
          </p:cNvSpPr>
          <p:nvPr/>
        </p:nvSpPr>
        <p:spPr>
          <a:xfrm>
            <a:off x="268576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110AF0D1-992E-4FBF-814B-5E75DEF3ED02}"/>
              </a:ext>
            </a:extLst>
          </p:cNvPr>
          <p:cNvSpPr>
            <a:spLocks noGrp="1"/>
          </p:cNvSpPr>
          <p:nvPr/>
        </p:nvSpPr>
        <p:spPr>
          <a:xfrm>
            <a:off x="252430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9756AED3-1380-4A66-AAA2-155FD6205E16}"/>
              </a:ext>
            </a:extLst>
          </p:cNvPr>
          <p:cNvSpPr>
            <a:spLocks noGrp="1"/>
          </p:cNvSpPr>
          <p:nvPr/>
        </p:nvSpPr>
        <p:spPr>
          <a:xfrm>
            <a:off x="268293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B1769457-3BD1-439D-9DA8-8CD6DB40B544}"/>
              </a:ext>
            </a:extLst>
          </p:cNvPr>
          <p:cNvSpPr>
            <a:spLocks noGrp="1"/>
          </p:cNvSpPr>
          <p:nvPr/>
        </p:nvSpPr>
        <p:spPr>
          <a:xfrm>
            <a:off x="2536920" y="2370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D60CEC28-6B66-4BB4-B66A-BD120DAA6189}"/>
              </a:ext>
            </a:extLst>
          </p:cNvPr>
          <p:cNvSpPr>
            <a:spLocks noGrp="1"/>
          </p:cNvSpPr>
          <p:nvPr/>
        </p:nvSpPr>
        <p:spPr>
          <a:xfrm>
            <a:off x="2568196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80FD6543-9CE4-441A-86BF-B502A294F8BC}"/>
              </a:ext>
            </a:extLst>
          </p:cNvPr>
          <p:cNvSpPr>
            <a:spLocks noGrp="1"/>
          </p:cNvSpPr>
          <p:nvPr/>
        </p:nvSpPr>
        <p:spPr>
          <a:xfrm>
            <a:off x="2762011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E2FFB93B-C32C-446B-BC98-303CD0D2426C}"/>
              </a:ext>
            </a:extLst>
          </p:cNvPr>
          <p:cNvSpPr>
            <a:spLocks noGrp="1"/>
          </p:cNvSpPr>
          <p:nvPr/>
        </p:nvSpPr>
        <p:spPr>
          <a:xfrm>
            <a:off x="2594695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973068E4-35C1-4A31-AED0-3CB3EDF41DB2}"/>
              </a:ext>
            </a:extLst>
          </p:cNvPr>
          <p:cNvSpPr>
            <a:spLocks noGrp="1"/>
          </p:cNvSpPr>
          <p:nvPr/>
        </p:nvSpPr>
        <p:spPr>
          <a:xfrm>
            <a:off x="2681715" y="2669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F644FDEF-84A1-4535-9E5D-87BF4EA8B3D0}"/>
              </a:ext>
            </a:extLst>
          </p:cNvPr>
          <p:cNvSpPr>
            <a:spLocks noGrp="1"/>
          </p:cNvSpPr>
          <p:nvPr/>
        </p:nvSpPr>
        <p:spPr>
          <a:xfrm>
            <a:off x="262316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2A8B94BD-2F02-4353-B5A2-4BC7918185FA}"/>
              </a:ext>
            </a:extLst>
          </p:cNvPr>
          <p:cNvSpPr>
            <a:spLocks noGrp="1"/>
          </p:cNvSpPr>
          <p:nvPr/>
        </p:nvSpPr>
        <p:spPr>
          <a:xfrm>
            <a:off x="250227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1BF87CDA-1062-4CB4-B290-3818A1700975}"/>
              </a:ext>
            </a:extLst>
          </p:cNvPr>
          <p:cNvSpPr>
            <a:spLocks noGrp="1"/>
          </p:cNvSpPr>
          <p:nvPr/>
        </p:nvSpPr>
        <p:spPr>
          <a:xfrm>
            <a:off x="2661387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AE2276BF-6AB3-4CB4-B75E-07FDBF96C132}"/>
              </a:ext>
            </a:extLst>
          </p:cNvPr>
          <p:cNvSpPr>
            <a:spLocks noGrp="1"/>
          </p:cNvSpPr>
          <p:nvPr/>
        </p:nvSpPr>
        <p:spPr>
          <a:xfrm>
            <a:off x="271415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2A5EDBD8-74DC-45AD-BCB0-15674C9A5739}"/>
              </a:ext>
            </a:extLst>
          </p:cNvPr>
          <p:cNvSpPr>
            <a:spLocks noGrp="1"/>
          </p:cNvSpPr>
          <p:nvPr/>
        </p:nvSpPr>
        <p:spPr>
          <a:xfrm>
            <a:off x="2678939" y="29445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F8386564-63DF-4A11-ADB8-21D6B0B8E756}"/>
              </a:ext>
            </a:extLst>
          </p:cNvPr>
          <p:cNvSpPr>
            <a:spLocks noGrp="1"/>
          </p:cNvSpPr>
          <p:nvPr/>
        </p:nvSpPr>
        <p:spPr>
          <a:xfrm>
            <a:off x="265657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4D90B7-4649-4C24-A841-172D509338FD}"/>
              </a:ext>
            </a:extLst>
          </p:cNvPr>
          <p:cNvSpPr>
            <a:spLocks noGrp="1"/>
          </p:cNvSpPr>
          <p:nvPr/>
        </p:nvSpPr>
        <p:spPr>
          <a:xfrm>
            <a:off x="2705653" y="3398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79E57347-F99D-4AD0-A30A-F0613F6FB598}"/>
              </a:ext>
            </a:extLst>
          </p:cNvPr>
          <p:cNvSpPr>
            <a:spLocks noGrp="1"/>
          </p:cNvSpPr>
          <p:nvPr/>
        </p:nvSpPr>
        <p:spPr>
          <a:xfrm>
            <a:off x="265562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EFC2072F-4A3F-418D-9D7E-3202EEFAC0A4}"/>
              </a:ext>
            </a:extLst>
          </p:cNvPr>
          <p:cNvSpPr>
            <a:spLocks noGrp="1"/>
          </p:cNvSpPr>
          <p:nvPr/>
        </p:nvSpPr>
        <p:spPr>
          <a:xfrm>
            <a:off x="245671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11E4ACDB-5C37-4863-A823-D13044964B42}"/>
              </a:ext>
            </a:extLst>
          </p:cNvPr>
          <p:cNvSpPr>
            <a:spLocks noGrp="1"/>
          </p:cNvSpPr>
          <p:nvPr/>
        </p:nvSpPr>
        <p:spPr>
          <a:xfrm>
            <a:off x="273717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4BA607DA-FF78-41D5-B4CE-8A31EEEB44C8}"/>
              </a:ext>
            </a:extLst>
          </p:cNvPr>
          <p:cNvSpPr>
            <a:spLocks noGrp="1"/>
          </p:cNvSpPr>
          <p:nvPr/>
        </p:nvSpPr>
        <p:spPr>
          <a:xfrm>
            <a:off x="255264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6843613-9C1A-41EE-9BC7-FD046702A77C}"/>
              </a:ext>
            </a:extLst>
          </p:cNvPr>
          <p:cNvSpPr>
            <a:spLocks noGrp="1"/>
          </p:cNvSpPr>
          <p:nvPr/>
        </p:nvSpPr>
        <p:spPr>
          <a:xfrm>
            <a:off x="264760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B90F3923-386B-4359-8244-6580B6DA4F8E}"/>
              </a:ext>
            </a:extLst>
          </p:cNvPr>
          <p:cNvSpPr>
            <a:spLocks noGrp="1"/>
          </p:cNvSpPr>
          <p:nvPr/>
        </p:nvSpPr>
        <p:spPr>
          <a:xfrm>
            <a:off x="2600410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06AD9D8B-F0B5-4D6C-9567-B730FC318BCB}"/>
              </a:ext>
            </a:extLst>
          </p:cNvPr>
          <p:cNvSpPr>
            <a:spLocks noGrp="1"/>
          </p:cNvSpPr>
          <p:nvPr/>
        </p:nvSpPr>
        <p:spPr>
          <a:xfrm>
            <a:off x="258720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53C4EC8B-C4DC-4579-9411-88FAAA5B4C83}"/>
              </a:ext>
            </a:extLst>
          </p:cNvPr>
          <p:cNvSpPr>
            <a:spLocks noGrp="1"/>
          </p:cNvSpPr>
          <p:nvPr/>
        </p:nvSpPr>
        <p:spPr>
          <a:xfrm>
            <a:off x="2690837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DA013718-2A85-41C0-8378-A970C6D80073}"/>
              </a:ext>
            </a:extLst>
          </p:cNvPr>
          <p:cNvSpPr>
            <a:spLocks noGrp="1"/>
          </p:cNvSpPr>
          <p:nvPr/>
        </p:nvSpPr>
        <p:spPr>
          <a:xfrm>
            <a:off x="26156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05062BE6-1C07-489C-A578-9E41EDD20FF1}"/>
              </a:ext>
            </a:extLst>
          </p:cNvPr>
          <p:cNvSpPr>
            <a:spLocks noGrp="1"/>
          </p:cNvSpPr>
          <p:nvPr/>
        </p:nvSpPr>
        <p:spPr>
          <a:xfrm>
            <a:off x="248782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89E902D6-92D6-4AA0-97CD-4AC780445333}"/>
              </a:ext>
            </a:extLst>
          </p:cNvPr>
          <p:cNvSpPr>
            <a:spLocks noGrp="1"/>
          </p:cNvSpPr>
          <p:nvPr/>
        </p:nvSpPr>
        <p:spPr>
          <a:xfrm>
            <a:off x="2698084" y="3463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FC0A2E2B-791B-45DE-BAC0-F7452EE940D8}"/>
              </a:ext>
            </a:extLst>
          </p:cNvPr>
          <p:cNvSpPr>
            <a:spLocks noGrp="1"/>
          </p:cNvSpPr>
          <p:nvPr/>
        </p:nvSpPr>
        <p:spPr>
          <a:xfrm>
            <a:off x="256067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154DDBF2-F7C5-47B0-9007-851C3C5FCA53}"/>
              </a:ext>
            </a:extLst>
          </p:cNvPr>
          <p:cNvSpPr>
            <a:spLocks noGrp="1"/>
          </p:cNvSpPr>
          <p:nvPr/>
        </p:nvSpPr>
        <p:spPr>
          <a:xfrm>
            <a:off x="2510218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1DAB64FC-21BA-47E1-9ABB-F838E0E53DFF}"/>
              </a:ext>
            </a:extLst>
          </p:cNvPr>
          <p:cNvSpPr>
            <a:spLocks noGrp="1"/>
          </p:cNvSpPr>
          <p:nvPr/>
        </p:nvSpPr>
        <p:spPr>
          <a:xfrm>
            <a:off x="2491965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0D3AB523-029F-440E-AF0D-92FA32F8EC5E}"/>
              </a:ext>
            </a:extLst>
          </p:cNvPr>
          <p:cNvSpPr>
            <a:spLocks noGrp="1"/>
          </p:cNvSpPr>
          <p:nvPr/>
        </p:nvSpPr>
        <p:spPr>
          <a:xfrm>
            <a:off x="2506963" y="37367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1483893B-D06C-430E-9E20-5C4053873D57}"/>
              </a:ext>
            </a:extLst>
          </p:cNvPr>
          <p:cNvSpPr>
            <a:spLocks noGrp="1"/>
          </p:cNvSpPr>
          <p:nvPr/>
        </p:nvSpPr>
        <p:spPr>
          <a:xfrm>
            <a:off x="2748577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08A94F1B-8180-4C6E-90BE-3A473501C38C}"/>
              </a:ext>
            </a:extLst>
          </p:cNvPr>
          <p:cNvSpPr>
            <a:spLocks noGrp="1"/>
          </p:cNvSpPr>
          <p:nvPr/>
        </p:nvSpPr>
        <p:spPr>
          <a:xfrm>
            <a:off x="2623785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F5E0CD6B-A740-413B-9C63-45A009D946BA}"/>
              </a:ext>
            </a:extLst>
          </p:cNvPr>
          <p:cNvSpPr>
            <a:spLocks noGrp="1"/>
          </p:cNvSpPr>
          <p:nvPr/>
        </p:nvSpPr>
        <p:spPr>
          <a:xfrm>
            <a:off x="249641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390CC27F-24C6-4253-91D5-883B1CB0ED77}"/>
              </a:ext>
            </a:extLst>
          </p:cNvPr>
          <p:cNvSpPr>
            <a:spLocks noGrp="1"/>
          </p:cNvSpPr>
          <p:nvPr/>
        </p:nvSpPr>
        <p:spPr>
          <a:xfrm>
            <a:off x="2674439" y="36612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D17B59B1-9DED-4667-A132-2F5901226B83}"/>
              </a:ext>
            </a:extLst>
          </p:cNvPr>
          <p:cNvSpPr>
            <a:spLocks noGrp="1"/>
          </p:cNvSpPr>
          <p:nvPr/>
        </p:nvSpPr>
        <p:spPr>
          <a:xfrm>
            <a:off x="2680454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8E1609DA-CDBB-4811-8260-8D0AB1D8D354}"/>
              </a:ext>
            </a:extLst>
          </p:cNvPr>
          <p:cNvSpPr>
            <a:spLocks noGrp="1"/>
          </p:cNvSpPr>
          <p:nvPr/>
        </p:nvSpPr>
        <p:spPr>
          <a:xfrm>
            <a:off x="2759372" y="3417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6C55B4B1-CFB9-46AF-9061-39E18D7F3E75}"/>
              </a:ext>
            </a:extLst>
          </p:cNvPr>
          <p:cNvSpPr>
            <a:spLocks noGrp="1"/>
          </p:cNvSpPr>
          <p:nvPr/>
        </p:nvSpPr>
        <p:spPr>
          <a:xfrm>
            <a:off x="2467153" y="3654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77E6FE40-8E55-41A6-B653-183A67ECA73F}"/>
              </a:ext>
            </a:extLst>
          </p:cNvPr>
          <p:cNvSpPr>
            <a:spLocks noGrp="1"/>
          </p:cNvSpPr>
          <p:nvPr/>
        </p:nvSpPr>
        <p:spPr>
          <a:xfrm>
            <a:off x="2568151" y="30067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C74265A-81A0-4BAD-BFC4-9E7EC7EF02E8}"/>
              </a:ext>
            </a:extLst>
          </p:cNvPr>
          <p:cNvSpPr>
            <a:spLocks noGrp="1"/>
          </p:cNvSpPr>
          <p:nvPr/>
        </p:nvSpPr>
        <p:spPr>
          <a:xfrm>
            <a:off x="257899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6592FA81-9455-4884-ABF5-BF82D0CC36AE}"/>
              </a:ext>
            </a:extLst>
          </p:cNvPr>
          <p:cNvSpPr>
            <a:spLocks noGrp="1"/>
          </p:cNvSpPr>
          <p:nvPr/>
        </p:nvSpPr>
        <p:spPr>
          <a:xfrm>
            <a:off x="2627149" y="20320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BB5A15A7-DE2B-4C98-8554-AC18BFF60393}"/>
              </a:ext>
            </a:extLst>
          </p:cNvPr>
          <p:cNvSpPr>
            <a:spLocks noGrp="1"/>
          </p:cNvSpPr>
          <p:nvPr/>
        </p:nvSpPr>
        <p:spPr>
          <a:xfrm>
            <a:off x="260950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3080A3F3-C7AD-4539-91F3-E85B8DC6F4B5}"/>
              </a:ext>
            </a:extLst>
          </p:cNvPr>
          <p:cNvSpPr>
            <a:spLocks noGrp="1"/>
          </p:cNvSpPr>
          <p:nvPr/>
        </p:nvSpPr>
        <p:spPr>
          <a:xfrm>
            <a:off x="2534003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DC161C16-FE8E-4EA8-B2C0-47171EE943AC}"/>
              </a:ext>
            </a:extLst>
          </p:cNvPr>
          <p:cNvSpPr>
            <a:spLocks noGrp="1"/>
          </p:cNvSpPr>
          <p:nvPr/>
        </p:nvSpPr>
        <p:spPr>
          <a:xfrm>
            <a:off x="269740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69442DB5-A8A9-4706-93B4-44318F41ECA3}"/>
              </a:ext>
            </a:extLst>
          </p:cNvPr>
          <p:cNvSpPr>
            <a:spLocks noGrp="1"/>
          </p:cNvSpPr>
          <p:nvPr/>
        </p:nvSpPr>
        <p:spPr>
          <a:xfrm>
            <a:off x="2469386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1D750CAD-B303-4F3E-A270-03E8786D9635}"/>
              </a:ext>
            </a:extLst>
          </p:cNvPr>
          <p:cNvSpPr>
            <a:spLocks noGrp="1"/>
          </p:cNvSpPr>
          <p:nvPr/>
        </p:nvSpPr>
        <p:spPr>
          <a:xfrm>
            <a:off x="2657424" y="28263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89739B29-4CCE-476C-942B-15C2C0A3758D}"/>
              </a:ext>
            </a:extLst>
          </p:cNvPr>
          <p:cNvSpPr>
            <a:spLocks noGrp="1"/>
          </p:cNvSpPr>
          <p:nvPr/>
        </p:nvSpPr>
        <p:spPr>
          <a:xfrm>
            <a:off x="2616335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6E34D19F-DAB7-4250-A88C-087F12A1779E}"/>
              </a:ext>
            </a:extLst>
          </p:cNvPr>
          <p:cNvSpPr>
            <a:spLocks noGrp="1"/>
          </p:cNvSpPr>
          <p:nvPr/>
        </p:nvSpPr>
        <p:spPr>
          <a:xfrm>
            <a:off x="2613543" y="2544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430E7114-9DFB-432F-A2A3-2CD6E98EF82C}"/>
              </a:ext>
            </a:extLst>
          </p:cNvPr>
          <p:cNvSpPr>
            <a:spLocks noGrp="1"/>
          </p:cNvSpPr>
          <p:nvPr/>
        </p:nvSpPr>
        <p:spPr>
          <a:xfrm>
            <a:off x="256322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33480352-D999-4A31-B165-BBA3BDC353FC}"/>
              </a:ext>
            </a:extLst>
          </p:cNvPr>
          <p:cNvSpPr>
            <a:spLocks noGrp="1"/>
          </p:cNvSpPr>
          <p:nvPr/>
        </p:nvSpPr>
        <p:spPr>
          <a:xfrm>
            <a:off x="2688515" y="35059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B10662B4-F988-497B-ADB3-C4B110A5843F}"/>
              </a:ext>
            </a:extLst>
          </p:cNvPr>
          <p:cNvSpPr>
            <a:spLocks noGrp="1"/>
          </p:cNvSpPr>
          <p:nvPr/>
        </p:nvSpPr>
        <p:spPr>
          <a:xfrm>
            <a:off x="255573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96D0B3E1-7A49-4236-AFA3-6C1265A2BC7D}"/>
              </a:ext>
            </a:extLst>
          </p:cNvPr>
          <p:cNvSpPr>
            <a:spLocks noGrp="1"/>
          </p:cNvSpPr>
          <p:nvPr/>
        </p:nvSpPr>
        <p:spPr>
          <a:xfrm>
            <a:off x="2557085" y="32971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70E132FB-4A8D-4914-8E67-009A26040EE7}"/>
              </a:ext>
            </a:extLst>
          </p:cNvPr>
          <p:cNvSpPr>
            <a:spLocks noGrp="1"/>
          </p:cNvSpPr>
          <p:nvPr/>
        </p:nvSpPr>
        <p:spPr>
          <a:xfrm>
            <a:off x="2622481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FAEBACC2-2DE2-441E-B2FC-EB1B81851C30}"/>
              </a:ext>
            </a:extLst>
          </p:cNvPr>
          <p:cNvSpPr>
            <a:spLocks noGrp="1"/>
          </p:cNvSpPr>
          <p:nvPr/>
        </p:nvSpPr>
        <p:spPr>
          <a:xfrm>
            <a:off x="264854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F9CAF986-A815-4D39-AC8F-BE2824514092}"/>
              </a:ext>
            </a:extLst>
          </p:cNvPr>
          <p:cNvSpPr>
            <a:spLocks noGrp="1"/>
          </p:cNvSpPr>
          <p:nvPr/>
        </p:nvSpPr>
        <p:spPr>
          <a:xfrm>
            <a:off x="2672429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2A1B8A86-6E3C-46D8-B68F-77F0FED0143B}"/>
              </a:ext>
            </a:extLst>
          </p:cNvPr>
          <p:cNvSpPr>
            <a:spLocks noGrp="1"/>
          </p:cNvSpPr>
          <p:nvPr/>
        </p:nvSpPr>
        <p:spPr>
          <a:xfrm>
            <a:off x="26240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3DCD9DCF-BFFE-4FF1-B462-FFA181648DAA}"/>
              </a:ext>
            </a:extLst>
          </p:cNvPr>
          <p:cNvSpPr>
            <a:spLocks noGrp="1"/>
          </p:cNvSpPr>
          <p:nvPr/>
        </p:nvSpPr>
        <p:spPr>
          <a:xfrm>
            <a:off x="250159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2DC5696E-61A0-4417-8961-1DC5BB1185BC}"/>
              </a:ext>
            </a:extLst>
          </p:cNvPr>
          <p:cNvSpPr>
            <a:spLocks noGrp="1"/>
          </p:cNvSpPr>
          <p:nvPr/>
        </p:nvSpPr>
        <p:spPr>
          <a:xfrm>
            <a:off x="2566351" y="29554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45FCD681-2998-4989-8484-56E3EAC532ED}"/>
              </a:ext>
            </a:extLst>
          </p:cNvPr>
          <p:cNvSpPr>
            <a:spLocks noGrp="1"/>
          </p:cNvSpPr>
          <p:nvPr/>
        </p:nvSpPr>
        <p:spPr>
          <a:xfrm>
            <a:off x="2749616" y="26537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154D998E-446D-4917-B054-4C257F66E836}"/>
              </a:ext>
            </a:extLst>
          </p:cNvPr>
          <p:cNvSpPr>
            <a:spLocks noGrp="1"/>
          </p:cNvSpPr>
          <p:nvPr/>
        </p:nvSpPr>
        <p:spPr>
          <a:xfrm>
            <a:off x="2554273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F9E3ABE8-7D98-415D-B760-A8C6CED5ED58}"/>
              </a:ext>
            </a:extLst>
          </p:cNvPr>
          <p:cNvSpPr>
            <a:spLocks noGrp="1"/>
          </p:cNvSpPr>
          <p:nvPr/>
        </p:nvSpPr>
        <p:spPr>
          <a:xfrm>
            <a:off x="2477314" y="2734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E7119A7E-1B8C-4748-AEF5-83AE7DB5D90B}"/>
              </a:ext>
            </a:extLst>
          </p:cNvPr>
          <p:cNvSpPr>
            <a:spLocks noGrp="1"/>
          </p:cNvSpPr>
          <p:nvPr/>
        </p:nvSpPr>
        <p:spPr>
          <a:xfrm>
            <a:off x="2743634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858117E9-A321-406C-9EC5-C31EB18F2E2A}"/>
              </a:ext>
            </a:extLst>
          </p:cNvPr>
          <p:cNvSpPr>
            <a:spLocks noGrp="1"/>
          </p:cNvSpPr>
          <p:nvPr/>
        </p:nvSpPr>
        <p:spPr>
          <a:xfrm>
            <a:off x="26158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EDE42EED-47F4-4E8F-BBAF-470ABB67DE6D}"/>
              </a:ext>
            </a:extLst>
          </p:cNvPr>
          <p:cNvSpPr>
            <a:spLocks noGrp="1"/>
          </p:cNvSpPr>
          <p:nvPr/>
        </p:nvSpPr>
        <p:spPr>
          <a:xfrm>
            <a:off x="2743448" y="35411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3285015A-8038-43EF-910A-2EAFEC2EBDB9}"/>
              </a:ext>
            </a:extLst>
          </p:cNvPr>
          <p:cNvSpPr>
            <a:spLocks noGrp="1"/>
          </p:cNvSpPr>
          <p:nvPr/>
        </p:nvSpPr>
        <p:spPr>
          <a:xfrm>
            <a:off x="2482602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D4EE44EE-4B40-424B-B301-6BBB4A7B7D01}"/>
              </a:ext>
            </a:extLst>
          </p:cNvPr>
          <p:cNvSpPr>
            <a:spLocks noGrp="1"/>
          </p:cNvSpPr>
          <p:nvPr/>
        </p:nvSpPr>
        <p:spPr>
          <a:xfrm>
            <a:off x="265119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DB2DFBEB-F523-4B83-BDA3-AD0C18CDFC47}"/>
              </a:ext>
            </a:extLst>
          </p:cNvPr>
          <p:cNvSpPr>
            <a:spLocks noGrp="1"/>
          </p:cNvSpPr>
          <p:nvPr/>
        </p:nvSpPr>
        <p:spPr>
          <a:xfrm>
            <a:off x="250016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FF2A64E5-19E2-4E75-8F1D-CCEACB72A84B}"/>
              </a:ext>
            </a:extLst>
          </p:cNvPr>
          <p:cNvSpPr>
            <a:spLocks noGrp="1"/>
          </p:cNvSpPr>
          <p:nvPr/>
        </p:nvSpPr>
        <p:spPr>
          <a:xfrm>
            <a:off x="268372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F31C625E-EFFD-46F4-9E51-27EB89D7968C}"/>
              </a:ext>
            </a:extLst>
          </p:cNvPr>
          <p:cNvSpPr>
            <a:spLocks noGrp="1"/>
          </p:cNvSpPr>
          <p:nvPr/>
        </p:nvSpPr>
        <p:spPr>
          <a:xfrm>
            <a:off x="2668443" y="33919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6AD1B1F9-A124-45E7-93FC-89545831000E}"/>
              </a:ext>
            </a:extLst>
          </p:cNvPr>
          <p:cNvSpPr>
            <a:spLocks noGrp="1"/>
          </p:cNvSpPr>
          <p:nvPr/>
        </p:nvSpPr>
        <p:spPr>
          <a:xfrm>
            <a:off x="248635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2BF5372E-BB63-4C1B-98F9-EB296B432527}"/>
              </a:ext>
            </a:extLst>
          </p:cNvPr>
          <p:cNvSpPr>
            <a:spLocks noGrp="1"/>
          </p:cNvSpPr>
          <p:nvPr/>
        </p:nvSpPr>
        <p:spPr>
          <a:xfrm>
            <a:off x="2690607" y="36091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28847DA9-E58F-4756-BB88-F112A8051CD5}"/>
              </a:ext>
            </a:extLst>
          </p:cNvPr>
          <p:cNvSpPr>
            <a:spLocks noGrp="1"/>
          </p:cNvSpPr>
          <p:nvPr/>
        </p:nvSpPr>
        <p:spPr>
          <a:xfrm>
            <a:off x="1097756" y="1722120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B1F0B73-2B05-46E2-8B34-5DB6E13B3EB7}"/>
              </a:ext>
            </a:extLst>
          </p:cNvPr>
          <p:cNvSpPr>
            <a:spLocks noGrp="1"/>
          </p:cNvSpPr>
          <p:nvPr/>
        </p:nvSpPr>
        <p:spPr>
          <a:xfrm>
            <a:off x="1097756" y="376449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578">
            <a:extLst>
              <a:ext uri="{FF2B5EF4-FFF2-40B4-BE49-F238E27FC236}">
                <a16:creationId xmlns:a16="http://schemas.microsoft.com/office/drawing/2014/main" id="{DFBDDCB2-6B8B-4950-A4FE-CAB94FDFD068}"/>
              </a:ext>
            </a:extLst>
          </p:cNvPr>
          <p:cNvSpPr>
            <a:spLocks noGrp="1"/>
          </p:cNvSpPr>
          <p:nvPr/>
        </p:nvSpPr>
        <p:spPr>
          <a:xfrm rot="0">
            <a:off x="618927" y="1408719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79">
            <a:extLst>
              <a:ext uri="{FF2B5EF4-FFF2-40B4-BE49-F238E27FC236}">
                <a16:creationId xmlns:a16="http://schemas.microsoft.com/office/drawing/2014/main" id="{FC683440-A413-4CD5-850D-40A3E4FF67F7}"/>
              </a:ext>
            </a:extLst>
          </p:cNvPr>
          <p:cNvSpPr>
            <a:spLocks noGrp="1"/>
          </p:cNvSpPr>
          <p:nvPr/>
        </p:nvSpPr>
        <p:spPr>
          <a:xfrm rot="0">
            <a:off x="1097756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CDDC2032-ADF3-438F-A186-6287C046E0F7}"/>
              </a:ext>
            </a:extLst>
          </p:cNvPr>
          <p:cNvSpPr>
            <a:spLocks noGrp="1"/>
          </p:cNvSpPr>
          <p:nvPr/>
        </p:nvSpPr>
        <p:spPr>
          <a:xfrm>
            <a:off x="1634649" y="3394432"/>
            <a:ext cx="191" cy="149047"/>
          </a:xfrm>
          <a:custGeom>
            <a:pathLst>
              <a:path w="191" h="149047">
                <a:moveTo>
                  <a:pt x="0" y="149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1D9F7AC7-7F0F-42A6-9FB0-F4BF0A7387B8}"/>
              </a:ext>
            </a:extLst>
          </p:cNvPr>
          <p:cNvSpPr>
            <a:spLocks noGrp="1"/>
          </p:cNvSpPr>
          <p:nvPr/>
        </p:nvSpPr>
        <p:spPr>
          <a:xfrm>
            <a:off x="1541725" y="3543479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80FE96BE-D240-4270-A393-A05CC22522E2}"/>
              </a:ext>
            </a:extLst>
          </p:cNvPr>
          <p:cNvSpPr>
            <a:spLocks noGrp="1"/>
          </p:cNvSpPr>
          <p:nvPr/>
        </p:nvSpPr>
        <p:spPr>
          <a:xfrm>
            <a:off x="1541725" y="3394432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3364BEF1-D445-450A-88C8-74924594FD2D}"/>
              </a:ext>
            </a:extLst>
          </p:cNvPr>
          <p:cNvSpPr>
            <a:spLocks noGrp="1"/>
          </p:cNvSpPr>
          <p:nvPr/>
        </p:nvSpPr>
        <p:spPr>
          <a:xfrm>
            <a:off x="2130242" y="2801086"/>
            <a:ext cx="191" cy="203261"/>
          </a:xfrm>
          <a:custGeom>
            <a:pathLst>
              <a:path w="191" h="203261">
                <a:moveTo>
                  <a:pt x="0" y="20326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69078F1D-660F-4787-97D3-4B50A369D326}"/>
              </a:ext>
            </a:extLst>
          </p:cNvPr>
          <p:cNvSpPr>
            <a:spLocks noGrp="1"/>
          </p:cNvSpPr>
          <p:nvPr/>
        </p:nvSpPr>
        <p:spPr>
          <a:xfrm>
            <a:off x="2037318" y="3004347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72A1C28C-569A-4101-95CD-4314CD7402F4}"/>
              </a:ext>
            </a:extLst>
          </p:cNvPr>
          <p:cNvSpPr>
            <a:spLocks noGrp="1"/>
          </p:cNvSpPr>
          <p:nvPr/>
        </p:nvSpPr>
        <p:spPr>
          <a:xfrm>
            <a:off x="2037318" y="2801086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3E884916-DBBB-4C1C-8BB0-4D985384F1C7}"/>
              </a:ext>
            </a:extLst>
          </p:cNvPr>
          <p:cNvSpPr>
            <a:spLocks noGrp="1"/>
          </p:cNvSpPr>
          <p:nvPr/>
        </p:nvSpPr>
        <p:spPr>
          <a:xfrm>
            <a:off x="2625835" y="2582828"/>
            <a:ext cx="191" cy="214726"/>
          </a:xfrm>
          <a:custGeom>
            <a:pathLst>
              <a:path w="191" h="214726">
                <a:moveTo>
                  <a:pt x="0" y="21472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A06E77AD-E832-4A53-9B61-FC59BE411DA2}"/>
              </a:ext>
            </a:extLst>
          </p:cNvPr>
          <p:cNvSpPr>
            <a:spLocks noGrp="1"/>
          </p:cNvSpPr>
          <p:nvPr/>
        </p:nvSpPr>
        <p:spPr>
          <a:xfrm>
            <a:off x="2532911" y="2797554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74089FD1-61B9-4A5B-9A8D-35C213022805}"/>
              </a:ext>
            </a:extLst>
          </p:cNvPr>
          <p:cNvSpPr>
            <a:spLocks noGrp="1"/>
          </p:cNvSpPr>
          <p:nvPr/>
        </p:nvSpPr>
        <p:spPr>
          <a:xfrm>
            <a:off x="2532911" y="2582828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1378F2D6-CE0D-4CC3-A4C1-257FFD118BB7}"/>
              </a:ext>
            </a:extLst>
          </p:cNvPr>
          <p:cNvSpPr>
            <a:spLocks noGrp="1"/>
          </p:cNvSpPr>
          <p:nvPr/>
        </p:nvSpPr>
        <p:spPr>
          <a:xfrm>
            <a:off x="1459126" y="3472017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E448CCBB-3DF8-4F35-905D-4C31FE7B89D3}"/>
              </a:ext>
            </a:extLst>
          </p:cNvPr>
          <p:cNvSpPr>
            <a:spLocks noGrp="1"/>
          </p:cNvSpPr>
          <p:nvPr/>
        </p:nvSpPr>
        <p:spPr>
          <a:xfrm>
            <a:off x="1954719" y="2903205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27158150-C0D7-4A49-A6A0-D34314118D55}"/>
              </a:ext>
            </a:extLst>
          </p:cNvPr>
          <p:cNvSpPr>
            <a:spLocks noGrp="1"/>
          </p:cNvSpPr>
          <p:nvPr/>
        </p:nvSpPr>
        <p:spPr>
          <a:xfrm>
            <a:off x="2450312" y="2690185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EB223CD4-4C0C-4ADF-AC5B-6CEE488EA1B9}"/>
              </a:ext>
            </a:extLst>
          </p:cNvPr>
          <p:cNvSpPr>
            <a:spLocks noGrp="1"/>
          </p:cNvSpPr>
          <p:nvPr/>
        </p:nvSpPr>
        <p:spPr>
          <a:xfrm>
            <a:off x="3929087" y="1722120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8A3ACC2B-067B-4F1A-934C-A56AEBA52210}"/>
              </a:ext>
            </a:extLst>
          </p:cNvPr>
          <p:cNvSpPr>
            <a:spLocks noGrp="1"/>
          </p:cNvSpPr>
          <p:nvPr/>
        </p:nvSpPr>
        <p:spPr>
          <a:xfrm>
            <a:off x="4389520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594">
            <a:extLst>
              <a:ext uri="{FF2B5EF4-FFF2-40B4-BE49-F238E27FC236}">
                <a16:creationId xmlns:a16="http://schemas.microsoft.com/office/drawing/2014/main" id="{F975662D-DFAD-4FD0-B5C8-6B155B6B3719}"/>
              </a:ext>
            </a:extLst>
          </p:cNvPr>
          <p:cNvSpPr>
            <a:spLocks noGrp="1"/>
          </p:cNvSpPr>
          <p:nvPr/>
        </p:nvSpPr>
        <p:spPr>
          <a:xfrm rot="0">
            <a:off x="4029420" y="3901213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96" name="text_595">
            <a:extLst>
              <a:ext uri="{FF2B5EF4-FFF2-40B4-BE49-F238E27FC236}">
                <a16:creationId xmlns:a16="http://schemas.microsoft.com/office/drawing/2014/main" id="{4AA07C8E-64CF-4C33-A9F3-744A9119CB16}"/>
              </a:ext>
            </a:extLst>
          </p:cNvPr>
          <p:cNvSpPr>
            <a:spLocks noGrp="1"/>
          </p:cNvSpPr>
          <p:nvPr/>
        </p:nvSpPr>
        <p:spPr>
          <a:xfrm rot="0">
            <a:off x="4153467" y="4028135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43891D49-EFEA-49CA-9B67-E3C55062F52B}"/>
              </a:ext>
            </a:extLst>
          </p:cNvPr>
          <p:cNvSpPr>
            <a:spLocks noGrp="1"/>
          </p:cNvSpPr>
          <p:nvPr/>
        </p:nvSpPr>
        <p:spPr>
          <a:xfrm>
            <a:off x="5533625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8" name="text_597">
            <a:extLst>
              <a:ext uri="{FF2B5EF4-FFF2-40B4-BE49-F238E27FC236}">
                <a16:creationId xmlns:a16="http://schemas.microsoft.com/office/drawing/2014/main" id="{3A01C740-A066-4124-8D73-574B81535305}"/>
              </a:ext>
            </a:extLst>
          </p:cNvPr>
          <p:cNvSpPr>
            <a:spLocks noGrp="1"/>
          </p:cNvSpPr>
          <p:nvPr/>
        </p:nvSpPr>
        <p:spPr>
          <a:xfrm rot="0">
            <a:off x="5173525" y="3901213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99" name="text_598">
            <a:extLst>
              <a:ext uri="{FF2B5EF4-FFF2-40B4-BE49-F238E27FC236}">
                <a16:creationId xmlns:a16="http://schemas.microsoft.com/office/drawing/2014/main" id="{2F91A288-3CFB-49FC-888F-E8E5487BB560}"/>
              </a:ext>
            </a:extLst>
          </p:cNvPr>
          <p:cNvSpPr>
            <a:spLocks noGrp="1"/>
          </p:cNvSpPr>
          <p:nvPr/>
        </p:nvSpPr>
        <p:spPr>
          <a:xfrm rot="0">
            <a:off x="5392720" y="4028135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97F0E710-06B5-4B52-95DB-8034E9978056}"/>
              </a:ext>
            </a:extLst>
          </p:cNvPr>
          <p:cNvSpPr>
            <a:spLocks noGrp="1"/>
          </p:cNvSpPr>
          <p:nvPr/>
        </p:nvSpPr>
        <p:spPr>
          <a:xfrm>
            <a:off x="3929087" y="376449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3953C71F-8467-46BB-8721-BA442C9C7989}"/>
              </a:ext>
            </a:extLst>
          </p:cNvPr>
          <p:cNvSpPr>
            <a:spLocks noGrp="1"/>
          </p:cNvSpPr>
          <p:nvPr/>
        </p:nvSpPr>
        <p:spPr>
          <a:xfrm>
            <a:off x="3884751" y="37644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2" name="text_601">
            <a:extLst>
              <a:ext uri="{FF2B5EF4-FFF2-40B4-BE49-F238E27FC236}">
                <a16:creationId xmlns:a16="http://schemas.microsoft.com/office/drawing/2014/main" id="{73667311-5BE0-467F-9602-150CBC02276F}"/>
              </a:ext>
            </a:extLst>
          </p:cNvPr>
          <p:cNvSpPr>
            <a:spLocks noGrp="1"/>
          </p:cNvSpPr>
          <p:nvPr/>
        </p:nvSpPr>
        <p:spPr>
          <a:xfrm rot="0">
            <a:off x="3661027" y="370704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C37D7947-5D21-43D0-9CDD-6A90302E6B59}"/>
              </a:ext>
            </a:extLst>
          </p:cNvPr>
          <p:cNvSpPr>
            <a:spLocks noGrp="1"/>
          </p:cNvSpPr>
          <p:nvPr/>
        </p:nvSpPr>
        <p:spPr>
          <a:xfrm>
            <a:off x="3929087" y="2801111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2039B622-AE85-48DE-AEA6-5171AA059FC3}"/>
              </a:ext>
            </a:extLst>
          </p:cNvPr>
          <p:cNvSpPr>
            <a:spLocks noGrp="1"/>
          </p:cNvSpPr>
          <p:nvPr/>
        </p:nvSpPr>
        <p:spPr>
          <a:xfrm>
            <a:off x="3884751" y="2801111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5" name="text_604">
            <a:extLst>
              <a:ext uri="{FF2B5EF4-FFF2-40B4-BE49-F238E27FC236}">
                <a16:creationId xmlns:a16="http://schemas.microsoft.com/office/drawing/2014/main" id="{77A5D77F-C725-4191-8655-935E75BC2E94}"/>
              </a:ext>
            </a:extLst>
          </p:cNvPr>
          <p:cNvSpPr>
            <a:spLocks noGrp="1"/>
          </p:cNvSpPr>
          <p:nvPr/>
        </p:nvSpPr>
        <p:spPr>
          <a:xfrm rot="0">
            <a:off x="3661027" y="27436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8B813146-5226-4987-A544-63EF0BF277FB}"/>
              </a:ext>
            </a:extLst>
          </p:cNvPr>
          <p:cNvSpPr>
            <a:spLocks noGrp="1"/>
          </p:cNvSpPr>
          <p:nvPr/>
        </p:nvSpPr>
        <p:spPr>
          <a:xfrm>
            <a:off x="3929087" y="183772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CAE0D517-0855-4C6B-AB52-4D5709085E8B}"/>
              </a:ext>
            </a:extLst>
          </p:cNvPr>
          <p:cNvSpPr>
            <a:spLocks noGrp="1"/>
          </p:cNvSpPr>
          <p:nvPr/>
        </p:nvSpPr>
        <p:spPr>
          <a:xfrm>
            <a:off x="3884751" y="183772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8" name="text_607">
            <a:extLst>
              <a:ext uri="{FF2B5EF4-FFF2-40B4-BE49-F238E27FC236}">
                <a16:creationId xmlns:a16="http://schemas.microsoft.com/office/drawing/2014/main" id="{799504DA-46A6-4B63-B4D6-CE1511977315}"/>
              </a:ext>
            </a:extLst>
          </p:cNvPr>
          <p:cNvSpPr>
            <a:spLocks noGrp="1"/>
          </p:cNvSpPr>
          <p:nvPr/>
        </p:nvSpPr>
        <p:spPr>
          <a:xfrm rot="0">
            <a:off x="3661027" y="17802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09" name="text_608">
            <a:extLst>
              <a:ext uri="{FF2B5EF4-FFF2-40B4-BE49-F238E27FC236}">
                <a16:creationId xmlns:a16="http://schemas.microsoft.com/office/drawing/2014/main" id="{472F35F1-F76F-4E55-B062-3FA4D1FADF57}"/>
              </a:ext>
            </a:extLst>
          </p:cNvPr>
          <p:cNvSpPr>
            <a:spLocks noGrp="1"/>
          </p:cNvSpPr>
          <p:nvPr/>
        </p:nvSpPr>
        <p:spPr>
          <a:xfrm rot="-5400000">
            <a:off x="3391819" y="265906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24A169-BDC4-4CB3-914C-839048B334B9}"/>
              </a:ext>
            </a:extLst>
          </p:cNvPr>
          <p:cNvSpPr>
            <a:spLocks noGrp="1"/>
          </p:cNvSpPr>
          <p:nvPr/>
        </p:nvSpPr>
        <p:spPr>
          <a:xfrm>
            <a:off x="4007221" y="1837726"/>
            <a:ext cx="206497" cy="1926770"/>
          </a:xfrm>
          <a:custGeom>
            <a:pathLst>
              <a:path w="206497" h="1926770">
                <a:moveTo>
                  <a:pt x="206497" y="1926770"/>
                </a:moveTo>
                <a:lnTo>
                  <a:pt x="0" y="1926770"/>
                </a:lnTo>
                <a:lnTo>
                  <a:pt x="1090" y="1914727"/>
                </a:lnTo>
                <a:lnTo>
                  <a:pt x="4285" y="1902685"/>
                </a:lnTo>
                <a:lnTo>
                  <a:pt x="9363" y="1890643"/>
                </a:lnTo>
                <a:lnTo>
                  <a:pt x="15984" y="1878600"/>
                </a:lnTo>
                <a:lnTo>
                  <a:pt x="23726" y="1866558"/>
                </a:lnTo>
                <a:lnTo>
                  <a:pt x="32126" y="1854516"/>
                </a:lnTo>
                <a:lnTo>
                  <a:pt x="40731" y="1842473"/>
                </a:lnTo>
                <a:lnTo>
                  <a:pt x="49127" y="1830431"/>
                </a:lnTo>
                <a:lnTo>
                  <a:pt x="56978" y="1818389"/>
                </a:lnTo>
                <a:lnTo>
                  <a:pt x="64038" y="1806347"/>
                </a:lnTo>
                <a:lnTo>
                  <a:pt x="70154" y="1794304"/>
                </a:lnTo>
                <a:lnTo>
                  <a:pt x="75266" y="1782262"/>
                </a:lnTo>
                <a:lnTo>
                  <a:pt x="79390" y="1770220"/>
                </a:lnTo>
                <a:lnTo>
                  <a:pt x="82599" y="1758177"/>
                </a:lnTo>
                <a:lnTo>
                  <a:pt x="85007" y="1746135"/>
                </a:lnTo>
                <a:lnTo>
                  <a:pt x="86746" y="1734093"/>
                </a:lnTo>
                <a:lnTo>
                  <a:pt x="87955" y="1722050"/>
                </a:lnTo>
                <a:lnTo>
                  <a:pt x="88768" y="1710008"/>
                </a:lnTo>
                <a:lnTo>
                  <a:pt x="89303" y="1697966"/>
                </a:lnTo>
                <a:lnTo>
                  <a:pt x="89661" y="1685923"/>
                </a:lnTo>
                <a:lnTo>
                  <a:pt x="89922" y="1673881"/>
                </a:lnTo>
                <a:lnTo>
                  <a:pt x="90149" y="1661839"/>
                </a:lnTo>
                <a:lnTo>
                  <a:pt x="90386" y="1649797"/>
                </a:lnTo>
                <a:lnTo>
                  <a:pt x="90661" y="1637754"/>
                </a:lnTo>
                <a:lnTo>
                  <a:pt x="90991" y="1625712"/>
                </a:lnTo>
                <a:lnTo>
                  <a:pt x="91380" y="1613670"/>
                </a:lnTo>
                <a:lnTo>
                  <a:pt x="91827" y="1601627"/>
                </a:lnTo>
                <a:lnTo>
                  <a:pt x="92320" y="1589585"/>
                </a:lnTo>
                <a:lnTo>
                  <a:pt x="92847" y="1577543"/>
                </a:lnTo>
                <a:lnTo>
                  <a:pt x="93391" y="1565500"/>
                </a:lnTo>
                <a:lnTo>
                  <a:pt x="93934" y="1553458"/>
                </a:lnTo>
                <a:lnTo>
                  <a:pt x="94456" y="1541416"/>
                </a:lnTo>
                <a:lnTo>
                  <a:pt x="94943" y="1529373"/>
                </a:lnTo>
                <a:lnTo>
                  <a:pt x="95379" y="1517331"/>
                </a:lnTo>
                <a:lnTo>
                  <a:pt x="95753" y="1505289"/>
                </a:lnTo>
                <a:lnTo>
                  <a:pt x="96057" y="1493246"/>
                </a:lnTo>
                <a:lnTo>
                  <a:pt x="96288" y="1481204"/>
                </a:lnTo>
                <a:lnTo>
                  <a:pt x="96448" y="1469162"/>
                </a:lnTo>
                <a:lnTo>
                  <a:pt x="96539" y="1457120"/>
                </a:lnTo>
                <a:lnTo>
                  <a:pt x="96571" y="1445077"/>
                </a:lnTo>
                <a:lnTo>
                  <a:pt x="96551" y="1433035"/>
                </a:lnTo>
                <a:lnTo>
                  <a:pt x="96493" y="1420993"/>
                </a:lnTo>
                <a:lnTo>
                  <a:pt x="96407" y="1408950"/>
                </a:lnTo>
                <a:lnTo>
                  <a:pt x="96306" y="1396908"/>
                </a:lnTo>
                <a:lnTo>
                  <a:pt x="96201" y="1384866"/>
                </a:lnTo>
                <a:lnTo>
                  <a:pt x="96104" y="1372823"/>
                </a:lnTo>
                <a:lnTo>
                  <a:pt x="96024" y="1360781"/>
                </a:lnTo>
                <a:lnTo>
                  <a:pt x="95969" y="1348739"/>
                </a:lnTo>
                <a:lnTo>
                  <a:pt x="95947" y="1336696"/>
                </a:lnTo>
                <a:lnTo>
                  <a:pt x="95961" y="1324654"/>
                </a:lnTo>
                <a:lnTo>
                  <a:pt x="96013" y="1312612"/>
                </a:lnTo>
                <a:lnTo>
                  <a:pt x="96105" y="1300570"/>
                </a:lnTo>
                <a:lnTo>
                  <a:pt x="96233" y="1288527"/>
                </a:lnTo>
                <a:lnTo>
                  <a:pt x="96392" y="1276485"/>
                </a:lnTo>
                <a:lnTo>
                  <a:pt x="96577" y="1264443"/>
                </a:lnTo>
                <a:lnTo>
                  <a:pt x="96780" y="1252400"/>
                </a:lnTo>
                <a:lnTo>
                  <a:pt x="96994" y="1240358"/>
                </a:lnTo>
                <a:lnTo>
                  <a:pt x="97212" y="1228316"/>
                </a:lnTo>
                <a:lnTo>
                  <a:pt x="97429" y="1216273"/>
                </a:lnTo>
                <a:lnTo>
                  <a:pt x="97642" y="1204231"/>
                </a:lnTo>
                <a:lnTo>
                  <a:pt x="97851" y="1192189"/>
                </a:lnTo>
                <a:lnTo>
                  <a:pt x="98055" y="1180146"/>
                </a:lnTo>
                <a:lnTo>
                  <a:pt x="98256" y="1168104"/>
                </a:lnTo>
                <a:lnTo>
                  <a:pt x="98458" y="1156062"/>
                </a:lnTo>
                <a:lnTo>
                  <a:pt x="98661" y="1144019"/>
                </a:lnTo>
                <a:lnTo>
                  <a:pt x="98866" y="1131977"/>
                </a:lnTo>
                <a:lnTo>
                  <a:pt x="99073" y="1119935"/>
                </a:lnTo>
                <a:lnTo>
                  <a:pt x="99281" y="1107893"/>
                </a:lnTo>
                <a:lnTo>
                  <a:pt x="99484" y="1095850"/>
                </a:lnTo>
                <a:lnTo>
                  <a:pt x="99681" y="1083808"/>
                </a:lnTo>
                <a:lnTo>
                  <a:pt x="99865" y="1071766"/>
                </a:lnTo>
                <a:lnTo>
                  <a:pt x="100035" y="1059723"/>
                </a:lnTo>
                <a:lnTo>
                  <a:pt x="100187" y="1047681"/>
                </a:lnTo>
                <a:lnTo>
                  <a:pt x="100320" y="1035639"/>
                </a:lnTo>
                <a:lnTo>
                  <a:pt x="100433" y="1023596"/>
                </a:lnTo>
                <a:lnTo>
                  <a:pt x="100527" y="1011554"/>
                </a:lnTo>
                <a:lnTo>
                  <a:pt x="100604" y="999512"/>
                </a:lnTo>
                <a:lnTo>
                  <a:pt x="100666" y="987469"/>
                </a:lnTo>
                <a:lnTo>
                  <a:pt x="100714" y="975427"/>
                </a:lnTo>
                <a:lnTo>
                  <a:pt x="100752" y="963385"/>
                </a:lnTo>
                <a:lnTo>
                  <a:pt x="100781" y="951343"/>
                </a:lnTo>
                <a:lnTo>
                  <a:pt x="100803" y="939300"/>
                </a:lnTo>
                <a:lnTo>
                  <a:pt x="100821" y="927258"/>
                </a:lnTo>
                <a:lnTo>
                  <a:pt x="100836" y="915216"/>
                </a:lnTo>
                <a:lnTo>
                  <a:pt x="100852" y="903173"/>
                </a:lnTo>
                <a:lnTo>
                  <a:pt x="100872" y="891131"/>
                </a:lnTo>
                <a:lnTo>
                  <a:pt x="100897" y="879089"/>
                </a:lnTo>
                <a:lnTo>
                  <a:pt x="100931" y="867046"/>
                </a:lnTo>
                <a:lnTo>
                  <a:pt x="100975" y="855004"/>
                </a:lnTo>
                <a:lnTo>
                  <a:pt x="101033" y="842962"/>
                </a:lnTo>
                <a:lnTo>
                  <a:pt x="101104" y="830919"/>
                </a:lnTo>
                <a:lnTo>
                  <a:pt x="101188" y="818877"/>
                </a:lnTo>
                <a:lnTo>
                  <a:pt x="101283" y="806835"/>
                </a:lnTo>
                <a:lnTo>
                  <a:pt x="101386" y="794792"/>
                </a:lnTo>
                <a:lnTo>
                  <a:pt x="101493" y="782750"/>
                </a:lnTo>
                <a:lnTo>
                  <a:pt x="101601" y="770708"/>
                </a:lnTo>
                <a:lnTo>
                  <a:pt x="101703" y="758666"/>
                </a:lnTo>
                <a:lnTo>
                  <a:pt x="101795" y="746623"/>
                </a:lnTo>
                <a:lnTo>
                  <a:pt x="101872" y="734581"/>
                </a:lnTo>
                <a:lnTo>
                  <a:pt x="101932" y="722539"/>
                </a:lnTo>
                <a:lnTo>
                  <a:pt x="101972" y="710496"/>
                </a:lnTo>
                <a:lnTo>
                  <a:pt x="101991" y="698454"/>
                </a:lnTo>
                <a:lnTo>
                  <a:pt x="101988" y="686412"/>
                </a:lnTo>
                <a:lnTo>
                  <a:pt x="101967" y="674369"/>
                </a:lnTo>
                <a:lnTo>
                  <a:pt x="101930" y="662327"/>
                </a:lnTo>
                <a:lnTo>
                  <a:pt x="101880" y="650285"/>
                </a:lnTo>
                <a:lnTo>
                  <a:pt x="101822" y="638242"/>
                </a:lnTo>
                <a:lnTo>
                  <a:pt x="101762" y="626200"/>
                </a:lnTo>
                <a:lnTo>
                  <a:pt x="101703" y="614158"/>
                </a:lnTo>
                <a:lnTo>
                  <a:pt x="101651" y="602116"/>
                </a:lnTo>
                <a:lnTo>
                  <a:pt x="101609" y="590073"/>
                </a:lnTo>
                <a:lnTo>
                  <a:pt x="101579" y="578031"/>
                </a:lnTo>
                <a:lnTo>
                  <a:pt x="101564" y="565989"/>
                </a:lnTo>
                <a:lnTo>
                  <a:pt x="101564" y="553946"/>
                </a:lnTo>
                <a:lnTo>
                  <a:pt x="101579" y="541904"/>
                </a:lnTo>
                <a:lnTo>
                  <a:pt x="101609" y="529862"/>
                </a:lnTo>
                <a:lnTo>
                  <a:pt x="101650" y="517819"/>
                </a:lnTo>
                <a:lnTo>
                  <a:pt x="101702" y="505777"/>
                </a:lnTo>
                <a:lnTo>
                  <a:pt x="101762" y="493735"/>
                </a:lnTo>
                <a:lnTo>
                  <a:pt x="101827" y="481692"/>
                </a:lnTo>
                <a:lnTo>
                  <a:pt x="101896" y="469650"/>
                </a:lnTo>
                <a:lnTo>
                  <a:pt x="101966" y="457608"/>
                </a:lnTo>
                <a:lnTo>
                  <a:pt x="102038" y="445565"/>
                </a:lnTo>
                <a:lnTo>
                  <a:pt x="102110" y="433523"/>
                </a:lnTo>
                <a:lnTo>
                  <a:pt x="102182" y="421481"/>
                </a:lnTo>
                <a:lnTo>
                  <a:pt x="102255" y="409439"/>
                </a:lnTo>
                <a:lnTo>
                  <a:pt x="102328" y="397396"/>
                </a:lnTo>
                <a:lnTo>
                  <a:pt x="102403" y="385354"/>
                </a:lnTo>
                <a:lnTo>
                  <a:pt x="102478" y="373312"/>
                </a:lnTo>
                <a:lnTo>
                  <a:pt x="102554" y="361269"/>
                </a:lnTo>
                <a:lnTo>
                  <a:pt x="102630" y="349227"/>
                </a:lnTo>
                <a:lnTo>
                  <a:pt x="102705" y="337185"/>
                </a:lnTo>
                <a:lnTo>
                  <a:pt x="102778" y="325142"/>
                </a:lnTo>
                <a:lnTo>
                  <a:pt x="102847" y="313100"/>
                </a:lnTo>
                <a:lnTo>
                  <a:pt x="102911" y="301058"/>
                </a:lnTo>
                <a:lnTo>
                  <a:pt x="102968" y="289015"/>
                </a:lnTo>
                <a:lnTo>
                  <a:pt x="103016" y="276973"/>
                </a:lnTo>
                <a:lnTo>
                  <a:pt x="103055" y="264931"/>
                </a:lnTo>
                <a:lnTo>
                  <a:pt x="103082" y="252889"/>
                </a:lnTo>
                <a:lnTo>
                  <a:pt x="103096" y="240846"/>
                </a:lnTo>
                <a:lnTo>
                  <a:pt x="103094" y="228804"/>
                </a:lnTo>
                <a:lnTo>
                  <a:pt x="103072" y="216762"/>
                </a:lnTo>
                <a:lnTo>
                  <a:pt x="103028" y="204719"/>
                </a:lnTo>
                <a:lnTo>
                  <a:pt x="102956" y="192677"/>
                </a:lnTo>
                <a:lnTo>
                  <a:pt x="102850" y="180635"/>
                </a:lnTo>
                <a:lnTo>
                  <a:pt x="102704" y="168592"/>
                </a:lnTo>
                <a:lnTo>
                  <a:pt x="102514" y="156550"/>
                </a:lnTo>
                <a:lnTo>
                  <a:pt x="102273" y="144508"/>
                </a:lnTo>
                <a:lnTo>
                  <a:pt x="101979" y="132465"/>
                </a:lnTo>
                <a:lnTo>
                  <a:pt x="101632" y="120423"/>
                </a:lnTo>
                <a:lnTo>
                  <a:pt x="101236" y="108381"/>
                </a:lnTo>
                <a:lnTo>
                  <a:pt x="100799" y="96338"/>
                </a:lnTo>
                <a:lnTo>
                  <a:pt x="100335" y="84296"/>
                </a:lnTo>
                <a:lnTo>
                  <a:pt x="99863" y="72254"/>
                </a:lnTo>
                <a:lnTo>
                  <a:pt x="99403" y="60212"/>
                </a:lnTo>
                <a:lnTo>
                  <a:pt x="98982" y="48169"/>
                </a:lnTo>
                <a:lnTo>
                  <a:pt x="98622" y="36127"/>
                </a:lnTo>
                <a:lnTo>
                  <a:pt x="98346" y="24085"/>
                </a:lnTo>
                <a:lnTo>
                  <a:pt x="98173" y="12042"/>
                </a:lnTo>
                <a:lnTo>
                  <a:pt x="98114" y="0"/>
                </a:lnTo>
                <a:lnTo>
                  <a:pt x="108383" y="0"/>
                </a:lnTo>
                <a:lnTo>
                  <a:pt x="108383" y="0"/>
                </a:lnTo>
                <a:lnTo>
                  <a:pt x="108324" y="12042"/>
                </a:lnTo>
                <a:lnTo>
                  <a:pt x="108151" y="24085"/>
                </a:lnTo>
                <a:lnTo>
                  <a:pt x="107875" y="36127"/>
                </a:lnTo>
                <a:lnTo>
                  <a:pt x="107516" y="48169"/>
                </a:lnTo>
                <a:lnTo>
                  <a:pt x="107094" y="60212"/>
                </a:lnTo>
                <a:lnTo>
                  <a:pt x="106634" y="72254"/>
                </a:lnTo>
                <a:lnTo>
                  <a:pt x="106162" y="84296"/>
                </a:lnTo>
                <a:lnTo>
                  <a:pt x="105698" y="96338"/>
                </a:lnTo>
                <a:lnTo>
                  <a:pt x="105262" y="108381"/>
                </a:lnTo>
                <a:lnTo>
                  <a:pt x="104865" y="120423"/>
                </a:lnTo>
                <a:lnTo>
                  <a:pt x="104518" y="132465"/>
                </a:lnTo>
                <a:lnTo>
                  <a:pt x="104224" y="144508"/>
                </a:lnTo>
                <a:lnTo>
                  <a:pt x="103984" y="156550"/>
                </a:lnTo>
                <a:lnTo>
                  <a:pt x="103793" y="168592"/>
                </a:lnTo>
                <a:lnTo>
                  <a:pt x="103647" y="180635"/>
                </a:lnTo>
                <a:lnTo>
                  <a:pt x="103542" y="192677"/>
                </a:lnTo>
                <a:lnTo>
                  <a:pt x="103469" y="204719"/>
                </a:lnTo>
                <a:lnTo>
                  <a:pt x="103425" y="216762"/>
                </a:lnTo>
                <a:lnTo>
                  <a:pt x="103403" y="228804"/>
                </a:lnTo>
                <a:lnTo>
                  <a:pt x="103401" y="240846"/>
                </a:lnTo>
                <a:lnTo>
                  <a:pt x="103415" y="252889"/>
                </a:lnTo>
                <a:lnTo>
                  <a:pt x="103442" y="264931"/>
                </a:lnTo>
                <a:lnTo>
                  <a:pt x="103481" y="276973"/>
                </a:lnTo>
                <a:lnTo>
                  <a:pt x="103529" y="289015"/>
                </a:lnTo>
                <a:lnTo>
                  <a:pt x="103586" y="301058"/>
                </a:lnTo>
                <a:lnTo>
                  <a:pt x="103650" y="313100"/>
                </a:lnTo>
                <a:lnTo>
                  <a:pt x="103719" y="325142"/>
                </a:lnTo>
                <a:lnTo>
                  <a:pt x="103792" y="337185"/>
                </a:lnTo>
                <a:lnTo>
                  <a:pt x="103867" y="349227"/>
                </a:lnTo>
                <a:lnTo>
                  <a:pt x="103943" y="361269"/>
                </a:lnTo>
                <a:lnTo>
                  <a:pt x="104019" y="373312"/>
                </a:lnTo>
                <a:lnTo>
                  <a:pt x="104094" y="385354"/>
                </a:lnTo>
                <a:lnTo>
                  <a:pt x="104169" y="397396"/>
                </a:lnTo>
                <a:lnTo>
                  <a:pt x="104242" y="409439"/>
                </a:lnTo>
                <a:lnTo>
                  <a:pt x="104315" y="421481"/>
                </a:lnTo>
                <a:lnTo>
                  <a:pt x="104387" y="433523"/>
                </a:lnTo>
                <a:lnTo>
                  <a:pt x="104459" y="445565"/>
                </a:lnTo>
                <a:lnTo>
                  <a:pt x="104531" y="457608"/>
                </a:lnTo>
                <a:lnTo>
                  <a:pt x="104601" y="469650"/>
                </a:lnTo>
                <a:lnTo>
                  <a:pt x="104670" y="481692"/>
                </a:lnTo>
                <a:lnTo>
                  <a:pt x="104735" y="493735"/>
                </a:lnTo>
                <a:lnTo>
                  <a:pt x="104795" y="505777"/>
                </a:lnTo>
                <a:lnTo>
                  <a:pt x="104847" y="517819"/>
                </a:lnTo>
                <a:lnTo>
                  <a:pt x="104888" y="529862"/>
                </a:lnTo>
                <a:lnTo>
                  <a:pt x="104918" y="541904"/>
                </a:lnTo>
                <a:lnTo>
                  <a:pt x="104933" y="553946"/>
                </a:lnTo>
                <a:lnTo>
                  <a:pt x="104933" y="565989"/>
                </a:lnTo>
                <a:lnTo>
                  <a:pt x="104918" y="578031"/>
                </a:lnTo>
                <a:lnTo>
                  <a:pt x="104889" y="590073"/>
                </a:lnTo>
                <a:lnTo>
                  <a:pt x="104846" y="602116"/>
                </a:lnTo>
                <a:lnTo>
                  <a:pt x="104794" y="614158"/>
                </a:lnTo>
                <a:lnTo>
                  <a:pt x="104735" y="626200"/>
                </a:lnTo>
                <a:lnTo>
                  <a:pt x="104675" y="638242"/>
                </a:lnTo>
                <a:lnTo>
                  <a:pt x="104617" y="650285"/>
                </a:lnTo>
                <a:lnTo>
                  <a:pt x="104568" y="662327"/>
                </a:lnTo>
                <a:lnTo>
                  <a:pt x="104530" y="674369"/>
                </a:lnTo>
                <a:lnTo>
                  <a:pt x="104509" y="686412"/>
                </a:lnTo>
                <a:lnTo>
                  <a:pt x="104507" y="698454"/>
                </a:lnTo>
                <a:lnTo>
                  <a:pt x="104525" y="710496"/>
                </a:lnTo>
                <a:lnTo>
                  <a:pt x="104565" y="722539"/>
                </a:lnTo>
                <a:lnTo>
                  <a:pt x="104625" y="734581"/>
                </a:lnTo>
                <a:lnTo>
                  <a:pt x="104702" y="746623"/>
                </a:lnTo>
                <a:lnTo>
                  <a:pt x="104794" y="758666"/>
                </a:lnTo>
                <a:lnTo>
                  <a:pt x="104897" y="770708"/>
                </a:lnTo>
                <a:lnTo>
                  <a:pt x="105004" y="782750"/>
                </a:lnTo>
                <a:lnTo>
                  <a:pt x="105111" y="794792"/>
                </a:lnTo>
                <a:lnTo>
                  <a:pt x="105214" y="806835"/>
                </a:lnTo>
                <a:lnTo>
                  <a:pt x="105309" y="818877"/>
                </a:lnTo>
                <a:lnTo>
                  <a:pt x="105393" y="830919"/>
                </a:lnTo>
                <a:lnTo>
                  <a:pt x="105464" y="842962"/>
                </a:lnTo>
                <a:lnTo>
                  <a:pt x="105522" y="855004"/>
                </a:lnTo>
                <a:lnTo>
                  <a:pt x="105567" y="867046"/>
                </a:lnTo>
                <a:lnTo>
                  <a:pt x="105600" y="879089"/>
                </a:lnTo>
                <a:lnTo>
                  <a:pt x="105626" y="891131"/>
                </a:lnTo>
                <a:lnTo>
                  <a:pt x="105645" y="903173"/>
                </a:lnTo>
                <a:lnTo>
                  <a:pt x="105661" y="915216"/>
                </a:lnTo>
                <a:lnTo>
                  <a:pt x="105676" y="927258"/>
                </a:lnTo>
                <a:lnTo>
                  <a:pt x="105694" y="939300"/>
                </a:lnTo>
                <a:lnTo>
                  <a:pt x="105716" y="951343"/>
                </a:lnTo>
                <a:lnTo>
                  <a:pt x="105745" y="963385"/>
                </a:lnTo>
                <a:lnTo>
                  <a:pt x="105783" y="975427"/>
                </a:lnTo>
                <a:lnTo>
                  <a:pt x="105831" y="987469"/>
                </a:lnTo>
                <a:lnTo>
                  <a:pt x="105893" y="999512"/>
                </a:lnTo>
                <a:lnTo>
                  <a:pt x="105970" y="1011554"/>
                </a:lnTo>
                <a:lnTo>
                  <a:pt x="106064" y="1023596"/>
                </a:lnTo>
                <a:lnTo>
                  <a:pt x="106178" y="1035639"/>
                </a:lnTo>
                <a:lnTo>
                  <a:pt x="106310" y="1047681"/>
                </a:lnTo>
                <a:lnTo>
                  <a:pt x="106462" y="1059723"/>
                </a:lnTo>
                <a:lnTo>
                  <a:pt x="106632" y="1071766"/>
                </a:lnTo>
                <a:lnTo>
                  <a:pt x="106817" y="1083808"/>
                </a:lnTo>
                <a:lnTo>
                  <a:pt x="107013" y="1095850"/>
                </a:lnTo>
                <a:lnTo>
                  <a:pt x="107216" y="1107893"/>
                </a:lnTo>
                <a:lnTo>
                  <a:pt x="107424" y="1119935"/>
                </a:lnTo>
                <a:lnTo>
                  <a:pt x="107631" y="1131977"/>
                </a:lnTo>
                <a:lnTo>
                  <a:pt x="107836" y="1144019"/>
                </a:lnTo>
                <a:lnTo>
                  <a:pt x="108040" y="1156062"/>
                </a:lnTo>
                <a:lnTo>
                  <a:pt x="108241" y="1168104"/>
                </a:lnTo>
                <a:lnTo>
                  <a:pt x="108443" y="1180146"/>
                </a:lnTo>
                <a:lnTo>
                  <a:pt x="108647" y="1192189"/>
                </a:lnTo>
                <a:lnTo>
                  <a:pt x="108855" y="1204231"/>
                </a:lnTo>
                <a:lnTo>
                  <a:pt x="109068" y="1216273"/>
                </a:lnTo>
                <a:lnTo>
                  <a:pt x="109285" y="1228316"/>
                </a:lnTo>
                <a:lnTo>
                  <a:pt x="109503" y="1240358"/>
                </a:lnTo>
                <a:lnTo>
                  <a:pt x="109717" y="1252400"/>
                </a:lnTo>
                <a:lnTo>
                  <a:pt x="109920" y="1264443"/>
                </a:lnTo>
                <a:lnTo>
                  <a:pt x="110105" y="1276485"/>
                </a:lnTo>
                <a:lnTo>
                  <a:pt x="110264" y="1288527"/>
                </a:lnTo>
                <a:lnTo>
                  <a:pt x="110392" y="1300570"/>
                </a:lnTo>
                <a:lnTo>
                  <a:pt x="110484" y="1312612"/>
                </a:lnTo>
                <a:lnTo>
                  <a:pt x="110536" y="1324654"/>
                </a:lnTo>
                <a:lnTo>
                  <a:pt x="110550" y="1336696"/>
                </a:lnTo>
                <a:lnTo>
                  <a:pt x="110528" y="1348739"/>
                </a:lnTo>
                <a:lnTo>
                  <a:pt x="110473" y="1360781"/>
                </a:lnTo>
                <a:lnTo>
                  <a:pt x="110393" y="1372823"/>
                </a:lnTo>
                <a:lnTo>
                  <a:pt x="110296" y="1384866"/>
                </a:lnTo>
                <a:lnTo>
                  <a:pt x="110191" y="1396908"/>
                </a:lnTo>
                <a:lnTo>
                  <a:pt x="110090" y="1408950"/>
                </a:lnTo>
                <a:lnTo>
                  <a:pt x="110004" y="1420993"/>
                </a:lnTo>
                <a:lnTo>
                  <a:pt x="109946" y="1433035"/>
                </a:lnTo>
                <a:lnTo>
                  <a:pt x="109926" y="1445077"/>
                </a:lnTo>
                <a:lnTo>
                  <a:pt x="109958" y="1457120"/>
                </a:lnTo>
                <a:lnTo>
                  <a:pt x="110049" y="1469162"/>
                </a:lnTo>
                <a:lnTo>
                  <a:pt x="110209" y="1481204"/>
                </a:lnTo>
                <a:lnTo>
                  <a:pt x="110440" y="1493246"/>
                </a:lnTo>
                <a:lnTo>
                  <a:pt x="110744" y="1505289"/>
                </a:lnTo>
                <a:lnTo>
                  <a:pt x="111118" y="1517331"/>
                </a:lnTo>
                <a:lnTo>
                  <a:pt x="111554" y="1529373"/>
                </a:lnTo>
                <a:lnTo>
                  <a:pt x="112041" y="1541416"/>
                </a:lnTo>
                <a:lnTo>
                  <a:pt x="112564" y="1553458"/>
                </a:lnTo>
                <a:lnTo>
                  <a:pt x="113106" y="1565500"/>
                </a:lnTo>
                <a:lnTo>
                  <a:pt x="113650" y="1577543"/>
                </a:lnTo>
                <a:lnTo>
                  <a:pt x="114177" y="1589585"/>
                </a:lnTo>
                <a:lnTo>
                  <a:pt x="114670" y="1601627"/>
                </a:lnTo>
                <a:lnTo>
                  <a:pt x="115117" y="1613670"/>
                </a:lnTo>
                <a:lnTo>
                  <a:pt x="115506" y="1625712"/>
                </a:lnTo>
                <a:lnTo>
                  <a:pt x="115836" y="1637754"/>
                </a:lnTo>
                <a:lnTo>
                  <a:pt x="116112" y="1649797"/>
                </a:lnTo>
                <a:lnTo>
                  <a:pt x="116348" y="1661839"/>
                </a:lnTo>
                <a:lnTo>
                  <a:pt x="116575" y="1673881"/>
                </a:lnTo>
                <a:lnTo>
                  <a:pt x="116837" y="1685923"/>
                </a:lnTo>
                <a:lnTo>
                  <a:pt x="117194" y="1697966"/>
                </a:lnTo>
                <a:lnTo>
                  <a:pt x="117729" y="1710008"/>
                </a:lnTo>
                <a:lnTo>
                  <a:pt x="118542" y="1722050"/>
                </a:lnTo>
                <a:lnTo>
                  <a:pt x="119751" y="1734093"/>
                </a:lnTo>
                <a:lnTo>
                  <a:pt x="121490" y="1746135"/>
                </a:lnTo>
                <a:lnTo>
                  <a:pt x="123898" y="1758177"/>
                </a:lnTo>
                <a:lnTo>
                  <a:pt x="127107" y="1770220"/>
                </a:lnTo>
                <a:lnTo>
                  <a:pt x="131231" y="1782262"/>
                </a:lnTo>
                <a:lnTo>
                  <a:pt x="136343" y="1794304"/>
                </a:lnTo>
                <a:lnTo>
                  <a:pt x="142459" y="1806347"/>
                </a:lnTo>
                <a:lnTo>
                  <a:pt x="149519" y="1818389"/>
                </a:lnTo>
                <a:lnTo>
                  <a:pt x="157370" y="1830431"/>
                </a:lnTo>
                <a:lnTo>
                  <a:pt x="165766" y="1842473"/>
                </a:lnTo>
                <a:lnTo>
                  <a:pt x="174371" y="1854516"/>
                </a:lnTo>
                <a:lnTo>
                  <a:pt x="182771" y="1866558"/>
                </a:lnTo>
                <a:lnTo>
                  <a:pt x="190513" y="1878600"/>
                </a:lnTo>
                <a:lnTo>
                  <a:pt x="197134" y="1890643"/>
                </a:lnTo>
                <a:lnTo>
                  <a:pt x="202212" y="1902685"/>
                </a:lnTo>
                <a:lnTo>
                  <a:pt x="205407" y="1914727"/>
                </a:lnTo>
                <a:lnTo>
                  <a:pt x="206497" y="1926770"/>
                </a:lnTo>
                <a:lnTo>
                  <a:pt x="20649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5B8D4548-0A16-4A9A-A5B2-F6D3EA9965A5}"/>
              </a:ext>
            </a:extLst>
          </p:cNvPr>
          <p:cNvSpPr>
            <a:spLocks noGrp="1"/>
          </p:cNvSpPr>
          <p:nvPr/>
        </p:nvSpPr>
        <p:spPr>
          <a:xfrm>
            <a:off x="4286271" y="1837726"/>
            <a:ext cx="206497" cy="1926770"/>
          </a:xfrm>
          <a:custGeom>
            <a:pathLst>
              <a:path w="206497" h="1926770">
                <a:moveTo>
                  <a:pt x="194397" y="1926770"/>
                </a:moveTo>
                <a:lnTo>
                  <a:pt x="12100" y="1926770"/>
                </a:lnTo>
                <a:lnTo>
                  <a:pt x="13152" y="1914727"/>
                </a:lnTo>
                <a:lnTo>
                  <a:pt x="16232" y="1902685"/>
                </a:lnTo>
                <a:lnTo>
                  <a:pt x="21125" y="1890643"/>
                </a:lnTo>
                <a:lnTo>
                  <a:pt x="27499" y="1878600"/>
                </a:lnTo>
                <a:lnTo>
                  <a:pt x="34942" y="1866558"/>
                </a:lnTo>
                <a:lnTo>
                  <a:pt x="43006" y="1854516"/>
                </a:lnTo>
                <a:lnTo>
                  <a:pt x="51250" y="1842473"/>
                </a:lnTo>
                <a:lnTo>
                  <a:pt x="59278" y="1830431"/>
                </a:lnTo>
                <a:lnTo>
                  <a:pt x="66767" y="1818389"/>
                </a:lnTo>
                <a:lnTo>
                  <a:pt x="73485" y="1806347"/>
                </a:lnTo>
                <a:lnTo>
                  <a:pt x="79290" y="1794304"/>
                </a:lnTo>
                <a:lnTo>
                  <a:pt x="84133" y="1782262"/>
                </a:lnTo>
                <a:lnTo>
                  <a:pt x="88033" y="1770220"/>
                </a:lnTo>
                <a:lnTo>
                  <a:pt x="91067" y="1758177"/>
                </a:lnTo>
                <a:lnTo>
                  <a:pt x="93346" y="1746135"/>
                </a:lnTo>
                <a:lnTo>
                  <a:pt x="94997" y="1734093"/>
                </a:lnTo>
                <a:lnTo>
                  <a:pt x="96148" y="1722050"/>
                </a:lnTo>
                <a:lnTo>
                  <a:pt x="96920" y="1710008"/>
                </a:lnTo>
                <a:lnTo>
                  <a:pt x="97413" y="1697966"/>
                </a:lnTo>
                <a:lnTo>
                  <a:pt x="97709" y="1685923"/>
                </a:lnTo>
                <a:lnTo>
                  <a:pt x="97868" y="1673881"/>
                </a:lnTo>
                <a:lnTo>
                  <a:pt x="97931" y="1661839"/>
                </a:lnTo>
                <a:lnTo>
                  <a:pt x="97922" y="1649797"/>
                </a:lnTo>
                <a:lnTo>
                  <a:pt x="97853" y="1637754"/>
                </a:lnTo>
                <a:lnTo>
                  <a:pt x="97724" y="1625712"/>
                </a:lnTo>
                <a:lnTo>
                  <a:pt x="97531" y="1613670"/>
                </a:lnTo>
                <a:lnTo>
                  <a:pt x="97264" y="1601627"/>
                </a:lnTo>
                <a:lnTo>
                  <a:pt x="96916" y="1589585"/>
                </a:lnTo>
                <a:lnTo>
                  <a:pt x="96480" y="1577543"/>
                </a:lnTo>
                <a:lnTo>
                  <a:pt x="95957" y="1565500"/>
                </a:lnTo>
                <a:lnTo>
                  <a:pt x="95350" y="1553458"/>
                </a:lnTo>
                <a:lnTo>
                  <a:pt x="94673" y="1541416"/>
                </a:lnTo>
                <a:lnTo>
                  <a:pt x="93945" y="1529373"/>
                </a:lnTo>
                <a:lnTo>
                  <a:pt x="93193" y="1517331"/>
                </a:lnTo>
                <a:lnTo>
                  <a:pt x="92445" y="1505289"/>
                </a:lnTo>
                <a:lnTo>
                  <a:pt x="91731" y="1493246"/>
                </a:lnTo>
                <a:lnTo>
                  <a:pt x="91077" y="1481204"/>
                </a:lnTo>
                <a:lnTo>
                  <a:pt x="90503" y="1469162"/>
                </a:lnTo>
                <a:lnTo>
                  <a:pt x="90019" y="1457120"/>
                </a:lnTo>
                <a:lnTo>
                  <a:pt x="89623" y="1445077"/>
                </a:lnTo>
                <a:lnTo>
                  <a:pt x="89305" y="1433035"/>
                </a:lnTo>
                <a:lnTo>
                  <a:pt x="89041" y="1420993"/>
                </a:lnTo>
                <a:lnTo>
                  <a:pt x="88805" y="1408950"/>
                </a:lnTo>
                <a:lnTo>
                  <a:pt x="88571" y="1396908"/>
                </a:lnTo>
                <a:lnTo>
                  <a:pt x="88316" y="1384866"/>
                </a:lnTo>
                <a:lnTo>
                  <a:pt x="88026" y="1372823"/>
                </a:lnTo>
                <a:lnTo>
                  <a:pt x="87702" y="1360781"/>
                </a:lnTo>
                <a:lnTo>
                  <a:pt x="87355" y="1348739"/>
                </a:lnTo>
                <a:lnTo>
                  <a:pt x="87013" y="1336696"/>
                </a:lnTo>
                <a:lnTo>
                  <a:pt x="86711" y="1324654"/>
                </a:lnTo>
                <a:lnTo>
                  <a:pt x="86487" y="1312612"/>
                </a:lnTo>
                <a:lnTo>
                  <a:pt x="86380" y="1300570"/>
                </a:lnTo>
                <a:lnTo>
                  <a:pt x="86419" y="1288527"/>
                </a:lnTo>
                <a:lnTo>
                  <a:pt x="86622" y="1276485"/>
                </a:lnTo>
                <a:lnTo>
                  <a:pt x="86988" y="1264443"/>
                </a:lnTo>
                <a:lnTo>
                  <a:pt x="87505" y="1252400"/>
                </a:lnTo>
                <a:lnTo>
                  <a:pt x="88142" y="1240358"/>
                </a:lnTo>
                <a:lnTo>
                  <a:pt x="88861" y="1228316"/>
                </a:lnTo>
                <a:lnTo>
                  <a:pt x="89614" y="1216273"/>
                </a:lnTo>
                <a:lnTo>
                  <a:pt x="90353" y="1204231"/>
                </a:lnTo>
                <a:lnTo>
                  <a:pt x="91031" y="1192189"/>
                </a:lnTo>
                <a:lnTo>
                  <a:pt x="91604" y="1180146"/>
                </a:lnTo>
                <a:lnTo>
                  <a:pt x="92034" y="1168104"/>
                </a:lnTo>
                <a:lnTo>
                  <a:pt x="92289" y="1156062"/>
                </a:lnTo>
                <a:lnTo>
                  <a:pt x="92340" y="1144019"/>
                </a:lnTo>
                <a:lnTo>
                  <a:pt x="92163" y="1131977"/>
                </a:lnTo>
                <a:lnTo>
                  <a:pt x="91737" y="1119935"/>
                </a:lnTo>
                <a:lnTo>
                  <a:pt x="91049" y="1107893"/>
                </a:lnTo>
                <a:lnTo>
                  <a:pt x="90091" y="1095850"/>
                </a:lnTo>
                <a:lnTo>
                  <a:pt x="88872" y="1083808"/>
                </a:lnTo>
                <a:lnTo>
                  <a:pt x="87411" y="1071766"/>
                </a:lnTo>
                <a:lnTo>
                  <a:pt x="85753" y="1059723"/>
                </a:lnTo>
                <a:lnTo>
                  <a:pt x="83959" y="1047681"/>
                </a:lnTo>
                <a:lnTo>
                  <a:pt x="82114" y="1035639"/>
                </a:lnTo>
                <a:lnTo>
                  <a:pt x="80315" y="1023596"/>
                </a:lnTo>
                <a:lnTo>
                  <a:pt x="78673" y="1011554"/>
                </a:lnTo>
                <a:lnTo>
                  <a:pt x="77292" y="999512"/>
                </a:lnTo>
                <a:lnTo>
                  <a:pt x="76268" y="987469"/>
                </a:lnTo>
                <a:lnTo>
                  <a:pt x="75674" y="975427"/>
                </a:lnTo>
                <a:lnTo>
                  <a:pt x="75549" y="963385"/>
                </a:lnTo>
                <a:lnTo>
                  <a:pt x="75897" y="951343"/>
                </a:lnTo>
                <a:lnTo>
                  <a:pt x="76687" y="939300"/>
                </a:lnTo>
                <a:lnTo>
                  <a:pt x="77851" y="927258"/>
                </a:lnTo>
                <a:lnTo>
                  <a:pt x="79300" y="915216"/>
                </a:lnTo>
                <a:lnTo>
                  <a:pt x="80927" y="903173"/>
                </a:lnTo>
                <a:lnTo>
                  <a:pt x="82625" y="891131"/>
                </a:lnTo>
                <a:lnTo>
                  <a:pt x="84295" y="879089"/>
                </a:lnTo>
                <a:lnTo>
                  <a:pt x="85854" y="867046"/>
                </a:lnTo>
                <a:lnTo>
                  <a:pt x="87244" y="855004"/>
                </a:lnTo>
                <a:lnTo>
                  <a:pt x="88431" y="842962"/>
                </a:lnTo>
                <a:lnTo>
                  <a:pt x="89404" y="830919"/>
                </a:lnTo>
                <a:lnTo>
                  <a:pt x="90167" y="818877"/>
                </a:lnTo>
                <a:lnTo>
                  <a:pt x="90740" y="806835"/>
                </a:lnTo>
                <a:lnTo>
                  <a:pt x="91147" y="794792"/>
                </a:lnTo>
                <a:lnTo>
                  <a:pt x="91411" y="782750"/>
                </a:lnTo>
                <a:lnTo>
                  <a:pt x="91553" y="770708"/>
                </a:lnTo>
                <a:lnTo>
                  <a:pt x="91589" y="758666"/>
                </a:lnTo>
                <a:lnTo>
                  <a:pt x="91528" y="746623"/>
                </a:lnTo>
                <a:lnTo>
                  <a:pt x="91380" y="734581"/>
                </a:lnTo>
                <a:lnTo>
                  <a:pt x="91153" y="722539"/>
                </a:lnTo>
                <a:lnTo>
                  <a:pt x="90860" y="710496"/>
                </a:lnTo>
                <a:lnTo>
                  <a:pt x="90518" y="698454"/>
                </a:lnTo>
                <a:lnTo>
                  <a:pt x="90153" y="686412"/>
                </a:lnTo>
                <a:lnTo>
                  <a:pt x="89791" y="674369"/>
                </a:lnTo>
                <a:lnTo>
                  <a:pt x="89466" y="662327"/>
                </a:lnTo>
                <a:lnTo>
                  <a:pt x="89207" y="650285"/>
                </a:lnTo>
                <a:lnTo>
                  <a:pt x="89041" y="638242"/>
                </a:lnTo>
                <a:lnTo>
                  <a:pt x="88988" y="626200"/>
                </a:lnTo>
                <a:lnTo>
                  <a:pt x="89055" y="614158"/>
                </a:lnTo>
                <a:lnTo>
                  <a:pt x="89243" y="602116"/>
                </a:lnTo>
                <a:lnTo>
                  <a:pt x="89540" y="590073"/>
                </a:lnTo>
                <a:lnTo>
                  <a:pt x="89928" y="578031"/>
                </a:lnTo>
                <a:lnTo>
                  <a:pt x="90385" y="565989"/>
                </a:lnTo>
                <a:lnTo>
                  <a:pt x="90885" y="553946"/>
                </a:lnTo>
                <a:lnTo>
                  <a:pt x="91406" y="541904"/>
                </a:lnTo>
                <a:lnTo>
                  <a:pt x="91927" y="529862"/>
                </a:lnTo>
                <a:lnTo>
                  <a:pt x="92433" y="517819"/>
                </a:lnTo>
                <a:lnTo>
                  <a:pt x="92914" y="505777"/>
                </a:lnTo>
                <a:lnTo>
                  <a:pt x="93360" y="493735"/>
                </a:lnTo>
                <a:lnTo>
                  <a:pt x="93769" y="481692"/>
                </a:lnTo>
                <a:lnTo>
                  <a:pt x="94137" y="469650"/>
                </a:lnTo>
                <a:lnTo>
                  <a:pt x="94461" y="457608"/>
                </a:lnTo>
                <a:lnTo>
                  <a:pt x="94741" y="445565"/>
                </a:lnTo>
                <a:lnTo>
                  <a:pt x="94973" y="433523"/>
                </a:lnTo>
                <a:lnTo>
                  <a:pt x="95158" y="421481"/>
                </a:lnTo>
                <a:lnTo>
                  <a:pt x="95295" y="409439"/>
                </a:lnTo>
                <a:lnTo>
                  <a:pt x="95388" y="397396"/>
                </a:lnTo>
                <a:lnTo>
                  <a:pt x="95443" y="385354"/>
                </a:lnTo>
                <a:lnTo>
                  <a:pt x="95469" y="373312"/>
                </a:lnTo>
                <a:lnTo>
                  <a:pt x="95477" y="361269"/>
                </a:lnTo>
                <a:lnTo>
                  <a:pt x="95482" y="349227"/>
                </a:lnTo>
                <a:lnTo>
                  <a:pt x="95496" y="337185"/>
                </a:lnTo>
                <a:lnTo>
                  <a:pt x="95533" y="325142"/>
                </a:lnTo>
                <a:lnTo>
                  <a:pt x="95599" y="313100"/>
                </a:lnTo>
                <a:lnTo>
                  <a:pt x="95697" y="301058"/>
                </a:lnTo>
                <a:lnTo>
                  <a:pt x="95821" y="289015"/>
                </a:lnTo>
                <a:lnTo>
                  <a:pt x="95955" y="276973"/>
                </a:lnTo>
                <a:lnTo>
                  <a:pt x="96075" y="264931"/>
                </a:lnTo>
                <a:lnTo>
                  <a:pt x="96140" y="252889"/>
                </a:lnTo>
                <a:lnTo>
                  <a:pt x="96097" y="240846"/>
                </a:lnTo>
                <a:lnTo>
                  <a:pt x="95879" y="228804"/>
                </a:lnTo>
                <a:lnTo>
                  <a:pt x="95401" y="216762"/>
                </a:lnTo>
                <a:lnTo>
                  <a:pt x="94561" y="204719"/>
                </a:lnTo>
                <a:lnTo>
                  <a:pt x="93244" y="192677"/>
                </a:lnTo>
                <a:lnTo>
                  <a:pt x="91320" y="180635"/>
                </a:lnTo>
                <a:lnTo>
                  <a:pt x="88657" y="168592"/>
                </a:lnTo>
                <a:lnTo>
                  <a:pt x="85126" y="156550"/>
                </a:lnTo>
                <a:lnTo>
                  <a:pt x="80621" y="144508"/>
                </a:lnTo>
                <a:lnTo>
                  <a:pt x="75072" y="132465"/>
                </a:lnTo>
                <a:lnTo>
                  <a:pt x="68469" y="120423"/>
                </a:lnTo>
                <a:lnTo>
                  <a:pt x="60880" y="108381"/>
                </a:lnTo>
                <a:lnTo>
                  <a:pt x="52465" y="96338"/>
                </a:lnTo>
                <a:lnTo>
                  <a:pt x="43483" y="84296"/>
                </a:lnTo>
                <a:lnTo>
                  <a:pt x="34290" y="72254"/>
                </a:lnTo>
                <a:lnTo>
                  <a:pt x="25322" y="60212"/>
                </a:lnTo>
                <a:lnTo>
                  <a:pt x="17059" y="48169"/>
                </a:lnTo>
                <a:lnTo>
                  <a:pt x="9993" y="36127"/>
                </a:lnTo>
                <a:lnTo>
                  <a:pt x="4574" y="24085"/>
                </a:lnTo>
                <a:lnTo>
                  <a:pt x="1164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33" y="12042"/>
                </a:lnTo>
                <a:lnTo>
                  <a:pt x="201924" y="24085"/>
                </a:lnTo>
                <a:lnTo>
                  <a:pt x="196504" y="36127"/>
                </a:lnTo>
                <a:lnTo>
                  <a:pt x="189438" y="48169"/>
                </a:lnTo>
                <a:lnTo>
                  <a:pt x="181176" y="60212"/>
                </a:lnTo>
                <a:lnTo>
                  <a:pt x="172207" y="72254"/>
                </a:lnTo>
                <a:lnTo>
                  <a:pt x="163014" y="84296"/>
                </a:lnTo>
                <a:lnTo>
                  <a:pt x="154032" y="96338"/>
                </a:lnTo>
                <a:lnTo>
                  <a:pt x="145617" y="108381"/>
                </a:lnTo>
                <a:lnTo>
                  <a:pt x="138028" y="120423"/>
                </a:lnTo>
                <a:lnTo>
                  <a:pt x="131425" y="132465"/>
                </a:lnTo>
                <a:lnTo>
                  <a:pt x="125876" y="144508"/>
                </a:lnTo>
                <a:lnTo>
                  <a:pt x="121371" y="156550"/>
                </a:lnTo>
                <a:lnTo>
                  <a:pt x="117840" y="168592"/>
                </a:lnTo>
                <a:lnTo>
                  <a:pt x="115177" y="180635"/>
                </a:lnTo>
                <a:lnTo>
                  <a:pt x="113253" y="192677"/>
                </a:lnTo>
                <a:lnTo>
                  <a:pt x="111936" y="204719"/>
                </a:lnTo>
                <a:lnTo>
                  <a:pt x="111096" y="216762"/>
                </a:lnTo>
                <a:lnTo>
                  <a:pt x="110618" y="228804"/>
                </a:lnTo>
                <a:lnTo>
                  <a:pt x="110400" y="240846"/>
                </a:lnTo>
                <a:lnTo>
                  <a:pt x="110357" y="252889"/>
                </a:lnTo>
                <a:lnTo>
                  <a:pt x="110422" y="264931"/>
                </a:lnTo>
                <a:lnTo>
                  <a:pt x="110542" y="276973"/>
                </a:lnTo>
                <a:lnTo>
                  <a:pt x="110677" y="289015"/>
                </a:lnTo>
                <a:lnTo>
                  <a:pt x="110801" y="301058"/>
                </a:lnTo>
                <a:lnTo>
                  <a:pt x="110898" y="313100"/>
                </a:lnTo>
                <a:lnTo>
                  <a:pt x="110964" y="325142"/>
                </a:lnTo>
                <a:lnTo>
                  <a:pt x="111001" y="337185"/>
                </a:lnTo>
                <a:lnTo>
                  <a:pt x="111015" y="349227"/>
                </a:lnTo>
                <a:lnTo>
                  <a:pt x="111020" y="361269"/>
                </a:lnTo>
                <a:lnTo>
                  <a:pt x="111028" y="373312"/>
                </a:lnTo>
                <a:lnTo>
                  <a:pt x="111054" y="385354"/>
                </a:lnTo>
                <a:lnTo>
                  <a:pt x="111109" y="397396"/>
                </a:lnTo>
                <a:lnTo>
                  <a:pt x="111202" y="409439"/>
                </a:lnTo>
                <a:lnTo>
                  <a:pt x="111339" y="421481"/>
                </a:lnTo>
                <a:lnTo>
                  <a:pt x="111524" y="433523"/>
                </a:lnTo>
                <a:lnTo>
                  <a:pt x="111756" y="445565"/>
                </a:lnTo>
                <a:lnTo>
                  <a:pt x="112036" y="457608"/>
                </a:lnTo>
                <a:lnTo>
                  <a:pt x="112360" y="469650"/>
                </a:lnTo>
                <a:lnTo>
                  <a:pt x="112728" y="481692"/>
                </a:lnTo>
                <a:lnTo>
                  <a:pt x="113137" y="493735"/>
                </a:lnTo>
                <a:lnTo>
                  <a:pt x="113584" y="505777"/>
                </a:lnTo>
                <a:lnTo>
                  <a:pt x="114064" y="517819"/>
                </a:lnTo>
                <a:lnTo>
                  <a:pt x="114570" y="529862"/>
                </a:lnTo>
                <a:lnTo>
                  <a:pt x="115091" y="541904"/>
                </a:lnTo>
                <a:lnTo>
                  <a:pt x="115612" y="553946"/>
                </a:lnTo>
                <a:lnTo>
                  <a:pt x="116112" y="565989"/>
                </a:lnTo>
                <a:lnTo>
                  <a:pt x="116569" y="578031"/>
                </a:lnTo>
                <a:lnTo>
                  <a:pt x="116957" y="590073"/>
                </a:lnTo>
                <a:lnTo>
                  <a:pt x="117254" y="602116"/>
                </a:lnTo>
                <a:lnTo>
                  <a:pt x="117442" y="614158"/>
                </a:lnTo>
                <a:lnTo>
                  <a:pt x="117509" y="626200"/>
                </a:lnTo>
                <a:lnTo>
                  <a:pt x="117456" y="638242"/>
                </a:lnTo>
                <a:lnTo>
                  <a:pt x="117290" y="650285"/>
                </a:lnTo>
                <a:lnTo>
                  <a:pt x="117031" y="662327"/>
                </a:lnTo>
                <a:lnTo>
                  <a:pt x="116706" y="674369"/>
                </a:lnTo>
                <a:lnTo>
                  <a:pt x="116345" y="686412"/>
                </a:lnTo>
                <a:lnTo>
                  <a:pt x="115979" y="698454"/>
                </a:lnTo>
                <a:lnTo>
                  <a:pt x="115637" y="710496"/>
                </a:lnTo>
                <a:lnTo>
                  <a:pt x="115344" y="722539"/>
                </a:lnTo>
                <a:lnTo>
                  <a:pt x="115118" y="734581"/>
                </a:lnTo>
                <a:lnTo>
                  <a:pt x="114969" y="746623"/>
                </a:lnTo>
                <a:lnTo>
                  <a:pt x="114909" y="758666"/>
                </a:lnTo>
                <a:lnTo>
                  <a:pt x="114944" y="770708"/>
                </a:lnTo>
                <a:lnTo>
                  <a:pt x="115086" y="782750"/>
                </a:lnTo>
                <a:lnTo>
                  <a:pt x="115350" y="794792"/>
                </a:lnTo>
                <a:lnTo>
                  <a:pt x="115757" y="806835"/>
                </a:lnTo>
                <a:lnTo>
                  <a:pt x="116330" y="818877"/>
                </a:lnTo>
                <a:lnTo>
                  <a:pt x="117094" y="830919"/>
                </a:lnTo>
                <a:lnTo>
                  <a:pt x="118066" y="842962"/>
                </a:lnTo>
                <a:lnTo>
                  <a:pt x="119253" y="855004"/>
                </a:lnTo>
                <a:lnTo>
                  <a:pt x="120643" y="867046"/>
                </a:lnTo>
                <a:lnTo>
                  <a:pt x="122203" y="879089"/>
                </a:lnTo>
                <a:lnTo>
                  <a:pt x="123872" y="891131"/>
                </a:lnTo>
                <a:lnTo>
                  <a:pt x="125570" y="903173"/>
                </a:lnTo>
                <a:lnTo>
                  <a:pt x="127197" y="915216"/>
                </a:lnTo>
                <a:lnTo>
                  <a:pt x="128646" y="927258"/>
                </a:lnTo>
                <a:lnTo>
                  <a:pt x="129810" y="939300"/>
                </a:lnTo>
                <a:lnTo>
                  <a:pt x="130600" y="951343"/>
                </a:lnTo>
                <a:lnTo>
                  <a:pt x="130948" y="963385"/>
                </a:lnTo>
                <a:lnTo>
                  <a:pt x="130823" y="975427"/>
                </a:lnTo>
                <a:lnTo>
                  <a:pt x="130229" y="987469"/>
                </a:lnTo>
                <a:lnTo>
                  <a:pt x="129205" y="999512"/>
                </a:lnTo>
                <a:lnTo>
                  <a:pt x="127825" y="1011554"/>
                </a:lnTo>
                <a:lnTo>
                  <a:pt x="126182" y="1023596"/>
                </a:lnTo>
                <a:lnTo>
                  <a:pt x="124384" y="1035639"/>
                </a:lnTo>
                <a:lnTo>
                  <a:pt x="122538" y="1047681"/>
                </a:lnTo>
                <a:lnTo>
                  <a:pt x="120744" y="1059723"/>
                </a:lnTo>
                <a:lnTo>
                  <a:pt x="119086" y="1071766"/>
                </a:lnTo>
                <a:lnTo>
                  <a:pt x="117626" y="1083808"/>
                </a:lnTo>
                <a:lnTo>
                  <a:pt x="116406" y="1095850"/>
                </a:lnTo>
                <a:lnTo>
                  <a:pt x="115448" y="1107893"/>
                </a:lnTo>
                <a:lnTo>
                  <a:pt x="114760" y="1119935"/>
                </a:lnTo>
                <a:lnTo>
                  <a:pt x="114334" y="1131977"/>
                </a:lnTo>
                <a:lnTo>
                  <a:pt x="114157" y="1144019"/>
                </a:lnTo>
                <a:lnTo>
                  <a:pt x="114208" y="1156062"/>
                </a:lnTo>
                <a:lnTo>
                  <a:pt x="114463" y="1168104"/>
                </a:lnTo>
                <a:lnTo>
                  <a:pt x="114893" y="1180146"/>
                </a:lnTo>
                <a:lnTo>
                  <a:pt x="115466" y="1192189"/>
                </a:lnTo>
                <a:lnTo>
                  <a:pt x="116144" y="1204231"/>
                </a:lnTo>
                <a:lnTo>
                  <a:pt x="116883" y="1216273"/>
                </a:lnTo>
                <a:lnTo>
                  <a:pt x="117636" y="1228316"/>
                </a:lnTo>
                <a:lnTo>
                  <a:pt x="118355" y="1240358"/>
                </a:lnTo>
                <a:lnTo>
                  <a:pt x="118992" y="1252400"/>
                </a:lnTo>
                <a:lnTo>
                  <a:pt x="119509" y="1264443"/>
                </a:lnTo>
                <a:lnTo>
                  <a:pt x="119876" y="1276485"/>
                </a:lnTo>
                <a:lnTo>
                  <a:pt x="120078" y="1288527"/>
                </a:lnTo>
                <a:lnTo>
                  <a:pt x="120117" y="1300570"/>
                </a:lnTo>
                <a:lnTo>
                  <a:pt x="120010" y="1312612"/>
                </a:lnTo>
                <a:lnTo>
                  <a:pt x="119787" y="1324654"/>
                </a:lnTo>
                <a:lnTo>
                  <a:pt x="119484" y="1336696"/>
                </a:lnTo>
                <a:lnTo>
                  <a:pt x="119142" y="1348739"/>
                </a:lnTo>
                <a:lnTo>
                  <a:pt x="118795" y="1360781"/>
                </a:lnTo>
                <a:lnTo>
                  <a:pt x="118471" y="1372823"/>
                </a:lnTo>
                <a:lnTo>
                  <a:pt x="118181" y="1384866"/>
                </a:lnTo>
                <a:lnTo>
                  <a:pt x="117926" y="1396908"/>
                </a:lnTo>
                <a:lnTo>
                  <a:pt x="117692" y="1408950"/>
                </a:lnTo>
                <a:lnTo>
                  <a:pt x="117456" y="1420993"/>
                </a:lnTo>
                <a:lnTo>
                  <a:pt x="117193" y="1433035"/>
                </a:lnTo>
                <a:lnTo>
                  <a:pt x="116874" y="1445077"/>
                </a:lnTo>
                <a:lnTo>
                  <a:pt x="116478" y="1457120"/>
                </a:lnTo>
                <a:lnTo>
                  <a:pt x="115994" y="1469162"/>
                </a:lnTo>
                <a:lnTo>
                  <a:pt x="115420" y="1481204"/>
                </a:lnTo>
                <a:lnTo>
                  <a:pt x="114766" y="1493246"/>
                </a:lnTo>
                <a:lnTo>
                  <a:pt x="114052" y="1505289"/>
                </a:lnTo>
                <a:lnTo>
                  <a:pt x="113304" y="1517331"/>
                </a:lnTo>
                <a:lnTo>
                  <a:pt x="112552" y="1529373"/>
                </a:lnTo>
                <a:lnTo>
                  <a:pt x="111824" y="1541416"/>
                </a:lnTo>
                <a:lnTo>
                  <a:pt x="111147" y="1553458"/>
                </a:lnTo>
                <a:lnTo>
                  <a:pt x="110541" y="1565500"/>
                </a:lnTo>
                <a:lnTo>
                  <a:pt x="110017" y="1577543"/>
                </a:lnTo>
                <a:lnTo>
                  <a:pt x="109581" y="1589585"/>
                </a:lnTo>
                <a:lnTo>
                  <a:pt x="109233" y="1601627"/>
                </a:lnTo>
                <a:lnTo>
                  <a:pt x="108966" y="1613670"/>
                </a:lnTo>
                <a:lnTo>
                  <a:pt x="108773" y="1625712"/>
                </a:lnTo>
                <a:lnTo>
                  <a:pt x="108644" y="1637754"/>
                </a:lnTo>
                <a:lnTo>
                  <a:pt x="108575" y="1649797"/>
                </a:lnTo>
                <a:lnTo>
                  <a:pt x="108566" y="1661839"/>
                </a:lnTo>
                <a:lnTo>
                  <a:pt x="108629" y="1673881"/>
                </a:lnTo>
                <a:lnTo>
                  <a:pt x="108788" y="1685923"/>
                </a:lnTo>
                <a:lnTo>
                  <a:pt x="109084" y="1697966"/>
                </a:lnTo>
                <a:lnTo>
                  <a:pt x="109577" y="1710008"/>
                </a:lnTo>
                <a:lnTo>
                  <a:pt x="110349" y="1722050"/>
                </a:lnTo>
                <a:lnTo>
                  <a:pt x="111501" y="1734093"/>
                </a:lnTo>
                <a:lnTo>
                  <a:pt x="113151" y="1746135"/>
                </a:lnTo>
                <a:lnTo>
                  <a:pt x="115430" y="1758177"/>
                </a:lnTo>
                <a:lnTo>
                  <a:pt x="118464" y="1770220"/>
                </a:lnTo>
                <a:lnTo>
                  <a:pt x="122365" y="1782262"/>
                </a:lnTo>
                <a:lnTo>
                  <a:pt x="127207" y="1794304"/>
                </a:lnTo>
                <a:lnTo>
                  <a:pt x="133013" y="1806347"/>
                </a:lnTo>
                <a:lnTo>
                  <a:pt x="139730" y="1818389"/>
                </a:lnTo>
                <a:lnTo>
                  <a:pt x="147219" y="1830431"/>
                </a:lnTo>
                <a:lnTo>
                  <a:pt x="155247" y="1842473"/>
                </a:lnTo>
                <a:lnTo>
                  <a:pt x="163491" y="1854516"/>
                </a:lnTo>
                <a:lnTo>
                  <a:pt x="171555" y="1866558"/>
                </a:lnTo>
                <a:lnTo>
                  <a:pt x="178998" y="1878600"/>
                </a:lnTo>
                <a:lnTo>
                  <a:pt x="185372" y="1890643"/>
                </a:lnTo>
                <a:lnTo>
                  <a:pt x="190265" y="1902685"/>
                </a:lnTo>
                <a:lnTo>
                  <a:pt x="193346" y="1914727"/>
                </a:lnTo>
                <a:lnTo>
                  <a:pt x="194397" y="1926770"/>
                </a:lnTo>
                <a:lnTo>
                  <a:pt x="194397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C3ECB975-DA48-4EBA-815B-318A016C0B4E}"/>
              </a:ext>
            </a:extLst>
          </p:cNvPr>
          <p:cNvSpPr>
            <a:spLocks noGrp="1"/>
          </p:cNvSpPr>
          <p:nvPr/>
        </p:nvSpPr>
        <p:spPr>
          <a:xfrm>
            <a:off x="4565321" y="1837726"/>
            <a:ext cx="206497" cy="1926770"/>
          </a:xfrm>
          <a:custGeom>
            <a:pathLst>
              <a:path w="206497" h="1926770">
                <a:moveTo>
                  <a:pt x="147559" y="1926770"/>
                </a:moveTo>
                <a:lnTo>
                  <a:pt x="58938" y="1926770"/>
                </a:lnTo>
                <a:lnTo>
                  <a:pt x="59444" y="1914727"/>
                </a:lnTo>
                <a:lnTo>
                  <a:pt x="60924" y="1902685"/>
                </a:lnTo>
                <a:lnTo>
                  <a:pt x="63276" y="1890643"/>
                </a:lnTo>
                <a:lnTo>
                  <a:pt x="66340" y="1878600"/>
                </a:lnTo>
                <a:lnTo>
                  <a:pt x="69917" y="1866558"/>
                </a:lnTo>
                <a:lnTo>
                  <a:pt x="73790" y="1854516"/>
                </a:lnTo>
                <a:lnTo>
                  <a:pt x="77745" y="1842473"/>
                </a:lnTo>
                <a:lnTo>
                  <a:pt x="81589" y="1830431"/>
                </a:lnTo>
                <a:lnTo>
                  <a:pt x="85161" y="1818389"/>
                </a:lnTo>
                <a:lnTo>
                  <a:pt x="88347" y="1806347"/>
                </a:lnTo>
                <a:lnTo>
                  <a:pt x="91074" y="1794304"/>
                </a:lnTo>
                <a:lnTo>
                  <a:pt x="93315" y="1782262"/>
                </a:lnTo>
                <a:lnTo>
                  <a:pt x="95080" y="1770220"/>
                </a:lnTo>
                <a:lnTo>
                  <a:pt x="96406" y="1758177"/>
                </a:lnTo>
                <a:lnTo>
                  <a:pt x="97351" y="1746135"/>
                </a:lnTo>
                <a:lnTo>
                  <a:pt x="97983" y="1734093"/>
                </a:lnTo>
                <a:lnTo>
                  <a:pt x="98372" y="1722050"/>
                </a:lnTo>
                <a:lnTo>
                  <a:pt x="98588" y="1710008"/>
                </a:lnTo>
                <a:lnTo>
                  <a:pt x="98691" y="1697966"/>
                </a:lnTo>
                <a:lnTo>
                  <a:pt x="98732" y="1685923"/>
                </a:lnTo>
                <a:lnTo>
                  <a:pt x="98751" y="1673881"/>
                </a:lnTo>
                <a:lnTo>
                  <a:pt x="98777" y="1661839"/>
                </a:lnTo>
                <a:lnTo>
                  <a:pt x="98828" y="1649797"/>
                </a:lnTo>
                <a:lnTo>
                  <a:pt x="98910" y="1637754"/>
                </a:lnTo>
                <a:lnTo>
                  <a:pt x="99024" y="1625712"/>
                </a:lnTo>
                <a:lnTo>
                  <a:pt x="99162" y="1613670"/>
                </a:lnTo>
                <a:lnTo>
                  <a:pt x="99313" y="1601627"/>
                </a:lnTo>
                <a:lnTo>
                  <a:pt x="99462" y="1589585"/>
                </a:lnTo>
                <a:lnTo>
                  <a:pt x="99595" y="1577543"/>
                </a:lnTo>
                <a:lnTo>
                  <a:pt x="99697" y="1565500"/>
                </a:lnTo>
                <a:lnTo>
                  <a:pt x="99757" y="1553458"/>
                </a:lnTo>
                <a:lnTo>
                  <a:pt x="99766" y="1541416"/>
                </a:lnTo>
                <a:lnTo>
                  <a:pt x="99719" y="1529373"/>
                </a:lnTo>
                <a:lnTo>
                  <a:pt x="99616" y="1517331"/>
                </a:lnTo>
                <a:lnTo>
                  <a:pt x="99460" y="1505289"/>
                </a:lnTo>
                <a:lnTo>
                  <a:pt x="99259" y="1493246"/>
                </a:lnTo>
                <a:lnTo>
                  <a:pt x="99023" y="1481204"/>
                </a:lnTo>
                <a:lnTo>
                  <a:pt x="98764" y="1469162"/>
                </a:lnTo>
                <a:lnTo>
                  <a:pt x="98496" y="1457120"/>
                </a:lnTo>
                <a:lnTo>
                  <a:pt x="98234" y="1445077"/>
                </a:lnTo>
                <a:lnTo>
                  <a:pt x="97989" y="1433035"/>
                </a:lnTo>
                <a:lnTo>
                  <a:pt x="97774" y="1420993"/>
                </a:lnTo>
                <a:lnTo>
                  <a:pt x="97596" y="1408950"/>
                </a:lnTo>
                <a:lnTo>
                  <a:pt x="97463" y="1396908"/>
                </a:lnTo>
                <a:lnTo>
                  <a:pt x="97378" y="1384866"/>
                </a:lnTo>
                <a:lnTo>
                  <a:pt x="97342" y="1372823"/>
                </a:lnTo>
                <a:lnTo>
                  <a:pt x="97356" y="1360781"/>
                </a:lnTo>
                <a:lnTo>
                  <a:pt x="97415" y="1348739"/>
                </a:lnTo>
                <a:lnTo>
                  <a:pt x="97518" y="1336696"/>
                </a:lnTo>
                <a:lnTo>
                  <a:pt x="97660" y="1324654"/>
                </a:lnTo>
                <a:lnTo>
                  <a:pt x="97838" y="1312612"/>
                </a:lnTo>
                <a:lnTo>
                  <a:pt x="98047" y="1300570"/>
                </a:lnTo>
                <a:lnTo>
                  <a:pt x="98282" y="1288527"/>
                </a:lnTo>
                <a:lnTo>
                  <a:pt x="98539" y="1276485"/>
                </a:lnTo>
                <a:lnTo>
                  <a:pt x="98810" y="1264443"/>
                </a:lnTo>
                <a:lnTo>
                  <a:pt x="99089" y="1252400"/>
                </a:lnTo>
                <a:lnTo>
                  <a:pt x="99366" y="1240358"/>
                </a:lnTo>
                <a:lnTo>
                  <a:pt x="99632" y="1228316"/>
                </a:lnTo>
                <a:lnTo>
                  <a:pt x="99876" y="1216273"/>
                </a:lnTo>
                <a:lnTo>
                  <a:pt x="100085" y="1204231"/>
                </a:lnTo>
                <a:lnTo>
                  <a:pt x="100248" y="1192189"/>
                </a:lnTo>
                <a:lnTo>
                  <a:pt x="100351" y="1180146"/>
                </a:lnTo>
                <a:lnTo>
                  <a:pt x="100380" y="1168104"/>
                </a:lnTo>
                <a:lnTo>
                  <a:pt x="100324" y="1156062"/>
                </a:lnTo>
                <a:lnTo>
                  <a:pt x="100169" y="1144019"/>
                </a:lnTo>
                <a:lnTo>
                  <a:pt x="99905" y="1131977"/>
                </a:lnTo>
                <a:lnTo>
                  <a:pt x="99522" y="1119935"/>
                </a:lnTo>
                <a:lnTo>
                  <a:pt x="99014" y="1107893"/>
                </a:lnTo>
                <a:lnTo>
                  <a:pt x="98381" y="1095850"/>
                </a:lnTo>
                <a:lnTo>
                  <a:pt x="97628" y="1083808"/>
                </a:lnTo>
                <a:lnTo>
                  <a:pt x="96768" y="1071766"/>
                </a:lnTo>
                <a:lnTo>
                  <a:pt x="95823" y="1059723"/>
                </a:lnTo>
                <a:lnTo>
                  <a:pt x="94823" y="1047681"/>
                </a:lnTo>
                <a:lnTo>
                  <a:pt x="93808" y="1035639"/>
                </a:lnTo>
                <a:lnTo>
                  <a:pt x="92823" y="1023596"/>
                </a:lnTo>
                <a:lnTo>
                  <a:pt x="91916" y="1011554"/>
                </a:lnTo>
                <a:lnTo>
                  <a:pt x="91136" y="999512"/>
                </a:lnTo>
                <a:lnTo>
                  <a:pt x="90526" y="987469"/>
                </a:lnTo>
                <a:lnTo>
                  <a:pt x="90119" y="975427"/>
                </a:lnTo>
                <a:lnTo>
                  <a:pt x="89936" y="963385"/>
                </a:lnTo>
                <a:lnTo>
                  <a:pt x="89982" y="951343"/>
                </a:lnTo>
                <a:lnTo>
                  <a:pt x="90249" y="939300"/>
                </a:lnTo>
                <a:lnTo>
                  <a:pt x="90709" y="927258"/>
                </a:lnTo>
                <a:lnTo>
                  <a:pt x="91326" y="915216"/>
                </a:lnTo>
                <a:lnTo>
                  <a:pt x="92054" y="903173"/>
                </a:lnTo>
                <a:lnTo>
                  <a:pt x="92844" y="891131"/>
                </a:lnTo>
                <a:lnTo>
                  <a:pt x="93646" y="879089"/>
                </a:lnTo>
                <a:lnTo>
                  <a:pt x="94413" y="867046"/>
                </a:lnTo>
                <a:lnTo>
                  <a:pt x="95107" y="855004"/>
                </a:lnTo>
                <a:lnTo>
                  <a:pt x="95694" y="842962"/>
                </a:lnTo>
                <a:lnTo>
                  <a:pt x="96150" y="830919"/>
                </a:lnTo>
                <a:lnTo>
                  <a:pt x="96456" y="818877"/>
                </a:lnTo>
                <a:lnTo>
                  <a:pt x="96601" y="806835"/>
                </a:lnTo>
                <a:lnTo>
                  <a:pt x="96577" y="794792"/>
                </a:lnTo>
                <a:lnTo>
                  <a:pt x="96382" y="782750"/>
                </a:lnTo>
                <a:lnTo>
                  <a:pt x="96017" y="770708"/>
                </a:lnTo>
                <a:lnTo>
                  <a:pt x="95490" y="758666"/>
                </a:lnTo>
                <a:lnTo>
                  <a:pt x="94816" y="746623"/>
                </a:lnTo>
                <a:lnTo>
                  <a:pt x="94017" y="734581"/>
                </a:lnTo>
                <a:lnTo>
                  <a:pt x="93124" y="722539"/>
                </a:lnTo>
                <a:lnTo>
                  <a:pt x="92177" y="710496"/>
                </a:lnTo>
                <a:lnTo>
                  <a:pt x="91222" y="698454"/>
                </a:lnTo>
                <a:lnTo>
                  <a:pt x="90311" y="686412"/>
                </a:lnTo>
                <a:lnTo>
                  <a:pt x="89495" y="674369"/>
                </a:lnTo>
                <a:lnTo>
                  <a:pt x="88822" y="662327"/>
                </a:lnTo>
                <a:lnTo>
                  <a:pt x="88332" y="650285"/>
                </a:lnTo>
                <a:lnTo>
                  <a:pt x="88052" y="638242"/>
                </a:lnTo>
                <a:lnTo>
                  <a:pt x="87995" y="626200"/>
                </a:lnTo>
                <a:lnTo>
                  <a:pt x="88158" y="614158"/>
                </a:lnTo>
                <a:lnTo>
                  <a:pt x="88523" y="602116"/>
                </a:lnTo>
                <a:lnTo>
                  <a:pt x="89060" y="590073"/>
                </a:lnTo>
                <a:lnTo>
                  <a:pt x="89728" y="578031"/>
                </a:lnTo>
                <a:lnTo>
                  <a:pt x="90483" y="565989"/>
                </a:lnTo>
                <a:lnTo>
                  <a:pt x="91282" y="553946"/>
                </a:lnTo>
                <a:lnTo>
                  <a:pt x="92081" y="541904"/>
                </a:lnTo>
                <a:lnTo>
                  <a:pt x="92847" y="529862"/>
                </a:lnTo>
                <a:lnTo>
                  <a:pt x="93551" y="517819"/>
                </a:lnTo>
                <a:lnTo>
                  <a:pt x="94175" y="505777"/>
                </a:lnTo>
                <a:lnTo>
                  <a:pt x="94706" y="493735"/>
                </a:lnTo>
                <a:lnTo>
                  <a:pt x="95142" y="481692"/>
                </a:lnTo>
                <a:lnTo>
                  <a:pt x="95484" y="469650"/>
                </a:lnTo>
                <a:lnTo>
                  <a:pt x="95739" y="457608"/>
                </a:lnTo>
                <a:lnTo>
                  <a:pt x="95914" y="445565"/>
                </a:lnTo>
                <a:lnTo>
                  <a:pt x="96023" y="433523"/>
                </a:lnTo>
                <a:lnTo>
                  <a:pt x="96077" y="421481"/>
                </a:lnTo>
                <a:lnTo>
                  <a:pt x="96090" y="409439"/>
                </a:lnTo>
                <a:lnTo>
                  <a:pt x="96077" y="397396"/>
                </a:lnTo>
                <a:lnTo>
                  <a:pt x="96050" y="385354"/>
                </a:lnTo>
                <a:lnTo>
                  <a:pt x="96023" y="373312"/>
                </a:lnTo>
                <a:lnTo>
                  <a:pt x="96008" y="361269"/>
                </a:lnTo>
                <a:lnTo>
                  <a:pt x="96017" y="349227"/>
                </a:lnTo>
                <a:lnTo>
                  <a:pt x="96058" y="337185"/>
                </a:lnTo>
                <a:lnTo>
                  <a:pt x="96138" y="325142"/>
                </a:lnTo>
                <a:lnTo>
                  <a:pt x="96259" y="313100"/>
                </a:lnTo>
                <a:lnTo>
                  <a:pt x="96420" y="301058"/>
                </a:lnTo>
                <a:lnTo>
                  <a:pt x="96612" y="289015"/>
                </a:lnTo>
                <a:lnTo>
                  <a:pt x="96819" y="276973"/>
                </a:lnTo>
                <a:lnTo>
                  <a:pt x="97018" y="264931"/>
                </a:lnTo>
                <a:lnTo>
                  <a:pt x="97170" y="252889"/>
                </a:lnTo>
                <a:lnTo>
                  <a:pt x="97224" y="240846"/>
                </a:lnTo>
                <a:lnTo>
                  <a:pt x="97112" y="228804"/>
                </a:lnTo>
                <a:lnTo>
                  <a:pt x="96747" y="216762"/>
                </a:lnTo>
                <a:lnTo>
                  <a:pt x="96023" y="204719"/>
                </a:lnTo>
                <a:lnTo>
                  <a:pt x="94815" y="192677"/>
                </a:lnTo>
                <a:lnTo>
                  <a:pt x="92985" y="180635"/>
                </a:lnTo>
                <a:lnTo>
                  <a:pt x="90390" y="168592"/>
                </a:lnTo>
                <a:lnTo>
                  <a:pt x="86890" y="156550"/>
                </a:lnTo>
                <a:lnTo>
                  <a:pt x="82372" y="144508"/>
                </a:lnTo>
                <a:lnTo>
                  <a:pt x="76762" y="132465"/>
                </a:lnTo>
                <a:lnTo>
                  <a:pt x="70049" y="120423"/>
                </a:lnTo>
                <a:lnTo>
                  <a:pt x="62306" y="108381"/>
                </a:lnTo>
                <a:lnTo>
                  <a:pt x="53702" y="96338"/>
                </a:lnTo>
                <a:lnTo>
                  <a:pt x="44507" y="84296"/>
                </a:lnTo>
                <a:lnTo>
                  <a:pt x="35094" y="72254"/>
                </a:lnTo>
                <a:lnTo>
                  <a:pt x="25910" y="60212"/>
                </a:lnTo>
                <a:lnTo>
                  <a:pt x="17451" y="48169"/>
                </a:lnTo>
                <a:lnTo>
                  <a:pt x="10220" y="36127"/>
                </a:lnTo>
                <a:lnTo>
                  <a:pt x="4677" y="24085"/>
                </a:lnTo>
                <a:lnTo>
                  <a:pt x="1190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07" y="12042"/>
                </a:lnTo>
                <a:lnTo>
                  <a:pt x="201820" y="24085"/>
                </a:lnTo>
                <a:lnTo>
                  <a:pt x="196277" y="36127"/>
                </a:lnTo>
                <a:lnTo>
                  <a:pt x="189046" y="48169"/>
                </a:lnTo>
                <a:lnTo>
                  <a:pt x="180587" y="60212"/>
                </a:lnTo>
                <a:lnTo>
                  <a:pt x="171403" y="72254"/>
                </a:lnTo>
                <a:lnTo>
                  <a:pt x="161990" y="84296"/>
                </a:lnTo>
                <a:lnTo>
                  <a:pt x="152796" y="96338"/>
                </a:lnTo>
                <a:lnTo>
                  <a:pt x="144191" y="108381"/>
                </a:lnTo>
                <a:lnTo>
                  <a:pt x="136448" y="120423"/>
                </a:lnTo>
                <a:lnTo>
                  <a:pt x="129735" y="132465"/>
                </a:lnTo>
                <a:lnTo>
                  <a:pt x="124125" y="144508"/>
                </a:lnTo>
                <a:lnTo>
                  <a:pt x="119607" y="156550"/>
                </a:lnTo>
                <a:lnTo>
                  <a:pt x="116107" y="168592"/>
                </a:lnTo>
                <a:lnTo>
                  <a:pt x="113512" y="180635"/>
                </a:lnTo>
                <a:lnTo>
                  <a:pt x="111682" y="192677"/>
                </a:lnTo>
                <a:lnTo>
                  <a:pt x="110474" y="204719"/>
                </a:lnTo>
                <a:lnTo>
                  <a:pt x="109750" y="216762"/>
                </a:lnTo>
                <a:lnTo>
                  <a:pt x="109385" y="228804"/>
                </a:lnTo>
                <a:lnTo>
                  <a:pt x="109273" y="240846"/>
                </a:lnTo>
                <a:lnTo>
                  <a:pt x="109327" y="252889"/>
                </a:lnTo>
                <a:lnTo>
                  <a:pt x="109479" y="264931"/>
                </a:lnTo>
                <a:lnTo>
                  <a:pt x="109678" y="276973"/>
                </a:lnTo>
                <a:lnTo>
                  <a:pt x="109886" y="289015"/>
                </a:lnTo>
                <a:lnTo>
                  <a:pt x="110077" y="301058"/>
                </a:lnTo>
                <a:lnTo>
                  <a:pt x="110238" y="313100"/>
                </a:lnTo>
                <a:lnTo>
                  <a:pt x="110359" y="325142"/>
                </a:lnTo>
                <a:lnTo>
                  <a:pt x="110439" y="337185"/>
                </a:lnTo>
                <a:lnTo>
                  <a:pt x="110480" y="349227"/>
                </a:lnTo>
                <a:lnTo>
                  <a:pt x="110489" y="361269"/>
                </a:lnTo>
                <a:lnTo>
                  <a:pt x="110474" y="373312"/>
                </a:lnTo>
                <a:lnTo>
                  <a:pt x="110447" y="385354"/>
                </a:lnTo>
                <a:lnTo>
                  <a:pt x="110421" y="397396"/>
                </a:lnTo>
                <a:lnTo>
                  <a:pt x="110407" y="409439"/>
                </a:lnTo>
                <a:lnTo>
                  <a:pt x="110420" y="421481"/>
                </a:lnTo>
                <a:lnTo>
                  <a:pt x="110474" y="433523"/>
                </a:lnTo>
                <a:lnTo>
                  <a:pt x="110583" y="445565"/>
                </a:lnTo>
                <a:lnTo>
                  <a:pt x="110759" y="457608"/>
                </a:lnTo>
                <a:lnTo>
                  <a:pt x="111013" y="469650"/>
                </a:lnTo>
                <a:lnTo>
                  <a:pt x="111355" y="481692"/>
                </a:lnTo>
                <a:lnTo>
                  <a:pt x="111791" y="493735"/>
                </a:lnTo>
                <a:lnTo>
                  <a:pt x="112322" y="505777"/>
                </a:lnTo>
                <a:lnTo>
                  <a:pt x="112946" y="517819"/>
                </a:lnTo>
                <a:lnTo>
                  <a:pt x="113650" y="529862"/>
                </a:lnTo>
                <a:lnTo>
                  <a:pt x="114416" y="541904"/>
                </a:lnTo>
                <a:lnTo>
                  <a:pt x="115215" y="553946"/>
                </a:lnTo>
                <a:lnTo>
                  <a:pt x="116014" y="565989"/>
                </a:lnTo>
                <a:lnTo>
                  <a:pt x="116769" y="578031"/>
                </a:lnTo>
                <a:lnTo>
                  <a:pt x="117437" y="590073"/>
                </a:lnTo>
                <a:lnTo>
                  <a:pt x="117974" y="602116"/>
                </a:lnTo>
                <a:lnTo>
                  <a:pt x="118339" y="614158"/>
                </a:lnTo>
                <a:lnTo>
                  <a:pt x="118502" y="626200"/>
                </a:lnTo>
                <a:lnTo>
                  <a:pt x="118445" y="638242"/>
                </a:lnTo>
                <a:lnTo>
                  <a:pt x="118165" y="650285"/>
                </a:lnTo>
                <a:lnTo>
                  <a:pt x="117675" y="662327"/>
                </a:lnTo>
                <a:lnTo>
                  <a:pt x="117002" y="674369"/>
                </a:lnTo>
                <a:lnTo>
                  <a:pt x="116186" y="686412"/>
                </a:lnTo>
                <a:lnTo>
                  <a:pt x="115275" y="698454"/>
                </a:lnTo>
                <a:lnTo>
                  <a:pt x="114320" y="710496"/>
                </a:lnTo>
                <a:lnTo>
                  <a:pt x="113373" y="722539"/>
                </a:lnTo>
                <a:lnTo>
                  <a:pt x="112480" y="734581"/>
                </a:lnTo>
                <a:lnTo>
                  <a:pt x="111681" y="746623"/>
                </a:lnTo>
                <a:lnTo>
                  <a:pt x="111007" y="758666"/>
                </a:lnTo>
                <a:lnTo>
                  <a:pt x="110480" y="770708"/>
                </a:lnTo>
                <a:lnTo>
                  <a:pt x="110116" y="782750"/>
                </a:lnTo>
                <a:lnTo>
                  <a:pt x="109920" y="794792"/>
                </a:lnTo>
                <a:lnTo>
                  <a:pt x="109896" y="806835"/>
                </a:lnTo>
                <a:lnTo>
                  <a:pt x="110041" y="818877"/>
                </a:lnTo>
                <a:lnTo>
                  <a:pt x="110348" y="830919"/>
                </a:lnTo>
                <a:lnTo>
                  <a:pt x="110803" y="842962"/>
                </a:lnTo>
                <a:lnTo>
                  <a:pt x="111390" y="855004"/>
                </a:lnTo>
                <a:lnTo>
                  <a:pt x="112084" y="867046"/>
                </a:lnTo>
                <a:lnTo>
                  <a:pt x="112851" y="879089"/>
                </a:lnTo>
                <a:lnTo>
                  <a:pt x="113653" y="891131"/>
                </a:lnTo>
                <a:lnTo>
                  <a:pt x="114443" y="903173"/>
                </a:lnTo>
                <a:lnTo>
                  <a:pt x="115171" y="915216"/>
                </a:lnTo>
                <a:lnTo>
                  <a:pt x="115788" y="927258"/>
                </a:lnTo>
                <a:lnTo>
                  <a:pt x="116249" y="939300"/>
                </a:lnTo>
                <a:lnTo>
                  <a:pt x="116515" y="951343"/>
                </a:lnTo>
                <a:lnTo>
                  <a:pt x="116561" y="963385"/>
                </a:lnTo>
                <a:lnTo>
                  <a:pt x="116378" y="975427"/>
                </a:lnTo>
                <a:lnTo>
                  <a:pt x="115971" y="987469"/>
                </a:lnTo>
                <a:lnTo>
                  <a:pt x="115361" y="999512"/>
                </a:lnTo>
                <a:lnTo>
                  <a:pt x="114581" y="1011554"/>
                </a:lnTo>
                <a:lnTo>
                  <a:pt x="113674" y="1023596"/>
                </a:lnTo>
                <a:lnTo>
                  <a:pt x="112689" y="1035639"/>
                </a:lnTo>
                <a:lnTo>
                  <a:pt x="111674" y="1047681"/>
                </a:lnTo>
                <a:lnTo>
                  <a:pt x="110674" y="1059723"/>
                </a:lnTo>
                <a:lnTo>
                  <a:pt x="109729" y="1071766"/>
                </a:lnTo>
                <a:lnTo>
                  <a:pt x="108869" y="1083808"/>
                </a:lnTo>
                <a:lnTo>
                  <a:pt x="108116" y="1095850"/>
                </a:lnTo>
                <a:lnTo>
                  <a:pt x="107483" y="1107893"/>
                </a:lnTo>
                <a:lnTo>
                  <a:pt x="106976" y="1119935"/>
                </a:lnTo>
                <a:lnTo>
                  <a:pt x="106592" y="1131977"/>
                </a:lnTo>
                <a:lnTo>
                  <a:pt x="106328" y="1144019"/>
                </a:lnTo>
                <a:lnTo>
                  <a:pt x="106173" y="1156062"/>
                </a:lnTo>
                <a:lnTo>
                  <a:pt x="106117" y="1168104"/>
                </a:lnTo>
                <a:lnTo>
                  <a:pt x="106146" y="1180146"/>
                </a:lnTo>
                <a:lnTo>
                  <a:pt x="106249" y="1192189"/>
                </a:lnTo>
                <a:lnTo>
                  <a:pt x="106412" y="1204231"/>
                </a:lnTo>
                <a:lnTo>
                  <a:pt x="106621" y="1216273"/>
                </a:lnTo>
                <a:lnTo>
                  <a:pt x="106865" y="1228316"/>
                </a:lnTo>
                <a:lnTo>
                  <a:pt x="107131" y="1240358"/>
                </a:lnTo>
                <a:lnTo>
                  <a:pt x="107409" y="1252400"/>
                </a:lnTo>
                <a:lnTo>
                  <a:pt x="107687" y="1264443"/>
                </a:lnTo>
                <a:lnTo>
                  <a:pt x="107958" y="1276485"/>
                </a:lnTo>
                <a:lnTo>
                  <a:pt x="108215" y="1288527"/>
                </a:lnTo>
                <a:lnTo>
                  <a:pt x="108450" y="1300570"/>
                </a:lnTo>
                <a:lnTo>
                  <a:pt x="108659" y="1312612"/>
                </a:lnTo>
                <a:lnTo>
                  <a:pt x="108837" y="1324654"/>
                </a:lnTo>
                <a:lnTo>
                  <a:pt x="108979" y="1336696"/>
                </a:lnTo>
                <a:lnTo>
                  <a:pt x="109082" y="1348739"/>
                </a:lnTo>
                <a:lnTo>
                  <a:pt x="109142" y="1360781"/>
                </a:lnTo>
                <a:lnTo>
                  <a:pt x="109155" y="1372823"/>
                </a:lnTo>
                <a:lnTo>
                  <a:pt x="109119" y="1384866"/>
                </a:lnTo>
                <a:lnTo>
                  <a:pt x="109034" y="1396908"/>
                </a:lnTo>
                <a:lnTo>
                  <a:pt x="108901" y="1408950"/>
                </a:lnTo>
                <a:lnTo>
                  <a:pt x="108724" y="1420993"/>
                </a:lnTo>
                <a:lnTo>
                  <a:pt x="108508" y="1433035"/>
                </a:lnTo>
                <a:lnTo>
                  <a:pt x="108263" y="1445077"/>
                </a:lnTo>
                <a:lnTo>
                  <a:pt x="108001" y="1457120"/>
                </a:lnTo>
                <a:lnTo>
                  <a:pt x="107733" y="1469162"/>
                </a:lnTo>
                <a:lnTo>
                  <a:pt x="107475" y="1481204"/>
                </a:lnTo>
                <a:lnTo>
                  <a:pt x="107238" y="1493246"/>
                </a:lnTo>
                <a:lnTo>
                  <a:pt x="107037" y="1505289"/>
                </a:lnTo>
                <a:lnTo>
                  <a:pt x="106882" y="1517331"/>
                </a:lnTo>
                <a:lnTo>
                  <a:pt x="106778" y="1529373"/>
                </a:lnTo>
                <a:lnTo>
                  <a:pt x="106732" y="1541416"/>
                </a:lnTo>
                <a:lnTo>
                  <a:pt x="106740" y="1553458"/>
                </a:lnTo>
                <a:lnTo>
                  <a:pt x="106800" y="1565500"/>
                </a:lnTo>
                <a:lnTo>
                  <a:pt x="106902" y="1577543"/>
                </a:lnTo>
                <a:lnTo>
                  <a:pt x="107035" y="1589585"/>
                </a:lnTo>
                <a:lnTo>
                  <a:pt x="107185" y="1601627"/>
                </a:lnTo>
                <a:lnTo>
                  <a:pt x="107335" y="1613670"/>
                </a:lnTo>
                <a:lnTo>
                  <a:pt x="107473" y="1625712"/>
                </a:lnTo>
                <a:lnTo>
                  <a:pt x="107587" y="1637754"/>
                </a:lnTo>
                <a:lnTo>
                  <a:pt x="107670" y="1649797"/>
                </a:lnTo>
                <a:lnTo>
                  <a:pt x="107720" y="1661839"/>
                </a:lnTo>
                <a:lnTo>
                  <a:pt x="107746" y="1673881"/>
                </a:lnTo>
                <a:lnTo>
                  <a:pt x="107765" y="1685923"/>
                </a:lnTo>
                <a:lnTo>
                  <a:pt x="107806" y="1697966"/>
                </a:lnTo>
                <a:lnTo>
                  <a:pt x="107909" y="1710008"/>
                </a:lnTo>
                <a:lnTo>
                  <a:pt x="108125" y="1722050"/>
                </a:lnTo>
                <a:lnTo>
                  <a:pt x="108514" y="1734093"/>
                </a:lnTo>
                <a:lnTo>
                  <a:pt x="109146" y="1746135"/>
                </a:lnTo>
                <a:lnTo>
                  <a:pt x="110091" y="1758177"/>
                </a:lnTo>
                <a:lnTo>
                  <a:pt x="111417" y="1770220"/>
                </a:lnTo>
                <a:lnTo>
                  <a:pt x="113182" y="1782262"/>
                </a:lnTo>
                <a:lnTo>
                  <a:pt x="115423" y="1794304"/>
                </a:lnTo>
                <a:lnTo>
                  <a:pt x="118151" y="1806347"/>
                </a:lnTo>
                <a:lnTo>
                  <a:pt x="121336" y="1818389"/>
                </a:lnTo>
                <a:lnTo>
                  <a:pt x="124908" y="1830431"/>
                </a:lnTo>
                <a:lnTo>
                  <a:pt x="128752" y="1842473"/>
                </a:lnTo>
                <a:lnTo>
                  <a:pt x="132707" y="1854516"/>
                </a:lnTo>
                <a:lnTo>
                  <a:pt x="136580" y="1866558"/>
                </a:lnTo>
                <a:lnTo>
                  <a:pt x="140157" y="1878600"/>
                </a:lnTo>
                <a:lnTo>
                  <a:pt x="143221" y="1890643"/>
                </a:lnTo>
                <a:lnTo>
                  <a:pt x="145573" y="1902685"/>
                </a:lnTo>
                <a:lnTo>
                  <a:pt x="147053" y="1914727"/>
                </a:lnTo>
                <a:lnTo>
                  <a:pt x="147559" y="1926770"/>
                </a:lnTo>
                <a:lnTo>
                  <a:pt x="147559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FB3BFBB4-CCE6-4C6B-A7FB-56BCE48F383C}"/>
              </a:ext>
            </a:extLst>
          </p:cNvPr>
          <p:cNvSpPr>
            <a:spLocks noGrp="1"/>
          </p:cNvSpPr>
          <p:nvPr/>
        </p:nvSpPr>
        <p:spPr>
          <a:xfrm>
            <a:off x="5151327" y="1837726"/>
            <a:ext cx="206497" cy="1926770"/>
          </a:xfrm>
          <a:custGeom>
            <a:pathLst>
              <a:path w="206497" h="1926770">
                <a:moveTo>
                  <a:pt x="206497" y="1926770"/>
                </a:moveTo>
                <a:lnTo>
                  <a:pt x="0" y="1926770"/>
                </a:lnTo>
                <a:lnTo>
                  <a:pt x="1141" y="1914727"/>
                </a:lnTo>
                <a:lnTo>
                  <a:pt x="4486" y="1902685"/>
                </a:lnTo>
                <a:lnTo>
                  <a:pt x="9809" y="1890643"/>
                </a:lnTo>
                <a:lnTo>
                  <a:pt x="16761" y="1878600"/>
                </a:lnTo>
                <a:lnTo>
                  <a:pt x="24910" y="1866558"/>
                </a:lnTo>
                <a:lnTo>
                  <a:pt x="33780" y="1854516"/>
                </a:lnTo>
                <a:lnTo>
                  <a:pt x="42897" y="1842473"/>
                </a:lnTo>
                <a:lnTo>
                  <a:pt x="51832" y="1830431"/>
                </a:lnTo>
                <a:lnTo>
                  <a:pt x="60227" y="1818389"/>
                </a:lnTo>
                <a:lnTo>
                  <a:pt x="67817" y="1806347"/>
                </a:lnTo>
                <a:lnTo>
                  <a:pt x="74430" y="1794304"/>
                </a:lnTo>
                <a:lnTo>
                  <a:pt x="79992" y="1782262"/>
                </a:lnTo>
                <a:lnTo>
                  <a:pt x="84505" y="1770220"/>
                </a:lnTo>
                <a:lnTo>
                  <a:pt x="88035" y="1758177"/>
                </a:lnTo>
                <a:lnTo>
                  <a:pt x="90692" y="1746135"/>
                </a:lnTo>
                <a:lnTo>
                  <a:pt x="92609" y="1734093"/>
                </a:lnTo>
                <a:lnTo>
                  <a:pt x="93926" y="1722050"/>
                </a:lnTo>
                <a:lnTo>
                  <a:pt x="94783" y="1710008"/>
                </a:lnTo>
                <a:lnTo>
                  <a:pt x="95303" y="1697966"/>
                </a:lnTo>
                <a:lnTo>
                  <a:pt x="95593" y="1685923"/>
                </a:lnTo>
                <a:lnTo>
                  <a:pt x="95741" y="1673881"/>
                </a:lnTo>
                <a:lnTo>
                  <a:pt x="95811" y="1661839"/>
                </a:lnTo>
                <a:lnTo>
                  <a:pt x="95852" y="1649797"/>
                </a:lnTo>
                <a:lnTo>
                  <a:pt x="95894" y="1637754"/>
                </a:lnTo>
                <a:lnTo>
                  <a:pt x="95950" y="1625712"/>
                </a:lnTo>
                <a:lnTo>
                  <a:pt x="96028" y="1613670"/>
                </a:lnTo>
                <a:lnTo>
                  <a:pt x="96121" y="1601627"/>
                </a:lnTo>
                <a:lnTo>
                  <a:pt x="96221" y="1589585"/>
                </a:lnTo>
                <a:lnTo>
                  <a:pt x="96317" y="1577543"/>
                </a:lnTo>
                <a:lnTo>
                  <a:pt x="96396" y="1565500"/>
                </a:lnTo>
                <a:lnTo>
                  <a:pt x="96450" y="1553458"/>
                </a:lnTo>
                <a:lnTo>
                  <a:pt x="96473" y="1541416"/>
                </a:lnTo>
                <a:lnTo>
                  <a:pt x="96465" y="1529373"/>
                </a:lnTo>
                <a:lnTo>
                  <a:pt x="96430" y="1517331"/>
                </a:lnTo>
                <a:lnTo>
                  <a:pt x="96377" y="1505289"/>
                </a:lnTo>
                <a:lnTo>
                  <a:pt x="96317" y="1493246"/>
                </a:lnTo>
                <a:lnTo>
                  <a:pt x="96264" y="1481204"/>
                </a:lnTo>
                <a:lnTo>
                  <a:pt x="96228" y="1469162"/>
                </a:lnTo>
                <a:lnTo>
                  <a:pt x="96218" y="1457120"/>
                </a:lnTo>
                <a:lnTo>
                  <a:pt x="96239" y="1445077"/>
                </a:lnTo>
                <a:lnTo>
                  <a:pt x="96289" y="1433035"/>
                </a:lnTo>
                <a:lnTo>
                  <a:pt x="96363" y="1420993"/>
                </a:lnTo>
                <a:lnTo>
                  <a:pt x="96451" y="1408950"/>
                </a:lnTo>
                <a:lnTo>
                  <a:pt x="96540" y="1396908"/>
                </a:lnTo>
                <a:lnTo>
                  <a:pt x="96616" y="1384866"/>
                </a:lnTo>
                <a:lnTo>
                  <a:pt x="96667" y="1372823"/>
                </a:lnTo>
                <a:lnTo>
                  <a:pt x="96686" y="1360781"/>
                </a:lnTo>
                <a:lnTo>
                  <a:pt x="96668" y="1348739"/>
                </a:lnTo>
                <a:lnTo>
                  <a:pt x="96617" y="1336696"/>
                </a:lnTo>
                <a:lnTo>
                  <a:pt x="96539" y="1324654"/>
                </a:lnTo>
                <a:lnTo>
                  <a:pt x="96447" y="1312612"/>
                </a:lnTo>
                <a:lnTo>
                  <a:pt x="96355" y="1300570"/>
                </a:lnTo>
                <a:lnTo>
                  <a:pt x="96279" y="1288527"/>
                </a:lnTo>
                <a:lnTo>
                  <a:pt x="96234" y="1276485"/>
                </a:lnTo>
                <a:lnTo>
                  <a:pt x="96233" y="1264443"/>
                </a:lnTo>
                <a:lnTo>
                  <a:pt x="96283" y="1252400"/>
                </a:lnTo>
                <a:lnTo>
                  <a:pt x="96387" y="1240358"/>
                </a:lnTo>
                <a:lnTo>
                  <a:pt x="96545" y="1228316"/>
                </a:lnTo>
                <a:lnTo>
                  <a:pt x="96749" y="1216273"/>
                </a:lnTo>
                <a:lnTo>
                  <a:pt x="96990" y="1204231"/>
                </a:lnTo>
                <a:lnTo>
                  <a:pt x="97254" y="1192189"/>
                </a:lnTo>
                <a:lnTo>
                  <a:pt x="97525" y="1180146"/>
                </a:lnTo>
                <a:lnTo>
                  <a:pt x="97788" y="1168104"/>
                </a:lnTo>
                <a:lnTo>
                  <a:pt x="98025" y="1156062"/>
                </a:lnTo>
                <a:lnTo>
                  <a:pt x="98221" y="1144019"/>
                </a:lnTo>
                <a:lnTo>
                  <a:pt x="98362" y="1131977"/>
                </a:lnTo>
                <a:lnTo>
                  <a:pt x="98436" y="1119935"/>
                </a:lnTo>
                <a:lnTo>
                  <a:pt x="98435" y="1107893"/>
                </a:lnTo>
                <a:lnTo>
                  <a:pt x="98353" y="1095850"/>
                </a:lnTo>
                <a:lnTo>
                  <a:pt x="98190" y="1083808"/>
                </a:lnTo>
                <a:lnTo>
                  <a:pt x="97952" y="1071766"/>
                </a:lnTo>
                <a:lnTo>
                  <a:pt x="97649" y="1059723"/>
                </a:lnTo>
                <a:lnTo>
                  <a:pt x="97299" y="1047681"/>
                </a:lnTo>
                <a:lnTo>
                  <a:pt x="96924" y="1035639"/>
                </a:lnTo>
                <a:lnTo>
                  <a:pt x="96549" y="1023596"/>
                </a:lnTo>
                <a:lnTo>
                  <a:pt x="96203" y="1011554"/>
                </a:lnTo>
                <a:lnTo>
                  <a:pt x="95914" y="999512"/>
                </a:lnTo>
                <a:lnTo>
                  <a:pt x="95708" y="987469"/>
                </a:lnTo>
                <a:lnTo>
                  <a:pt x="95605" y="975427"/>
                </a:lnTo>
                <a:lnTo>
                  <a:pt x="95617" y="963385"/>
                </a:lnTo>
                <a:lnTo>
                  <a:pt x="95750" y="951343"/>
                </a:lnTo>
                <a:lnTo>
                  <a:pt x="95997" y="939300"/>
                </a:lnTo>
                <a:lnTo>
                  <a:pt x="96345" y="927258"/>
                </a:lnTo>
                <a:lnTo>
                  <a:pt x="96773" y="915216"/>
                </a:lnTo>
                <a:lnTo>
                  <a:pt x="97258" y="903173"/>
                </a:lnTo>
                <a:lnTo>
                  <a:pt x="97771" y="891131"/>
                </a:lnTo>
                <a:lnTo>
                  <a:pt x="98288" y="879089"/>
                </a:lnTo>
                <a:lnTo>
                  <a:pt x="98786" y="867046"/>
                </a:lnTo>
                <a:lnTo>
                  <a:pt x="99249" y="855004"/>
                </a:lnTo>
                <a:lnTo>
                  <a:pt x="99665" y="842962"/>
                </a:lnTo>
                <a:lnTo>
                  <a:pt x="100030" y="830919"/>
                </a:lnTo>
                <a:lnTo>
                  <a:pt x="100342" y="818877"/>
                </a:lnTo>
                <a:lnTo>
                  <a:pt x="100608" y="806835"/>
                </a:lnTo>
                <a:lnTo>
                  <a:pt x="100835" y="794792"/>
                </a:lnTo>
                <a:lnTo>
                  <a:pt x="101030" y="782750"/>
                </a:lnTo>
                <a:lnTo>
                  <a:pt x="101204" y="770708"/>
                </a:lnTo>
                <a:lnTo>
                  <a:pt x="101363" y="758666"/>
                </a:lnTo>
                <a:lnTo>
                  <a:pt x="101515" y="746623"/>
                </a:lnTo>
                <a:lnTo>
                  <a:pt x="101663" y="734581"/>
                </a:lnTo>
                <a:lnTo>
                  <a:pt x="101809" y="722539"/>
                </a:lnTo>
                <a:lnTo>
                  <a:pt x="101955" y="710496"/>
                </a:lnTo>
                <a:lnTo>
                  <a:pt x="102098" y="698454"/>
                </a:lnTo>
                <a:lnTo>
                  <a:pt x="102237" y="686412"/>
                </a:lnTo>
                <a:lnTo>
                  <a:pt x="102368" y="674369"/>
                </a:lnTo>
                <a:lnTo>
                  <a:pt x="102488" y="662327"/>
                </a:lnTo>
                <a:lnTo>
                  <a:pt x="102595" y="650285"/>
                </a:lnTo>
                <a:lnTo>
                  <a:pt x="102685" y="638242"/>
                </a:lnTo>
                <a:lnTo>
                  <a:pt x="102758" y="626200"/>
                </a:lnTo>
                <a:lnTo>
                  <a:pt x="102812" y="614158"/>
                </a:lnTo>
                <a:lnTo>
                  <a:pt x="102848" y="602116"/>
                </a:lnTo>
                <a:lnTo>
                  <a:pt x="102867" y="590073"/>
                </a:lnTo>
                <a:lnTo>
                  <a:pt x="102870" y="578031"/>
                </a:lnTo>
                <a:lnTo>
                  <a:pt x="102860" y="565989"/>
                </a:lnTo>
                <a:lnTo>
                  <a:pt x="102841" y="553946"/>
                </a:lnTo>
                <a:lnTo>
                  <a:pt x="102816" y="541904"/>
                </a:lnTo>
                <a:lnTo>
                  <a:pt x="102789" y="529862"/>
                </a:lnTo>
                <a:lnTo>
                  <a:pt x="102765" y="517819"/>
                </a:lnTo>
                <a:lnTo>
                  <a:pt x="102745" y="505777"/>
                </a:lnTo>
                <a:lnTo>
                  <a:pt x="102733" y="493735"/>
                </a:lnTo>
                <a:lnTo>
                  <a:pt x="102730" y="481692"/>
                </a:lnTo>
                <a:lnTo>
                  <a:pt x="102739" y="469650"/>
                </a:lnTo>
                <a:lnTo>
                  <a:pt x="102757" y="457608"/>
                </a:lnTo>
                <a:lnTo>
                  <a:pt x="102786" y="445565"/>
                </a:lnTo>
                <a:lnTo>
                  <a:pt x="102822" y="433523"/>
                </a:lnTo>
                <a:lnTo>
                  <a:pt x="102864" y="421481"/>
                </a:lnTo>
                <a:lnTo>
                  <a:pt x="102910" y="409439"/>
                </a:lnTo>
                <a:lnTo>
                  <a:pt x="102957" y="397396"/>
                </a:lnTo>
                <a:lnTo>
                  <a:pt x="103004" y="385354"/>
                </a:lnTo>
                <a:lnTo>
                  <a:pt x="103047" y="373312"/>
                </a:lnTo>
                <a:lnTo>
                  <a:pt x="103087" y="361269"/>
                </a:lnTo>
                <a:lnTo>
                  <a:pt x="103121" y="349227"/>
                </a:lnTo>
                <a:lnTo>
                  <a:pt x="103150" y="337185"/>
                </a:lnTo>
                <a:lnTo>
                  <a:pt x="103173" y="325142"/>
                </a:lnTo>
                <a:lnTo>
                  <a:pt x="103190" y="313100"/>
                </a:lnTo>
                <a:lnTo>
                  <a:pt x="103201" y="301058"/>
                </a:lnTo>
                <a:lnTo>
                  <a:pt x="103205" y="289015"/>
                </a:lnTo>
                <a:lnTo>
                  <a:pt x="103201" y="276973"/>
                </a:lnTo>
                <a:lnTo>
                  <a:pt x="103186" y="264931"/>
                </a:lnTo>
                <a:lnTo>
                  <a:pt x="103159" y="252889"/>
                </a:lnTo>
                <a:lnTo>
                  <a:pt x="103112" y="240846"/>
                </a:lnTo>
                <a:lnTo>
                  <a:pt x="103039" y="228804"/>
                </a:lnTo>
                <a:lnTo>
                  <a:pt x="102930" y="216762"/>
                </a:lnTo>
                <a:lnTo>
                  <a:pt x="102773" y="204719"/>
                </a:lnTo>
                <a:lnTo>
                  <a:pt x="102554" y="192677"/>
                </a:lnTo>
                <a:lnTo>
                  <a:pt x="102255" y="180635"/>
                </a:lnTo>
                <a:lnTo>
                  <a:pt x="101861" y="168592"/>
                </a:lnTo>
                <a:lnTo>
                  <a:pt x="101354" y="156550"/>
                </a:lnTo>
                <a:lnTo>
                  <a:pt x="100720" y="144508"/>
                </a:lnTo>
                <a:lnTo>
                  <a:pt x="99952" y="132465"/>
                </a:lnTo>
                <a:lnTo>
                  <a:pt x="99048" y="120423"/>
                </a:lnTo>
                <a:lnTo>
                  <a:pt x="98018" y="108381"/>
                </a:lnTo>
                <a:lnTo>
                  <a:pt x="96885" y="96338"/>
                </a:lnTo>
                <a:lnTo>
                  <a:pt x="95682" y="84296"/>
                </a:lnTo>
                <a:lnTo>
                  <a:pt x="94458" y="72254"/>
                </a:lnTo>
                <a:lnTo>
                  <a:pt x="93268" y="60212"/>
                </a:lnTo>
                <a:lnTo>
                  <a:pt x="92176" y="48169"/>
                </a:lnTo>
                <a:lnTo>
                  <a:pt x="91244" y="36127"/>
                </a:lnTo>
                <a:lnTo>
                  <a:pt x="90531" y="24085"/>
                </a:lnTo>
                <a:lnTo>
                  <a:pt x="90083" y="12042"/>
                </a:lnTo>
                <a:lnTo>
                  <a:pt x="89930" y="0"/>
                </a:lnTo>
                <a:lnTo>
                  <a:pt x="116567" y="0"/>
                </a:lnTo>
                <a:lnTo>
                  <a:pt x="116567" y="0"/>
                </a:lnTo>
                <a:lnTo>
                  <a:pt x="116414" y="12042"/>
                </a:lnTo>
                <a:lnTo>
                  <a:pt x="115966" y="24085"/>
                </a:lnTo>
                <a:lnTo>
                  <a:pt x="115253" y="36127"/>
                </a:lnTo>
                <a:lnTo>
                  <a:pt x="114322" y="48169"/>
                </a:lnTo>
                <a:lnTo>
                  <a:pt x="113229" y="60212"/>
                </a:lnTo>
                <a:lnTo>
                  <a:pt x="112039" y="72254"/>
                </a:lnTo>
                <a:lnTo>
                  <a:pt x="110815" y="84296"/>
                </a:lnTo>
                <a:lnTo>
                  <a:pt x="109612" y="96338"/>
                </a:lnTo>
                <a:lnTo>
                  <a:pt x="108479" y="108381"/>
                </a:lnTo>
                <a:lnTo>
                  <a:pt x="107449" y="120423"/>
                </a:lnTo>
                <a:lnTo>
                  <a:pt x="106545" y="132465"/>
                </a:lnTo>
                <a:lnTo>
                  <a:pt x="105777" y="144508"/>
                </a:lnTo>
                <a:lnTo>
                  <a:pt x="105143" y="156550"/>
                </a:lnTo>
                <a:lnTo>
                  <a:pt x="104636" y="168592"/>
                </a:lnTo>
                <a:lnTo>
                  <a:pt x="104242" y="180635"/>
                </a:lnTo>
                <a:lnTo>
                  <a:pt x="103943" y="192677"/>
                </a:lnTo>
                <a:lnTo>
                  <a:pt x="103724" y="204719"/>
                </a:lnTo>
                <a:lnTo>
                  <a:pt x="103567" y="216762"/>
                </a:lnTo>
                <a:lnTo>
                  <a:pt x="103458" y="228804"/>
                </a:lnTo>
                <a:lnTo>
                  <a:pt x="103385" y="240846"/>
                </a:lnTo>
                <a:lnTo>
                  <a:pt x="103339" y="252889"/>
                </a:lnTo>
                <a:lnTo>
                  <a:pt x="103311" y="264931"/>
                </a:lnTo>
                <a:lnTo>
                  <a:pt x="103297" y="276973"/>
                </a:lnTo>
                <a:lnTo>
                  <a:pt x="103293" y="289015"/>
                </a:lnTo>
                <a:lnTo>
                  <a:pt x="103297" y="301058"/>
                </a:lnTo>
                <a:lnTo>
                  <a:pt x="103307" y="313100"/>
                </a:lnTo>
                <a:lnTo>
                  <a:pt x="103324" y="325142"/>
                </a:lnTo>
                <a:lnTo>
                  <a:pt x="103347" y="337185"/>
                </a:lnTo>
                <a:lnTo>
                  <a:pt x="103376" y="349227"/>
                </a:lnTo>
                <a:lnTo>
                  <a:pt x="103411" y="361269"/>
                </a:lnTo>
                <a:lnTo>
                  <a:pt x="103450" y="373312"/>
                </a:lnTo>
                <a:lnTo>
                  <a:pt x="103493" y="385354"/>
                </a:lnTo>
                <a:lnTo>
                  <a:pt x="103540" y="397396"/>
                </a:lnTo>
                <a:lnTo>
                  <a:pt x="103587" y="409439"/>
                </a:lnTo>
                <a:lnTo>
                  <a:pt x="103633" y="421481"/>
                </a:lnTo>
                <a:lnTo>
                  <a:pt x="103675" y="433523"/>
                </a:lnTo>
                <a:lnTo>
                  <a:pt x="103712" y="445565"/>
                </a:lnTo>
                <a:lnTo>
                  <a:pt x="103740" y="457608"/>
                </a:lnTo>
                <a:lnTo>
                  <a:pt x="103759" y="469650"/>
                </a:lnTo>
                <a:lnTo>
                  <a:pt x="103767" y="481692"/>
                </a:lnTo>
                <a:lnTo>
                  <a:pt x="103764" y="493735"/>
                </a:lnTo>
                <a:lnTo>
                  <a:pt x="103752" y="505777"/>
                </a:lnTo>
                <a:lnTo>
                  <a:pt x="103733" y="517819"/>
                </a:lnTo>
                <a:lnTo>
                  <a:pt x="103708" y="529862"/>
                </a:lnTo>
                <a:lnTo>
                  <a:pt x="103681" y="541904"/>
                </a:lnTo>
                <a:lnTo>
                  <a:pt x="103656" y="553946"/>
                </a:lnTo>
                <a:lnTo>
                  <a:pt x="103637" y="565989"/>
                </a:lnTo>
                <a:lnTo>
                  <a:pt x="103628" y="578031"/>
                </a:lnTo>
                <a:lnTo>
                  <a:pt x="103631" y="590073"/>
                </a:lnTo>
                <a:lnTo>
                  <a:pt x="103649" y="602116"/>
                </a:lnTo>
                <a:lnTo>
                  <a:pt x="103685" y="614158"/>
                </a:lnTo>
                <a:lnTo>
                  <a:pt x="103739" y="626200"/>
                </a:lnTo>
                <a:lnTo>
                  <a:pt x="103812" y="638242"/>
                </a:lnTo>
                <a:lnTo>
                  <a:pt x="103902" y="650285"/>
                </a:lnTo>
                <a:lnTo>
                  <a:pt x="104009" y="662327"/>
                </a:lnTo>
                <a:lnTo>
                  <a:pt x="104129" y="674369"/>
                </a:lnTo>
                <a:lnTo>
                  <a:pt x="104260" y="686412"/>
                </a:lnTo>
                <a:lnTo>
                  <a:pt x="104399" y="698454"/>
                </a:lnTo>
                <a:lnTo>
                  <a:pt x="104542" y="710496"/>
                </a:lnTo>
                <a:lnTo>
                  <a:pt x="104688" y="722539"/>
                </a:lnTo>
                <a:lnTo>
                  <a:pt x="104834" y="734581"/>
                </a:lnTo>
                <a:lnTo>
                  <a:pt x="104983" y="746623"/>
                </a:lnTo>
                <a:lnTo>
                  <a:pt x="105134" y="758666"/>
                </a:lnTo>
                <a:lnTo>
                  <a:pt x="105294" y="770708"/>
                </a:lnTo>
                <a:lnTo>
                  <a:pt x="105467" y="782750"/>
                </a:lnTo>
                <a:lnTo>
                  <a:pt x="105663" y="794792"/>
                </a:lnTo>
                <a:lnTo>
                  <a:pt x="105889" y="806835"/>
                </a:lnTo>
                <a:lnTo>
                  <a:pt x="106155" y="818877"/>
                </a:lnTo>
                <a:lnTo>
                  <a:pt x="106467" y="830919"/>
                </a:lnTo>
                <a:lnTo>
                  <a:pt x="106832" y="842962"/>
                </a:lnTo>
                <a:lnTo>
                  <a:pt x="107248" y="855004"/>
                </a:lnTo>
                <a:lnTo>
                  <a:pt x="107711" y="867046"/>
                </a:lnTo>
                <a:lnTo>
                  <a:pt x="108209" y="879089"/>
                </a:lnTo>
                <a:lnTo>
                  <a:pt x="108726" y="891131"/>
                </a:lnTo>
                <a:lnTo>
                  <a:pt x="109239" y="903173"/>
                </a:lnTo>
                <a:lnTo>
                  <a:pt x="109724" y="915216"/>
                </a:lnTo>
                <a:lnTo>
                  <a:pt x="110152" y="927258"/>
                </a:lnTo>
                <a:lnTo>
                  <a:pt x="110500" y="939300"/>
                </a:lnTo>
                <a:lnTo>
                  <a:pt x="110747" y="951343"/>
                </a:lnTo>
                <a:lnTo>
                  <a:pt x="110880" y="963385"/>
                </a:lnTo>
                <a:lnTo>
                  <a:pt x="110892" y="975427"/>
                </a:lnTo>
                <a:lnTo>
                  <a:pt x="110789" y="987469"/>
                </a:lnTo>
                <a:lnTo>
                  <a:pt x="110583" y="999512"/>
                </a:lnTo>
                <a:lnTo>
                  <a:pt x="110294" y="1011554"/>
                </a:lnTo>
                <a:lnTo>
                  <a:pt x="109948" y="1023596"/>
                </a:lnTo>
                <a:lnTo>
                  <a:pt x="109573" y="1035639"/>
                </a:lnTo>
                <a:lnTo>
                  <a:pt x="109198" y="1047681"/>
                </a:lnTo>
                <a:lnTo>
                  <a:pt x="108848" y="1059723"/>
                </a:lnTo>
                <a:lnTo>
                  <a:pt x="108545" y="1071766"/>
                </a:lnTo>
                <a:lnTo>
                  <a:pt x="108307" y="1083808"/>
                </a:lnTo>
                <a:lnTo>
                  <a:pt x="108145" y="1095850"/>
                </a:lnTo>
                <a:lnTo>
                  <a:pt x="108063" y="1107893"/>
                </a:lnTo>
                <a:lnTo>
                  <a:pt x="108061" y="1119935"/>
                </a:lnTo>
                <a:lnTo>
                  <a:pt x="108135" y="1131977"/>
                </a:lnTo>
                <a:lnTo>
                  <a:pt x="108276" y="1144019"/>
                </a:lnTo>
                <a:lnTo>
                  <a:pt x="108472" y="1156062"/>
                </a:lnTo>
                <a:lnTo>
                  <a:pt x="108709" y="1168104"/>
                </a:lnTo>
                <a:lnTo>
                  <a:pt x="108972" y="1180146"/>
                </a:lnTo>
                <a:lnTo>
                  <a:pt x="109243" y="1192189"/>
                </a:lnTo>
                <a:lnTo>
                  <a:pt x="109507" y="1204231"/>
                </a:lnTo>
                <a:lnTo>
                  <a:pt x="109748" y="1216273"/>
                </a:lnTo>
                <a:lnTo>
                  <a:pt x="109952" y="1228316"/>
                </a:lnTo>
                <a:lnTo>
                  <a:pt x="110110" y="1240358"/>
                </a:lnTo>
                <a:lnTo>
                  <a:pt x="110214" y="1252400"/>
                </a:lnTo>
                <a:lnTo>
                  <a:pt x="110264" y="1264443"/>
                </a:lnTo>
                <a:lnTo>
                  <a:pt x="110263" y="1276485"/>
                </a:lnTo>
                <a:lnTo>
                  <a:pt x="110218" y="1288527"/>
                </a:lnTo>
                <a:lnTo>
                  <a:pt x="110142" y="1300570"/>
                </a:lnTo>
                <a:lnTo>
                  <a:pt x="110050" y="1312612"/>
                </a:lnTo>
                <a:lnTo>
                  <a:pt x="109958" y="1324654"/>
                </a:lnTo>
                <a:lnTo>
                  <a:pt x="109880" y="1336696"/>
                </a:lnTo>
                <a:lnTo>
                  <a:pt x="109829" y="1348739"/>
                </a:lnTo>
                <a:lnTo>
                  <a:pt x="109811" y="1360781"/>
                </a:lnTo>
                <a:lnTo>
                  <a:pt x="109830" y="1372823"/>
                </a:lnTo>
                <a:lnTo>
                  <a:pt x="109882" y="1384866"/>
                </a:lnTo>
                <a:lnTo>
                  <a:pt x="109958" y="1396908"/>
                </a:lnTo>
                <a:lnTo>
                  <a:pt x="110046" y="1408950"/>
                </a:lnTo>
                <a:lnTo>
                  <a:pt x="110134" y="1420993"/>
                </a:lnTo>
                <a:lnTo>
                  <a:pt x="110208" y="1433035"/>
                </a:lnTo>
                <a:lnTo>
                  <a:pt x="110258" y="1445077"/>
                </a:lnTo>
                <a:lnTo>
                  <a:pt x="110279" y="1457120"/>
                </a:lnTo>
                <a:lnTo>
                  <a:pt x="110269" y="1469162"/>
                </a:lnTo>
                <a:lnTo>
                  <a:pt x="110233" y="1481204"/>
                </a:lnTo>
                <a:lnTo>
                  <a:pt x="110180" y="1493246"/>
                </a:lnTo>
                <a:lnTo>
                  <a:pt x="110120" y="1505289"/>
                </a:lnTo>
                <a:lnTo>
                  <a:pt x="110067" y="1517331"/>
                </a:lnTo>
                <a:lnTo>
                  <a:pt x="110032" y="1529373"/>
                </a:lnTo>
                <a:lnTo>
                  <a:pt x="110024" y="1541416"/>
                </a:lnTo>
                <a:lnTo>
                  <a:pt x="110047" y="1553458"/>
                </a:lnTo>
                <a:lnTo>
                  <a:pt x="110101" y="1565500"/>
                </a:lnTo>
                <a:lnTo>
                  <a:pt x="110180" y="1577543"/>
                </a:lnTo>
                <a:lnTo>
                  <a:pt x="110276" y="1589585"/>
                </a:lnTo>
                <a:lnTo>
                  <a:pt x="110376" y="1601627"/>
                </a:lnTo>
                <a:lnTo>
                  <a:pt x="110469" y="1613670"/>
                </a:lnTo>
                <a:lnTo>
                  <a:pt x="110547" y="1625712"/>
                </a:lnTo>
                <a:lnTo>
                  <a:pt x="110604" y="1637754"/>
                </a:lnTo>
                <a:lnTo>
                  <a:pt x="110645" y="1649797"/>
                </a:lnTo>
                <a:lnTo>
                  <a:pt x="110686" y="1661839"/>
                </a:lnTo>
                <a:lnTo>
                  <a:pt x="110756" y="1673881"/>
                </a:lnTo>
                <a:lnTo>
                  <a:pt x="110904" y="1685923"/>
                </a:lnTo>
                <a:lnTo>
                  <a:pt x="111194" y="1697966"/>
                </a:lnTo>
                <a:lnTo>
                  <a:pt x="111714" y="1710008"/>
                </a:lnTo>
                <a:lnTo>
                  <a:pt x="112571" y="1722050"/>
                </a:lnTo>
                <a:lnTo>
                  <a:pt x="113888" y="1734093"/>
                </a:lnTo>
                <a:lnTo>
                  <a:pt x="115805" y="1746135"/>
                </a:lnTo>
                <a:lnTo>
                  <a:pt x="118462" y="1758177"/>
                </a:lnTo>
                <a:lnTo>
                  <a:pt x="121992" y="1770220"/>
                </a:lnTo>
                <a:lnTo>
                  <a:pt x="126505" y="1782262"/>
                </a:lnTo>
                <a:lnTo>
                  <a:pt x="132067" y="1794304"/>
                </a:lnTo>
                <a:lnTo>
                  <a:pt x="138681" y="1806347"/>
                </a:lnTo>
                <a:lnTo>
                  <a:pt x="146270" y="1818389"/>
                </a:lnTo>
                <a:lnTo>
                  <a:pt x="154665" y="1830431"/>
                </a:lnTo>
                <a:lnTo>
                  <a:pt x="163600" y="1842473"/>
                </a:lnTo>
                <a:lnTo>
                  <a:pt x="172717" y="1854516"/>
                </a:lnTo>
                <a:lnTo>
                  <a:pt x="181587" y="1866558"/>
                </a:lnTo>
                <a:lnTo>
                  <a:pt x="189736" y="1878600"/>
                </a:lnTo>
                <a:lnTo>
                  <a:pt x="196689" y="1890643"/>
                </a:lnTo>
                <a:lnTo>
                  <a:pt x="202011" y="1902685"/>
                </a:lnTo>
                <a:lnTo>
                  <a:pt x="205356" y="1914727"/>
                </a:lnTo>
                <a:lnTo>
                  <a:pt x="206497" y="1926770"/>
                </a:lnTo>
                <a:lnTo>
                  <a:pt x="20649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78F05CA4-F60D-42FD-8D34-05D49EC7CBB1}"/>
              </a:ext>
            </a:extLst>
          </p:cNvPr>
          <p:cNvSpPr>
            <a:spLocks noGrp="1"/>
          </p:cNvSpPr>
          <p:nvPr/>
        </p:nvSpPr>
        <p:spPr>
          <a:xfrm>
            <a:off x="5430377" y="1837726"/>
            <a:ext cx="206497" cy="1926770"/>
          </a:xfrm>
          <a:custGeom>
            <a:pathLst>
              <a:path w="206497" h="1926770">
                <a:moveTo>
                  <a:pt x="194322" y="1926770"/>
                </a:moveTo>
                <a:lnTo>
                  <a:pt x="12175" y="1926770"/>
                </a:lnTo>
                <a:lnTo>
                  <a:pt x="13190" y="1914727"/>
                </a:lnTo>
                <a:lnTo>
                  <a:pt x="16166" y="1902685"/>
                </a:lnTo>
                <a:lnTo>
                  <a:pt x="20900" y="1890643"/>
                </a:lnTo>
                <a:lnTo>
                  <a:pt x="27081" y="1878600"/>
                </a:lnTo>
                <a:lnTo>
                  <a:pt x="34320" y="1866558"/>
                </a:lnTo>
                <a:lnTo>
                  <a:pt x="42194" y="1854516"/>
                </a:lnTo>
                <a:lnTo>
                  <a:pt x="50283" y="1842473"/>
                </a:lnTo>
                <a:lnTo>
                  <a:pt x="58206" y="1830431"/>
                </a:lnTo>
                <a:lnTo>
                  <a:pt x="65648" y="1818389"/>
                </a:lnTo>
                <a:lnTo>
                  <a:pt x="72374" y="1806347"/>
                </a:lnTo>
                <a:lnTo>
                  <a:pt x="78233" y="1794304"/>
                </a:lnTo>
                <a:lnTo>
                  <a:pt x="83157" y="1782262"/>
                </a:lnTo>
                <a:lnTo>
                  <a:pt x="87143" y="1770220"/>
                </a:lnTo>
                <a:lnTo>
                  <a:pt x="90242" y="1758177"/>
                </a:lnTo>
                <a:lnTo>
                  <a:pt x="92542" y="1746135"/>
                </a:lnTo>
                <a:lnTo>
                  <a:pt x="94149" y="1734093"/>
                </a:lnTo>
                <a:lnTo>
                  <a:pt x="95181" y="1722050"/>
                </a:lnTo>
                <a:lnTo>
                  <a:pt x="95750" y="1710008"/>
                </a:lnTo>
                <a:lnTo>
                  <a:pt x="95964" y="1697966"/>
                </a:lnTo>
                <a:lnTo>
                  <a:pt x="95921" y="1685923"/>
                </a:lnTo>
                <a:lnTo>
                  <a:pt x="95703" y="1673881"/>
                </a:lnTo>
                <a:lnTo>
                  <a:pt x="95384" y="1661839"/>
                </a:lnTo>
                <a:lnTo>
                  <a:pt x="95023" y="1649797"/>
                </a:lnTo>
                <a:lnTo>
                  <a:pt x="94668" y="1637754"/>
                </a:lnTo>
                <a:lnTo>
                  <a:pt x="94353" y="1625712"/>
                </a:lnTo>
                <a:lnTo>
                  <a:pt x="94103" y="1613670"/>
                </a:lnTo>
                <a:lnTo>
                  <a:pt x="93929" y="1601627"/>
                </a:lnTo>
                <a:lnTo>
                  <a:pt x="93836" y="1589585"/>
                </a:lnTo>
                <a:lnTo>
                  <a:pt x="93816" y="1577543"/>
                </a:lnTo>
                <a:lnTo>
                  <a:pt x="93857" y="1565500"/>
                </a:lnTo>
                <a:lnTo>
                  <a:pt x="93944" y="1553458"/>
                </a:lnTo>
                <a:lnTo>
                  <a:pt x="94060" y="1541416"/>
                </a:lnTo>
                <a:lnTo>
                  <a:pt x="94188" y="1529373"/>
                </a:lnTo>
                <a:lnTo>
                  <a:pt x="94316" y="1517331"/>
                </a:lnTo>
                <a:lnTo>
                  <a:pt x="94434" y="1505289"/>
                </a:lnTo>
                <a:lnTo>
                  <a:pt x="94537" y="1493246"/>
                </a:lnTo>
                <a:lnTo>
                  <a:pt x="94622" y="1481204"/>
                </a:lnTo>
                <a:lnTo>
                  <a:pt x="94688" y="1469162"/>
                </a:lnTo>
                <a:lnTo>
                  <a:pt x="94734" y="1457120"/>
                </a:lnTo>
                <a:lnTo>
                  <a:pt x="94756" y="1445077"/>
                </a:lnTo>
                <a:lnTo>
                  <a:pt x="94748" y="1433035"/>
                </a:lnTo>
                <a:lnTo>
                  <a:pt x="94703" y="1420993"/>
                </a:lnTo>
                <a:lnTo>
                  <a:pt x="94611" y="1408950"/>
                </a:lnTo>
                <a:lnTo>
                  <a:pt x="94465" y="1396908"/>
                </a:lnTo>
                <a:lnTo>
                  <a:pt x="94259" y="1384866"/>
                </a:lnTo>
                <a:lnTo>
                  <a:pt x="93994" y="1372823"/>
                </a:lnTo>
                <a:lnTo>
                  <a:pt x="93678" y="1360781"/>
                </a:lnTo>
                <a:lnTo>
                  <a:pt x="93326" y="1348739"/>
                </a:lnTo>
                <a:lnTo>
                  <a:pt x="92960" y="1336696"/>
                </a:lnTo>
                <a:lnTo>
                  <a:pt x="92609" y="1324654"/>
                </a:lnTo>
                <a:lnTo>
                  <a:pt x="92299" y="1312612"/>
                </a:lnTo>
                <a:lnTo>
                  <a:pt x="92059" y="1300570"/>
                </a:lnTo>
                <a:lnTo>
                  <a:pt x="91908" y="1288527"/>
                </a:lnTo>
                <a:lnTo>
                  <a:pt x="91861" y="1276485"/>
                </a:lnTo>
                <a:lnTo>
                  <a:pt x="91919" y="1264443"/>
                </a:lnTo>
                <a:lnTo>
                  <a:pt x="92074" y="1252400"/>
                </a:lnTo>
                <a:lnTo>
                  <a:pt x="92310" y="1240358"/>
                </a:lnTo>
                <a:lnTo>
                  <a:pt x="92602" y="1228316"/>
                </a:lnTo>
                <a:lnTo>
                  <a:pt x="92922" y="1216273"/>
                </a:lnTo>
                <a:lnTo>
                  <a:pt x="93238" y="1204231"/>
                </a:lnTo>
                <a:lnTo>
                  <a:pt x="93522" y="1192189"/>
                </a:lnTo>
                <a:lnTo>
                  <a:pt x="93743" y="1180146"/>
                </a:lnTo>
                <a:lnTo>
                  <a:pt x="93875" y="1168104"/>
                </a:lnTo>
                <a:lnTo>
                  <a:pt x="93891" y="1156062"/>
                </a:lnTo>
                <a:lnTo>
                  <a:pt x="93766" y="1144019"/>
                </a:lnTo>
                <a:lnTo>
                  <a:pt x="93472" y="1131977"/>
                </a:lnTo>
                <a:lnTo>
                  <a:pt x="92986" y="1119935"/>
                </a:lnTo>
                <a:lnTo>
                  <a:pt x="92285" y="1107893"/>
                </a:lnTo>
                <a:lnTo>
                  <a:pt x="91353" y="1095850"/>
                </a:lnTo>
                <a:lnTo>
                  <a:pt x="90183" y="1083808"/>
                </a:lnTo>
                <a:lnTo>
                  <a:pt x="88787" y="1071766"/>
                </a:lnTo>
                <a:lnTo>
                  <a:pt x="87192" y="1059723"/>
                </a:lnTo>
                <a:lnTo>
                  <a:pt x="85451" y="1047681"/>
                </a:lnTo>
                <a:lnTo>
                  <a:pt x="83636" y="1035639"/>
                </a:lnTo>
                <a:lnTo>
                  <a:pt x="81836" y="1023596"/>
                </a:lnTo>
                <a:lnTo>
                  <a:pt x="80153" y="1011554"/>
                </a:lnTo>
                <a:lnTo>
                  <a:pt x="78692" y="999512"/>
                </a:lnTo>
                <a:lnTo>
                  <a:pt x="77546" y="987469"/>
                </a:lnTo>
                <a:lnTo>
                  <a:pt x="76794" y="975427"/>
                </a:lnTo>
                <a:lnTo>
                  <a:pt x="76482" y="963385"/>
                </a:lnTo>
                <a:lnTo>
                  <a:pt x="76626" y="951343"/>
                </a:lnTo>
                <a:lnTo>
                  <a:pt x="77207" y="939300"/>
                </a:lnTo>
                <a:lnTo>
                  <a:pt x="78171" y="927258"/>
                </a:lnTo>
                <a:lnTo>
                  <a:pt x="79442" y="915216"/>
                </a:lnTo>
                <a:lnTo>
                  <a:pt x="80923" y="903173"/>
                </a:lnTo>
                <a:lnTo>
                  <a:pt x="82511" y="891131"/>
                </a:lnTo>
                <a:lnTo>
                  <a:pt x="84103" y="879089"/>
                </a:lnTo>
                <a:lnTo>
                  <a:pt x="85610" y="867046"/>
                </a:lnTo>
                <a:lnTo>
                  <a:pt x="86955" y="855004"/>
                </a:lnTo>
                <a:lnTo>
                  <a:pt x="88082" y="842962"/>
                </a:lnTo>
                <a:lnTo>
                  <a:pt x="88953" y="830919"/>
                </a:lnTo>
                <a:lnTo>
                  <a:pt x="89548" y="818877"/>
                </a:lnTo>
                <a:lnTo>
                  <a:pt x="89865" y="806835"/>
                </a:lnTo>
                <a:lnTo>
                  <a:pt x="89914" y="794792"/>
                </a:lnTo>
                <a:lnTo>
                  <a:pt x="89714" y="782750"/>
                </a:lnTo>
                <a:lnTo>
                  <a:pt x="89297" y="770708"/>
                </a:lnTo>
                <a:lnTo>
                  <a:pt x="88697" y="758666"/>
                </a:lnTo>
                <a:lnTo>
                  <a:pt x="87960" y="746623"/>
                </a:lnTo>
                <a:lnTo>
                  <a:pt x="87135" y="734581"/>
                </a:lnTo>
                <a:lnTo>
                  <a:pt x="86277" y="722539"/>
                </a:lnTo>
                <a:lnTo>
                  <a:pt x="85443" y="710496"/>
                </a:lnTo>
                <a:lnTo>
                  <a:pt x="84692" y="698454"/>
                </a:lnTo>
                <a:lnTo>
                  <a:pt x="84082" y="686412"/>
                </a:lnTo>
                <a:lnTo>
                  <a:pt x="83661" y="674369"/>
                </a:lnTo>
                <a:lnTo>
                  <a:pt x="83470" y="662327"/>
                </a:lnTo>
                <a:lnTo>
                  <a:pt x="83534" y="650285"/>
                </a:lnTo>
                <a:lnTo>
                  <a:pt x="83860" y="638242"/>
                </a:lnTo>
                <a:lnTo>
                  <a:pt x="84440" y="626200"/>
                </a:lnTo>
                <a:lnTo>
                  <a:pt x="85246" y="614158"/>
                </a:lnTo>
                <a:lnTo>
                  <a:pt x="86235" y="602116"/>
                </a:lnTo>
                <a:lnTo>
                  <a:pt x="87358" y="590073"/>
                </a:lnTo>
                <a:lnTo>
                  <a:pt x="88556" y="578031"/>
                </a:lnTo>
                <a:lnTo>
                  <a:pt x="89773" y="565989"/>
                </a:lnTo>
                <a:lnTo>
                  <a:pt x="90961" y="553946"/>
                </a:lnTo>
                <a:lnTo>
                  <a:pt x="92080" y="541904"/>
                </a:lnTo>
                <a:lnTo>
                  <a:pt x="93102" y="529862"/>
                </a:lnTo>
                <a:lnTo>
                  <a:pt x="94013" y="517819"/>
                </a:lnTo>
                <a:lnTo>
                  <a:pt x="94809" y="505777"/>
                </a:lnTo>
                <a:lnTo>
                  <a:pt x="95496" y="493735"/>
                </a:lnTo>
                <a:lnTo>
                  <a:pt x="96084" y="481692"/>
                </a:lnTo>
                <a:lnTo>
                  <a:pt x="96588" y="469650"/>
                </a:lnTo>
                <a:lnTo>
                  <a:pt x="97020" y="457608"/>
                </a:lnTo>
                <a:lnTo>
                  <a:pt x="97390" y="445565"/>
                </a:lnTo>
                <a:lnTo>
                  <a:pt x="97705" y="433523"/>
                </a:lnTo>
                <a:lnTo>
                  <a:pt x="97969" y="421481"/>
                </a:lnTo>
                <a:lnTo>
                  <a:pt x="98185" y="409439"/>
                </a:lnTo>
                <a:lnTo>
                  <a:pt x="98353" y="397396"/>
                </a:lnTo>
                <a:lnTo>
                  <a:pt x="98476" y="385354"/>
                </a:lnTo>
                <a:lnTo>
                  <a:pt x="98555" y="373312"/>
                </a:lnTo>
                <a:lnTo>
                  <a:pt x="98597" y="361269"/>
                </a:lnTo>
                <a:lnTo>
                  <a:pt x="98610" y="349227"/>
                </a:lnTo>
                <a:lnTo>
                  <a:pt x="98604" y="337185"/>
                </a:lnTo>
                <a:lnTo>
                  <a:pt x="98589" y="325142"/>
                </a:lnTo>
                <a:lnTo>
                  <a:pt x="98575" y="313100"/>
                </a:lnTo>
                <a:lnTo>
                  <a:pt x="98566" y="301058"/>
                </a:lnTo>
                <a:lnTo>
                  <a:pt x="98564" y="289015"/>
                </a:lnTo>
                <a:lnTo>
                  <a:pt x="98562" y="276973"/>
                </a:lnTo>
                <a:lnTo>
                  <a:pt x="98542" y="264931"/>
                </a:lnTo>
                <a:lnTo>
                  <a:pt x="98475" y="252889"/>
                </a:lnTo>
                <a:lnTo>
                  <a:pt x="98316" y="240846"/>
                </a:lnTo>
                <a:lnTo>
                  <a:pt x="98004" y="228804"/>
                </a:lnTo>
                <a:lnTo>
                  <a:pt x="97459" y="216762"/>
                </a:lnTo>
                <a:lnTo>
                  <a:pt x="96578" y="204719"/>
                </a:lnTo>
                <a:lnTo>
                  <a:pt x="95242" y="192677"/>
                </a:lnTo>
                <a:lnTo>
                  <a:pt x="93316" y="180635"/>
                </a:lnTo>
                <a:lnTo>
                  <a:pt x="90655" y="168592"/>
                </a:lnTo>
                <a:lnTo>
                  <a:pt x="87120" y="156550"/>
                </a:lnTo>
                <a:lnTo>
                  <a:pt x="82591" y="144508"/>
                </a:lnTo>
                <a:lnTo>
                  <a:pt x="76987" y="132465"/>
                </a:lnTo>
                <a:lnTo>
                  <a:pt x="70290" y="120423"/>
                </a:lnTo>
                <a:lnTo>
                  <a:pt x="62561" y="108381"/>
                </a:lnTo>
                <a:lnTo>
                  <a:pt x="53963" y="96338"/>
                </a:lnTo>
                <a:lnTo>
                  <a:pt x="44761" y="84296"/>
                </a:lnTo>
                <a:lnTo>
                  <a:pt x="35323" y="72254"/>
                </a:lnTo>
                <a:lnTo>
                  <a:pt x="26100" y="60212"/>
                </a:lnTo>
                <a:lnTo>
                  <a:pt x="17592" y="48169"/>
                </a:lnTo>
                <a:lnTo>
                  <a:pt x="10309" y="36127"/>
                </a:lnTo>
                <a:lnTo>
                  <a:pt x="4719" y="24085"/>
                </a:lnTo>
                <a:lnTo>
                  <a:pt x="1201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296" y="12042"/>
                </a:lnTo>
                <a:lnTo>
                  <a:pt x="201778" y="24085"/>
                </a:lnTo>
                <a:lnTo>
                  <a:pt x="196189" y="36127"/>
                </a:lnTo>
                <a:lnTo>
                  <a:pt x="188906" y="48169"/>
                </a:lnTo>
                <a:lnTo>
                  <a:pt x="180397" y="60212"/>
                </a:lnTo>
                <a:lnTo>
                  <a:pt x="171174" y="72254"/>
                </a:lnTo>
                <a:lnTo>
                  <a:pt x="161736" y="84296"/>
                </a:lnTo>
                <a:lnTo>
                  <a:pt x="152534" y="96338"/>
                </a:lnTo>
                <a:lnTo>
                  <a:pt x="143936" y="108381"/>
                </a:lnTo>
                <a:lnTo>
                  <a:pt x="136207" y="120423"/>
                </a:lnTo>
                <a:lnTo>
                  <a:pt x="129510" y="132465"/>
                </a:lnTo>
                <a:lnTo>
                  <a:pt x="123906" y="144508"/>
                </a:lnTo>
                <a:lnTo>
                  <a:pt x="119377" y="156550"/>
                </a:lnTo>
                <a:lnTo>
                  <a:pt x="115842" y="168592"/>
                </a:lnTo>
                <a:lnTo>
                  <a:pt x="113181" y="180635"/>
                </a:lnTo>
                <a:lnTo>
                  <a:pt x="111255" y="192677"/>
                </a:lnTo>
                <a:lnTo>
                  <a:pt x="109919" y="204719"/>
                </a:lnTo>
                <a:lnTo>
                  <a:pt x="109038" y="216762"/>
                </a:lnTo>
                <a:lnTo>
                  <a:pt x="108493" y="228804"/>
                </a:lnTo>
                <a:lnTo>
                  <a:pt x="108181" y="240846"/>
                </a:lnTo>
                <a:lnTo>
                  <a:pt x="108022" y="252889"/>
                </a:lnTo>
                <a:lnTo>
                  <a:pt x="107955" y="264931"/>
                </a:lnTo>
                <a:lnTo>
                  <a:pt x="107935" y="276973"/>
                </a:lnTo>
                <a:lnTo>
                  <a:pt x="107933" y="289015"/>
                </a:lnTo>
                <a:lnTo>
                  <a:pt x="107931" y="301058"/>
                </a:lnTo>
                <a:lnTo>
                  <a:pt x="107922" y="313100"/>
                </a:lnTo>
                <a:lnTo>
                  <a:pt x="107908" y="325142"/>
                </a:lnTo>
                <a:lnTo>
                  <a:pt x="107893" y="337185"/>
                </a:lnTo>
                <a:lnTo>
                  <a:pt x="107887" y="349227"/>
                </a:lnTo>
                <a:lnTo>
                  <a:pt x="107900" y="361269"/>
                </a:lnTo>
                <a:lnTo>
                  <a:pt x="107942" y="373312"/>
                </a:lnTo>
                <a:lnTo>
                  <a:pt x="108022" y="385354"/>
                </a:lnTo>
                <a:lnTo>
                  <a:pt x="108144" y="397396"/>
                </a:lnTo>
                <a:lnTo>
                  <a:pt x="108312" y="409439"/>
                </a:lnTo>
                <a:lnTo>
                  <a:pt x="108528" y="421481"/>
                </a:lnTo>
                <a:lnTo>
                  <a:pt x="108792" y="433523"/>
                </a:lnTo>
                <a:lnTo>
                  <a:pt x="109108" y="445565"/>
                </a:lnTo>
                <a:lnTo>
                  <a:pt x="109477" y="457608"/>
                </a:lnTo>
                <a:lnTo>
                  <a:pt x="109909" y="469650"/>
                </a:lnTo>
                <a:lnTo>
                  <a:pt x="110413" y="481692"/>
                </a:lnTo>
                <a:lnTo>
                  <a:pt x="111001" y="493735"/>
                </a:lnTo>
                <a:lnTo>
                  <a:pt x="111688" y="505777"/>
                </a:lnTo>
                <a:lnTo>
                  <a:pt x="112484" y="517819"/>
                </a:lnTo>
                <a:lnTo>
                  <a:pt x="113395" y="529862"/>
                </a:lnTo>
                <a:lnTo>
                  <a:pt x="114417" y="541904"/>
                </a:lnTo>
                <a:lnTo>
                  <a:pt x="115536" y="553946"/>
                </a:lnTo>
                <a:lnTo>
                  <a:pt x="116724" y="565989"/>
                </a:lnTo>
                <a:lnTo>
                  <a:pt x="117942" y="578031"/>
                </a:lnTo>
                <a:lnTo>
                  <a:pt x="119139" y="590073"/>
                </a:lnTo>
                <a:lnTo>
                  <a:pt x="120262" y="602116"/>
                </a:lnTo>
                <a:lnTo>
                  <a:pt x="121252" y="614158"/>
                </a:lnTo>
                <a:lnTo>
                  <a:pt x="122057" y="626200"/>
                </a:lnTo>
                <a:lnTo>
                  <a:pt x="122637" y="638242"/>
                </a:lnTo>
                <a:lnTo>
                  <a:pt x="122964" y="650285"/>
                </a:lnTo>
                <a:lnTo>
                  <a:pt x="123027" y="662327"/>
                </a:lnTo>
                <a:lnTo>
                  <a:pt x="122836" y="674369"/>
                </a:lnTo>
                <a:lnTo>
                  <a:pt x="122415" y="686412"/>
                </a:lnTo>
                <a:lnTo>
                  <a:pt x="121805" y="698454"/>
                </a:lnTo>
                <a:lnTo>
                  <a:pt x="121054" y="710496"/>
                </a:lnTo>
                <a:lnTo>
                  <a:pt x="120220" y="722539"/>
                </a:lnTo>
                <a:lnTo>
                  <a:pt x="119362" y="734581"/>
                </a:lnTo>
                <a:lnTo>
                  <a:pt x="118537" y="746623"/>
                </a:lnTo>
                <a:lnTo>
                  <a:pt x="117800" y="758666"/>
                </a:lnTo>
                <a:lnTo>
                  <a:pt x="117200" y="770708"/>
                </a:lnTo>
                <a:lnTo>
                  <a:pt x="116783" y="782750"/>
                </a:lnTo>
                <a:lnTo>
                  <a:pt x="116583" y="794792"/>
                </a:lnTo>
                <a:lnTo>
                  <a:pt x="116632" y="806835"/>
                </a:lnTo>
                <a:lnTo>
                  <a:pt x="116949" y="818877"/>
                </a:lnTo>
                <a:lnTo>
                  <a:pt x="117545" y="830919"/>
                </a:lnTo>
                <a:lnTo>
                  <a:pt x="118415" y="842962"/>
                </a:lnTo>
                <a:lnTo>
                  <a:pt x="119542" y="855004"/>
                </a:lnTo>
                <a:lnTo>
                  <a:pt x="120887" y="867046"/>
                </a:lnTo>
                <a:lnTo>
                  <a:pt x="122394" y="879089"/>
                </a:lnTo>
                <a:lnTo>
                  <a:pt x="123986" y="891131"/>
                </a:lnTo>
                <a:lnTo>
                  <a:pt x="125574" y="903173"/>
                </a:lnTo>
                <a:lnTo>
                  <a:pt x="127055" y="915216"/>
                </a:lnTo>
                <a:lnTo>
                  <a:pt x="128326" y="927258"/>
                </a:lnTo>
                <a:lnTo>
                  <a:pt x="129291" y="939300"/>
                </a:lnTo>
                <a:lnTo>
                  <a:pt x="129871" y="951343"/>
                </a:lnTo>
                <a:lnTo>
                  <a:pt x="130015" y="963385"/>
                </a:lnTo>
                <a:lnTo>
                  <a:pt x="129704" y="975427"/>
                </a:lnTo>
                <a:lnTo>
                  <a:pt x="128951" y="987469"/>
                </a:lnTo>
                <a:lnTo>
                  <a:pt x="127805" y="999512"/>
                </a:lnTo>
                <a:lnTo>
                  <a:pt x="126344" y="1011554"/>
                </a:lnTo>
                <a:lnTo>
                  <a:pt x="124661" y="1023596"/>
                </a:lnTo>
                <a:lnTo>
                  <a:pt x="122862" y="1035639"/>
                </a:lnTo>
                <a:lnTo>
                  <a:pt x="121046" y="1047681"/>
                </a:lnTo>
                <a:lnTo>
                  <a:pt x="119305" y="1059723"/>
                </a:lnTo>
                <a:lnTo>
                  <a:pt x="117710" y="1071766"/>
                </a:lnTo>
                <a:lnTo>
                  <a:pt x="116314" y="1083808"/>
                </a:lnTo>
                <a:lnTo>
                  <a:pt x="115145" y="1095850"/>
                </a:lnTo>
                <a:lnTo>
                  <a:pt x="114212" y="1107893"/>
                </a:lnTo>
                <a:lnTo>
                  <a:pt x="113511" y="1119935"/>
                </a:lnTo>
                <a:lnTo>
                  <a:pt x="113025" y="1131977"/>
                </a:lnTo>
                <a:lnTo>
                  <a:pt x="112731" y="1144019"/>
                </a:lnTo>
                <a:lnTo>
                  <a:pt x="112606" y="1156062"/>
                </a:lnTo>
                <a:lnTo>
                  <a:pt x="112622" y="1168104"/>
                </a:lnTo>
                <a:lnTo>
                  <a:pt x="112754" y="1180146"/>
                </a:lnTo>
                <a:lnTo>
                  <a:pt x="112975" y="1192189"/>
                </a:lnTo>
                <a:lnTo>
                  <a:pt x="113259" y="1204231"/>
                </a:lnTo>
                <a:lnTo>
                  <a:pt x="113575" y="1216273"/>
                </a:lnTo>
                <a:lnTo>
                  <a:pt x="113895" y="1228316"/>
                </a:lnTo>
                <a:lnTo>
                  <a:pt x="114187" y="1240358"/>
                </a:lnTo>
                <a:lnTo>
                  <a:pt x="114423" y="1252400"/>
                </a:lnTo>
                <a:lnTo>
                  <a:pt x="114578" y="1264443"/>
                </a:lnTo>
                <a:lnTo>
                  <a:pt x="114636" y="1276485"/>
                </a:lnTo>
                <a:lnTo>
                  <a:pt x="114589" y="1288527"/>
                </a:lnTo>
                <a:lnTo>
                  <a:pt x="114439" y="1300570"/>
                </a:lnTo>
                <a:lnTo>
                  <a:pt x="114198" y="1312612"/>
                </a:lnTo>
                <a:lnTo>
                  <a:pt x="113889" y="1324654"/>
                </a:lnTo>
                <a:lnTo>
                  <a:pt x="113537" y="1336696"/>
                </a:lnTo>
                <a:lnTo>
                  <a:pt x="113171" y="1348739"/>
                </a:lnTo>
                <a:lnTo>
                  <a:pt x="112819" y="1360781"/>
                </a:lnTo>
                <a:lnTo>
                  <a:pt x="112503" y="1372823"/>
                </a:lnTo>
                <a:lnTo>
                  <a:pt x="112238" y="1384866"/>
                </a:lnTo>
                <a:lnTo>
                  <a:pt x="112032" y="1396908"/>
                </a:lnTo>
                <a:lnTo>
                  <a:pt x="111886" y="1408950"/>
                </a:lnTo>
                <a:lnTo>
                  <a:pt x="111794" y="1420993"/>
                </a:lnTo>
                <a:lnTo>
                  <a:pt x="111749" y="1433035"/>
                </a:lnTo>
                <a:lnTo>
                  <a:pt x="111741" y="1445077"/>
                </a:lnTo>
                <a:lnTo>
                  <a:pt x="111763" y="1457120"/>
                </a:lnTo>
                <a:lnTo>
                  <a:pt x="111809" y="1469162"/>
                </a:lnTo>
                <a:lnTo>
                  <a:pt x="111875" y="1481204"/>
                </a:lnTo>
                <a:lnTo>
                  <a:pt x="111961" y="1493246"/>
                </a:lnTo>
                <a:lnTo>
                  <a:pt x="112063" y="1505289"/>
                </a:lnTo>
                <a:lnTo>
                  <a:pt x="112181" y="1517331"/>
                </a:lnTo>
                <a:lnTo>
                  <a:pt x="112309" y="1529373"/>
                </a:lnTo>
                <a:lnTo>
                  <a:pt x="112437" y="1541416"/>
                </a:lnTo>
                <a:lnTo>
                  <a:pt x="112553" y="1553458"/>
                </a:lnTo>
                <a:lnTo>
                  <a:pt x="112640" y="1565500"/>
                </a:lnTo>
                <a:lnTo>
                  <a:pt x="112681" y="1577543"/>
                </a:lnTo>
                <a:lnTo>
                  <a:pt x="112661" y="1589585"/>
                </a:lnTo>
                <a:lnTo>
                  <a:pt x="112568" y="1601627"/>
                </a:lnTo>
                <a:lnTo>
                  <a:pt x="112394" y="1613670"/>
                </a:lnTo>
                <a:lnTo>
                  <a:pt x="112144" y="1625712"/>
                </a:lnTo>
                <a:lnTo>
                  <a:pt x="111829" y="1637754"/>
                </a:lnTo>
                <a:lnTo>
                  <a:pt x="111474" y="1649797"/>
                </a:lnTo>
                <a:lnTo>
                  <a:pt x="111113" y="1661839"/>
                </a:lnTo>
                <a:lnTo>
                  <a:pt x="110794" y="1673881"/>
                </a:lnTo>
                <a:lnTo>
                  <a:pt x="110576" y="1685923"/>
                </a:lnTo>
                <a:lnTo>
                  <a:pt x="110533" y="1697966"/>
                </a:lnTo>
                <a:lnTo>
                  <a:pt x="110747" y="1710008"/>
                </a:lnTo>
                <a:lnTo>
                  <a:pt x="111316" y="1722050"/>
                </a:lnTo>
                <a:lnTo>
                  <a:pt x="112348" y="1734093"/>
                </a:lnTo>
                <a:lnTo>
                  <a:pt x="113955" y="1746135"/>
                </a:lnTo>
                <a:lnTo>
                  <a:pt x="116255" y="1758177"/>
                </a:lnTo>
                <a:lnTo>
                  <a:pt x="119354" y="1770220"/>
                </a:lnTo>
                <a:lnTo>
                  <a:pt x="123340" y="1782262"/>
                </a:lnTo>
                <a:lnTo>
                  <a:pt x="128264" y="1794304"/>
                </a:lnTo>
                <a:lnTo>
                  <a:pt x="134123" y="1806347"/>
                </a:lnTo>
                <a:lnTo>
                  <a:pt x="140849" y="1818389"/>
                </a:lnTo>
                <a:lnTo>
                  <a:pt x="148291" y="1830431"/>
                </a:lnTo>
                <a:lnTo>
                  <a:pt x="156214" y="1842473"/>
                </a:lnTo>
                <a:lnTo>
                  <a:pt x="164303" y="1854516"/>
                </a:lnTo>
                <a:lnTo>
                  <a:pt x="172177" y="1866558"/>
                </a:lnTo>
                <a:lnTo>
                  <a:pt x="179417" y="1878600"/>
                </a:lnTo>
                <a:lnTo>
                  <a:pt x="185597" y="1890643"/>
                </a:lnTo>
                <a:lnTo>
                  <a:pt x="190331" y="1902685"/>
                </a:lnTo>
                <a:lnTo>
                  <a:pt x="193307" y="1914727"/>
                </a:lnTo>
                <a:lnTo>
                  <a:pt x="194322" y="1926770"/>
                </a:lnTo>
                <a:lnTo>
                  <a:pt x="194322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8B8A314C-373F-4109-86EC-67AFD80CBA84}"/>
              </a:ext>
            </a:extLst>
          </p:cNvPr>
          <p:cNvSpPr>
            <a:spLocks noGrp="1"/>
          </p:cNvSpPr>
          <p:nvPr/>
        </p:nvSpPr>
        <p:spPr>
          <a:xfrm>
            <a:off x="5709427" y="1837726"/>
            <a:ext cx="206497" cy="1926770"/>
          </a:xfrm>
          <a:custGeom>
            <a:pathLst>
              <a:path w="206497" h="1926770">
                <a:moveTo>
                  <a:pt x="153008" y="1926770"/>
                </a:moveTo>
                <a:lnTo>
                  <a:pt x="53489" y="1926770"/>
                </a:lnTo>
                <a:lnTo>
                  <a:pt x="54016" y="1914727"/>
                </a:lnTo>
                <a:lnTo>
                  <a:pt x="55562" y="1902685"/>
                </a:lnTo>
                <a:lnTo>
                  <a:pt x="58021" y="1890643"/>
                </a:lnTo>
                <a:lnTo>
                  <a:pt x="61235" y="1878600"/>
                </a:lnTo>
                <a:lnTo>
                  <a:pt x="65004" y="1866558"/>
                </a:lnTo>
                <a:lnTo>
                  <a:pt x="69111" y="1854516"/>
                </a:lnTo>
                <a:lnTo>
                  <a:pt x="73341" y="1842473"/>
                </a:lnTo>
                <a:lnTo>
                  <a:pt x="77499" y="1830431"/>
                </a:lnTo>
                <a:lnTo>
                  <a:pt x="81424" y="1818389"/>
                </a:lnTo>
                <a:lnTo>
                  <a:pt x="84995" y="1806347"/>
                </a:lnTo>
                <a:lnTo>
                  <a:pt x="88138" y="1794304"/>
                </a:lnTo>
                <a:lnTo>
                  <a:pt x="90816" y="1782262"/>
                </a:lnTo>
                <a:lnTo>
                  <a:pt x="93030" y="1770220"/>
                </a:lnTo>
                <a:lnTo>
                  <a:pt x="94804" y="1758177"/>
                </a:lnTo>
                <a:lnTo>
                  <a:pt x="96185" y="1746135"/>
                </a:lnTo>
                <a:lnTo>
                  <a:pt x="97226" y="1734093"/>
                </a:lnTo>
                <a:lnTo>
                  <a:pt x="97986" y="1722050"/>
                </a:lnTo>
                <a:lnTo>
                  <a:pt x="98522" y="1710008"/>
                </a:lnTo>
                <a:lnTo>
                  <a:pt x="98886" y="1697966"/>
                </a:lnTo>
                <a:lnTo>
                  <a:pt x="99126" y="1685923"/>
                </a:lnTo>
                <a:lnTo>
                  <a:pt x="99280" y="1673881"/>
                </a:lnTo>
                <a:lnTo>
                  <a:pt x="99379" y="1661839"/>
                </a:lnTo>
                <a:lnTo>
                  <a:pt x="99447" y="1649797"/>
                </a:lnTo>
                <a:lnTo>
                  <a:pt x="99501" y="1637754"/>
                </a:lnTo>
                <a:lnTo>
                  <a:pt x="99549" y="1625712"/>
                </a:lnTo>
                <a:lnTo>
                  <a:pt x="99593" y="1613670"/>
                </a:lnTo>
                <a:lnTo>
                  <a:pt x="99630" y="1601627"/>
                </a:lnTo>
                <a:lnTo>
                  <a:pt x="99652" y="1589585"/>
                </a:lnTo>
                <a:lnTo>
                  <a:pt x="99648" y="1577543"/>
                </a:lnTo>
                <a:lnTo>
                  <a:pt x="99608" y="1565500"/>
                </a:lnTo>
                <a:lnTo>
                  <a:pt x="99520" y="1553458"/>
                </a:lnTo>
                <a:lnTo>
                  <a:pt x="99377" y="1541416"/>
                </a:lnTo>
                <a:lnTo>
                  <a:pt x="99177" y="1529373"/>
                </a:lnTo>
                <a:lnTo>
                  <a:pt x="98923" y="1517331"/>
                </a:lnTo>
                <a:lnTo>
                  <a:pt x="98621" y="1505289"/>
                </a:lnTo>
                <a:lnTo>
                  <a:pt x="98285" y="1493246"/>
                </a:lnTo>
                <a:lnTo>
                  <a:pt x="97931" y="1481204"/>
                </a:lnTo>
                <a:lnTo>
                  <a:pt x="97576" y="1469162"/>
                </a:lnTo>
                <a:lnTo>
                  <a:pt x="97236" y="1457120"/>
                </a:lnTo>
                <a:lnTo>
                  <a:pt x="96928" y="1445077"/>
                </a:lnTo>
                <a:lnTo>
                  <a:pt x="96659" y="1433035"/>
                </a:lnTo>
                <a:lnTo>
                  <a:pt x="96438" y="1420993"/>
                </a:lnTo>
                <a:lnTo>
                  <a:pt x="96263" y="1408950"/>
                </a:lnTo>
                <a:lnTo>
                  <a:pt x="96131" y="1396908"/>
                </a:lnTo>
                <a:lnTo>
                  <a:pt x="96035" y="1384866"/>
                </a:lnTo>
                <a:lnTo>
                  <a:pt x="95967" y="1372823"/>
                </a:lnTo>
                <a:lnTo>
                  <a:pt x="95919" y="1360781"/>
                </a:lnTo>
                <a:lnTo>
                  <a:pt x="95882" y="1348739"/>
                </a:lnTo>
                <a:lnTo>
                  <a:pt x="95853" y="1336696"/>
                </a:lnTo>
                <a:lnTo>
                  <a:pt x="95827" y="1324654"/>
                </a:lnTo>
                <a:lnTo>
                  <a:pt x="95806" y="1312612"/>
                </a:lnTo>
                <a:lnTo>
                  <a:pt x="95787" y="1300570"/>
                </a:lnTo>
                <a:lnTo>
                  <a:pt x="95774" y="1288527"/>
                </a:lnTo>
                <a:lnTo>
                  <a:pt x="95765" y="1276485"/>
                </a:lnTo>
                <a:lnTo>
                  <a:pt x="95762" y="1264443"/>
                </a:lnTo>
                <a:lnTo>
                  <a:pt x="95763" y="1252400"/>
                </a:lnTo>
                <a:lnTo>
                  <a:pt x="95767" y="1240358"/>
                </a:lnTo>
                <a:lnTo>
                  <a:pt x="95772" y="1228316"/>
                </a:lnTo>
                <a:lnTo>
                  <a:pt x="95779" y="1216273"/>
                </a:lnTo>
                <a:lnTo>
                  <a:pt x="95786" y="1204231"/>
                </a:lnTo>
                <a:lnTo>
                  <a:pt x="95794" y="1192189"/>
                </a:lnTo>
                <a:lnTo>
                  <a:pt x="95802" y="1180146"/>
                </a:lnTo>
                <a:lnTo>
                  <a:pt x="95809" y="1168104"/>
                </a:lnTo>
                <a:lnTo>
                  <a:pt x="95809" y="1156062"/>
                </a:lnTo>
                <a:lnTo>
                  <a:pt x="95793" y="1144019"/>
                </a:lnTo>
                <a:lnTo>
                  <a:pt x="95749" y="1131977"/>
                </a:lnTo>
                <a:lnTo>
                  <a:pt x="95660" y="1119935"/>
                </a:lnTo>
                <a:lnTo>
                  <a:pt x="95507" y="1107893"/>
                </a:lnTo>
                <a:lnTo>
                  <a:pt x="95271" y="1095850"/>
                </a:lnTo>
                <a:lnTo>
                  <a:pt x="94938" y="1083808"/>
                </a:lnTo>
                <a:lnTo>
                  <a:pt x="94499" y="1071766"/>
                </a:lnTo>
                <a:lnTo>
                  <a:pt x="93954" y="1059723"/>
                </a:lnTo>
                <a:lnTo>
                  <a:pt x="93318" y="1047681"/>
                </a:lnTo>
                <a:lnTo>
                  <a:pt x="92616" y="1035639"/>
                </a:lnTo>
                <a:lnTo>
                  <a:pt x="91885" y="1023596"/>
                </a:lnTo>
                <a:lnTo>
                  <a:pt x="91171" y="1011554"/>
                </a:lnTo>
                <a:lnTo>
                  <a:pt x="90524" y="999512"/>
                </a:lnTo>
                <a:lnTo>
                  <a:pt x="89991" y="987469"/>
                </a:lnTo>
                <a:lnTo>
                  <a:pt x="89616" y="975427"/>
                </a:lnTo>
                <a:lnTo>
                  <a:pt x="89428" y="963385"/>
                </a:lnTo>
                <a:lnTo>
                  <a:pt x="89441" y="951343"/>
                </a:lnTo>
                <a:lnTo>
                  <a:pt x="89654" y="939300"/>
                </a:lnTo>
                <a:lnTo>
                  <a:pt x="90051" y="927258"/>
                </a:lnTo>
                <a:lnTo>
                  <a:pt x="90599" y="915216"/>
                </a:lnTo>
                <a:lnTo>
                  <a:pt x="91260" y="903173"/>
                </a:lnTo>
                <a:lnTo>
                  <a:pt x="91987" y="891131"/>
                </a:lnTo>
                <a:lnTo>
                  <a:pt x="92734" y="879089"/>
                </a:lnTo>
                <a:lnTo>
                  <a:pt x="93460" y="867046"/>
                </a:lnTo>
                <a:lnTo>
                  <a:pt x="94126" y="855004"/>
                </a:lnTo>
                <a:lnTo>
                  <a:pt x="94703" y="842962"/>
                </a:lnTo>
                <a:lnTo>
                  <a:pt x="95167" y="830919"/>
                </a:lnTo>
                <a:lnTo>
                  <a:pt x="95503" y="818877"/>
                </a:lnTo>
                <a:lnTo>
                  <a:pt x="95702" y="806835"/>
                </a:lnTo>
                <a:lnTo>
                  <a:pt x="95758" y="794792"/>
                </a:lnTo>
                <a:lnTo>
                  <a:pt x="95674" y="782750"/>
                </a:lnTo>
                <a:lnTo>
                  <a:pt x="95453" y="770708"/>
                </a:lnTo>
                <a:lnTo>
                  <a:pt x="95110" y="758666"/>
                </a:lnTo>
                <a:lnTo>
                  <a:pt x="94661" y="746623"/>
                </a:lnTo>
                <a:lnTo>
                  <a:pt x="94132" y="734581"/>
                </a:lnTo>
                <a:lnTo>
                  <a:pt x="93555" y="722539"/>
                </a:lnTo>
                <a:lnTo>
                  <a:pt x="92966" y="710496"/>
                </a:lnTo>
                <a:lnTo>
                  <a:pt x="92406" y="698454"/>
                </a:lnTo>
                <a:lnTo>
                  <a:pt x="91917" y="686412"/>
                </a:lnTo>
                <a:lnTo>
                  <a:pt x="91538" y="674369"/>
                </a:lnTo>
                <a:lnTo>
                  <a:pt x="91300" y="662327"/>
                </a:lnTo>
                <a:lnTo>
                  <a:pt x="91225" y="650285"/>
                </a:lnTo>
                <a:lnTo>
                  <a:pt x="91323" y="638242"/>
                </a:lnTo>
                <a:lnTo>
                  <a:pt x="91591" y="626200"/>
                </a:lnTo>
                <a:lnTo>
                  <a:pt x="92010" y="614158"/>
                </a:lnTo>
                <a:lnTo>
                  <a:pt x="92553" y="602116"/>
                </a:lnTo>
                <a:lnTo>
                  <a:pt x="93183" y="590073"/>
                </a:lnTo>
                <a:lnTo>
                  <a:pt x="93862" y="578031"/>
                </a:lnTo>
                <a:lnTo>
                  <a:pt x="94550" y="565989"/>
                </a:lnTo>
                <a:lnTo>
                  <a:pt x="95212" y="553946"/>
                </a:lnTo>
                <a:lnTo>
                  <a:pt x="95820" y="541904"/>
                </a:lnTo>
                <a:lnTo>
                  <a:pt x="96355" y="529862"/>
                </a:lnTo>
                <a:lnTo>
                  <a:pt x="96807" y="517819"/>
                </a:lnTo>
                <a:lnTo>
                  <a:pt x="97173" y="505777"/>
                </a:lnTo>
                <a:lnTo>
                  <a:pt x="97461" y="493735"/>
                </a:lnTo>
                <a:lnTo>
                  <a:pt x="97679" y="481692"/>
                </a:lnTo>
                <a:lnTo>
                  <a:pt x="97840" y="469650"/>
                </a:lnTo>
                <a:lnTo>
                  <a:pt x="97959" y="457608"/>
                </a:lnTo>
                <a:lnTo>
                  <a:pt x="98049" y="445565"/>
                </a:lnTo>
                <a:lnTo>
                  <a:pt x="98121" y="433523"/>
                </a:lnTo>
                <a:lnTo>
                  <a:pt x="98184" y="421481"/>
                </a:lnTo>
                <a:lnTo>
                  <a:pt x="98247" y="409439"/>
                </a:lnTo>
                <a:lnTo>
                  <a:pt x="98314" y="397396"/>
                </a:lnTo>
                <a:lnTo>
                  <a:pt x="98388" y="385354"/>
                </a:lnTo>
                <a:lnTo>
                  <a:pt x="98472" y="373312"/>
                </a:lnTo>
                <a:lnTo>
                  <a:pt x="98566" y="361269"/>
                </a:lnTo>
                <a:lnTo>
                  <a:pt x="98668" y="349227"/>
                </a:lnTo>
                <a:lnTo>
                  <a:pt x="98779" y="337185"/>
                </a:lnTo>
                <a:lnTo>
                  <a:pt x="98894" y="325142"/>
                </a:lnTo>
                <a:lnTo>
                  <a:pt x="99009" y="313100"/>
                </a:lnTo>
                <a:lnTo>
                  <a:pt x="99119" y="301058"/>
                </a:lnTo>
                <a:lnTo>
                  <a:pt x="99214" y="289015"/>
                </a:lnTo>
                <a:lnTo>
                  <a:pt x="99279" y="276973"/>
                </a:lnTo>
                <a:lnTo>
                  <a:pt x="99294" y="264931"/>
                </a:lnTo>
                <a:lnTo>
                  <a:pt x="99229" y="252889"/>
                </a:lnTo>
                <a:lnTo>
                  <a:pt x="99040" y="240846"/>
                </a:lnTo>
                <a:lnTo>
                  <a:pt x="98670" y="228804"/>
                </a:lnTo>
                <a:lnTo>
                  <a:pt x="98042" y="216762"/>
                </a:lnTo>
                <a:lnTo>
                  <a:pt x="97060" y="204719"/>
                </a:lnTo>
                <a:lnTo>
                  <a:pt x="95609" y="192677"/>
                </a:lnTo>
                <a:lnTo>
                  <a:pt x="93559" y="180635"/>
                </a:lnTo>
                <a:lnTo>
                  <a:pt x="90771" y="168592"/>
                </a:lnTo>
                <a:lnTo>
                  <a:pt x="87111" y="156550"/>
                </a:lnTo>
                <a:lnTo>
                  <a:pt x="82465" y="144508"/>
                </a:lnTo>
                <a:lnTo>
                  <a:pt x="76760" y="132465"/>
                </a:lnTo>
                <a:lnTo>
                  <a:pt x="69983" y="120423"/>
                </a:lnTo>
                <a:lnTo>
                  <a:pt x="62202" y="108381"/>
                </a:lnTo>
                <a:lnTo>
                  <a:pt x="53582" y="96338"/>
                </a:lnTo>
                <a:lnTo>
                  <a:pt x="44390" y="84296"/>
                </a:lnTo>
                <a:lnTo>
                  <a:pt x="34991" y="72254"/>
                </a:lnTo>
                <a:lnTo>
                  <a:pt x="25828" y="60212"/>
                </a:lnTo>
                <a:lnTo>
                  <a:pt x="17394" y="48169"/>
                </a:lnTo>
                <a:lnTo>
                  <a:pt x="10186" y="36127"/>
                </a:lnTo>
                <a:lnTo>
                  <a:pt x="4661" y="24085"/>
                </a:lnTo>
                <a:lnTo>
                  <a:pt x="1186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11" y="12042"/>
                </a:lnTo>
                <a:lnTo>
                  <a:pt x="201837" y="24085"/>
                </a:lnTo>
                <a:lnTo>
                  <a:pt x="196311" y="36127"/>
                </a:lnTo>
                <a:lnTo>
                  <a:pt x="189104" y="48169"/>
                </a:lnTo>
                <a:lnTo>
                  <a:pt x="180669" y="60212"/>
                </a:lnTo>
                <a:lnTo>
                  <a:pt x="171506" y="72254"/>
                </a:lnTo>
                <a:lnTo>
                  <a:pt x="162107" y="84296"/>
                </a:lnTo>
                <a:lnTo>
                  <a:pt x="152915" y="96338"/>
                </a:lnTo>
                <a:lnTo>
                  <a:pt x="144295" y="108381"/>
                </a:lnTo>
                <a:lnTo>
                  <a:pt x="136514" y="120423"/>
                </a:lnTo>
                <a:lnTo>
                  <a:pt x="129737" y="132465"/>
                </a:lnTo>
                <a:lnTo>
                  <a:pt x="124032" y="144508"/>
                </a:lnTo>
                <a:lnTo>
                  <a:pt x="119386" y="156550"/>
                </a:lnTo>
                <a:lnTo>
                  <a:pt x="115726" y="168592"/>
                </a:lnTo>
                <a:lnTo>
                  <a:pt x="112938" y="180635"/>
                </a:lnTo>
                <a:lnTo>
                  <a:pt x="110888" y="192677"/>
                </a:lnTo>
                <a:lnTo>
                  <a:pt x="109437" y="204719"/>
                </a:lnTo>
                <a:lnTo>
                  <a:pt x="108455" y="216762"/>
                </a:lnTo>
                <a:lnTo>
                  <a:pt x="107827" y="228804"/>
                </a:lnTo>
                <a:lnTo>
                  <a:pt x="107457" y="240846"/>
                </a:lnTo>
                <a:lnTo>
                  <a:pt x="107268" y="252889"/>
                </a:lnTo>
                <a:lnTo>
                  <a:pt x="107203" y="264931"/>
                </a:lnTo>
                <a:lnTo>
                  <a:pt x="107218" y="276973"/>
                </a:lnTo>
                <a:lnTo>
                  <a:pt x="107283" y="289015"/>
                </a:lnTo>
                <a:lnTo>
                  <a:pt x="107378" y="301058"/>
                </a:lnTo>
                <a:lnTo>
                  <a:pt x="107488" y="313100"/>
                </a:lnTo>
                <a:lnTo>
                  <a:pt x="107603" y="325142"/>
                </a:lnTo>
                <a:lnTo>
                  <a:pt x="107718" y="337185"/>
                </a:lnTo>
                <a:lnTo>
                  <a:pt x="107829" y="349227"/>
                </a:lnTo>
                <a:lnTo>
                  <a:pt x="107931" y="361269"/>
                </a:lnTo>
                <a:lnTo>
                  <a:pt x="108025" y="373312"/>
                </a:lnTo>
                <a:lnTo>
                  <a:pt x="108109" y="385354"/>
                </a:lnTo>
                <a:lnTo>
                  <a:pt x="108183" y="397396"/>
                </a:lnTo>
                <a:lnTo>
                  <a:pt x="108250" y="409439"/>
                </a:lnTo>
                <a:lnTo>
                  <a:pt x="108313" y="421481"/>
                </a:lnTo>
                <a:lnTo>
                  <a:pt x="108377" y="433523"/>
                </a:lnTo>
                <a:lnTo>
                  <a:pt x="108448" y="445565"/>
                </a:lnTo>
                <a:lnTo>
                  <a:pt x="108538" y="457608"/>
                </a:lnTo>
                <a:lnTo>
                  <a:pt x="108657" y="469650"/>
                </a:lnTo>
                <a:lnTo>
                  <a:pt x="108818" y="481692"/>
                </a:lnTo>
                <a:lnTo>
                  <a:pt x="109036" y="493735"/>
                </a:lnTo>
                <a:lnTo>
                  <a:pt x="109324" y="505777"/>
                </a:lnTo>
                <a:lnTo>
                  <a:pt x="109690" y="517819"/>
                </a:lnTo>
                <a:lnTo>
                  <a:pt x="110142" y="529862"/>
                </a:lnTo>
                <a:lnTo>
                  <a:pt x="110677" y="541904"/>
                </a:lnTo>
                <a:lnTo>
                  <a:pt x="111285" y="553946"/>
                </a:lnTo>
                <a:lnTo>
                  <a:pt x="111947" y="565989"/>
                </a:lnTo>
                <a:lnTo>
                  <a:pt x="112635" y="578031"/>
                </a:lnTo>
                <a:lnTo>
                  <a:pt x="113314" y="590073"/>
                </a:lnTo>
                <a:lnTo>
                  <a:pt x="113945" y="602116"/>
                </a:lnTo>
                <a:lnTo>
                  <a:pt x="114487" y="614158"/>
                </a:lnTo>
                <a:lnTo>
                  <a:pt x="114907" y="626200"/>
                </a:lnTo>
                <a:lnTo>
                  <a:pt x="115174" y="638242"/>
                </a:lnTo>
                <a:lnTo>
                  <a:pt x="115272" y="650285"/>
                </a:lnTo>
                <a:lnTo>
                  <a:pt x="115197" y="662327"/>
                </a:lnTo>
                <a:lnTo>
                  <a:pt x="114959" y="674369"/>
                </a:lnTo>
                <a:lnTo>
                  <a:pt x="114580" y="686412"/>
                </a:lnTo>
                <a:lnTo>
                  <a:pt x="114091" y="698454"/>
                </a:lnTo>
                <a:lnTo>
                  <a:pt x="113532" y="710496"/>
                </a:lnTo>
                <a:lnTo>
                  <a:pt x="112942" y="722539"/>
                </a:lnTo>
                <a:lnTo>
                  <a:pt x="112365" y="734581"/>
                </a:lnTo>
                <a:lnTo>
                  <a:pt x="111836" y="746623"/>
                </a:lnTo>
                <a:lnTo>
                  <a:pt x="111387" y="758666"/>
                </a:lnTo>
                <a:lnTo>
                  <a:pt x="111044" y="770708"/>
                </a:lnTo>
                <a:lnTo>
                  <a:pt x="110824" y="782750"/>
                </a:lnTo>
                <a:lnTo>
                  <a:pt x="110739" y="794792"/>
                </a:lnTo>
                <a:lnTo>
                  <a:pt x="110795" y="806835"/>
                </a:lnTo>
                <a:lnTo>
                  <a:pt x="110994" y="818877"/>
                </a:lnTo>
                <a:lnTo>
                  <a:pt x="111330" y="830919"/>
                </a:lnTo>
                <a:lnTo>
                  <a:pt x="111795" y="842962"/>
                </a:lnTo>
                <a:lnTo>
                  <a:pt x="112371" y="855004"/>
                </a:lnTo>
                <a:lnTo>
                  <a:pt x="113037" y="867046"/>
                </a:lnTo>
                <a:lnTo>
                  <a:pt x="113763" y="879089"/>
                </a:lnTo>
                <a:lnTo>
                  <a:pt x="114510" y="891131"/>
                </a:lnTo>
                <a:lnTo>
                  <a:pt x="115237" y="903173"/>
                </a:lnTo>
                <a:lnTo>
                  <a:pt x="115898" y="915216"/>
                </a:lnTo>
                <a:lnTo>
                  <a:pt x="116446" y="927258"/>
                </a:lnTo>
                <a:lnTo>
                  <a:pt x="116843" y="939300"/>
                </a:lnTo>
                <a:lnTo>
                  <a:pt x="117056" y="951343"/>
                </a:lnTo>
                <a:lnTo>
                  <a:pt x="117069" y="963385"/>
                </a:lnTo>
                <a:lnTo>
                  <a:pt x="116881" y="975427"/>
                </a:lnTo>
                <a:lnTo>
                  <a:pt x="116506" y="987469"/>
                </a:lnTo>
                <a:lnTo>
                  <a:pt x="115974" y="999512"/>
                </a:lnTo>
                <a:lnTo>
                  <a:pt x="115326" y="1011554"/>
                </a:lnTo>
                <a:lnTo>
                  <a:pt x="114612" y="1023596"/>
                </a:lnTo>
                <a:lnTo>
                  <a:pt x="113881" y="1035639"/>
                </a:lnTo>
                <a:lnTo>
                  <a:pt x="113179" y="1047681"/>
                </a:lnTo>
                <a:lnTo>
                  <a:pt x="112543" y="1059723"/>
                </a:lnTo>
                <a:lnTo>
                  <a:pt x="111998" y="1071766"/>
                </a:lnTo>
                <a:lnTo>
                  <a:pt x="111559" y="1083808"/>
                </a:lnTo>
                <a:lnTo>
                  <a:pt x="111226" y="1095850"/>
                </a:lnTo>
                <a:lnTo>
                  <a:pt x="110990" y="1107893"/>
                </a:lnTo>
                <a:lnTo>
                  <a:pt x="110837" y="1119935"/>
                </a:lnTo>
                <a:lnTo>
                  <a:pt x="110748" y="1131977"/>
                </a:lnTo>
                <a:lnTo>
                  <a:pt x="110704" y="1144019"/>
                </a:lnTo>
                <a:lnTo>
                  <a:pt x="110689" y="1156062"/>
                </a:lnTo>
                <a:lnTo>
                  <a:pt x="110688" y="1168104"/>
                </a:lnTo>
                <a:lnTo>
                  <a:pt x="110695" y="1180146"/>
                </a:lnTo>
                <a:lnTo>
                  <a:pt x="110703" y="1192189"/>
                </a:lnTo>
                <a:lnTo>
                  <a:pt x="110711" y="1204231"/>
                </a:lnTo>
                <a:lnTo>
                  <a:pt x="110719" y="1216273"/>
                </a:lnTo>
                <a:lnTo>
                  <a:pt x="110725" y="1228316"/>
                </a:lnTo>
                <a:lnTo>
                  <a:pt x="110731" y="1240358"/>
                </a:lnTo>
                <a:lnTo>
                  <a:pt x="110734" y="1252400"/>
                </a:lnTo>
                <a:lnTo>
                  <a:pt x="110735" y="1264443"/>
                </a:lnTo>
                <a:lnTo>
                  <a:pt x="110732" y="1276485"/>
                </a:lnTo>
                <a:lnTo>
                  <a:pt x="110723" y="1288527"/>
                </a:lnTo>
                <a:lnTo>
                  <a:pt x="110710" y="1300570"/>
                </a:lnTo>
                <a:lnTo>
                  <a:pt x="110692" y="1312612"/>
                </a:lnTo>
                <a:lnTo>
                  <a:pt x="110670" y="1324654"/>
                </a:lnTo>
                <a:lnTo>
                  <a:pt x="110644" y="1336696"/>
                </a:lnTo>
                <a:lnTo>
                  <a:pt x="110615" y="1348739"/>
                </a:lnTo>
                <a:lnTo>
                  <a:pt x="110578" y="1360781"/>
                </a:lnTo>
                <a:lnTo>
                  <a:pt x="110530" y="1372823"/>
                </a:lnTo>
                <a:lnTo>
                  <a:pt x="110462" y="1384866"/>
                </a:lnTo>
                <a:lnTo>
                  <a:pt x="110366" y="1396908"/>
                </a:lnTo>
                <a:lnTo>
                  <a:pt x="110234" y="1408950"/>
                </a:lnTo>
                <a:lnTo>
                  <a:pt x="110059" y="1420993"/>
                </a:lnTo>
                <a:lnTo>
                  <a:pt x="109838" y="1433035"/>
                </a:lnTo>
                <a:lnTo>
                  <a:pt x="109570" y="1445077"/>
                </a:lnTo>
                <a:lnTo>
                  <a:pt x="109261" y="1457120"/>
                </a:lnTo>
                <a:lnTo>
                  <a:pt x="108921" y="1469162"/>
                </a:lnTo>
                <a:lnTo>
                  <a:pt x="108566" y="1481204"/>
                </a:lnTo>
                <a:lnTo>
                  <a:pt x="108212" y="1493246"/>
                </a:lnTo>
                <a:lnTo>
                  <a:pt x="107876" y="1505289"/>
                </a:lnTo>
                <a:lnTo>
                  <a:pt x="107574" y="1517331"/>
                </a:lnTo>
                <a:lnTo>
                  <a:pt x="107320" y="1529373"/>
                </a:lnTo>
                <a:lnTo>
                  <a:pt x="107120" y="1541416"/>
                </a:lnTo>
                <a:lnTo>
                  <a:pt x="106978" y="1553458"/>
                </a:lnTo>
                <a:lnTo>
                  <a:pt x="106890" y="1565500"/>
                </a:lnTo>
                <a:lnTo>
                  <a:pt x="106849" y="1577543"/>
                </a:lnTo>
                <a:lnTo>
                  <a:pt x="106845" y="1589585"/>
                </a:lnTo>
                <a:lnTo>
                  <a:pt x="106867" y="1601627"/>
                </a:lnTo>
                <a:lnTo>
                  <a:pt x="106904" y="1613670"/>
                </a:lnTo>
                <a:lnTo>
                  <a:pt x="106948" y="1625712"/>
                </a:lnTo>
                <a:lnTo>
                  <a:pt x="106996" y="1637754"/>
                </a:lnTo>
                <a:lnTo>
                  <a:pt x="107050" y="1649797"/>
                </a:lnTo>
                <a:lnTo>
                  <a:pt x="107118" y="1661839"/>
                </a:lnTo>
                <a:lnTo>
                  <a:pt x="107218" y="1673881"/>
                </a:lnTo>
                <a:lnTo>
                  <a:pt x="107371" y="1685923"/>
                </a:lnTo>
                <a:lnTo>
                  <a:pt x="107611" y="1697966"/>
                </a:lnTo>
                <a:lnTo>
                  <a:pt x="107975" y="1710008"/>
                </a:lnTo>
                <a:lnTo>
                  <a:pt x="108511" y="1722050"/>
                </a:lnTo>
                <a:lnTo>
                  <a:pt x="109271" y="1734093"/>
                </a:lnTo>
                <a:lnTo>
                  <a:pt x="110312" y="1746135"/>
                </a:lnTo>
                <a:lnTo>
                  <a:pt x="111693" y="1758177"/>
                </a:lnTo>
                <a:lnTo>
                  <a:pt x="113468" y="1770220"/>
                </a:lnTo>
                <a:lnTo>
                  <a:pt x="115681" y="1782262"/>
                </a:lnTo>
                <a:lnTo>
                  <a:pt x="118359" y="1794304"/>
                </a:lnTo>
                <a:lnTo>
                  <a:pt x="121502" y="1806347"/>
                </a:lnTo>
                <a:lnTo>
                  <a:pt x="125073" y="1818389"/>
                </a:lnTo>
                <a:lnTo>
                  <a:pt x="128998" y="1830431"/>
                </a:lnTo>
                <a:lnTo>
                  <a:pt x="133156" y="1842473"/>
                </a:lnTo>
                <a:lnTo>
                  <a:pt x="137386" y="1854516"/>
                </a:lnTo>
                <a:lnTo>
                  <a:pt x="141493" y="1866558"/>
                </a:lnTo>
                <a:lnTo>
                  <a:pt x="145262" y="1878600"/>
                </a:lnTo>
                <a:lnTo>
                  <a:pt x="148476" y="1890643"/>
                </a:lnTo>
                <a:lnTo>
                  <a:pt x="150935" y="1902685"/>
                </a:lnTo>
                <a:lnTo>
                  <a:pt x="152481" y="1914727"/>
                </a:lnTo>
                <a:lnTo>
                  <a:pt x="153008" y="1926770"/>
                </a:lnTo>
                <a:lnTo>
                  <a:pt x="153008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C6B0FF02-4788-4650-B755-78BF286B827C}"/>
              </a:ext>
            </a:extLst>
          </p:cNvPr>
          <p:cNvSpPr>
            <a:spLocks noGrp="1"/>
          </p:cNvSpPr>
          <p:nvPr/>
        </p:nvSpPr>
        <p:spPr>
          <a:xfrm>
            <a:off x="41527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B6B0D7A6-A8B6-470D-A46D-E3045BD2ECA9}"/>
              </a:ext>
            </a:extLst>
          </p:cNvPr>
          <p:cNvSpPr>
            <a:spLocks noGrp="1"/>
          </p:cNvSpPr>
          <p:nvPr/>
        </p:nvSpPr>
        <p:spPr>
          <a:xfrm>
            <a:off x="41166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131DEFC7-B704-440B-AEA3-324152DEBF9B}"/>
              </a:ext>
            </a:extLst>
          </p:cNvPr>
          <p:cNvSpPr>
            <a:spLocks noGrp="1"/>
          </p:cNvSpPr>
          <p:nvPr/>
        </p:nvSpPr>
        <p:spPr>
          <a:xfrm>
            <a:off x="40308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88E24C47-671F-45C8-888F-3E46ABCD8671}"/>
              </a:ext>
            </a:extLst>
          </p:cNvPr>
          <p:cNvSpPr>
            <a:spLocks noGrp="1"/>
          </p:cNvSpPr>
          <p:nvPr/>
        </p:nvSpPr>
        <p:spPr>
          <a:xfrm>
            <a:off x="40693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3DE0CB9C-A6C0-48B7-A643-4296DC1DD7EC}"/>
              </a:ext>
            </a:extLst>
          </p:cNvPr>
          <p:cNvSpPr>
            <a:spLocks noGrp="1"/>
          </p:cNvSpPr>
          <p:nvPr/>
        </p:nvSpPr>
        <p:spPr>
          <a:xfrm>
            <a:off x="4060774" y="2847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6AD6AC19-08BC-47A6-A1C4-358EF7D2406F}"/>
              </a:ext>
            </a:extLst>
          </p:cNvPr>
          <p:cNvSpPr>
            <a:spLocks noGrp="1"/>
          </p:cNvSpPr>
          <p:nvPr/>
        </p:nvSpPr>
        <p:spPr>
          <a:xfrm>
            <a:off x="405305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8A6EC223-9132-4CEC-99BC-63A9BA41F453}"/>
              </a:ext>
            </a:extLst>
          </p:cNvPr>
          <p:cNvSpPr>
            <a:spLocks noGrp="1"/>
          </p:cNvSpPr>
          <p:nvPr/>
        </p:nvSpPr>
        <p:spPr>
          <a:xfrm>
            <a:off x="41035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01345E95-43BC-49F3-9F10-822A0E7E95BA}"/>
              </a:ext>
            </a:extLst>
          </p:cNvPr>
          <p:cNvSpPr>
            <a:spLocks noGrp="1"/>
          </p:cNvSpPr>
          <p:nvPr/>
        </p:nvSpPr>
        <p:spPr>
          <a:xfrm>
            <a:off x="4063439" y="26457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3FA7C4A2-D3BC-4AE4-A69E-DF563E2E220E}"/>
              </a:ext>
            </a:extLst>
          </p:cNvPr>
          <p:cNvSpPr>
            <a:spLocks noGrp="1"/>
          </p:cNvSpPr>
          <p:nvPr/>
        </p:nvSpPr>
        <p:spPr>
          <a:xfrm>
            <a:off x="41395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3B5C2366-FDB7-437D-8D42-202B172406A0}"/>
              </a:ext>
            </a:extLst>
          </p:cNvPr>
          <p:cNvSpPr>
            <a:spLocks noGrp="1"/>
          </p:cNvSpPr>
          <p:nvPr/>
        </p:nvSpPr>
        <p:spPr>
          <a:xfrm>
            <a:off x="4085988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86EA2F78-3BB4-4F06-B676-2AB1F219DDFF}"/>
              </a:ext>
            </a:extLst>
          </p:cNvPr>
          <p:cNvSpPr>
            <a:spLocks noGrp="1"/>
          </p:cNvSpPr>
          <p:nvPr/>
        </p:nvSpPr>
        <p:spPr>
          <a:xfrm>
            <a:off x="4063198" y="31396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675690A4-1AF4-4308-81CA-851A9815B8A5}"/>
              </a:ext>
            </a:extLst>
          </p:cNvPr>
          <p:cNvSpPr>
            <a:spLocks noGrp="1"/>
          </p:cNvSpPr>
          <p:nvPr/>
        </p:nvSpPr>
        <p:spPr>
          <a:xfrm>
            <a:off x="4143663" y="34067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A231E44A-88AB-430C-9D47-A25FEC9F3C49}"/>
              </a:ext>
            </a:extLst>
          </p:cNvPr>
          <p:cNvSpPr>
            <a:spLocks noGrp="1"/>
          </p:cNvSpPr>
          <p:nvPr/>
        </p:nvSpPr>
        <p:spPr>
          <a:xfrm>
            <a:off x="4133083" y="2870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9D008F77-B64E-4E3D-A726-41E75DA1CB42}"/>
              </a:ext>
            </a:extLst>
          </p:cNvPr>
          <p:cNvSpPr>
            <a:spLocks noGrp="1"/>
          </p:cNvSpPr>
          <p:nvPr/>
        </p:nvSpPr>
        <p:spPr>
          <a:xfrm>
            <a:off x="4150947" y="3618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801E86D0-3287-42A6-BEBF-41098D0FDAC9}"/>
              </a:ext>
            </a:extLst>
          </p:cNvPr>
          <p:cNvSpPr>
            <a:spLocks noGrp="1"/>
          </p:cNvSpPr>
          <p:nvPr/>
        </p:nvSpPr>
        <p:spPr>
          <a:xfrm>
            <a:off x="40768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3766B5F3-1821-4037-A17B-6C07A79EF402}"/>
              </a:ext>
            </a:extLst>
          </p:cNvPr>
          <p:cNvSpPr>
            <a:spLocks noGrp="1"/>
          </p:cNvSpPr>
          <p:nvPr/>
        </p:nvSpPr>
        <p:spPr>
          <a:xfrm>
            <a:off x="4118446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8F5459A3-46F7-4848-A923-D71FC45C5E4F}"/>
              </a:ext>
            </a:extLst>
          </p:cNvPr>
          <p:cNvSpPr>
            <a:spLocks noGrp="1"/>
          </p:cNvSpPr>
          <p:nvPr/>
        </p:nvSpPr>
        <p:spPr>
          <a:xfrm>
            <a:off x="40637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BB56B321-30EC-4DBD-B5BB-ED11FBB36D21}"/>
              </a:ext>
            </a:extLst>
          </p:cNvPr>
          <p:cNvSpPr>
            <a:spLocks noGrp="1"/>
          </p:cNvSpPr>
          <p:nvPr/>
        </p:nvSpPr>
        <p:spPr>
          <a:xfrm>
            <a:off x="41594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DFCE7D2D-B643-4AA0-8514-68523AA61E7C}"/>
              </a:ext>
            </a:extLst>
          </p:cNvPr>
          <p:cNvSpPr>
            <a:spLocks noGrp="1"/>
          </p:cNvSpPr>
          <p:nvPr/>
        </p:nvSpPr>
        <p:spPr>
          <a:xfrm>
            <a:off x="4123784" y="32880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57B18960-96E3-4691-9845-76C509F4BD74}"/>
              </a:ext>
            </a:extLst>
          </p:cNvPr>
          <p:cNvSpPr>
            <a:spLocks noGrp="1"/>
          </p:cNvSpPr>
          <p:nvPr/>
        </p:nvSpPr>
        <p:spPr>
          <a:xfrm>
            <a:off x="4159387" y="32212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39A33CF6-FA8C-455D-8493-2E7C6E4D31C4}"/>
              </a:ext>
            </a:extLst>
          </p:cNvPr>
          <p:cNvSpPr>
            <a:spLocks noGrp="1"/>
          </p:cNvSpPr>
          <p:nvPr/>
        </p:nvSpPr>
        <p:spPr>
          <a:xfrm>
            <a:off x="404257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6BA717ED-0701-42A9-A65A-F1642C96BDB9}"/>
              </a:ext>
            </a:extLst>
          </p:cNvPr>
          <p:cNvSpPr>
            <a:spLocks noGrp="1"/>
          </p:cNvSpPr>
          <p:nvPr/>
        </p:nvSpPr>
        <p:spPr>
          <a:xfrm>
            <a:off x="40552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FFC6CF76-A60C-4D48-B8F8-68BC69C3F336}"/>
              </a:ext>
            </a:extLst>
          </p:cNvPr>
          <p:cNvSpPr>
            <a:spLocks noGrp="1"/>
          </p:cNvSpPr>
          <p:nvPr/>
        </p:nvSpPr>
        <p:spPr>
          <a:xfrm>
            <a:off x="4117808" y="31962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90DFED51-9EED-48B6-B14E-24DF5D946054}"/>
              </a:ext>
            </a:extLst>
          </p:cNvPr>
          <p:cNvSpPr>
            <a:spLocks noGrp="1"/>
          </p:cNvSpPr>
          <p:nvPr/>
        </p:nvSpPr>
        <p:spPr>
          <a:xfrm>
            <a:off x="4073259" y="2205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56578278-C8BB-40EE-A4A5-7CC7609691F0}"/>
              </a:ext>
            </a:extLst>
          </p:cNvPr>
          <p:cNvSpPr>
            <a:spLocks noGrp="1"/>
          </p:cNvSpPr>
          <p:nvPr/>
        </p:nvSpPr>
        <p:spPr>
          <a:xfrm>
            <a:off x="412953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1D1BE20-A74E-452B-9AEA-AACBCCFF742C}"/>
              </a:ext>
            </a:extLst>
          </p:cNvPr>
          <p:cNvSpPr>
            <a:spLocks noGrp="1"/>
          </p:cNvSpPr>
          <p:nvPr/>
        </p:nvSpPr>
        <p:spPr>
          <a:xfrm>
            <a:off x="40310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F821F3A3-407D-45BA-96FC-EC0D8690202D}"/>
              </a:ext>
            </a:extLst>
          </p:cNvPr>
          <p:cNvSpPr>
            <a:spLocks noGrp="1"/>
          </p:cNvSpPr>
          <p:nvPr/>
        </p:nvSpPr>
        <p:spPr>
          <a:xfrm>
            <a:off x="404420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EF8964D9-25F7-4B45-9BF6-F50CBA8BB213}"/>
              </a:ext>
            </a:extLst>
          </p:cNvPr>
          <p:cNvSpPr>
            <a:spLocks noGrp="1"/>
          </p:cNvSpPr>
          <p:nvPr/>
        </p:nvSpPr>
        <p:spPr>
          <a:xfrm>
            <a:off x="40725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0278D98-EE06-46A4-A9A6-47423C43489D}"/>
              </a:ext>
            </a:extLst>
          </p:cNvPr>
          <p:cNvSpPr>
            <a:spLocks noGrp="1"/>
          </p:cNvSpPr>
          <p:nvPr/>
        </p:nvSpPr>
        <p:spPr>
          <a:xfrm>
            <a:off x="4043085" y="3232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E93A1AA7-6BF0-49AA-A233-31BF02EF5440}"/>
              </a:ext>
            </a:extLst>
          </p:cNvPr>
          <p:cNvSpPr>
            <a:spLocks noGrp="1"/>
          </p:cNvSpPr>
          <p:nvPr/>
        </p:nvSpPr>
        <p:spPr>
          <a:xfrm>
            <a:off x="4152973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18682486-17D6-46A7-BF49-83F54F0249C1}"/>
              </a:ext>
            </a:extLst>
          </p:cNvPr>
          <p:cNvSpPr>
            <a:spLocks noGrp="1"/>
          </p:cNvSpPr>
          <p:nvPr/>
        </p:nvSpPr>
        <p:spPr>
          <a:xfrm>
            <a:off x="414823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D9B33D7F-4EF5-44AB-9F85-DF454153929E}"/>
              </a:ext>
            </a:extLst>
          </p:cNvPr>
          <p:cNvSpPr>
            <a:spLocks noGrp="1"/>
          </p:cNvSpPr>
          <p:nvPr/>
        </p:nvSpPr>
        <p:spPr>
          <a:xfrm>
            <a:off x="4118009" y="35155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65724A87-A86E-4F75-8491-F3E0BE07D37D}"/>
              </a:ext>
            </a:extLst>
          </p:cNvPr>
          <p:cNvSpPr>
            <a:spLocks noGrp="1"/>
          </p:cNvSpPr>
          <p:nvPr/>
        </p:nvSpPr>
        <p:spPr>
          <a:xfrm>
            <a:off x="412613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7320E341-CCC0-46CF-BB86-C351D0E9B1BC}"/>
              </a:ext>
            </a:extLst>
          </p:cNvPr>
          <p:cNvSpPr>
            <a:spLocks noGrp="1"/>
          </p:cNvSpPr>
          <p:nvPr/>
        </p:nvSpPr>
        <p:spPr>
          <a:xfrm>
            <a:off x="4099431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B3D1DBA3-E04F-4588-937E-0627CF1A88AD}"/>
              </a:ext>
            </a:extLst>
          </p:cNvPr>
          <p:cNvSpPr>
            <a:spLocks noGrp="1"/>
          </p:cNvSpPr>
          <p:nvPr/>
        </p:nvSpPr>
        <p:spPr>
          <a:xfrm>
            <a:off x="405998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935D6276-AE75-4CC9-B475-326BEBDCB9EE}"/>
              </a:ext>
            </a:extLst>
          </p:cNvPr>
          <p:cNvSpPr>
            <a:spLocks noGrp="1"/>
          </p:cNvSpPr>
          <p:nvPr/>
        </p:nvSpPr>
        <p:spPr>
          <a:xfrm>
            <a:off x="40394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8B79ACAD-12A7-48B9-8167-401773ABEF59}"/>
              </a:ext>
            </a:extLst>
          </p:cNvPr>
          <p:cNvSpPr>
            <a:spLocks noGrp="1"/>
          </p:cNvSpPr>
          <p:nvPr/>
        </p:nvSpPr>
        <p:spPr>
          <a:xfrm>
            <a:off x="41577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6D667D1A-B619-4A47-B816-4DB2491830E2}"/>
              </a:ext>
            </a:extLst>
          </p:cNvPr>
          <p:cNvSpPr>
            <a:spLocks noGrp="1"/>
          </p:cNvSpPr>
          <p:nvPr/>
        </p:nvSpPr>
        <p:spPr>
          <a:xfrm>
            <a:off x="4058141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79B643F5-0D7A-458A-A03F-6070BF864ACF}"/>
              </a:ext>
            </a:extLst>
          </p:cNvPr>
          <p:cNvSpPr>
            <a:spLocks noGrp="1"/>
          </p:cNvSpPr>
          <p:nvPr/>
        </p:nvSpPr>
        <p:spPr>
          <a:xfrm>
            <a:off x="41344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E639D0A7-CC05-4546-80E6-6B9F00458E73}"/>
              </a:ext>
            </a:extLst>
          </p:cNvPr>
          <p:cNvSpPr>
            <a:spLocks noGrp="1"/>
          </p:cNvSpPr>
          <p:nvPr/>
        </p:nvSpPr>
        <p:spPr>
          <a:xfrm>
            <a:off x="4052616" y="23704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D0F273FA-B46A-4672-B127-0E8B834A026A}"/>
              </a:ext>
            </a:extLst>
          </p:cNvPr>
          <p:cNvSpPr>
            <a:spLocks noGrp="1"/>
          </p:cNvSpPr>
          <p:nvPr/>
        </p:nvSpPr>
        <p:spPr>
          <a:xfrm>
            <a:off x="41488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AD0303B6-2689-4655-98B8-1F31EB57D980}"/>
              </a:ext>
            </a:extLst>
          </p:cNvPr>
          <p:cNvSpPr>
            <a:spLocks noGrp="1"/>
          </p:cNvSpPr>
          <p:nvPr/>
        </p:nvSpPr>
        <p:spPr>
          <a:xfrm>
            <a:off x="4125780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5B214A5C-50A1-4A73-BD88-216D0E4DAB0C}"/>
              </a:ext>
            </a:extLst>
          </p:cNvPr>
          <p:cNvSpPr>
            <a:spLocks noGrp="1"/>
          </p:cNvSpPr>
          <p:nvPr/>
        </p:nvSpPr>
        <p:spPr>
          <a:xfrm>
            <a:off x="413232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8ECB92BF-6702-4120-AC8C-9018F001F8C8}"/>
              </a:ext>
            </a:extLst>
          </p:cNvPr>
          <p:cNvSpPr>
            <a:spLocks noGrp="1"/>
          </p:cNvSpPr>
          <p:nvPr/>
        </p:nvSpPr>
        <p:spPr>
          <a:xfrm>
            <a:off x="41114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78748758-3ACE-4797-A965-20BA759991A1}"/>
              </a:ext>
            </a:extLst>
          </p:cNvPr>
          <p:cNvSpPr>
            <a:spLocks noGrp="1"/>
          </p:cNvSpPr>
          <p:nvPr/>
        </p:nvSpPr>
        <p:spPr>
          <a:xfrm>
            <a:off x="40645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07328E8C-3172-42E9-A7F8-8A72BFEE6445}"/>
              </a:ext>
            </a:extLst>
          </p:cNvPr>
          <p:cNvSpPr>
            <a:spLocks noGrp="1"/>
          </p:cNvSpPr>
          <p:nvPr/>
        </p:nvSpPr>
        <p:spPr>
          <a:xfrm>
            <a:off x="40797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6D7AE8D7-C92C-4474-BD7F-C660017D164E}"/>
              </a:ext>
            </a:extLst>
          </p:cNvPr>
          <p:cNvSpPr>
            <a:spLocks noGrp="1"/>
          </p:cNvSpPr>
          <p:nvPr/>
        </p:nvSpPr>
        <p:spPr>
          <a:xfrm>
            <a:off x="4108702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F586D456-EF85-4E74-A629-4A16326F6274}"/>
              </a:ext>
            </a:extLst>
          </p:cNvPr>
          <p:cNvSpPr>
            <a:spLocks noGrp="1"/>
          </p:cNvSpPr>
          <p:nvPr/>
        </p:nvSpPr>
        <p:spPr>
          <a:xfrm>
            <a:off x="40676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9172B662-B8E7-4792-A068-EF88EFD7BE3F}"/>
              </a:ext>
            </a:extLst>
          </p:cNvPr>
          <p:cNvSpPr>
            <a:spLocks noGrp="1"/>
          </p:cNvSpPr>
          <p:nvPr/>
        </p:nvSpPr>
        <p:spPr>
          <a:xfrm>
            <a:off x="41439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0429C84E-AE2B-4761-A23F-6E224AD774DE}"/>
              </a:ext>
            </a:extLst>
          </p:cNvPr>
          <p:cNvSpPr>
            <a:spLocks noGrp="1"/>
          </p:cNvSpPr>
          <p:nvPr/>
        </p:nvSpPr>
        <p:spPr>
          <a:xfrm>
            <a:off x="4088775" y="24622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2A9F2E35-0328-4818-A148-83B37458F580}"/>
              </a:ext>
            </a:extLst>
          </p:cNvPr>
          <p:cNvSpPr>
            <a:spLocks noGrp="1"/>
          </p:cNvSpPr>
          <p:nvPr/>
        </p:nvSpPr>
        <p:spPr>
          <a:xfrm>
            <a:off x="41010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B15E0B7B-D5A8-4125-BA6B-41FB855E5885}"/>
              </a:ext>
            </a:extLst>
          </p:cNvPr>
          <p:cNvSpPr>
            <a:spLocks noGrp="1"/>
          </p:cNvSpPr>
          <p:nvPr/>
        </p:nvSpPr>
        <p:spPr>
          <a:xfrm>
            <a:off x="402725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4F9B60CE-D27B-411A-908B-6A385CA519EC}"/>
              </a:ext>
            </a:extLst>
          </p:cNvPr>
          <p:cNvSpPr>
            <a:spLocks noGrp="1"/>
          </p:cNvSpPr>
          <p:nvPr/>
        </p:nvSpPr>
        <p:spPr>
          <a:xfrm>
            <a:off x="40699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D171531E-B2ED-4355-ABFF-87836E44B3EB}"/>
              </a:ext>
            </a:extLst>
          </p:cNvPr>
          <p:cNvSpPr>
            <a:spLocks noGrp="1"/>
          </p:cNvSpPr>
          <p:nvPr/>
        </p:nvSpPr>
        <p:spPr>
          <a:xfrm>
            <a:off x="4079770" y="29801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2D891A18-66E0-4EBD-9F23-991A7D4C3C0F}"/>
              </a:ext>
            </a:extLst>
          </p:cNvPr>
          <p:cNvSpPr>
            <a:spLocks noGrp="1"/>
          </p:cNvSpPr>
          <p:nvPr/>
        </p:nvSpPr>
        <p:spPr>
          <a:xfrm>
            <a:off x="405313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3AAF3514-BFE9-4F19-8B5A-BE8CF1829DC0}"/>
              </a:ext>
            </a:extLst>
          </p:cNvPr>
          <p:cNvSpPr>
            <a:spLocks noGrp="1"/>
          </p:cNvSpPr>
          <p:nvPr/>
        </p:nvSpPr>
        <p:spPr>
          <a:xfrm>
            <a:off x="4046960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E4B77F06-7DA8-4F08-A631-C6D981C28661}"/>
              </a:ext>
            </a:extLst>
          </p:cNvPr>
          <p:cNvSpPr>
            <a:spLocks noGrp="1"/>
          </p:cNvSpPr>
          <p:nvPr/>
        </p:nvSpPr>
        <p:spPr>
          <a:xfrm>
            <a:off x="4156321" y="36091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E1A949C6-9AB7-44C4-A514-8F22C948FBC6}"/>
              </a:ext>
            </a:extLst>
          </p:cNvPr>
          <p:cNvSpPr>
            <a:spLocks noGrp="1"/>
          </p:cNvSpPr>
          <p:nvPr/>
        </p:nvSpPr>
        <p:spPr>
          <a:xfrm>
            <a:off x="40363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262EC06E-5A83-42C3-BCF1-35FEB2F300EA}"/>
              </a:ext>
            </a:extLst>
          </p:cNvPr>
          <p:cNvSpPr>
            <a:spLocks noGrp="1"/>
          </p:cNvSpPr>
          <p:nvPr/>
        </p:nvSpPr>
        <p:spPr>
          <a:xfrm>
            <a:off x="4037812" y="34613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083E73AB-367C-461A-8DAF-F3070F573C62}"/>
              </a:ext>
            </a:extLst>
          </p:cNvPr>
          <p:cNvSpPr>
            <a:spLocks noGrp="1"/>
          </p:cNvSpPr>
          <p:nvPr/>
        </p:nvSpPr>
        <p:spPr>
          <a:xfrm>
            <a:off x="4128918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C11AF7E2-0317-469B-B474-D5AC88BEF281}"/>
              </a:ext>
            </a:extLst>
          </p:cNvPr>
          <p:cNvSpPr>
            <a:spLocks noGrp="1"/>
          </p:cNvSpPr>
          <p:nvPr/>
        </p:nvSpPr>
        <p:spPr>
          <a:xfrm>
            <a:off x="40360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5D89612A-5DE5-4D61-BE46-79EBEBD7F53C}"/>
              </a:ext>
            </a:extLst>
          </p:cNvPr>
          <p:cNvSpPr>
            <a:spLocks noGrp="1"/>
          </p:cNvSpPr>
          <p:nvPr/>
        </p:nvSpPr>
        <p:spPr>
          <a:xfrm>
            <a:off x="41178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6CD868F1-0521-4EB9-9E0E-E3A06FE2FF92}"/>
              </a:ext>
            </a:extLst>
          </p:cNvPr>
          <p:cNvSpPr>
            <a:spLocks noGrp="1"/>
          </p:cNvSpPr>
          <p:nvPr/>
        </p:nvSpPr>
        <p:spPr>
          <a:xfrm>
            <a:off x="403065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ADC35960-7799-42B1-A9EB-ABBF29E12FAE}"/>
              </a:ext>
            </a:extLst>
          </p:cNvPr>
          <p:cNvSpPr>
            <a:spLocks noGrp="1"/>
          </p:cNvSpPr>
          <p:nvPr/>
        </p:nvSpPr>
        <p:spPr>
          <a:xfrm>
            <a:off x="41106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98403858-0736-4DAA-8840-96A41EBD7500}"/>
              </a:ext>
            </a:extLst>
          </p:cNvPr>
          <p:cNvSpPr>
            <a:spLocks noGrp="1"/>
          </p:cNvSpPr>
          <p:nvPr/>
        </p:nvSpPr>
        <p:spPr>
          <a:xfrm>
            <a:off x="4104762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87294CB1-FFEA-425D-B280-022F7FC62C4C}"/>
              </a:ext>
            </a:extLst>
          </p:cNvPr>
          <p:cNvSpPr>
            <a:spLocks noGrp="1"/>
          </p:cNvSpPr>
          <p:nvPr/>
        </p:nvSpPr>
        <p:spPr>
          <a:xfrm>
            <a:off x="4132685" y="35985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98906BF7-33E4-45D1-A854-644FA93E5794}"/>
              </a:ext>
            </a:extLst>
          </p:cNvPr>
          <p:cNvSpPr>
            <a:spLocks noGrp="1"/>
          </p:cNvSpPr>
          <p:nvPr/>
        </p:nvSpPr>
        <p:spPr>
          <a:xfrm>
            <a:off x="409159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E9D197B9-D619-47B1-BAE1-B1BDB0F0E4F9}"/>
              </a:ext>
            </a:extLst>
          </p:cNvPr>
          <p:cNvSpPr>
            <a:spLocks noGrp="1"/>
          </p:cNvSpPr>
          <p:nvPr/>
        </p:nvSpPr>
        <p:spPr>
          <a:xfrm>
            <a:off x="404796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4410E6ED-CBE8-47AC-8437-7ABE351A4E7D}"/>
              </a:ext>
            </a:extLst>
          </p:cNvPr>
          <p:cNvSpPr>
            <a:spLocks noGrp="1"/>
          </p:cNvSpPr>
          <p:nvPr/>
        </p:nvSpPr>
        <p:spPr>
          <a:xfrm>
            <a:off x="4149895" y="29439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308BC8F1-4A3B-4403-9634-EED8CAA1CFC5}"/>
              </a:ext>
            </a:extLst>
          </p:cNvPr>
          <p:cNvSpPr>
            <a:spLocks noGrp="1"/>
          </p:cNvSpPr>
          <p:nvPr/>
        </p:nvSpPr>
        <p:spPr>
          <a:xfrm>
            <a:off x="40335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2FA1E5D9-E7EE-4012-B66C-0E95ABA93759}"/>
              </a:ext>
            </a:extLst>
          </p:cNvPr>
          <p:cNvSpPr>
            <a:spLocks noGrp="1"/>
          </p:cNvSpPr>
          <p:nvPr/>
        </p:nvSpPr>
        <p:spPr>
          <a:xfrm>
            <a:off x="4132900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B6506434-93B9-4EC8-AB4C-22A940829B05}"/>
              </a:ext>
            </a:extLst>
          </p:cNvPr>
          <p:cNvSpPr>
            <a:spLocks noGrp="1"/>
          </p:cNvSpPr>
          <p:nvPr/>
        </p:nvSpPr>
        <p:spPr>
          <a:xfrm>
            <a:off x="4029188" y="35326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81487693-744D-4BFA-A7EC-88EDEC179D10}"/>
              </a:ext>
            </a:extLst>
          </p:cNvPr>
          <p:cNvSpPr>
            <a:spLocks noGrp="1"/>
          </p:cNvSpPr>
          <p:nvPr/>
        </p:nvSpPr>
        <p:spPr>
          <a:xfrm>
            <a:off x="41039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B3015A3F-6058-4BEE-9244-ADECE154E03E}"/>
              </a:ext>
            </a:extLst>
          </p:cNvPr>
          <p:cNvSpPr>
            <a:spLocks noGrp="1"/>
          </p:cNvSpPr>
          <p:nvPr/>
        </p:nvSpPr>
        <p:spPr>
          <a:xfrm>
            <a:off x="4032412" y="35326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ABBBF84E-AC11-4BFA-8DDA-2132D1E21331}"/>
              </a:ext>
            </a:extLst>
          </p:cNvPr>
          <p:cNvSpPr>
            <a:spLocks noGrp="1"/>
          </p:cNvSpPr>
          <p:nvPr/>
        </p:nvSpPr>
        <p:spPr>
          <a:xfrm>
            <a:off x="4133374" y="3626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D38CB9DD-F57B-4CF3-B818-39E5F2FE4975}"/>
              </a:ext>
            </a:extLst>
          </p:cNvPr>
          <p:cNvSpPr>
            <a:spLocks noGrp="1"/>
          </p:cNvSpPr>
          <p:nvPr/>
        </p:nvSpPr>
        <p:spPr>
          <a:xfrm>
            <a:off x="4140333" y="36900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EACE8884-2C2C-484A-9510-35942E689E4B}"/>
              </a:ext>
            </a:extLst>
          </p:cNvPr>
          <p:cNvSpPr>
            <a:spLocks noGrp="1"/>
          </p:cNvSpPr>
          <p:nvPr/>
        </p:nvSpPr>
        <p:spPr>
          <a:xfrm>
            <a:off x="41126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2AA080D9-BA58-456E-8E6F-0E5868ED1538}"/>
              </a:ext>
            </a:extLst>
          </p:cNvPr>
          <p:cNvSpPr>
            <a:spLocks noGrp="1"/>
          </p:cNvSpPr>
          <p:nvPr/>
        </p:nvSpPr>
        <p:spPr>
          <a:xfrm>
            <a:off x="4061174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13D49EFE-B3A1-480C-BBFF-17A2D5DD48C0}"/>
              </a:ext>
            </a:extLst>
          </p:cNvPr>
          <p:cNvSpPr>
            <a:spLocks noGrp="1"/>
          </p:cNvSpPr>
          <p:nvPr/>
        </p:nvSpPr>
        <p:spPr>
          <a:xfrm>
            <a:off x="41554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67ADDD99-87A0-44DF-AD4E-2B186C8E0C13}"/>
              </a:ext>
            </a:extLst>
          </p:cNvPr>
          <p:cNvSpPr>
            <a:spLocks noGrp="1"/>
          </p:cNvSpPr>
          <p:nvPr/>
        </p:nvSpPr>
        <p:spPr>
          <a:xfrm>
            <a:off x="41291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10CCAC75-F119-4CCC-917E-959EBB46B155}"/>
              </a:ext>
            </a:extLst>
          </p:cNvPr>
          <p:cNvSpPr>
            <a:spLocks noGrp="1"/>
          </p:cNvSpPr>
          <p:nvPr/>
        </p:nvSpPr>
        <p:spPr>
          <a:xfrm>
            <a:off x="409126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C47D2C9B-5430-4161-A0E7-5679BC015A57}"/>
              </a:ext>
            </a:extLst>
          </p:cNvPr>
          <p:cNvSpPr>
            <a:spLocks noGrp="1"/>
          </p:cNvSpPr>
          <p:nvPr/>
        </p:nvSpPr>
        <p:spPr>
          <a:xfrm>
            <a:off x="4155346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F7BE03D6-6CB5-4D3F-88A2-4779B6033676}"/>
              </a:ext>
            </a:extLst>
          </p:cNvPr>
          <p:cNvSpPr>
            <a:spLocks noGrp="1"/>
          </p:cNvSpPr>
          <p:nvPr/>
        </p:nvSpPr>
        <p:spPr>
          <a:xfrm>
            <a:off x="4100944" y="3396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7E118FDF-BC53-4A62-8C40-23C67F408322}"/>
              </a:ext>
            </a:extLst>
          </p:cNvPr>
          <p:cNvSpPr>
            <a:spLocks noGrp="1"/>
          </p:cNvSpPr>
          <p:nvPr/>
        </p:nvSpPr>
        <p:spPr>
          <a:xfrm>
            <a:off x="4077793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38EFB4D3-8DE5-4891-AC21-6D59F11F762A}"/>
              </a:ext>
            </a:extLst>
          </p:cNvPr>
          <p:cNvSpPr>
            <a:spLocks noGrp="1"/>
          </p:cNvSpPr>
          <p:nvPr/>
        </p:nvSpPr>
        <p:spPr>
          <a:xfrm>
            <a:off x="4104676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021B8585-F118-4AB0-8395-C9171F59C272}"/>
              </a:ext>
            </a:extLst>
          </p:cNvPr>
          <p:cNvSpPr>
            <a:spLocks noGrp="1"/>
          </p:cNvSpPr>
          <p:nvPr/>
        </p:nvSpPr>
        <p:spPr>
          <a:xfrm>
            <a:off x="404262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02DE30CB-B359-4653-8FE3-3748354BABCA}"/>
              </a:ext>
            </a:extLst>
          </p:cNvPr>
          <p:cNvSpPr>
            <a:spLocks noGrp="1"/>
          </p:cNvSpPr>
          <p:nvPr/>
        </p:nvSpPr>
        <p:spPr>
          <a:xfrm>
            <a:off x="40598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0E5F62F-A119-432F-8BA2-45296027F39F}"/>
              </a:ext>
            </a:extLst>
          </p:cNvPr>
          <p:cNvSpPr>
            <a:spLocks noGrp="1"/>
          </p:cNvSpPr>
          <p:nvPr/>
        </p:nvSpPr>
        <p:spPr>
          <a:xfrm>
            <a:off x="415548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5D8428C3-1BCB-4646-85AA-3ACBFFD94A0E}"/>
              </a:ext>
            </a:extLst>
          </p:cNvPr>
          <p:cNvSpPr>
            <a:spLocks noGrp="1"/>
          </p:cNvSpPr>
          <p:nvPr/>
        </p:nvSpPr>
        <p:spPr>
          <a:xfrm>
            <a:off x="40582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07E6AE61-13C0-440A-8EC5-91775CA085A3}"/>
              </a:ext>
            </a:extLst>
          </p:cNvPr>
          <p:cNvSpPr>
            <a:spLocks noGrp="1"/>
          </p:cNvSpPr>
          <p:nvPr/>
        </p:nvSpPr>
        <p:spPr>
          <a:xfrm>
            <a:off x="4095174" y="30758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620DBEE4-26C5-4FA4-9A12-5032731EA734}"/>
              </a:ext>
            </a:extLst>
          </p:cNvPr>
          <p:cNvSpPr>
            <a:spLocks noGrp="1"/>
          </p:cNvSpPr>
          <p:nvPr/>
        </p:nvSpPr>
        <p:spPr>
          <a:xfrm>
            <a:off x="412453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FEEC1BCE-9F65-4C5C-8A20-14F6FF003A8E}"/>
              </a:ext>
            </a:extLst>
          </p:cNvPr>
          <p:cNvSpPr>
            <a:spLocks noGrp="1"/>
          </p:cNvSpPr>
          <p:nvPr/>
        </p:nvSpPr>
        <p:spPr>
          <a:xfrm>
            <a:off x="40796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19004AD6-7AB2-4C19-8E60-8B09DE5B7E8F}"/>
              </a:ext>
            </a:extLst>
          </p:cNvPr>
          <p:cNvSpPr>
            <a:spLocks noGrp="1"/>
          </p:cNvSpPr>
          <p:nvPr/>
        </p:nvSpPr>
        <p:spPr>
          <a:xfrm>
            <a:off x="40982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5526A59F-A333-4D03-B6D8-692D4AD522FB}"/>
              </a:ext>
            </a:extLst>
          </p:cNvPr>
          <p:cNvSpPr>
            <a:spLocks noGrp="1"/>
          </p:cNvSpPr>
          <p:nvPr/>
        </p:nvSpPr>
        <p:spPr>
          <a:xfrm>
            <a:off x="4110152" y="3396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1BDCD1FF-2CCC-459E-BE7A-E4FDA4A19141}"/>
              </a:ext>
            </a:extLst>
          </p:cNvPr>
          <p:cNvSpPr>
            <a:spLocks noGrp="1"/>
          </p:cNvSpPr>
          <p:nvPr/>
        </p:nvSpPr>
        <p:spPr>
          <a:xfrm>
            <a:off x="41246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1FC9265A-1482-4369-B92D-2FED51E5B266}"/>
              </a:ext>
            </a:extLst>
          </p:cNvPr>
          <p:cNvSpPr>
            <a:spLocks noGrp="1"/>
          </p:cNvSpPr>
          <p:nvPr/>
        </p:nvSpPr>
        <p:spPr>
          <a:xfrm>
            <a:off x="4150312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E581B89B-17D7-4703-9A91-005D46922B2C}"/>
              </a:ext>
            </a:extLst>
          </p:cNvPr>
          <p:cNvSpPr>
            <a:spLocks noGrp="1"/>
          </p:cNvSpPr>
          <p:nvPr/>
        </p:nvSpPr>
        <p:spPr>
          <a:xfrm>
            <a:off x="412251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3779C6D6-902A-4C60-A4DE-94D428601B76}"/>
              </a:ext>
            </a:extLst>
          </p:cNvPr>
          <p:cNvSpPr>
            <a:spLocks noGrp="1"/>
          </p:cNvSpPr>
          <p:nvPr/>
        </p:nvSpPr>
        <p:spPr>
          <a:xfrm>
            <a:off x="4076930" y="35326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2ACB23C6-ED27-437F-B7E9-A93983361D28}"/>
              </a:ext>
            </a:extLst>
          </p:cNvPr>
          <p:cNvSpPr>
            <a:spLocks noGrp="1"/>
          </p:cNvSpPr>
          <p:nvPr/>
        </p:nvSpPr>
        <p:spPr>
          <a:xfrm>
            <a:off x="409079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AFEAF878-8F00-4191-9543-DA4706FB5496}"/>
              </a:ext>
            </a:extLst>
          </p:cNvPr>
          <p:cNvSpPr>
            <a:spLocks noGrp="1"/>
          </p:cNvSpPr>
          <p:nvPr/>
        </p:nvSpPr>
        <p:spPr>
          <a:xfrm>
            <a:off x="4140740" y="31618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8E997662-36AC-41F9-AAA1-5D5CEE653299}"/>
              </a:ext>
            </a:extLst>
          </p:cNvPr>
          <p:cNvSpPr>
            <a:spLocks noGrp="1"/>
          </p:cNvSpPr>
          <p:nvPr/>
        </p:nvSpPr>
        <p:spPr>
          <a:xfrm>
            <a:off x="4043558" y="26763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4AC3ED60-8638-40B7-AD33-F79BAA09A46A}"/>
              </a:ext>
            </a:extLst>
          </p:cNvPr>
          <p:cNvSpPr>
            <a:spLocks noGrp="1"/>
          </p:cNvSpPr>
          <p:nvPr/>
        </p:nvSpPr>
        <p:spPr>
          <a:xfrm>
            <a:off x="415096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39F2ECCB-8034-407F-A7D2-6BA5C291C7F5}"/>
              </a:ext>
            </a:extLst>
          </p:cNvPr>
          <p:cNvSpPr>
            <a:spLocks noGrp="1"/>
          </p:cNvSpPr>
          <p:nvPr/>
        </p:nvSpPr>
        <p:spPr>
          <a:xfrm>
            <a:off x="408230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AA901E6E-6656-48E2-8430-192EE7D5734F}"/>
              </a:ext>
            </a:extLst>
          </p:cNvPr>
          <p:cNvSpPr>
            <a:spLocks noGrp="1"/>
          </p:cNvSpPr>
          <p:nvPr/>
        </p:nvSpPr>
        <p:spPr>
          <a:xfrm>
            <a:off x="4147257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E9A5F83C-39E7-4D4F-B18C-D2D90A7B0CCC}"/>
              </a:ext>
            </a:extLst>
          </p:cNvPr>
          <p:cNvSpPr>
            <a:spLocks noGrp="1"/>
          </p:cNvSpPr>
          <p:nvPr/>
        </p:nvSpPr>
        <p:spPr>
          <a:xfrm>
            <a:off x="4059367" y="3513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6B4D9D0B-A5AC-4F07-8570-72106E9F22E3}"/>
              </a:ext>
            </a:extLst>
          </p:cNvPr>
          <p:cNvSpPr>
            <a:spLocks noGrp="1"/>
          </p:cNvSpPr>
          <p:nvPr/>
        </p:nvSpPr>
        <p:spPr>
          <a:xfrm>
            <a:off x="4103354" y="3396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ABC558DB-28DF-4871-8A70-D24A81994BE3}"/>
              </a:ext>
            </a:extLst>
          </p:cNvPr>
          <p:cNvSpPr>
            <a:spLocks noGrp="1"/>
          </p:cNvSpPr>
          <p:nvPr/>
        </p:nvSpPr>
        <p:spPr>
          <a:xfrm>
            <a:off x="4090900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13A11614-8515-4F7A-80DD-E4D239B18F33}"/>
              </a:ext>
            </a:extLst>
          </p:cNvPr>
          <p:cNvSpPr>
            <a:spLocks noGrp="1"/>
          </p:cNvSpPr>
          <p:nvPr/>
        </p:nvSpPr>
        <p:spPr>
          <a:xfrm>
            <a:off x="4072118" y="23980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4E39CCC9-47B5-47FB-A17A-F1EC9183778B}"/>
              </a:ext>
            </a:extLst>
          </p:cNvPr>
          <p:cNvSpPr>
            <a:spLocks noGrp="1"/>
          </p:cNvSpPr>
          <p:nvPr/>
        </p:nvSpPr>
        <p:spPr>
          <a:xfrm>
            <a:off x="40638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E43BD40F-DEB5-4371-B74C-29E32C409721}"/>
              </a:ext>
            </a:extLst>
          </p:cNvPr>
          <p:cNvSpPr>
            <a:spLocks noGrp="1"/>
          </p:cNvSpPr>
          <p:nvPr/>
        </p:nvSpPr>
        <p:spPr>
          <a:xfrm>
            <a:off x="40917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CDC39100-48E6-4BC7-89BD-817BD44650B2}"/>
              </a:ext>
            </a:extLst>
          </p:cNvPr>
          <p:cNvSpPr>
            <a:spLocks noGrp="1"/>
          </p:cNvSpPr>
          <p:nvPr/>
        </p:nvSpPr>
        <p:spPr>
          <a:xfrm>
            <a:off x="402747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656A6C8E-FE48-469E-BC33-1C92379606A0}"/>
              </a:ext>
            </a:extLst>
          </p:cNvPr>
          <p:cNvSpPr>
            <a:spLocks noGrp="1"/>
          </p:cNvSpPr>
          <p:nvPr/>
        </p:nvSpPr>
        <p:spPr>
          <a:xfrm>
            <a:off x="41172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B6DBAA1D-E9AC-41EE-86DB-11F742788452}"/>
              </a:ext>
            </a:extLst>
          </p:cNvPr>
          <p:cNvSpPr>
            <a:spLocks noGrp="1"/>
          </p:cNvSpPr>
          <p:nvPr/>
        </p:nvSpPr>
        <p:spPr>
          <a:xfrm>
            <a:off x="412379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44AAF146-59E4-4F15-95FD-6DCC4D92D14B}"/>
              </a:ext>
            </a:extLst>
          </p:cNvPr>
          <p:cNvSpPr>
            <a:spLocks noGrp="1"/>
          </p:cNvSpPr>
          <p:nvPr/>
        </p:nvSpPr>
        <p:spPr>
          <a:xfrm>
            <a:off x="4110855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DBF3B26F-09EA-4686-B7E1-7EE497251ADC}"/>
              </a:ext>
            </a:extLst>
          </p:cNvPr>
          <p:cNvSpPr>
            <a:spLocks noGrp="1"/>
          </p:cNvSpPr>
          <p:nvPr/>
        </p:nvSpPr>
        <p:spPr>
          <a:xfrm>
            <a:off x="415606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26573BF0-F62F-4048-B04F-5B75AD89A610}"/>
              </a:ext>
            </a:extLst>
          </p:cNvPr>
          <p:cNvSpPr>
            <a:spLocks noGrp="1"/>
          </p:cNvSpPr>
          <p:nvPr/>
        </p:nvSpPr>
        <p:spPr>
          <a:xfrm>
            <a:off x="40691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16BB7DA4-8270-4DB2-B0FE-646F56689C14}"/>
              </a:ext>
            </a:extLst>
          </p:cNvPr>
          <p:cNvSpPr>
            <a:spLocks noGrp="1"/>
          </p:cNvSpPr>
          <p:nvPr/>
        </p:nvSpPr>
        <p:spPr>
          <a:xfrm>
            <a:off x="4100675" y="36040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6079D5E9-B2FF-4CCD-BECA-F3A285470785}"/>
              </a:ext>
            </a:extLst>
          </p:cNvPr>
          <p:cNvSpPr>
            <a:spLocks noGrp="1"/>
          </p:cNvSpPr>
          <p:nvPr/>
        </p:nvSpPr>
        <p:spPr>
          <a:xfrm>
            <a:off x="408987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4A1B41FA-4EE3-4C9A-839E-66E6A9F2FD3C}"/>
              </a:ext>
            </a:extLst>
          </p:cNvPr>
          <p:cNvSpPr>
            <a:spLocks noGrp="1"/>
          </p:cNvSpPr>
          <p:nvPr/>
        </p:nvSpPr>
        <p:spPr>
          <a:xfrm>
            <a:off x="406764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90D4BE99-3322-46A6-9EAD-F78D42505EC7}"/>
              </a:ext>
            </a:extLst>
          </p:cNvPr>
          <p:cNvSpPr>
            <a:spLocks noGrp="1"/>
          </p:cNvSpPr>
          <p:nvPr/>
        </p:nvSpPr>
        <p:spPr>
          <a:xfrm>
            <a:off x="4110679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D9682031-86F5-4A71-BFAA-CB105ECFBAB6}"/>
              </a:ext>
            </a:extLst>
          </p:cNvPr>
          <p:cNvSpPr>
            <a:spLocks noGrp="1"/>
          </p:cNvSpPr>
          <p:nvPr/>
        </p:nvSpPr>
        <p:spPr>
          <a:xfrm>
            <a:off x="4028554" y="3626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ABE4A5E1-8CF6-47C2-A5EF-31B4C3269158}"/>
              </a:ext>
            </a:extLst>
          </p:cNvPr>
          <p:cNvSpPr>
            <a:spLocks noGrp="1"/>
          </p:cNvSpPr>
          <p:nvPr/>
        </p:nvSpPr>
        <p:spPr>
          <a:xfrm>
            <a:off x="404799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1F5F07FA-76AE-4A57-A863-6518FCC89CEB}"/>
              </a:ext>
            </a:extLst>
          </p:cNvPr>
          <p:cNvSpPr>
            <a:spLocks noGrp="1"/>
          </p:cNvSpPr>
          <p:nvPr/>
        </p:nvSpPr>
        <p:spPr>
          <a:xfrm>
            <a:off x="40266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95722B3D-E2AF-4ED0-84E6-46DE908C30DE}"/>
              </a:ext>
            </a:extLst>
          </p:cNvPr>
          <p:cNvSpPr>
            <a:spLocks noGrp="1"/>
          </p:cNvSpPr>
          <p:nvPr/>
        </p:nvSpPr>
        <p:spPr>
          <a:xfrm>
            <a:off x="4048046" y="34898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78D4B2CE-049B-40EC-8DDF-C1A0F83F7C17}"/>
              </a:ext>
            </a:extLst>
          </p:cNvPr>
          <p:cNvSpPr>
            <a:spLocks noGrp="1"/>
          </p:cNvSpPr>
          <p:nvPr/>
        </p:nvSpPr>
        <p:spPr>
          <a:xfrm>
            <a:off x="41005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BA08627D-98D0-413F-BB19-BFB75FEE4E15}"/>
              </a:ext>
            </a:extLst>
          </p:cNvPr>
          <p:cNvSpPr>
            <a:spLocks noGrp="1"/>
          </p:cNvSpPr>
          <p:nvPr/>
        </p:nvSpPr>
        <p:spPr>
          <a:xfrm>
            <a:off x="41458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DB243B16-DD63-4DAE-82A4-F0B2F6189A84}"/>
              </a:ext>
            </a:extLst>
          </p:cNvPr>
          <p:cNvSpPr>
            <a:spLocks noGrp="1"/>
          </p:cNvSpPr>
          <p:nvPr/>
        </p:nvSpPr>
        <p:spPr>
          <a:xfrm>
            <a:off x="40289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A48B67FF-2AF5-4C81-A73A-57A4F6487926}"/>
              </a:ext>
            </a:extLst>
          </p:cNvPr>
          <p:cNvSpPr>
            <a:spLocks noGrp="1"/>
          </p:cNvSpPr>
          <p:nvPr/>
        </p:nvSpPr>
        <p:spPr>
          <a:xfrm>
            <a:off x="41074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6970084A-ECDD-463E-A8C2-624DC36EEBD2}"/>
              </a:ext>
            </a:extLst>
          </p:cNvPr>
          <p:cNvSpPr>
            <a:spLocks noGrp="1"/>
          </p:cNvSpPr>
          <p:nvPr/>
        </p:nvSpPr>
        <p:spPr>
          <a:xfrm>
            <a:off x="40469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1ADDF8E8-3165-4FE9-B586-CAD5E4C0B59D}"/>
              </a:ext>
            </a:extLst>
          </p:cNvPr>
          <p:cNvSpPr>
            <a:spLocks noGrp="1"/>
          </p:cNvSpPr>
          <p:nvPr/>
        </p:nvSpPr>
        <p:spPr>
          <a:xfrm>
            <a:off x="4154732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6D8CF9A9-4A6F-43A4-8995-48228911D78C}"/>
              </a:ext>
            </a:extLst>
          </p:cNvPr>
          <p:cNvSpPr>
            <a:spLocks noGrp="1"/>
          </p:cNvSpPr>
          <p:nvPr/>
        </p:nvSpPr>
        <p:spPr>
          <a:xfrm>
            <a:off x="4075432" y="3571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F296CBF6-CBAD-4051-98DF-9234CA2E861E}"/>
              </a:ext>
            </a:extLst>
          </p:cNvPr>
          <p:cNvSpPr>
            <a:spLocks noGrp="1"/>
          </p:cNvSpPr>
          <p:nvPr/>
        </p:nvSpPr>
        <p:spPr>
          <a:xfrm>
            <a:off x="4065269" y="35540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F52D19CA-AB62-45C7-8433-0DF1EEAFB7B0}"/>
              </a:ext>
            </a:extLst>
          </p:cNvPr>
          <p:cNvSpPr>
            <a:spLocks noGrp="1"/>
          </p:cNvSpPr>
          <p:nvPr/>
        </p:nvSpPr>
        <p:spPr>
          <a:xfrm>
            <a:off x="403446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8EBE7BB-DAD5-4B2B-AF62-CA603B9730D8}"/>
              </a:ext>
            </a:extLst>
          </p:cNvPr>
          <p:cNvSpPr>
            <a:spLocks noGrp="1"/>
          </p:cNvSpPr>
          <p:nvPr/>
        </p:nvSpPr>
        <p:spPr>
          <a:xfrm>
            <a:off x="4148511" y="26957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DA5F601D-F812-4991-A52F-89BC8A374F54}"/>
              </a:ext>
            </a:extLst>
          </p:cNvPr>
          <p:cNvSpPr>
            <a:spLocks noGrp="1"/>
          </p:cNvSpPr>
          <p:nvPr/>
        </p:nvSpPr>
        <p:spPr>
          <a:xfrm>
            <a:off x="4091874" y="31847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1FCDEF55-7089-4DC5-A8F0-4B853A762CA9}"/>
              </a:ext>
            </a:extLst>
          </p:cNvPr>
          <p:cNvSpPr>
            <a:spLocks noGrp="1"/>
          </p:cNvSpPr>
          <p:nvPr/>
        </p:nvSpPr>
        <p:spPr>
          <a:xfrm>
            <a:off x="4064709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CC6D48D1-7518-43D1-A65E-394AEAEF250D}"/>
              </a:ext>
            </a:extLst>
          </p:cNvPr>
          <p:cNvSpPr>
            <a:spLocks noGrp="1"/>
          </p:cNvSpPr>
          <p:nvPr/>
        </p:nvSpPr>
        <p:spPr>
          <a:xfrm>
            <a:off x="411899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FC599A1E-54AE-4202-9F5E-3CC9E88C72EB}"/>
              </a:ext>
            </a:extLst>
          </p:cNvPr>
          <p:cNvSpPr>
            <a:spLocks noGrp="1"/>
          </p:cNvSpPr>
          <p:nvPr/>
        </p:nvSpPr>
        <p:spPr>
          <a:xfrm>
            <a:off x="4045199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0964D311-9998-4738-9EA6-F3FEE5C3CF86}"/>
              </a:ext>
            </a:extLst>
          </p:cNvPr>
          <p:cNvSpPr>
            <a:spLocks noGrp="1"/>
          </p:cNvSpPr>
          <p:nvPr/>
        </p:nvSpPr>
        <p:spPr>
          <a:xfrm>
            <a:off x="41031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737C64F7-B6A5-42A7-83B5-72A715ECDDA9}"/>
              </a:ext>
            </a:extLst>
          </p:cNvPr>
          <p:cNvSpPr>
            <a:spLocks noGrp="1"/>
          </p:cNvSpPr>
          <p:nvPr/>
        </p:nvSpPr>
        <p:spPr>
          <a:xfrm>
            <a:off x="41005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8A0FBA69-DAC7-481F-ABB0-878F56024CA3}"/>
              </a:ext>
            </a:extLst>
          </p:cNvPr>
          <p:cNvSpPr>
            <a:spLocks noGrp="1"/>
          </p:cNvSpPr>
          <p:nvPr/>
        </p:nvSpPr>
        <p:spPr>
          <a:xfrm>
            <a:off x="409561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5DCF3CFB-4A86-42FA-994C-7CEFD1FE0D42}"/>
              </a:ext>
            </a:extLst>
          </p:cNvPr>
          <p:cNvSpPr>
            <a:spLocks noGrp="1"/>
          </p:cNvSpPr>
          <p:nvPr/>
        </p:nvSpPr>
        <p:spPr>
          <a:xfrm>
            <a:off x="408627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4CE5711D-6EB4-492C-B982-102600684BD6}"/>
              </a:ext>
            </a:extLst>
          </p:cNvPr>
          <p:cNvSpPr>
            <a:spLocks noGrp="1"/>
          </p:cNvSpPr>
          <p:nvPr/>
        </p:nvSpPr>
        <p:spPr>
          <a:xfrm>
            <a:off x="40983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293451F4-52C9-4BF8-BB37-A19774247452}"/>
              </a:ext>
            </a:extLst>
          </p:cNvPr>
          <p:cNvSpPr>
            <a:spLocks noGrp="1"/>
          </p:cNvSpPr>
          <p:nvPr/>
        </p:nvSpPr>
        <p:spPr>
          <a:xfrm>
            <a:off x="41210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A064DF9B-3451-48A8-9847-A425849A21A2}"/>
              </a:ext>
            </a:extLst>
          </p:cNvPr>
          <p:cNvSpPr>
            <a:spLocks noGrp="1"/>
          </p:cNvSpPr>
          <p:nvPr/>
        </p:nvSpPr>
        <p:spPr>
          <a:xfrm>
            <a:off x="4108312" y="3618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100D0213-427F-4CFB-8711-80B2F1FFD4DE}"/>
              </a:ext>
            </a:extLst>
          </p:cNvPr>
          <p:cNvSpPr>
            <a:spLocks noGrp="1"/>
          </p:cNvSpPr>
          <p:nvPr/>
        </p:nvSpPr>
        <p:spPr>
          <a:xfrm>
            <a:off x="4071802" y="3571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4AF92DB0-BB8C-4CDB-8D68-C5B57E4C32A6}"/>
              </a:ext>
            </a:extLst>
          </p:cNvPr>
          <p:cNvSpPr>
            <a:spLocks noGrp="1"/>
          </p:cNvSpPr>
          <p:nvPr/>
        </p:nvSpPr>
        <p:spPr>
          <a:xfrm>
            <a:off x="4154428" y="3153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A15654EE-7FAF-4091-97EE-926D47A0C5B3}"/>
              </a:ext>
            </a:extLst>
          </p:cNvPr>
          <p:cNvSpPr>
            <a:spLocks noGrp="1"/>
          </p:cNvSpPr>
          <p:nvPr/>
        </p:nvSpPr>
        <p:spPr>
          <a:xfrm>
            <a:off x="412024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03709FDD-B968-436F-BC96-EFB7E05CD4F9}"/>
              </a:ext>
            </a:extLst>
          </p:cNvPr>
          <p:cNvSpPr>
            <a:spLocks noGrp="1"/>
          </p:cNvSpPr>
          <p:nvPr/>
        </p:nvSpPr>
        <p:spPr>
          <a:xfrm>
            <a:off x="404895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BF48D81F-D072-4F80-BC72-DC7F316FB5C3}"/>
              </a:ext>
            </a:extLst>
          </p:cNvPr>
          <p:cNvSpPr>
            <a:spLocks noGrp="1"/>
          </p:cNvSpPr>
          <p:nvPr/>
        </p:nvSpPr>
        <p:spPr>
          <a:xfrm>
            <a:off x="4040875" y="36716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D3ADAB8E-8EEE-4A37-ABF0-CA70FE6ACB29}"/>
              </a:ext>
            </a:extLst>
          </p:cNvPr>
          <p:cNvSpPr>
            <a:spLocks noGrp="1"/>
          </p:cNvSpPr>
          <p:nvPr/>
        </p:nvSpPr>
        <p:spPr>
          <a:xfrm>
            <a:off x="4122408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53548C51-E118-46F7-8F0E-F01596694E48}"/>
              </a:ext>
            </a:extLst>
          </p:cNvPr>
          <p:cNvSpPr>
            <a:spLocks noGrp="1"/>
          </p:cNvSpPr>
          <p:nvPr/>
        </p:nvSpPr>
        <p:spPr>
          <a:xfrm>
            <a:off x="41509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62416432-4A5D-4204-A432-2CBB3BCB8ACD}"/>
              </a:ext>
            </a:extLst>
          </p:cNvPr>
          <p:cNvSpPr>
            <a:spLocks noGrp="1"/>
          </p:cNvSpPr>
          <p:nvPr/>
        </p:nvSpPr>
        <p:spPr>
          <a:xfrm>
            <a:off x="41401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1E431C0B-1657-4A1B-B7E1-2D0E9005B02F}"/>
              </a:ext>
            </a:extLst>
          </p:cNvPr>
          <p:cNvSpPr>
            <a:spLocks noGrp="1"/>
          </p:cNvSpPr>
          <p:nvPr/>
        </p:nvSpPr>
        <p:spPr>
          <a:xfrm>
            <a:off x="41295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8F846CDF-35DF-402A-A65E-1E49F5795B53}"/>
              </a:ext>
            </a:extLst>
          </p:cNvPr>
          <p:cNvSpPr>
            <a:spLocks noGrp="1"/>
          </p:cNvSpPr>
          <p:nvPr/>
        </p:nvSpPr>
        <p:spPr>
          <a:xfrm>
            <a:off x="411575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FA15F9A6-61B9-4F6A-B387-D588D6C52B08}"/>
              </a:ext>
            </a:extLst>
          </p:cNvPr>
          <p:cNvSpPr>
            <a:spLocks noGrp="1"/>
          </p:cNvSpPr>
          <p:nvPr/>
        </p:nvSpPr>
        <p:spPr>
          <a:xfrm>
            <a:off x="410700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2A1F4BD5-DB98-4289-9915-810814D18216}"/>
              </a:ext>
            </a:extLst>
          </p:cNvPr>
          <p:cNvSpPr>
            <a:spLocks noGrp="1"/>
          </p:cNvSpPr>
          <p:nvPr/>
        </p:nvSpPr>
        <p:spPr>
          <a:xfrm>
            <a:off x="4118806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D8A06025-E193-4C23-9881-1C254F2CB3D5}"/>
              </a:ext>
            </a:extLst>
          </p:cNvPr>
          <p:cNvSpPr>
            <a:spLocks noGrp="1"/>
          </p:cNvSpPr>
          <p:nvPr/>
        </p:nvSpPr>
        <p:spPr>
          <a:xfrm>
            <a:off x="4078680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70EB84BB-FF79-4367-A995-318AEC7BC9DF}"/>
              </a:ext>
            </a:extLst>
          </p:cNvPr>
          <p:cNvSpPr>
            <a:spLocks noGrp="1"/>
          </p:cNvSpPr>
          <p:nvPr/>
        </p:nvSpPr>
        <p:spPr>
          <a:xfrm>
            <a:off x="407331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DD66DE81-03AA-4E29-ADB8-1C28FAFCBA19}"/>
              </a:ext>
            </a:extLst>
          </p:cNvPr>
          <p:cNvSpPr>
            <a:spLocks noGrp="1"/>
          </p:cNvSpPr>
          <p:nvPr/>
        </p:nvSpPr>
        <p:spPr>
          <a:xfrm>
            <a:off x="4087045" y="2590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5E7BC58E-43D3-4C3E-B2C7-5EA503A120A3}"/>
              </a:ext>
            </a:extLst>
          </p:cNvPr>
          <p:cNvSpPr>
            <a:spLocks noGrp="1"/>
          </p:cNvSpPr>
          <p:nvPr/>
        </p:nvSpPr>
        <p:spPr>
          <a:xfrm>
            <a:off x="4053250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D4505581-B4C3-4107-910B-A03489B3BFB9}"/>
              </a:ext>
            </a:extLst>
          </p:cNvPr>
          <p:cNvSpPr>
            <a:spLocks noGrp="1"/>
          </p:cNvSpPr>
          <p:nvPr/>
        </p:nvSpPr>
        <p:spPr>
          <a:xfrm>
            <a:off x="40529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3B771249-5D18-42DE-962C-22A596F06530}"/>
              </a:ext>
            </a:extLst>
          </p:cNvPr>
          <p:cNvSpPr>
            <a:spLocks noGrp="1"/>
          </p:cNvSpPr>
          <p:nvPr/>
        </p:nvSpPr>
        <p:spPr>
          <a:xfrm>
            <a:off x="409216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8456580-A2A7-47AA-A386-BD15955E7908}"/>
              </a:ext>
            </a:extLst>
          </p:cNvPr>
          <p:cNvSpPr>
            <a:spLocks noGrp="1"/>
          </p:cNvSpPr>
          <p:nvPr/>
        </p:nvSpPr>
        <p:spPr>
          <a:xfrm>
            <a:off x="410942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30B6392A-F4E8-4BC0-A414-1966736F3C68}"/>
              </a:ext>
            </a:extLst>
          </p:cNvPr>
          <p:cNvSpPr>
            <a:spLocks noGrp="1"/>
          </p:cNvSpPr>
          <p:nvPr/>
        </p:nvSpPr>
        <p:spPr>
          <a:xfrm>
            <a:off x="41011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FCF95732-D173-49C6-A578-255B76B2D806}"/>
              </a:ext>
            </a:extLst>
          </p:cNvPr>
          <p:cNvSpPr>
            <a:spLocks noGrp="1"/>
          </p:cNvSpPr>
          <p:nvPr/>
        </p:nvSpPr>
        <p:spPr>
          <a:xfrm>
            <a:off x="4127122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819BFF7B-1A36-4323-8AD2-3BDF1215EECF}"/>
              </a:ext>
            </a:extLst>
          </p:cNvPr>
          <p:cNvSpPr>
            <a:spLocks noGrp="1"/>
          </p:cNvSpPr>
          <p:nvPr/>
        </p:nvSpPr>
        <p:spPr>
          <a:xfrm>
            <a:off x="404814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7A53616-FD49-49C5-89A5-E4897E4E4C41}"/>
              </a:ext>
            </a:extLst>
          </p:cNvPr>
          <p:cNvSpPr>
            <a:spLocks noGrp="1"/>
          </p:cNvSpPr>
          <p:nvPr/>
        </p:nvSpPr>
        <p:spPr>
          <a:xfrm>
            <a:off x="405315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6533F953-20B8-4C0A-BF05-83D29BDFCCBA}"/>
              </a:ext>
            </a:extLst>
          </p:cNvPr>
          <p:cNvSpPr>
            <a:spLocks noGrp="1"/>
          </p:cNvSpPr>
          <p:nvPr/>
        </p:nvSpPr>
        <p:spPr>
          <a:xfrm>
            <a:off x="4026750" y="33797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8FA11A3D-6F7B-4831-8E91-9116ACD192B9}"/>
              </a:ext>
            </a:extLst>
          </p:cNvPr>
          <p:cNvSpPr>
            <a:spLocks noGrp="1"/>
          </p:cNvSpPr>
          <p:nvPr/>
        </p:nvSpPr>
        <p:spPr>
          <a:xfrm>
            <a:off x="4103330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25534036-2EF9-45B7-99FD-DE4D61A518B5}"/>
              </a:ext>
            </a:extLst>
          </p:cNvPr>
          <p:cNvSpPr>
            <a:spLocks noGrp="1"/>
          </p:cNvSpPr>
          <p:nvPr/>
        </p:nvSpPr>
        <p:spPr>
          <a:xfrm>
            <a:off x="404183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DAE1DFFB-4FAE-4CD1-B2E1-6E7885502466}"/>
              </a:ext>
            </a:extLst>
          </p:cNvPr>
          <p:cNvSpPr>
            <a:spLocks noGrp="1"/>
          </p:cNvSpPr>
          <p:nvPr/>
        </p:nvSpPr>
        <p:spPr>
          <a:xfrm>
            <a:off x="4137140" y="34898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B7F782C3-E7E1-4312-A8AB-541BC864AD20}"/>
              </a:ext>
            </a:extLst>
          </p:cNvPr>
          <p:cNvSpPr>
            <a:spLocks noGrp="1"/>
          </p:cNvSpPr>
          <p:nvPr/>
        </p:nvSpPr>
        <p:spPr>
          <a:xfrm>
            <a:off x="4068566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BBE54AA-4F2B-4E42-A66B-9A6127DE627A}"/>
              </a:ext>
            </a:extLst>
          </p:cNvPr>
          <p:cNvSpPr>
            <a:spLocks noGrp="1"/>
          </p:cNvSpPr>
          <p:nvPr/>
        </p:nvSpPr>
        <p:spPr>
          <a:xfrm>
            <a:off x="40819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DAA660DE-7BB6-41C6-8694-21B43A0B86E6}"/>
              </a:ext>
            </a:extLst>
          </p:cNvPr>
          <p:cNvSpPr>
            <a:spLocks noGrp="1"/>
          </p:cNvSpPr>
          <p:nvPr/>
        </p:nvSpPr>
        <p:spPr>
          <a:xfrm>
            <a:off x="40415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AD9D6703-32B5-487A-952B-B232C9BE64FF}"/>
              </a:ext>
            </a:extLst>
          </p:cNvPr>
          <p:cNvSpPr>
            <a:spLocks noGrp="1"/>
          </p:cNvSpPr>
          <p:nvPr/>
        </p:nvSpPr>
        <p:spPr>
          <a:xfrm>
            <a:off x="40754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4E00D50C-567C-4AAC-9049-0DC43C13B624}"/>
              </a:ext>
            </a:extLst>
          </p:cNvPr>
          <p:cNvSpPr>
            <a:spLocks noGrp="1"/>
          </p:cNvSpPr>
          <p:nvPr/>
        </p:nvSpPr>
        <p:spPr>
          <a:xfrm>
            <a:off x="4131212" y="3467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731F52C5-C7C5-40C2-9E68-9B6B194B944D}"/>
              </a:ext>
            </a:extLst>
          </p:cNvPr>
          <p:cNvSpPr>
            <a:spLocks noGrp="1"/>
          </p:cNvSpPr>
          <p:nvPr/>
        </p:nvSpPr>
        <p:spPr>
          <a:xfrm>
            <a:off x="41187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418CD07B-014C-4E4B-9947-B117934B3C8E}"/>
              </a:ext>
            </a:extLst>
          </p:cNvPr>
          <p:cNvSpPr>
            <a:spLocks noGrp="1"/>
          </p:cNvSpPr>
          <p:nvPr/>
        </p:nvSpPr>
        <p:spPr>
          <a:xfrm>
            <a:off x="4051159" y="31962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D5D28231-3E4B-4EEF-B5F0-A0D533C39ED8}"/>
              </a:ext>
            </a:extLst>
          </p:cNvPr>
          <p:cNvSpPr>
            <a:spLocks noGrp="1"/>
          </p:cNvSpPr>
          <p:nvPr/>
        </p:nvSpPr>
        <p:spPr>
          <a:xfrm>
            <a:off x="431840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17E92707-19B7-4F8B-AB18-9D37E216A21B}"/>
              </a:ext>
            </a:extLst>
          </p:cNvPr>
          <p:cNvSpPr>
            <a:spLocks noGrp="1"/>
          </p:cNvSpPr>
          <p:nvPr/>
        </p:nvSpPr>
        <p:spPr>
          <a:xfrm>
            <a:off x="4390978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2C8C2A9D-12B9-4FCF-B31F-3E183159C9FB}"/>
              </a:ext>
            </a:extLst>
          </p:cNvPr>
          <p:cNvSpPr>
            <a:spLocks noGrp="1"/>
          </p:cNvSpPr>
          <p:nvPr/>
        </p:nvSpPr>
        <p:spPr>
          <a:xfrm>
            <a:off x="438081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70CBCC7C-D7B4-4135-9A95-6FC95587C549}"/>
              </a:ext>
            </a:extLst>
          </p:cNvPr>
          <p:cNvSpPr>
            <a:spLocks noGrp="1"/>
          </p:cNvSpPr>
          <p:nvPr/>
        </p:nvSpPr>
        <p:spPr>
          <a:xfrm>
            <a:off x="4382490" y="35540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8FDC3E33-0C08-4F1D-9D02-CAB0CD5816CA}"/>
              </a:ext>
            </a:extLst>
          </p:cNvPr>
          <p:cNvSpPr>
            <a:spLocks noGrp="1"/>
          </p:cNvSpPr>
          <p:nvPr/>
        </p:nvSpPr>
        <p:spPr>
          <a:xfrm>
            <a:off x="4357601" y="223287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C84F6A4E-4A38-4190-9E6F-2753E152355A}"/>
              </a:ext>
            </a:extLst>
          </p:cNvPr>
          <p:cNvSpPr>
            <a:spLocks noGrp="1"/>
          </p:cNvSpPr>
          <p:nvPr/>
        </p:nvSpPr>
        <p:spPr>
          <a:xfrm>
            <a:off x="439449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F902397C-01A6-43BE-8AC2-46791F5FE079}"/>
              </a:ext>
            </a:extLst>
          </p:cNvPr>
          <p:cNvSpPr>
            <a:spLocks noGrp="1"/>
          </p:cNvSpPr>
          <p:nvPr/>
        </p:nvSpPr>
        <p:spPr>
          <a:xfrm>
            <a:off x="431661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68D53DB9-658C-48E6-80FE-7286F6EE9459}"/>
              </a:ext>
            </a:extLst>
          </p:cNvPr>
          <p:cNvSpPr>
            <a:spLocks noGrp="1"/>
          </p:cNvSpPr>
          <p:nvPr/>
        </p:nvSpPr>
        <p:spPr>
          <a:xfrm>
            <a:off x="43566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50BC730A-584E-47A2-ABC0-A063CC140B38}"/>
              </a:ext>
            </a:extLst>
          </p:cNvPr>
          <p:cNvSpPr>
            <a:spLocks noGrp="1"/>
          </p:cNvSpPr>
          <p:nvPr/>
        </p:nvSpPr>
        <p:spPr>
          <a:xfrm>
            <a:off x="4430884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955B2868-91DD-45B3-AE3B-D3BE83734326}"/>
              </a:ext>
            </a:extLst>
          </p:cNvPr>
          <p:cNvSpPr>
            <a:spLocks noGrp="1"/>
          </p:cNvSpPr>
          <p:nvPr/>
        </p:nvSpPr>
        <p:spPr>
          <a:xfrm>
            <a:off x="435623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D7942F75-7B5D-4D93-9693-B6FF326D4A4B}"/>
              </a:ext>
            </a:extLst>
          </p:cNvPr>
          <p:cNvSpPr>
            <a:spLocks noGrp="1"/>
          </p:cNvSpPr>
          <p:nvPr/>
        </p:nvSpPr>
        <p:spPr>
          <a:xfrm>
            <a:off x="4365116" y="26297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CC2BABF7-8765-4ED9-B2C7-87A2BB6EC467}"/>
              </a:ext>
            </a:extLst>
          </p:cNvPr>
          <p:cNvSpPr>
            <a:spLocks noGrp="1"/>
          </p:cNvSpPr>
          <p:nvPr/>
        </p:nvSpPr>
        <p:spPr>
          <a:xfrm>
            <a:off x="431401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50909053-33C8-4C6F-AA31-5430A65BA0AA}"/>
              </a:ext>
            </a:extLst>
          </p:cNvPr>
          <p:cNvSpPr>
            <a:spLocks noGrp="1"/>
          </p:cNvSpPr>
          <p:nvPr/>
        </p:nvSpPr>
        <p:spPr>
          <a:xfrm>
            <a:off x="4331200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DA856EA5-D6B2-4EBA-AD03-58B917ADCE83}"/>
              </a:ext>
            </a:extLst>
          </p:cNvPr>
          <p:cNvSpPr>
            <a:spLocks noGrp="1"/>
          </p:cNvSpPr>
          <p:nvPr/>
        </p:nvSpPr>
        <p:spPr>
          <a:xfrm>
            <a:off x="438632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3485A637-E548-407D-B573-091977674024}"/>
              </a:ext>
            </a:extLst>
          </p:cNvPr>
          <p:cNvSpPr>
            <a:spLocks noGrp="1"/>
          </p:cNvSpPr>
          <p:nvPr/>
        </p:nvSpPr>
        <p:spPr>
          <a:xfrm>
            <a:off x="442042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2F56FA58-EE14-457D-8AAA-3766AFC95E28}"/>
              </a:ext>
            </a:extLst>
          </p:cNvPr>
          <p:cNvSpPr>
            <a:spLocks noGrp="1"/>
          </p:cNvSpPr>
          <p:nvPr/>
        </p:nvSpPr>
        <p:spPr>
          <a:xfrm>
            <a:off x="440852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D8273633-FDEA-433A-8783-F02EE8142A49}"/>
              </a:ext>
            </a:extLst>
          </p:cNvPr>
          <p:cNvSpPr>
            <a:spLocks noGrp="1"/>
          </p:cNvSpPr>
          <p:nvPr/>
        </p:nvSpPr>
        <p:spPr>
          <a:xfrm>
            <a:off x="437901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4CDFAD3C-80DB-420E-817F-6919FAB58874}"/>
              </a:ext>
            </a:extLst>
          </p:cNvPr>
          <p:cNvSpPr>
            <a:spLocks noGrp="1"/>
          </p:cNvSpPr>
          <p:nvPr/>
        </p:nvSpPr>
        <p:spPr>
          <a:xfrm>
            <a:off x="433448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87D29931-D326-43FE-9358-15455FD67CDF}"/>
              </a:ext>
            </a:extLst>
          </p:cNvPr>
          <p:cNvSpPr>
            <a:spLocks noGrp="1"/>
          </p:cNvSpPr>
          <p:nvPr/>
        </p:nvSpPr>
        <p:spPr>
          <a:xfrm>
            <a:off x="4376909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0E6CF9F3-F015-44CC-B11B-7FE4F105F92B}"/>
              </a:ext>
            </a:extLst>
          </p:cNvPr>
          <p:cNvSpPr>
            <a:spLocks noGrp="1"/>
          </p:cNvSpPr>
          <p:nvPr/>
        </p:nvSpPr>
        <p:spPr>
          <a:xfrm>
            <a:off x="4386636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3F6CA448-F17E-4890-A5B7-562A9BE79360}"/>
              </a:ext>
            </a:extLst>
          </p:cNvPr>
          <p:cNvSpPr>
            <a:spLocks noGrp="1"/>
          </p:cNvSpPr>
          <p:nvPr/>
        </p:nvSpPr>
        <p:spPr>
          <a:xfrm>
            <a:off x="4336453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9C7B45FB-4E80-435D-8633-B1B466A01B9D}"/>
              </a:ext>
            </a:extLst>
          </p:cNvPr>
          <p:cNvSpPr>
            <a:spLocks noGrp="1"/>
          </p:cNvSpPr>
          <p:nvPr/>
        </p:nvSpPr>
        <p:spPr>
          <a:xfrm>
            <a:off x="437201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D00C871C-94B9-4157-BC65-40E25267EB38}"/>
              </a:ext>
            </a:extLst>
          </p:cNvPr>
          <p:cNvSpPr>
            <a:spLocks noGrp="1"/>
          </p:cNvSpPr>
          <p:nvPr/>
        </p:nvSpPr>
        <p:spPr>
          <a:xfrm>
            <a:off x="433042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0537D829-EB23-4752-A769-83F16EB2B0DA}"/>
              </a:ext>
            </a:extLst>
          </p:cNvPr>
          <p:cNvSpPr>
            <a:spLocks noGrp="1"/>
          </p:cNvSpPr>
          <p:nvPr/>
        </p:nvSpPr>
        <p:spPr>
          <a:xfrm>
            <a:off x="438093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21D5BE5A-97EE-4E45-8273-C8BDEED446B2}"/>
              </a:ext>
            </a:extLst>
          </p:cNvPr>
          <p:cNvSpPr>
            <a:spLocks noGrp="1"/>
          </p:cNvSpPr>
          <p:nvPr/>
        </p:nvSpPr>
        <p:spPr>
          <a:xfrm>
            <a:off x="433759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732ED6A7-7DB6-42CD-B4EE-573E3B7E18AA}"/>
              </a:ext>
            </a:extLst>
          </p:cNvPr>
          <p:cNvSpPr>
            <a:spLocks noGrp="1"/>
          </p:cNvSpPr>
          <p:nvPr/>
        </p:nvSpPr>
        <p:spPr>
          <a:xfrm>
            <a:off x="431587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EF4CF91D-0F25-41CB-B507-0F0488B13B0D}"/>
              </a:ext>
            </a:extLst>
          </p:cNvPr>
          <p:cNvSpPr>
            <a:spLocks noGrp="1"/>
          </p:cNvSpPr>
          <p:nvPr/>
        </p:nvSpPr>
        <p:spPr>
          <a:xfrm>
            <a:off x="4369443" y="35059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5DEA70A1-7A8F-4BEE-BD94-B45D4756801C}"/>
              </a:ext>
            </a:extLst>
          </p:cNvPr>
          <p:cNvSpPr>
            <a:spLocks noGrp="1"/>
          </p:cNvSpPr>
          <p:nvPr/>
        </p:nvSpPr>
        <p:spPr>
          <a:xfrm>
            <a:off x="4380314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413A64FB-F1E6-490F-A2CD-345705D5D57C}"/>
              </a:ext>
            </a:extLst>
          </p:cNvPr>
          <p:cNvSpPr>
            <a:spLocks noGrp="1"/>
          </p:cNvSpPr>
          <p:nvPr/>
        </p:nvSpPr>
        <p:spPr>
          <a:xfrm>
            <a:off x="443533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B495F369-29B2-47C0-9838-236BC7A6E0E1}"/>
              </a:ext>
            </a:extLst>
          </p:cNvPr>
          <p:cNvSpPr>
            <a:spLocks noGrp="1"/>
          </p:cNvSpPr>
          <p:nvPr/>
        </p:nvSpPr>
        <p:spPr>
          <a:xfrm>
            <a:off x="44252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4B4E098C-1064-4B47-8B61-C6EB9C068ED2}"/>
              </a:ext>
            </a:extLst>
          </p:cNvPr>
          <p:cNvSpPr>
            <a:spLocks noGrp="1"/>
          </p:cNvSpPr>
          <p:nvPr/>
        </p:nvSpPr>
        <p:spPr>
          <a:xfrm>
            <a:off x="435690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A8A2003B-4679-4D56-8103-9DE31E0AA542}"/>
              </a:ext>
            </a:extLst>
          </p:cNvPr>
          <p:cNvSpPr>
            <a:spLocks noGrp="1"/>
          </p:cNvSpPr>
          <p:nvPr/>
        </p:nvSpPr>
        <p:spPr>
          <a:xfrm>
            <a:off x="4366705" y="26457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67A7CE99-9D46-4DF3-900C-69FEB2301C65}"/>
              </a:ext>
            </a:extLst>
          </p:cNvPr>
          <p:cNvSpPr>
            <a:spLocks noGrp="1"/>
          </p:cNvSpPr>
          <p:nvPr/>
        </p:nvSpPr>
        <p:spPr>
          <a:xfrm>
            <a:off x="438670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E2C3F96B-826D-43F5-A35F-D69EBA8D5A23}"/>
              </a:ext>
            </a:extLst>
          </p:cNvPr>
          <p:cNvSpPr>
            <a:spLocks noGrp="1"/>
          </p:cNvSpPr>
          <p:nvPr/>
        </p:nvSpPr>
        <p:spPr>
          <a:xfrm>
            <a:off x="4346870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43958BC1-772D-48E7-B339-E90FD65FB3E7}"/>
              </a:ext>
            </a:extLst>
          </p:cNvPr>
          <p:cNvSpPr>
            <a:spLocks noGrp="1"/>
          </p:cNvSpPr>
          <p:nvPr/>
        </p:nvSpPr>
        <p:spPr>
          <a:xfrm>
            <a:off x="432367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2115CF80-2F82-4481-A6DC-98467242E404}"/>
              </a:ext>
            </a:extLst>
          </p:cNvPr>
          <p:cNvSpPr>
            <a:spLocks noGrp="1"/>
          </p:cNvSpPr>
          <p:nvPr/>
        </p:nvSpPr>
        <p:spPr>
          <a:xfrm>
            <a:off x="438771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967B49B0-6949-4C4A-8F22-BE90DB1DA7A4}"/>
              </a:ext>
            </a:extLst>
          </p:cNvPr>
          <p:cNvSpPr>
            <a:spLocks noGrp="1"/>
          </p:cNvSpPr>
          <p:nvPr/>
        </p:nvSpPr>
        <p:spPr>
          <a:xfrm>
            <a:off x="440125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1C010951-6229-4CF3-B3A8-7B496F404308}"/>
              </a:ext>
            </a:extLst>
          </p:cNvPr>
          <p:cNvSpPr>
            <a:spLocks noGrp="1"/>
          </p:cNvSpPr>
          <p:nvPr/>
        </p:nvSpPr>
        <p:spPr>
          <a:xfrm>
            <a:off x="438078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B2383917-439C-4C8F-B811-4BA9F89F8E46}"/>
              </a:ext>
            </a:extLst>
          </p:cNvPr>
          <p:cNvSpPr>
            <a:spLocks noGrp="1"/>
          </p:cNvSpPr>
          <p:nvPr/>
        </p:nvSpPr>
        <p:spPr>
          <a:xfrm>
            <a:off x="443863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6C88B801-845A-48F5-AD91-89683050308C}"/>
              </a:ext>
            </a:extLst>
          </p:cNvPr>
          <p:cNvSpPr>
            <a:spLocks noGrp="1"/>
          </p:cNvSpPr>
          <p:nvPr/>
        </p:nvSpPr>
        <p:spPr>
          <a:xfrm>
            <a:off x="433786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3D367123-4C98-4488-8DBD-88D0B0F4208E}"/>
              </a:ext>
            </a:extLst>
          </p:cNvPr>
          <p:cNvSpPr>
            <a:spLocks noGrp="1"/>
          </p:cNvSpPr>
          <p:nvPr/>
        </p:nvSpPr>
        <p:spPr>
          <a:xfrm>
            <a:off x="442351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D82FF73D-2286-4E6D-BC7D-9604CE470B47}"/>
              </a:ext>
            </a:extLst>
          </p:cNvPr>
          <p:cNvSpPr>
            <a:spLocks noGrp="1"/>
          </p:cNvSpPr>
          <p:nvPr/>
        </p:nvSpPr>
        <p:spPr>
          <a:xfrm>
            <a:off x="43675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04E028A6-9BC5-4262-B984-BFAC1F91C2CE}"/>
              </a:ext>
            </a:extLst>
          </p:cNvPr>
          <p:cNvSpPr>
            <a:spLocks noGrp="1"/>
          </p:cNvSpPr>
          <p:nvPr/>
        </p:nvSpPr>
        <p:spPr>
          <a:xfrm>
            <a:off x="432771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47E1FCA9-BE79-4D7A-89D1-52A931FA4C0F}"/>
              </a:ext>
            </a:extLst>
          </p:cNvPr>
          <p:cNvSpPr>
            <a:spLocks noGrp="1"/>
          </p:cNvSpPr>
          <p:nvPr/>
        </p:nvSpPr>
        <p:spPr>
          <a:xfrm>
            <a:off x="4375470" y="23866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8779FCF5-EB16-4A2F-A4C9-A7FEF46E1A32}"/>
              </a:ext>
            </a:extLst>
          </p:cNvPr>
          <p:cNvSpPr>
            <a:spLocks noGrp="1"/>
          </p:cNvSpPr>
          <p:nvPr/>
        </p:nvSpPr>
        <p:spPr>
          <a:xfrm>
            <a:off x="438035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56698F37-BA9C-41E8-BEB3-1CEC783271A4}"/>
              </a:ext>
            </a:extLst>
          </p:cNvPr>
          <p:cNvSpPr>
            <a:spLocks noGrp="1"/>
          </p:cNvSpPr>
          <p:nvPr/>
        </p:nvSpPr>
        <p:spPr>
          <a:xfrm>
            <a:off x="4328184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BEF35AC7-E016-46D7-8548-A7774EA532FD}"/>
              </a:ext>
            </a:extLst>
          </p:cNvPr>
          <p:cNvSpPr>
            <a:spLocks noGrp="1"/>
          </p:cNvSpPr>
          <p:nvPr/>
        </p:nvSpPr>
        <p:spPr>
          <a:xfrm>
            <a:off x="434912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30122B5F-8F93-48A2-A766-A21A47A41770}"/>
              </a:ext>
            </a:extLst>
          </p:cNvPr>
          <p:cNvSpPr>
            <a:spLocks noGrp="1"/>
          </p:cNvSpPr>
          <p:nvPr/>
        </p:nvSpPr>
        <p:spPr>
          <a:xfrm>
            <a:off x="4319185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2CFAD5D2-1C92-491F-8ED0-3237403AA874}"/>
              </a:ext>
            </a:extLst>
          </p:cNvPr>
          <p:cNvSpPr>
            <a:spLocks noGrp="1"/>
          </p:cNvSpPr>
          <p:nvPr/>
        </p:nvSpPr>
        <p:spPr>
          <a:xfrm>
            <a:off x="437723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474B15BE-56D4-49EF-8632-9BEFBF083E99}"/>
              </a:ext>
            </a:extLst>
          </p:cNvPr>
          <p:cNvSpPr>
            <a:spLocks noGrp="1"/>
          </p:cNvSpPr>
          <p:nvPr/>
        </p:nvSpPr>
        <p:spPr>
          <a:xfrm>
            <a:off x="436838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66B53AC4-6912-4774-8FD3-6A60B4762F5D}"/>
              </a:ext>
            </a:extLst>
          </p:cNvPr>
          <p:cNvSpPr>
            <a:spLocks noGrp="1"/>
          </p:cNvSpPr>
          <p:nvPr/>
        </p:nvSpPr>
        <p:spPr>
          <a:xfrm>
            <a:off x="431938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3C9BD0A8-B463-42C9-8225-5333680095F0}"/>
              </a:ext>
            </a:extLst>
          </p:cNvPr>
          <p:cNvSpPr>
            <a:spLocks noGrp="1"/>
          </p:cNvSpPr>
          <p:nvPr/>
        </p:nvSpPr>
        <p:spPr>
          <a:xfrm>
            <a:off x="439675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234CF38-6F8D-461B-AAA5-0F3BE6E65459}"/>
              </a:ext>
            </a:extLst>
          </p:cNvPr>
          <p:cNvSpPr>
            <a:spLocks noGrp="1"/>
          </p:cNvSpPr>
          <p:nvPr/>
        </p:nvSpPr>
        <p:spPr>
          <a:xfrm>
            <a:off x="4385123" y="2825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C2698E34-ED1B-4B2C-B93D-4254840726F3}"/>
              </a:ext>
            </a:extLst>
          </p:cNvPr>
          <p:cNvSpPr>
            <a:spLocks noGrp="1"/>
          </p:cNvSpPr>
          <p:nvPr/>
        </p:nvSpPr>
        <p:spPr>
          <a:xfrm>
            <a:off x="4348311" y="29175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5EF8046-9F41-48FE-B758-333847CF9A37}"/>
              </a:ext>
            </a:extLst>
          </p:cNvPr>
          <p:cNvSpPr>
            <a:spLocks noGrp="1"/>
          </p:cNvSpPr>
          <p:nvPr/>
        </p:nvSpPr>
        <p:spPr>
          <a:xfrm>
            <a:off x="440464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4D5AE105-9521-4DC6-B1D4-B96CB906DAF1}"/>
              </a:ext>
            </a:extLst>
          </p:cNvPr>
          <p:cNvSpPr>
            <a:spLocks noGrp="1"/>
          </p:cNvSpPr>
          <p:nvPr/>
        </p:nvSpPr>
        <p:spPr>
          <a:xfrm>
            <a:off x="4390579" y="33185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81E533B9-7378-4E22-8E65-29986FD7AC48}"/>
              </a:ext>
            </a:extLst>
          </p:cNvPr>
          <p:cNvSpPr>
            <a:spLocks noGrp="1"/>
          </p:cNvSpPr>
          <p:nvPr/>
        </p:nvSpPr>
        <p:spPr>
          <a:xfrm>
            <a:off x="441764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DF6AB97C-2E31-4AF5-995A-0BA25EF93815}"/>
              </a:ext>
            </a:extLst>
          </p:cNvPr>
          <p:cNvSpPr>
            <a:spLocks noGrp="1"/>
          </p:cNvSpPr>
          <p:nvPr/>
        </p:nvSpPr>
        <p:spPr>
          <a:xfrm>
            <a:off x="436788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8580ADEE-038F-499F-998D-A16D19C334CB}"/>
              </a:ext>
            </a:extLst>
          </p:cNvPr>
          <p:cNvSpPr>
            <a:spLocks noGrp="1"/>
          </p:cNvSpPr>
          <p:nvPr/>
        </p:nvSpPr>
        <p:spPr>
          <a:xfrm>
            <a:off x="435194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AC59DBA7-C21F-48F4-8DF4-031A6ECAB668}"/>
              </a:ext>
            </a:extLst>
          </p:cNvPr>
          <p:cNvSpPr>
            <a:spLocks noGrp="1"/>
          </p:cNvSpPr>
          <p:nvPr/>
        </p:nvSpPr>
        <p:spPr>
          <a:xfrm>
            <a:off x="43551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B1EE868E-A70A-41C0-8657-39DCA5131D0B}"/>
              </a:ext>
            </a:extLst>
          </p:cNvPr>
          <p:cNvSpPr>
            <a:spLocks noGrp="1"/>
          </p:cNvSpPr>
          <p:nvPr/>
        </p:nvSpPr>
        <p:spPr>
          <a:xfrm>
            <a:off x="436234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7502F202-EBC3-4682-ACCF-A83D9A05C58D}"/>
              </a:ext>
            </a:extLst>
          </p:cNvPr>
          <p:cNvSpPr>
            <a:spLocks noGrp="1"/>
          </p:cNvSpPr>
          <p:nvPr/>
        </p:nvSpPr>
        <p:spPr>
          <a:xfrm>
            <a:off x="43876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4E3BFECB-B13D-43EC-8012-A3BB8B1E88FD}"/>
              </a:ext>
            </a:extLst>
          </p:cNvPr>
          <p:cNvSpPr>
            <a:spLocks noGrp="1"/>
          </p:cNvSpPr>
          <p:nvPr/>
        </p:nvSpPr>
        <p:spPr>
          <a:xfrm>
            <a:off x="44000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735967FF-9A7E-4CDB-B077-D5A7D70956DD}"/>
              </a:ext>
            </a:extLst>
          </p:cNvPr>
          <p:cNvSpPr>
            <a:spLocks noGrp="1"/>
          </p:cNvSpPr>
          <p:nvPr/>
        </p:nvSpPr>
        <p:spPr>
          <a:xfrm>
            <a:off x="436034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CE8C2E01-828D-410B-9176-D76217FE0964}"/>
              </a:ext>
            </a:extLst>
          </p:cNvPr>
          <p:cNvSpPr>
            <a:spLocks noGrp="1"/>
          </p:cNvSpPr>
          <p:nvPr/>
        </p:nvSpPr>
        <p:spPr>
          <a:xfrm>
            <a:off x="44204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C95A2F0D-FCF8-4858-9145-8A7889597AD0}"/>
              </a:ext>
            </a:extLst>
          </p:cNvPr>
          <p:cNvSpPr>
            <a:spLocks noGrp="1"/>
          </p:cNvSpPr>
          <p:nvPr/>
        </p:nvSpPr>
        <p:spPr>
          <a:xfrm>
            <a:off x="4395659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BD0309F9-FE28-4087-9FCB-57E46E3BFA13}"/>
              </a:ext>
            </a:extLst>
          </p:cNvPr>
          <p:cNvSpPr>
            <a:spLocks noGrp="1"/>
          </p:cNvSpPr>
          <p:nvPr/>
        </p:nvSpPr>
        <p:spPr>
          <a:xfrm>
            <a:off x="4428865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25075AB6-39EC-4CD7-A687-D8DB47D7DE19}"/>
              </a:ext>
            </a:extLst>
          </p:cNvPr>
          <p:cNvSpPr>
            <a:spLocks noGrp="1"/>
          </p:cNvSpPr>
          <p:nvPr/>
        </p:nvSpPr>
        <p:spPr>
          <a:xfrm>
            <a:off x="44217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FF436593-DDA8-401B-A504-509CC30B74CE}"/>
              </a:ext>
            </a:extLst>
          </p:cNvPr>
          <p:cNvSpPr>
            <a:spLocks noGrp="1"/>
          </p:cNvSpPr>
          <p:nvPr/>
        </p:nvSpPr>
        <p:spPr>
          <a:xfrm>
            <a:off x="4416020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922FCD94-BE9A-4740-BDC3-0CAE1437A7E9}"/>
              </a:ext>
            </a:extLst>
          </p:cNvPr>
          <p:cNvSpPr>
            <a:spLocks noGrp="1"/>
          </p:cNvSpPr>
          <p:nvPr/>
        </p:nvSpPr>
        <p:spPr>
          <a:xfrm>
            <a:off x="4310906" y="32880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5F556A08-81E7-42A7-B4C9-9E4C58361A83}"/>
              </a:ext>
            </a:extLst>
          </p:cNvPr>
          <p:cNvSpPr>
            <a:spLocks noGrp="1"/>
          </p:cNvSpPr>
          <p:nvPr/>
        </p:nvSpPr>
        <p:spPr>
          <a:xfrm>
            <a:off x="44374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31930C94-89D2-48CA-8A09-2E753753C741}"/>
              </a:ext>
            </a:extLst>
          </p:cNvPr>
          <p:cNvSpPr>
            <a:spLocks noGrp="1"/>
          </p:cNvSpPr>
          <p:nvPr/>
        </p:nvSpPr>
        <p:spPr>
          <a:xfrm>
            <a:off x="4375862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7F1A0D15-B9A8-412A-BCF8-70494226DE89}"/>
              </a:ext>
            </a:extLst>
          </p:cNvPr>
          <p:cNvSpPr>
            <a:spLocks noGrp="1"/>
          </p:cNvSpPr>
          <p:nvPr/>
        </p:nvSpPr>
        <p:spPr>
          <a:xfrm>
            <a:off x="441344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EAAB3EEB-69C7-49BF-A520-34463674152D}"/>
              </a:ext>
            </a:extLst>
          </p:cNvPr>
          <p:cNvSpPr>
            <a:spLocks noGrp="1"/>
          </p:cNvSpPr>
          <p:nvPr/>
        </p:nvSpPr>
        <p:spPr>
          <a:xfrm>
            <a:off x="436160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3411FFCC-19F3-42DC-B1CC-5083FE57911D}"/>
              </a:ext>
            </a:extLst>
          </p:cNvPr>
          <p:cNvSpPr>
            <a:spLocks noGrp="1"/>
          </p:cNvSpPr>
          <p:nvPr/>
        </p:nvSpPr>
        <p:spPr>
          <a:xfrm>
            <a:off x="431314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023749F8-041A-4D52-8842-1CD5AF355149}"/>
              </a:ext>
            </a:extLst>
          </p:cNvPr>
          <p:cNvSpPr>
            <a:spLocks noGrp="1"/>
          </p:cNvSpPr>
          <p:nvPr/>
        </p:nvSpPr>
        <p:spPr>
          <a:xfrm>
            <a:off x="4366079" y="33338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6260689E-BE6F-4969-8CD7-4A5AE290A30C}"/>
              </a:ext>
            </a:extLst>
          </p:cNvPr>
          <p:cNvSpPr>
            <a:spLocks noGrp="1"/>
          </p:cNvSpPr>
          <p:nvPr/>
        </p:nvSpPr>
        <p:spPr>
          <a:xfrm>
            <a:off x="432377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F494D064-BD77-4016-A25D-82AECABA9990}"/>
              </a:ext>
            </a:extLst>
          </p:cNvPr>
          <p:cNvSpPr>
            <a:spLocks noGrp="1"/>
          </p:cNvSpPr>
          <p:nvPr/>
        </p:nvSpPr>
        <p:spPr>
          <a:xfrm>
            <a:off x="434624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4DD3344B-923B-46C6-A285-EE4BF641E9CD}"/>
              </a:ext>
            </a:extLst>
          </p:cNvPr>
          <p:cNvSpPr>
            <a:spLocks noGrp="1"/>
          </p:cNvSpPr>
          <p:nvPr/>
        </p:nvSpPr>
        <p:spPr>
          <a:xfrm>
            <a:off x="439212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992C3C4E-CD63-41C9-85F1-2C8AD284A2DD}"/>
              </a:ext>
            </a:extLst>
          </p:cNvPr>
          <p:cNvSpPr>
            <a:spLocks noGrp="1"/>
          </p:cNvSpPr>
          <p:nvPr/>
        </p:nvSpPr>
        <p:spPr>
          <a:xfrm>
            <a:off x="4350955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ACF9A550-9B8E-47FF-BF9F-5319A5B4D67E}"/>
              </a:ext>
            </a:extLst>
          </p:cNvPr>
          <p:cNvSpPr>
            <a:spLocks noGrp="1"/>
          </p:cNvSpPr>
          <p:nvPr/>
        </p:nvSpPr>
        <p:spPr>
          <a:xfrm>
            <a:off x="441740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7B673604-C20F-456D-A942-F83029864BC1}"/>
              </a:ext>
            </a:extLst>
          </p:cNvPr>
          <p:cNvSpPr>
            <a:spLocks noGrp="1"/>
          </p:cNvSpPr>
          <p:nvPr/>
        </p:nvSpPr>
        <p:spPr>
          <a:xfrm>
            <a:off x="44336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950385A0-EF1A-46DB-8388-4D4DE184ED4F}"/>
              </a:ext>
            </a:extLst>
          </p:cNvPr>
          <p:cNvSpPr>
            <a:spLocks noGrp="1"/>
          </p:cNvSpPr>
          <p:nvPr/>
        </p:nvSpPr>
        <p:spPr>
          <a:xfrm>
            <a:off x="4375906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715F0D14-B946-43FA-ADA0-EB10B140AEF9}"/>
              </a:ext>
            </a:extLst>
          </p:cNvPr>
          <p:cNvSpPr>
            <a:spLocks noGrp="1"/>
          </p:cNvSpPr>
          <p:nvPr/>
        </p:nvSpPr>
        <p:spPr>
          <a:xfrm>
            <a:off x="43571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AB29D582-6EDF-4CA6-9A57-E02E1820CE65}"/>
              </a:ext>
            </a:extLst>
          </p:cNvPr>
          <p:cNvSpPr>
            <a:spLocks noGrp="1"/>
          </p:cNvSpPr>
          <p:nvPr/>
        </p:nvSpPr>
        <p:spPr>
          <a:xfrm>
            <a:off x="436052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C627C6ED-2DD6-4C54-8A4C-E9D7B235961D}"/>
              </a:ext>
            </a:extLst>
          </p:cNvPr>
          <p:cNvSpPr>
            <a:spLocks noGrp="1"/>
          </p:cNvSpPr>
          <p:nvPr/>
        </p:nvSpPr>
        <p:spPr>
          <a:xfrm>
            <a:off x="435356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F3F4C9CB-6BDE-4006-AACE-8CAA7A7D7355}"/>
              </a:ext>
            </a:extLst>
          </p:cNvPr>
          <p:cNvSpPr>
            <a:spLocks noGrp="1"/>
          </p:cNvSpPr>
          <p:nvPr/>
        </p:nvSpPr>
        <p:spPr>
          <a:xfrm>
            <a:off x="442998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8A35F6CB-D57D-427A-BD5B-597DD73953D4}"/>
              </a:ext>
            </a:extLst>
          </p:cNvPr>
          <p:cNvSpPr>
            <a:spLocks noGrp="1"/>
          </p:cNvSpPr>
          <p:nvPr/>
        </p:nvSpPr>
        <p:spPr>
          <a:xfrm>
            <a:off x="433089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2B204C45-DC0A-48ED-A245-2A620DDCE21C}"/>
              </a:ext>
            </a:extLst>
          </p:cNvPr>
          <p:cNvSpPr>
            <a:spLocks noGrp="1"/>
          </p:cNvSpPr>
          <p:nvPr/>
        </p:nvSpPr>
        <p:spPr>
          <a:xfrm>
            <a:off x="4352709" y="35265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5A986A86-416D-49D9-864E-756617D85A05}"/>
              </a:ext>
            </a:extLst>
          </p:cNvPr>
          <p:cNvSpPr>
            <a:spLocks noGrp="1"/>
          </p:cNvSpPr>
          <p:nvPr/>
        </p:nvSpPr>
        <p:spPr>
          <a:xfrm>
            <a:off x="4360145" y="18913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377E225C-537F-477B-89A4-3D924260450E}"/>
              </a:ext>
            </a:extLst>
          </p:cNvPr>
          <p:cNvSpPr>
            <a:spLocks noGrp="1"/>
          </p:cNvSpPr>
          <p:nvPr/>
        </p:nvSpPr>
        <p:spPr>
          <a:xfrm>
            <a:off x="4401118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E209C7AE-D5B9-4AAC-9623-1929262DBF0F}"/>
              </a:ext>
            </a:extLst>
          </p:cNvPr>
          <p:cNvSpPr>
            <a:spLocks noGrp="1"/>
          </p:cNvSpPr>
          <p:nvPr/>
        </p:nvSpPr>
        <p:spPr>
          <a:xfrm>
            <a:off x="436373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35A277D0-EB6D-4DE5-BD2F-4D3C0AB32AB0}"/>
              </a:ext>
            </a:extLst>
          </p:cNvPr>
          <p:cNvSpPr>
            <a:spLocks noGrp="1"/>
          </p:cNvSpPr>
          <p:nvPr/>
        </p:nvSpPr>
        <p:spPr>
          <a:xfrm>
            <a:off x="440518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4A1CA81E-AC2F-44D0-9E3F-6ADB21A35C61}"/>
              </a:ext>
            </a:extLst>
          </p:cNvPr>
          <p:cNvSpPr>
            <a:spLocks noGrp="1"/>
          </p:cNvSpPr>
          <p:nvPr/>
        </p:nvSpPr>
        <p:spPr>
          <a:xfrm>
            <a:off x="438762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51EA39A8-ED10-442A-89A9-E15DF324BBD3}"/>
              </a:ext>
            </a:extLst>
          </p:cNvPr>
          <p:cNvSpPr>
            <a:spLocks noGrp="1"/>
          </p:cNvSpPr>
          <p:nvPr/>
        </p:nvSpPr>
        <p:spPr>
          <a:xfrm>
            <a:off x="438012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BA5CC2AD-5010-44C7-831C-C3552E00B5F2}"/>
              </a:ext>
            </a:extLst>
          </p:cNvPr>
          <p:cNvSpPr>
            <a:spLocks noGrp="1"/>
          </p:cNvSpPr>
          <p:nvPr/>
        </p:nvSpPr>
        <p:spPr>
          <a:xfrm>
            <a:off x="4350439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56DE7D38-7F1A-4269-B0F3-CDC677D8D747}"/>
              </a:ext>
            </a:extLst>
          </p:cNvPr>
          <p:cNvSpPr>
            <a:spLocks noGrp="1"/>
          </p:cNvSpPr>
          <p:nvPr/>
        </p:nvSpPr>
        <p:spPr>
          <a:xfrm>
            <a:off x="433338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C9D6CA17-6BCC-421C-83E5-43BDB645F53E}"/>
              </a:ext>
            </a:extLst>
          </p:cNvPr>
          <p:cNvSpPr>
            <a:spLocks noGrp="1"/>
          </p:cNvSpPr>
          <p:nvPr/>
        </p:nvSpPr>
        <p:spPr>
          <a:xfrm>
            <a:off x="437954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B905004A-4C61-41EE-BCBE-AE1DE14A8022}"/>
              </a:ext>
            </a:extLst>
          </p:cNvPr>
          <p:cNvSpPr>
            <a:spLocks noGrp="1"/>
          </p:cNvSpPr>
          <p:nvPr/>
        </p:nvSpPr>
        <p:spPr>
          <a:xfrm>
            <a:off x="432925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F758C6AE-3CE1-4C64-A54B-8167EF6484D7}"/>
              </a:ext>
            </a:extLst>
          </p:cNvPr>
          <p:cNvSpPr>
            <a:spLocks noGrp="1"/>
          </p:cNvSpPr>
          <p:nvPr/>
        </p:nvSpPr>
        <p:spPr>
          <a:xfrm>
            <a:off x="4336473" y="23111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ACD33390-FAF0-4565-A4DB-9F42138559BF}"/>
              </a:ext>
            </a:extLst>
          </p:cNvPr>
          <p:cNvSpPr>
            <a:spLocks noGrp="1"/>
          </p:cNvSpPr>
          <p:nvPr/>
        </p:nvSpPr>
        <p:spPr>
          <a:xfrm>
            <a:off x="4339881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F103E43D-21A4-4A61-9BB0-8EEAB0AFB08F}"/>
              </a:ext>
            </a:extLst>
          </p:cNvPr>
          <p:cNvSpPr>
            <a:spLocks noGrp="1"/>
          </p:cNvSpPr>
          <p:nvPr/>
        </p:nvSpPr>
        <p:spPr>
          <a:xfrm>
            <a:off x="4387021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C4E412BD-1F87-4E9A-9B35-B6E5DF8F5ECC}"/>
              </a:ext>
            </a:extLst>
          </p:cNvPr>
          <p:cNvSpPr>
            <a:spLocks noGrp="1"/>
          </p:cNvSpPr>
          <p:nvPr/>
        </p:nvSpPr>
        <p:spPr>
          <a:xfrm>
            <a:off x="442563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FE300E01-B136-465F-8741-3BD448EDE1F6}"/>
              </a:ext>
            </a:extLst>
          </p:cNvPr>
          <p:cNvSpPr>
            <a:spLocks noGrp="1"/>
          </p:cNvSpPr>
          <p:nvPr/>
        </p:nvSpPr>
        <p:spPr>
          <a:xfrm>
            <a:off x="439835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56E4F949-70BC-4D4B-93E0-7CC90BD14B29}"/>
              </a:ext>
            </a:extLst>
          </p:cNvPr>
          <p:cNvSpPr>
            <a:spLocks noGrp="1"/>
          </p:cNvSpPr>
          <p:nvPr/>
        </p:nvSpPr>
        <p:spPr>
          <a:xfrm>
            <a:off x="4414437" y="36825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5BFE7525-7DDA-484A-9052-D3CB295D21FC}"/>
              </a:ext>
            </a:extLst>
          </p:cNvPr>
          <p:cNvSpPr>
            <a:spLocks noGrp="1"/>
          </p:cNvSpPr>
          <p:nvPr/>
        </p:nvSpPr>
        <p:spPr>
          <a:xfrm>
            <a:off x="436586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0FA20E35-42EC-493D-BA07-7D4B328FC4E8}"/>
              </a:ext>
            </a:extLst>
          </p:cNvPr>
          <p:cNvSpPr>
            <a:spLocks noGrp="1"/>
          </p:cNvSpPr>
          <p:nvPr/>
        </p:nvSpPr>
        <p:spPr>
          <a:xfrm>
            <a:off x="44142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72EE141E-47F5-4971-8F4E-09B7148E5197}"/>
              </a:ext>
            </a:extLst>
          </p:cNvPr>
          <p:cNvSpPr>
            <a:spLocks noGrp="1"/>
          </p:cNvSpPr>
          <p:nvPr/>
        </p:nvSpPr>
        <p:spPr>
          <a:xfrm>
            <a:off x="4405987" y="2613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3D7F21FB-073B-4181-99E4-9EE34C5C6B51}"/>
              </a:ext>
            </a:extLst>
          </p:cNvPr>
          <p:cNvSpPr>
            <a:spLocks noGrp="1"/>
          </p:cNvSpPr>
          <p:nvPr/>
        </p:nvSpPr>
        <p:spPr>
          <a:xfrm>
            <a:off x="4350621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B29E7ECB-CA5C-4798-8063-B5AFC20A9270}"/>
              </a:ext>
            </a:extLst>
          </p:cNvPr>
          <p:cNvSpPr>
            <a:spLocks noGrp="1"/>
          </p:cNvSpPr>
          <p:nvPr/>
        </p:nvSpPr>
        <p:spPr>
          <a:xfrm>
            <a:off x="443542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0A5D0E62-FF68-43B9-92E1-97EF5DC908BA}"/>
              </a:ext>
            </a:extLst>
          </p:cNvPr>
          <p:cNvSpPr>
            <a:spLocks noGrp="1"/>
          </p:cNvSpPr>
          <p:nvPr/>
        </p:nvSpPr>
        <p:spPr>
          <a:xfrm>
            <a:off x="4309114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92E31CB7-EE55-4096-ABD5-75A7FD1B603E}"/>
              </a:ext>
            </a:extLst>
          </p:cNvPr>
          <p:cNvSpPr>
            <a:spLocks noGrp="1"/>
          </p:cNvSpPr>
          <p:nvPr/>
        </p:nvSpPr>
        <p:spPr>
          <a:xfrm>
            <a:off x="437352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F96F8C1-6E7C-4061-BBEF-4404B3A86565}"/>
              </a:ext>
            </a:extLst>
          </p:cNvPr>
          <p:cNvSpPr>
            <a:spLocks noGrp="1"/>
          </p:cNvSpPr>
          <p:nvPr/>
        </p:nvSpPr>
        <p:spPr>
          <a:xfrm>
            <a:off x="4326818" y="2034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BC77D752-4E3E-47CF-BBC0-36F1977A2939}"/>
              </a:ext>
            </a:extLst>
          </p:cNvPr>
          <p:cNvSpPr>
            <a:spLocks noGrp="1"/>
          </p:cNvSpPr>
          <p:nvPr/>
        </p:nvSpPr>
        <p:spPr>
          <a:xfrm>
            <a:off x="442536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C6D9F50E-938E-4A07-9AD6-18E205B309E4}"/>
              </a:ext>
            </a:extLst>
          </p:cNvPr>
          <p:cNvSpPr>
            <a:spLocks noGrp="1"/>
          </p:cNvSpPr>
          <p:nvPr/>
        </p:nvSpPr>
        <p:spPr>
          <a:xfrm>
            <a:off x="434459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2C4F33FC-D445-461B-BAC7-DF83F0171A26}"/>
              </a:ext>
            </a:extLst>
          </p:cNvPr>
          <p:cNvSpPr>
            <a:spLocks noGrp="1"/>
          </p:cNvSpPr>
          <p:nvPr/>
        </p:nvSpPr>
        <p:spPr>
          <a:xfrm>
            <a:off x="433548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F82DD126-1E1C-43CB-B336-2919BB56C2BF}"/>
              </a:ext>
            </a:extLst>
          </p:cNvPr>
          <p:cNvSpPr>
            <a:spLocks noGrp="1"/>
          </p:cNvSpPr>
          <p:nvPr/>
        </p:nvSpPr>
        <p:spPr>
          <a:xfrm>
            <a:off x="4396326" y="26763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BF77B89D-7D07-4848-9F3E-36A845D1362F}"/>
              </a:ext>
            </a:extLst>
          </p:cNvPr>
          <p:cNvSpPr>
            <a:spLocks noGrp="1"/>
          </p:cNvSpPr>
          <p:nvPr/>
        </p:nvSpPr>
        <p:spPr>
          <a:xfrm>
            <a:off x="436625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862389C3-ECA1-4233-B603-7E89EBAAFDCE}"/>
              </a:ext>
            </a:extLst>
          </p:cNvPr>
          <p:cNvSpPr>
            <a:spLocks noGrp="1"/>
          </p:cNvSpPr>
          <p:nvPr/>
        </p:nvSpPr>
        <p:spPr>
          <a:xfrm>
            <a:off x="432545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C7170588-E351-488E-A924-884DED1534F5}"/>
              </a:ext>
            </a:extLst>
          </p:cNvPr>
          <p:cNvSpPr>
            <a:spLocks noGrp="1"/>
          </p:cNvSpPr>
          <p:nvPr/>
        </p:nvSpPr>
        <p:spPr>
          <a:xfrm>
            <a:off x="432663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4E8DC276-B373-4542-9448-F526A8C709B9}"/>
              </a:ext>
            </a:extLst>
          </p:cNvPr>
          <p:cNvSpPr>
            <a:spLocks noGrp="1"/>
          </p:cNvSpPr>
          <p:nvPr/>
        </p:nvSpPr>
        <p:spPr>
          <a:xfrm>
            <a:off x="435297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9C748761-5BFF-4FBB-A71D-2F4809C14917}"/>
              </a:ext>
            </a:extLst>
          </p:cNvPr>
          <p:cNvSpPr>
            <a:spLocks noGrp="1"/>
          </p:cNvSpPr>
          <p:nvPr/>
        </p:nvSpPr>
        <p:spPr>
          <a:xfrm>
            <a:off x="4378949" y="24048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6EAEC09A-B232-4996-9239-1D5FFF18CDE5}"/>
              </a:ext>
            </a:extLst>
          </p:cNvPr>
          <p:cNvSpPr>
            <a:spLocks noGrp="1"/>
          </p:cNvSpPr>
          <p:nvPr/>
        </p:nvSpPr>
        <p:spPr>
          <a:xfrm>
            <a:off x="433647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95F4365C-5694-45F8-8FF1-720033A6CA51}"/>
              </a:ext>
            </a:extLst>
          </p:cNvPr>
          <p:cNvSpPr>
            <a:spLocks noGrp="1"/>
          </p:cNvSpPr>
          <p:nvPr/>
        </p:nvSpPr>
        <p:spPr>
          <a:xfrm>
            <a:off x="4349994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431A9C47-CD68-47DF-BBFD-5C2BBCC57D9E}"/>
              </a:ext>
            </a:extLst>
          </p:cNvPr>
          <p:cNvSpPr>
            <a:spLocks noGrp="1"/>
          </p:cNvSpPr>
          <p:nvPr/>
        </p:nvSpPr>
        <p:spPr>
          <a:xfrm>
            <a:off x="432394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D887850C-695A-4F52-933D-65580207C0D1}"/>
              </a:ext>
            </a:extLst>
          </p:cNvPr>
          <p:cNvSpPr>
            <a:spLocks noGrp="1"/>
          </p:cNvSpPr>
          <p:nvPr/>
        </p:nvSpPr>
        <p:spPr>
          <a:xfrm>
            <a:off x="438410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810C9F22-6AFB-4745-8B80-5A16B9C73409}"/>
              </a:ext>
            </a:extLst>
          </p:cNvPr>
          <p:cNvSpPr>
            <a:spLocks noGrp="1"/>
          </p:cNvSpPr>
          <p:nvPr/>
        </p:nvSpPr>
        <p:spPr>
          <a:xfrm>
            <a:off x="432229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A04034DB-77D4-48BA-B8FF-001A99B47FDE}"/>
              </a:ext>
            </a:extLst>
          </p:cNvPr>
          <p:cNvSpPr>
            <a:spLocks noGrp="1"/>
          </p:cNvSpPr>
          <p:nvPr/>
        </p:nvSpPr>
        <p:spPr>
          <a:xfrm>
            <a:off x="441679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7E38B7B6-B5C8-49D0-830A-20A690BE7C12}"/>
              </a:ext>
            </a:extLst>
          </p:cNvPr>
          <p:cNvSpPr>
            <a:spLocks noGrp="1"/>
          </p:cNvSpPr>
          <p:nvPr/>
        </p:nvSpPr>
        <p:spPr>
          <a:xfrm>
            <a:off x="437078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F846EC9A-3935-4FED-A399-931F8670F1AE}"/>
              </a:ext>
            </a:extLst>
          </p:cNvPr>
          <p:cNvSpPr>
            <a:spLocks noGrp="1"/>
          </p:cNvSpPr>
          <p:nvPr/>
        </p:nvSpPr>
        <p:spPr>
          <a:xfrm>
            <a:off x="440270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1D3C048E-689A-4C79-B949-29D1D85AD698}"/>
              </a:ext>
            </a:extLst>
          </p:cNvPr>
          <p:cNvSpPr>
            <a:spLocks noGrp="1"/>
          </p:cNvSpPr>
          <p:nvPr/>
        </p:nvSpPr>
        <p:spPr>
          <a:xfrm>
            <a:off x="438695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33D6D4C8-923C-4E2B-82EA-F103D824812C}"/>
              </a:ext>
            </a:extLst>
          </p:cNvPr>
          <p:cNvSpPr>
            <a:spLocks noGrp="1"/>
          </p:cNvSpPr>
          <p:nvPr/>
        </p:nvSpPr>
        <p:spPr>
          <a:xfrm>
            <a:off x="433719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1C61D9FD-C12D-4947-85AF-24DEE2446A12}"/>
              </a:ext>
            </a:extLst>
          </p:cNvPr>
          <p:cNvSpPr>
            <a:spLocks noGrp="1"/>
          </p:cNvSpPr>
          <p:nvPr/>
        </p:nvSpPr>
        <p:spPr>
          <a:xfrm>
            <a:off x="43107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292E8D15-C12E-4AF4-9A88-8E94C53DBFA2}"/>
              </a:ext>
            </a:extLst>
          </p:cNvPr>
          <p:cNvSpPr>
            <a:spLocks noGrp="1"/>
          </p:cNvSpPr>
          <p:nvPr/>
        </p:nvSpPr>
        <p:spPr>
          <a:xfrm>
            <a:off x="43561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FF602C7-5891-4E56-A8F3-0CEE8CFE83A4}"/>
              </a:ext>
            </a:extLst>
          </p:cNvPr>
          <p:cNvSpPr>
            <a:spLocks noGrp="1"/>
          </p:cNvSpPr>
          <p:nvPr/>
        </p:nvSpPr>
        <p:spPr>
          <a:xfrm>
            <a:off x="4420337" y="28709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73D1C654-E7E3-4263-A472-045A1C2B4461}"/>
              </a:ext>
            </a:extLst>
          </p:cNvPr>
          <p:cNvSpPr>
            <a:spLocks noGrp="1"/>
          </p:cNvSpPr>
          <p:nvPr/>
        </p:nvSpPr>
        <p:spPr>
          <a:xfrm>
            <a:off x="430916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7B068F78-B6A4-4A29-A360-5D60963FA90A}"/>
              </a:ext>
            </a:extLst>
          </p:cNvPr>
          <p:cNvSpPr>
            <a:spLocks noGrp="1"/>
          </p:cNvSpPr>
          <p:nvPr/>
        </p:nvSpPr>
        <p:spPr>
          <a:xfrm>
            <a:off x="4429137" y="22053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618D6AE8-EBA9-4403-A2AB-DA69BB0B7915}"/>
              </a:ext>
            </a:extLst>
          </p:cNvPr>
          <p:cNvSpPr>
            <a:spLocks noGrp="1"/>
          </p:cNvSpPr>
          <p:nvPr/>
        </p:nvSpPr>
        <p:spPr>
          <a:xfrm>
            <a:off x="441922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26BCBD09-2892-4FDD-8E6A-7909E4D1D626}"/>
              </a:ext>
            </a:extLst>
          </p:cNvPr>
          <p:cNvSpPr>
            <a:spLocks noGrp="1"/>
          </p:cNvSpPr>
          <p:nvPr/>
        </p:nvSpPr>
        <p:spPr>
          <a:xfrm>
            <a:off x="438915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96556040-2D4A-47D9-B030-DD5CE39FF7C0}"/>
              </a:ext>
            </a:extLst>
          </p:cNvPr>
          <p:cNvSpPr>
            <a:spLocks noGrp="1"/>
          </p:cNvSpPr>
          <p:nvPr/>
        </p:nvSpPr>
        <p:spPr>
          <a:xfrm>
            <a:off x="441680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BE7A1E1A-02C8-4AED-B496-612B972F6AD9}"/>
              </a:ext>
            </a:extLst>
          </p:cNvPr>
          <p:cNvSpPr>
            <a:spLocks noGrp="1"/>
          </p:cNvSpPr>
          <p:nvPr/>
        </p:nvSpPr>
        <p:spPr>
          <a:xfrm>
            <a:off x="441706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984312C9-F398-416E-A755-0A684EDA5762}"/>
              </a:ext>
            </a:extLst>
          </p:cNvPr>
          <p:cNvSpPr>
            <a:spLocks noGrp="1"/>
          </p:cNvSpPr>
          <p:nvPr/>
        </p:nvSpPr>
        <p:spPr>
          <a:xfrm>
            <a:off x="435324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1881650A-1DE2-48F4-9DF0-B2F4DC429BC5}"/>
              </a:ext>
            </a:extLst>
          </p:cNvPr>
          <p:cNvSpPr>
            <a:spLocks noGrp="1"/>
          </p:cNvSpPr>
          <p:nvPr/>
        </p:nvSpPr>
        <p:spPr>
          <a:xfrm>
            <a:off x="4364796" y="31687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D17778AF-BD46-4C33-8A81-76CE0FE03148}"/>
              </a:ext>
            </a:extLst>
          </p:cNvPr>
          <p:cNvSpPr>
            <a:spLocks noGrp="1"/>
          </p:cNvSpPr>
          <p:nvPr/>
        </p:nvSpPr>
        <p:spPr>
          <a:xfrm>
            <a:off x="437481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B947237C-2D45-44AF-B677-0F17109D8E45}"/>
              </a:ext>
            </a:extLst>
          </p:cNvPr>
          <p:cNvSpPr>
            <a:spLocks noGrp="1"/>
          </p:cNvSpPr>
          <p:nvPr/>
        </p:nvSpPr>
        <p:spPr>
          <a:xfrm>
            <a:off x="440200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70560336-6552-4671-BB5B-8D824919F462}"/>
              </a:ext>
            </a:extLst>
          </p:cNvPr>
          <p:cNvSpPr>
            <a:spLocks noGrp="1"/>
          </p:cNvSpPr>
          <p:nvPr/>
        </p:nvSpPr>
        <p:spPr>
          <a:xfrm>
            <a:off x="443498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6F31F4A3-071A-4787-A29F-63C88DD5FF00}"/>
              </a:ext>
            </a:extLst>
          </p:cNvPr>
          <p:cNvSpPr>
            <a:spLocks noGrp="1"/>
          </p:cNvSpPr>
          <p:nvPr/>
        </p:nvSpPr>
        <p:spPr>
          <a:xfrm>
            <a:off x="4386057" y="2825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2B806E06-3E0D-48EC-809C-D30CD83685A1}"/>
              </a:ext>
            </a:extLst>
          </p:cNvPr>
          <p:cNvSpPr>
            <a:spLocks noGrp="1"/>
          </p:cNvSpPr>
          <p:nvPr/>
        </p:nvSpPr>
        <p:spPr>
          <a:xfrm>
            <a:off x="438442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B50AA64B-B60D-4AD9-A5E8-808B0959F370}"/>
              </a:ext>
            </a:extLst>
          </p:cNvPr>
          <p:cNvSpPr>
            <a:spLocks noGrp="1"/>
          </p:cNvSpPr>
          <p:nvPr/>
        </p:nvSpPr>
        <p:spPr>
          <a:xfrm>
            <a:off x="4401860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93934FE9-FF0B-4C3C-903B-9F9B8E09D6F6}"/>
              </a:ext>
            </a:extLst>
          </p:cNvPr>
          <p:cNvSpPr>
            <a:spLocks noGrp="1"/>
          </p:cNvSpPr>
          <p:nvPr/>
        </p:nvSpPr>
        <p:spPr>
          <a:xfrm>
            <a:off x="4369965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99DE9242-DEEC-408E-82A9-E09AD9029CB1}"/>
              </a:ext>
            </a:extLst>
          </p:cNvPr>
          <p:cNvSpPr>
            <a:spLocks noGrp="1"/>
          </p:cNvSpPr>
          <p:nvPr/>
        </p:nvSpPr>
        <p:spPr>
          <a:xfrm>
            <a:off x="431115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33BAED1E-51D3-4DA2-822B-06699547D57C}"/>
              </a:ext>
            </a:extLst>
          </p:cNvPr>
          <p:cNvSpPr>
            <a:spLocks noGrp="1"/>
          </p:cNvSpPr>
          <p:nvPr/>
        </p:nvSpPr>
        <p:spPr>
          <a:xfrm>
            <a:off x="441920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65B98F5-E013-450F-8342-235237740556}"/>
              </a:ext>
            </a:extLst>
          </p:cNvPr>
          <p:cNvSpPr>
            <a:spLocks noGrp="1"/>
          </p:cNvSpPr>
          <p:nvPr/>
        </p:nvSpPr>
        <p:spPr>
          <a:xfrm>
            <a:off x="438637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D7857B99-17CF-4EC8-93DC-2B3B9E3B469B}"/>
              </a:ext>
            </a:extLst>
          </p:cNvPr>
          <p:cNvSpPr>
            <a:spLocks noGrp="1"/>
          </p:cNvSpPr>
          <p:nvPr/>
        </p:nvSpPr>
        <p:spPr>
          <a:xfrm>
            <a:off x="433238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0812128E-D223-4A48-8752-7B7362946ECB}"/>
              </a:ext>
            </a:extLst>
          </p:cNvPr>
          <p:cNvSpPr>
            <a:spLocks noGrp="1"/>
          </p:cNvSpPr>
          <p:nvPr/>
        </p:nvSpPr>
        <p:spPr>
          <a:xfrm>
            <a:off x="443812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B2D561E6-87C2-4C81-BDAA-FA47A2C27903}"/>
              </a:ext>
            </a:extLst>
          </p:cNvPr>
          <p:cNvSpPr>
            <a:spLocks noGrp="1"/>
          </p:cNvSpPr>
          <p:nvPr/>
        </p:nvSpPr>
        <p:spPr>
          <a:xfrm>
            <a:off x="4352823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19777623-1423-4855-AE25-E30D7DA4B574}"/>
              </a:ext>
            </a:extLst>
          </p:cNvPr>
          <p:cNvSpPr>
            <a:spLocks noGrp="1"/>
          </p:cNvSpPr>
          <p:nvPr/>
        </p:nvSpPr>
        <p:spPr>
          <a:xfrm>
            <a:off x="442865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0C653D12-FBB9-4672-AA80-2FD3E266A3EC}"/>
              </a:ext>
            </a:extLst>
          </p:cNvPr>
          <p:cNvSpPr>
            <a:spLocks noGrp="1"/>
          </p:cNvSpPr>
          <p:nvPr/>
        </p:nvSpPr>
        <p:spPr>
          <a:xfrm>
            <a:off x="431862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0CAAF430-727F-41CC-A7CB-18602406DB0A}"/>
              </a:ext>
            </a:extLst>
          </p:cNvPr>
          <p:cNvSpPr>
            <a:spLocks noGrp="1"/>
          </p:cNvSpPr>
          <p:nvPr/>
        </p:nvSpPr>
        <p:spPr>
          <a:xfrm>
            <a:off x="4438750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31F89943-C600-4F4B-B513-9864C0D5D463}"/>
              </a:ext>
            </a:extLst>
          </p:cNvPr>
          <p:cNvSpPr>
            <a:spLocks noGrp="1"/>
          </p:cNvSpPr>
          <p:nvPr/>
        </p:nvSpPr>
        <p:spPr>
          <a:xfrm>
            <a:off x="443638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CDDC9118-777E-4314-AC28-4CD972A7EF8A}"/>
              </a:ext>
            </a:extLst>
          </p:cNvPr>
          <p:cNvSpPr>
            <a:spLocks noGrp="1"/>
          </p:cNvSpPr>
          <p:nvPr/>
        </p:nvSpPr>
        <p:spPr>
          <a:xfrm>
            <a:off x="4406596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FD3758DB-05B4-4AD1-893A-AFB3D41C362D}"/>
              </a:ext>
            </a:extLst>
          </p:cNvPr>
          <p:cNvSpPr>
            <a:spLocks noGrp="1"/>
          </p:cNvSpPr>
          <p:nvPr/>
        </p:nvSpPr>
        <p:spPr>
          <a:xfrm>
            <a:off x="4374231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F6DBDFEE-8434-4955-8FC4-58D65A3ED90D}"/>
              </a:ext>
            </a:extLst>
          </p:cNvPr>
          <p:cNvSpPr>
            <a:spLocks noGrp="1"/>
          </p:cNvSpPr>
          <p:nvPr/>
        </p:nvSpPr>
        <p:spPr>
          <a:xfrm>
            <a:off x="4336398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81AB0400-FE65-499A-83CE-03A9363C14C5}"/>
              </a:ext>
            </a:extLst>
          </p:cNvPr>
          <p:cNvSpPr>
            <a:spLocks noGrp="1"/>
          </p:cNvSpPr>
          <p:nvPr/>
        </p:nvSpPr>
        <p:spPr>
          <a:xfrm>
            <a:off x="441282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B66E33A2-3991-4FCA-A6EB-C70FE72F167C}"/>
              </a:ext>
            </a:extLst>
          </p:cNvPr>
          <p:cNvSpPr>
            <a:spLocks noGrp="1"/>
          </p:cNvSpPr>
          <p:nvPr/>
        </p:nvSpPr>
        <p:spPr>
          <a:xfrm>
            <a:off x="443347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A9B311AE-05A2-45C5-BF3F-F98C5B580425}"/>
              </a:ext>
            </a:extLst>
          </p:cNvPr>
          <p:cNvSpPr>
            <a:spLocks noGrp="1"/>
          </p:cNvSpPr>
          <p:nvPr/>
        </p:nvSpPr>
        <p:spPr>
          <a:xfrm>
            <a:off x="4336748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D711BB87-5BA0-4FC3-A4B8-89901E9968C6}"/>
              </a:ext>
            </a:extLst>
          </p:cNvPr>
          <p:cNvSpPr>
            <a:spLocks noGrp="1"/>
          </p:cNvSpPr>
          <p:nvPr/>
        </p:nvSpPr>
        <p:spPr>
          <a:xfrm>
            <a:off x="4325972" y="30667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F7B16D8B-03F6-44D9-A768-5468A5A9BB98}"/>
              </a:ext>
            </a:extLst>
          </p:cNvPr>
          <p:cNvSpPr>
            <a:spLocks noGrp="1"/>
          </p:cNvSpPr>
          <p:nvPr/>
        </p:nvSpPr>
        <p:spPr>
          <a:xfrm>
            <a:off x="440327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E45DF718-D7FF-4BE3-8317-512C6DE76DDB}"/>
              </a:ext>
            </a:extLst>
          </p:cNvPr>
          <p:cNvSpPr>
            <a:spLocks noGrp="1"/>
          </p:cNvSpPr>
          <p:nvPr/>
        </p:nvSpPr>
        <p:spPr>
          <a:xfrm>
            <a:off x="4309016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54D6ECEE-7265-44E6-BA2F-550C5FC8C61E}"/>
              </a:ext>
            </a:extLst>
          </p:cNvPr>
          <p:cNvSpPr>
            <a:spLocks noGrp="1"/>
          </p:cNvSpPr>
          <p:nvPr/>
        </p:nvSpPr>
        <p:spPr>
          <a:xfrm>
            <a:off x="4351711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5E97E431-FC5B-4950-AD23-03E1C44E9E93}"/>
              </a:ext>
            </a:extLst>
          </p:cNvPr>
          <p:cNvSpPr>
            <a:spLocks noGrp="1"/>
          </p:cNvSpPr>
          <p:nvPr/>
        </p:nvSpPr>
        <p:spPr>
          <a:xfrm>
            <a:off x="435199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F3E50603-875B-4DB4-94C1-9FE62D1126E4}"/>
              </a:ext>
            </a:extLst>
          </p:cNvPr>
          <p:cNvSpPr>
            <a:spLocks noGrp="1"/>
          </p:cNvSpPr>
          <p:nvPr/>
        </p:nvSpPr>
        <p:spPr>
          <a:xfrm>
            <a:off x="438917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E9A73B70-89B0-4B1C-8A78-4BD6E8A117A4}"/>
              </a:ext>
            </a:extLst>
          </p:cNvPr>
          <p:cNvSpPr>
            <a:spLocks noGrp="1"/>
          </p:cNvSpPr>
          <p:nvPr/>
        </p:nvSpPr>
        <p:spPr>
          <a:xfrm>
            <a:off x="440776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14457D8F-3822-4C5E-BE1F-3DEBD5F6758A}"/>
              </a:ext>
            </a:extLst>
          </p:cNvPr>
          <p:cNvSpPr>
            <a:spLocks noGrp="1"/>
          </p:cNvSpPr>
          <p:nvPr/>
        </p:nvSpPr>
        <p:spPr>
          <a:xfrm>
            <a:off x="4406697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F0276832-BC1E-47EE-9695-9560F6096941}"/>
              </a:ext>
            </a:extLst>
          </p:cNvPr>
          <p:cNvSpPr>
            <a:spLocks noGrp="1"/>
          </p:cNvSpPr>
          <p:nvPr/>
        </p:nvSpPr>
        <p:spPr>
          <a:xfrm>
            <a:off x="4405302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6B18F550-97D3-4EF9-BDCA-90640834C87A}"/>
              </a:ext>
            </a:extLst>
          </p:cNvPr>
          <p:cNvSpPr>
            <a:spLocks noGrp="1"/>
          </p:cNvSpPr>
          <p:nvPr/>
        </p:nvSpPr>
        <p:spPr>
          <a:xfrm>
            <a:off x="433178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CD809C98-79A1-4552-B37B-1C71F358307B}"/>
              </a:ext>
            </a:extLst>
          </p:cNvPr>
          <p:cNvSpPr>
            <a:spLocks noGrp="1"/>
          </p:cNvSpPr>
          <p:nvPr/>
        </p:nvSpPr>
        <p:spPr>
          <a:xfrm>
            <a:off x="4363767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2F10D4DF-891B-4B8D-910D-9622608ED03D}"/>
              </a:ext>
            </a:extLst>
          </p:cNvPr>
          <p:cNvSpPr>
            <a:spLocks noGrp="1"/>
          </p:cNvSpPr>
          <p:nvPr/>
        </p:nvSpPr>
        <p:spPr>
          <a:xfrm>
            <a:off x="43410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44860ECE-B8E2-4C0A-A19F-3F96E8244AA0}"/>
              </a:ext>
            </a:extLst>
          </p:cNvPr>
          <p:cNvSpPr>
            <a:spLocks noGrp="1"/>
          </p:cNvSpPr>
          <p:nvPr/>
        </p:nvSpPr>
        <p:spPr>
          <a:xfrm>
            <a:off x="436080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44445610-DA13-4D3B-9D72-F18A0386D2FA}"/>
              </a:ext>
            </a:extLst>
          </p:cNvPr>
          <p:cNvSpPr>
            <a:spLocks noGrp="1"/>
          </p:cNvSpPr>
          <p:nvPr/>
        </p:nvSpPr>
        <p:spPr>
          <a:xfrm>
            <a:off x="468758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F89DA606-2DEF-48DE-AA57-C83DB8A0DD37}"/>
              </a:ext>
            </a:extLst>
          </p:cNvPr>
          <p:cNvSpPr>
            <a:spLocks noGrp="1"/>
          </p:cNvSpPr>
          <p:nvPr/>
        </p:nvSpPr>
        <p:spPr>
          <a:xfrm>
            <a:off x="46875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83C60D8B-E62C-4126-AD03-45C8D8E5BD81}"/>
              </a:ext>
            </a:extLst>
          </p:cNvPr>
          <p:cNvSpPr>
            <a:spLocks noGrp="1"/>
          </p:cNvSpPr>
          <p:nvPr/>
        </p:nvSpPr>
        <p:spPr>
          <a:xfrm>
            <a:off x="468043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83EBE3DB-48F3-4437-BFB5-FEEB20B6B986}"/>
              </a:ext>
            </a:extLst>
          </p:cNvPr>
          <p:cNvSpPr>
            <a:spLocks noGrp="1"/>
          </p:cNvSpPr>
          <p:nvPr/>
        </p:nvSpPr>
        <p:spPr>
          <a:xfrm>
            <a:off x="4693539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8F2E847-7F45-4F3E-A575-69CA56043F76}"/>
              </a:ext>
            </a:extLst>
          </p:cNvPr>
          <p:cNvSpPr>
            <a:spLocks noGrp="1"/>
          </p:cNvSpPr>
          <p:nvPr/>
        </p:nvSpPr>
        <p:spPr>
          <a:xfrm>
            <a:off x="4637141" y="2116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0B63AF9F-FB4F-4C89-9E63-3A7FADB9CE27}"/>
              </a:ext>
            </a:extLst>
          </p:cNvPr>
          <p:cNvSpPr>
            <a:spLocks noGrp="1"/>
          </p:cNvSpPr>
          <p:nvPr/>
        </p:nvSpPr>
        <p:spPr>
          <a:xfrm>
            <a:off x="47062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702A026E-91B6-4FEB-B2C0-AB89BCB83458}"/>
              </a:ext>
            </a:extLst>
          </p:cNvPr>
          <p:cNvSpPr>
            <a:spLocks noGrp="1"/>
          </p:cNvSpPr>
          <p:nvPr/>
        </p:nvSpPr>
        <p:spPr>
          <a:xfrm>
            <a:off x="465904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637D5A36-56DB-449D-98B6-BEA8FABA2C41}"/>
              </a:ext>
            </a:extLst>
          </p:cNvPr>
          <p:cNvSpPr>
            <a:spLocks noGrp="1"/>
          </p:cNvSpPr>
          <p:nvPr/>
        </p:nvSpPr>
        <p:spPr>
          <a:xfrm>
            <a:off x="459736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7BC4FBF9-FC70-4008-90FF-5E6BC148D380}"/>
              </a:ext>
            </a:extLst>
          </p:cNvPr>
          <p:cNvSpPr>
            <a:spLocks noGrp="1"/>
          </p:cNvSpPr>
          <p:nvPr/>
        </p:nvSpPr>
        <p:spPr>
          <a:xfrm>
            <a:off x="4585781" y="3361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032A68CC-8FA0-412A-B4DC-C2303700B2AC}"/>
              </a:ext>
            </a:extLst>
          </p:cNvPr>
          <p:cNvSpPr>
            <a:spLocks noGrp="1"/>
          </p:cNvSpPr>
          <p:nvPr/>
        </p:nvSpPr>
        <p:spPr>
          <a:xfrm>
            <a:off x="468942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46E76EB8-9C43-45B2-A477-CD6BEF8CD992}"/>
              </a:ext>
            </a:extLst>
          </p:cNvPr>
          <p:cNvSpPr>
            <a:spLocks noGrp="1"/>
          </p:cNvSpPr>
          <p:nvPr/>
        </p:nvSpPr>
        <p:spPr>
          <a:xfrm>
            <a:off x="4658165" y="27414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479D526E-F6F4-4D2A-9A1B-8D8CDEDCB1DF}"/>
              </a:ext>
            </a:extLst>
          </p:cNvPr>
          <p:cNvSpPr>
            <a:spLocks noGrp="1"/>
          </p:cNvSpPr>
          <p:nvPr/>
        </p:nvSpPr>
        <p:spPr>
          <a:xfrm>
            <a:off x="461676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B35EECDB-F9C0-46BF-B9FE-EC1BFEC91B78}"/>
              </a:ext>
            </a:extLst>
          </p:cNvPr>
          <p:cNvSpPr>
            <a:spLocks noGrp="1"/>
          </p:cNvSpPr>
          <p:nvPr/>
        </p:nvSpPr>
        <p:spPr>
          <a:xfrm>
            <a:off x="4654661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89D1EBBA-0999-4823-8C79-8D776F7C1082}"/>
              </a:ext>
            </a:extLst>
          </p:cNvPr>
          <p:cNvSpPr>
            <a:spLocks noGrp="1"/>
          </p:cNvSpPr>
          <p:nvPr/>
        </p:nvSpPr>
        <p:spPr>
          <a:xfrm>
            <a:off x="4660007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4146F37C-8962-49CE-9B50-3A19DFDB7CE9}"/>
              </a:ext>
            </a:extLst>
          </p:cNvPr>
          <p:cNvSpPr>
            <a:spLocks noGrp="1"/>
          </p:cNvSpPr>
          <p:nvPr/>
        </p:nvSpPr>
        <p:spPr>
          <a:xfrm>
            <a:off x="458838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93F043AB-4822-497E-AB9C-1CE5972B1219}"/>
              </a:ext>
            </a:extLst>
          </p:cNvPr>
          <p:cNvSpPr>
            <a:spLocks noGrp="1"/>
          </p:cNvSpPr>
          <p:nvPr/>
        </p:nvSpPr>
        <p:spPr>
          <a:xfrm>
            <a:off x="468341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15DCAE33-C4C3-4129-AF64-06FFEEB0C907}"/>
              </a:ext>
            </a:extLst>
          </p:cNvPr>
          <p:cNvSpPr>
            <a:spLocks noGrp="1"/>
          </p:cNvSpPr>
          <p:nvPr/>
        </p:nvSpPr>
        <p:spPr>
          <a:xfrm>
            <a:off x="470606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E675A791-D0FE-4DA2-B2FC-781547949AC6}"/>
              </a:ext>
            </a:extLst>
          </p:cNvPr>
          <p:cNvSpPr>
            <a:spLocks noGrp="1"/>
          </p:cNvSpPr>
          <p:nvPr/>
        </p:nvSpPr>
        <p:spPr>
          <a:xfrm>
            <a:off x="46409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3D7068D-2D55-47D6-B269-EDF927F00E32}"/>
              </a:ext>
            </a:extLst>
          </p:cNvPr>
          <p:cNvSpPr>
            <a:spLocks noGrp="1"/>
          </p:cNvSpPr>
          <p:nvPr/>
        </p:nvSpPr>
        <p:spPr>
          <a:xfrm>
            <a:off x="46668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B83EC164-FD68-40B2-BF9A-31F7236109D6}"/>
              </a:ext>
            </a:extLst>
          </p:cNvPr>
          <p:cNvSpPr>
            <a:spLocks noGrp="1"/>
          </p:cNvSpPr>
          <p:nvPr/>
        </p:nvSpPr>
        <p:spPr>
          <a:xfrm>
            <a:off x="4689144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45316334-5D71-4E8A-A482-E3CBC6CF20B8}"/>
              </a:ext>
            </a:extLst>
          </p:cNvPr>
          <p:cNvSpPr>
            <a:spLocks noGrp="1"/>
          </p:cNvSpPr>
          <p:nvPr/>
        </p:nvSpPr>
        <p:spPr>
          <a:xfrm>
            <a:off x="4610387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266BCAF6-F8D7-41F8-BBA9-941EEEE08F71}"/>
              </a:ext>
            </a:extLst>
          </p:cNvPr>
          <p:cNvSpPr>
            <a:spLocks noGrp="1"/>
          </p:cNvSpPr>
          <p:nvPr/>
        </p:nvSpPr>
        <p:spPr>
          <a:xfrm>
            <a:off x="466098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392C428F-E383-49CB-9136-11EAB51F08C8}"/>
              </a:ext>
            </a:extLst>
          </p:cNvPr>
          <p:cNvSpPr>
            <a:spLocks noGrp="1"/>
          </p:cNvSpPr>
          <p:nvPr/>
        </p:nvSpPr>
        <p:spPr>
          <a:xfrm>
            <a:off x="471539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48FB07EA-C96F-4B83-A6EA-F47AA3AD7C12}"/>
              </a:ext>
            </a:extLst>
          </p:cNvPr>
          <p:cNvSpPr>
            <a:spLocks noGrp="1"/>
          </p:cNvSpPr>
          <p:nvPr/>
        </p:nvSpPr>
        <p:spPr>
          <a:xfrm>
            <a:off x="46129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6CC27634-70BA-4831-8013-97F509197F31}"/>
              </a:ext>
            </a:extLst>
          </p:cNvPr>
          <p:cNvSpPr>
            <a:spLocks noGrp="1"/>
          </p:cNvSpPr>
          <p:nvPr/>
        </p:nvSpPr>
        <p:spPr>
          <a:xfrm>
            <a:off x="4648544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CE8B8478-75E6-47E9-8A6F-492FFFEBCE38}"/>
              </a:ext>
            </a:extLst>
          </p:cNvPr>
          <p:cNvSpPr>
            <a:spLocks noGrp="1"/>
          </p:cNvSpPr>
          <p:nvPr/>
        </p:nvSpPr>
        <p:spPr>
          <a:xfrm>
            <a:off x="462252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9773E447-C186-4F06-9B12-F0A491BD1D76}"/>
              </a:ext>
            </a:extLst>
          </p:cNvPr>
          <p:cNvSpPr>
            <a:spLocks noGrp="1"/>
          </p:cNvSpPr>
          <p:nvPr/>
        </p:nvSpPr>
        <p:spPr>
          <a:xfrm>
            <a:off x="4655080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FB7760-BC06-47CF-BBDE-72F4E1F77290}"/>
              </a:ext>
            </a:extLst>
          </p:cNvPr>
          <p:cNvSpPr>
            <a:spLocks noGrp="1"/>
          </p:cNvSpPr>
          <p:nvPr/>
        </p:nvSpPr>
        <p:spPr>
          <a:xfrm>
            <a:off x="4682534" y="25206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C83110AF-94D2-4D26-A2C4-B43E564E32D0}"/>
              </a:ext>
            </a:extLst>
          </p:cNvPr>
          <p:cNvSpPr>
            <a:spLocks noGrp="1"/>
          </p:cNvSpPr>
          <p:nvPr/>
        </p:nvSpPr>
        <p:spPr>
          <a:xfrm>
            <a:off x="466904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3576481F-CD1B-40CC-B8FB-45917AFF617D}"/>
              </a:ext>
            </a:extLst>
          </p:cNvPr>
          <p:cNvSpPr>
            <a:spLocks noGrp="1"/>
          </p:cNvSpPr>
          <p:nvPr/>
        </p:nvSpPr>
        <p:spPr>
          <a:xfrm>
            <a:off x="463620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DE468FDF-8498-4F42-B27D-7D02F57B10D6}"/>
              </a:ext>
            </a:extLst>
          </p:cNvPr>
          <p:cNvSpPr>
            <a:spLocks noGrp="1"/>
          </p:cNvSpPr>
          <p:nvPr/>
        </p:nvSpPr>
        <p:spPr>
          <a:xfrm>
            <a:off x="465046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9247C23-819E-4254-A74E-AECC55D6DD0F}"/>
              </a:ext>
            </a:extLst>
          </p:cNvPr>
          <p:cNvSpPr>
            <a:spLocks noGrp="1"/>
          </p:cNvSpPr>
          <p:nvPr/>
        </p:nvSpPr>
        <p:spPr>
          <a:xfrm>
            <a:off x="4598931" y="23704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08E9B030-DD2B-48B7-BB45-7F60728B6554}"/>
              </a:ext>
            </a:extLst>
          </p:cNvPr>
          <p:cNvSpPr>
            <a:spLocks noGrp="1"/>
          </p:cNvSpPr>
          <p:nvPr/>
        </p:nvSpPr>
        <p:spPr>
          <a:xfrm>
            <a:off x="470183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1DCEA790-0C56-46C4-BF52-EA9C1E16A7CC}"/>
              </a:ext>
            </a:extLst>
          </p:cNvPr>
          <p:cNvSpPr>
            <a:spLocks noGrp="1"/>
          </p:cNvSpPr>
          <p:nvPr/>
        </p:nvSpPr>
        <p:spPr>
          <a:xfrm>
            <a:off x="4592072" y="35059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DFD1C803-080E-4E81-BF3B-C7ED1D177E73}"/>
              </a:ext>
            </a:extLst>
          </p:cNvPr>
          <p:cNvSpPr>
            <a:spLocks noGrp="1"/>
          </p:cNvSpPr>
          <p:nvPr/>
        </p:nvSpPr>
        <p:spPr>
          <a:xfrm>
            <a:off x="465316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F9F58D2C-42F7-4B0D-9EE1-6287DB7BF05C}"/>
              </a:ext>
            </a:extLst>
          </p:cNvPr>
          <p:cNvSpPr>
            <a:spLocks noGrp="1"/>
          </p:cNvSpPr>
          <p:nvPr/>
        </p:nvSpPr>
        <p:spPr>
          <a:xfrm>
            <a:off x="462364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10917ADA-2B33-4D0F-BDD3-D75B051081AB}"/>
              </a:ext>
            </a:extLst>
          </p:cNvPr>
          <p:cNvSpPr>
            <a:spLocks noGrp="1"/>
          </p:cNvSpPr>
          <p:nvPr/>
        </p:nvSpPr>
        <p:spPr>
          <a:xfrm>
            <a:off x="463098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7E655715-6302-4FA4-B278-BC1AC478A0A3}"/>
              </a:ext>
            </a:extLst>
          </p:cNvPr>
          <p:cNvSpPr>
            <a:spLocks noGrp="1"/>
          </p:cNvSpPr>
          <p:nvPr/>
        </p:nvSpPr>
        <p:spPr>
          <a:xfrm>
            <a:off x="465735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B6789544-6D46-4776-AAB1-0256F60D4A80}"/>
              </a:ext>
            </a:extLst>
          </p:cNvPr>
          <p:cNvSpPr>
            <a:spLocks noGrp="1"/>
          </p:cNvSpPr>
          <p:nvPr/>
        </p:nvSpPr>
        <p:spPr>
          <a:xfrm>
            <a:off x="459135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3F98CD1B-A45A-47D1-9A5E-229134ACF090}"/>
              </a:ext>
            </a:extLst>
          </p:cNvPr>
          <p:cNvSpPr>
            <a:spLocks noGrp="1"/>
          </p:cNvSpPr>
          <p:nvPr/>
        </p:nvSpPr>
        <p:spPr>
          <a:xfrm>
            <a:off x="47150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5858AD1-9346-4CFA-A2D9-4B477C14E342}"/>
              </a:ext>
            </a:extLst>
          </p:cNvPr>
          <p:cNvSpPr>
            <a:spLocks noGrp="1"/>
          </p:cNvSpPr>
          <p:nvPr/>
        </p:nvSpPr>
        <p:spPr>
          <a:xfrm>
            <a:off x="468138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E538A476-0AD9-4D3C-AB88-F46A85F7B9F2}"/>
              </a:ext>
            </a:extLst>
          </p:cNvPr>
          <p:cNvSpPr>
            <a:spLocks noGrp="1"/>
          </p:cNvSpPr>
          <p:nvPr/>
        </p:nvSpPr>
        <p:spPr>
          <a:xfrm>
            <a:off x="467740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6522D6A6-F116-4A72-A0C4-BCE22BB5A8A8}"/>
              </a:ext>
            </a:extLst>
          </p:cNvPr>
          <p:cNvSpPr>
            <a:spLocks noGrp="1"/>
          </p:cNvSpPr>
          <p:nvPr/>
        </p:nvSpPr>
        <p:spPr>
          <a:xfrm>
            <a:off x="47139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1F92309E-A0BE-4074-9406-32AF6E30DCBA}"/>
              </a:ext>
            </a:extLst>
          </p:cNvPr>
          <p:cNvSpPr>
            <a:spLocks noGrp="1"/>
          </p:cNvSpPr>
          <p:nvPr/>
        </p:nvSpPr>
        <p:spPr>
          <a:xfrm>
            <a:off x="46618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A827068A-AF2F-4E96-9C10-FFC2EA947F9E}"/>
              </a:ext>
            </a:extLst>
          </p:cNvPr>
          <p:cNvSpPr>
            <a:spLocks noGrp="1"/>
          </p:cNvSpPr>
          <p:nvPr/>
        </p:nvSpPr>
        <p:spPr>
          <a:xfrm>
            <a:off x="468646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76C88FE4-47FA-46B3-861D-824C19B6AD6E}"/>
              </a:ext>
            </a:extLst>
          </p:cNvPr>
          <p:cNvSpPr>
            <a:spLocks noGrp="1"/>
          </p:cNvSpPr>
          <p:nvPr/>
        </p:nvSpPr>
        <p:spPr>
          <a:xfrm>
            <a:off x="462841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1AACB37A-557D-43C5-822B-E2B507F9C6EA}"/>
              </a:ext>
            </a:extLst>
          </p:cNvPr>
          <p:cNvSpPr>
            <a:spLocks noGrp="1"/>
          </p:cNvSpPr>
          <p:nvPr/>
        </p:nvSpPr>
        <p:spPr>
          <a:xfrm>
            <a:off x="460887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0545CBB2-D522-4BEA-8824-58833BCF30EC}"/>
              </a:ext>
            </a:extLst>
          </p:cNvPr>
          <p:cNvSpPr>
            <a:spLocks noGrp="1"/>
          </p:cNvSpPr>
          <p:nvPr/>
        </p:nvSpPr>
        <p:spPr>
          <a:xfrm>
            <a:off x="465982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F1C4D2B-A7F0-401E-9A0D-DBF7897E72E8}"/>
              </a:ext>
            </a:extLst>
          </p:cNvPr>
          <p:cNvSpPr>
            <a:spLocks noGrp="1"/>
          </p:cNvSpPr>
          <p:nvPr/>
        </p:nvSpPr>
        <p:spPr>
          <a:xfrm>
            <a:off x="458617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57C6711A-F058-4DED-8793-CF828FFB038E}"/>
              </a:ext>
            </a:extLst>
          </p:cNvPr>
          <p:cNvSpPr>
            <a:spLocks noGrp="1"/>
          </p:cNvSpPr>
          <p:nvPr/>
        </p:nvSpPr>
        <p:spPr>
          <a:xfrm>
            <a:off x="46327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FCA8230F-0AF2-4482-A03F-323C38A76026}"/>
              </a:ext>
            </a:extLst>
          </p:cNvPr>
          <p:cNvSpPr>
            <a:spLocks noGrp="1"/>
          </p:cNvSpPr>
          <p:nvPr/>
        </p:nvSpPr>
        <p:spPr>
          <a:xfrm>
            <a:off x="464032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EE5997FE-05FF-4374-B331-DE5C37BE42B6}"/>
              </a:ext>
            </a:extLst>
          </p:cNvPr>
          <p:cNvSpPr>
            <a:spLocks noGrp="1"/>
          </p:cNvSpPr>
          <p:nvPr/>
        </p:nvSpPr>
        <p:spPr>
          <a:xfrm>
            <a:off x="46734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9B054CE6-C508-411C-905B-858BFF6A56CB}"/>
              </a:ext>
            </a:extLst>
          </p:cNvPr>
          <p:cNvSpPr>
            <a:spLocks noGrp="1"/>
          </p:cNvSpPr>
          <p:nvPr/>
        </p:nvSpPr>
        <p:spPr>
          <a:xfrm>
            <a:off x="469858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2F386F40-A2C4-4244-B289-E9CD12FC3457}"/>
              </a:ext>
            </a:extLst>
          </p:cNvPr>
          <p:cNvSpPr>
            <a:spLocks noGrp="1"/>
          </p:cNvSpPr>
          <p:nvPr/>
        </p:nvSpPr>
        <p:spPr>
          <a:xfrm>
            <a:off x="4656195" y="27965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CC379ECB-7E5E-4FC8-87FD-46A509E30197}"/>
              </a:ext>
            </a:extLst>
          </p:cNvPr>
          <p:cNvSpPr>
            <a:spLocks noGrp="1"/>
          </p:cNvSpPr>
          <p:nvPr/>
        </p:nvSpPr>
        <p:spPr>
          <a:xfrm>
            <a:off x="4694152" y="20126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67486ED0-C2C8-4DE1-9A09-3C96320A0E97}"/>
              </a:ext>
            </a:extLst>
          </p:cNvPr>
          <p:cNvSpPr>
            <a:spLocks noGrp="1"/>
          </p:cNvSpPr>
          <p:nvPr/>
        </p:nvSpPr>
        <p:spPr>
          <a:xfrm>
            <a:off x="4586697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A863B3A8-AFB9-470E-AF7F-518729B53232}"/>
              </a:ext>
            </a:extLst>
          </p:cNvPr>
          <p:cNvSpPr>
            <a:spLocks noGrp="1"/>
          </p:cNvSpPr>
          <p:nvPr/>
        </p:nvSpPr>
        <p:spPr>
          <a:xfrm>
            <a:off x="458890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501682A2-BC34-4117-A9BD-E9A0075A3A43}"/>
              </a:ext>
            </a:extLst>
          </p:cNvPr>
          <p:cNvSpPr>
            <a:spLocks noGrp="1"/>
          </p:cNvSpPr>
          <p:nvPr/>
        </p:nvSpPr>
        <p:spPr>
          <a:xfrm>
            <a:off x="46181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1FD4C6BA-401C-4277-A828-AD84A7CF9FFB}"/>
              </a:ext>
            </a:extLst>
          </p:cNvPr>
          <p:cNvSpPr>
            <a:spLocks noGrp="1"/>
          </p:cNvSpPr>
          <p:nvPr/>
        </p:nvSpPr>
        <p:spPr>
          <a:xfrm>
            <a:off x="4656972" y="23980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19C91717-6020-4339-9B51-B89AAE8F604C}"/>
              </a:ext>
            </a:extLst>
          </p:cNvPr>
          <p:cNvSpPr>
            <a:spLocks noGrp="1"/>
          </p:cNvSpPr>
          <p:nvPr/>
        </p:nvSpPr>
        <p:spPr>
          <a:xfrm>
            <a:off x="461166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DE5BE2FC-55C9-4768-A024-B31CE7CEC697}"/>
              </a:ext>
            </a:extLst>
          </p:cNvPr>
          <p:cNvSpPr>
            <a:spLocks noGrp="1"/>
          </p:cNvSpPr>
          <p:nvPr/>
        </p:nvSpPr>
        <p:spPr>
          <a:xfrm>
            <a:off x="4645738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A258D05D-F88B-4D56-9E37-104C479F1327}"/>
              </a:ext>
            </a:extLst>
          </p:cNvPr>
          <p:cNvSpPr>
            <a:spLocks noGrp="1"/>
          </p:cNvSpPr>
          <p:nvPr/>
        </p:nvSpPr>
        <p:spPr>
          <a:xfrm>
            <a:off x="466292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45F639AA-D64B-4E16-A309-8ACDD2F3E47F}"/>
              </a:ext>
            </a:extLst>
          </p:cNvPr>
          <p:cNvSpPr>
            <a:spLocks noGrp="1"/>
          </p:cNvSpPr>
          <p:nvPr/>
        </p:nvSpPr>
        <p:spPr>
          <a:xfrm>
            <a:off x="46638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A25053ED-D659-4148-812C-63675C376490}"/>
              </a:ext>
            </a:extLst>
          </p:cNvPr>
          <p:cNvSpPr>
            <a:spLocks noGrp="1"/>
          </p:cNvSpPr>
          <p:nvPr/>
        </p:nvSpPr>
        <p:spPr>
          <a:xfrm>
            <a:off x="462319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2B60AECC-AB16-417E-A924-5856E36E5ABB}"/>
              </a:ext>
            </a:extLst>
          </p:cNvPr>
          <p:cNvSpPr>
            <a:spLocks noGrp="1"/>
          </p:cNvSpPr>
          <p:nvPr/>
        </p:nvSpPr>
        <p:spPr>
          <a:xfrm>
            <a:off x="468162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38E4882-DE8C-4C32-9524-CED1680ED0F4}"/>
              </a:ext>
            </a:extLst>
          </p:cNvPr>
          <p:cNvSpPr>
            <a:spLocks noGrp="1"/>
          </p:cNvSpPr>
          <p:nvPr/>
        </p:nvSpPr>
        <p:spPr>
          <a:xfrm>
            <a:off x="466845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3172F612-BE86-41B5-BC03-439AE5AC87CA}"/>
              </a:ext>
            </a:extLst>
          </p:cNvPr>
          <p:cNvSpPr>
            <a:spLocks noGrp="1"/>
          </p:cNvSpPr>
          <p:nvPr/>
        </p:nvSpPr>
        <p:spPr>
          <a:xfrm>
            <a:off x="4685208" y="3489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DB681901-6420-4220-87BB-CF7156512E7E}"/>
              </a:ext>
            </a:extLst>
          </p:cNvPr>
          <p:cNvSpPr>
            <a:spLocks noGrp="1"/>
          </p:cNvSpPr>
          <p:nvPr/>
        </p:nvSpPr>
        <p:spPr>
          <a:xfrm>
            <a:off x="46303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26E74C59-6346-4613-94F6-915DD6A65760}"/>
              </a:ext>
            </a:extLst>
          </p:cNvPr>
          <p:cNvSpPr>
            <a:spLocks noGrp="1"/>
          </p:cNvSpPr>
          <p:nvPr/>
        </p:nvSpPr>
        <p:spPr>
          <a:xfrm>
            <a:off x="4667259" y="22328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00319DCB-01ED-43AD-BB52-B58CCE292B33}"/>
              </a:ext>
            </a:extLst>
          </p:cNvPr>
          <p:cNvSpPr>
            <a:spLocks noGrp="1"/>
          </p:cNvSpPr>
          <p:nvPr/>
        </p:nvSpPr>
        <p:spPr>
          <a:xfrm>
            <a:off x="4701105" y="34425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9D46C6BF-40B8-41DB-8465-C9C9E5CFEF6B}"/>
              </a:ext>
            </a:extLst>
          </p:cNvPr>
          <p:cNvSpPr>
            <a:spLocks noGrp="1"/>
          </p:cNvSpPr>
          <p:nvPr/>
        </p:nvSpPr>
        <p:spPr>
          <a:xfrm>
            <a:off x="465006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39C58712-EF68-4C74-8A18-D06F0C3B2929}"/>
              </a:ext>
            </a:extLst>
          </p:cNvPr>
          <p:cNvSpPr>
            <a:spLocks noGrp="1"/>
          </p:cNvSpPr>
          <p:nvPr/>
        </p:nvSpPr>
        <p:spPr>
          <a:xfrm>
            <a:off x="4590785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41145ACB-8A63-4791-804B-925AB39E95E6}"/>
              </a:ext>
            </a:extLst>
          </p:cNvPr>
          <p:cNvSpPr>
            <a:spLocks noGrp="1"/>
          </p:cNvSpPr>
          <p:nvPr/>
        </p:nvSpPr>
        <p:spPr>
          <a:xfrm>
            <a:off x="467874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D6E1272D-309D-4BA4-9FAB-91C62E90F474}"/>
              </a:ext>
            </a:extLst>
          </p:cNvPr>
          <p:cNvSpPr>
            <a:spLocks noGrp="1"/>
          </p:cNvSpPr>
          <p:nvPr/>
        </p:nvSpPr>
        <p:spPr>
          <a:xfrm>
            <a:off x="461727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19A958F6-056D-4389-96F1-C4DF6AF27B9C}"/>
              </a:ext>
            </a:extLst>
          </p:cNvPr>
          <p:cNvSpPr>
            <a:spLocks noGrp="1"/>
          </p:cNvSpPr>
          <p:nvPr/>
        </p:nvSpPr>
        <p:spPr>
          <a:xfrm>
            <a:off x="4708402" y="35540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A42177E0-42EF-4E26-9140-98C9BE426B86}"/>
              </a:ext>
            </a:extLst>
          </p:cNvPr>
          <p:cNvSpPr>
            <a:spLocks noGrp="1"/>
          </p:cNvSpPr>
          <p:nvPr/>
        </p:nvSpPr>
        <p:spPr>
          <a:xfrm>
            <a:off x="4627796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B99F3C18-0DD0-4617-94E8-81341AF4F63E}"/>
              </a:ext>
            </a:extLst>
          </p:cNvPr>
          <p:cNvSpPr>
            <a:spLocks noGrp="1"/>
          </p:cNvSpPr>
          <p:nvPr/>
        </p:nvSpPr>
        <p:spPr>
          <a:xfrm>
            <a:off x="458434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BD153234-FAF5-430F-A4FD-D7954A4C908F}"/>
              </a:ext>
            </a:extLst>
          </p:cNvPr>
          <p:cNvSpPr>
            <a:spLocks noGrp="1"/>
          </p:cNvSpPr>
          <p:nvPr/>
        </p:nvSpPr>
        <p:spPr>
          <a:xfrm>
            <a:off x="46921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4461A7AD-3EC6-4618-96C5-4D3800F2B4ED}"/>
              </a:ext>
            </a:extLst>
          </p:cNvPr>
          <p:cNvSpPr>
            <a:spLocks noGrp="1"/>
          </p:cNvSpPr>
          <p:nvPr/>
        </p:nvSpPr>
        <p:spPr>
          <a:xfrm>
            <a:off x="465081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44DCF8CC-508E-49BB-9585-66201BDB9667}"/>
              </a:ext>
            </a:extLst>
          </p:cNvPr>
          <p:cNvSpPr>
            <a:spLocks noGrp="1"/>
          </p:cNvSpPr>
          <p:nvPr/>
        </p:nvSpPr>
        <p:spPr>
          <a:xfrm>
            <a:off x="4692031" y="2181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E7C97174-860D-4C9E-B00F-6D2B15631BEF}"/>
              </a:ext>
            </a:extLst>
          </p:cNvPr>
          <p:cNvSpPr>
            <a:spLocks noGrp="1"/>
          </p:cNvSpPr>
          <p:nvPr/>
        </p:nvSpPr>
        <p:spPr>
          <a:xfrm>
            <a:off x="46085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485D16D-F318-48FC-9383-1B35C9BC082B}"/>
              </a:ext>
            </a:extLst>
          </p:cNvPr>
          <p:cNvSpPr>
            <a:spLocks noGrp="1"/>
          </p:cNvSpPr>
          <p:nvPr/>
        </p:nvSpPr>
        <p:spPr>
          <a:xfrm>
            <a:off x="462380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E7902563-F844-4CD4-BAAB-1F99A1F26B1D}"/>
              </a:ext>
            </a:extLst>
          </p:cNvPr>
          <p:cNvSpPr>
            <a:spLocks noGrp="1"/>
          </p:cNvSpPr>
          <p:nvPr/>
        </p:nvSpPr>
        <p:spPr>
          <a:xfrm>
            <a:off x="4594447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09293141-3B26-4113-B8C0-A60DA42E9D8A}"/>
              </a:ext>
            </a:extLst>
          </p:cNvPr>
          <p:cNvSpPr>
            <a:spLocks noGrp="1"/>
          </p:cNvSpPr>
          <p:nvPr/>
        </p:nvSpPr>
        <p:spPr>
          <a:xfrm>
            <a:off x="46524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69356607-2B36-429B-B501-DFBA54C41E59}"/>
              </a:ext>
            </a:extLst>
          </p:cNvPr>
          <p:cNvSpPr>
            <a:spLocks noGrp="1"/>
          </p:cNvSpPr>
          <p:nvPr/>
        </p:nvSpPr>
        <p:spPr>
          <a:xfrm>
            <a:off x="46971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28A1926D-1DDE-46EA-9AA0-149C336D7E51}"/>
              </a:ext>
            </a:extLst>
          </p:cNvPr>
          <p:cNvSpPr>
            <a:spLocks noGrp="1"/>
          </p:cNvSpPr>
          <p:nvPr/>
        </p:nvSpPr>
        <p:spPr>
          <a:xfrm>
            <a:off x="467003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ACD404ED-FF3F-40EC-89D0-D17367D46306}"/>
              </a:ext>
            </a:extLst>
          </p:cNvPr>
          <p:cNvSpPr>
            <a:spLocks noGrp="1"/>
          </p:cNvSpPr>
          <p:nvPr/>
        </p:nvSpPr>
        <p:spPr>
          <a:xfrm>
            <a:off x="460113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2E0A3D0D-62CE-4E56-8A42-75A7337CAC63}"/>
              </a:ext>
            </a:extLst>
          </p:cNvPr>
          <p:cNvSpPr>
            <a:spLocks noGrp="1"/>
          </p:cNvSpPr>
          <p:nvPr/>
        </p:nvSpPr>
        <p:spPr>
          <a:xfrm>
            <a:off x="459417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ACA74DC5-BD6B-441B-84CE-739DAD8A953F}"/>
              </a:ext>
            </a:extLst>
          </p:cNvPr>
          <p:cNvSpPr>
            <a:spLocks noGrp="1"/>
          </p:cNvSpPr>
          <p:nvPr/>
        </p:nvSpPr>
        <p:spPr>
          <a:xfrm>
            <a:off x="464654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AAEB8897-4D9A-43DA-B5A1-492415DD9CBA}"/>
              </a:ext>
            </a:extLst>
          </p:cNvPr>
          <p:cNvSpPr>
            <a:spLocks noGrp="1"/>
          </p:cNvSpPr>
          <p:nvPr/>
        </p:nvSpPr>
        <p:spPr>
          <a:xfrm>
            <a:off x="462398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1A33EDC3-2ED4-412C-8C56-EF6A23EEEB17}"/>
              </a:ext>
            </a:extLst>
          </p:cNvPr>
          <p:cNvSpPr>
            <a:spLocks noGrp="1"/>
          </p:cNvSpPr>
          <p:nvPr/>
        </p:nvSpPr>
        <p:spPr>
          <a:xfrm>
            <a:off x="4637044" y="26957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C3CB1E59-D63A-4AAD-A61E-CC8FBF5CF173}"/>
              </a:ext>
            </a:extLst>
          </p:cNvPr>
          <p:cNvSpPr>
            <a:spLocks noGrp="1"/>
          </p:cNvSpPr>
          <p:nvPr/>
        </p:nvSpPr>
        <p:spPr>
          <a:xfrm>
            <a:off x="468160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160970E1-6917-43E7-954B-B82EE02A096B}"/>
              </a:ext>
            </a:extLst>
          </p:cNvPr>
          <p:cNvSpPr>
            <a:spLocks noGrp="1"/>
          </p:cNvSpPr>
          <p:nvPr/>
        </p:nvSpPr>
        <p:spPr>
          <a:xfrm>
            <a:off x="462537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FFE33A3C-6530-41F6-8C52-E159CDEA077D}"/>
              </a:ext>
            </a:extLst>
          </p:cNvPr>
          <p:cNvSpPr>
            <a:spLocks noGrp="1"/>
          </p:cNvSpPr>
          <p:nvPr/>
        </p:nvSpPr>
        <p:spPr>
          <a:xfrm>
            <a:off x="46303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C6DEB065-8AE7-46B1-9A0C-DE2E70E91E48}"/>
              </a:ext>
            </a:extLst>
          </p:cNvPr>
          <p:cNvSpPr>
            <a:spLocks noGrp="1"/>
          </p:cNvSpPr>
          <p:nvPr/>
        </p:nvSpPr>
        <p:spPr>
          <a:xfrm>
            <a:off x="467757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9D01B863-E4FF-4A78-B541-A9CEEAB64A38}"/>
              </a:ext>
            </a:extLst>
          </p:cNvPr>
          <p:cNvSpPr>
            <a:spLocks noGrp="1"/>
          </p:cNvSpPr>
          <p:nvPr/>
        </p:nvSpPr>
        <p:spPr>
          <a:xfrm>
            <a:off x="461309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B76CCF96-8E3D-4BC1-ADBE-41FF5720525C}"/>
              </a:ext>
            </a:extLst>
          </p:cNvPr>
          <p:cNvSpPr>
            <a:spLocks noGrp="1"/>
          </p:cNvSpPr>
          <p:nvPr/>
        </p:nvSpPr>
        <p:spPr>
          <a:xfrm>
            <a:off x="4619235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0658C5B0-E7E7-4B00-969C-2BA9EA2AC0F8}"/>
              </a:ext>
            </a:extLst>
          </p:cNvPr>
          <p:cNvSpPr>
            <a:spLocks noGrp="1"/>
          </p:cNvSpPr>
          <p:nvPr/>
        </p:nvSpPr>
        <p:spPr>
          <a:xfrm>
            <a:off x="461794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A18CDE2E-2B7D-4201-94C2-E71935B3613C}"/>
              </a:ext>
            </a:extLst>
          </p:cNvPr>
          <p:cNvSpPr>
            <a:spLocks noGrp="1"/>
          </p:cNvSpPr>
          <p:nvPr/>
        </p:nvSpPr>
        <p:spPr>
          <a:xfrm>
            <a:off x="468889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69AFF3D9-00CB-4C8B-8476-2FC8DAA8CA4F}"/>
              </a:ext>
            </a:extLst>
          </p:cNvPr>
          <p:cNvSpPr>
            <a:spLocks noGrp="1"/>
          </p:cNvSpPr>
          <p:nvPr/>
        </p:nvSpPr>
        <p:spPr>
          <a:xfrm>
            <a:off x="4595224" y="21918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352450E7-0895-47F4-A519-65ABEF1C989A}"/>
              </a:ext>
            </a:extLst>
          </p:cNvPr>
          <p:cNvSpPr>
            <a:spLocks noGrp="1"/>
          </p:cNvSpPr>
          <p:nvPr/>
        </p:nvSpPr>
        <p:spPr>
          <a:xfrm>
            <a:off x="4588907" y="23704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953F6C3F-955E-45F7-AFA4-800A254ED941}"/>
              </a:ext>
            </a:extLst>
          </p:cNvPr>
          <p:cNvSpPr>
            <a:spLocks noGrp="1"/>
          </p:cNvSpPr>
          <p:nvPr/>
        </p:nvSpPr>
        <p:spPr>
          <a:xfrm>
            <a:off x="471462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50F4267C-D89D-433B-9EBC-5C997E90AC8B}"/>
              </a:ext>
            </a:extLst>
          </p:cNvPr>
          <p:cNvSpPr>
            <a:spLocks noGrp="1"/>
          </p:cNvSpPr>
          <p:nvPr/>
        </p:nvSpPr>
        <p:spPr>
          <a:xfrm>
            <a:off x="470011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54934ED1-CE01-4ECD-B640-AC0D558A7B87}"/>
              </a:ext>
            </a:extLst>
          </p:cNvPr>
          <p:cNvSpPr>
            <a:spLocks noGrp="1"/>
          </p:cNvSpPr>
          <p:nvPr/>
        </p:nvSpPr>
        <p:spPr>
          <a:xfrm>
            <a:off x="462423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325BA5DB-BAA7-42FB-B614-A2CFE5CFD0BD}"/>
              </a:ext>
            </a:extLst>
          </p:cNvPr>
          <p:cNvSpPr>
            <a:spLocks noGrp="1"/>
          </p:cNvSpPr>
          <p:nvPr/>
        </p:nvSpPr>
        <p:spPr>
          <a:xfrm>
            <a:off x="464487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4AD12371-F070-4357-B73B-C607B894D627}"/>
              </a:ext>
            </a:extLst>
          </p:cNvPr>
          <p:cNvSpPr>
            <a:spLocks noGrp="1"/>
          </p:cNvSpPr>
          <p:nvPr/>
        </p:nvSpPr>
        <p:spPr>
          <a:xfrm>
            <a:off x="466782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000676C3-ED1E-46FA-B724-970609576750}"/>
              </a:ext>
            </a:extLst>
          </p:cNvPr>
          <p:cNvSpPr>
            <a:spLocks noGrp="1"/>
          </p:cNvSpPr>
          <p:nvPr/>
        </p:nvSpPr>
        <p:spPr>
          <a:xfrm>
            <a:off x="45904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827D4B8B-7C6F-4531-BFB1-734CDB3509A8}"/>
              </a:ext>
            </a:extLst>
          </p:cNvPr>
          <p:cNvSpPr>
            <a:spLocks noGrp="1"/>
          </p:cNvSpPr>
          <p:nvPr/>
        </p:nvSpPr>
        <p:spPr>
          <a:xfrm>
            <a:off x="4593558" y="24221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FDF8EF90-8BFE-4BF1-B646-36CD4C625300}"/>
              </a:ext>
            </a:extLst>
          </p:cNvPr>
          <p:cNvSpPr>
            <a:spLocks noGrp="1"/>
          </p:cNvSpPr>
          <p:nvPr/>
        </p:nvSpPr>
        <p:spPr>
          <a:xfrm>
            <a:off x="4703286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E4FCD2C2-3C93-4F53-B12C-2F3C7F0F1506}"/>
              </a:ext>
            </a:extLst>
          </p:cNvPr>
          <p:cNvSpPr>
            <a:spLocks noGrp="1"/>
          </p:cNvSpPr>
          <p:nvPr/>
        </p:nvSpPr>
        <p:spPr>
          <a:xfrm>
            <a:off x="463425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0C7F29BA-2187-4808-8413-3D3101E3B5C2}"/>
              </a:ext>
            </a:extLst>
          </p:cNvPr>
          <p:cNvSpPr>
            <a:spLocks noGrp="1"/>
          </p:cNvSpPr>
          <p:nvPr/>
        </p:nvSpPr>
        <p:spPr>
          <a:xfrm>
            <a:off x="467609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8F944DD0-8A2E-4FA2-AB10-6FABCFF3B7E8}"/>
              </a:ext>
            </a:extLst>
          </p:cNvPr>
          <p:cNvSpPr>
            <a:spLocks noGrp="1"/>
          </p:cNvSpPr>
          <p:nvPr/>
        </p:nvSpPr>
        <p:spPr>
          <a:xfrm>
            <a:off x="464938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1BA3A7E-7C1F-4A44-972A-FCCAAB5C9EB9}"/>
              </a:ext>
            </a:extLst>
          </p:cNvPr>
          <p:cNvSpPr>
            <a:spLocks noGrp="1"/>
          </p:cNvSpPr>
          <p:nvPr/>
        </p:nvSpPr>
        <p:spPr>
          <a:xfrm>
            <a:off x="471081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67BBA6E2-6048-44BA-929F-24DF52944989}"/>
              </a:ext>
            </a:extLst>
          </p:cNvPr>
          <p:cNvSpPr>
            <a:spLocks noGrp="1"/>
          </p:cNvSpPr>
          <p:nvPr/>
        </p:nvSpPr>
        <p:spPr>
          <a:xfrm>
            <a:off x="459530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A53BCE15-C7C2-4A12-B47B-C0A3A870AB82}"/>
              </a:ext>
            </a:extLst>
          </p:cNvPr>
          <p:cNvSpPr>
            <a:spLocks noGrp="1"/>
          </p:cNvSpPr>
          <p:nvPr/>
        </p:nvSpPr>
        <p:spPr>
          <a:xfrm>
            <a:off x="462279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8657F9E3-7C33-4F03-AB7F-A69CD3B651A7}"/>
              </a:ext>
            </a:extLst>
          </p:cNvPr>
          <p:cNvSpPr>
            <a:spLocks noGrp="1"/>
          </p:cNvSpPr>
          <p:nvPr/>
        </p:nvSpPr>
        <p:spPr>
          <a:xfrm>
            <a:off x="469701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19C1CCDA-BB29-4B61-B526-D08E2420A47A}"/>
              </a:ext>
            </a:extLst>
          </p:cNvPr>
          <p:cNvSpPr>
            <a:spLocks noGrp="1"/>
          </p:cNvSpPr>
          <p:nvPr/>
        </p:nvSpPr>
        <p:spPr>
          <a:xfrm>
            <a:off x="4682610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4B5ED5E6-5BEE-44C3-BDA1-CEADF64ED4B0}"/>
              </a:ext>
            </a:extLst>
          </p:cNvPr>
          <p:cNvSpPr>
            <a:spLocks noGrp="1"/>
          </p:cNvSpPr>
          <p:nvPr/>
        </p:nvSpPr>
        <p:spPr>
          <a:xfrm>
            <a:off x="462992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4083596D-FCC2-4407-B24F-ADBC72220A64}"/>
              </a:ext>
            </a:extLst>
          </p:cNvPr>
          <p:cNvSpPr>
            <a:spLocks noGrp="1"/>
          </p:cNvSpPr>
          <p:nvPr/>
        </p:nvSpPr>
        <p:spPr>
          <a:xfrm>
            <a:off x="463817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E27A42BB-0EA4-44B2-AF97-91CD5A839444}"/>
              </a:ext>
            </a:extLst>
          </p:cNvPr>
          <p:cNvSpPr>
            <a:spLocks noGrp="1"/>
          </p:cNvSpPr>
          <p:nvPr/>
        </p:nvSpPr>
        <p:spPr>
          <a:xfrm>
            <a:off x="465914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6B5DE586-EBB7-49CA-AFAB-86ECB0B621F9}"/>
              </a:ext>
            </a:extLst>
          </p:cNvPr>
          <p:cNvSpPr>
            <a:spLocks noGrp="1"/>
          </p:cNvSpPr>
          <p:nvPr/>
        </p:nvSpPr>
        <p:spPr>
          <a:xfrm>
            <a:off x="466935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D25CF949-FE0D-4393-93F9-C99F48444C7D}"/>
              </a:ext>
            </a:extLst>
          </p:cNvPr>
          <p:cNvSpPr>
            <a:spLocks noGrp="1"/>
          </p:cNvSpPr>
          <p:nvPr/>
        </p:nvSpPr>
        <p:spPr>
          <a:xfrm>
            <a:off x="4623671" y="24163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22F8B59E-FEDF-4E79-BDF0-B448C0B108E4}"/>
              </a:ext>
            </a:extLst>
          </p:cNvPr>
          <p:cNvSpPr>
            <a:spLocks noGrp="1"/>
          </p:cNvSpPr>
          <p:nvPr/>
        </p:nvSpPr>
        <p:spPr>
          <a:xfrm>
            <a:off x="462080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7839DF3D-2885-4241-BDF4-818D6F00FDAC}"/>
              </a:ext>
            </a:extLst>
          </p:cNvPr>
          <p:cNvSpPr>
            <a:spLocks noGrp="1"/>
          </p:cNvSpPr>
          <p:nvPr/>
        </p:nvSpPr>
        <p:spPr>
          <a:xfrm>
            <a:off x="4655992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5E2134DD-52BF-4E43-AF6C-84D8D1E43D70}"/>
              </a:ext>
            </a:extLst>
          </p:cNvPr>
          <p:cNvSpPr>
            <a:spLocks noGrp="1"/>
          </p:cNvSpPr>
          <p:nvPr/>
        </p:nvSpPr>
        <p:spPr>
          <a:xfrm>
            <a:off x="466199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376EA8C6-9145-46B2-B9D4-2E4899F22BCB}"/>
              </a:ext>
            </a:extLst>
          </p:cNvPr>
          <p:cNvSpPr>
            <a:spLocks noGrp="1"/>
          </p:cNvSpPr>
          <p:nvPr/>
        </p:nvSpPr>
        <p:spPr>
          <a:xfrm>
            <a:off x="459066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16548146-1BFF-47BD-832C-FE51945823BB}"/>
              </a:ext>
            </a:extLst>
          </p:cNvPr>
          <p:cNvSpPr>
            <a:spLocks noGrp="1"/>
          </p:cNvSpPr>
          <p:nvPr/>
        </p:nvSpPr>
        <p:spPr>
          <a:xfrm>
            <a:off x="45950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F9102D76-86F8-4925-A047-274EF9176EE4}"/>
              </a:ext>
            </a:extLst>
          </p:cNvPr>
          <p:cNvSpPr>
            <a:spLocks noGrp="1"/>
          </p:cNvSpPr>
          <p:nvPr/>
        </p:nvSpPr>
        <p:spPr>
          <a:xfrm>
            <a:off x="462306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9C6D88E4-0771-4162-8786-867679B66E85}"/>
              </a:ext>
            </a:extLst>
          </p:cNvPr>
          <p:cNvSpPr>
            <a:spLocks noGrp="1"/>
          </p:cNvSpPr>
          <p:nvPr/>
        </p:nvSpPr>
        <p:spPr>
          <a:xfrm>
            <a:off x="4584724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F7A8444C-1206-4DBB-BD88-41E452486222}"/>
              </a:ext>
            </a:extLst>
          </p:cNvPr>
          <p:cNvSpPr>
            <a:spLocks noGrp="1"/>
          </p:cNvSpPr>
          <p:nvPr/>
        </p:nvSpPr>
        <p:spPr>
          <a:xfrm>
            <a:off x="46921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2DAC2E90-74FB-4CE2-862B-D6B368CD5469}"/>
              </a:ext>
            </a:extLst>
          </p:cNvPr>
          <p:cNvSpPr>
            <a:spLocks noGrp="1"/>
          </p:cNvSpPr>
          <p:nvPr/>
        </p:nvSpPr>
        <p:spPr>
          <a:xfrm>
            <a:off x="467788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08E79B58-568E-483E-B849-97BB4B76389E}"/>
              </a:ext>
            </a:extLst>
          </p:cNvPr>
          <p:cNvSpPr>
            <a:spLocks noGrp="1"/>
          </p:cNvSpPr>
          <p:nvPr/>
        </p:nvSpPr>
        <p:spPr>
          <a:xfrm>
            <a:off x="4616852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3B100CAA-EDA6-44D4-A4EC-0B2A1B3C7B73}"/>
              </a:ext>
            </a:extLst>
          </p:cNvPr>
          <p:cNvSpPr>
            <a:spLocks noGrp="1"/>
          </p:cNvSpPr>
          <p:nvPr/>
        </p:nvSpPr>
        <p:spPr>
          <a:xfrm>
            <a:off x="46988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7" name="data_1106">
            <a:extLst>
              <a:ext uri="{FF2B5EF4-FFF2-40B4-BE49-F238E27FC236}">
                <a16:creationId xmlns:a16="http://schemas.microsoft.com/office/drawing/2014/main" id="{A0FE10AD-0952-4F2A-B616-7CCEAC06742D}"/>
              </a:ext>
            </a:extLst>
          </p:cNvPr>
          <p:cNvSpPr>
            <a:spLocks noGrp="1"/>
          </p:cNvSpPr>
          <p:nvPr/>
        </p:nvSpPr>
        <p:spPr>
          <a:xfrm>
            <a:off x="458573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8" name="data_1107">
            <a:extLst>
              <a:ext uri="{FF2B5EF4-FFF2-40B4-BE49-F238E27FC236}">
                <a16:creationId xmlns:a16="http://schemas.microsoft.com/office/drawing/2014/main" id="{8654F145-35EF-4752-8DC3-D42E53994043}"/>
              </a:ext>
            </a:extLst>
          </p:cNvPr>
          <p:cNvSpPr>
            <a:spLocks noGrp="1"/>
          </p:cNvSpPr>
          <p:nvPr/>
        </p:nvSpPr>
        <p:spPr>
          <a:xfrm>
            <a:off x="4640450" y="28709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BFF658DA-6918-4C52-BE85-71669901B1DB}"/>
              </a:ext>
            </a:extLst>
          </p:cNvPr>
          <p:cNvSpPr>
            <a:spLocks noGrp="1"/>
          </p:cNvSpPr>
          <p:nvPr/>
        </p:nvSpPr>
        <p:spPr>
          <a:xfrm>
            <a:off x="461661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EC87222D-9551-4AF0-B018-9AC78CCE3506}"/>
              </a:ext>
            </a:extLst>
          </p:cNvPr>
          <p:cNvSpPr>
            <a:spLocks noGrp="1"/>
          </p:cNvSpPr>
          <p:nvPr/>
        </p:nvSpPr>
        <p:spPr>
          <a:xfrm>
            <a:off x="464102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AA793427-B639-4E00-8938-7A09194FD200}"/>
              </a:ext>
            </a:extLst>
          </p:cNvPr>
          <p:cNvSpPr>
            <a:spLocks noGrp="1"/>
          </p:cNvSpPr>
          <p:nvPr/>
        </p:nvSpPr>
        <p:spPr>
          <a:xfrm>
            <a:off x="462839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A871DE15-086B-46D6-8891-EE839BD45973}"/>
              </a:ext>
            </a:extLst>
          </p:cNvPr>
          <p:cNvSpPr>
            <a:spLocks noGrp="1"/>
          </p:cNvSpPr>
          <p:nvPr/>
        </p:nvSpPr>
        <p:spPr>
          <a:xfrm>
            <a:off x="464568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FC4F14A9-EF66-4077-B8C4-7E057CF741CC}"/>
              </a:ext>
            </a:extLst>
          </p:cNvPr>
          <p:cNvSpPr>
            <a:spLocks noGrp="1"/>
          </p:cNvSpPr>
          <p:nvPr/>
        </p:nvSpPr>
        <p:spPr>
          <a:xfrm>
            <a:off x="464900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758D8928-8EB9-44CF-975E-12B5CF65A546}"/>
              </a:ext>
            </a:extLst>
          </p:cNvPr>
          <p:cNvSpPr>
            <a:spLocks noGrp="1"/>
          </p:cNvSpPr>
          <p:nvPr/>
        </p:nvSpPr>
        <p:spPr>
          <a:xfrm>
            <a:off x="463826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81A05324-86D2-4F0C-82DA-AD1864BE23E8}"/>
              </a:ext>
            </a:extLst>
          </p:cNvPr>
          <p:cNvSpPr>
            <a:spLocks noGrp="1"/>
          </p:cNvSpPr>
          <p:nvPr/>
        </p:nvSpPr>
        <p:spPr>
          <a:xfrm>
            <a:off x="46171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98C5FB9E-515E-4EB5-B440-73BA47ED1DAA}"/>
              </a:ext>
            </a:extLst>
          </p:cNvPr>
          <p:cNvSpPr>
            <a:spLocks noGrp="1"/>
          </p:cNvSpPr>
          <p:nvPr/>
        </p:nvSpPr>
        <p:spPr>
          <a:xfrm>
            <a:off x="471273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2764EE2-2FB3-4401-8256-C449CD0D0DEB}"/>
              </a:ext>
            </a:extLst>
          </p:cNvPr>
          <p:cNvSpPr>
            <a:spLocks noGrp="1"/>
          </p:cNvSpPr>
          <p:nvPr/>
        </p:nvSpPr>
        <p:spPr>
          <a:xfrm>
            <a:off x="468026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15C78812-7C91-458F-BDA3-5D29D0675EFB}"/>
              </a:ext>
            </a:extLst>
          </p:cNvPr>
          <p:cNvSpPr>
            <a:spLocks noGrp="1"/>
          </p:cNvSpPr>
          <p:nvPr/>
        </p:nvSpPr>
        <p:spPr>
          <a:xfrm>
            <a:off x="45862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D173EC6D-741F-4751-9B6C-C17F993D92B8}"/>
              </a:ext>
            </a:extLst>
          </p:cNvPr>
          <p:cNvSpPr>
            <a:spLocks noGrp="1"/>
          </p:cNvSpPr>
          <p:nvPr/>
        </p:nvSpPr>
        <p:spPr>
          <a:xfrm>
            <a:off x="4620752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40D1DC70-AB14-4569-BBE6-96005322C10D}"/>
              </a:ext>
            </a:extLst>
          </p:cNvPr>
          <p:cNvSpPr>
            <a:spLocks noGrp="1"/>
          </p:cNvSpPr>
          <p:nvPr/>
        </p:nvSpPr>
        <p:spPr>
          <a:xfrm>
            <a:off x="465551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617EBE7A-F018-4D56-B995-DD011CB89E0A}"/>
              </a:ext>
            </a:extLst>
          </p:cNvPr>
          <p:cNvSpPr>
            <a:spLocks noGrp="1"/>
          </p:cNvSpPr>
          <p:nvPr/>
        </p:nvSpPr>
        <p:spPr>
          <a:xfrm>
            <a:off x="460698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77EF4D0B-8BF2-4AF2-9DCB-DFBFE5D5288C}"/>
              </a:ext>
            </a:extLst>
          </p:cNvPr>
          <p:cNvSpPr>
            <a:spLocks noGrp="1"/>
          </p:cNvSpPr>
          <p:nvPr/>
        </p:nvSpPr>
        <p:spPr>
          <a:xfrm>
            <a:off x="4700469" y="2116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C78190FD-4DCD-403D-879D-5B11CAA44A06}"/>
              </a:ext>
            </a:extLst>
          </p:cNvPr>
          <p:cNvSpPr>
            <a:spLocks noGrp="1"/>
          </p:cNvSpPr>
          <p:nvPr/>
        </p:nvSpPr>
        <p:spPr>
          <a:xfrm>
            <a:off x="4678211" y="23270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B1EE4BE9-E6DD-4331-8E74-13C5F17C8DEC}"/>
              </a:ext>
            </a:extLst>
          </p:cNvPr>
          <p:cNvSpPr>
            <a:spLocks noGrp="1"/>
          </p:cNvSpPr>
          <p:nvPr/>
        </p:nvSpPr>
        <p:spPr>
          <a:xfrm>
            <a:off x="467908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DC783314-1C24-48C6-B8F6-C47093F241B8}"/>
              </a:ext>
            </a:extLst>
          </p:cNvPr>
          <p:cNvSpPr>
            <a:spLocks noGrp="1"/>
          </p:cNvSpPr>
          <p:nvPr/>
        </p:nvSpPr>
        <p:spPr>
          <a:xfrm>
            <a:off x="469207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771DC6F6-1137-4889-9A97-51B68A1E2F58}"/>
              </a:ext>
            </a:extLst>
          </p:cNvPr>
          <p:cNvSpPr>
            <a:spLocks noGrp="1"/>
          </p:cNvSpPr>
          <p:nvPr/>
        </p:nvSpPr>
        <p:spPr>
          <a:xfrm>
            <a:off x="46224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B204AD06-B820-4B8C-94B3-615CB20F4335}"/>
              </a:ext>
            </a:extLst>
          </p:cNvPr>
          <p:cNvSpPr>
            <a:spLocks noGrp="1"/>
          </p:cNvSpPr>
          <p:nvPr/>
        </p:nvSpPr>
        <p:spPr>
          <a:xfrm>
            <a:off x="4635529" y="28709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D737DDF4-148E-4AE3-8033-3A1FB4BD23BC}"/>
              </a:ext>
            </a:extLst>
          </p:cNvPr>
          <p:cNvSpPr>
            <a:spLocks noGrp="1"/>
          </p:cNvSpPr>
          <p:nvPr/>
        </p:nvSpPr>
        <p:spPr>
          <a:xfrm>
            <a:off x="459585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0CB5C874-132A-4CAD-9828-E60A7ED67A12}"/>
              </a:ext>
            </a:extLst>
          </p:cNvPr>
          <p:cNvSpPr>
            <a:spLocks noGrp="1"/>
          </p:cNvSpPr>
          <p:nvPr/>
        </p:nvSpPr>
        <p:spPr>
          <a:xfrm>
            <a:off x="4603596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0BE87F01-AA26-4D13-8357-89B90707AE97}"/>
              </a:ext>
            </a:extLst>
          </p:cNvPr>
          <p:cNvSpPr>
            <a:spLocks noGrp="1"/>
          </p:cNvSpPr>
          <p:nvPr/>
        </p:nvSpPr>
        <p:spPr>
          <a:xfrm>
            <a:off x="464269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7E538EDE-35C2-48E7-908F-2AC655B779B5}"/>
              </a:ext>
            </a:extLst>
          </p:cNvPr>
          <p:cNvSpPr>
            <a:spLocks noGrp="1"/>
          </p:cNvSpPr>
          <p:nvPr/>
        </p:nvSpPr>
        <p:spPr>
          <a:xfrm>
            <a:off x="464926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3F1E3D15-27F7-4BE9-83E4-5E06DA825776}"/>
              </a:ext>
            </a:extLst>
          </p:cNvPr>
          <p:cNvSpPr>
            <a:spLocks noGrp="1"/>
          </p:cNvSpPr>
          <p:nvPr/>
        </p:nvSpPr>
        <p:spPr>
          <a:xfrm>
            <a:off x="4670382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53B445DC-0479-4443-8E4A-4901C1E5B207}"/>
              </a:ext>
            </a:extLst>
          </p:cNvPr>
          <p:cNvSpPr>
            <a:spLocks noGrp="1"/>
          </p:cNvSpPr>
          <p:nvPr/>
        </p:nvSpPr>
        <p:spPr>
          <a:xfrm>
            <a:off x="466722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4A5EC63-E443-472E-A0B7-5C4C404E2780}"/>
              </a:ext>
            </a:extLst>
          </p:cNvPr>
          <p:cNvSpPr>
            <a:spLocks noGrp="1"/>
          </p:cNvSpPr>
          <p:nvPr/>
        </p:nvSpPr>
        <p:spPr>
          <a:xfrm>
            <a:off x="4711040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5" name="data_1134">
            <a:extLst>
              <a:ext uri="{FF2B5EF4-FFF2-40B4-BE49-F238E27FC236}">
                <a16:creationId xmlns:a16="http://schemas.microsoft.com/office/drawing/2014/main" id="{8AEFEC94-7695-4D3E-9388-32A2E5D09C6E}"/>
              </a:ext>
            </a:extLst>
          </p:cNvPr>
          <p:cNvSpPr>
            <a:spLocks noGrp="1"/>
          </p:cNvSpPr>
          <p:nvPr/>
        </p:nvSpPr>
        <p:spPr>
          <a:xfrm>
            <a:off x="4636377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3CF77AEB-7B24-4D16-9D3B-577E865F211A}"/>
              </a:ext>
            </a:extLst>
          </p:cNvPr>
          <p:cNvSpPr>
            <a:spLocks noGrp="1"/>
          </p:cNvSpPr>
          <p:nvPr/>
        </p:nvSpPr>
        <p:spPr>
          <a:xfrm>
            <a:off x="460222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7" name="data_1136">
            <a:extLst>
              <a:ext uri="{FF2B5EF4-FFF2-40B4-BE49-F238E27FC236}">
                <a16:creationId xmlns:a16="http://schemas.microsoft.com/office/drawing/2014/main" id="{A11295B5-1080-4948-A041-1323808FF8BD}"/>
              </a:ext>
            </a:extLst>
          </p:cNvPr>
          <p:cNvSpPr>
            <a:spLocks noGrp="1"/>
          </p:cNvSpPr>
          <p:nvPr/>
        </p:nvSpPr>
        <p:spPr>
          <a:xfrm>
            <a:off x="46258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3CAA7531-B1D0-432A-9771-14DE8AF134DD}"/>
              </a:ext>
            </a:extLst>
          </p:cNvPr>
          <p:cNvSpPr>
            <a:spLocks noGrp="1"/>
          </p:cNvSpPr>
          <p:nvPr/>
        </p:nvSpPr>
        <p:spPr>
          <a:xfrm>
            <a:off x="462000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1138">
            <a:extLst>
              <a:ext uri="{FF2B5EF4-FFF2-40B4-BE49-F238E27FC236}">
                <a16:creationId xmlns:a16="http://schemas.microsoft.com/office/drawing/2014/main" id="{8E40FC8E-B4B6-420F-9594-1F9F7BB86546}"/>
              </a:ext>
            </a:extLst>
          </p:cNvPr>
          <p:cNvSpPr>
            <a:spLocks noGrp="1"/>
          </p:cNvSpPr>
          <p:nvPr/>
        </p:nvSpPr>
        <p:spPr>
          <a:xfrm>
            <a:off x="4606218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1139">
            <a:extLst>
              <a:ext uri="{FF2B5EF4-FFF2-40B4-BE49-F238E27FC236}">
                <a16:creationId xmlns:a16="http://schemas.microsoft.com/office/drawing/2014/main" id="{30AE367C-F72F-435D-8FFC-20C6A0EF5A1B}"/>
              </a:ext>
            </a:extLst>
          </p:cNvPr>
          <p:cNvSpPr>
            <a:spLocks noGrp="1"/>
          </p:cNvSpPr>
          <p:nvPr/>
        </p:nvSpPr>
        <p:spPr>
          <a:xfrm>
            <a:off x="4646883" y="3072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1140">
            <a:extLst>
              <a:ext uri="{FF2B5EF4-FFF2-40B4-BE49-F238E27FC236}">
                <a16:creationId xmlns:a16="http://schemas.microsoft.com/office/drawing/2014/main" id="{340AFB76-2B07-4F11-A153-1A9BAF7F0AF4}"/>
              </a:ext>
            </a:extLst>
          </p:cNvPr>
          <p:cNvSpPr>
            <a:spLocks noGrp="1"/>
          </p:cNvSpPr>
          <p:nvPr/>
        </p:nvSpPr>
        <p:spPr>
          <a:xfrm>
            <a:off x="465045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1141">
            <a:extLst>
              <a:ext uri="{FF2B5EF4-FFF2-40B4-BE49-F238E27FC236}">
                <a16:creationId xmlns:a16="http://schemas.microsoft.com/office/drawing/2014/main" id="{D350D3AF-BC96-41D9-82E8-8A56FC537164}"/>
              </a:ext>
            </a:extLst>
          </p:cNvPr>
          <p:cNvSpPr>
            <a:spLocks noGrp="1"/>
          </p:cNvSpPr>
          <p:nvPr/>
        </p:nvSpPr>
        <p:spPr>
          <a:xfrm>
            <a:off x="4691749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4CD85D07-C00F-4236-AD1D-5AAB7BA64EA3}"/>
              </a:ext>
            </a:extLst>
          </p:cNvPr>
          <p:cNvSpPr>
            <a:spLocks noGrp="1"/>
          </p:cNvSpPr>
          <p:nvPr/>
        </p:nvSpPr>
        <p:spPr>
          <a:xfrm>
            <a:off x="465273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EA8B8973-AF6C-4A20-99C2-E35D321A8F4D}"/>
              </a:ext>
            </a:extLst>
          </p:cNvPr>
          <p:cNvSpPr>
            <a:spLocks noGrp="1"/>
          </p:cNvSpPr>
          <p:nvPr/>
        </p:nvSpPr>
        <p:spPr>
          <a:xfrm>
            <a:off x="470014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1144">
            <a:extLst>
              <a:ext uri="{FF2B5EF4-FFF2-40B4-BE49-F238E27FC236}">
                <a16:creationId xmlns:a16="http://schemas.microsoft.com/office/drawing/2014/main" id="{1A098C31-40B4-4D24-8F22-001D40458F5D}"/>
              </a:ext>
            </a:extLst>
          </p:cNvPr>
          <p:cNvSpPr>
            <a:spLocks noGrp="1"/>
          </p:cNvSpPr>
          <p:nvPr/>
        </p:nvSpPr>
        <p:spPr>
          <a:xfrm>
            <a:off x="461532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2021B67A-D220-4C73-8C77-AF68F3D19771}"/>
              </a:ext>
            </a:extLst>
          </p:cNvPr>
          <p:cNvSpPr>
            <a:spLocks noGrp="1"/>
          </p:cNvSpPr>
          <p:nvPr/>
        </p:nvSpPr>
        <p:spPr>
          <a:xfrm>
            <a:off x="462455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595E94B7-905A-4823-83B1-EA153E482186}"/>
              </a:ext>
            </a:extLst>
          </p:cNvPr>
          <p:cNvSpPr>
            <a:spLocks noGrp="1"/>
          </p:cNvSpPr>
          <p:nvPr/>
        </p:nvSpPr>
        <p:spPr>
          <a:xfrm>
            <a:off x="4695973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1147">
            <a:extLst>
              <a:ext uri="{FF2B5EF4-FFF2-40B4-BE49-F238E27FC236}">
                <a16:creationId xmlns:a16="http://schemas.microsoft.com/office/drawing/2014/main" id="{DD1E9BA6-2279-4370-AD77-04AFDA5D897C}"/>
              </a:ext>
            </a:extLst>
          </p:cNvPr>
          <p:cNvSpPr>
            <a:spLocks noGrp="1"/>
          </p:cNvSpPr>
          <p:nvPr/>
        </p:nvSpPr>
        <p:spPr>
          <a:xfrm>
            <a:off x="46137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12E5AC13-8115-4E9C-ADC7-15E1256D2891}"/>
              </a:ext>
            </a:extLst>
          </p:cNvPr>
          <p:cNvSpPr>
            <a:spLocks noGrp="1"/>
          </p:cNvSpPr>
          <p:nvPr/>
        </p:nvSpPr>
        <p:spPr>
          <a:xfrm>
            <a:off x="4629721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C9BBB60E-37D6-46F9-8494-C58066ACB440}"/>
              </a:ext>
            </a:extLst>
          </p:cNvPr>
          <p:cNvSpPr>
            <a:spLocks noGrp="1"/>
          </p:cNvSpPr>
          <p:nvPr/>
        </p:nvSpPr>
        <p:spPr>
          <a:xfrm>
            <a:off x="46530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1150">
            <a:extLst>
              <a:ext uri="{FF2B5EF4-FFF2-40B4-BE49-F238E27FC236}">
                <a16:creationId xmlns:a16="http://schemas.microsoft.com/office/drawing/2014/main" id="{DA456799-972E-486B-A846-B7AEC75AB1EA}"/>
              </a:ext>
            </a:extLst>
          </p:cNvPr>
          <p:cNvSpPr>
            <a:spLocks noGrp="1"/>
          </p:cNvSpPr>
          <p:nvPr/>
        </p:nvSpPr>
        <p:spPr>
          <a:xfrm>
            <a:off x="467916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1151">
            <a:extLst>
              <a:ext uri="{FF2B5EF4-FFF2-40B4-BE49-F238E27FC236}">
                <a16:creationId xmlns:a16="http://schemas.microsoft.com/office/drawing/2014/main" id="{2905F427-D8A6-48E4-9ED5-CEAD6F623C71}"/>
              </a:ext>
            </a:extLst>
          </p:cNvPr>
          <p:cNvSpPr>
            <a:spLocks noGrp="1"/>
          </p:cNvSpPr>
          <p:nvPr/>
        </p:nvSpPr>
        <p:spPr>
          <a:xfrm>
            <a:off x="465470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D6BFD1CD-E227-450B-82E9-C0B4F2D43280}"/>
              </a:ext>
            </a:extLst>
          </p:cNvPr>
          <p:cNvSpPr>
            <a:spLocks noGrp="1"/>
          </p:cNvSpPr>
          <p:nvPr/>
        </p:nvSpPr>
        <p:spPr>
          <a:xfrm>
            <a:off x="523913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EFBA5950-86BB-4161-91FF-24A5B8076C6F}"/>
              </a:ext>
            </a:extLst>
          </p:cNvPr>
          <p:cNvSpPr>
            <a:spLocks noGrp="1"/>
          </p:cNvSpPr>
          <p:nvPr/>
        </p:nvSpPr>
        <p:spPr>
          <a:xfrm>
            <a:off x="524871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02453B70-7683-438F-B9BD-9CEDD5F7313C}"/>
              </a:ext>
            </a:extLst>
          </p:cNvPr>
          <p:cNvSpPr>
            <a:spLocks noGrp="1"/>
          </p:cNvSpPr>
          <p:nvPr/>
        </p:nvSpPr>
        <p:spPr>
          <a:xfrm>
            <a:off x="522115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2480FDEC-8F62-41BA-B730-2BB7C01C4A62}"/>
              </a:ext>
            </a:extLst>
          </p:cNvPr>
          <p:cNvSpPr>
            <a:spLocks noGrp="1"/>
          </p:cNvSpPr>
          <p:nvPr/>
        </p:nvSpPr>
        <p:spPr>
          <a:xfrm>
            <a:off x="52196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BB9E29A1-0751-4392-A367-2F7A4BC21DBC}"/>
              </a:ext>
            </a:extLst>
          </p:cNvPr>
          <p:cNvSpPr>
            <a:spLocks noGrp="1"/>
          </p:cNvSpPr>
          <p:nvPr/>
        </p:nvSpPr>
        <p:spPr>
          <a:xfrm>
            <a:off x="5220356" y="3036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D5B5AFBB-2975-4A0B-A91F-D8DF859C836A}"/>
              </a:ext>
            </a:extLst>
          </p:cNvPr>
          <p:cNvSpPr>
            <a:spLocks noGrp="1"/>
          </p:cNvSpPr>
          <p:nvPr/>
        </p:nvSpPr>
        <p:spPr>
          <a:xfrm>
            <a:off x="52714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6B6FF490-AAAF-4D9B-844C-2FF3B30DF34D}"/>
              </a:ext>
            </a:extLst>
          </p:cNvPr>
          <p:cNvSpPr>
            <a:spLocks noGrp="1"/>
          </p:cNvSpPr>
          <p:nvPr/>
        </p:nvSpPr>
        <p:spPr>
          <a:xfrm>
            <a:off x="523305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4BCFDD9F-EBF6-47C2-9C56-CC611733642F}"/>
              </a:ext>
            </a:extLst>
          </p:cNvPr>
          <p:cNvSpPr>
            <a:spLocks noGrp="1"/>
          </p:cNvSpPr>
          <p:nvPr/>
        </p:nvSpPr>
        <p:spPr>
          <a:xfrm>
            <a:off x="5244498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3515A04-0507-45DC-BCAB-8867A51C209C}"/>
              </a:ext>
            </a:extLst>
          </p:cNvPr>
          <p:cNvSpPr>
            <a:spLocks noGrp="1"/>
          </p:cNvSpPr>
          <p:nvPr/>
        </p:nvSpPr>
        <p:spPr>
          <a:xfrm>
            <a:off x="51786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F0EA2708-4C8D-437E-8808-FC6C959BFFE5}"/>
              </a:ext>
            </a:extLst>
          </p:cNvPr>
          <p:cNvSpPr>
            <a:spLocks noGrp="1"/>
          </p:cNvSpPr>
          <p:nvPr/>
        </p:nvSpPr>
        <p:spPr>
          <a:xfrm>
            <a:off x="529694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0E27FD5-0B48-4466-8D55-21E2379340FC}"/>
              </a:ext>
            </a:extLst>
          </p:cNvPr>
          <p:cNvSpPr>
            <a:spLocks noGrp="1"/>
          </p:cNvSpPr>
          <p:nvPr/>
        </p:nvSpPr>
        <p:spPr>
          <a:xfrm>
            <a:off x="5280018" y="30081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1E40742-91D1-4FE2-A2B4-359DF5787B57}"/>
              </a:ext>
            </a:extLst>
          </p:cNvPr>
          <p:cNvSpPr>
            <a:spLocks noGrp="1"/>
          </p:cNvSpPr>
          <p:nvPr/>
        </p:nvSpPr>
        <p:spPr>
          <a:xfrm>
            <a:off x="5192824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BCE39F51-CA8A-44C6-837C-13D8DFFA03F8}"/>
              </a:ext>
            </a:extLst>
          </p:cNvPr>
          <p:cNvSpPr>
            <a:spLocks noGrp="1"/>
          </p:cNvSpPr>
          <p:nvPr/>
        </p:nvSpPr>
        <p:spPr>
          <a:xfrm>
            <a:off x="5223127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8C72D5C6-BD17-4714-BFEB-B3E9B946704B}"/>
              </a:ext>
            </a:extLst>
          </p:cNvPr>
          <p:cNvSpPr>
            <a:spLocks noGrp="1"/>
          </p:cNvSpPr>
          <p:nvPr/>
        </p:nvSpPr>
        <p:spPr>
          <a:xfrm>
            <a:off x="5301448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D623579D-AC8B-4BAF-B3C7-6D728F54CB27}"/>
              </a:ext>
            </a:extLst>
          </p:cNvPr>
          <p:cNvSpPr>
            <a:spLocks noGrp="1"/>
          </p:cNvSpPr>
          <p:nvPr/>
        </p:nvSpPr>
        <p:spPr>
          <a:xfrm>
            <a:off x="517475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203EBC3F-250C-43C6-99FB-D05F54EEAF88}"/>
              </a:ext>
            </a:extLst>
          </p:cNvPr>
          <p:cNvSpPr>
            <a:spLocks noGrp="1"/>
          </p:cNvSpPr>
          <p:nvPr/>
        </p:nvSpPr>
        <p:spPr>
          <a:xfrm>
            <a:off x="5238072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AB3A20F0-38C7-4585-B68C-2D94FBAD2EC0}"/>
              </a:ext>
            </a:extLst>
          </p:cNvPr>
          <p:cNvSpPr>
            <a:spLocks noGrp="1"/>
          </p:cNvSpPr>
          <p:nvPr/>
        </p:nvSpPr>
        <p:spPr>
          <a:xfrm>
            <a:off x="524466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EC81A893-F429-444A-A140-7FAF541D4998}"/>
              </a:ext>
            </a:extLst>
          </p:cNvPr>
          <p:cNvSpPr>
            <a:spLocks noGrp="1"/>
          </p:cNvSpPr>
          <p:nvPr/>
        </p:nvSpPr>
        <p:spPr>
          <a:xfrm>
            <a:off x="523632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25F76EB7-5B35-48CA-9CF7-345DB1CEE3F1}"/>
              </a:ext>
            </a:extLst>
          </p:cNvPr>
          <p:cNvSpPr>
            <a:spLocks noGrp="1"/>
          </p:cNvSpPr>
          <p:nvPr/>
        </p:nvSpPr>
        <p:spPr>
          <a:xfrm>
            <a:off x="5302232" y="2870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F397B757-37AD-4E64-9D6F-156630AF66A4}"/>
              </a:ext>
            </a:extLst>
          </p:cNvPr>
          <p:cNvSpPr>
            <a:spLocks noGrp="1"/>
          </p:cNvSpPr>
          <p:nvPr/>
        </p:nvSpPr>
        <p:spPr>
          <a:xfrm>
            <a:off x="5283684" y="30242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EF660BD8-7C09-4DF5-950F-839E5A43E2D6}"/>
              </a:ext>
            </a:extLst>
          </p:cNvPr>
          <p:cNvSpPr>
            <a:spLocks noGrp="1"/>
          </p:cNvSpPr>
          <p:nvPr/>
        </p:nvSpPr>
        <p:spPr>
          <a:xfrm>
            <a:off x="51843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364B2E4F-6BA1-45D6-962C-2733E681E97A}"/>
              </a:ext>
            </a:extLst>
          </p:cNvPr>
          <p:cNvSpPr>
            <a:spLocks noGrp="1"/>
          </p:cNvSpPr>
          <p:nvPr/>
        </p:nvSpPr>
        <p:spPr>
          <a:xfrm>
            <a:off x="51990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130D7421-8525-436F-B09C-31B88DEFC682}"/>
              </a:ext>
            </a:extLst>
          </p:cNvPr>
          <p:cNvSpPr>
            <a:spLocks noGrp="1"/>
          </p:cNvSpPr>
          <p:nvPr/>
        </p:nvSpPr>
        <p:spPr>
          <a:xfrm>
            <a:off x="5213971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07A3DA87-27D3-42E8-8338-7FFC5777286B}"/>
              </a:ext>
            </a:extLst>
          </p:cNvPr>
          <p:cNvSpPr>
            <a:spLocks noGrp="1"/>
          </p:cNvSpPr>
          <p:nvPr/>
        </p:nvSpPr>
        <p:spPr>
          <a:xfrm>
            <a:off x="5238013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B507291A-6AB7-44C3-8A30-AF4543A6FC64}"/>
              </a:ext>
            </a:extLst>
          </p:cNvPr>
          <p:cNvSpPr>
            <a:spLocks noGrp="1"/>
          </p:cNvSpPr>
          <p:nvPr/>
        </p:nvSpPr>
        <p:spPr>
          <a:xfrm>
            <a:off x="52777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E9BF85B3-5636-4566-9900-FAACD48E178C}"/>
              </a:ext>
            </a:extLst>
          </p:cNvPr>
          <p:cNvSpPr>
            <a:spLocks noGrp="1"/>
          </p:cNvSpPr>
          <p:nvPr/>
        </p:nvSpPr>
        <p:spPr>
          <a:xfrm>
            <a:off x="52540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5637965F-0E85-4725-B4F4-B9BBBA582156}"/>
              </a:ext>
            </a:extLst>
          </p:cNvPr>
          <p:cNvSpPr>
            <a:spLocks noGrp="1"/>
          </p:cNvSpPr>
          <p:nvPr/>
        </p:nvSpPr>
        <p:spPr>
          <a:xfrm>
            <a:off x="528506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0A2791CD-A5A3-4CFA-9786-9DA212DB002A}"/>
              </a:ext>
            </a:extLst>
          </p:cNvPr>
          <p:cNvSpPr>
            <a:spLocks noGrp="1"/>
          </p:cNvSpPr>
          <p:nvPr/>
        </p:nvSpPr>
        <p:spPr>
          <a:xfrm>
            <a:off x="520175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B6B13151-8E5F-4B5C-8D77-EDE0933F5F86}"/>
              </a:ext>
            </a:extLst>
          </p:cNvPr>
          <p:cNvSpPr>
            <a:spLocks noGrp="1"/>
          </p:cNvSpPr>
          <p:nvPr/>
        </p:nvSpPr>
        <p:spPr>
          <a:xfrm>
            <a:off x="5246939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466B8F9E-A0D8-4C62-B368-ABAFCEB1AC04}"/>
              </a:ext>
            </a:extLst>
          </p:cNvPr>
          <p:cNvSpPr>
            <a:spLocks noGrp="1"/>
          </p:cNvSpPr>
          <p:nvPr/>
        </p:nvSpPr>
        <p:spPr>
          <a:xfrm>
            <a:off x="524767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5813A881-05FE-437A-B668-036ED5C0CB0B}"/>
              </a:ext>
            </a:extLst>
          </p:cNvPr>
          <p:cNvSpPr>
            <a:spLocks noGrp="1"/>
          </p:cNvSpPr>
          <p:nvPr/>
        </p:nvSpPr>
        <p:spPr>
          <a:xfrm>
            <a:off x="517395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C70B4AE4-7900-46B0-ACE9-7AA52B0D1446}"/>
              </a:ext>
            </a:extLst>
          </p:cNvPr>
          <p:cNvSpPr>
            <a:spLocks noGrp="1"/>
          </p:cNvSpPr>
          <p:nvPr/>
        </p:nvSpPr>
        <p:spPr>
          <a:xfrm>
            <a:off x="5177897" y="35244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84092E9E-2B21-4CD9-8C51-092B61F8147E}"/>
              </a:ext>
            </a:extLst>
          </p:cNvPr>
          <p:cNvSpPr>
            <a:spLocks noGrp="1"/>
          </p:cNvSpPr>
          <p:nvPr/>
        </p:nvSpPr>
        <p:spPr>
          <a:xfrm>
            <a:off x="521192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48A30CDB-087B-4980-A9DD-64C6B8A73B56}"/>
              </a:ext>
            </a:extLst>
          </p:cNvPr>
          <p:cNvSpPr>
            <a:spLocks noGrp="1"/>
          </p:cNvSpPr>
          <p:nvPr/>
        </p:nvSpPr>
        <p:spPr>
          <a:xfrm>
            <a:off x="519723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6D98810A-8FA0-488D-82DB-FF5538D35561}"/>
              </a:ext>
            </a:extLst>
          </p:cNvPr>
          <p:cNvSpPr>
            <a:spLocks noGrp="1"/>
          </p:cNvSpPr>
          <p:nvPr/>
        </p:nvSpPr>
        <p:spPr>
          <a:xfrm>
            <a:off x="52293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E78C3B6B-291A-4464-AE22-A55F1EF649C2}"/>
              </a:ext>
            </a:extLst>
          </p:cNvPr>
          <p:cNvSpPr>
            <a:spLocks noGrp="1"/>
          </p:cNvSpPr>
          <p:nvPr/>
        </p:nvSpPr>
        <p:spPr>
          <a:xfrm>
            <a:off x="52117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9A07C6C-8C87-40B8-941B-A64E149C4C4C}"/>
              </a:ext>
            </a:extLst>
          </p:cNvPr>
          <p:cNvSpPr>
            <a:spLocks noGrp="1"/>
          </p:cNvSpPr>
          <p:nvPr/>
        </p:nvSpPr>
        <p:spPr>
          <a:xfrm>
            <a:off x="52701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1929DF5F-B165-4C3A-B559-CDDFD2BB4A29}"/>
              </a:ext>
            </a:extLst>
          </p:cNvPr>
          <p:cNvSpPr>
            <a:spLocks noGrp="1"/>
          </p:cNvSpPr>
          <p:nvPr/>
        </p:nvSpPr>
        <p:spPr>
          <a:xfrm>
            <a:off x="526668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4905F568-4FE0-4ED7-AA69-D02553DC432B}"/>
              </a:ext>
            </a:extLst>
          </p:cNvPr>
          <p:cNvSpPr>
            <a:spLocks noGrp="1"/>
          </p:cNvSpPr>
          <p:nvPr/>
        </p:nvSpPr>
        <p:spPr>
          <a:xfrm>
            <a:off x="51711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6E59DB48-49EF-4384-A024-154EECC17FE3}"/>
              </a:ext>
            </a:extLst>
          </p:cNvPr>
          <p:cNvSpPr>
            <a:spLocks noGrp="1"/>
          </p:cNvSpPr>
          <p:nvPr/>
        </p:nvSpPr>
        <p:spPr>
          <a:xfrm>
            <a:off x="5223674" y="25425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8124F910-47A8-4B81-B839-66CB9B57FD89}"/>
              </a:ext>
            </a:extLst>
          </p:cNvPr>
          <p:cNvSpPr>
            <a:spLocks noGrp="1"/>
          </p:cNvSpPr>
          <p:nvPr/>
        </p:nvSpPr>
        <p:spPr>
          <a:xfrm>
            <a:off x="52377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5C71E87-FEB4-40D3-9AD0-58289980F76B}"/>
              </a:ext>
            </a:extLst>
          </p:cNvPr>
          <p:cNvSpPr>
            <a:spLocks noGrp="1"/>
          </p:cNvSpPr>
          <p:nvPr/>
        </p:nvSpPr>
        <p:spPr>
          <a:xfrm>
            <a:off x="5240561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7F971B46-DC92-485F-BAB8-E3B6D950BBC9}"/>
              </a:ext>
            </a:extLst>
          </p:cNvPr>
          <p:cNvSpPr>
            <a:spLocks noGrp="1"/>
          </p:cNvSpPr>
          <p:nvPr/>
        </p:nvSpPr>
        <p:spPr>
          <a:xfrm>
            <a:off x="52349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AB06ABAF-FF37-4B68-AF72-48BBE5CAA369}"/>
              </a:ext>
            </a:extLst>
          </p:cNvPr>
          <p:cNvSpPr>
            <a:spLocks noGrp="1"/>
          </p:cNvSpPr>
          <p:nvPr/>
        </p:nvSpPr>
        <p:spPr>
          <a:xfrm>
            <a:off x="52774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F6D3FD69-B9E3-407F-8D2B-9F4E6885708C}"/>
              </a:ext>
            </a:extLst>
          </p:cNvPr>
          <p:cNvSpPr>
            <a:spLocks noGrp="1"/>
          </p:cNvSpPr>
          <p:nvPr/>
        </p:nvSpPr>
        <p:spPr>
          <a:xfrm>
            <a:off x="51829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66B69141-FE34-4629-A9E3-B868FAB0DBFC}"/>
              </a:ext>
            </a:extLst>
          </p:cNvPr>
          <p:cNvSpPr>
            <a:spLocks noGrp="1"/>
          </p:cNvSpPr>
          <p:nvPr/>
        </p:nvSpPr>
        <p:spPr>
          <a:xfrm>
            <a:off x="518198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4583F28B-CAC1-46E5-8FD3-4FA2C759B028}"/>
              </a:ext>
            </a:extLst>
          </p:cNvPr>
          <p:cNvSpPr>
            <a:spLocks noGrp="1"/>
          </p:cNvSpPr>
          <p:nvPr/>
        </p:nvSpPr>
        <p:spPr>
          <a:xfrm>
            <a:off x="5199442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98890183-08BF-471B-BD39-3A29CB6D6791}"/>
              </a:ext>
            </a:extLst>
          </p:cNvPr>
          <p:cNvSpPr>
            <a:spLocks noGrp="1"/>
          </p:cNvSpPr>
          <p:nvPr/>
        </p:nvSpPr>
        <p:spPr>
          <a:xfrm>
            <a:off x="52489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1F6BE612-BA6D-4A6E-B3D3-9A50CA01BD89}"/>
              </a:ext>
            </a:extLst>
          </p:cNvPr>
          <p:cNvSpPr>
            <a:spLocks noGrp="1"/>
          </p:cNvSpPr>
          <p:nvPr/>
        </p:nvSpPr>
        <p:spPr>
          <a:xfrm>
            <a:off x="52257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8858E040-81E9-4ACF-BB99-7A2F41354153}"/>
              </a:ext>
            </a:extLst>
          </p:cNvPr>
          <p:cNvSpPr>
            <a:spLocks noGrp="1"/>
          </p:cNvSpPr>
          <p:nvPr/>
        </p:nvSpPr>
        <p:spPr>
          <a:xfrm>
            <a:off x="5279545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DF62625E-9A25-4143-963F-F29A1DBB725D}"/>
              </a:ext>
            </a:extLst>
          </p:cNvPr>
          <p:cNvSpPr>
            <a:spLocks noGrp="1"/>
          </p:cNvSpPr>
          <p:nvPr/>
        </p:nvSpPr>
        <p:spPr>
          <a:xfrm>
            <a:off x="52824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6E19D572-4421-4B00-B0B2-56735B63E32B}"/>
              </a:ext>
            </a:extLst>
          </p:cNvPr>
          <p:cNvSpPr>
            <a:spLocks noGrp="1"/>
          </p:cNvSpPr>
          <p:nvPr/>
        </p:nvSpPr>
        <p:spPr>
          <a:xfrm>
            <a:off x="52095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1D39ACC4-996A-4741-B651-06E63E056EA6}"/>
              </a:ext>
            </a:extLst>
          </p:cNvPr>
          <p:cNvSpPr>
            <a:spLocks noGrp="1"/>
          </p:cNvSpPr>
          <p:nvPr/>
        </p:nvSpPr>
        <p:spPr>
          <a:xfrm>
            <a:off x="52161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89068691-68CA-46B3-8DD5-18ED64984B44}"/>
              </a:ext>
            </a:extLst>
          </p:cNvPr>
          <p:cNvSpPr>
            <a:spLocks noGrp="1"/>
          </p:cNvSpPr>
          <p:nvPr/>
        </p:nvSpPr>
        <p:spPr>
          <a:xfrm>
            <a:off x="5202297" y="29801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B14C655E-6FC3-40A7-9AB2-16C7C47BFE1C}"/>
              </a:ext>
            </a:extLst>
          </p:cNvPr>
          <p:cNvSpPr>
            <a:spLocks noGrp="1"/>
          </p:cNvSpPr>
          <p:nvPr/>
        </p:nvSpPr>
        <p:spPr>
          <a:xfrm>
            <a:off x="524501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F25E0ECA-2058-4539-BC76-0AAFD6F9D643}"/>
              </a:ext>
            </a:extLst>
          </p:cNvPr>
          <p:cNvSpPr>
            <a:spLocks noGrp="1"/>
          </p:cNvSpPr>
          <p:nvPr/>
        </p:nvSpPr>
        <p:spPr>
          <a:xfrm>
            <a:off x="5263813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607F48E4-581F-43C0-8141-CAED150F4F5F}"/>
              </a:ext>
            </a:extLst>
          </p:cNvPr>
          <p:cNvSpPr>
            <a:spLocks noGrp="1"/>
          </p:cNvSpPr>
          <p:nvPr/>
        </p:nvSpPr>
        <p:spPr>
          <a:xfrm>
            <a:off x="5239321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4C98A725-4340-4E9F-A60D-D3D6004816E7}"/>
              </a:ext>
            </a:extLst>
          </p:cNvPr>
          <p:cNvSpPr>
            <a:spLocks noGrp="1"/>
          </p:cNvSpPr>
          <p:nvPr/>
        </p:nvSpPr>
        <p:spPr>
          <a:xfrm>
            <a:off x="52942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27A9EE2-14F5-4A53-A362-D2CE00E24962}"/>
              </a:ext>
            </a:extLst>
          </p:cNvPr>
          <p:cNvSpPr>
            <a:spLocks noGrp="1"/>
          </p:cNvSpPr>
          <p:nvPr/>
        </p:nvSpPr>
        <p:spPr>
          <a:xfrm>
            <a:off x="5299998" y="3715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4D119DF6-6A25-417F-829F-AA650FE5A962}"/>
              </a:ext>
            </a:extLst>
          </p:cNvPr>
          <p:cNvSpPr>
            <a:spLocks noGrp="1"/>
          </p:cNvSpPr>
          <p:nvPr/>
        </p:nvSpPr>
        <p:spPr>
          <a:xfrm>
            <a:off x="5247459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9E0539D0-C7E3-4A64-B4FA-A41900554ACB}"/>
              </a:ext>
            </a:extLst>
          </p:cNvPr>
          <p:cNvSpPr>
            <a:spLocks noGrp="1"/>
          </p:cNvSpPr>
          <p:nvPr/>
        </p:nvSpPr>
        <p:spPr>
          <a:xfrm>
            <a:off x="52339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2579F082-9CE3-4EE3-8A84-B57743D9A5FD}"/>
              </a:ext>
            </a:extLst>
          </p:cNvPr>
          <p:cNvSpPr>
            <a:spLocks noGrp="1"/>
          </p:cNvSpPr>
          <p:nvPr/>
        </p:nvSpPr>
        <p:spPr>
          <a:xfrm>
            <a:off x="52493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D7B9AB06-1BDE-48AD-B43F-8DEB37C7A1C7}"/>
              </a:ext>
            </a:extLst>
          </p:cNvPr>
          <p:cNvSpPr>
            <a:spLocks noGrp="1"/>
          </p:cNvSpPr>
          <p:nvPr/>
        </p:nvSpPr>
        <p:spPr>
          <a:xfrm>
            <a:off x="52540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1B998D38-895B-43BE-A1EC-5EE238800BA4}"/>
              </a:ext>
            </a:extLst>
          </p:cNvPr>
          <p:cNvSpPr>
            <a:spLocks noGrp="1"/>
          </p:cNvSpPr>
          <p:nvPr/>
        </p:nvSpPr>
        <p:spPr>
          <a:xfrm>
            <a:off x="519810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95E776F6-BF8D-4533-9B1E-883BCCB6A612}"/>
              </a:ext>
            </a:extLst>
          </p:cNvPr>
          <p:cNvSpPr>
            <a:spLocks noGrp="1"/>
          </p:cNvSpPr>
          <p:nvPr/>
        </p:nvSpPr>
        <p:spPr>
          <a:xfrm>
            <a:off x="5263121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5EF8936E-874B-40F3-8FC5-8C25231C07E4}"/>
              </a:ext>
            </a:extLst>
          </p:cNvPr>
          <p:cNvSpPr>
            <a:spLocks noGrp="1"/>
          </p:cNvSpPr>
          <p:nvPr/>
        </p:nvSpPr>
        <p:spPr>
          <a:xfrm>
            <a:off x="5287996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9FFD21A3-03FF-48AC-AC09-7B898AD4EC21}"/>
              </a:ext>
            </a:extLst>
          </p:cNvPr>
          <p:cNvSpPr>
            <a:spLocks noGrp="1"/>
          </p:cNvSpPr>
          <p:nvPr/>
        </p:nvSpPr>
        <p:spPr>
          <a:xfrm>
            <a:off x="52030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8DD30DD5-EAAA-42A1-BC3B-3D53AAC30F65}"/>
              </a:ext>
            </a:extLst>
          </p:cNvPr>
          <p:cNvSpPr>
            <a:spLocks noGrp="1"/>
          </p:cNvSpPr>
          <p:nvPr/>
        </p:nvSpPr>
        <p:spPr>
          <a:xfrm>
            <a:off x="51721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6D8A4A0C-B52F-48F0-9BBC-4772D86D6CB2}"/>
              </a:ext>
            </a:extLst>
          </p:cNvPr>
          <p:cNvSpPr>
            <a:spLocks noGrp="1"/>
          </p:cNvSpPr>
          <p:nvPr/>
        </p:nvSpPr>
        <p:spPr>
          <a:xfrm>
            <a:off x="5267607" y="30586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24A1B474-6C78-425B-B014-7D47C1F198F0}"/>
              </a:ext>
            </a:extLst>
          </p:cNvPr>
          <p:cNvSpPr>
            <a:spLocks noGrp="1"/>
          </p:cNvSpPr>
          <p:nvPr/>
        </p:nvSpPr>
        <p:spPr>
          <a:xfrm>
            <a:off x="519747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CF14CDA8-8E68-48BE-8572-C2E65BB900A8}"/>
              </a:ext>
            </a:extLst>
          </p:cNvPr>
          <p:cNvSpPr>
            <a:spLocks noGrp="1"/>
          </p:cNvSpPr>
          <p:nvPr/>
        </p:nvSpPr>
        <p:spPr>
          <a:xfrm>
            <a:off x="521874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BB12FD7D-E40E-4559-93D2-0729868AB99B}"/>
              </a:ext>
            </a:extLst>
          </p:cNvPr>
          <p:cNvSpPr>
            <a:spLocks noGrp="1"/>
          </p:cNvSpPr>
          <p:nvPr/>
        </p:nvSpPr>
        <p:spPr>
          <a:xfrm>
            <a:off x="5201522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ADA720FB-43E9-49CD-8D2E-73DABC3050DE}"/>
              </a:ext>
            </a:extLst>
          </p:cNvPr>
          <p:cNvSpPr>
            <a:spLocks noGrp="1"/>
          </p:cNvSpPr>
          <p:nvPr/>
        </p:nvSpPr>
        <p:spPr>
          <a:xfrm>
            <a:off x="51873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08640DA9-FC7F-42E9-80B0-A1A5D00B79E8}"/>
              </a:ext>
            </a:extLst>
          </p:cNvPr>
          <p:cNvSpPr>
            <a:spLocks noGrp="1"/>
          </p:cNvSpPr>
          <p:nvPr/>
        </p:nvSpPr>
        <p:spPr>
          <a:xfrm>
            <a:off x="525271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A4F7D1A7-B251-400D-A0AF-18CCF77C68CC}"/>
              </a:ext>
            </a:extLst>
          </p:cNvPr>
          <p:cNvSpPr>
            <a:spLocks noGrp="1"/>
          </p:cNvSpPr>
          <p:nvPr/>
        </p:nvSpPr>
        <p:spPr>
          <a:xfrm>
            <a:off x="5275875" y="35540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2344A1C1-072E-449E-8E44-C07E965A09B3}"/>
              </a:ext>
            </a:extLst>
          </p:cNvPr>
          <p:cNvSpPr>
            <a:spLocks noGrp="1"/>
          </p:cNvSpPr>
          <p:nvPr/>
        </p:nvSpPr>
        <p:spPr>
          <a:xfrm>
            <a:off x="5187611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50374CB3-7268-4C38-8F12-A7A2A777E5D2}"/>
              </a:ext>
            </a:extLst>
          </p:cNvPr>
          <p:cNvSpPr>
            <a:spLocks noGrp="1"/>
          </p:cNvSpPr>
          <p:nvPr/>
        </p:nvSpPr>
        <p:spPr>
          <a:xfrm>
            <a:off x="52087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378F36E4-F016-43AF-98D1-4A831829EB92}"/>
              </a:ext>
            </a:extLst>
          </p:cNvPr>
          <p:cNvSpPr>
            <a:spLocks noGrp="1"/>
          </p:cNvSpPr>
          <p:nvPr/>
        </p:nvSpPr>
        <p:spPr>
          <a:xfrm>
            <a:off x="5277107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47A91C57-C853-4D9F-B312-E46B7CB3E7D6}"/>
              </a:ext>
            </a:extLst>
          </p:cNvPr>
          <p:cNvSpPr>
            <a:spLocks noGrp="1"/>
          </p:cNvSpPr>
          <p:nvPr/>
        </p:nvSpPr>
        <p:spPr>
          <a:xfrm>
            <a:off x="522170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C5987384-4468-4D95-B444-DC99088C8A2E}"/>
              </a:ext>
            </a:extLst>
          </p:cNvPr>
          <p:cNvSpPr>
            <a:spLocks noGrp="1"/>
          </p:cNvSpPr>
          <p:nvPr/>
        </p:nvSpPr>
        <p:spPr>
          <a:xfrm>
            <a:off x="521877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B124DFA5-7E3D-47F6-A198-1810A51B3B17}"/>
              </a:ext>
            </a:extLst>
          </p:cNvPr>
          <p:cNvSpPr>
            <a:spLocks noGrp="1"/>
          </p:cNvSpPr>
          <p:nvPr/>
        </p:nvSpPr>
        <p:spPr>
          <a:xfrm>
            <a:off x="518908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FEB4D6C1-49BE-421B-A687-07F0032DFD26}"/>
              </a:ext>
            </a:extLst>
          </p:cNvPr>
          <p:cNvSpPr>
            <a:spLocks noGrp="1"/>
          </p:cNvSpPr>
          <p:nvPr/>
        </p:nvSpPr>
        <p:spPr>
          <a:xfrm>
            <a:off x="5301225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8D5CB582-70BD-474F-8616-2A76D653EC99}"/>
              </a:ext>
            </a:extLst>
          </p:cNvPr>
          <p:cNvSpPr>
            <a:spLocks noGrp="1"/>
          </p:cNvSpPr>
          <p:nvPr/>
        </p:nvSpPr>
        <p:spPr>
          <a:xfrm>
            <a:off x="5260440" y="31962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6154ABB7-87FD-4B4D-B4D8-D6E76ADEAF6D}"/>
              </a:ext>
            </a:extLst>
          </p:cNvPr>
          <p:cNvSpPr>
            <a:spLocks noGrp="1"/>
          </p:cNvSpPr>
          <p:nvPr/>
        </p:nvSpPr>
        <p:spPr>
          <a:xfrm>
            <a:off x="522128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FD033AFA-1209-410E-89D8-F513E6EA2EE3}"/>
              </a:ext>
            </a:extLst>
          </p:cNvPr>
          <p:cNvSpPr>
            <a:spLocks noGrp="1"/>
          </p:cNvSpPr>
          <p:nvPr/>
        </p:nvSpPr>
        <p:spPr>
          <a:xfrm>
            <a:off x="5191683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8B5170F8-CDB7-4228-A903-C26C89E668E8}"/>
              </a:ext>
            </a:extLst>
          </p:cNvPr>
          <p:cNvSpPr>
            <a:spLocks noGrp="1"/>
          </p:cNvSpPr>
          <p:nvPr/>
        </p:nvSpPr>
        <p:spPr>
          <a:xfrm>
            <a:off x="525861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C35D9576-EB40-46A5-9E61-B6C452A598CE}"/>
              </a:ext>
            </a:extLst>
          </p:cNvPr>
          <p:cNvSpPr>
            <a:spLocks noGrp="1"/>
          </p:cNvSpPr>
          <p:nvPr/>
        </p:nvSpPr>
        <p:spPr>
          <a:xfrm>
            <a:off x="52264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3FDB5F37-B582-4882-8E64-CF5A5589F0C4}"/>
              </a:ext>
            </a:extLst>
          </p:cNvPr>
          <p:cNvSpPr>
            <a:spLocks noGrp="1"/>
          </p:cNvSpPr>
          <p:nvPr/>
        </p:nvSpPr>
        <p:spPr>
          <a:xfrm>
            <a:off x="522316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704CE4B7-E247-4199-906B-AC590FC1D36F}"/>
              </a:ext>
            </a:extLst>
          </p:cNvPr>
          <p:cNvSpPr>
            <a:spLocks noGrp="1"/>
          </p:cNvSpPr>
          <p:nvPr/>
        </p:nvSpPr>
        <p:spPr>
          <a:xfrm>
            <a:off x="52053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ADAF81C9-1B2F-4360-A6F8-7CA892C703D0}"/>
              </a:ext>
            </a:extLst>
          </p:cNvPr>
          <p:cNvSpPr>
            <a:spLocks noGrp="1"/>
          </p:cNvSpPr>
          <p:nvPr/>
        </p:nvSpPr>
        <p:spPr>
          <a:xfrm>
            <a:off x="523144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99C5A632-CCF3-444F-91E3-06ED4F08BF4E}"/>
              </a:ext>
            </a:extLst>
          </p:cNvPr>
          <p:cNvSpPr>
            <a:spLocks noGrp="1"/>
          </p:cNvSpPr>
          <p:nvPr/>
        </p:nvSpPr>
        <p:spPr>
          <a:xfrm>
            <a:off x="52192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5D9B5BE2-51BF-4A66-841F-2CF47139B02B}"/>
              </a:ext>
            </a:extLst>
          </p:cNvPr>
          <p:cNvSpPr>
            <a:spLocks noGrp="1"/>
          </p:cNvSpPr>
          <p:nvPr/>
        </p:nvSpPr>
        <p:spPr>
          <a:xfrm>
            <a:off x="52297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E1CB94F7-43D1-49EE-9B8C-DC45A5ECB1C9}"/>
              </a:ext>
            </a:extLst>
          </p:cNvPr>
          <p:cNvSpPr>
            <a:spLocks noGrp="1"/>
          </p:cNvSpPr>
          <p:nvPr/>
        </p:nvSpPr>
        <p:spPr>
          <a:xfrm>
            <a:off x="529583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60F00439-BF29-4FCE-861F-3C814FF8D335}"/>
              </a:ext>
            </a:extLst>
          </p:cNvPr>
          <p:cNvSpPr>
            <a:spLocks noGrp="1"/>
          </p:cNvSpPr>
          <p:nvPr/>
        </p:nvSpPr>
        <p:spPr>
          <a:xfrm>
            <a:off x="5181638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D285E40F-44FD-4B61-ACEF-54361FC03447}"/>
              </a:ext>
            </a:extLst>
          </p:cNvPr>
          <p:cNvSpPr>
            <a:spLocks noGrp="1"/>
          </p:cNvSpPr>
          <p:nvPr/>
        </p:nvSpPr>
        <p:spPr>
          <a:xfrm>
            <a:off x="527225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D93D377A-1A4D-4AB9-820E-77AE2EB752CA}"/>
              </a:ext>
            </a:extLst>
          </p:cNvPr>
          <p:cNvSpPr>
            <a:spLocks noGrp="1"/>
          </p:cNvSpPr>
          <p:nvPr/>
        </p:nvSpPr>
        <p:spPr>
          <a:xfrm>
            <a:off x="5283446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3373A0B6-26C9-4700-9623-48A2124A033E}"/>
              </a:ext>
            </a:extLst>
          </p:cNvPr>
          <p:cNvSpPr>
            <a:spLocks noGrp="1"/>
          </p:cNvSpPr>
          <p:nvPr/>
        </p:nvSpPr>
        <p:spPr>
          <a:xfrm>
            <a:off x="523095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52873C0E-35BB-40F2-8A7E-CA0E1636CCF5}"/>
              </a:ext>
            </a:extLst>
          </p:cNvPr>
          <p:cNvSpPr>
            <a:spLocks noGrp="1"/>
          </p:cNvSpPr>
          <p:nvPr/>
        </p:nvSpPr>
        <p:spPr>
          <a:xfrm>
            <a:off x="5290782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7B5F427A-84E1-41EF-9723-83D5397F4C28}"/>
              </a:ext>
            </a:extLst>
          </p:cNvPr>
          <p:cNvSpPr>
            <a:spLocks noGrp="1"/>
          </p:cNvSpPr>
          <p:nvPr/>
        </p:nvSpPr>
        <p:spPr>
          <a:xfrm>
            <a:off x="51822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530131F6-B671-4CF0-B438-F8569865AFE8}"/>
              </a:ext>
            </a:extLst>
          </p:cNvPr>
          <p:cNvSpPr>
            <a:spLocks noGrp="1"/>
          </p:cNvSpPr>
          <p:nvPr/>
        </p:nvSpPr>
        <p:spPr>
          <a:xfrm>
            <a:off x="5223927" y="32720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0B100FAC-5F4A-43CE-B270-98D2595E7A1A}"/>
              </a:ext>
            </a:extLst>
          </p:cNvPr>
          <p:cNvSpPr>
            <a:spLocks noGrp="1"/>
          </p:cNvSpPr>
          <p:nvPr/>
        </p:nvSpPr>
        <p:spPr>
          <a:xfrm>
            <a:off x="5203516" y="26763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2B1713A6-E2BD-4C9F-9446-13BB55AABBCE}"/>
              </a:ext>
            </a:extLst>
          </p:cNvPr>
          <p:cNvSpPr>
            <a:spLocks noGrp="1"/>
          </p:cNvSpPr>
          <p:nvPr/>
        </p:nvSpPr>
        <p:spPr>
          <a:xfrm>
            <a:off x="526789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68DA9D93-6BC4-48EE-85BD-CE6C0519BEC6}"/>
              </a:ext>
            </a:extLst>
          </p:cNvPr>
          <p:cNvSpPr>
            <a:spLocks noGrp="1"/>
          </p:cNvSpPr>
          <p:nvPr/>
        </p:nvSpPr>
        <p:spPr>
          <a:xfrm>
            <a:off x="524806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ECF4AC71-40E8-4AEE-B8CB-C31FDD255388}"/>
              </a:ext>
            </a:extLst>
          </p:cNvPr>
          <p:cNvSpPr>
            <a:spLocks noGrp="1"/>
          </p:cNvSpPr>
          <p:nvPr/>
        </p:nvSpPr>
        <p:spPr>
          <a:xfrm>
            <a:off x="529083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955E1444-95F1-45D1-803D-7B3D7BEDF774}"/>
              </a:ext>
            </a:extLst>
          </p:cNvPr>
          <p:cNvSpPr>
            <a:spLocks noGrp="1"/>
          </p:cNvSpPr>
          <p:nvPr/>
        </p:nvSpPr>
        <p:spPr>
          <a:xfrm>
            <a:off x="5196224" y="3153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455BC474-2D05-422C-82E3-4B90D6F38DF0}"/>
              </a:ext>
            </a:extLst>
          </p:cNvPr>
          <p:cNvSpPr>
            <a:spLocks noGrp="1"/>
          </p:cNvSpPr>
          <p:nvPr/>
        </p:nvSpPr>
        <p:spPr>
          <a:xfrm>
            <a:off x="5212736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1979B072-1B5D-49C9-A8FE-857AFB2E793C}"/>
              </a:ext>
            </a:extLst>
          </p:cNvPr>
          <p:cNvSpPr>
            <a:spLocks noGrp="1"/>
          </p:cNvSpPr>
          <p:nvPr/>
        </p:nvSpPr>
        <p:spPr>
          <a:xfrm>
            <a:off x="5282564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C924E551-0FDB-41C9-BF4A-D66B029B18D5}"/>
              </a:ext>
            </a:extLst>
          </p:cNvPr>
          <p:cNvSpPr>
            <a:spLocks noGrp="1"/>
          </p:cNvSpPr>
          <p:nvPr/>
        </p:nvSpPr>
        <p:spPr>
          <a:xfrm>
            <a:off x="5293664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704ACA10-66E8-491F-B8F0-74E429EE845C}"/>
              </a:ext>
            </a:extLst>
          </p:cNvPr>
          <p:cNvSpPr>
            <a:spLocks noGrp="1"/>
          </p:cNvSpPr>
          <p:nvPr/>
        </p:nvSpPr>
        <p:spPr>
          <a:xfrm>
            <a:off x="52389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40A1A647-D406-45EA-B7B2-0EB05AC02181}"/>
              </a:ext>
            </a:extLst>
          </p:cNvPr>
          <p:cNvSpPr>
            <a:spLocks noGrp="1"/>
          </p:cNvSpPr>
          <p:nvPr/>
        </p:nvSpPr>
        <p:spPr>
          <a:xfrm>
            <a:off x="518183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5AED58D2-93F8-40CE-9233-4ED597075A5A}"/>
              </a:ext>
            </a:extLst>
          </p:cNvPr>
          <p:cNvSpPr>
            <a:spLocks noGrp="1"/>
          </p:cNvSpPr>
          <p:nvPr/>
        </p:nvSpPr>
        <p:spPr>
          <a:xfrm>
            <a:off x="522648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09E6B0F0-31C3-4655-B3C2-F66411C2A5CA}"/>
              </a:ext>
            </a:extLst>
          </p:cNvPr>
          <p:cNvSpPr>
            <a:spLocks noGrp="1"/>
          </p:cNvSpPr>
          <p:nvPr/>
        </p:nvSpPr>
        <p:spPr>
          <a:xfrm>
            <a:off x="51874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8F9ED3AC-434B-4FEB-B00A-2A28A07A68F0}"/>
              </a:ext>
            </a:extLst>
          </p:cNvPr>
          <p:cNvSpPr>
            <a:spLocks noGrp="1"/>
          </p:cNvSpPr>
          <p:nvPr/>
        </p:nvSpPr>
        <p:spPr>
          <a:xfrm>
            <a:off x="529318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5AC4398D-7526-49AF-BAE5-1BF76742FC5C}"/>
              </a:ext>
            </a:extLst>
          </p:cNvPr>
          <p:cNvSpPr>
            <a:spLocks noGrp="1"/>
          </p:cNvSpPr>
          <p:nvPr/>
        </p:nvSpPr>
        <p:spPr>
          <a:xfrm>
            <a:off x="5175488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58DFDF24-B6F2-4261-B0D9-BF5E9317E1FA}"/>
              </a:ext>
            </a:extLst>
          </p:cNvPr>
          <p:cNvSpPr>
            <a:spLocks noGrp="1"/>
          </p:cNvSpPr>
          <p:nvPr/>
        </p:nvSpPr>
        <p:spPr>
          <a:xfrm>
            <a:off x="52121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8C252E95-0C50-4260-A528-7B80C5E7018A}"/>
              </a:ext>
            </a:extLst>
          </p:cNvPr>
          <p:cNvSpPr>
            <a:spLocks noGrp="1"/>
          </p:cNvSpPr>
          <p:nvPr/>
        </p:nvSpPr>
        <p:spPr>
          <a:xfrm>
            <a:off x="526553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70DD5DA2-9A4A-4C95-9752-2D7EBB21A195}"/>
              </a:ext>
            </a:extLst>
          </p:cNvPr>
          <p:cNvSpPr>
            <a:spLocks noGrp="1"/>
          </p:cNvSpPr>
          <p:nvPr/>
        </p:nvSpPr>
        <p:spPr>
          <a:xfrm>
            <a:off x="5197907" y="35861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E1D9FF44-E0BD-40A0-81C7-CE7B111520A9}"/>
              </a:ext>
            </a:extLst>
          </p:cNvPr>
          <p:cNvSpPr>
            <a:spLocks noGrp="1"/>
          </p:cNvSpPr>
          <p:nvPr/>
        </p:nvSpPr>
        <p:spPr>
          <a:xfrm>
            <a:off x="517249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040DE893-A567-440A-8614-99195EF95656}"/>
              </a:ext>
            </a:extLst>
          </p:cNvPr>
          <p:cNvSpPr>
            <a:spLocks noGrp="1"/>
          </p:cNvSpPr>
          <p:nvPr/>
        </p:nvSpPr>
        <p:spPr>
          <a:xfrm>
            <a:off x="52470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B99BE74B-3F7A-409A-8435-294DCDF55AC3}"/>
              </a:ext>
            </a:extLst>
          </p:cNvPr>
          <p:cNvSpPr>
            <a:spLocks noGrp="1"/>
          </p:cNvSpPr>
          <p:nvPr/>
        </p:nvSpPr>
        <p:spPr>
          <a:xfrm>
            <a:off x="527139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FAAA59C5-2EE9-46E7-9758-A932BCFDD736}"/>
              </a:ext>
            </a:extLst>
          </p:cNvPr>
          <p:cNvSpPr>
            <a:spLocks noGrp="1"/>
          </p:cNvSpPr>
          <p:nvPr/>
        </p:nvSpPr>
        <p:spPr>
          <a:xfrm>
            <a:off x="5214726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881E8A06-7B30-4373-BD48-59E51DDC4A85}"/>
              </a:ext>
            </a:extLst>
          </p:cNvPr>
          <p:cNvSpPr>
            <a:spLocks noGrp="1"/>
          </p:cNvSpPr>
          <p:nvPr/>
        </p:nvSpPr>
        <p:spPr>
          <a:xfrm>
            <a:off x="52302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9F2A52B1-DADF-4F5E-9FC3-837CAC229D33}"/>
              </a:ext>
            </a:extLst>
          </p:cNvPr>
          <p:cNvSpPr>
            <a:spLocks noGrp="1"/>
          </p:cNvSpPr>
          <p:nvPr/>
        </p:nvSpPr>
        <p:spPr>
          <a:xfrm>
            <a:off x="518447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0C6D6F4F-7059-4B21-84C3-664C2D8654B5}"/>
              </a:ext>
            </a:extLst>
          </p:cNvPr>
          <p:cNvSpPr>
            <a:spLocks noGrp="1"/>
          </p:cNvSpPr>
          <p:nvPr/>
        </p:nvSpPr>
        <p:spPr>
          <a:xfrm>
            <a:off x="5302364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FF6C35AC-BB12-44F1-8845-A118563564D7}"/>
              </a:ext>
            </a:extLst>
          </p:cNvPr>
          <p:cNvSpPr>
            <a:spLocks noGrp="1"/>
          </p:cNvSpPr>
          <p:nvPr/>
        </p:nvSpPr>
        <p:spPr>
          <a:xfrm>
            <a:off x="52074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8A1D34C0-10CA-47FB-B4BA-0419D7CF4A5D}"/>
              </a:ext>
            </a:extLst>
          </p:cNvPr>
          <p:cNvSpPr>
            <a:spLocks noGrp="1"/>
          </p:cNvSpPr>
          <p:nvPr/>
        </p:nvSpPr>
        <p:spPr>
          <a:xfrm>
            <a:off x="51841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8A3C785C-7438-41FE-B970-1F50F70166DD}"/>
              </a:ext>
            </a:extLst>
          </p:cNvPr>
          <p:cNvSpPr>
            <a:spLocks noGrp="1"/>
          </p:cNvSpPr>
          <p:nvPr/>
        </p:nvSpPr>
        <p:spPr>
          <a:xfrm>
            <a:off x="518024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99BD74AC-BD23-4B55-8C28-429FE90F0E79}"/>
              </a:ext>
            </a:extLst>
          </p:cNvPr>
          <p:cNvSpPr>
            <a:spLocks noGrp="1"/>
          </p:cNvSpPr>
          <p:nvPr/>
        </p:nvSpPr>
        <p:spPr>
          <a:xfrm>
            <a:off x="52582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A2D91F0D-B637-48F2-A13B-AEBD37A66C9D}"/>
              </a:ext>
            </a:extLst>
          </p:cNvPr>
          <p:cNvSpPr>
            <a:spLocks noGrp="1"/>
          </p:cNvSpPr>
          <p:nvPr/>
        </p:nvSpPr>
        <p:spPr>
          <a:xfrm>
            <a:off x="52730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55ED4029-7531-4DEB-AD35-0A81DBC09DA3}"/>
              </a:ext>
            </a:extLst>
          </p:cNvPr>
          <p:cNvSpPr>
            <a:spLocks noGrp="1"/>
          </p:cNvSpPr>
          <p:nvPr/>
        </p:nvSpPr>
        <p:spPr>
          <a:xfrm>
            <a:off x="5244305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82B0A433-23B2-4B5A-8BF3-A590AF34721F}"/>
              </a:ext>
            </a:extLst>
          </p:cNvPr>
          <p:cNvSpPr>
            <a:spLocks noGrp="1"/>
          </p:cNvSpPr>
          <p:nvPr/>
        </p:nvSpPr>
        <p:spPr>
          <a:xfrm>
            <a:off x="5267406" y="36779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24CE5FF6-A9D8-4DCF-B7FC-3060753ACD22}"/>
              </a:ext>
            </a:extLst>
          </p:cNvPr>
          <p:cNvSpPr>
            <a:spLocks noGrp="1"/>
          </p:cNvSpPr>
          <p:nvPr/>
        </p:nvSpPr>
        <p:spPr>
          <a:xfrm>
            <a:off x="5191953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02BA64CD-D802-4952-9922-A94319574975}"/>
              </a:ext>
            </a:extLst>
          </p:cNvPr>
          <p:cNvSpPr>
            <a:spLocks noGrp="1"/>
          </p:cNvSpPr>
          <p:nvPr/>
        </p:nvSpPr>
        <p:spPr>
          <a:xfrm>
            <a:off x="52293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CC75EC6A-BC95-449B-9899-B3B98044A2E4}"/>
              </a:ext>
            </a:extLst>
          </p:cNvPr>
          <p:cNvSpPr>
            <a:spLocks noGrp="1"/>
          </p:cNvSpPr>
          <p:nvPr/>
        </p:nvSpPr>
        <p:spPr>
          <a:xfrm>
            <a:off x="520354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77C4A5DC-A351-4576-973D-C1A68017D0AD}"/>
              </a:ext>
            </a:extLst>
          </p:cNvPr>
          <p:cNvSpPr>
            <a:spLocks noGrp="1"/>
          </p:cNvSpPr>
          <p:nvPr/>
        </p:nvSpPr>
        <p:spPr>
          <a:xfrm>
            <a:off x="5267357" y="26228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45C98A95-F258-4B66-A1AB-07B6B622A359}"/>
              </a:ext>
            </a:extLst>
          </p:cNvPr>
          <p:cNvSpPr>
            <a:spLocks noGrp="1"/>
          </p:cNvSpPr>
          <p:nvPr/>
        </p:nvSpPr>
        <p:spPr>
          <a:xfrm>
            <a:off x="527253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F13BA1F6-7AEE-4D63-86AF-6A1616E132A2}"/>
              </a:ext>
            </a:extLst>
          </p:cNvPr>
          <p:cNvSpPr>
            <a:spLocks noGrp="1"/>
          </p:cNvSpPr>
          <p:nvPr/>
        </p:nvSpPr>
        <p:spPr>
          <a:xfrm>
            <a:off x="52096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0201600C-968C-4FA8-9DE4-C33A3F95681C}"/>
              </a:ext>
            </a:extLst>
          </p:cNvPr>
          <p:cNvSpPr>
            <a:spLocks noGrp="1"/>
          </p:cNvSpPr>
          <p:nvPr/>
        </p:nvSpPr>
        <p:spPr>
          <a:xfrm>
            <a:off x="5170165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0E6FA4CD-E0EB-4BAB-805B-9BFF8FB52392}"/>
              </a:ext>
            </a:extLst>
          </p:cNvPr>
          <p:cNvSpPr>
            <a:spLocks noGrp="1"/>
          </p:cNvSpPr>
          <p:nvPr/>
        </p:nvSpPr>
        <p:spPr>
          <a:xfrm>
            <a:off x="52299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F252BEAF-2CFB-428A-A3F0-269461C78FA6}"/>
              </a:ext>
            </a:extLst>
          </p:cNvPr>
          <p:cNvSpPr>
            <a:spLocks noGrp="1"/>
          </p:cNvSpPr>
          <p:nvPr/>
        </p:nvSpPr>
        <p:spPr>
          <a:xfrm>
            <a:off x="51838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1ECA7C41-5763-4736-B39C-95AE5BCDDA37}"/>
              </a:ext>
            </a:extLst>
          </p:cNvPr>
          <p:cNvSpPr>
            <a:spLocks noGrp="1"/>
          </p:cNvSpPr>
          <p:nvPr/>
        </p:nvSpPr>
        <p:spPr>
          <a:xfrm>
            <a:off x="52608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AD81D9B0-2749-4302-8941-A3B20954B5CD}"/>
              </a:ext>
            </a:extLst>
          </p:cNvPr>
          <p:cNvSpPr>
            <a:spLocks noGrp="1"/>
          </p:cNvSpPr>
          <p:nvPr/>
        </p:nvSpPr>
        <p:spPr>
          <a:xfrm>
            <a:off x="52532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C07B7CE6-C572-4C22-A44D-2A9FC7149CD4}"/>
              </a:ext>
            </a:extLst>
          </p:cNvPr>
          <p:cNvSpPr>
            <a:spLocks noGrp="1"/>
          </p:cNvSpPr>
          <p:nvPr/>
        </p:nvSpPr>
        <p:spPr>
          <a:xfrm>
            <a:off x="522017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62FDA7FF-B2FC-4143-AFBE-D1FBECEBC6AD}"/>
              </a:ext>
            </a:extLst>
          </p:cNvPr>
          <p:cNvSpPr>
            <a:spLocks noGrp="1"/>
          </p:cNvSpPr>
          <p:nvPr/>
        </p:nvSpPr>
        <p:spPr>
          <a:xfrm>
            <a:off x="52755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2E5DF2FE-CB78-46D4-BE36-0E9F606F325F}"/>
              </a:ext>
            </a:extLst>
          </p:cNvPr>
          <p:cNvSpPr>
            <a:spLocks noGrp="1"/>
          </p:cNvSpPr>
          <p:nvPr/>
        </p:nvSpPr>
        <p:spPr>
          <a:xfrm>
            <a:off x="5175565" y="36504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7FB3B325-E095-48DB-87D7-F4A06EE27278}"/>
              </a:ext>
            </a:extLst>
          </p:cNvPr>
          <p:cNvSpPr>
            <a:spLocks noGrp="1"/>
          </p:cNvSpPr>
          <p:nvPr/>
        </p:nvSpPr>
        <p:spPr>
          <a:xfrm>
            <a:off x="5210757" y="36825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D8F832BF-D4AF-4185-9C2D-6D2E453E90FB}"/>
              </a:ext>
            </a:extLst>
          </p:cNvPr>
          <p:cNvSpPr>
            <a:spLocks noGrp="1"/>
          </p:cNvSpPr>
          <p:nvPr/>
        </p:nvSpPr>
        <p:spPr>
          <a:xfrm>
            <a:off x="5243989" y="28904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3B408198-D451-4BFE-9FCE-5E8ED1DC988E}"/>
              </a:ext>
            </a:extLst>
          </p:cNvPr>
          <p:cNvSpPr>
            <a:spLocks noGrp="1"/>
          </p:cNvSpPr>
          <p:nvPr/>
        </p:nvSpPr>
        <p:spPr>
          <a:xfrm>
            <a:off x="52199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5E1ED968-79A2-4AA3-B646-127D727823F9}"/>
              </a:ext>
            </a:extLst>
          </p:cNvPr>
          <p:cNvSpPr>
            <a:spLocks noGrp="1"/>
          </p:cNvSpPr>
          <p:nvPr/>
        </p:nvSpPr>
        <p:spPr>
          <a:xfrm>
            <a:off x="5296070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EF518648-F97A-4731-9689-E7068C1FE7D1}"/>
              </a:ext>
            </a:extLst>
          </p:cNvPr>
          <p:cNvSpPr>
            <a:spLocks noGrp="1"/>
          </p:cNvSpPr>
          <p:nvPr/>
        </p:nvSpPr>
        <p:spPr>
          <a:xfrm>
            <a:off x="5226031" y="33338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A2796C5C-6C4A-4B09-89EC-44F47D1E18EE}"/>
              </a:ext>
            </a:extLst>
          </p:cNvPr>
          <p:cNvSpPr>
            <a:spLocks noGrp="1"/>
          </p:cNvSpPr>
          <p:nvPr/>
        </p:nvSpPr>
        <p:spPr>
          <a:xfrm>
            <a:off x="5194739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107C9CD2-2D20-445B-B66C-08A1A7716161}"/>
              </a:ext>
            </a:extLst>
          </p:cNvPr>
          <p:cNvSpPr>
            <a:spLocks noGrp="1"/>
          </p:cNvSpPr>
          <p:nvPr/>
        </p:nvSpPr>
        <p:spPr>
          <a:xfrm>
            <a:off x="525764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B4DB707D-8CFB-4A47-9465-B8F76B8F226E}"/>
              </a:ext>
            </a:extLst>
          </p:cNvPr>
          <p:cNvSpPr>
            <a:spLocks noGrp="1"/>
          </p:cNvSpPr>
          <p:nvPr/>
        </p:nvSpPr>
        <p:spPr>
          <a:xfrm>
            <a:off x="52815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13FDDDCA-FE9F-4F09-AB02-382CEC054846}"/>
              </a:ext>
            </a:extLst>
          </p:cNvPr>
          <p:cNvSpPr>
            <a:spLocks noGrp="1"/>
          </p:cNvSpPr>
          <p:nvPr/>
        </p:nvSpPr>
        <p:spPr>
          <a:xfrm>
            <a:off x="52316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B1578BAD-5E95-44A1-9639-07118E1F473C}"/>
              </a:ext>
            </a:extLst>
          </p:cNvPr>
          <p:cNvSpPr>
            <a:spLocks noGrp="1"/>
          </p:cNvSpPr>
          <p:nvPr/>
        </p:nvSpPr>
        <p:spPr>
          <a:xfrm>
            <a:off x="52939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775053AC-7B35-45E4-B19F-1F43C15A77E5}"/>
              </a:ext>
            </a:extLst>
          </p:cNvPr>
          <p:cNvSpPr>
            <a:spLocks noGrp="1"/>
          </p:cNvSpPr>
          <p:nvPr/>
        </p:nvSpPr>
        <p:spPr>
          <a:xfrm>
            <a:off x="52280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41249DB6-11B7-44BB-AAC0-11E30C2C5030}"/>
              </a:ext>
            </a:extLst>
          </p:cNvPr>
          <p:cNvSpPr>
            <a:spLocks noGrp="1"/>
          </p:cNvSpPr>
          <p:nvPr/>
        </p:nvSpPr>
        <p:spPr>
          <a:xfrm>
            <a:off x="521057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4949782B-28C3-4DC2-B432-C7EB82196DFC}"/>
              </a:ext>
            </a:extLst>
          </p:cNvPr>
          <p:cNvSpPr>
            <a:spLocks noGrp="1"/>
          </p:cNvSpPr>
          <p:nvPr/>
        </p:nvSpPr>
        <p:spPr>
          <a:xfrm>
            <a:off x="5270341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811773B3-2AD0-4FC8-BCDE-18A7FA34E705}"/>
              </a:ext>
            </a:extLst>
          </p:cNvPr>
          <p:cNvSpPr>
            <a:spLocks noGrp="1"/>
          </p:cNvSpPr>
          <p:nvPr/>
        </p:nvSpPr>
        <p:spPr>
          <a:xfrm>
            <a:off x="521399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D7EE5-041B-4ECA-8E80-40493155CC30}"/>
              </a:ext>
            </a:extLst>
          </p:cNvPr>
          <p:cNvSpPr>
            <a:spLocks noGrp="1"/>
          </p:cNvSpPr>
          <p:nvPr/>
        </p:nvSpPr>
        <p:spPr>
          <a:xfrm>
            <a:off x="5200467" y="2590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9E74A551-CBC5-4061-9655-FC338563AF95}"/>
              </a:ext>
            </a:extLst>
          </p:cNvPr>
          <p:cNvSpPr>
            <a:spLocks noGrp="1"/>
          </p:cNvSpPr>
          <p:nvPr/>
        </p:nvSpPr>
        <p:spPr>
          <a:xfrm>
            <a:off x="526144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7992FBDC-E6E8-4AF9-9BFF-54A255D9A0A2}"/>
              </a:ext>
            </a:extLst>
          </p:cNvPr>
          <p:cNvSpPr>
            <a:spLocks noGrp="1"/>
          </p:cNvSpPr>
          <p:nvPr/>
        </p:nvSpPr>
        <p:spPr>
          <a:xfrm>
            <a:off x="52821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2E31C8DE-ABE4-424E-AB1B-0CAC73374417}"/>
              </a:ext>
            </a:extLst>
          </p:cNvPr>
          <p:cNvSpPr>
            <a:spLocks noGrp="1"/>
          </p:cNvSpPr>
          <p:nvPr/>
        </p:nvSpPr>
        <p:spPr>
          <a:xfrm>
            <a:off x="523346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EE17D1FB-1CED-4857-AA7D-479AD7EF821C}"/>
              </a:ext>
            </a:extLst>
          </p:cNvPr>
          <p:cNvSpPr>
            <a:spLocks noGrp="1"/>
          </p:cNvSpPr>
          <p:nvPr/>
        </p:nvSpPr>
        <p:spPr>
          <a:xfrm>
            <a:off x="52620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6D8B1B23-6D70-4F6B-975B-2E089DC8BC10}"/>
              </a:ext>
            </a:extLst>
          </p:cNvPr>
          <p:cNvSpPr>
            <a:spLocks noGrp="1"/>
          </p:cNvSpPr>
          <p:nvPr/>
        </p:nvSpPr>
        <p:spPr>
          <a:xfrm>
            <a:off x="52224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28D7DD23-9B77-4B34-915B-8D9DCD4B4FC8}"/>
              </a:ext>
            </a:extLst>
          </p:cNvPr>
          <p:cNvSpPr>
            <a:spLocks noGrp="1"/>
          </p:cNvSpPr>
          <p:nvPr/>
        </p:nvSpPr>
        <p:spPr>
          <a:xfrm>
            <a:off x="5202380" y="2921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90F12FDE-245D-491C-B102-389FFD0748C6}"/>
              </a:ext>
            </a:extLst>
          </p:cNvPr>
          <p:cNvSpPr>
            <a:spLocks noGrp="1"/>
          </p:cNvSpPr>
          <p:nvPr/>
        </p:nvSpPr>
        <p:spPr>
          <a:xfrm>
            <a:off x="523825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BDE3FEC-35AF-4318-9A3B-85CF29B8591A}"/>
              </a:ext>
            </a:extLst>
          </p:cNvPr>
          <p:cNvSpPr>
            <a:spLocks noGrp="1"/>
          </p:cNvSpPr>
          <p:nvPr/>
        </p:nvSpPr>
        <p:spPr>
          <a:xfrm>
            <a:off x="51824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4491B214-B2AB-4BE5-9DED-5404E1FA498A}"/>
              </a:ext>
            </a:extLst>
          </p:cNvPr>
          <p:cNvSpPr>
            <a:spLocks noGrp="1"/>
          </p:cNvSpPr>
          <p:nvPr/>
        </p:nvSpPr>
        <p:spPr>
          <a:xfrm>
            <a:off x="5279178" y="34810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A8AC5D5C-FC7B-41B7-99CD-ECCEF7F57B92}"/>
              </a:ext>
            </a:extLst>
          </p:cNvPr>
          <p:cNvSpPr>
            <a:spLocks noGrp="1"/>
          </p:cNvSpPr>
          <p:nvPr/>
        </p:nvSpPr>
        <p:spPr>
          <a:xfrm>
            <a:off x="5245053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DC8D72B7-FF02-4D19-8F36-BF09BB0A7A08}"/>
              </a:ext>
            </a:extLst>
          </p:cNvPr>
          <p:cNvSpPr>
            <a:spLocks noGrp="1"/>
          </p:cNvSpPr>
          <p:nvPr/>
        </p:nvSpPr>
        <p:spPr>
          <a:xfrm>
            <a:off x="5230219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E41A9CC1-15DA-494A-B3BF-E48B79EFE6E3}"/>
              </a:ext>
            </a:extLst>
          </p:cNvPr>
          <p:cNvSpPr>
            <a:spLocks noGrp="1"/>
          </p:cNvSpPr>
          <p:nvPr/>
        </p:nvSpPr>
        <p:spPr>
          <a:xfrm>
            <a:off x="5276975" y="368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FB806A5B-BD38-4B3F-816A-66698CFA0D6D}"/>
              </a:ext>
            </a:extLst>
          </p:cNvPr>
          <p:cNvSpPr>
            <a:spLocks noGrp="1"/>
          </p:cNvSpPr>
          <p:nvPr/>
        </p:nvSpPr>
        <p:spPr>
          <a:xfrm>
            <a:off x="5285189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9DF42549-9BBE-42E6-B168-AAA922E3B78B}"/>
              </a:ext>
            </a:extLst>
          </p:cNvPr>
          <p:cNvSpPr>
            <a:spLocks noGrp="1"/>
          </p:cNvSpPr>
          <p:nvPr/>
        </p:nvSpPr>
        <p:spPr>
          <a:xfrm>
            <a:off x="51738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E1C737E0-0B09-4E4C-A4D9-CBD2E3D87D64}"/>
              </a:ext>
            </a:extLst>
          </p:cNvPr>
          <p:cNvSpPr>
            <a:spLocks noGrp="1"/>
          </p:cNvSpPr>
          <p:nvPr/>
        </p:nvSpPr>
        <p:spPr>
          <a:xfrm>
            <a:off x="52856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121D44BA-6130-4466-ADC9-EF7DAF3F6EB1}"/>
              </a:ext>
            </a:extLst>
          </p:cNvPr>
          <p:cNvSpPr>
            <a:spLocks noGrp="1"/>
          </p:cNvSpPr>
          <p:nvPr/>
        </p:nvSpPr>
        <p:spPr>
          <a:xfrm>
            <a:off x="523998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43AB8027-AD94-4A8C-B2B0-0AA667935844}"/>
              </a:ext>
            </a:extLst>
          </p:cNvPr>
          <p:cNvSpPr>
            <a:spLocks noGrp="1"/>
          </p:cNvSpPr>
          <p:nvPr/>
        </p:nvSpPr>
        <p:spPr>
          <a:xfrm>
            <a:off x="5244309" y="33297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D871131E-3C74-4ADA-9A46-4C1E5B62060C}"/>
              </a:ext>
            </a:extLst>
          </p:cNvPr>
          <p:cNvSpPr>
            <a:spLocks noGrp="1"/>
          </p:cNvSpPr>
          <p:nvPr/>
        </p:nvSpPr>
        <p:spPr>
          <a:xfrm>
            <a:off x="52641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4F782D94-CB2B-4B1C-BFFB-FDF295B4FFDD}"/>
              </a:ext>
            </a:extLst>
          </p:cNvPr>
          <p:cNvSpPr>
            <a:spLocks noGrp="1"/>
          </p:cNvSpPr>
          <p:nvPr/>
        </p:nvSpPr>
        <p:spPr>
          <a:xfrm>
            <a:off x="5246870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5FDBE108-812B-4D72-BBF9-AB07A86E9F19}"/>
              </a:ext>
            </a:extLst>
          </p:cNvPr>
          <p:cNvSpPr>
            <a:spLocks noGrp="1"/>
          </p:cNvSpPr>
          <p:nvPr/>
        </p:nvSpPr>
        <p:spPr>
          <a:xfrm>
            <a:off x="547480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1BEDE56B-C3CD-4616-A8C6-84B8365EA15E}"/>
              </a:ext>
            </a:extLst>
          </p:cNvPr>
          <p:cNvSpPr>
            <a:spLocks noGrp="1"/>
          </p:cNvSpPr>
          <p:nvPr/>
        </p:nvSpPr>
        <p:spPr>
          <a:xfrm>
            <a:off x="552206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F00069C3-8FF4-4637-A669-4704FCFE2372}"/>
              </a:ext>
            </a:extLst>
          </p:cNvPr>
          <p:cNvSpPr>
            <a:spLocks noGrp="1"/>
          </p:cNvSpPr>
          <p:nvPr/>
        </p:nvSpPr>
        <p:spPr>
          <a:xfrm>
            <a:off x="552504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1334">
            <a:extLst>
              <a:ext uri="{FF2B5EF4-FFF2-40B4-BE49-F238E27FC236}">
                <a16:creationId xmlns:a16="http://schemas.microsoft.com/office/drawing/2014/main" id="{82D44DD9-B3E2-4594-83D8-803C350EA048}"/>
              </a:ext>
            </a:extLst>
          </p:cNvPr>
          <p:cNvSpPr>
            <a:spLocks noGrp="1"/>
          </p:cNvSpPr>
          <p:nvPr/>
        </p:nvSpPr>
        <p:spPr>
          <a:xfrm>
            <a:off x="5503837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1335">
            <a:extLst>
              <a:ext uri="{FF2B5EF4-FFF2-40B4-BE49-F238E27FC236}">
                <a16:creationId xmlns:a16="http://schemas.microsoft.com/office/drawing/2014/main" id="{67E12A12-1A96-488F-B958-B1542E13F382}"/>
              </a:ext>
            </a:extLst>
          </p:cNvPr>
          <p:cNvSpPr>
            <a:spLocks noGrp="1"/>
          </p:cNvSpPr>
          <p:nvPr/>
        </p:nvSpPr>
        <p:spPr>
          <a:xfrm>
            <a:off x="5482657" y="2631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F2F951D5-0BE9-42AE-942A-4B7374AC02AA}"/>
              </a:ext>
            </a:extLst>
          </p:cNvPr>
          <p:cNvSpPr>
            <a:spLocks noGrp="1"/>
          </p:cNvSpPr>
          <p:nvPr/>
        </p:nvSpPr>
        <p:spPr>
          <a:xfrm>
            <a:off x="551178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FE05A18F-E9BC-4113-9D85-7D72A4CAA748}"/>
              </a:ext>
            </a:extLst>
          </p:cNvPr>
          <p:cNvSpPr>
            <a:spLocks noGrp="1"/>
          </p:cNvSpPr>
          <p:nvPr/>
        </p:nvSpPr>
        <p:spPr>
          <a:xfrm>
            <a:off x="548039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130AE767-7CA1-404C-A68E-407A03235B1F}"/>
              </a:ext>
            </a:extLst>
          </p:cNvPr>
          <p:cNvSpPr>
            <a:spLocks noGrp="1"/>
          </p:cNvSpPr>
          <p:nvPr/>
        </p:nvSpPr>
        <p:spPr>
          <a:xfrm>
            <a:off x="54959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8A46AED5-C486-4628-8484-C355AF939A0D}"/>
              </a:ext>
            </a:extLst>
          </p:cNvPr>
          <p:cNvSpPr>
            <a:spLocks noGrp="1"/>
          </p:cNvSpPr>
          <p:nvPr/>
        </p:nvSpPr>
        <p:spPr>
          <a:xfrm>
            <a:off x="5582814" y="3618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AC160376-9F15-4E23-9E00-10C18337518A}"/>
              </a:ext>
            </a:extLst>
          </p:cNvPr>
          <p:cNvSpPr>
            <a:spLocks noGrp="1"/>
          </p:cNvSpPr>
          <p:nvPr/>
        </p:nvSpPr>
        <p:spPr>
          <a:xfrm>
            <a:off x="556831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352C84C8-3892-4925-8F27-CD5D14185839}"/>
              </a:ext>
            </a:extLst>
          </p:cNvPr>
          <p:cNvSpPr>
            <a:spLocks noGrp="1"/>
          </p:cNvSpPr>
          <p:nvPr/>
        </p:nvSpPr>
        <p:spPr>
          <a:xfrm>
            <a:off x="5532788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B685C29B-E712-4392-ABF6-874AEC3E2DF8}"/>
              </a:ext>
            </a:extLst>
          </p:cNvPr>
          <p:cNvSpPr>
            <a:spLocks noGrp="1"/>
          </p:cNvSpPr>
          <p:nvPr/>
        </p:nvSpPr>
        <p:spPr>
          <a:xfrm>
            <a:off x="548860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AA033958-4DAD-47AB-89C7-1716772BA644}"/>
              </a:ext>
            </a:extLst>
          </p:cNvPr>
          <p:cNvSpPr>
            <a:spLocks noGrp="1"/>
          </p:cNvSpPr>
          <p:nvPr/>
        </p:nvSpPr>
        <p:spPr>
          <a:xfrm>
            <a:off x="546846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1CD7A318-8BDC-4475-8232-53EFD5A50FB5}"/>
              </a:ext>
            </a:extLst>
          </p:cNvPr>
          <p:cNvSpPr>
            <a:spLocks noGrp="1"/>
          </p:cNvSpPr>
          <p:nvPr/>
        </p:nvSpPr>
        <p:spPr>
          <a:xfrm>
            <a:off x="5480919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959EC0FD-866A-48FE-B348-300F257C79F4}"/>
              </a:ext>
            </a:extLst>
          </p:cNvPr>
          <p:cNvSpPr>
            <a:spLocks noGrp="1"/>
          </p:cNvSpPr>
          <p:nvPr/>
        </p:nvSpPr>
        <p:spPr>
          <a:xfrm>
            <a:off x="5493909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D49F042-DC85-4C03-864A-92375D5019CD}"/>
              </a:ext>
            </a:extLst>
          </p:cNvPr>
          <p:cNvSpPr>
            <a:spLocks noGrp="1"/>
          </p:cNvSpPr>
          <p:nvPr/>
        </p:nvSpPr>
        <p:spPr>
          <a:xfrm>
            <a:off x="548989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7E78E801-DC3A-40B3-AAB3-73DDAC5EE043}"/>
              </a:ext>
            </a:extLst>
          </p:cNvPr>
          <p:cNvSpPr>
            <a:spLocks noGrp="1"/>
          </p:cNvSpPr>
          <p:nvPr/>
        </p:nvSpPr>
        <p:spPr>
          <a:xfrm>
            <a:off x="546326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457CECAA-0455-4BA6-9BBD-B9424C83F4E1}"/>
              </a:ext>
            </a:extLst>
          </p:cNvPr>
          <p:cNvSpPr>
            <a:spLocks noGrp="1"/>
          </p:cNvSpPr>
          <p:nvPr/>
        </p:nvSpPr>
        <p:spPr>
          <a:xfrm>
            <a:off x="55293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1F546126-A59C-4658-944A-FDE71371321F}"/>
              </a:ext>
            </a:extLst>
          </p:cNvPr>
          <p:cNvSpPr>
            <a:spLocks noGrp="1"/>
          </p:cNvSpPr>
          <p:nvPr/>
        </p:nvSpPr>
        <p:spPr>
          <a:xfrm>
            <a:off x="556710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17E32FD-8C64-4337-ABDE-10EC7AF71BE3}"/>
              </a:ext>
            </a:extLst>
          </p:cNvPr>
          <p:cNvSpPr>
            <a:spLocks noGrp="1"/>
          </p:cNvSpPr>
          <p:nvPr/>
        </p:nvSpPr>
        <p:spPr>
          <a:xfrm>
            <a:off x="5469244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00A722B8-87F9-424F-9F0A-18B938E2CF7D}"/>
              </a:ext>
            </a:extLst>
          </p:cNvPr>
          <p:cNvSpPr>
            <a:spLocks noGrp="1"/>
          </p:cNvSpPr>
          <p:nvPr/>
        </p:nvSpPr>
        <p:spPr>
          <a:xfrm>
            <a:off x="5542455" y="35326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72C5BDE0-DE36-4908-BD8F-36334D99C752}"/>
              </a:ext>
            </a:extLst>
          </p:cNvPr>
          <p:cNvSpPr>
            <a:spLocks noGrp="1"/>
          </p:cNvSpPr>
          <p:nvPr/>
        </p:nvSpPr>
        <p:spPr>
          <a:xfrm>
            <a:off x="555445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3EFA0680-4DF7-49FC-9624-A0EEBC773284}"/>
              </a:ext>
            </a:extLst>
          </p:cNvPr>
          <p:cNvSpPr>
            <a:spLocks noGrp="1"/>
          </p:cNvSpPr>
          <p:nvPr/>
        </p:nvSpPr>
        <p:spPr>
          <a:xfrm>
            <a:off x="5498678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E094CC08-7CCB-4C67-AE51-BE8A3B23F0FC}"/>
              </a:ext>
            </a:extLst>
          </p:cNvPr>
          <p:cNvSpPr>
            <a:spLocks noGrp="1"/>
          </p:cNvSpPr>
          <p:nvPr/>
        </p:nvSpPr>
        <p:spPr>
          <a:xfrm>
            <a:off x="5562885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873D7509-EDF5-4AE6-8404-FE1E397B4998}"/>
              </a:ext>
            </a:extLst>
          </p:cNvPr>
          <p:cNvSpPr>
            <a:spLocks noGrp="1"/>
          </p:cNvSpPr>
          <p:nvPr/>
        </p:nvSpPr>
        <p:spPr>
          <a:xfrm>
            <a:off x="5518407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561B71-EAAD-48DB-9890-94BD74E1A62E}"/>
              </a:ext>
            </a:extLst>
          </p:cNvPr>
          <p:cNvSpPr>
            <a:spLocks noGrp="1"/>
          </p:cNvSpPr>
          <p:nvPr/>
        </p:nvSpPr>
        <p:spPr>
          <a:xfrm>
            <a:off x="552144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9796B2B4-BC4C-4B92-9C07-B49500983016}"/>
              </a:ext>
            </a:extLst>
          </p:cNvPr>
          <p:cNvSpPr>
            <a:spLocks noGrp="1"/>
          </p:cNvSpPr>
          <p:nvPr/>
        </p:nvSpPr>
        <p:spPr>
          <a:xfrm>
            <a:off x="5573675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0869D95-7A0D-4EE9-9340-FF5DD9A05F22}"/>
              </a:ext>
            </a:extLst>
          </p:cNvPr>
          <p:cNvSpPr>
            <a:spLocks noGrp="1"/>
          </p:cNvSpPr>
          <p:nvPr/>
        </p:nvSpPr>
        <p:spPr>
          <a:xfrm>
            <a:off x="5560782" y="3302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1B8FAA53-9071-463B-8E6A-A234F169A9C3}"/>
              </a:ext>
            </a:extLst>
          </p:cNvPr>
          <p:cNvSpPr>
            <a:spLocks noGrp="1"/>
          </p:cNvSpPr>
          <p:nvPr/>
        </p:nvSpPr>
        <p:spPr>
          <a:xfrm>
            <a:off x="5545160" y="34715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B97E7EA8-A386-4FAF-8396-C2E348DC0A7D}"/>
              </a:ext>
            </a:extLst>
          </p:cNvPr>
          <p:cNvSpPr>
            <a:spLocks noGrp="1"/>
          </p:cNvSpPr>
          <p:nvPr/>
        </p:nvSpPr>
        <p:spPr>
          <a:xfrm>
            <a:off x="550313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8E33A21D-F97F-4AED-8503-5AFBD4CAD677}"/>
              </a:ext>
            </a:extLst>
          </p:cNvPr>
          <p:cNvSpPr>
            <a:spLocks noGrp="1"/>
          </p:cNvSpPr>
          <p:nvPr/>
        </p:nvSpPr>
        <p:spPr>
          <a:xfrm>
            <a:off x="555357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F561033B-C54D-4E73-8094-A3F49F98472C}"/>
              </a:ext>
            </a:extLst>
          </p:cNvPr>
          <p:cNvSpPr>
            <a:spLocks noGrp="1"/>
          </p:cNvSpPr>
          <p:nvPr/>
        </p:nvSpPr>
        <p:spPr>
          <a:xfrm>
            <a:off x="5556919" y="3450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0AA2DDAE-F066-40AE-9D6C-A90A1B293090}"/>
              </a:ext>
            </a:extLst>
          </p:cNvPr>
          <p:cNvSpPr>
            <a:spLocks noGrp="1"/>
          </p:cNvSpPr>
          <p:nvPr/>
        </p:nvSpPr>
        <p:spPr>
          <a:xfrm>
            <a:off x="550835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80F78437-5CF1-4A5E-AC8E-2E888B212F55}"/>
              </a:ext>
            </a:extLst>
          </p:cNvPr>
          <p:cNvSpPr>
            <a:spLocks noGrp="1"/>
          </p:cNvSpPr>
          <p:nvPr/>
        </p:nvSpPr>
        <p:spPr>
          <a:xfrm>
            <a:off x="545992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F6448B68-CC73-4815-ABD7-DECC09A8C9A3}"/>
              </a:ext>
            </a:extLst>
          </p:cNvPr>
          <p:cNvSpPr>
            <a:spLocks noGrp="1"/>
          </p:cNvSpPr>
          <p:nvPr/>
        </p:nvSpPr>
        <p:spPr>
          <a:xfrm>
            <a:off x="549319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B84F8BA2-14B0-45F7-8317-A1D898F02478}"/>
              </a:ext>
            </a:extLst>
          </p:cNvPr>
          <p:cNvSpPr>
            <a:spLocks noGrp="1"/>
          </p:cNvSpPr>
          <p:nvPr/>
        </p:nvSpPr>
        <p:spPr>
          <a:xfrm>
            <a:off x="547255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1115616D-665D-4148-A612-6D0159C5770A}"/>
              </a:ext>
            </a:extLst>
          </p:cNvPr>
          <p:cNvSpPr>
            <a:spLocks noGrp="1"/>
          </p:cNvSpPr>
          <p:nvPr/>
        </p:nvSpPr>
        <p:spPr>
          <a:xfrm>
            <a:off x="549403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F3F81C8B-EA73-4FE4-AD67-5E09B3931F78}"/>
              </a:ext>
            </a:extLst>
          </p:cNvPr>
          <p:cNvSpPr>
            <a:spLocks noGrp="1"/>
          </p:cNvSpPr>
          <p:nvPr/>
        </p:nvSpPr>
        <p:spPr>
          <a:xfrm>
            <a:off x="546204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A203A19C-654E-40A8-846F-D19B5668CD52}"/>
              </a:ext>
            </a:extLst>
          </p:cNvPr>
          <p:cNvSpPr>
            <a:spLocks noGrp="1"/>
          </p:cNvSpPr>
          <p:nvPr/>
        </p:nvSpPr>
        <p:spPr>
          <a:xfrm>
            <a:off x="55697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A0F6FAAD-5F9E-4EE4-BBE0-BF8D508E2C18}"/>
              </a:ext>
            </a:extLst>
          </p:cNvPr>
          <p:cNvSpPr>
            <a:spLocks noGrp="1"/>
          </p:cNvSpPr>
          <p:nvPr/>
        </p:nvSpPr>
        <p:spPr>
          <a:xfrm>
            <a:off x="5544644" y="206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8D82418B-517B-4221-B0EB-267CC8B09AB4}"/>
              </a:ext>
            </a:extLst>
          </p:cNvPr>
          <p:cNvSpPr>
            <a:spLocks noGrp="1"/>
          </p:cNvSpPr>
          <p:nvPr/>
        </p:nvSpPr>
        <p:spPr>
          <a:xfrm>
            <a:off x="556788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A6D048B5-FA40-4253-B2D2-755A11FE13C2}"/>
              </a:ext>
            </a:extLst>
          </p:cNvPr>
          <p:cNvSpPr>
            <a:spLocks noGrp="1"/>
          </p:cNvSpPr>
          <p:nvPr/>
        </p:nvSpPr>
        <p:spPr>
          <a:xfrm>
            <a:off x="545912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DF1442E4-9D54-4ED1-8093-839F771F8F2B}"/>
              </a:ext>
            </a:extLst>
          </p:cNvPr>
          <p:cNvSpPr>
            <a:spLocks noGrp="1"/>
          </p:cNvSpPr>
          <p:nvPr/>
        </p:nvSpPr>
        <p:spPr>
          <a:xfrm>
            <a:off x="55566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B0CD8A84-3A3F-4900-A96C-8E562AA93CA5}"/>
              </a:ext>
            </a:extLst>
          </p:cNvPr>
          <p:cNvSpPr>
            <a:spLocks noGrp="1"/>
          </p:cNvSpPr>
          <p:nvPr/>
        </p:nvSpPr>
        <p:spPr>
          <a:xfrm>
            <a:off x="556335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4A8355B0-A6C9-432D-A561-2AD04260B4B5}"/>
              </a:ext>
            </a:extLst>
          </p:cNvPr>
          <p:cNvSpPr>
            <a:spLocks noGrp="1"/>
          </p:cNvSpPr>
          <p:nvPr/>
        </p:nvSpPr>
        <p:spPr>
          <a:xfrm>
            <a:off x="545614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B1AEB429-2E72-4387-9C10-E16035737738}"/>
              </a:ext>
            </a:extLst>
          </p:cNvPr>
          <p:cNvSpPr>
            <a:spLocks noGrp="1"/>
          </p:cNvSpPr>
          <p:nvPr/>
        </p:nvSpPr>
        <p:spPr>
          <a:xfrm>
            <a:off x="550978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E782F151-D41E-44B0-9859-D74407BCF4EA}"/>
              </a:ext>
            </a:extLst>
          </p:cNvPr>
          <p:cNvSpPr>
            <a:spLocks noGrp="1"/>
          </p:cNvSpPr>
          <p:nvPr/>
        </p:nvSpPr>
        <p:spPr>
          <a:xfrm>
            <a:off x="554284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BCE1A34A-67A2-43C1-8032-13C4D8440B91}"/>
              </a:ext>
            </a:extLst>
          </p:cNvPr>
          <p:cNvSpPr>
            <a:spLocks noGrp="1"/>
          </p:cNvSpPr>
          <p:nvPr/>
        </p:nvSpPr>
        <p:spPr>
          <a:xfrm>
            <a:off x="547601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EF6BCFC6-2278-4C03-B35A-D688191C31BE}"/>
              </a:ext>
            </a:extLst>
          </p:cNvPr>
          <p:cNvSpPr>
            <a:spLocks noGrp="1"/>
          </p:cNvSpPr>
          <p:nvPr/>
        </p:nvSpPr>
        <p:spPr>
          <a:xfrm>
            <a:off x="551825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557C45C6-5DE9-47F7-91DC-CAFCACB6F809}"/>
              </a:ext>
            </a:extLst>
          </p:cNvPr>
          <p:cNvSpPr>
            <a:spLocks noGrp="1"/>
          </p:cNvSpPr>
          <p:nvPr/>
        </p:nvSpPr>
        <p:spPr>
          <a:xfrm>
            <a:off x="5565411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2500EE5-477D-4DE7-9EE3-785D67AC9372}"/>
              </a:ext>
            </a:extLst>
          </p:cNvPr>
          <p:cNvSpPr>
            <a:spLocks noGrp="1"/>
          </p:cNvSpPr>
          <p:nvPr/>
        </p:nvSpPr>
        <p:spPr>
          <a:xfrm>
            <a:off x="550393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01530A33-43C7-4DFC-A320-A9ABEBD1B0B6}"/>
              </a:ext>
            </a:extLst>
          </p:cNvPr>
          <p:cNvSpPr>
            <a:spLocks noGrp="1"/>
          </p:cNvSpPr>
          <p:nvPr/>
        </p:nvSpPr>
        <p:spPr>
          <a:xfrm>
            <a:off x="546518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E9FBF87-F07D-4E3C-8F18-85AD3206ED6E}"/>
              </a:ext>
            </a:extLst>
          </p:cNvPr>
          <p:cNvSpPr>
            <a:spLocks noGrp="1"/>
          </p:cNvSpPr>
          <p:nvPr/>
        </p:nvSpPr>
        <p:spPr>
          <a:xfrm>
            <a:off x="5558598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700C6219-118E-480C-A2F8-7A4E4C9D1EA5}"/>
              </a:ext>
            </a:extLst>
          </p:cNvPr>
          <p:cNvSpPr>
            <a:spLocks noGrp="1"/>
          </p:cNvSpPr>
          <p:nvPr/>
        </p:nvSpPr>
        <p:spPr>
          <a:xfrm>
            <a:off x="5481788" y="3042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2CF70538-D8BD-4F28-B82B-37F240050E56}"/>
              </a:ext>
            </a:extLst>
          </p:cNvPr>
          <p:cNvSpPr>
            <a:spLocks noGrp="1"/>
          </p:cNvSpPr>
          <p:nvPr/>
        </p:nvSpPr>
        <p:spPr>
          <a:xfrm>
            <a:off x="5506464" y="2829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40378FE0-B039-4ED0-9F6F-20AB4EB4CFDB}"/>
              </a:ext>
            </a:extLst>
          </p:cNvPr>
          <p:cNvSpPr>
            <a:spLocks noGrp="1"/>
          </p:cNvSpPr>
          <p:nvPr/>
        </p:nvSpPr>
        <p:spPr>
          <a:xfrm>
            <a:off x="5519835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239BA918-FB97-48C2-8E1D-E6C323BDDBCF}"/>
              </a:ext>
            </a:extLst>
          </p:cNvPr>
          <p:cNvSpPr>
            <a:spLocks noGrp="1"/>
          </p:cNvSpPr>
          <p:nvPr/>
        </p:nvSpPr>
        <p:spPr>
          <a:xfrm>
            <a:off x="545067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79C007EF-1665-406F-8B2B-2214DEEF25F5}"/>
              </a:ext>
            </a:extLst>
          </p:cNvPr>
          <p:cNvSpPr>
            <a:spLocks noGrp="1"/>
          </p:cNvSpPr>
          <p:nvPr/>
        </p:nvSpPr>
        <p:spPr>
          <a:xfrm>
            <a:off x="556142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D1C72F4D-AB77-4CF9-B973-87682356E93A}"/>
              </a:ext>
            </a:extLst>
          </p:cNvPr>
          <p:cNvSpPr>
            <a:spLocks noGrp="1"/>
          </p:cNvSpPr>
          <p:nvPr/>
        </p:nvSpPr>
        <p:spPr>
          <a:xfrm>
            <a:off x="5575245" y="3700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9EA4460C-A141-4F9C-8566-F2ED51D36ABA}"/>
              </a:ext>
            </a:extLst>
          </p:cNvPr>
          <p:cNvSpPr>
            <a:spLocks noGrp="1"/>
          </p:cNvSpPr>
          <p:nvPr/>
        </p:nvSpPr>
        <p:spPr>
          <a:xfrm>
            <a:off x="5487746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DC540E9C-A34C-44CD-AC1E-F9D3506DE32B}"/>
              </a:ext>
            </a:extLst>
          </p:cNvPr>
          <p:cNvSpPr>
            <a:spLocks noGrp="1"/>
          </p:cNvSpPr>
          <p:nvPr/>
        </p:nvSpPr>
        <p:spPr>
          <a:xfrm>
            <a:off x="553499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ACC916A9-B31B-4962-990E-40C2EA89597F}"/>
              </a:ext>
            </a:extLst>
          </p:cNvPr>
          <p:cNvSpPr>
            <a:spLocks noGrp="1"/>
          </p:cNvSpPr>
          <p:nvPr/>
        </p:nvSpPr>
        <p:spPr>
          <a:xfrm>
            <a:off x="549510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1E0E7988-9A8D-4692-8E57-5297C52FF1CF}"/>
              </a:ext>
            </a:extLst>
          </p:cNvPr>
          <p:cNvSpPr>
            <a:spLocks noGrp="1"/>
          </p:cNvSpPr>
          <p:nvPr/>
        </p:nvSpPr>
        <p:spPr>
          <a:xfrm>
            <a:off x="550876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8F6C8482-E891-4406-940D-7323C54D2AA1}"/>
              </a:ext>
            </a:extLst>
          </p:cNvPr>
          <p:cNvSpPr>
            <a:spLocks noGrp="1"/>
          </p:cNvSpPr>
          <p:nvPr/>
        </p:nvSpPr>
        <p:spPr>
          <a:xfrm>
            <a:off x="557678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E92A8370-C4E1-405C-9B58-A46E2C1602F7}"/>
              </a:ext>
            </a:extLst>
          </p:cNvPr>
          <p:cNvSpPr>
            <a:spLocks noGrp="1"/>
          </p:cNvSpPr>
          <p:nvPr/>
        </p:nvSpPr>
        <p:spPr>
          <a:xfrm>
            <a:off x="551568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DA48E751-B9D2-4F6F-93DD-5CA06D75DD4E}"/>
              </a:ext>
            </a:extLst>
          </p:cNvPr>
          <p:cNvSpPr>
            <a:spLocks noGrp="1"/>
          </p:cNvSpPr>
          <p:nvPr/>
        </p:nvSpPr>
        <p:spPr>
          <a:xfrm>
            <a:off x="5574961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1A5BAB9F-1795-453C-AA42-7097E997E735}"/>
              </a:ext>
            </a:extLst>
          </p:cNvPr>
          <p:cNvSpPr>
            <a:spLocks noGrp="1"/>
          </p:cNvSpPr>
          <p:nvPr/>
        </p:nvSpPr>
        <p:spPr>
          <a:xfrm>
            <a:off x="5507243" y="26457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0C3D37C6-5C11-4D9D-991C-1DFF382CC1FF}"/>
              </a:ext>
            </a:extLst>
          </p:cNvPr>
          <p:cNvSpPr>
            <a:spLocks noGrp="1"/>
          </p:cNvSpPr>
          <p:nvPr/>
        </p:nvSpPr>
        <p:spPr>
          <a:xfrm>
            <a:off x="555204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7CE19DAB-B171-423B-A977-28EC2A412992}"/>
              </a:ext>
            </a:extLst>
          </p:cNvPr>
          <p:cNvSpPr>
            <a:spLocks noGrp="1"/>
          </p:cNvSpPr>
          <p:nvPr/>
        </p:nvSpPr>
        <p:spPr>
          <a:xfrm>
            <a:off x="5533797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7502266A-569D-4A6F-9360-34C0CCC96BB4}"/>
              </a:ext>
            </a:extLst>
          </p:cNvPr>
          <p:cNvSpPr>
            <a:spLocks noGrp="1"/>
          </p:cNvSpPr>
          <p:nvPr/>
        </p:nvSpPr>
        <p:spPr>
          <a:xfrm>
            <a:off x="5528482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EE3868DE-57A1-4109-96FD-8EA7E953BAF1}"/>
              </a:ext>
            </a:extLst>
          </p:cNvPr>
          <p:cNvSpPr>
            <a:spLocks noGrp="1"/>
          </p:cNvSpPr>
          <p:nvPr/>
        </p:nvSpPr>
        <p:spPr>
          <a:xfrm>
            <a:off x="545527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0C827EF-D8CA-43B7-A51D-5DE9F3162DA6}"/>
              </a:ext>
            </a:extLst>
          </p:cNvPr>
          <p:cNvSpPr>
            <a:spLocks noGrp="1"/>
          </p:cNvSpPr>
          <p:nvPr/>
        </p:nvSpPr>
        <p:spPr>
          <a:xfrm>
            <a:off x="5479027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4D2153F4-0EEC-4140-B21B-2444FA263D0A}"/>
              </a:ext>
            </a:extLst>
          </p:cNvPr>
          <p:cNvSpPr>
            <a:spLocks noGrp="1"/>
          </p:cNvSpPr>
          <p:nvPr/>
        </p:nvSpPr>
        <p:spPr>
          <a:xfrm>
            <a:off x="558167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981D978B-B2EB-4875-943D-9F16CCF5E22C}"/>
              </a:ext>
            </a:extLst>
          </p:cNvPr>
          <p:cNvSpPr>
            <a:spLocks noGrp="1"/>
          </p:cNvSpPr>
          <p:nvPr/>
        </p:nvSpPr>
        <p:spPr>
          <a:xfrm>
            <a:off x="554926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5E8F2831-55C9-4109-8641-1108B861CE23}"/>
              </a:ext>
            </a:extLst>
          </p:cNvPr>
          <p:cNvSpPr>
            <a:spLocks noGrp="1"/>
          </p:cNvSpPr>
          <p:nvPr/>
        </p:nvSpPr>
        <p:spPr>
          <a:xfrm>
            <a:off x="55461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0D3E7D1F-7816-4827-AA76-F1F402B91D22}"/>
              </a:ext>
            </a:extLst>
          </p:cNvPr>
          <p:cNvSpPr>
            <a:spLocks noGrp="1"/>
          </p:cNvSpPr>
          <p:nvPr/>
        </p:nvSpPr>
        <p:spPr>
          <a:xfrm>
            <a:off x="548383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3161364-D9DE-414E-BDC6-990C9315588E}"/>
              </a:ext>
            </a:extLst>
          </p:cNvPr>
          <p:cNvSpPr>
            <a:spLocks noGrp="1"/>
          </p:cNvSpPr>
          <p:nvPr/>
        </p:nvSpPr>
        <p:spPr>
          <a:xfrm>
            <a:off x="553808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11F8C0DF-2A92-4805-95A3-69A1DC2393B1}"/>
              </a:ext>
            </a:extLst>
          </p:cNvPr>
          <p:cNvSpPr>
            <a:spLocks noGrp="1"/>
          </p:cNvSpPr>
          <p:nvPr/>
        </p:nvSpPr>
        <p:spPr>
          <a:xfrm>
            <a:off x="550119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EE66CACA-585D-467C-9DE8-0A175C882F9E}"/>
              </a:ext>
            </a:extLst>
          </p:cNvPr>
          <p:cNvSpPr>
            <a:spLocks noGrp="1"/>
          </p:cNvSpPr>
          <p:nvPr/>
        </p:nvSpPr>
        <p:spPr>
          <a:xfrm>
            <a:off x="545465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A5ACBF3-832C-483F-8D6A-1876CA6EAB10}"/>
              </a:ext>
            </a:extLst>
          </p:cNvPr>
          <p:cNvSpPr>
            <a:spLocks noGrp="1"/>
          </p:cNvSpPr>
          <p:nvPr/>
        </p:nvSpPr>
        <p:spPr>
          <a:xfrm>
            <a:off x="5468574" y="22481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EB249492-E194-4A66-B115-F58D8308B545}"/>
              </a:ext>
            </a:extLst>
          </p:cNvPr>
          <p:cNvSpPr>
            <a:spLocks noGrp="1"/>
          </p:cNvSpPr>
          <p:nvPr/>
        </p:nvSpPr>
        <p:spPr>
          <a:xfrm>
            <a:off x="555130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90548E1F-2AD6-4A4C-9FAF-47767F40D5F6}"/>
              </a:ext>
            </a:extLst>
          </p:cNvPr>
          <p:cNvSpPr>
            <a:spLocks noGrp="1"/>
          </p:cNvSpPr>
          <p:nvPr/>
        </p:nvSpPr>
        <p:spPr>
          <a:xfrm>
            <a:off x="557005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3A7281ED-D582-4D1E-BECE-8D1E51061D0A}"/>
              </a:ext>
            </a:extLst>
          </p:cNvPr>
          <p:cNvSpPr>
            <a:spLocks noGrp="1"/>
          </p:cNvSpPr>
          <p:nvPr/>
        </p:nvSpPr>
        <p:spPr>
          <a:xfrm>
            <a:off x="5516451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10B5AB28-9571-4287-B2EC-A46962327E93}"/>
              </a:ext>
            </a:extLst>
          </p:cNvPr>
          <p:cNvSpPr>
            <a:spLocks noGrp="1"/>
          </p:cNvSpPr>
          <p:nvPr/>
        </p:nvSpPr>
        <p:spPr>
          <a:xfrm>
            <a:off x="552986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3140AED5-63CB-4E19-8B34-B69960544626}"/>
              </a:ext>
            </a:extLst>
          </p:cNvPr>
          <p:cNvSpPr>
            <a:spLocks noGrp="1"/>
          </p:cNvSpPr>
          <p:nvPr/>
        </p:nvSpPr>
        <p:spPr>
          <a:xfrm>
            <a:off x="549454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F5111FA7-2708-4E95-A398-BD6CF265AEAC}"/>
              </a:ext>
            </a:extLst>
          </p:cNvPr>
          <p:cNvSpPr>
            <a:spLocks noGrp="1"/>
          </p:cNvSpPr>
          <p:nvPr/>
        </p:nvSpPr>
        <p:spPr>
          <a:xfrm>
            <a:off x="546504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1AF3137D-1071-43BC-B2FB-B800034BA14C}"/>
              </a:ext>
            </a:extLst>
          </p:cNvPr>
          <p:cNvSpPr>
            <a:spLocks noGrp="1"/>
          </p:cNvSpPr>
          <p:nvPr/>
        </p:nvSpPr>
        <p:spPr>
          <a:xfrm>
            <a:off x="547878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DE2A6027-5516-4A3B-885E-5225D0542E2A}"/>
              </a:ext>
            </a:extLst>
          </p:cNvPr>
          <p:cNvSpPr>
            <a:spLocks noGrp="1"/>
          </p:cNvSpPr>
          <p:nvPr/>
        </p:nvSpPr>
        <p:spPr>
          <a:xfrm>
            <a:off x="54615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D2984556-85AD-4EC0-8684-8ACE2997761E}"/>
              </a:ext>
            </a:extLst>
          </p:cNvPr>
          <p:cNvSpPr>
            <a:spLocks noGrp="1"/>
          </p:cNvSpPr>
          <p:nvPr/>
        </p:nvSpPr>
        <p:spPr>
          <a:xfrm>
            <a:off x="548794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6B9C90BB-9121-4B83-993B-0B71F366F9F5}"/>
              </a:ext>
            </a:extLst>
          </p:cNvPr>
          <p:cNvSpPr>
            <a:spLocks noGrp="1"/>
          </p:cNvSpPr>
          <p:nvPr/>
        </p:nvSpPr>
        <p:spPr>
          <a:xfrm>
            <a:off x="547545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C5714F5B-DBF6-4A6F-A801-F81708B51D76}"/>
              </a:ext>
            </a:extLst>
          </p:cNvPr>
          <p:cNvSpPr>
            <a:spLocks noGrp="1"/>
          </p:cNvSpPr>
          <p:nvPr/>
        </p:nvSpPr>
        <p:spPr>
          <a:xfrm>
            <a:off x="549973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A5025DD6-E814-45EB-AC3B-6424C7A8E79E}"/>
              </a:ext>
            </a:extLst>
          </p:cNvPr>
          <p:cNvSpPr>
            <a:spLocks noGrp="1"/>
          </p:cNvSpPr>
          <p:nvPr/>
        </p:nvSpPr>
        <p:spPr>
          <a:xfrm>
            <a:off x="554947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9B56F7F1-6255-4F65-A7DD-58A3A838CC91}"/>
              </a:ext>
            </a:extLst>
          </p:cNvPr>
          <p:cNvSpPr>
            <a:spLocks noGrp="1"/>
          </p:cNvSpPr>
          <p:nvPr/>
        </p:nvSpPr>
        <p:spPr>
          <a:xfrm>
            <a:off x="549977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D9A4732D-9BB6-4A99-AFCC-13192ED50DA6}"/>
              </a:ext>
            </a:extLst>
          </p:cNvPr>
          <p:cNvSpPr>
            <a:spLocks noGrp="1"/>
          </p:cNvSpPr>
          <p:nvPr/>
        </p:nvSpPr>
        <p:spPr>
          <a:xfrm>
            <a:off x="5559635" y="19805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1258C16A-40D4-4CCD-BCF1-C1AE890B1C0E}"/>
              </a:ext>
            </a:extLst>
          </p:cNvPr>
          <p:cNvSpPr>
            <a:spLocks noGrp="1"/>
          </p:cNvSpPr>
          <p:nvPr/>
        </p:nvSpPr>
        <p:spPr>
          <a:xfrm>
            <a:off x="551028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C0C8556-66F7-4A01-B142-C6D874E5F282}"/>
              </a:ext>
            </a:extLst>
          </p:cNvPr>
          <p:cNvSpPr>
            <a:spLocks noGrp="1"/>
          </p:cNvSpPr>
          <p:nvPr/>
        </p:nvSpPr>
        <p:spPr>
          <a:xfrm>
            <a:off x="552163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206FF547-8466-4DA3-A99F-1EA2D30D654D}"/>
              </a:ext>
            </a:extLst>
          </p:cNvPr>
          <p:cNvSpPr>
            <a:spLocks noGrp="1"/>
          </p:cNvSpPr>
          <p:nvPr/>
        </p:nvSpPr>
        <p:spPr>
          <a:xfrm>
            <a:off x="552086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7E7E15B-896F-4AF0-B278-F0B26ED5F157}"/>
              </a:ext>
            </a:extLst>
          </p:cNvPr>
          <p:cNvSpPr>
            <a:spLocks noGrp="1"/>
          </p:cNvSpPr>
          <p:nvPr/>
        </p:nvSpPr>
        <p:spPr>
          <a:xfrm>
            <a:off x="5559544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3E4D0E45-EC32-41FA-B8D0-3F6A7E400CA5}"/>
              </a:ext>
            </a:extLst>
          </p:cNvPr>
          <p:cNvSpPr>
            <a:spLocks noGrp="1"/>
          </p:cNvSpPr>
          <p:nvPr/>
        </p:nvSpPr>
        <p:spPr>
          <a:xfrm>
            <a:off x="556276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73D49A58-0306-4A59-B128-F0D1319152F2}"/>
              </a:ext>
            </a:extLst>
          </p:cNvPr>
          <p:cNvSpPr>
            <a:spLocks noGrp="1"/>
          </p:cNvSpPr>
          <p:nvPr/>
        </p:nvSpPr>
        <p:spPr>
          <a:xfrm>
            <a:off x="5553538" y="26856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151F91EC-B05B-49F5-B8AE-847A68E5C89B}"/>
              </a:ext>
            </a:extLst>
          </p:cNvPr>
          <p:cNvSpPr>
            <a:spLocks noGrp="1"/>
          </p:cNvSpPr>
          <p:nvPr/>
        </p:nvSpPr>
        <p:spPr>
          <a:xfrm>
            <a:off x="5480397" y="26763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5DCA7BBD-5541-49CE-B2D0-34A8FBD16F41}"/>
              </a:ext>
            </a:extLst>
          </p:cNvPr>
          <p:cNvSpPr>
            <a:spLocks noGrp="1"/>
          </p:cNvSpPr>
          <p:nvPr/>
        </p:nvSpPr>
        <p:spPr>
          <a:xfrm>
            <a:off x="546297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64D55347-51B5-42AD-AE58-5A0A997AB9D1}"/>
              </a:ext>
            </a:extLst>
          </p:cNvPr>
          <p:cNvSpPr>
            <a:spLocks noGrp="1"/>
          </p:cNvSpPr>
          <p:nvPr/>
        </p:nvSpPr>
        <p:spPr>
          <a:xfrm>
            <a:off x="547188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93D4F6D2-B9AC-47A8-9149-24E40CF83CAC}"/>
              </a:ext>
            </a:extLst>
          </p:cNvPr>
          <p:cNvSpPr>
            <a:spLocks noGrp="1"/>
          </p:cNvSpPr>
          <p:nvPr/>
        </p:nvSpPr>
        <p:spPr>
          <a:xfrm>
            <a:off x="556166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2A6E9E1A-5C42-4A64-9B51-B35730261C23}"/>
              </a:ext>
            </a:extLst>
          </p:cNvPr>
          <p:cNvSpPr>
            <a:spLocks noGrp="1"/>
          </p:cNvSpPr>
          <p:nvPr/>
        </p:nvSpPr>
        <p:spPr>
          <a:xfrm>
            <a:off x="5511722" y="36726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01AC3A18-3B83-4916-912C-A1D9D4C1196F}"/>
              </a:ext>
            </a:extLst>
          </p:cNvPr>
          <p:cNvSpPr>
            <a:spLocks noGrp="1"/>
          </p:cNvSpPr>
          <p:nvPr/>
        </p:nvSpPr>
        <p:spPr>
          <a:xfrm>
            <a:off x="545525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F9DC450F-800C-44D5-B1C0-45B4D48BF9F7}"/>
              </a:ext>
            </a:extLst>
          </p:cNvPr>
          <p:cNvSpPr>
            <a:spLocks noGrp="1"/>
          </p:cNvSpPr>
          <p:nvPr/>
        </p:nvSpPr>
        <p:spPr>
          <a:xfrm>
            <a:off x="549997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E3F67BF7-9C3E-44E4-892D-65EF0C5DE3A9}"/>
              </a:ext>
            </a:extLst>
          </p:cNvPr>
          <p:cNvSpPr>
            <a:spLocks noGrp="1"/>
          </p:cNvSpPr>
          <p:nvPr/>
        </p:nvSpPr>
        <p:spPr>
          <a:xfrm>
            <a:off x="545091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73DA25AC-1E21-4AF1-AA35-BF0E4B862073}"/>
              </a:ext>
            </a:extLst>
          </p:cNvPr>
          <p:cNvSpPr>
            <a:spLocks noGrp="1"/>
          </p:cNvSpPr>
          <p:nvPr/>
        </p:nvSpPr>
        <p:spPr>
          <a:xfrm>
            <a:off x="551068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4FAD64B-C6FF-48DD-8459-BFF245CF6DA3}"/>
              </a:ext>
            </a:extLst>
          </p:cNvPr>
          <p:cNvSpPr>
            <a:spLocks noGrp="1"/>
          </p:cNvSpPr>
          <p:nvPr/>
        </p:nvSpPr>
        <p:spPr>
          <a:xfrm>
            <a:off x="55117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B8B3788-F049-4409-BAB5-9375308AB0C0}"/>
              </a:ext>
            </a:extLst>
          </p:cNvPr>
          <p:cNvSpPr>
            <a:spLocks noGrp="1"/>
          </p:cNvSpPr>
          <p:nvPr/>
        </p:nvSpPr>
        <p:spPr>
          <a:xfrm>
            <a:off x="547132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0861A55-8C90-4ED5-B9F6-B54F3FF39072}"/>
              </a:ext>
            </a:extLst>
          </p:cNvPr>
          <p:cNvSpPr>
            <a:spLocks noGrp="1"/>
          </p:cNvSpPr>
          <p:nvPr/>
        </p:nvSpPr>
        <p:spPr>
          <a:xfrm>
            <a:off x="553748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1E361B0F-2CE4-4353-9958-80DFAF7D5CE9}"/>
              </a:ext>
            </a:extLst>
          </p:cNvPr>
          <p:cNvSpPr>
            <a:spLocks noGrp="1"/>
          </p:cNvSpPr>
          <p:nvPr/>
        </p:nvSpPr>
        <p:spPr>
          <a:xfrm>
            <a:off x="5577083" y="25610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FF0B5A5B-B432-4EBE-81B0-490321DB22BA}"/>
              </a:ext>
            </a:extLst>
          </p:cNvPr>
          <p:cNvSpPr>
            <a:spLocks noGrp="1"/>
          </p:cNvSpPr>
          <p:nvPr/>
        </p:nvSpPr>
        <p:spPr>
          <a:xfrm>
            <a:off x="5566048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520FBB6-F6E8-43F8-86D5-904C92C5B63A}"/>
              </a:ext>
            </a:extLst>
          </p:cNvPr>
          <p:cNvSpPr>
            <a:spLocks noGrp="1"/>
          </p:cNvSpPr>
          <p:nvPr/>
        </p:nvSpPr>
        <p:spPr>
          <a:xfrm>
            <a:off x="551295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6DFD5C00-CFC8-4A03-B0F7-49BF02441011}"/>
              </a:ext>
            </a:extLst>
          </p:cNvPr>
          <p:cNvSpPr>
            <a:spLocks noGrp="1"/>
          </p:cNvSpPr>
          <p:nvPr/>
        </p:nvSpPr>
        <p:spPr>
          <a:xfrm>
            <a:off x="551894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AB1AACE1-5974-43B5-B0B8-4D8506ED3751}"/>
              </a:ext>
            </a:extLst>
          </p:cNvPr>
          <p:cNvSpPr>
            <a:spLocks noGrp="1"/>
          </p:cNvSpPr>
          <p:nvPr/>
        </p:nvSpPr>
        <p:spPr>
          <a:xfrm>
            <a:off x="5570269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40137FD6-9CEA-4B67-8E39-8AC79AC6542A}"/>
              </a:ext>
            </a:extLst>
          </p:cNvPr>
          <p:cNvSpPr>
            <a:spLocks noGrp="1"/>
          </p:cNvSpPr>
          <p:nvPr/>
        </p:nvSpPr>
        <p:spPr>
          <a:xfrm>
            <a:off x="554257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4FB55402-72FB-45A9-B52F-83C456F3C38A}"/>
              </a:ext>
            </a:extLst>
          </p:cNvPr>
          <p:cNvSpPr>
            <a:spLocks noGrp="1"/>
          </p:cNvSpPr>
          <p:nvPr/>
        </p:nvSpPr>
        <p:spPr>
          <a:xfrm>
            <a:off x="55152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CEEABAC1-E5C1-464F-A465-AB70283ACA86}"/>
              </a:ext>
            </a:extLst>
          </p:cNvPr>
          <p:cNvSpPr>
            <a:spLocks noGrp="1"/>
          </p:cNvSpPr>
          <p:nvPr/>
        </p:nvSpPr>
        <p:spPr>
          <a:xfrm>
            <a:off x="558261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D42471C9-A08E-4189-8379-496DFB352151}"/>
              </a:ext>
            </a:extLst>
          </p:cNvPr>
          <p:cNvSpPr>
            <a:spLocks noGrp="1"/>
          </p:cNvSpPr>
          <p:nvPr/>
        </p:nvSpPr>
        <p:spPr>
          <a:xfrm>
            <a:off x="545105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34F22A58-7360-447B-BE8D-7A31ED8A7726}"/>
              </a:ext>
            </a:extLst>
          </p:cNvPr>
          <p:cNvSpPr>
            <a:spLocks noGrp="1"/>
          </p:cNvSpPr>
          <p:nvPr/>
        </p:nvSpPr>
        <p:spPr>
          <a:xfrm>
            <a:off x="5529145" y="26702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5A1109F3-7A94-4B7D-A2B5-433FACBD0AF7}"/>
              </a:ext>
            </a:extLst>
          </p:cNvPr>
          <p:cNvSpPr>
            <a:spLocks noGrp="1"/>
          </p:cNvSpPr>
          <p:nvPr/>
        </p:nvSpPr>
        <p:spPr>
          <a:xfrm>
            <a:off x="545854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62621A0B-272C-4D83-86AE-BD454780E607}"/>
              </a:ext>
            </a:extLst>
          </p:cNvPr>
          <p:cNvSpPr>
            <a:spLocks noGrp="1"/>
          </p:cNvSpPr>
          <p:nvPr/>
        </p:nvSpPr>
        <p:spPr>
          <a:xfrm>
            <a:off x="5568176" y="33854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A066D153-FDC2-42B1-BE40-31593817E4CC}"/>
              </a:ext>
            </a:extLst>
          </p:cNvPr>
          <p:cNvSpPr>
            <a:spLocks noGrp="1"/>
          </p:cNvSpPr>
          <p:nvPr/>
        </p:nvSpPr>
        <p:spPr>
          <a:xfrm>
            <a:off x="553239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BC240193-67C8-4FC0-8812-BC2E31D48072}"/>
              </a:ext>
            </a:extLst>
          </p:cNvPr>
          <p:cNvSpPr>
            <a:spLocks noGrp="1"/>
          </p:cNvSpPr>
          <p:nvPr/>
        </p:nvSpPr>
        <p:spPr>
          <a:xfrm>
            <a:off x="553077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52669E9B-2D4F-4482-96C5-542BC0D65D6B}"/>
              </a:ext>
            </a:extLst>
          </p:cNvPr>
          <p:cNvSpPr>
            <a:spLocks noGrp="1"/>
          </p:cNvSpPr>
          <p:nvPr/>
        </p:nvSpPr>
        <p:spPr>
          <a:xfrm>
            <a:off x="548354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1C4224BE-6945-430D-90AC-7A37807955D5}"/>
              </a:ext>
            </a:extLst>
          </p:cNvPr>
          <p:cNvSpPr>
            <a:spLocks noGrp="1"/>
          </p:cNvSpPr>
          <p:nvPr/>
        </p:nvSpPr>
        <p:spPr>
          <a:xfrm>
            <a:off x="557816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43DE217-680D-4282-ADD8-377E7A04BEA8}"/>
              </a:ext>
            </a:extLst>
          </p:cNvPr>
          <p:cNvSpPr>
            <a:spLocks noGrp="1"/>
          </p:cNvSpPr>
          <p:nvPr/>
        </p:nvSpPr>
        <p:spPr>
          <a:xfrm>
            <a:off x="54717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B1F2E517-122B-4526-B580-EF6591132E03}"/>
              </a:ext>
            </a:extLst>
          </p:cNvPr>
          <p:cNvSpPr>
            <a:spLocks noGrp="1"/>
          </p:cNvSpPr>
          <p:nvPr/>
        </p:nvSpPr>
        <p:spPr>
          <a:xfrm>
            <a:off x="549626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D0865B8C-DAF3-424C-B10E-EBF8C4A544ED}"/>
              </a:ext>
            </a:extLst>
          </p:cNvPr>
          <p:cNvSpPr>
            <a:spLocks noGrp="1"/>
          </p:cNvSpPr>
          <p:nvPr/>
        </p:nvSpPr>
        <p:spPr>
          <a:xfrm>
            <a:off x="550674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F286233-871B-4AFB-BC91-96995154F61C}"/>
              </a:ext>
            </a:extLst>
          </p:cNvPr>
          <p:cNvSpPr>
            <a:spLocks noGrp="1"/>
          </p:cNvSpPr>
          <p:nvPr/>
        </p:nvSpPr>
        <p:spPr>
          <a:xfrm>
            <a:off x="549684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1DC37749-2F93-467D-9434-8F20E8528E8D}"/>
              </a:ext>
            </a:extLst>
          </p:cNvPr>
          <p:cNvSpPr>
            <a:spLocks noGrp="1"/>
          </p:cNvSpPr>
          <p:nvPr/>
        </p:nvSpPr>
        <p:spPr>
          <a:xfrm>
            <a:off x="552322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BBAC7D20-5B85-4955-AD37-6027D77739E3}"/>
              </a:ext>
            </a:extLst>
          </p:cNvPr>
          <p:cNvSpPr>
            <a:spLocks noGrp="1"/>
          </p:cNvSpPr>
          <p:nvPr/>
        </p:nvSpPr>
        <p:spPr>
          <a:xfrm>
            <a:off x="550327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206CDFE4-3F83-4259-BCF4-D886445F17E9}"/>
              </a:ext>
            </a:extLst>
          </p:cNvPr>
          <p:cNvSpPr>
            <a:spLocks noGrp="1"/>
          </p:cNvSpPr>
          <p:nvPr/>
        </p:nvSpPr>
        <p:spPr>
          <a:xfrm>
            <a:off x="5481294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9DA53E26-D4F9-4DEC-9B6C-A89EC79779CF}"/>
              </a:ext>
            </a:extLst>
          </p:cNvPr>
          <p:cNvSpPr>
            <a:spLocks noGrp="1"/>
          </p:cNvSpPr>
          <p:nvPr/>
        </p:nvSpPr>
        <p:spPr>
          <a:xfrm>
            <a:off x="553850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6928FBF-0002-469D-B289-8ED1CDF3A5D9}"/>
              </a:ext>
            </a:extLst>
          </p:cNvPr>
          <p:cNvSpPr>
            <a:spLocks noGrp="1"/>
          </p:cNvSpPr>
          <p:nvPr/>
        </p:nvSpPr>
        <p:spPr>
          <a:xfrm>
            <a:off x="552577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C6551542-C31E-46F4-896C-CEDD58E503F5}"/>
              </a:ext>
            </a:extLst>
          </p:cNvPr>
          <p:cNvSpPr>
            <a:spLocks noGrp="1"/>
          </p:cNvSpPr>
          <p:nvPr/>
        </p:nvSpPr>
        <p:spPr>
          <a:xfrm>
            <a:off x="546228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F8B92342-0957-421B-97C7-4C2060C81F74}"/>
              </a:ext>
            </a:extLst>
          </p:cNvPr>
          <p:cNvSpPr>
            <a:spLocks noGrp="1"/>
          </p:cNvSpPr>
          <p:nvPr/>
        </p:nvSpPr>
        <p:spPr>
          <a:xfrm>
            <a:off x="554181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DA2C0555-F7C7-444E-BC29-E95075203258}"/>
              </a:ext>
            </a:extLst>
          </p:cNvPr>
          <p:cNvSpPr>
            <a:spLocks noGrp="1"/>
          </p:cNvSpPr>
          <p:nvPr/>
        </p:nvSpPr>
        <p:spPr>
          <a:xfrm>
            <a:off x="546320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A0DEC85A-2374-4364-9947-134D20634F73}"/>
              </a:ext>
            </a:extLst>
          </p:cNvPr>
          <p:cNvSpPr>
            <a:spLocks noGrp="1"/>
          </p:cNvSpPr>
          <p:nvPr/>
        </p:nvSpPr>
        <p:spPr>
          <a:xfrm>
            <a:off x="557993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6E1EC818-A8BC-44A6-8BDC-DA20849FD7BA}"/>
              </a:ext>
            </a:extLst>
          </p:cNvPr>
          <p:cNvSpPr>
            <a:spLocks noGrp="1"/>
          </p:cNvSpPr>
          <p:nvPr/>
        </p:nvSpPr>
        <p:spPr>
          <a:xfrm>
            <a:off x="550865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D52C8386-D2A0-4436-8825-AD18434419F7}"/>
              </a:ext>
            </a:extLst>
          </p:cNvPr>
          <p:cNvSpPr>
            <a:spLocks noGrp="1"/>
          </p:cNvSpPr>
          <p:nvPr/>
        </p:nvSpPr>
        <p:spPr>
          <a:xfrm>
            <a:off x="5464796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4A3FE91F-C2CE-44E2-AA1B-F48A2A78CEDD}"/>
              </a:ext>
            </a:extLst>
          </p:cNvPr>
          <p:cNvSpPr>
            <a:spLocks noGrp="1"/>
          </p:cNvSpPr>
          <p:nvPr/>
        </p:nvSpPr>
        <p:spPr>
          <a:xfrm>
            <a:off x="555016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91C517D2-A589-4A6C-8596-631AECD7CBA6}"/>
              </a:ext>
            </a:extLst>
          </p:cNvPr>
          <p:cNvSpPr>
            <a:spLocks noGrp="1"/>
          </p:cNvSpPr>
          <p:nvPr/>
        </p:nvSpPr>
        <p:spPr>
          <a:xfrm>
            <a:off x="551436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3C0818D4-26EE-439F-8C4D-1E8F89C39238}"/>
              </a:ext>
            </a:extLst>
          </p:cNvPr>
          <p:cNvSpPr>
            <a:spLocks noGrp="1"/>
          </p:cNvSpPr>
          <p:nvPr/>
        </p:nvSpPr>
        <p:spPr>
          <a:xfrm>
            <a:off x="549705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01573AA7-9CB4-4812-80E2-CA5EDEB8A70A}"/>
              </a:ext>
            </a:extLst>
          </p:cNvPr>
          <p:cNvSpPr>
            <a:spLocks noGrp="1"/>
          </p:cNvSpPr>
          <p:nvPr/>
        </p:nvSpPr>
        <p:spPr>
          <a:xfrm>
            <a:off x="5538941" y="2569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56CB180-1395-4D38-A5E5-A8FACEC47C88}"/>
              </a:ext>
            </a:extLst>
          </p:cNvPr>
          <p:cNvSpPr>
            <a:spLocks noGrp="1"/>
          </p:cNvSpPr>
          <p:nvPr/>
        </p:nvSpPr>
        <p:spPr>
          <a:xfrm>
            <a:off x="547912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DAFBB746-BEC4-41CF-B1B4-CAA2D4341106}"/>
              </a:ext>
            </a:extLst>
          </p:cNvPr>
          <p:cNvSpPr>
            <a:spLocks noGrp="1"/>
          </p:cNvSpPr>
          <p:nvPr/>
        </p:nvSpPr>
        <p:spPr>
          <a:xfrm>
            <a:off x="5566359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DA602129-D921-4F3F-BB84-7F2875001961}"/>
              </a:ext>
            </a:extLst>
          </p:cNvPr>
          <p:cNvSpPr>
            <a:spLocks noGrp="1"/>
          </p:cNvSpPr>
          <p:nvPr/>
        </p:nvSpPr>
        <p:spPr>
          <a:xfrm>
            <a:off x="550899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D5A9D94C-AA6D-44CC-B7BF-A337ADAE2D4F}"/>
              </a:ext>
            </a:extLst>
          </p:cNvPr>
          <p:cNvSpPr>
            <a:spLocks noGrp="1"/>
          </p:cNvSpPr>
          <p:nvPr/>
        </p:nvSpPr>
        <p:spPr>
          <a:xfrm>
            <a:off x="548425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EB21A518-BB4A-43E6-8B8C-D095A2E72482}"/>
              </a:ext>
            </a:extLst>
          </p:cNvPr>
          <p:cNvSpPr>
            <a:spLocks noGrp="1"/>
          </p:cNvSpPr>
          <p:nvPr/>
        </p:nvSpPr>
        <p:spPr>
          <a:xfrm>
            <a:off x="553594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18927CEA-2815-4A03-9C32-8288BB0665D8}"/>
              </a:ext>
            </a:extLst>
          </p:cNvPr>
          <p:cNvSpPr>
            <a:spLocks noGrp="1"/>
          </p:cNvSpPr>
          <p:nvPr/>
        </p:nvSpPr>
        <p:spPr>
          <a:xfrm>
            <a:off x="5463061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96C8C4D2-E382-42A9-9B94-F6D145ED4492}"/>
              </a:ext>
            </a:extLst>
          </p:cNvPr>
          <p:cNvSpPr>
            <a:spLocks noGrp="1"/>
          </p:cNvSpPr>
          <p:nvPr/>
        </p:nvSpPr>
        <p:spPr>
          <a:xfrm>
            <a:off x="5569665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1ABD36AC-5D25-45AF-B52E-C7AE10C9C03F}"/>
              </a:ext>
            </a:extLst>
          </p:cNvPr>
          <p:cNvSpPr>
            <a:spLocks noGrp="1"/>
          </p:cNvSpPr>
          <p:nvPr/>
        </p:nvSpPr>
        <p:spPr>
          <a:xfrm>
            <a:off x="556851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02A95032-EC27-4B58-98F7-02488FE64671}"/>
              </a:ext>
            </a:extLst>
          </p:cNvPr>
          <p:cNvSpPr>
            <a:spLocks noGrp="1"/>
          </p:cNvSpPr>
          <p:nvPr/>
        </p:nvSpPr>
        <p:spPr>
          <a:xfrm>
            <a:off x="556583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11BCA4C0-23B9-4399-B8FF-667E4D9E0505}"/>
              </a:ext>
            </a:extLst>
          </p:cNvPr>
          <p:cNvSpPr>
            <a:spLocks noGrp="1"/>
          </p:cNvSpPr>
          <p:nvPr/>
        </p:nvSpPr>
        <p:spPr>
          <a:xfrm>
            <a:off x="55530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5C84A00C-2642-4B24-8F91-2DF872EECB7B}"/>
              </a:ext>
            </a:extLst>
          </p:cNvPr>
          <p:cNvSpPr>
            <a:spLocks noGrp="1"/>
          </p:cNvSpPr>
          <p:nvPr/>
        </p:nvSpPr>
        <p:spPr>
          <a:xfrm>
            <a:off x="5529497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5597D0C9-8128-4170-B70F-778D6C22CDB1}"/>
              </a:ext>
            </a:extLst>
          </p:cNvPr>
          <p:cNvSpPr>
            <a:spLocks noGrp="1"/>
          </p:cNvSpPr>
          <p:nvPr/>
        </p:nvSpPr>
        <p:spPr>
          <a:xfrm>
            <a:off x="547092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3848E418-B20C-4245-BC90-33B8FA209711}"/>
              </a:ext>
            </a:extLst>
          </p:cNvPr>
          <p:cNvSpPr>
            <a:spLocks noGrp="1"/>
          </p:cNvSpPr>
          <p:nvPr/>
        </p:nvSpPr>
        <p:spPr>
          <a:xfrm>
            <a:off x="5475802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21ED8D19-0836-4ED5-A384-415EABB9E115}"/>
              </a:ext>
            </a:extLst>
          </p:cNvPr>
          <p:cNvSpPr>
            <a:spLocks noGrp="1"/>
          </p:cNvSpPr>
          <p:nvPr/>
        </p:nvSpPr>
        <p:spPr>
          <a:xfrm>
            <a:off x="556726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7B5B93B4-5E8F-45AE-85D5-9EA016E89E74}"/>
              </a:ext>
            </a:extLst>
          </p:cNvPr>
          <p:cNvSpPr>
            <a:spLocks noGrp="1"/>
          </p:cNvSpPr>
          <p:nvPr/>
        </p:nvSpPr>
        <p:spPr>
          <a:xfrm>
            <a:off x="549641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E30DE609-F431-45F1-8E91-9FA559177CC4}"/>
              </a:ext>
            </a:extLst>
          </p:cNvPr>
          <p:cNvSpPr>
            <a:spLocks noGrp="1"/>
          </p:cNvSpPr>
          <p:nvPr/>
        </p:nvSpPr>
        <p:spPr>
          <a:xfrm>
            <a:off x="556014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1D25DF20-1625-4F91-BD9A-B7A52E6FE4F5}"/>
              </a:ext>
            </a:extLst>
          </p:cNvPr>
          <p:cNvSpPr>
            <a:spLocks noGrp="1"/>
          </p:cNvSpPr>
          <p:nvPr/>
        </p:nvSpPr>
        <p:spPr>
          <a:xfrm>
            <a:off x="548589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A124787A-0F97-40F4-9E2A-4844ABFCD2EF}"/>
              </a:ext>
            </a:extLst>
          </p:cNvPr>
          <p:cNvSpPr>
            <a:spLocks noGrp="1"/>
          </p:cNvSpPr>
          <p:nvPr/>
        </p:nvSpPr>
        <p:spPr>
          <a:xfrm>
            <a:off x="545507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2E499266-DE5C-4B25-94D8-9E55671E250A}"/>
              </a:ext>
            </a:extLst>
          </p:cNvPr>
          <p:cNvSpPr>
            <a:spLocks noGrp="1"/>
          </p:cNvSpPr>
          <p:nvPr/>
        </p:nvSpPr>
        <p:spPr>
          <a:xfrm>
            <a:off x="5482690" y="29210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361AFE30-1E45-492E-B1A5-DAAE7422F1BB}"/>
              </a:ext>
            </a:extLst>
          </p:cNvPr>
          <p:cNvSpPr>
            <a:spLocks noGrp="1"/>
          </p:cNvSpPr>
          <p:nvPr/>
        </p:nvSpPr>
        <p:spPr>
          <a:xfrm>
            <a:off x="5550088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743AA7EC-2FFF-406A-9FDC-A2B456AD2FC4}"/>
              </a:ext>
            </a:extLst>
          </p:cNvPr>
          <p:cNvSpPr>
            <a:spLocks noGrp="1"/>
          </p:cNvSpPr>
          <p:nvPr/>
        </p:nvSpPr>
        <p:spPr>
          <a:xfrm>
            <a:off x="552795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C1257BF8-2057-4206-86D8-A2DB7C46B4E5}"/>
              </a:ext>
            </a:extLst>
          </p:cNvPr>
          <p:cNvSpPr>
            <a:spLocks noGrp="1"/>
          </p:cNvSpPr>
          <p:nvPr/>
        </p:nvSpPr>
        <p:spPr>
          <a:xfrm>
            <a:off x="5531111" y="28165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7B336FE7-DCF1-49FE-88E8-CB07A93A6726}"/>
              </a:ext>
            </a:extLst>
          </p:cNvPr>
          <p:cNvSpPr>
            <a:spLocks noGrp="1"/>
          </p:cNvSpPr>
          <p:nvPr/>
        </p:nvSpPr>
        <p:spPr>
          <a:xfrm>
            <a:off x="5533468" y="33614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9FF241ED-0D81-40D6-A329-0CD298D7F82D}"/>
              </a:ext>
            </a:extLst>
          </p:cNvPr>
          <p:cNvSpPr>
            <a:spLocks noGrp="1"/>
          </p:cNvSpPr>
          <p:nvPr/>
        </p:nvSpPr>
        <p:spPr>
          <a:xfrm>
            <a:off x="554915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81F7F973-DDA9-4758-BCD3-688406042B86}"/>
              </a:ext>
            </a:extLst>
          </p:cNvPr>
          <p:cNvSpPr>
            <a:spLocks noGrp="1"/>
          </p:cNvSpPr>
          <p:nvPr/>
        </p:nvSpPr>
        <p:spPr>
          <a:xfrm>
            <a:off x="54599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A14ACF0B-F939-47A3-9C5E-75C22A25B960}"/>
              </a:ext>
            </a:extLst>
          </p:cNvPr>
          <p:cNvSpPr>
            <a:spLocks noGrp="1"/>
          </p:cNvSpPr>
          <p:nvPr/>
        </p:nvSpPr>
        <p:spPr>
          <a:xfrm>
            <a:off x="5460211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6389AAE0-835E-47D1-B47C-021A4EEE49B4}"/>
              </a:ext>
            </a:extLst>
          </p:cNvPr>
          <p:cNvSpPr>
            <a:spLocks noGrp="1"/>
          </p:cNvSpPr>
          <p:nvPr/>
        </p:nvSpPr>
        <p:spPr>
          <a:xfrm>
            <a:off x="553600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0FC5F93B-1244-4C1A-AFD0-9C376EB7583A}"/>
              </a:ext>
            </a:extLst>
          </p:cNvPr>
          <p:cNvSpPr>
            <a:spLocks noGrp="1"/>
          </p:cNvSpPr>
          <p:nvPr/>
        </p:nvSpPr>
        <p:spPr>
          <a:xfrm>
            <a:off x="54611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41311DFE-78EF-4B97-B641-336F93869737}"/>
              </a:ext>
            </a:extLst>
          </p:cNvPr>
          <p:cNvSpPr>
            <a:spLocks noGrp="1"/>
          </p:cNvSpPr>
          <p:nvPr/>
        </p:nvSpPr>
        <p:spPr>
          <a:xfrm>
            <a:off x="547591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9B8087F4-29CF-4F09-9909-B006A078597D}"/>
              </a:ext>
            </a:extLst>
          </p:cNvPr>
          <p:cNvSpPr>
            <a:spLocks noGrp="1"/>
          </p:cNvSpPr>
          <p:nvPr/>
        </p:nvSpPr>
        <p:spPr>
          <a:xfrm>
            <a:off x="5514899" y="36800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768B99FD-7181-4FB2-BB86-196B837D0D2E}"/>
              </a:ext>
            </a:extLst>
          </p:cNvPr>
          <p:cNvSpPr>
            <a:spLocks noGrp="1"/>
          </p:cNvSpPr>
          <p:nvPr/>
        </p:nvSpPr>
        <p:spPr>
          <a:xfrm>
            <a:off x="545480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172957FF-2B78-4B02-A7B8-908E97610F0E}"/>
              </a:ext>
            </a:extLst>
          </p:cNvPr>
          <p:cNvSpPr>
            <a:spLocks noGrp="1"/>
          </p:cNvSpPr>
          <p:nvPr/>
        </p:nvSpPr>
        <p:spPr>
          <a:xfrm>
            <a:off x="551164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5BD91BD8-28D5-4957-B372-38B6DBA0CC0E}"/>
              </a:ext>
            </a:extLst>
          </p:cNvPr>
          <p:cNvSpPr>
            <a:spLocks noGrp="1"/>
          </p:cNvSpPr>
          <p:nvPr/>
        </p:nvSpPr>
        <p:spPr>
          <a:xfrm>
            <a:off x="57613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C5A07ACF-AB64-49B7-9A4B-74F508726AD7}"/>
              </a:ext>
            </a:extLst>
          </p:cNvPr>
          <p:cNvSpPr>
            <a:spLocks noGrp="1"/>
          </p:cNvSpPr>
          <p:nvPr/>
        </p:nvSpPr>
        <p:spPr>
          <a:xfrm>
            <a:off x="57294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B58E21DE-6FB2-4593-A983-68F162790BAD}"/>
              </a:ext>
            </a:extLst>
          </p:cNvPr>
          <p:cNvSpPr>
            <a:spLocks noGrp="1"/>
          </p:cNvSpPr>
          <p:nvPr/>
        </p:nvSpPr>
        <p:spPr>
          <a:xfrm>
            <a:off x="576321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55D02655-7EBE-49BF-8BB6-FE143D19DA5F}"/>
              </a:ext>
            </a:extLst>
          </p:cNvPr>
          <p:cNvSpPr>
            <a:spLocks noGrp="1"/>
          </p:cNvSpPr>
          <p:nvPr/>
        </p:nvSpPr>
        <p:spPr>
          <a:xfrm>
            <a:off x="574736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115D89B4-B5AB-4678-BF87-E0A338CD31CF}"/>
              </a:ext>
            </a:extLst>
          </p:cNvPr>
          <p:cNvSpPr>
            <a:spLocks noGrp="1"/>
          </p:cNvSpPr>
          <p:nvPr/>
        </p:nvSpPr>
        <p:spPr>
          <a:xfrm>
            <a:off x="5767132" y="263126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1BACC1D2-D0E9-4431-918D-690F6643568A}"/>
              </a:ext>
            </a:extLst>
          </p:cNvPr>
          <p:cNvSpPr>
            <a:spLocks noGrp="1"/>
          </p:cNvSpPr>
          <p:nvPr/>
        </p:nvSpPr>
        <p:spPr>
          <a:xfrm>
            <a:off x="58298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25204623-6B74-42EC-B143-B49498620470}"/>
              </a:ext>
            </a:extLst>
          </p:cNvPr>
          <p:cNvSpPr>
            <a:spLocks noGrp="1"/>
          </p:cNvSpPr>
          <p:nvPr/>
        </p:nvSpPr>
        <p:spPr>
          <a:xfrm>
            <a:off x="579466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B45FDC16-8D07-4A79-A37F-4CA37FF8678F}"/>
              </a:ext>
            </a:extLst>
          </p:cNvPr>
          <p:cNvSpPr>
            <a:spLocks noGrp="1"/>
          </p:cNvSpPr>
          <p:nvPr/>
        </p:nvSpPr>
        <p:spPr>
          <a:xfrm>
            <a:off x="573215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5B09AC9-38DF-46CD-BAA4-1E6E6FA9FB66}"/>
              </a:ext>
            </a:extLst>
          </p:cNvPr>
          <p:cNvSpPr>
            <a:spLocks noGrp="1"/>
          </p:cNvSpPr>
          <p:nvPr/>
        </p:nvSpPr>
        <p:spPr>
          <a:xfrm>
            <a:off x="5789203" y="3618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4347B2D7-2CCB-4797-9D13-621590D08324}"/>
              </a:ext>
            </a:extLst>
          </p:cNvPr>
          <p:cNvSpPr>
            <a:spLocks noGrp="1"/>
          </p:cNvSpPr>
          <p:nvPr/>
        </p:nvSpPr>
        <p:spPr>
          <a:xfrm>
            <a:off x="574398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2A715952-096B-4E28-9B2C-F14FA364682C}"/>
              </a:ext>
            </a:extLst>
          </p:cNvPr>
          <p:cNvSpPr>
            <a:spLocks noGrp="1"/>
          </p:cNvSpPr>
          <p:nvPr/>
        </p:nvSpPr>
        <p:spPr>
          <a:xfrm>
            <a:off x="5768306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5732F3A9-E4FB-4244-B0D9-149A46C3A585}"/>
              </a:ext>
            </a:extLst>
          </p:cNvPr>
          <p:cNvSpPr>
            <a:spLocks noGrp="1"/>
          </p:cNvSpPr>
          <p:nvPr/>
        </p:nvSpPr>
        <p:spPr>
          <a:xfrm>
            <a:off x="57403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4861059F-AE3B-42B1-8828-E86AD77F992F}"/>
              </a:ext>
            </a:extLst>
          </p:cNvPr>
          <p:cNvSpPr>
            <a:spLocks noGrp="1"/>
          </p:cNvSpPr>
          <p:nvPr/>
        </p:nvSpPr>
        <p:spPr>
          <a:xfrm>
            <a:off x="5840967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9F1A9BED-4D38-46BA-BA98-CB97C9832D3A}"/>
              </a:ext>
            </a:extLst>
          </p:cNvPr>
          <p:cNvSpPr>
            <a:spLocks noGrp="1"/>
          </p:cNvSpPr>
          <p:nvPr/>
        </p:nvSpPr>
        <p:spPr>
          <a:xfrm>
            <a:off x="5747460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4C54B9E1-D9F3-43EE-9447-C7680A66F617}"/>
              </a:ext>
            </a:extLst>
          </p:cNvPr>
          <p:cNvSpPr>
            <a:spLocks noGrp="1"/>
          </p:cNvSpPr>
          <p:nvPr/>
        </p:nvSpPr>
        <p:spPr>
          <a:xfrm>
            <a:off x="5750870" y="34256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A8A60505-6307-4C30-9AFE-9B498F719536}"/>
              </a:ext>
            </a:extLst>
          </p:cNvPr>
          <p:cNvSpPr>
            <a:spLocks noGrp="1"/>
          </p:cNvSpPr>
          <p:nvPr/>
        </p:nvSpPr>
        <p:spPr>
          <a:xfrm>
            <a:off x="578605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950AF60E-B0AB-49CB-B233-FC1F189164F0}"/>
              </a:ext>
            </a:extLst>
          </p:cNvPr>
          <p:cNvSpPr>
            <a:spLocks noGrp="1"/>
          </p:cNvSpPr>
          <p:nvPr/>
        </p:nvSpPr>
        <p:spPr>
          <a:xfrm>
            <a:off x="582017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1E563FE3-CA33-45ED-B714-6E9C5AFE12A9}"/>
              </a:ext>
            </a:extLst>
          </p:cNvPr>
          <p:cNvSpPr>
            <a:spLocks noGrp="1"/>
          </p:cNvSpPr>
          <p:nvPr/>
        </p:nvSpPr>
        <p:spPr>
          <a:xfrm>
            <a:off x="582496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BBA72721-A2ED-4505-A46D-934A1D9B7946}"/>
              </a:ext>
            </a:extLst>
          </p:cNvPr>
          <p:cNvSpPr>
            <a:spLocks noGrp="1"/>
          </p:cNvSpPr>
          <p:nvPr/>
        </p:nvSpPr>
        <p:spPr>
          <a:xfrm>
            <a:off x="57520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248546AD-7E55-48AB-BD59-6F54364E77FC}"/>
              </a:ext>
            </a:extLst>
          </p:cNvPr>
          <p:cNvSpPr>
            <a:spLocks noGrp="1"/>
          </p:cNvSpPr>
          <p:nvPr/>
        </p:nvSpPr>
        <p:spPr>
          <a:xfrm>
            <a:off x="5731996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B2D4E7A9-E911-4D79-A94D-C38867E4E3E3}"/>
              </a:ext>
            </a:extLst>
          </p:cNvPr>
          <p:cNvSpPr>
            <a:spLocks noGrp="1"/>
          </p:cNvSpPr>
          <p:nvPr/>
        </p:nvSpPr>
        <p:spPr>
          <a:xfrm>
            <a:off x="5804157" y="34256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384670AC-6AE4-4264-BBE0-88BD9B9517CB}"/>
              </a:ext>
            </a:extLst>
          </p:cNvPr>
          <p:cNvSpPr>
            <a:spLocks noGrp="1"/>
          </p:cNvSpPr>
          <p:nvPr/>
        </p:nvSpPr>
        <p:spPr>
          <a:xfrm>
            <a:off x="57947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DA34A591-6D4F-422E-9531-39B9FAD56C90}"/>
              </a:ext>
            </a:extLst>
          </p:cNvPr>
          <p:cNvSpPr>
            <a:spLocks noGrp="1"/>
          </p:cNvSpPr>
          <p:nvPr/>
        </p:nvSpPr>
        <p:spPr>
          <a:xfrm>
            <a:off x="5844129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253BD788-77CB-4F0B-B240-FB053F75F391}"/>
              </a:ext>
            </a:extLst>
          </p:cNvPr>
          <p:cNvSpPr>
            <a:spLocks noGrp="1"/>
          </p:cNvSpPr>
          <p:nvPr/>
        </p:nvSpPr>
        <p:spPr>
          <a:xfrm>
            <a:off x="5784134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C172AD6B-533E-488D-B115-AA956F0B0C61}"/>
              </a:ext>
            </a:extLst>
          </p:cNvPr>
          <p:cNvSpPr>
            <a:spLocks noGrp="1"/>
          </p:cNvSpPr>
          <p:nvPr/>
        </p:nvSpPr>
        <p:spPr>
          <a:xfrm>
            <a:off x="5861651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91C2CBB2-EE96-47FB-B607-2EBDAB1AD145}"/>
              </a:ext>
            </a:extLst>
          </p:cNvPr>
          <p:cNvSpPr>
            <a:spLocks noGrp="1"/>
          </p:cNvSpPr>
          <p:nvPr/>
        </p:nvSpPr>
        <p:spPr>
          <a:xfrm>
            <a:off x="578986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0B05BAF7-1D14-44E4-BCD2-EFDE22AF1C00}"/>
              </a:ext>
            </a:extLst>
          </p:cNvPr>
          <p:cNvSpPr>
            <a:spLocks noGrp="1"/>
          </p:cNvSpPr>
          <p:nvPr/>
        </p:nvSpPr>
        <p:spPr>
          <a:xfrm>
            <a:off x="5772158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8530BE13-A4D6-4D0D-8260-7AB960FEDB7C}"/>
              </a:ext>
            </a:extLst>
          </p:cNvPr>
          <p:cNvSpPr>
            <a:spLocks noGrp="1"/>
          </p:cNvSpPr>
          <p:nvPr/>
        </p:nvSpPr>
        <p:spPr>
          <a:xfrm>
            <a:off x="5820313" y="32280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8ABAA31D-ABEE-4538-B09C-DA0D99ED7C3B}"/>
              </a:ext>
            </a:extLst>
          </p:cNvPr>
          <p:cNvSpPr>
            <a:spLocks noGrp="1"/>
          </p:cNvSpPr>
          <p:nvPr/>
        </p:nvSpPr>
        <p:spPr>
          <a:xfrm>
            <a:off x="5749433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C400893F-0E24-4375-8349-B50C1830B2CD}"/>
              </a:ext>
            </a:extLst>
          </p:cNvPr>
          <p:cNvSpPr>
            <a:spLocks noGrp="1"/>
          </p:cNvSpPr>
          <p:nvPr/>
        </p:nvSpPr>
        <p:spPr>
          <a:xfrm>
            <a:off x="583366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3EEAFE51-EFDC-4706-9CC9-5B88A342273E}"/>
              </a:ext>
            </a:extLst>
          </p:cNvPr>
          <p:cNvSpPr>
            <a:spLocks noGrp="1"/>
          </p:cNvSpPr>
          <p:nvPr/>
        </p:nvSpPr>
        <p:spPr>
          <a:xfrm>
            <a:off x="580335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EF09C06B-7306-497E-AB95-E1944FD7E92B}"/>
              </a:ext>
            </a:extLst>
          </p:cNvPr>
          <p:cNvSpPr>
            <a:spLocks noGrp="1"/>
          </p:cNvSpPr>
          <p:nvPr/>
        </p:nvSpPr>
        <p:spPr>
          <a:xfrm>
            <a:off x="5795399" y="30056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EF04524D-A48F-4EB9-8137-EDBA0FBE179A}"/>
              </a:ext>
            </a:extLst>
          </p:cNvPr>
          <p:cNvSpPr>
            <a:spLocks noGrp="1"/>
          </p:cNvSpPr>
          <p:nvPr/>
        </p:nvSpPr>
        <p:spPr>
          <a:xfrm>
            <a:off x="581098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2E5B6588-8D51-40E1-A2EF-D16A7EB66B5B}"/>
              </a:ext>
            </a:extLst>
          </p:cNvPr>
          <p:cNvSpPr>
            <a:spLocks noGrp="1"/>
          </p:cNvSpPr>
          <p:nvPr/>
        </p:nvSpPr>
        <p:spPr>
          <a:xfrm>
            <a:off x="58406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622FA401-2CC5-43B9-8B26-1FEC0E3550C8}"/>
              </a:ext>
            </a:extLst>
          </p:cNvPr>
          <p:cNvSpPr>
            <a:spLocks noGrp="1"/>
          </p:cNvSpPr>
          <p:nvPr/>
        </p:nvSpPr>
        <p:spPr>
          <a:xfrm>
            <a:off x="577354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4AB0DA5D-526B-45B4-A48D-A1943ABF514E}"/>
              </a:ext>
            </a:extLst>
          </p:cNvPr>
          <p:cNvSpPr>
            <a:spLocks noGrp="1"/>
          </p:cNvSpPr>
          <p:nvPr/>
        </p:nvSpPr>
        <p:spPr>
          <a:xfrm>
            <a:off x="575951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E96D93BA-E8DA-463F-9BB7-1A3B62BDDD14}"/>
              </a:ext>
            </a:extLst>
          </p:cNvPr>
          <p:cNvSpPr>
            <a:spLocks noGrp="1"/>
          </p:cNvSpPr>
          <p:nvPr/>
        </p:nvSpPr>
        <p:spPr>
          <a:xfrm>
            <a:off x="582913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07D98AE1-03AC-4C1C-B7E7-90E48CECAB2D}"/>
              </a:ext>
            </a:extLst>
          </p:cNvPr>
          <p:cNvSpPr>
            <a:spLocks noGrp="1"/>
          </p:cNvSpPr>
          <p:nvPr/>
        </p:nvSpPr>
        <p:spPr>
          <a:xfrm>
            <a:off x="579965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5887D959-9473-4D8C-AEE5-66E8110AAFA1}"/>
              </a:ext>
            </a:extLst>
          </p:cNvPr>
          <p:cNvSpPr>
            <a:spLocks noGrp="1"/>
          </p:cNvSpPr>
          <p:nvPr/>
        </p:nvSpPr>
        <p:spPr>
          <a:xfrm>
            <a:off x="580931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C1A76B4F-1E57-4141-919A-9854B967A4A7}"/>
              </a:ext>
            </a:extLst>
          </p:cNvPr>
          <p:cNvSpPr>
            <a:spLocks noGrp="1"/>
          </p:cNvSpPr>
          <p:nvPr/>
        </p:nvSpPr>
        <p:spPr>
          <a:xfrm>
            <a:off x="5728291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07F647A-0A90-47D6-BF66-46A8A6A408CF}"/>
              </a:ext>
            </a:extLst>
          </p:cNvPr>
          <p:cNvSpPr>
            <a:spLocks noGrp="1"/>
          </p:cNvSpPr>
          <p:nvPr/>
        </p:nvSpPr>
        <p:spPr>
          <a:xfrm>
            <a:off x="581639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FBA51CC2-EAA7-4B5C-BF0E-841DB65B666F}"/>
              </a:ext>
            </a:extLst>
          </p:cNvPr>
          <p:cNvSpPr>
            <a:spLocks noGrp="1"/>
          </p:cNvSpPr>
          <p:nvPr/>
        </p:nvSpPr>
        <p:spPr>
          <a:xfrm>
            <a:off x="583688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2784C84-DCCD-491A-B57F-F8313A056901}"/>
              </a:ext>
            </a:extLst>
          </p:cNvPr>
          <p:cNvSpPr>
            <a:spLocks noGrp="1"/>
          </p:cNvSpPr>
          <p:nvPr/>
        </p:nvSpPr>
        <p:spPr>
          <a:xfrm>
            <a:off x="573619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96FE803E-61C2-41B1-B436-EAC41A306694}"/>
              </a:ext>
            </a:extLst>
          </p:cNvPr>
          <p:cNvSpPr>
            <a:spLocks noGrp="1"/>
          </p:cNvSpPr>
          <p:nvPr/>
        </p:nvSpPr>
        <p:spPr>
          <a:xfrm>
            <a:off x="577371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A2D8F544-7F8C-493C-8A13-7EE6EA16003A}"/>
              </a:ext>
            </a:extLst>
          </p:cNvPr>
          <p:cNvSpPr>
            <a:spLocks noGrp="1"/>
          </p:cNvSpPr>
          <p:nvPr/>
        </p:nvSpPr>
        <p:spPr>
          <a:xfrm>
            <a:off x="584530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35D593C2-F2CF-49B9-AA23-602CB5D9B92F}"/>
              </a:ext>
            </a:extLst>
          </p:cNvPr>
          <p:cNvSpPr>
            <a:spLocks noGrp="1"/>
          </p:cNvSpPr>
          <p:nvPr/>
        </p:nvSpPr>
        <p:spPr>
          <a:xfrm>
            <a:off x="57421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BC3F2977-ED02-453F-953F-814BB8A37C2B}"/>
              </a:ext>
            </a:extLst>
          </p:cNvPr>
          <p:cNvSpPr>
            <a:spLocks noGrp="1"/>
          </p:cNvSpPr>
          <p:nvPr/>
        </p:nvSpPr>
        <p:spPr>
          <a:xfrm>
            <a:off x="5779184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ADA4FFF9-F9EE-4E38-8723-519ACEAAA08F}"/>
              </a:ext>
            </a:extLst>
          </p:cNvPr>
          <p:cNvSpPr>
            <a:spLocks noGrp="1"/>
          </p:cNvSpPr>
          <p:nvPr/>
        </p:nvSpPr>
        <p:spPr>
          <a:xfrm>
            <a:off x="578652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DB5DD708-BE62-4577-80D6-E7652DA9ABB8}"/>
              </a:ext>
            </a:extLst>
          </p:cNvPr>
          <p:cNvSpPr>
            <a:spLocks noGrp="1"/>
          </p:cNvSpPr>
          <p:nvPr/>
        </p:nvSpPr>
        <p:spPr>
          <a:xfrm>
            <a:off x="580320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92B7FE2-CDA2-461B-9D74-97A0E1158228}"/>
              </a:ext>
            </a:extLst>
          </p:cNvPr>
          <p:cNvSpPr>
            <a:spLocks noGrp="1"/>
          </p:cNvSpPr>
          <p:nvPr/>
        </p:nvSpPr>
        <p:spPr>
          <a:xfrm>
            <a:off x="5801183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85CFA2FA-3A05-4CB9-901B-BB70ADF76983}"/>
              </a:ext>
            </a:extLst>
          </p:cNvPr>
          <p:cNvSpPr>
            <a:spLocks noGrp="1"/>
          </p:cNvSpPr>
          <p:nvPr/>
        </p:nvSpPr>
        <p:spPr>
          <a:xfrm>
            <a:off x="581470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82744352-E1DA-46E1-9822-7DB99DED98D9}"/>
              </a:ext>
            </a:extLst>
          </p:cNvPr>
          <p:cNvSpPr>
            <a:spLocks noGrp="1"/>
          </p:cNvSpPr>
          <p:nvPr/>
        </p:nvSpPr>
        <p:spPr>
          <a:xfrm>
            <a:off x="585078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069D8483-8C62-417C-BD40-EC6803FF850F}"/>
              </a:ext>
            </a:extLst>
          </p:cNvPr>
          <p:cNvSpPr>
            <a:spLocks noGrp="1"/>
          </p:cNvSpPr>
          <p:nvPr/>
        </p:nvSpPr>
        <p:spPr>
          <a:xfrm>
            <a:off x="58044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DCD1BB5E-3EDA-44D0-89D9-8A2B8F54C6C1}"/>
              </a:ext>
            </a:extLst>
          </p:cNvPr>
          <p:cNvSpPr>
            <a:spLocks noGrp="1"/>
          </p:cNvSpPr>
          <p:nvPr/>
        </p:nvSpPr>
        <p:spPr>
          <a:xfrm>
            <a:off x="5760273" y="30009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73C85197-61BF-44EA-8639-5FB96D7C23C8}"/>
              </a:ext>
            </a:extLst>
          </p:cNvPr>
          <p:cNvSpPr>
            <a:spLocks noGrp="1"/>
          </p:cNvSpPr>
          <p:nvPr/>
        </p:nvSpPr>
        <p:spPr>
          <a:xfrm>
            <a:off x="5853781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BFC616CF-42C4-401C-A2F3-6B98DD0B84E4}"/>
              </a:ext>
            </a:extLst>
          </p:cNvPr>
          <p:cNvSpPr>
            <a:spLocks noGrp="1"/>
          </p:cNvSpPr>
          <p:nvPr/>
        </p:nvSpPr>
        <p:spPr>
          <a:xfrm>
            <a:off x="5791054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07265E82-5168-4B52-933C-FBABAED6D9F6}"/>
              </a:ext>
            </a:extLst>
          </p:cNvPr>
          <p:cNvSpPr>
            <a:spLocks noGrp="1"/>
          </p:cNvSpPr>
          <p:nvPr/>
        </p:nvSpPr>
        <p:spPr>
          <a:xfrm>
            <a:off x="5827450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B5B4A547-0FB8-4660-B8FF-A076413ED898}"/>
              </a:ext>
            </a:extLst>
          </p:cNvPr>
          <p:cNvSpPr>
            <a:spLocks noGrp="1"/>
          </p:cNvSpPr>
          <p:nvPr/>
        </p:nvSpPr>
        <p:spPr>
          <a:xfrm>
            <a:off x="576640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CA129472-FAA2-4A00-BD38-F37644749130}"/>
              </a:ext>
            </a:extLst>
          </p:cNvPr>
          <p:cNvSpPr>
            <a:spLocks noGrp="1"/>
          </p:cNvSpPr>
          <p:nvPr/>
        </p:nvSpPr>
        <p:spPr>
          <a:xfrm>
            <a:off x="5783300" y="3692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590427F9-AC19-47BF-95A0-777D356BF035}"/>
              </a:ext>
            </a:extLst>
          </p:cNvPr>
          <p:cNvSpPr>
            <a:spLocks noGrp="1"/>
          </p:cNvSpPr>
          <p:nvPr/>
        </p:nvSpPr>
        <p:spPr>
          <a:xfrm>
            <a:off x="581543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BF2E526B-008D-414E-AA76-A5825C84FEBB}"/>
              </a:ext>
            </a:extLst>
          </p:cNvPr>
          <p:cNvSpPr>
            <a:spLocks noGrp="1"/>
          </p:cNvSpPr>
          <p:nvPr/>
        </p:nvSpPr>
        <p:spPr>
          <a:xfrm>
            <a:off x="5808616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A64F2A11-A9AB-43E3-B963-4F3AD75A1764}"/>
              </a:ext>
            </a:extLst>
          </p:cNvPr>
          <p:cNvSpPr>
            <a:spLocks noGrp="1"/>
          </p:cNvSpPr>
          <p:nvPr/>
        </p:nvSpPr>
        <p:spPr>
          <a:xfrm>
            <a:off x="578468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52399562-A77E-4248-90BC-7B1B5DD461AB}"/>
              </a:ext>
            </a:extLst>
          </p:cNvPr>
          <p:cNvSpPr>
            <a:spLocks noGrp="1"/>
          </p:cNvSpPr>
          <p:nvPr/>
        </p:nvSpPr>
        <p:spPr>
          <a:xfrm>
            <a:off x="577253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083DF7F2-B902-422B-9456-3F94BE9F0291}"/>
              </a:ext>
            </a:extLst>
          </p:cNvPr>
          <p:cNvSpPr>
            <a:spLocks noGrp="1"/>
          </p:cNvSpPr>
          <p:nvPr/>
        </p:nvSpPr>
        <p:spPr>
          <a:xfrm>
            <a:off x="582591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21B05BE8-158B-46C9-9571-4943B37A1A6D}"/>
              </a:ext>
            </a:extLst>
          </p:cNvPr>
          <p:cNvSpPr>
            <a:spLocks noGrp="1"/>
          </p:cNvSpPr>
          <p:nvPr/>
        </p:nvSpPr>
        <p:spPr>
          <a:xfrm>
            <a:off x="573797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C2136696-843E-4C80-8794-DA6CAD75A143}"/>
              </a:ext>
            </a:extLst>
          </p:cNvPr>
          <p:cNvSpPr>
            <a:spLocks noGrp="1"/>
          </p:cNvSpPr>
          <p:nvPr/>
        </p:nvSpPr>
        <p:spPr>
          <a:xfrm>
            <a:off x="581533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B695394A-9EC5-45CF-BCCE-33B0A6111FCA}"/>
              </a:ext>
            </a:extLst>
          </p:cNvPr>
          <p:cNvSpPr>
            <a:spLocks noGrp="1"/>
          </p:cNvSpPr>
          <p:nvPr/>
        </p:nvSpPr>
        <p:spPr>
          <a:xfrm>
            <a:off x="5757596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F9D2AEC9-77CB-46A1-9BF8-7B99DB6373BB}"/>
              </a:ext>
            </a:extLst>
          </p:cNvPr>
          <p:cNvSpPr>
            <a:spLocks noGrp="1"/>
          </p:cNvSpPr>
          <p:nvPr/>
        </p:nvSpPr>
        <p:spPr>
          <a:xfrm>
            <a:off x="583655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DB9B0916-CCE0-4350-8BDD-4D198EAF6A6F}"/>
              </a:ext>
            </a:extLst>
          </p:cNvPr>
          <p:cNvSpPr>
            <a:spLocks noGrp="1"/>
          </p:cNvSpPr>
          <p:nvPr/>
        </p:nvSpPr>
        <p:spPr>
          <a:xfrm>
            <a:off x="5829580" y="22328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A13C7D71-4B25-42C4-8BEE-4F084361BFC5}"/>
              </a:ext>
            </a:extLst>
          </p:cNvPr>
          <p:cNvSpPr>
            <a:spLocks noGrp="1"/>
          </p:cNvSpPr>
          <p:nvPr/>
        </p:nvSpPr>
        <p:spPr>
          <a:xfrm>
            <a:off x="585601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3D17691E-9B57-458E-B588-A082C318CDF5}"/>
              </a:ext>
            </a:extLst>
          </p:cNvPr>
          <p:cNvSpPr>
            <a:spLocks noGrp="1"/>
          </p:cNvSpPr>
          <p:nvPr/>
        </p:nvSpPr>
        <p:spPr>
          <a:xfrm>
            <a:off x="578267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1587E6AC-B05A-4169-A984-F19EDDA8139F}"/>
              </a:ext>
            </a:extLst>
          </p:cNvPr>
          <p:cNvSpPr>
            <a:spLocks noGrp="1"/>
          </p:cNvSpPr>
          <p:nvPr/>
        </p:nvSpPr>
        <p:spPr>
          <a:xfrm>
            <a:off x="58002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D3A0F3F5-C843-4003-BBAB-4403D4820793}"/>
              </a:ext>
            </a:extLst>
          </p:cNvPr>
          <p:cNvSpPr>
            <a:spLocks noGrp="1"/>
          </p:cNvSpPr>
          <p:nvPr/>
        </p:nvSpPr>
        <p:spPr>
          <a:xfrm>
            <a:off x="582056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7299DF34-2390-4385-8891-5841A3BEF56A}"/>
              </a:ext>
            </a:extLst>
          </p:cNvPr>
          <p:cNvSpPr>
            <a:spLocks noGrp="1"/>
          </p:cNvSpPr>
          <p:nvPr/>
        </p:nvSpPr>
        <p:spPr>
          <a:xfrm>
            <a:off x="582909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037EDA5-E78B-47DC-B58A-637E4F599581}"/>
              </a:ext>
            </a:extLst>
          </p:cNvPr>
          <p:cNvSpPr>
            <a:spLocks noGrp="1"/>
          </p:cNvSpPr>
          <p:nvPr/>
        </p:nvSpPr>
        <p:spPr>
          <a:xfrm>
            <a:off x="5759034" y="35540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240C5F77-8093-431F-B6E8-429D42AA5F39}"/>
              </a:ext>
            </a:extLst>
          </p:cNvPr>
          <p:cNvSpPr>
            <a:spLocks noGrp="1"/>
          </p:cNvSpPr>
          <p:nvPr/>
        </p:nvSpPr>
        <p:spPr>
          <a:xfrm>
            <a:off x="578857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CB20A98D-2A3A-4203-A8C8-D8D5B339CE28}"/>
              </a:ext>
            </a:extLst>
          </p:cNvPr>
          <p:cNvSpPr>
            <a:spLocks noGrp="1"/>
          </p:cNvSpPr>
          <p:nvPr/>
        </p:nvSpPr>
        <p:spPr>
          <a:xfrm>
            <a:off x="577839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79A73D96-51E0-4149-ACB8-44289C04CFA1}"/>
              </a:ext>
            </a:extLst>
          </p:cNvPr>
          <p:cNvSpPr>
            <a:spLocks noGrp="1"/>
          </p:cNvSpPr>
          <p:nvPr/>
        </p:nvSpPr>
        <p:spPr>
          <a:xfrm>
            <a:off x="574163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F76B40BE-FB70-4A51-A7F5-23ABA716EA19}"/>
              </a:ext>
            </a:extLst>
          </p:cNvPr>
          <p:cNvSpPr>
            <a:spLocks noGrp="1"/>
          </p:cNvSpPr>
          <p:nvPr/>
        </p:nvSpPr>
        <p:spPr>
          <a:xfrm>
            <a:off x="5742788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78011599-7A69-4203-A5DA-69E23D4631B9}"/>
              </a:ext>
            </a:extLst>
          </p:cNvPr>
          <p:cNvSpPr>
            <a:spLocks noGrp="1"/>
          </p:cNvSpPr>
          <p:nvPr/>
        </p:nvSpPr>
        <p:spPr>
          <a:xfrm>
            <a:off x="5775545" y="2355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BCD61AE-560F-410A-B7C4-F7F03E71DE2A}"/>
              </a:ext>
            </a:extLst>
          </p:cNvPr>
          <p:cNvSpPr>
            <a:spLocks noGrp="1"/>
          </p:cNvSpPr>
          <p:nvPr/>
        </p:nvSpPr>
        <p:spPr>
          <a:xfrm>
            <a:off x="585159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D1560186-C7DF-4E9D-B6F0-2AFA16C418C9}"/>
              </a:ext>
            </a:extLst>
          </p:cNvPr>
          <p:cNvSpPr>
            <a:spLocks noGrp="1"/>
          </p:cNvSpPr>
          <p:nvPr/>
        </p:nvSpPr>
        <p:spPr>
          <a:xfrm>
            <a:off x="5762804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454A4BCC-B92C-4DDB-9D82-154773FB7D02}"/>
              </a:ext>
            </a:extLst>
          </p:cNvPr>
          <p:cNvSpPr>
            <a:spLocks noGrp="1"/>
          </p:cNvSpPr>
          <p:nvPr/>
        </p:nvSpPr>
        <p:spPr>
          <a:xfrm>
            <a:off x="5850934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CF8E407F-3DF6-48F9-9DD2-A882A6422544}"/>
              </a:ext>
            </a:extLst>
          </p:cNvPr>
          <p:cNvSpPr>
            <a:spLocks noGrp="1"/>
          </p:cNvSpPr>
          <p:nvPr/>
        </p:nvSpPr>
        <p:spPr>
          <a:xfrm>
            <a:off x="574700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1594">
            <a:extLst>
              <a:ext uri="{FF2B5EF4-FFF2-40B4-BE49-F238E27FC236}">
                <a16:creationId xmlns:a16="http://schemas.microsoft.com/office/drawing/2014/main" id="{9FF54A4C-FEEC-41F2-AA17-E07E0C37C6DE}"/>
              </a:ext>
            </a:extLst>
          </p:cNvPr>
          <p:cNvSpPr>
            <a:spLocks noGrp="1"/>
          </p:cNvSpPr>
          <p:nvPr/>
        </p:nvSpPr>
        <p:spPr>
          <a:xfrm>
            <a:off x="58400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32DA2390-9C54-437E-8BD9-BB08242B7CAA}"/>
              </a:ext>
            </a:extLst>
          </p:cNvPr>
          <p:cNvSpPr>
            <a:spLocks noGrp="1"/>
          </p:cNvSpPr>
          <p:nvPr/>
        </p:nvSpPr>
        <p:spPr>
          <a:xfrm>
            <a:off x="577542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1596">
            <a:extLst>
              <a:ext uri="{FF2B5EF4-FFF2-40B4-BE49-F238E27FC236}">
                <a16:creationId xmlns:a16="http://schemas.microsoft.com/office/drawing/2014/main" id="{0FD81F79-DE56-431F-99DC-5C00EF69F8C0}"/>
              </a:ext>
            </a:extLst>
          </p:cNvPr>
          <p:cNvSpPr>
            <a:spLocks noGrp="1"/>
          </p:cNvSpPr>
          <p:nvPr/>
        </p:nvSpPr>
        <p:spPr>
          <a:xfrm>
            <a:off x="577987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06AF7873-07AA-4376-BE94-34A9A5C15614}"/>
              </a:ext>
            </a:extLst>
          </p:cNvPr>
          <p:cNvSpPr>
            <a:spLocks noGrp="1"/>
          </p:cNvSpPr>
          <p:nvPr/>
        </p:nvSpPr>
        <p:spPr>
          <a:xfrm>
            <a:off x="57389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1598">
            <a:extLst>
              <a:ext uri="{FF2B5EF4-FFF2-40B4-BE49-F238E27FC236}">
                <a16:creationId xmlns:a16="http://schemas.microsoft.com/office/drawing/2014/main" id="{3892E6A5-4988-4B64-84FF-C3A1D516A73D}"/>
              </a:ext>
            </a:extLst>
          </p:cNvPr>
          <p:cNvSpPr>
            <a:spLocks noGrp="1"/>
          </p:cNvSpPr>
          <p:nvPr/>
        </p:nvSpPr>
        <p:spPr>
          <a:xfrm>
            <a:off x="579878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B646E203-EFF0-486F-B97E-AAD2BA384078}"/>
              </a:ext>
            </a:extLst>
          </p:cNvPr>
          <p:cNvSpPr>
            <a:spLocks noGrp="1"/>
          </p:cNvSpPr>
          <p:nvPr/>
        </p:nvSpPr>
        <p:spPr>
          <a:xfrm>
            <a:off x="58042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1600">
            <a:extLst>
              <a:ext uri="{FF2B5EF4-FFF2-40B4-BE49-F238E27FC236}">
                <a16:creationId xmlns:a16="http://schemas.microsoft.com/office/drawing/2014/main" id="{06387D0A-619C-4A15-BF41-056BC93CB1F2}"/>
              </a:ext>
            </a:extLst>
          </p:cNvPr>
          <p:cNvSpPr>
            <a:spLocks noGrp="1"/>
          </p:cNvSpPr>
          <p:nvPr/>
        </p:nvSpPr>
        <p:spPr>
          <a:xfrm>
            <a:off x="582223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1601">
            <a:extLst>
              <a:ext uri="{FF2B5EF4-FFF2-40B4-BE49-F238E27FC236}">
                <a16:creationId xmlns:a16="http://schemas.microsoft.com/office/drawing/2014/main" id="{6274470B-E1B2-40E8-8372-2835A7CAA307}"/>
              </a:ext>
            </a:extLst>
          </p:cNvPr>
          <p:cNvSpPr>
            <a:spLocks noGrp="1"/>
          </p:cNvSpPr>
          <p:nvPr/>
        </p:nvSpPr>
        <p:spPr>
          <a:xfrm>
            <a:off x="5798430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3B5233A8-ABEA-4B62-8D7D-FAC666A1B36E}"/>
              </a:ext>
            </a:extLst>
          </p:cNvPr>
          <p:cNvSpPr>
            <a:spLocks noGrp="1"/>
          </p:cNvSpPr>
          <p:nvPr/>
        </p:nvSpPr>
        <p:spPr>
          <a:xfrm>
            <a:off x="583674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5F5ECBDA-87D4-4D57-8958-2C078267E80B}"/>
              </a:ext>
            </a:extLst>
          </p:cNvPr>
          <p:cNvSpPr>
            <a:spLocks noGrp="1"/>
          </p:cNvSpPr>
          <p:nvPr/>
        </p:nvSpPr>
        <p:spPr>
          <a:xfrm>
            <a:off x="581510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1604">
            <a:extLst>
              <a:ext uri="{FF2B5EF4-FFF2-40B4-BE49-F238E27FC236}">
                <a16:creationId xmlns:a16="http://schemas.microsoft.com/office/drawing/2014/main" id="{DFECFF75-07C0-46C3-9DAF-F5530C0E5DA4}"/>
              </a:ext>
            </a:extLst>
          </p:cNvPr>
          <p:cNvSpPr>
            <a:spLocks noGrp="1"/>
          </p:cNvSpPr>
          <p:nvPr/>
        </p:nvSpPr>
        <p:spPr>
          <a:xfrm>
            <a:off x="577746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1605">
            <a:extLst>
              <a:ext uri="{FF2B5EF4-FFF2-40B4-BE49-F238E27FC236}">
                <a16:creationId xmlns:a16="http://schemas.microsoft.com/office/drawing/2014/main" id="{1BF44B1A-D65A-48C2-9821-3BB12BE9BE05}"/>
              </a:ext>
            </a:extLst>
          </p:cNvPr>
          <p:cNvSpPr>
            <a:spLocks noGrp="1"/>
          </p:cNvSpPr>
          <p:nvPr/>
        </p:nvSpPr>
        <p:spPr>
          <a:xfrm>
            <a:off x="577692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7FB3BF88-84CA-49B4-B3EB-E56AE99F9B5D}"/>
              </a:ext>
            </a:extLst>
          </p:cNvPr>
          <p:cNvSpPr>
            <a:spLocks noGrp="1"/>
          </p:cNvSpPr>
          <p:nvPr/>
        </p:nvSpPr>
        <p:spPr>
          <a:xfrm>
            <a:off x="579594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1607">
            <a:extLst>
              <a:ext uri="{FF2B5EF4-FFF2-40B4-BE49-F238E27FC236}">
                <a16:creationId xmlns:a16="http://schemas.microsoft.com/office/drawing/2014/main" id="{E12B0B0D-C1C8-40B6-B4B0-7EAF50CABD60}"/>
              </a:ext>
            </a:extLst>
          </p:cNvPr>
          <p:cNvSpPr>
            <a:spLocks noGrp="1"/>
          </p:cNvSpPr>
          <p:nvPr/>
        </p:nvSpPr>
        <p:spPr>
          <a:xfrm>
            <a:off x="5812028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1608">
            <a:extLst>
              <a:ext uri="{FF2B5EF4-FFF2-40B4-BE49-F238E27FC236}">
                <a16:creationId xmlns:a16="http://schemas.microsoft.com/office/drawing/2014/main" id="{97DA1A19-615E-4FD2-BF56-D96DE2177EA8}"/>
              </a:ext>
            </a:extLst>
          </p:cNvPr>
          <p:cNvSpPr>
            <a:spLocks noGrp="1"/>
          </p:cNvSpPr>
          <p:nvPr/>
        </p:nvSpPr>
        <p:spPr>
          <a:xfrm>
            <a:off x="575659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6190B49A-2C5A-4F41-8B3A-F16218E5E7CD}"/>
              </a:ext>
            </a:extLst>
          </p:cNvPr>
          <p:cNvSpPr>
            <a:spLocks noGrp="1"/>
          </p:cNvSpPr>
          <p:nvPr/>
        </p:nvSpPr>
        <p:spPr>
          <a:xfrm>
            <a:off x="580573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23799A56-455B-44A9-8655-363FA4D1A2E4}"/>
              </a:ext>
            </a:extLst>
          </p:cNvPr>
          <p:cNvSpPr>
            <a:spLocks noGrp="1"/>
          </p:cNvSpPr>
          <p:nvPr/>
        </p:nvSpPr>
        <p:spPr>
          <a:xfrm>
            <a:off x="5826502" y="26763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1611">
            <a:extLst>
              <a:ext uri="{FF2B5EF4-FFF2-40B4-BE49-F238E27FC236}">
                <a16:creationId xmlns:a16="http://schemas.microsoft.com/office/drawing/2014/main" id="{C5B22BA7-9349-4DF4-9F50-C60D9932D9E7}"/>
              </a:ext>
            </a:extLst>
          </p:cNvPr>
          <p:cNvSpPr>
            <a:spLocks noGrp="1"/>
          </p:cNvSpPr>
          <p:nvPr/>
        </p:nvSpPr>
        <p:spPr>
          <a:xfrm>
            <a:off x="574766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DEB9BF11-C450-4C71-8B29-D444E9940874}"/>
              </a:ext>
            </a:extLst>
          </p:cNvPr>
          <p:cNvSpPr>
            <a:spLocks noGrp="1"/>
          </p:cNvSpPr>
          <p:nvPr/>
        </p:nvSpPr>
        <p:spPr>
          <a:xfrm>
            <a:off x="584923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0BD30620-96DA-4E3F-B182-45B8F9BF0CE7}"/>
              </a:ext>
            </a:extLst>
          </p:cNvPr>
          <p:cNvSpPr>
            <a:spLocks noGrp="1"/>
          </p:cNvSpPr>
          <p:nvPr/>
        </p:nvSpPr>
        <p:spPr>
          <a:xfrm>
            <a:off x="58001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1614">
            <a:extLst>
              <a:ext uri="{FF2B5EF4-FFF2-40B4-BE49-F238E27FC236}">
                <a16:creationId xmlns:a16="http://schemas.microsoft.com/office/drawing/2014/main" id="{4C02E9BB-F99B-4410-9321-E8843B4168FC}"/>
              </a:ext>
            </a:extLst>
          </p:cNvPr>
          <p:cNvSpPr>
            <a:spLocks noGrp="1"/>
          </p:cNvSpPr>
          <p:nvPr/>
        </p:nvSpPr>
        <p:spPr>
          <a:xfrm>
            <a:off x="583378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57D2988B-46BC-435A-8D51-1D08B4153188}"/>
              </a:ext>
            </a:extLst>
          </p:cNvPr>
          <p:cNvSpPr>
            <a:spLocks noGrp="1"/>
          </p:cNvSpPr>
          <p:nvPr/>
        </p:nvSpPr>
        <p:spPr>
          <a:xfrm>
            <a:off x="577777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B2477EDB-EE18-4134-BF45-1032BC5F25F7}"/>
              </a:ext>
            </a:extLst>
          </p:cNvPr>
          <p:cNvSpPr>
            <a:spLocks noGrp="1"/>
          </p:cNvSpPr>
          <p:nvPr/>
        </p:nvSpPr>
        <p:spPr>
          <a:xfrm>
            <a:off x="582817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1617">
            <a:extLst>
              <a:ext uri="{FF2B5EF4-FFF2-40B4-BE49-F238E27FC236}">
                <a16:creationId xmlns:a16="http://schemas.microsoft.com/office/drawing/2014/main" id="{D318309E-B50C-4BBE-A8F3-F692362E2A69}"/>
              </a:ext>
            </a:extLst>
          </p:cNvPr>
          <p:cNvSpPr>
            <a:spLocks noGrp="1"/>
          </p:cNvSpPr>
          <p:nvPr/>
        </p:nvSpPr>
        <p:spPr>
          <a:xfrm>
            <a:off x="5740919" y="26870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1618">
            <a:extLst>
              <a:ext uri="{FF2B5EF4-FFF2-40B4-BE49-F238E27FC236}">
                <a16:creationId xmlns:a16="http://schemas.microsoft.com/office/drawing/2014/main" id="{F7BBE1B7-182D-48C7-A2B6-B6B6BD24051A}"/>
              </a:ext>
            </a:extLst>
          </p:cNvPr>
          <p:cNvSpPr>
            <a:spLocks noGrp="1"/>
          </p:cNvSpPr>
          <p:nvPr/>
        </p:nvSpPr>
        <p:spPr>
          <a:xfrm>
            <a:off x="573005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8AC27636-689F-4EDF-9006-01D56811BFEC}"/>
              </a:ext>
            </a:extLst>
          </p:cNvPr>
          <p:cNvSpPr>
            <a:spLocks noGrp="1"/>
          </p:cNvSpPr>
          <p:nvPr/>
        </p:nvSpPr>
        <p:spPr>
          <a:xfrm>
            <a:off x="584016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3022827F-8B1D-448A-981F-0EFD04F66A97}"/>
              </a:ext>
            </a:extLst>
          </p:cNvPr>
          <p:cNvSpPr>
            <a:spLocks noGrp="1"/>
          </p:cNvSpPr>
          <p:nvPr/>
        </p:nvSpPr>
        <p:spPr>
          <a:xfrm>
            <a:off x="573690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FE0F32AD-178B-4D0C-95CD-48B5848B910A}"/>
              </a:ext>
            </a:extLst>
          </p:cNvPr>
          <p:cNvSpPr>
            <a:spLocks noGrp="1"/>
          </p:cNvSpPr>
          <p:nvPr/>
        </p:nvSpPr>
        <p:spPr>
          <a:xfrm>
            <a:off x="57916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EADCDDE0-19FB-4DF2-9D4B-B48D196DAF35}"/>
              </a:ext>
            </a:extLst>
          </p:cNvPr>
          <p:cNvSpPr>
            <a:spLocks noGrp="1"/>
          </p:cNvSpPr>
          <p:nvPr/>
        </p:nvSpPr>
        <p:spPr>
          <a:xfrm>
            <a:off x="5825811" y="26351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1D2E2F35-E08B-451F-A0CC-3C899E44A019}"/>
              </a:ext>
            </a:extLst>
          </p:cNvPr>
          <p:cNvSpPr>
            <a:spLocks noGrp="1"/>
          </p:cNvSpPr>
          <p:nvPr/>
        </p:nvSpPr>
        <p:spPr>
          <a:xfrm>
            <a:off x="5776378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7DAF36F7-3407-40C0-913E-D5C5100C5FDF}"/>
              </a:ext>
            </a:extLst>
          </p:cNvPr>
          <p:cNvSpPr>
            <a:spLocks noGrp="1"/>
          </p:cNvSpPr>
          <p:nvPr/>
        </p:nvSpPr>
        <p:spPr>
          <a:xfrm>
            <a:off x="583711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C25324C2-19D2-4B66-B1E6-8D417B12250C}"/>
              </a:ext>
            </a:extLst>
          </p:cNvPr>
          <p:cNvSpPr>
            <a:spLocks noGrp="1"/>
          </p:cNvSpPr>
          <p:nvPr/>
        </p:nvSpPr>
        <p:spPr>
          <a:xfrm>
            <a:off x="575608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B0FE797B-02D3-4457-BA49-B145BFBD41F6}"/>
              </a:ext>
            </a:extLst>
          </p:cNvPr>
          <p:cNvSpPr>
            <a:spLocks noGrp="1"/>
          </p:cNvSpPr>
          <p:nvPr/>
        </p:nvSpPr>
        <p:spPr>
          <a:xfrm>
            <a:off x="580215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C07BB034-5D9B-4383-A13D-4567135F18E8}"/>
              </a:ext>
            </a:extLst>
          </p:cNvPr>
          <p:cNvSpPr>
            <a:spLocks noGrp="1"/>
          </p:cNvSpPr>
          <p:nvPr/>
        </p:nvSpPr>
        <p:spPr>
          <a:xfrm>
            <a:off x="57287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63AED49B-BA89-42E0-9962-10086BD48836}"/>
              </a:ext>
            </a:extLst>
          </p:cNvPr>
          <p:cNvSpPr>
            <a:spLocks noGrp="1"/>
          </p:cNvSpPr>
          <p:nvPr/>
        </p:nvSpPr>
        <p:spPr>
          <a:xfrm>
            <a:off x="586133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E39D5D23-748F-4323-B50A-F1339DE8E268}"/>
              </a:ext>
            </a:extLst>
          </p:cNvPr>
          <p:cNvSpPr>
            <a:spLocks noGrp="1"/>
          </p:cNvSpPr>
          <p:nvPr/>
        </p:nvSpPr>
        <p:spPr>
          <a:xfrm>
            <a:off x="583626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E4446344-C96E-4AC1-87B6-E7C3BBB4EC2D}"/>
              </a:ext>
            </a:extLst>
          </p:cNvPr>
          <p:cNvSpPr>
            <a:spLocks noGrp="1"/>
          </p:cNvSpPr>
          <p:nvPr/>
        </p:nvSpPr>
        <p:spPr>
          <a:xfrm>
            <a:off x="583159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6261D24C-2A07-4AE9-86D2-9F07B8B2A3A8}"/>
              </a:ext>
            </a:extLst>
          </p:cNvPr>
          <p:cNvSpPr>
            <a:spLocks noGrp="1"/>
          </p:cNvSpPr>
          <p:nvPr/>
        </p:nvSpPr>
        <p:spPr>
          <a:xfrm>
            <a:off x="5740673" y="2653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AF9E7884-76A2-4751-A4EC-209E83477AA6}"/>
              </a:ext>
            </a:extLst>
          </p:cNvPr>
          <p:cNvSpPr>
            <a:spLocks noGrp="1"/>
          </p:cNvSpPr>
          <p:nvPr/>
        </p:nvSpPr>
        <p:spPr>
          <a:xfrm>
            <a:off x="585334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D8DF8654-67F0-4028-B359-B4390752771E}"/>
              </a:ext>
            </a:extLst>
          </p:cNvPr>
          <p:cNvSpPr>
            <a:spLocks noGrp="1"/>
          </p:cNvSpPr>
          <p:nvPr/>
        </p:nvSpPr>
        <p:spPr>
          <a:xfrm>
            <a:off x="5835613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1334123A-6344-4819-86E4-2419449F8175}"/>
              </a:ext>
            </a:extLst>
          </p:cNvPr>
          <p:cNvSpPr>
            <a:spLocks noGrp="1"/>
          </p:cNvSpPr>
          <p:nvPr/>
        </p:nvSpPr>
        <p:spPr>
          <a:xfrm>
            <a:off x="579907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81C0CC-D748-42D1-8F6F-E13289244C10}"/>
              </a:ext>
            </a:extLst>
          </p:cNvPr>
          <p:cNvSpPr>
            <a:spLocks noGrp="1"/>
          </p:cNvSpPr>
          <p:nvPr/>
        </p:nvSpPr>
        <p:spPr>
          <a:xfrm>
            <a:off x="58052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A7972CCD-30A6-47FF-9082-68FE26F98A04}"/>
              </a:ext>
            </a:extLst>
          </p:cNvPr>
          <p:cNvSpPr>
            <a:spLocks noGrp="1"/>
          </p:cNvSpPr>
          <p:nvPr/>
        </p:nvSpPr>
        <p:spPr>
          <a:xfrm>
            <a:off x="577979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1D627385-62DB-4A1D-ADE2-393D87A5CB44}"/>
              </a:ext>
            </a:extLst>
          </p:cNvPr>
          <p:cNvSpPr>
            <a:spLocks noGrp="1"/>
          </p:cNvSpPr>
          <p:nvPr/>
        </p:nvSpPr>
        <p:spPr>
          <a:xfrm>
            <a:off x="581661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BB6324E-5DD0-4FCD-B2A2-17111381D7DE}"/>
              </a:ext>
            </a:extLst>
          </p:cNvPr>
          <p:cNvSpPr>
            <a:spLocks noGrp="1"/>
          </p:cNvSpPr>
          <p:nvPr/>
        </p:nvSpPr>
        <p:spPr>
          <a:xfrm>
            <a:off x="57354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33364905-7483-4C24-83CA-B7AA8A8F8090}"/>
              </a:ext>
            </a:extLst>
          </p:cNvPr>
          <p:cNvSpPr>
            <a:spLocks noGrp="1"/>
          </p:cNvSpPr>
          <p:nvPr/>
        </p:nvSpPr>
        <p:spPr>
          <a:xfrm>
            <a:off x="577645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ADE1B02-71FF-4EC7-8CE2-A0A251A29E46}"/>
              </a:ext>
            </a:extLst>
          </p:cNvPr>
          <p:cNvSpPr>
            <a:spLocks noGrp="1"/>
          </p:cNvSpPr>
          <p:nvPr/>
        </p:nvSpPr>
        <p:spPr>
          <a:xfrm>
            <a:off x="577488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F0EF9A34-B280-4C15-BC01-AB98E5C1B432}"/>
              </a:ext>
            </a:extLst>
          </p:cNvPr>
          <p:cNvSpPr>
            <a:spLocks noGrp="1"/>
          </p:cNvSpPr>
          <p:nvPr/>
        </p:nvSpPr>
        <p:spPr>
          <a:xfrm>
            <a:off x="5858739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5678DA1-EB06-4DF4-8D66-65D34D933141}"/>
              </a:ext>
            </a:extLst>
          </p:cNvPr>
          <p:cNvSpPr>
            <a:spLocks noGrp="1"/>
          </p:cNvSpPr>
          <p:nvPr/>
        </p:nvSpPr>
        <p:spPr>
          <a:xfrm>
            <a:off x="585357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84CCD55D-48BA-4E33-8CC5-584F4E98BE90}"/>
              </a:ext>
            </a:extLst>
          </p:cNvPr>
          <p:cNvSpPr>
            <a:spLocks noGrp="1"/>
          </p:cNvSpPr>
          <p:nvPr/>
        </p:nvSpPr>
        <p:spPr>
          <a:xfrm>
            <a:off x="578784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1331F93F-5B7E-4709-8014-7F71CB21F73C}"/>
              </a:ext>
            </a:extLst>
          </p:cNvPr>
          <p:cNvSpPr>
            <a:spLocks noGrp="1"/>
          </p:cNvSpPr>
          <p:nvPr/>
        </p:nvSpPr>
        <p:spPr>
          <a:xfrm>
            <a:off x="5767051" y="29439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8633FA72-BEA3-4BB9-8DC0-EE9993BAFF85}"/>
              </a:ext>
            </a:extLst>
          </p:cNvPr>
          <p:cNvSpPr>
            <a:spLocks noGrp="1"/>
          </p:cNvSpPr>
          <p:nvPr/>
        </p:nvSpPr>
        <p:spPr>
          <a:xfrm>
            <a:off x="58255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F9BFA079-EA0F-4136-AAC3-713FA140323C}"/>
              </a:ext>
            </a:extLst>
          </p:cNvPr>
          <p:cNvSpPr>
            <a:spLocks noGrp="1"/>
          </p:cNvSpPr>
          <p:nvPr/>
        </p:nvSpPr>
        <p:spPr>
          <a:xfrm>
            <a:off x="5833393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AA0AE739-7305-4192-8B59-0BE8A766EBC5}"/>
              </a:ext>
            </a:extLst>
          </p:cNvPr>
          <p:cNvSpPr>
            <a:spLocks noGrp="1"/>
          </p:cNvSpPr>
          <p:nvPr/>
        </p:nvSpPr>
        <p:spPr>
          <a:xfrm>
            <a:off x="573881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47388DC-B51A-4027-8179-70CD5FFB077A}"/>
              </a:ext>
            </a:extLst>
          </p:cNvPr>
          <p:cNvSpPr>
            <a:spLocks noGrp="1"/>
          </p:cNvSpPr>
          <p:nvPr/>
        </p:nvSpPr>
        <p:spPr>
          <a:xfrm>
            <a:off x="580516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CB89ECCD-5B0F-4F7C-8FB6-30BCBE58C548}"/>
              </a:ext>
            </a:extLst>
          </p:cNvPr>
          <p:cNvSpPr>
            <a:spLocks noGrp="1"/>
          </p:cNvSpPr>
          <p:nvPr/>
        </p:nvSpPr>
        <p:spPr>
          <a:xfrm>
            <a:off x="583873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E94B21D2-B5CF-4CC6-9FFA-AD24CD4BDF44}"/>
              </a:ext>
            </a:extLst>
          </p:cNvPr>
          <p:cNvSpPr>
            <a:spLocks noGrp="1"/>
          </p:cNvSpPr>
          <p:nvPr/>
        </p:nvSpPr>
        <p:spPr>
          <a:xfrm>
            <a:off x="576898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95D613A0-BBAA-4AAD-B133-6063D4E3CAAC}"/>
              </a:ext>
            </a:extLst>
          </p:cNvPr>
          <p:cNvSpPr>
            <a:spLocks noGrp="1"/>
          </p:cNvSpPr>
          <p:nvPr/>
        </p:nvSpPr>
        <p:spPr>
          <a:xfrm>
            <a:off x="57708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389EE50-8522-4264-8DE6-171591651AE5}"/>
              </a:ext>
            </a:extLst>
          </p:cNvPr>
          <p:cNvSpPr>
            <a:spLocks noGrp="1"/>
          </p:cNvSpPr>
          <p:nvPr/>
        </p:nvSpPr>
        <p:spPr>
          <a:xfrm>
            <a:off x="582247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5A940AE1-186A-4B1D-A037-F40DBE43631A}"/>
              </a:ext>
            </a:extLst>
          </p:cNvPr>
          <p:cNvSpPr>
            <a:spLocks noGrp="1"/>
          </p:cNvSpPr>
          <p:nvPr/>
        </p:nvSpPr>
        <p:spPr>
          <a:xfrm>
            <a:off x="577100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F9C43B79-5789-44AC-86DF-7E820584A291}"/>
              </a:ext>
            </a:extLst>
          </p:cNvPr>
          <p:cNvSpPr>
            <a:spLocks noGrp="1"/>
          </p:cNvSpPr>
          <p:nvPr/>
        </p:nvSpPr>
        <p:spPr>
          <a:xfrm>
            <a:off x="5728096" y="36504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F572213F-7ACD-482B-A2F8-B43454FEB0E3}"/>
              </a:ext>
            </a:extLst>
          </p:cNvPr>
          <p:cNvSpPr>
            <a:spLocks noGrp="1"/>
          </p:cNvSpPr>
          <p:nvPr/>
        </p:nvSpPr>
        <p:spPr>
          <a:xfrm>
            <a:off x="5730538" y="3618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F52734E7-0183-4B3C-B0AF-C110E0E6D1CB}"/>
              </a:ext>
            </a:extLst>
          </p:cNvPr>
          <p:cNvSpPr>
            <a:spLocks noGrp="1"/>
          </p:cNvSpPr>
          <p:nvPr/>
        </p:nvSpPr>
        <p:spPr>
          <a:xfrm>
            <a:off x="579986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95F8611-691C-44AF-9D84-116FFC7B8FB7}"/>
              </a:ext>
            </a:extLst>
          </p:cNvPr>
          <p:cNvSpPr>
            <a:spLocks noGrp="1"/>
          </p:cNvSpPr>
          <p:nvPr/>
        </p:nvSpPr>
        <p:spPr>
          <a:xfrm>
            <a:off x="578619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AA6CD14D-3A8F-4F09-BC68-3D7AF48B8C38}"/>
              </a:ext>
            </a:extLst>
          </p:cNvPr>
          <p:cNvSpPr>
            <a:spLocks noGrp="1"/>
          </p:cNvSpPr>
          <p:nvPr/>
        </p:nvSpPr>
        <p:spPr>
          <a:xfrm>
            <a:off x="5813035" y="19805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EF992CB6-6118-44B4-8EB7-5DE10BA992F3}"/>
              </a:ext>
            </a:extLst>
          </p:cNvPr>
          <p:cNvSpPr>
            <a:spLocks noGrp="1"/>
          </p:cNvSpPr>
          <p:nvPr/>
        </p:nvSpPr>
        <p:spPr>
          <a:xfrm>
            <a:off x="581804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923BE55E-92ED-42FF-B6C5-3C4D967678EF}"/>
              </a:ext>
            </a:extLst>
          </p:cNvPr>
          <p:cNvSpPr>
            <a:spLocks noGrp="1"/>
          </p:cNvSpPr>
          <p:nvPr/>
        </p:nvSpPr>
        <p:spPr>
          <a:xfrm>
            <a:off x="574341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F925AB10-561D-4A32-874C-F91A795B68A7}"/>
              </a:ext>
            </a:extLst>
          </p:cNvPr>
          <p:cNvSpPr>
            <a:spLocks noGrp="1"/>
          </p:cNvSpPr>
          <p:nvPr/>
        </p:nvSpPr>
        <p:spPr>
          <a:xfrm>
            <a:off x="583818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0D68537-CD26-4F93-B739-23F4A0303731}"/>
              </a:ext>
            </a:extLst>
          </p:cNvPr>
          <p:cNvSpPr>
            <a:spLocks noGrp="1"/>
          </p:cNvSpPr>
          <p:nvPr/>
        </p:nvSpPr>
        <p:spPr>
          <a:xfrm>
            <a:off x="5755804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284FF4DE-2DB8-461C-A098-EED480A54A75}"/>
              </a:ext>
            </a:extLst>
          </p:cNvPr>
          <p:cNvSpPr>
            <a:spLocks noGrp="1"/>
          </p:cNvSpPr>
          <p:nvPr/>
        </p:nvSpPr>
        <p:spPr>
          <a:xfrm>
            <a:off x="5803209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934A0425-FC70-4219-985C-38FD5D117526}"/>
              </a:ext>
            </a:extLst>
          </p:cNvPr>
          <p:cNvSpPr>
            <a:spLocks noGrp="1"/>
          </p:cNvSpPr>
          <p:nvPr/>
        </p:nvSpPr>
        <p:spPr>
          <a:xfrm>
            <a:off x="583125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76C89157-5868-46C7-8A02-40FABAD29595}"/>
              </a:ext>
            </a:extLst>
          </p:cNvPr>
          <p:cNvSpPr>
            <a:spLocks noGrp="1"/>
          </p:cNvSpPr>
          <p:nvPr/>
        </p:nvSpPr>
        <p:spPr>
          <a:xfrm>
            <a:off x="57684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DE9318C5-A9E3-4F61-B227-BF9A33373F5E}"/>
              </a:ext>
            </a:extLst>
          </p:cNvPr>
          <p:cNvSpPr>
            <a:spLocks noGrp="1"/>
          </p:cNvSpPr>
          <p:nvPr/>
        </p:nvSpPr>
        <p:spPr>
          <a:xfrm>
            <a:off x="584581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90A39D98-E867-433F-B458-3341B396175B}"/>
              </a:ext>
            </a:extLst>
          </p:cNvPr>
          <p:cNvSpPr>
            <a:spLocks noGrp="1"/>
          </p:cNvSpPr>
          <p:nvPr/>
        </p:nvSpPr>
        <p:spPr>
          <a:xfrm>
            <a:off x="5816261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231A5139-045D-4A2C-BF95-EBD0C5C68195}"/>
              </a:ext>
            </a:extLst>
          </p:cNvPr>
          <p:cNvSpPr>
            <a:spLocks noGrp="1"/>
          </p:cNvSpPr>
          <p:nvPr/>
        </p:nvSpPr>
        <p:spPr>
          <a:xfrm>
            <a:off x="573840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2FD1B4A7-7719-4347-887B-5C2B7228131E}"/>
              </a:ext>
            </a:extLst>
          </p:cNvPr>
          <p:cNvSpPr>
            <a:spLocks noGrp="1"/>
          </p:cNvSpPr>
          <p:nvPr/>
        </p:nvSpPr>
        <p:spPr>
          <a:xfrm>
            <a:off x="5790577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571B604F-ADCD-44EA-A823-555F4DA2CBAF}"/>
              </a:ext>
            </a:extLst>
          </p:cNvPr>
          <p:cNvSpPr>
            <a:spLocks noGrp="1"/>
          </p:cNvSpPr>
          <p:nvPr/>
        </p:nvSpPr>
        <p:spPr>
          <a:xfrm>
            <a:off x="58183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652EE9FD-DD8A-44BB-BADD-B796C8F1D1DE}"/>
              </a:ext>
            </a:extLst>
          </p:cNvPr>
          <p:cNvSpPr>
            <a:spLocks noGrp="1"/>
          </p:cNvSpPr>
          <p:nvPr/>
        </p:nvSpPr>
        <p:spPr>
          <a:xfrm>
            <a:off x="58581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7A2661B0-C078-4BDF-968C-E401742A442F}"/>
              </a:ext>
            </a:extLst>
          </p:cNvPr>
          <p:cNvSpPr>
            <a:spLocks noGrp="1"/>
          </p:cNvSpPr>
          <p:nvPr/>
        </p:nvSpPr>
        <p:spPr>
          <a:xfrm>
            <a:off x="5843638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C68073C-9677-44C7-AAB2-A0E9BBFBFE66}"/>
              </a:ext>
            </a:extLst>
          </p:cNvPr>
          <p:cNvSpPr>
            <a:spLocks noGrp="1"/>
          </p:cNvSpPr>
          <p:nvPr/>
        </p:nvSpPr>
        <p:spPr>
          <a:xfrm>
            <a:off x="577222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41DEDA22-E56A-4594-876E-C5677C051EF2}"/>
              </a:ext>
            </a:extLst>
          </p:cNvPr>
          <p:cNvSpPr>
            <a:spLocks noGrp="1"/>
          </p:cNvSpPr>
          <p:nvPr/>
        </p:nvSpPr>
        <p:spPr>
          <a:xfrm>
            <a:off x="575005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7BB9256A-90C9-4529-B98A-5D69EE1B6D0F}"/>
              </a:ext>
            </a:extLst>
          </p:cNvPr>
          <p:cNvSpPr>
            <a:spLocks noGrp="1"/>
          </p:cNvSpPr>
          <p:nvPr/>
        </p:nvSpPr>
        <p:spPr>
          <a:xfrm>
            <a:off x="5856138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539036CC-20E3-47E3-A1CC-3B2D414B606D}"/>
              </a:ext>
            </a:extLst>
          </p:cNvPr>
          <p:cNvSpPr>
            <a:spLocks noGrp="1"/>
          </p:cNvSpPr>
          <p:nvPr/>
        </p:nvSpPr>
        <p:spPr>
          <a:xfrm>
            <a:off x="58471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DFB7686D-5711-424E-AD48-6A27F38444D8}"/>
              </a:ext>
            </a:extLst>
          </p:cNvPr>
          <p:cNvSpPr>
            <a:spLocks noGrp="1"/>
          </p:cNvSpPr>
          <p:nvPr/>
        </p:nvSpPr>
        <p:spPr>
          <a:xfrm>
            <a:off x="576157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30AD1759-B652-443A-A078-1C8AA77065F2}"/>
              </a:ext>
            </a:extLst>
          </p:cNvPr>
          <p:cNvSpPr>
            <a:spLocks noGrp="1"/>
          </p:cNvSpPr>
          <p:nvPr/>
        </p:nvSpPr>
        <p:spPr>
          <a:xfrm>
            <a:off x="5816355" y="25508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1B687C30-DFA1-4780-9750-9DEEEDFDECC4}"/>
              </a:ext>
            </a:extLst>
          </p:cNvPr>
          <p:cNvSpPr>
            <a:spLocks noGrp="1"/>
          </p:cNvSpPr>
          <p:nvPr/>
        </p:nvSpPr>
        <p:spPr>
          <a:xfrm>
            <a:off x="5861611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0A361DD2-7672-474A-937A-5E6EC72DF707}"/>
              </a:ext>
            </a:extLst>
          </p:cNvPr>
          <p:cNvSpPr>
            <a:spLocks noGrp="1"/>
          </p:cNvSpPr>
          <p:nvPr/>
        </p:nvSpPr>
        <p:spPr>
          <a:xfrm>
            <a:off x="577691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224AC094-7F8E-468D-9281-C432200697DB}"/>
              </a:ext>
            </a:extLst>
          </p:cNvPr>
          <p:cNvSpPr>
            <a:spLocks noGrp="1"/>
          </p:cNvSpPr>
          <p:nvPr/>
        </p:nvSpPr>
        <p:spPr>
          <a:xfrm>
            <a:off x="578912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5BA8958C-3948-4BCA-B9DC-C17EE9A937BB}"/>
              </a:ext>
            </a:extLst>
          </p:cNvPr>
          <p:cNvSpPr>
            <a:spLocks noGrp="1"/>
          </p:cNvSpPr>
          <p:nvPr/>
        </p:nvSpPr>
        <p:spPr>
          <a:xfrm>
            <a:off x="5744857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D884D627-21FC-47C4-9389-C923D76F59A4}"/>
              </a:ext>
            </a:extLst>
          </p:cNvPr>
          <p:cNvSpPr>
            <a:spLocks noGrp="1"/>
          </p:cNvSpPr>
          <p:nvPr/>
        </p:nvSpPr>
        <p:spPr>
          <a:xfrm>
            <a:off x="57816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0BC11125-933F-4436-A626-DFCE2920DF95}"/>
              </a:ext>
            </a:extLst>
          </p:cNvPr>
          <p:cNvSpPr>
            <a:spLocks noGrp="1"/>
          </p:cNvSpPr>
          <p:nvPr/>
        </p:nvSpPr>
        <p:spPr>
          <a:xfrm>
            <a:off x="575102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A1936FF7-1D9A-47BE-8D92-A7F1A8402E1C}"/>
              </a:ext>
            </a:extLst>
          </p:cNvPr>
          <p:cNvSpPr>
            <a:spLocks noGrp="1"/>
          </p:cNvSpPr>
          <p:nvPr/>
        </p:nvSpPr>
        <p:spPr>
          <a:xfrm>
            <a:off x="575374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FF17B6F5-43B0-47DD-ABE5-5373DE5F23C9}"/>
              </a:ext>
            </a:extLst>
          </p:cNvPr>
          <p:cNvSpPr>
            <a:spLocks noGrp="1"/>
          </p:cNvSpPr>
          <p:nvPr/>
        </p:nvSpPr>
        <p:spPr>
          <a:xfrm>
            <a:off x="5744182" y="37384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13FEADC9-495C-4929-9291-D53760783EC3}"/>
              </a:ext>
            </a:extLst>
          </p:cNvPr>
          <p:cNvSpPr>
            <a:spLocks noGrp="1"/>
          </p:cNvSpPr>
          <p:nvPr/>
        </p:nvSpPr>
        <p:spPr>
          <a:xfrm>
            <a:off x="573775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6EABD85B-C8BD-40CC-ABB8-4B9634B346B5}"/>
              </a:ext>
            </a:extLst>
          </p:cNvPr>
          <p:cNvSpPr>
            <a:spLocks noGrp="1"/>
          </p:cNvSpPr>
          <p:nvPr/>
        </p:nvSpPr>
        <p:spPr>
          <a:xfrm>
            <a:off x="579915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43E60434-4768-4E2D-BE27-D46295533763}"/>
              </a:ext>
            </a:extLst>
          </p:cNvPr>
          <p:cNvSpPr>
            <a:spLocks noGrp="1"/>
          </p:cNvSpPr>
          <p:nvPr/>
        </p:nvSpPr>
        <p:spPr>
          <a:xfrm>
            <a:off x="3929087" y="1722120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75101F62-308B-46F2-B163-FD6A11DCFA50}"/>
              </a:ext>
            </a:extLst>
          </p:cNvPr>
          <p:cNvSpPr>
            <a:spLocks noGrp="1"/>
          </p:cNvSpPr>
          <p:nvPr/>
        </p:nvSpPr>
        <p:spPr>
          <a:xfrm>
            <a:off x="3929087" y="376449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92" name="text_1691">
            <a:extLst>
              <a:ext uri="{FF2B5EF4-FFF2-40B4-BE49-F238E27FC236}">
                <a16:creationId xmlns:a16="http://schemas.microsoft.com/office/drawing/2014/main" id="{FD44297D-3FF6-4D45-9CB7-03D09B1028F3}"/>
              </a:ext>
            </a:extLst>
          </p:cNvPr>
          <p:cNvSpPr>
            <a:spLocks noGrp="1"/>
          </p:cNvSpPr>
          <p:nvPr/>
        </p:nvSpPr>
        <p:spPr>
          <a:xfrm rot="0">
            <a:off x="3450257" y="140871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693" name="text_1692">
            <a:extLst>
              <a:ext uri="{FF2B5EF4-FFF2-40B4-BE49-F238E27FC236}">
                <a16:creationId xmlns:a16="http://schemas.microsoft.com/office/drawing/2014/main" id="{0C79E1A9-C3D8-4937-B213-8F7316F80A81}"/>
              </a:ext>
            </a:extLst>
          </p:cNvPr>
          <p:cNvSpPr>
            <a:spLocks noGrp="1"/>
          </p:cNvSpPr>
          <p:nvPr/>
        </p:nvSpPr>
        <p:spPr>
          <a:xfrm rot="0">
            <a:off x="3929087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5B09C76-11D6-4470-9750-A6D5B71884C1}"/>
              </a:ext>
            </a:extLst>
          </p:cNvPr>
          <p:cNvSpPr>
            <a:spLocks noGrp="1"/>
          </p:cNvSpPr>
          <p:nvPr/>
        </p:nvSpPr>
        <p:spPr>
          <a:xfrm>
            <a:off x="4110470" y="3379142"/>
            <a:ext cx="191" cy="385354"/>
          </a:xfrm>
          <a:custGeom>
            <a:pathLst>
              <a:path w="191" h="385354">
                <a:moveTo>
                  <a:pt x="0" y="3853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5B283227-C593-4FAB-9E55-A3A8A8DFE216}"/>
              </a:ext>
            </a:extLst>
          </p:cNvPr>
          <p:cNvSpPr>
            <a:spLocks noGrp="1"/>
          </p:cNvSpPr>
          <p:nvPr/>
        </p:nvSpPr>
        <p:spPr>
          <a:xfrm>
            <a:off x="4389520" y="1873407"/>
            <a:ext cx="191" cy="1569960"/>
          </a:xfrm>
          <a:custGeom>
            <a:pathLst>
              <a:path w="191" h="1569960">
                <a:moveTo>
                  <a:pt x="0" y="156996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CCB2499F-9AB6-4231-AD52-0D6F0C179CD9}"/>
              </a:ext>
            </a:extLst>
          </p:cNvPr>
          <p:cNvSpPr>
            <a:spLocks noGrp="1"/>
          </p:cNvSpPr>
          <p:nvPr/>
        </p:nvSpPr>
        <p:spPr>
          <a:xfrm>
            <a:off x="4668570" y="1837726"/>
            <a:ext cx="191" cy="1284513"/>
          </a:xfrm>
          <a:custGeom>
            <a:pathLst>
              <a:path w="191" h="1284513">
                <a:moveTo>
                  <a:pt x="0" y="128451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6E8A3EAF-5462-4F13-B5BB-46E191E9DD03}"/>
              </a:ext>
            </a:extLst>
          </p:cNvPr>
          <p:cNvSpPr>
            <a:spLocks noGrp="1"/>
          </p:cNvSpPr>
          <p:nvPr/>
        </p:nvSpPr>
        <p:spPr>
          <a:xfrm>
            <a:off x="5254575" y="3122239"/>
            <a:ext cx="191" cy="642257"/>
          </a:xfrm>
          <a:custGeom>
            <a:pathLst>
              <a:path w="191" h="642257">
                <a:moveTo>
                  <a:pt x="0" y="64225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B0CD7EA2-BD92-442B-BBD0-062DCC345B7A}"/>
              </a:ext>
            </a:extLst>
          </p:cNvPr>
          <p:cNvSpPr>
            <a:spLocks noGrp="1"/>
          </p:cNvSpPr>
          <p:nvPr/>
        </p:nvSpPr>
        <p:spPr>
          <a:xfrm>
            <a:off x="5533625" y="1837726"/>
            <a:ext cx="191" cy="1682100"/>
          </a:xfrm>
          <a:custGeom>
            <a:pathLst>
              <a:path w="191" h="1682100">
                <a:moveTo>
                  <a:pt x="0" y="168210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91C53B7C-8FF2-4A7E-8E96-64E12B2ADD9B}"/>
              </a:ext>
            </a:extLst>
          </p:cNvPr>
          <p:cNvSpPr>
            <a:spLocks noGrp="1"/>
          </p:cNvSpPr>
          <p:nvPr/>
        </p:nvSpPr>
        <p:spPr>
          <a:xfrm>
            <a:off x="5812675" y="1837726"/>
            <a:ext cx="191" cy="1426551"/>
          </a:xfrm>
          <a:custGeom>
            <a:pathLst>
              <a:path w="191" h="1426551">
                <a:moveTo>
                  <a:pt x="0" y="14265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60070037-28EB-453D-9E0F-BD66D35EFD69}"/>
              </a:ext>
            </a:extLst>
          </p:cNvPr>
          <p:cNvSpPr>
            <a:spLocks noGrp="1"/>
          </p:cNvSpPr>
          <p:nvPr/>
        </p:nvSpPr>
        <p:spPr>
          <a:xfrm>
            <a:off x="4075001" y="372902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C0AAFE6F-BE60-4AE8-B8C1-B11635B34715}"/>
              </a:ext>
            </a:extLst>
          </p:cNvPr>
          <p:cNvSpPr>
            <a:spLocks noGrp="1"/>
          </p:cNvSpPr>
          <p:nvPr/>
        </p:nvSpPr>
        <p:spPr>
          <a:xfrm>
            <a:off x="4354051" y="276564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F15DB452-32E3-4C7F-A40D-F8D834A9D496}"/>
              </a:ext>
            </a:extLst>
          </p:cNvPr>
          <p:cNvSpPr>
            <a:spLocks noGrp="1"/>
          </p:cNvSpPr>
          <p:nvPr/>
        </p:nvSpPr>
        <p:spPr>
          <a:xfrm>
            <a:off x="4633101" y="239863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D1E78AE0-3780-4423-910C-187D817C76C0}"/>
              </a:ext>
            </a:extLst>
          </p:cNvPr>
          <p:cNvSpPr>
            <a:spLocks noGrp="1"/>
          </p:cNvSpPr>
          <p:nvPr/>
        </p:nvSpPr>
        <p:spPr>
          <a:xfrm>
            <a:off x="5219106" y="372902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52E75EC6-13BD-49B8-8116-4F3C89C3AF33}"/>
              </a:ext>
            </a:extLst>
          </p:cNvPr>
          <p:cNvSpPr>
            <a:spLocks noGrp="1"/>
          </p:cNvSpPr>
          <p:nvPr/>
        </p:nvSpPr>
        <p:spPr>
          <a:xfrm>
            <a:off x="5498156" y="276564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6340465E-ADF6-4AED-BA65-1D219A4011E4}"/>
              </a:ext>
            </a:extLst>
          </p:cNvPr>
          <p:cNvSpPr>
            <a:spLocks noGrp="1"/>
          </p:cNvSpPr>
          <p:nvPr/>
        </p:nvSpPr>
        <p:spPr>
          <a:xfrm>
            <a:off x="5777207" y="244451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E3CF8AA9-0A2D-4B7C-91A1-A7A59A998470}"/>
              </a:ext>
            </a:extLst>
          </p:cNvPr>
          <p:cNvSpPr>
            <a:spLocks noGrp="1"/>
          </p:cNvSpPr>
          <p:nvPr/>
        </p:nvSpPr>
        <p:spPr>
          <a:xfrm>
            <a:off x="7086173" y="1722120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0AF5554D-6B9B-4F71-9432-6B5D15582D64}"/>
              </a:ext>
            </a:extLst>
          </p:cNvPr>
          <p:cNvSpPr>
            <a:spLocks noGrp="1"/>
          </p:cNvSpPr>
          <p:nvPr/>
        </p:nvSpPr>
        <p:spPr>
          <a:xfrm>
            <a:off x="7617452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08" name="text_1707">
            <a:extLst>
              <a:ext uri="{FF2B5EF4-FFF2-40B4-BE49-F238E27FC236}">
                <a16:creationId xmlns:a16="http://schemas.microsoft.com/office/drawing/2014/main" id="{2B3F83D8-75DC-4EC5-94D4-1D67E853DEA8}"/>
              </a:ext>
            </a:extLst>
          </p:cNvPr>
          <p:cNvSpPr>
            <a:spLocks noGrp="1"/>
          </p:cNvSpPr>
          <p:nvPr/>
        </p:nvSpPr>
        <p:spPr>
          <a:xfrm rot="0">
            <a:off x="7520345" y="3856877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ED6E1529-A978-4B26-891A-E0B48B11C936}"/>
              </a:ext>
            </a:extLst>
          </p:cNvPr>
          <p:cNvSpPr>
            <a:spLocks noGrp="1"/>
          </p:cNvSpPr>
          <p:nvPr/>
        </p:nvSpPr>
        <p:spPr>
          <a:xfrm>
            <a:off x="8619865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0" name="text_1709">
            <a:extLst>
              <a:ext uri="{FF2B5EF4-FFF2-40B4-BE49-F238E27FC236}">
                <a16:creationId xmlns:a16="http://schemas.microsoft.com/office/drawing/2014/main" id="{DDBDDF28-6049-4FE4-986D-0265A3094147}"/>
              </a:ext>
            </a:extLst>
          </p:cNvPr>
          <p:cNvSpPr>
            <a:spLocks noGrp="1"/>
          </p:cNvSpPr>
          <p:nvPr/>
        </p:nvSpPr>
        <p:spPr>
          <a:xfrm rot="0">
            <a:off x="8522758" y="3856877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11" name="text_1710">
            <a:extLst>
              <a:ext uri="{FF2B5EF4-FFF2-40B4-BE49-F238E27FC236}">
                <a16:creationId xmlns:a16="http://schemas.microsoft.com/office/drawing/2014/main" id="{FA599604-A3EC-4D45-87E6-ADB1BCAA83BE}"/>
              </a:ext>
            </a:extLst>
          </p:cNvPr>
          <p:cNvSpPr>
            <a:spLocks noGrp="1"/>
          </p:cNvSpPr>
          <p:nvPr/>
        </p:nvSpPr>
        <p:spPr>
          <a:xfrm rot="0">
            <a:off x="7335711" y="4037030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C49820E6-B933-476B-8465-66A071EF4C4C}"/>
              </a:ext>
            </a:extLst>
          </p:cNvPr>
          <p:cNvSpPr>
            <a:spLocks noGrp="1"/>
          </p:cNvSpPr>
          <p:nvPr/>
        </p:nvSpPr>
        <p:spPr>
          <a:xfrm>
            <a:off x="7041837" y="37644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3" name="text_1712">
            <a:extLst>
              <a:ext uri="{FF2B5EF4-FFF2-40B4-BE49-F238E27FC236}">
                <a16:creationId xmlns:a16="http://schemas.microsoft.com/office/drawing/2014/main" id="{E70C8BED-3E6B-4B4E-AE12-9CD6501C59BA}"/>
              </a:ext>
            </a:extLst>
          </p:cNvPr>
          <p:cNvSpPr>
            <a:spLocks noGrp="1"/>
          </p:cNvSpPr>
          <p:nvPr/>
        </p:nvSpPr>
        <p:spPr>
          <a:xfrm rot="0">
            <a:off x="6915028" y="3707046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8C9900F2-BEFF-4D6E-B9F4-67F3752F5345}"/>
              </a:ext>
            </a:extLst>
          </p:cNvPr>
          <p:cNvSpPr>
            <a:spLocks noGrp="1"/>
          </p:cNvSpPr>
          <p:nvPr/>
        </p:nvSpPr>
        <p:spPr>
          <a:xfrm>
            <a:off x="7041837" y="3253902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5" name="text_1714">
            <a:extLst>
              <a:ext uri="{FF2B5EF4-FFF2-40B4-BE49-F238E27FC236}">
                <a16:creationId xmlns:a16="http://schemas.microsoft.com/office/drawing/2014/main" id="{E9C17C17-165A-43E6-8F38-51129AC0B88F}"/>
              </a:ext>
            </a:extLst>
          </p:cNvPr>
          <p:cNvSpPr>
            <a:spLocks noGrp="1"/>
          </p:cNvSpPr>
          <p:nvPr/>
        </p:nvSpPr>
        <p:spPr>
          <a:xfrm rot="0">
            <a:off x="6850290" y="3196452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6C2C7838-B697-4FC8-8268-B6C90C0A17D0}"/>
              </a:ext>
            </a:extLst>
          </p:cNvPr>
          <p:cNvSpPr>
            <a:spLocks noGrp="1"/>
          </p:cNvSpPr>
          <p:nvPr/>
        </p:nvSpPr>
        <p:spPr>
          <a:xfrm>
            <a:off x="7041837" y="274330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7" name="text_1716">
            <a:extLst>
              <a:ext uri="{FF2B5EF4-FFF2-40B4-BE49-F238E27FC236}">
                <a16:creationId xmlns:a16="http://schemas.microsoft.com/office/drawing/2014/main" id="{7F97AABC-9782-4621-A0D9-959AB426D84D}"/>
              </a:ext>
            </a:extLst>
          </p:cNvPr>
          <p:cNvSpPr>
            <a:spLocks noGrp="1"/>
          </p:cNvSpPr>
          <p:nvPr/>
        </p:nvSpPr>
        <p:spPr>
          <a:xfrm rot="0">
            <a:off x="6850290" y="2685858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F71FB211-4655-4592-B2BB-6FA4C54552D3}"/>
              </a:ext>
            </a:extLst>
          </p:cNvPr>
          <p:cNvSpPr>
            <a:spLocks noGrp="1"/>
          </p:cNvSpPr>
          <p:nvPr/>
        </p:nvSpPr>
        <p:spPr>
          <a:xfrm>
            <a:off x="7041837" y="223271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9" name="text_1718">
            <a:extLst>
              <a:ext uri="{FF2B5EF4-FFF2-40B4-BE49-F238E27FC236}">
                <a16:creationId xmlns:a16="http://schemas.microsoft.com/office/drawing/2014/main" id="{1C0BC812-ABB0-41CD-897A-11F67964CFEC}"/>
              </a:ext>
            </a:extLst>
          </p:cNvPr>
          <p:cNvSpPr>
            <a:spLocks noGrp="1"/>
          </p:cNvSpPr>
          <p:nvPr/>
        </p:nvSpPr>
        <p:spPr>
          <a:xfrm rot="0">
            <a:off x="6850290" y="217526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516E3882-186A-4E66-901A-483F5FC9A197}"/>
              </a:ext>
            </a:extLst>
          </p:cNvPr>
          <p:cNvSpPr>
            <a:spLocks noGrp="1"/>
          </p:cNvSpPr>
          <p:nvPr/>
        </p:nvSpPr>
        <p:spPr>
          <a:xfrm>
            <a:off x="7041837" y="1722120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1" name="text_1720">
            <a:extLst>
              <a:ext uri="{FF2B5EF4-FFF2-40B4-BE49-F238E27FC236}">
                <a16:creationId xmlns:a16="http://schemas.microsoft.com/office/drawing/2014/main" id="{1DB573AB-FF4C-43C0-9886-71CFF0D46F93}"/>
              </a:ext>
            </a:extLst>
          </p:cNvPr>
          <p:cNvSpPr>
            <a:spLocks noGrp="1"/>
          </p:cNvSpPr>
          <p:nvPr/>
        </p:nvSpPr>
        <p:spPr>
          <a:xfrm rot="0">
            <a:off x="6785553" y="166467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2" name="text_1721">
            <a:extLst>
              <a:ext uri="{FF2B5EF4-FFF2-40B4-BE49-F238E27FC236}">
                <a16:creationId xmlns:a16="http://schemas.microsoft.com/office/drawing/2014/main" id="{4390B949-8DD1-4C93-AEB5-B62781131B2D}"/>
              </a:ext>
            </a:extLst>
          </p:cNvPr>
          <p:cNvSpPr>
            <a:spLocks noGrp="1"/>
          </p:cNvSpPr>
          <p:nvPr/>
        </p:nvSpPr>
        <p:spPr>
          <a:xfrm rot="-5400000">
            <a:off x="5801070" y="2659069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CECBF342-3D1F-4180-A3F3-034351EB6AD3}"/>
              </a:ext>
            </a:extLst>
          </p:cNvPr>
          <p:cNvSpPr>
            <a:spLocks noGrp="1"/>
          </p:cNvSpPr>
          <p:nvPr/>
        </p:nvSpPr>
        <p:spPr>
          <a:xfrm>
            <a:off x="7279137" y="3181429"/>
            <a:ext cx="205495" cy="583067"/>
          </a:xfrm>
          <a:custGeom>
            <a:pathLst>
              <a:path w="205495" h="583067">
                <a:moveTo>
                  <a:pt x="0" y="583067"/>
                </a:moveTo>
                <a:lnTo>
                  <a:pt x="205495" y="583067"/>
                </a:lnTo>
                <a:lnTo>
                  <a:pt x="205495" y="0"/>
                </a:lnTo>
                <a:lnTo>
                  <a:pt x="0" y="0"/>
                </a:lnTo>
                <a:lnTo>
                  <a:pt x="0" y="58306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859BB18C-CA26-4C91-9BEB-70446E9B64A7}"/>
              </a:ext>
            </a:extLst>
          </p:cNvPr>
          <p:cNvSpPr>
            <a:spLocks noGrp="1"/>
          </p:cNvSpPr>
          <p:nvPr/>
        </p:nvSpPr>
        <p:spPr>
          <a:xfrm>
            <a:off x="7514704" y="2629840"/>
            <a:ext cx="205495" cy="1134656"/>
          </a:xfrm>
          <a:custGeom>
            <a:pathLst>
              <a:path w="205495" h="1134656">
                <a:moveTo>
                  <a:pt x="0" y="1134656"/>
                </a:moveTo>
                <a:lnTo>
                  <a:pt x="205495" y="1134656"/>
                </a:lnTo>
                <a:lnTo>
                  <a:pt x="205495" y="0"/>
                </a:lnTo>
                <a:lnTo>
                  <a:pt x="0" y="0"/>
                </a:lnTo>
                <a:lnTo>
                  <a:pt x="0" y="1134656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140ECDC2-1C3E-40E0-9B1D-C0B430426549}"/>
              </a:ext>
            </a:extLst>
          </p:cNvPr>
          <p:cNvSpPr>
            <a:spLocks noGrp="1"/>
          </p:cNvSpPr>
          <p:nvPr/>
        </p:nvSpPr>
        <p:spPr>
          <a:xfrm>
            <a:off x="7750271" y="2408341"/>
            <a:ext cx="205495" cy="1356155"/>
          </a:xfrm>
          <a:custGeom>
            <a:pathLst>
              <a:path w="205495" h="1356155">
                <a:moveTo>
                  <a:pt x="0" y="1356155"/>
                </a:moveTo>
                <a:lnTo>
                  <a:pt x="205495" y="1356155"/>
                </a:lnTo>
                <a:lnTo>
                  <a:pt x="205495" y="0"/>
                </a:lnTo>
                <a:lnTo>
                  <a:pt x="0" y="0"/>
                </a:lnTo>
                <a:lnTo>
                  <a:pt x="0" y="1356155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BA1D07BD-5EE6-48E5-B9F4-1C566790DBCD}"/>
              </a:ext>
            </a:extLst>
          </p:cNvPr>
          <p:cNvSpPr>
            <a:spLocks noGrp="1"/>
          </p:cNvSpPr>
          <p:nvPr/>
        </p:nvSpPr>
        <p:spPr>
          <a:xfrm>
            <a:off x="8281550" y="3123173"/>
            <a:ext cx="205495" cy="641323"/>
          </a:xfrm>
          <a:custGeom>
            <a:pathLst>
              <a:path w="205495" h="641323">
                <a:moveTo>
                  <a:pt x="0" y="641323"/>
                </a:moveTo>
                <a:lnTo>
                  <a:pt x="205495" y="641323"/>
                </a:lnTo>
                <a:lnTo>
                  <a:pt x="205495" y="0"/>
                </a:lnTo>
                <a:lnTo>
                  <a:pt x="0" y="0"/>
                </a:lnTo>
                <a:lnTo>
                  <a:pt x="0" y="641323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CB18F0AE-318D-42BF-B661-1BBCEE069684}"/>
              </a:ext>
            </a:extLst>
          </p:cNvPr>
          <p:cNvSpPr>
            <a:spLocks noGrp="1"/>
          </p:cNvSpPr>
          <p:nvPr/>
        </p:nvSpPr>
        <p:spPr>
          <a:xfrm>
            <a:off x="8517117" y="2471834"/>
            <a:ext cx="205495" cy="1292662"/>
          </a:xfrm>
          <a:custGeom>
            <a:pathLst>
              <a:path w="205495" h="1292662">
                <a:moveTo>
                  <a:pt x="0" y="1292662"/>
                </a:moveTo>
                <a:lnTo>
                  <a:pt x="205495" y="1292662"/>
                </a:lnTo>
                <a:lnTo>
                  <a:pt x="205495" y="0"/>
                </a:lnTo>
                <a:lnTo>
                  <a:pt x="0" y="0"/>
                </a:lnTo>
                <a:lnTo>
                  <a:pt x="0" y="1292662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7204E71A-158A-4D07-807E-EE819F91CC67}"/>
              </a:ext>
            </a:extLst>
          </p:cNvPr>
          <p:cNvSpPr>
            <a:spLocks noGrp="1"/>
          </p:cNvSpPr>
          <p:nvPr/>
        </p:nvSpPr>
        <p:spPr>
          <a:xfrm>
            <a:off x="8752685" y="2299778"/>
            <a:ext cx="205495" cy="1464718"/>
          </a:xfrm>
          <a:custGeom>
            <a:pathLst>
              <a:path w="205495" h="1464718">
                <a:moveTo>
                  <a:pt x="0" y="1464718"/>
                </a:moveTo>
                <a:lnTo>
                  <a:pt x="205495" y="1464718"/>
                </a:lnTo>
                <a:lnTo>
                  <a:pt x="205495" y="0"/>
                </a:lnTo>
                <a:lnTo>
                  <a:pt x="0" y="0"/>
                </a:lnTo>
                <a:lnTo>
                  <a:pt x="0" y="146471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66479C7E-CBA7-4338-A02D-0860BEEE295D}"/>
              </a:ext>
            </a:extLst>
          </p:cNvPr>
          <p:cNvSpPr>
            <a:spLocks noGrp="1"/>
          </p:cNvSpPr>
          <p:nvPr/>
        </p:nvSpPr>
        <p:spPr>
          <a:xfrm>
            <a:off x="7086173" y="1722120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9CC32DAA-E995-446D-B897-188AF796C6F6}"/>
              </a:ext>
            </a:extLst>
          </p:cNvPr>
          <p:cNvSpPr>
            <a:spLocks noGrp="1"/>
          </p:cNvSpPr>
          <p:nvPr/>
        </p:nvSpPr>
        <p:spPr>
          <a:xfrm>
            <a:off x="7086173" y="3764496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E7BE0706-50F5-4300-A48B-573F1C422FF5}"/>
              </a:ext>
            </a:extLst>
          </p:cNvPr>
          <p:cNvSpPr>
            <a:spLocks noGrp="1"/>
          </p:cNvSpPr>
          <p:nvPr/>
        </p:nvSpPr>
        <p:spPr>
          <a:xfrm>
            <a:off x="7381884" y="3080096"/>
            <a:ext cx="191" cy="200567"/>
          </a:xfrm>
          <a:custGeom>
            <a:pathLst>
              <a:path w="191" h="200567">
                <a:moveTo>
                  <a:pt x="0" y="20056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C3B82DBB-BDA5-452E-A074-6124A7C82388}"/>
              </a:ext>
            </a:extLst>
          </p:cNvPr>
          <p:cNvSpPr>
            <a:spLocks noGrp="1"/>
          </p:cNvSpPr>
          <p:nvPr/>
        </p:nvSpPr>
        <p:spPr>
          <a:xfrm>
            <a:off x="7346800" y="328066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0BD9B62E-C4FF-4D35-8EA6-3D7C6B5C944F}"/>
              </a:ext>
            </a:extLst>
          </p:cNvPr>
          <p:cNvSpPr>
            <a:spLocks noGrp="1"/>
          </p:cNvSpPr>
          <p:nvPr/>
        </p:nvSpPr>
        <p:spPr>
          <a:xfrm>
            <a:off x="7346800" y="3080096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4" name="text_1733">
            <a:extLst>
              <a:ext uri="{FF2B5EF4-FFF2-40B4-BE49-F238E27FC236}">
                <a16:creationId xmlns:a16="http://schemas.microsoft.com/office/drawing/2014/main" id="{18729ADC-58D4-47EE-B919-A1DA8615069F}"/>
              </a:ext>
            </a:extLst>
          </p:cNvPr>
          <p:cNvSpPr>
            <a:spLocks noGrp="1"/>
          </p:cNvSpPr>
          <p:nvPr/>
        </p:nvSpPr>
        <p:spPr>
          <a:xfrm rot="0">
            <a:off x="7231146" y="213907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F93F4BF3-9085-4614-99F4-F5B7B376911C}"/>
              </a:ext>
            </a:extLst>
          </p:cNvPr>
          <p:cNvSpPr>
            <a:spLocks noGrp="1"/>
          </p:cNvSpPr>
          <p:nvPr/>
        </p:nvSpPr>
        <p:spPr>
          <a:xfrm>
            <a:off x="7617452" y="2530766"/>
            <a:ext cx="191" cy="200848"/>
          </a:xfrm>
          <a:custGeom>
            <a:pathLst>
              <a:path w="191" h="200848">
                <a:moveTo>
                  <a:pt x="0" y="20084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4F04EB41-57AE-4E29-B682-223E2320193D}"/>
              </a:ext>
            </a:extLst>
          </p:cNvPr>
          <p:cNvSpPr>
            <a:spLocks noGrp="1"/>
          </p:cNvSpPr>
          <p:nvPr/>
        </p:nvSpPr>
        <p:spPr>
          <a:xfrm>
            <a:off x="7582367" y="2731614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116438DB-61DD-483F-9CC7-E8E2220A1D48}"/>
              </a:ext>
            </a:extLst>
          </p:cNvPr>
          <p:cNvSpPr>
            <a:spLocks noGrp="1"/>
          </p:cNvSpPr>
          <p:nvPr/>
        </p:nvSpPr>
        <p:spPr>
          <a:xfrm>
            <a:off x="7582367" y="2530766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8" name="text_1737">
            <a:extLst>
              <a:ext uri="{FF2B5EF4-FFF2-40B4-BE49-F238E27FC236}">
                <a16:creationId xmlns:a16="http://schemas.microsoft.com/office/drawing/2014/main" id="{1BEA5818-C7AA-4B51-A5F8-929CB153476B}"/>
              </a:ext>
            </a:extLst>
          </p:cNvPr>
          <p:cNvSpPr>
            <a:spLocks noGrp="1"/>
          </p:cNvSpPr>
          <p:nvPr/>
        </p:nvSpPr>
        <p:spPr>
          <a:xfrm rot="0">
            <a:off x="7516834" y="213907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8AD577D7-647B-4972-9A24-A133E0A97608}"/>
              </a:ext>
            </a:extLst>
          </p:cNvPr>
          <p:cNvSpPr>
            <a:spLocks noGrp="1"/>
          </p:cNvSpPr>
          <p:nvPr/>
        </p:nvSpPr>
        <p:spPr>
          <a:xfrm>
            <a:off x="7853019" y="2314279"/>
            <a:ext cx="191" cy="192512"/>
          </a:xfrm>
          <a:custGeom>
            <a:pathLst>
              <a:path w="191" h="192512">
                <a:moveTo>
                  <a:pt x="0" y="19251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9982E380-B2D7-48EE-A0DB-A13FA28B8C3A}"/>
              </a:ext>
            </a:extLst>
          </p:cNvPr>
          <p:cNvSpPr>
            <a:spLocks noGrp="1"/>
          </p:cNvSpPr>
          <p:nvPr/>
        </p:nvSpPr>
        <p:spPr>
          <a:xfrm>
            <a:off x="7817934" y="2506791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40CD45EF-5738-4CBF-8056-5D53A0F0C48D}"/>
              </a:ext>
            </a:extLst>
          </p:cNvPr>
          <p:cNvSpPr>
            <a:spLocks noGrp="1"/>
          </p:cNvSpPr>
          <p:nvPr/>
        </p:nvSpPr>
        <p:spPr>
          <a:xfrm>
            <a:off x="7817934" y="2314279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2" name="text_1741">
            <a:extLst>
              <a:ext uri="{FF2B5EF4-FFF2-40B4-BE49-F238E27FC236}">
                <a16:creationId xmlns:a16="http://schemas.microsoft.com/office/drawing/2014/main" id="{DB9E7360-A38E-4D26-B136-AD9DBB475E45}"/>
              </a:ext>
            </a:extLst>
          </p:cNvPr>
          <p:cNvSpPr>
            <a:spLocks noGrp="1"/>
          </p:cNvSpPr>
          <p:nvPr/>
        </p:nvSpPr>
        <p:spPr>
          <a:xfrm rot="0">
            <a:off x="7802521" y="213907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73706AFB-FB76-414C-85D3-F8F27D9C0909}"/>
              </a:ext>
            </a:extLst>
          </p:cNvPr>
          <p:cNvSpPr>
            <a:spLocks noGrp="1"/>
          </p:cNvSpPr>
          <p:nvPr/>
        </p:nvSpPr>
        <p:spPr>
          <a:xfrm>
            <a:off x="8384298" y="3014373"/>
            <a:ext cx="191" cy="212020"/>
          </a:xfrm>
          <a:custGeom>
            <a:pathLst>
              <a:path w="191" h="212020">
                <a:moveTo>
                  <a:pt x="0" y="21202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F9562620-6FCC-47E5-A276-EC8DA93713F8}"/>
              </a:ext>
            </a:extLst>
          </p:cNvPr>
          <p:cNvSpPr>
            <a:spLocks noGrp="1"/>
          </p:cNvSpPr>
          <p:nvPr/>
        </p:nvSpPr>
        <p:spPr>
          <a:xfrm>
            <a:off x="8349213" y="322639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E06EFD1B-B752-4F3F-8294-BED01751A6A1}"/>
              </a:ext>
            </a:extLst>
          </p:cNvPr>
          <p:cNvSpPr>
            <a:spLocks noGrp="1"/>
          </p:cNvSpPr>
          <p:nvPr/>
        </p:nvSpPr>
        <p:spPr>
          <a:xfrm>
            <a:off x="8349213" y="301437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1745">
            <a:extLst>
              <a:ext uri="{FF2B5EF4-FFF2-40B4-BE49-F238E27FC236}">
                <a16:creationId xmlns:a16="http://schemas.microsoft.com/office/drawing/2014/main" id="{2C803698-0730-46A0-B618-3AC291B86487}"/>
              </a:ext>
            </a:extLst>
          </p:cNvPr>
          <p:cNvSpPr>
            <a:spLocks noGrp="1"/>
          </p:cNvSpPr>
          <p:nvPr/>
        </p:nvSpPr>
        <p:spPr>
          <a:xfrm rot="0">
            <a:off x="8233559" y="2029933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8506C352-FD41-43AF-A824-BC9D464E7375}"/>
              </a:ext>
            </a:extLst>
          </p:cNvPr>
          <p:cNvSpPr>
            <a:spLocks noGrp="1"/>
          </p:cNvSpPr>
          <p:nvPr/>
        </p:nvSpPr>
        <p:spPr>
          <a:xfrm>
            <a:off x="8619865" y="2368313"/>
            <a:ext cx="191" cy="208284"/>
          </a:xfrm>
          <a:custGeom>
            <a:pathLst>
              <a:path w="191" h="208284">
                <a:moveTo>
                  <a:pt x="0" y="20828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0E13AB6F-52F7-49E7-B27C-AE137430F2CD}"/>
              </a:ext>
            </a:extLst>
          </p:cNvPr>
          <p:cNvSpPr>
            <a:spLocks noGrp="1"/>
          </p:cNvSpPr>
          <p:nvPr/>
        </p:nvSpPr>
        <p:spPr>
          <a:xfrm>
            <a:off x="8584780" y="2576598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FE75CF84-F47C-4282-B5E6-A6983609322C}"/>
              </a:ext>
            </a:extLst>
          </p:cNvPr>
          <p:cNvSpPr>
            <a:spLocks noGrp="1"/>
          </p:cNvSpPr>
          <p:nvPr/>
        </p:nvSpPr>
        <p:spPr>
          <a:xfrm>
            <a:off x="8584780" y="236831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1749">
            <a:extLst>
              <a:ext uri="{FF2B5EF4-FFF2-40B4-BE49-F238E27FC236}">
                <a16:creationId xmlns:a16="http://schemas.microsoft.com/office/drawing/2014/main" id="{D051D120-F25E-4BC4-9BDB-38E2C8C15751}"/>
              </a:ext>
            </a:extLst>
          </p:cNvPr>
          <p:cNvSpPr>
            <a:spLocks noGrp="1"/>
          </p:cNvSpPr>
          <p:nvPr/>
        </p:nvSpPr>
        <p:spPr>
          <a:xfrm rot="0">
            <a:off x="8519247" y="2029933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D54C5342-FB51-410B-98F7-7F095111DA25}"/>
              </a:ext>
            </a:extLst>
          </p:cNvPr>
          <p:cNvSpPr>
            <a:spLocks noGrp="1"/>
          </p:cNvSpPr>
          <p:nvPr/>
        </p:nvSpPr>
        <p:spPr>
          <a:xfrm>
            <a:off x="8855432" y="2205136"/>
            <a:ext cx="191" cy="193256"/>
          </a:xfrm>
          <a:custGeom>
            <a:pathLst>
              <a:path w="191" h="193256">
                <a:moveTo>
                  <a:pt x="0" y="193256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B18FEAEC-081B-4317-BA5B-ABB27405DC05}"/>
              </a:ext>
            </a:extLst>
          </p:cNvPr>
          <p:cNvSpPr>
            <a:spLocks noGrp="1"/>
          </p:cNvSpPr>
          <p:nvPr/>
        </p:nvSpPr>
        <p:spPr>
          <a:xfrm>
            <a:off x="8820347" y="239839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2753802F-A304-4749-9933-FCF79041EDEC}"/>
              </a:ext>
            </a:extLst>
          </p:cNvPr>
          <p:cNvSpPr>
            <a:spLocks noGrp="1"/>
          </p:cNvSpPr>
          <p:nvPr/>
        </p:nvSpPr>
        <p:spPr>
          <a:xfrm>
            <a:off x="8820347" y="2205136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1753">
            <a:extLst>
              <a:ext uri="{FF2B5EF4-FFF2-40B4-BE49-F238E27FC236}">
                <a16:creationId xmlns:a16="http://schemas.microsoft.com/office/drawing/2014/main" id="{41183F2C-FEEB-4271-AE82-30E1A4F3421C}"/>
              </a:ext>
            </a:extLst>
          </p:cNvPr>
          <p:cNvSpPr>
            <a:spLocks noGrp="1"/>
          </p:cNvSpPr>
          <p:nvPr/>
        </p:nvSpPr>
        <p:spPr>
          <a:xfrm rot="0">
            <a:off x="8804934" y="2029933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55" name="text_1754">
            <a:extLst>
              <a:ext uri="{FF2B5EF4-FFF2-40B4-BE49-F238E27FC236}">
                <a16:creationId xmlns:a16="http://schemas.microsoft.com/office/drawing/2014/main" id="{9462C227-E4FA-414B-BB13-0B05E1474122}"/>
              </a:ext>
            </a:extLst>
          </p:cNvPr>
          <p:cNvSpPr>
            <a:spLocks noGrp="1"/>
          </p:cNvSpPr>
          <p:nvPr/>
        </p:nvSpPr>
        <p:spPr>
          <a:xfrm rot="0">
            <a:off x="6607343" y="140871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56" name="text_1755">
            <a:extLst>
              <a:ext uri="{FF2B5EF4-FFF2-40B4-BE49-F238E27FC236}">
                <a16:creationId xmlns:a16="http://schemas.microsoft.com/office/drawing/2014/main" id="{69637908-3526-466F-869C-D1D5EA9AB9CB}"/>
              </a:ext>
            </a:extLst>
          </p:cNvPr>
          <p:cNvSpPr>
            <a:spLocks noGrp="1"/>
          </p:cNvSpPr>
          <p:nvPr/>
        </p:nvSpPr>
        <p:spPr>
          <a:xfrm rot="0">
            <a:off x="7086173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AACF1ABD-7A01-4983-9641-07724338740D}"/>
              </a:ext>
            </a:extLst>
          </p:cNvPr>
          <p:cNvSpPr>
            <a:spLocks noGrp="1"/>
          </p:cNvSpPr>
          <p:nvPr/>
        </p:nvSpPr>
        <p:spPr>
          <a:xfrm>
            <a:off x="1097756" y="4887803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6A917C10-9E40-4B9C-9627-6ADCB1D00BC2}"/>
              </a:ext>
            </a:extLst>
          </p:cNvPr>
          <p:cNvSpPr>
            <a:spLocks noGrp="1"/>
          </p:cNvSpPr>
          <p:nvPr/>
        </p:nvSpPr>
        <p:spPr>
          <a:xfrm>
            <a:off x="2130242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59" name="text_1758">
            <a:extLst>
              <a:ext uri="{FF2B5EF4-FFF2-40B4-BE49-F238E27FC236}">
                <a16:creationId xmlns:a16="http://schemas.microsoft.com/office/drawing/2014/main" id="{45DC5ACC-5CC4-42B2-8AC0-4BAC780A8533}"/>
              </a:ext>
            </a:extLst>
          </p:cNvPr>
          <p:cNvSpPr>
            <a:spLocks noGrp="1"/>
          </p:cNvSpPr>
          <p:nvPr/>
        </p:nvSpPr>
        <p:spPr>
          <a:xfrm rot="0">
            <a:off x="1464349" y="7063898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760" name="text_1759">
            <a:extLst>
              <a:ext uri="{FF2B5EF4-FFF2-40B4-BE49-F238E27FC236}">
                <a16:creationId xmlns:a16="http://schemas.microsoft.com/office/drawing/2014/main" id="{AD4E9300-EA86-451F-BD1E-030892C65CBB}"/>
              </a:ext>
            </a:extLst>
          </p:cNvPr>
          <p:cNvSpPr>
            <a:spLocks noGrp="1"/>
          </p:cNvSpPr>
          <p:nvPr/>
        </p:nvSpPr>
        <p:spPr>
          <a:xfrm rot="0">
            <a:off x="1496465" y="7063898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761" name="text_1760">
            <a:extLst>
              <a:ext uri="{FF2B5EF4-FFF2-40B4-BE49-F238E27FC236}">
                <a16:creationId xmlns:a16="http://schemas.microsoft.com/office/drawing/2014/main" id="{C7C957D0-92A4-44EF-8183-513813443843}"/>
              </a:ext>
            </a:extLst>
          </p:cNvPr>
          <p:cNvSpPr>
            <a:spLocks noGrp="1"/>
          </p:cNvSpPr>
          <p:nvPr/>
        </p:nvSpPr>
        <p:spPr>
          <a:xfrm rot="0">
            <a:off x="1563434" y="7063898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762" name="text_1761">
            <a:extLst>
              <a:ext uri="{FF2B5EF4-FFF2-40B4-BE49-F238E27FC236}">
                <a16:creationId xmlns:a16="http://schemas.microsoft.com/office/drawing/2014/main" id="{68F07870-F73C-4A3B-B067-6D2D05467AC7}"/>
              </a:ext>
            </a:extLst>
          </p:cNvPr>
          <p:cNvSpPr>
            <a:spLocks noGrp="1"/>
          </p:cNvSpPr>
          <p:nvPr/>
        </p:nvSpPr>
        <p:spPr>
          <a:xfrm rot="0">
            <a:off x="1613288" y="7063898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763" name="text_1762">
            <a:extLst>
              <a:ext uri="{FF2B5EF4-FFF2-40B4-BE49-F238E27FC236}">
                <a16:creationId xmlns:a16="http://schemas.microsoft.com/office/drawing/2014/main" id="{D88459F8-B9B7-4A4E-907D-D147215C170C}"/>
              </a:ext>
            </a:extLst>
          </p:cNvPr>
          <p:cNvSpPr>
            <a:spLocks noGrp="1"/>
          </p:cNvSpPr>
          <p:nvPr/>
        </p:nvSpPr>
        <p:spPr>
          <a:xfrm rot="0">
            <a:off x="1655984" y="7063898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764" name="text_1763">
            <a:extLst>
              <a:ext uri="{FF2B5EF4-FFF2-40B4-BE49-F238E27FC236}">
                <a16:creationId xmlns:a16="http://schemas.microsoft.com/office/drawing/2014/main" id="{6413B551-3CB7-4FA7-91FE-CC04A4EB658F}"/>
              </a:ext>
            </a:extLst>
          </p:cNvPr>
          <p:cNvSpPr>
            <a:spLocks noGrp="1"/>
          </p:cNvSpPr>
          <p:nvPr/>
        </p:nvSpPr>
        <p:spPr>
          <a:xfrm rot="0">
            <a:off x="1717041" y="7063898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765" name="text_1764">
            <a:extLst>
              <a:ext uri="{FF2B5EF4-FFF2-40B4-BE49-F238E27FC236}">
                <a16:creationId xmlns:a16="http://schemas.microsoft.com/office/drawing/2014/main" id="{98FAA24B-AB53-4688-8D73-7F3F04B1E0B7}"/>
              </a:ext>
            </a:extLst>
          </p:cNvPr>
          <p:cNvSpPr>
            <a:spLocks noGrp="1"/>
          </p:cNvSpPr>
          <p:nvPr/>
        </p:nvSpPr>
        <p:spPr>
          <a:xfrm rot="0">
            <a:off x="1784011" y="7063898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6" name="text_1765">
            <a:extLst>
              <a:ext uri="{FF2B5EF4-FFF2-40B4-BE49-F238E27FC236}">
                <a16:creationId xmlns:a16="http://schemas.microsoft.com/office/drawing/2014/main" id="{1EE67290-43E4-4868-911C-936E0E109A69}"/>
              </a:ext>
            </a:extLst>
          </p:cNvPr>
          <p:cNvSpPr>
            <a:spLocks noGrp="1"/>
          </p:cNvSpPr>
          <p:nvPr/>
        </p:nvSpPr>
        <p:spPr>
          <a:xfrm rot="0">
            <a:off x="1837910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67" name="text_1766">
            <a:extLst>
              <a:ext uri="{FF2B5EF4-FFF2-40B4-BE49-F238E27FC236}">
                <a16:creationId xmlns:a16="http://schemas.microsoft.com/office/drawing/2014/main" id="{267ED0D6-D096-433C-A10D-030A0DB59273}"/>
              </a:ext>
            </a:extLst>
          </p:cNvPr>
          <p:cNvSpPr>
            <a:spLocks noGrp="1"/>
          </p:cNvSpPr>
          <p:nvPr/>
        </p:nvSpPr>
        <p:spPr>
          <a:xfrm rot="0">
            <a:off x="1901332" y="7063898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768" name="text_1767">
            <a:extLst>
              <a:ext uri="{FF2B5EF4-FFF2-40B4-BE49-F238E27FC236}">
                <a16:creationId xmlns:a16="http://schemas.microsoft.com/office/drawing/2014/main" id="{4B1535FC-7C11-4D5E-B95B-E6FB5002C4EB}"/>
              </a:ext>
            </a:extLst>
          </p:cNvPr>
          <p:cNvSpPr>
            <a:spLocks noGrp="1"/>
          </p:cNvSpPr>
          <p:nvPr/>
        </p:nvSpPr>
        <p:spPr>
          <a:xfrm rot="0">
            <a:off x="1940356" y="7063898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769" name="text_1768">
            <a:extLst>
              <a:ext uri="{FF2B5EF4-FFF2-40B4-BE49-F238E27FC236}">
                <a16:creationId xmlns:a16="http://schemas.microsoft.com/office/drawing/2014/main" id="{9AA0DD27-0281-4897-A87C-2E0D8D770A71}"/>
              </a:ext>
            </a:extLst>
          </p:cNvPr>
          <p:cNvSpPr>
            <a:spLocks noGrp="1"/>
          </p:cNvSpPr>
          <p:nvPr/>
        </p:nvSpPr>
        <p:spPr>
          <a:xfrm rot="0">
            <a:off x="1969609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70" name="text_1769">
            <a:extLst>
              <a:ext uri="{FF2B5EF4-FFF2-40B4-BE49-F238E27FC236}">
                <a16:creationId xmlns:a16="http://schemas.microsoft.com/office/drawing/2014/main" id="{9406AA49-D6AD-41B3-870B-87EB24173DC1}"/>
              </a:ext>
            </a:extLst>
          </p:cNvPr>
          <p:cNvSpPr>
            <a:spLocks noGrp="1"/>
          </p:cNvSpPr>
          <p:nvPr/>
        </p:nvSpPr>
        <p:spPr>
          <a:xfrm rot="0">
            <a:off x="2033030" y="7063898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771" name="text_1770">
            <a:extLst>
              <a:ext uri="{FF2B5EF4-FFF2-40B4-BE49-F238E27FC236}">
                <a16:creationId xmlns:a16="http://schemas.microsoft.com/office/drawing/2014/main" id="{A703CE80-0CE7-4FB7-9722-9A14A4E428B4}"/>
              </a:ext>
            </a:extLst>
          </p:cNvPr>
          <p:cNvSpPr>
            <a:spLocks noGrp="1"/>
          </p:cNvSpPr>
          <p:nvPr/>
        </p:nvSpPr>
        <p:spPr>
          <a:xfrm rot="0">
            <a:off x="2090602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72" name="text_1771">
            <a:extLst>
              <a:ext uri="{FF2B5EF4-FFF2-40B4-BE49-F238E27FC236}">
                <a16:creationId xmlns:a16="http://schemas.microsoft.com/office/drawing/2014/main" id="{11C6BF0F-12B0-44EB-91AA-CB712E1F77C3}"/>
              </a:ext>
            </a:extLst>
          </p:cNvPr>
          <p:cNvSpPr>
            <a:spLocks noGrp="1"/>
          </p:cNvSpPr>
          <p:nvPr/>
        </p:nvSpPr>
        <p:spPr>
          <a:xfrm rot="0">
            <a:off x="2154024" y="7063898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773" name="text_1772">
            <a:extLst>
              <a:ext uri="{FF2B5EF4-FFF2-40B4-BE49-F238E27FC236}">
                <a16:creationId xmlns:a16="http://schemas.microsoft.com/office/drawing/2014/main" id="{1F7F5E4E-72B6-43F4-8AAD-DA123B52BCA5}"/>
              </a:ext>
            </a:extLst>
          </p:cNvPr>
          <p:cNvSpPr>
            <a:spLocks noGrp="1"/>
          </p:cNvSpPr>
          <p:nvPr/>
        </p:nvSpPr>
        <p:spPr>
          <a:xfrm rot="0">
            <a:off x="2183276" y="7063898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774" name="text_1773">
            <a:extLst>
              <a:ext uri="{FF2B5EF4-FFF2-40B4-BE49-F238E27FC236}">
                <a16:creationId xmlns:a16="http://schemas.microsoft.com/office/drawing/2014/main" id="{DB10A25C-437A-4B63-B4C4-5CB8838450FE}"/>
              </a:ext>
            </a:extLst>
          </p:cNvPr>
          <p:cNvSpPr>
            <a:spLocks noGrp="1"/>
          </p:cNvSpPr>
          <p:nvPr/>
        </p:nvSpPr>
        <p:spPr>
          <a:xfrm rot="0">
            <a:off x="2212093" y="7063898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775" name="text_1774">
            <a:extLst>
              <a:ext uri="{FF2B5EF4-FFF2-40B4-BE49-F238E27FC236}">
                <a16:creationId xmlns:a16="http://schemas.microsoft.com/office/drawing/2014/main" id="{1D811745-8151-40C6-9349-C92E2C40DD7F}"/>
              </a:ext>
            </a:extLst>
          </p:cNvPr>
          <p:cNvSpPr>
            <a:spLocks noGrp="1"/>
          </p:cNvSpPr>
          <p:nvPr/>
        </p:nvSpPr>
        <p:spPr>
          <a:xfrm rot="0">
            <a:off x="2288959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776" name="text_1775">
            <a:extLst>
              <a:ext uri="{FF2B5EF4-FFF2-40B4-BE49-F238E27FC236}">
                <a16:creationId xmlns:a16="http://schemas.microsoft.com/office/drawing/2014/main" id="{1C2AB23E-15E7-494D-8477-B52E93BBE45E}"/>
              </a:ext>
            </a:extLst>
          </p:cNvPr>
          <p:cNvSpPr>
            <a:spLocks noGrp="1"/>
          </p:cNvSpPr>
          <p:nvPr/>
        </p:nvSpPr>
        <p:spPr>
          <a:xfrm rot="0">
            <a:off x="2377525" y="7063898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77" name="text_1776">
            <a:extLst>
              <a:ext uri="{FF2B5EF4-FFF2-40B4-BE49-F238E27FC236}">
                <a16:creationId xmlns:a16="http://schemas.microsoft.com/office/drawing/2014/main" id="{8BD9576C-D73F-43CB-B7E7-CA8C780E38D2}"/>
              </a:ext>
            </a:extLst>
          </p:cNvPr>
          <p:cNvSpPr>
            <a:spLocks noGrp="1"/>
          </p:cNvSpPr>
          <p:nvPr/>
        </p:nvSpPr>
        <p:spPr>
          <a:xfrm rot="0">
            <a:off x="2464723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1778" name="text_1777">
            <a:extLst>
              <a:ext uri="{FF2B5EF4-FFF2-40B4-BE49-F238E27FC236}">
                <a16:creationId xmlns:a16="http://schemas.microsoft.com/office/drawing/2014/main" id="{709913DB-4A0D-42B4-94DF-4A2D6FE1D18A}"/>
              </a:ext>
            </a:extLst>
          </p:cNvPr>
          <p:cNvSpPr>
            <a:spLocks noGrp="1"/>
          </p:cNvSpPr>
          <p:nvPr/>
        </p:nvSpPr>
        <p:spPr>
          <a:xfrm rot="0">
            <a:off x="2558020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779" name="text_1778">
            <a:extLst>
              <a:ext uri="{FF2B5EF4-FFF2-40B4-BE49-F238E27FC236}">
                <a16:creationId xmlns:a16="http://schemas.microsoft.com/office/drawing/2014/main" id="{64D1EDC0-7724-4D6D-85CF-68FF3EBA1080}"/>
              </a:ext>
            </a:extLst>
          </p:cNvPr>
          <p:cNvSpPr>
            <a:spLocks noGrp="1"/>
          </p:cNvSpPr>
          <p:nvPr/>
        </p:nvSpPr>
        <p:spPr>
          <a:xfrm rot="0">
            <a:off x="2648244" y="7115109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80" name="text_1779">
            <a:extLst>
              <a:ext uri="{FF2B5EF4-FFF2-40B4-BE49-F238E27FC236}">
                <a16:creationId xmlns:a16="http://schemas.microsoft.com/office/drawing/2014/main" id="{03CFDC14-F13B-4022-9F87-5E695C249F74}"/>
              </a:ext>
            </a:extLst>
          </p:cNvPr>
          <p:cNvSpPr>
            <a:spLocks noGrp="1"/>
          </p:cNvSpPr>
          <p:nvPr/>
        </p:nvSpPr>
        <p:spPr>
          <a:xfrm rot="0">
            <a:off x="2705012" y="7115109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81" name="text_1780">
            <a:extLst>
              <a:ext uri="{FF2B5EF4-FFF2-40B4-BE49-F238E27FC236}">
                <a16:creationId xmlns:a16="http://schemas.microsoft.com/office/drawing/2014/main" id="{A3C19E53-49E5-49D9-B3DA-148F7077CA22}"/>
              </a:ext>
            </a:extLst>
          </p:cNvPr>
          <p:cNvSpPr>
            <a:spLocks noGrp="1"/>
          </p:cNvSpPr>
          <p:nvPr/>
        </p:nvSpPr>
        <p:spPr>
          <a:xfrm rot="0">
            <a:off x="2733375" y="7115109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585636F3-2016-4C99-A003-89931E53A60A}"/>
              </a:ext>
            </a:extLst>
          </p:cNvPr>
          <p:cNvSpPr>
            <a:spLocks noGrp="1"/>
          </p:cNvSpPr>
          <p:nvPr/>
        </p:nvSpPr>
        <p:spPr>
          <a:xfrm>
            <a:off x="1097756" y="6930178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7F5A36CE-5BA9-4ECC-A491-B99F577FAA92}"/>
              </a:ext>
            </a:extLst>
          </p:cNvPr>
          <p:cNvSpPr>
            <a:spLocks noGrp="1"/>
          </p:cNvSpPr>
          <p:nvPr/>
        </p:nvSpPr>
        <p:spPr>
          <a:xfrm>
            <a:off x="1053420" y="693017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1783">
            <a:extLst>
              <a:ext uri="{FF2B5EF4-FFF2-40B4-BE49-F238E27FC236}">
                <a16:creationId xmlns:a16="http://schemas.microsoft.com/office/drawing/2014/main" id="{4F3535D8-0F05-490C-B331-E315EE28BF25}"/>
              </a:ext>
            </a:extLst>
          </p:cNvPr>
          <p:cNvSpPr>
            <a:spLocks noGrp="1"/>
          </p:cNvSpPr>
          <p:nvPr/>
        </p:nvSpPr>
        <p:spPr>
          <a:xfrm rot="0">
            <a:off x="829697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29766994-24A8-40A0-A32A-7EF21F0DF699}"/>
              </a:ext>
            </a:extLst>
          </p:cNvPr>
          <p:cNvSpPr>
            <a:spLocks noGrp="1"/>
          </p:cNvSpPr>
          <p:nvPr/>
        </p:nvSpPr>
        <p:spPr>
          <a:xfrm>
            <a:off x="1097756" y="5966794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C02706D-C9F4-4014-AE16-86CEBDACDAFE}"/>
              </a:ext>
            </a:extLst>
          </p:cNvPr>
          <p:cNvSpPr>
            <a:spLocks noGrp="1"/>
          </p:cNvSpPr>
          <p:nvPr/>
        </p:nvSpPr>
        <p:spPr>
          <a:xfrm>
            <a:off x="1053420" y="596679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7" name="text_1786">
            <a:extLst>
              <a:ext uri="{FF2B5EF4-FFF2-40B4-BE49-F238E27FC236}">
                <a16:creationId xmlns:a16="http://schemas.microsoft.com/office/drawing/2014/main" id="{7DC3ABB2-94B5-4466-B88A-59867B747486}"/>
              </a:ext>
            </a:extLst>
          </p:cNvPr>
          <p:cNvSpPr>
            <a:spLocks noGrp="1"/>
          </p:cNvSpPr>
          <p:nvPr/>
        </p:nvSpPr>
        <p:spPr>
          <a:xfrm rot="0">
            <a:off x="829697" y="590934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DB8A523D-225C-4D01-90FD-CF655BC3C4C5}"/>
              </a:ext>
            </a:extLst>
          </p:cNvPr>
          <p:cNvSpPr>
            <a:spLocks noGrp="1"/>
          </p:cNvSpPr>
          <p:nvPr/>
        </p:nvSpPr>
        <p:spPr>
          <a:xfrm>
            <a:off x="1097756" y="5003409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1014197F-C826-44D5-AE8B-AA2E069FAE35}"/>
              </a:ext>
            </a:extLst>
          </p:cNvPr>
          <p:cNvSpPr>
            <a:spLocks noGrp="1"/>
          </p:cNvSpPr>
          <p:nvPr/>
        </p:nvSpPr>
        <p:spPr>
          <a:xfrm>
            <a:off x="1053420" y="5003409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90" name="text_1789">
            <a:extLst>
              <a:ext uri="{FF2B5EF4-FFF2-40B4-BE49-F238E27FC236}">
                <a16:creationId xmlns:a16="http://schemas.microsoft.com/office/drawing/2014/main" id="{EE77188E-54BD-4B22-B28A-74F9C51212B1}"/>
              </a:ext>
            </a:extLst>
          </p:cNvPr>
          <p:cNvSpPr>
            <a:spLocks noGrp="1"/>
          </p:cNvSpPr>
          <p:nvPr/>
        </p:nvSpPr>
        <p:spPr>
          <a:xfrm rot="0">
            <a:off x="829697" y="494595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91" name="text_1790">
            <a:extLst>
              <a:ext uri="{FF2B5EF4-FFF2-40B4-BE49-F238E27FC236}">
                <a16:creationId xmlns:a16="http://schemas.microsoft.com/office/drawing/2014/main" id="{7006A195-3B4C-4D19-A0BE-A35801960803}"/>
              </a:ext>
            </a:extLst>
          </p:cNvPr>
          <p:cNvSpPr>
            <a:spLocks noGrp="1"/>
          </p:cNvSpPr>
          <p:nvPr/>
        </p:nvSpPr>
        <p:spPr>
          <a:xfrm rot="-5400000">
            <a:off x="560489" y="5824752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F9750607-5477-4C7A-B0D5-5644A728600A}"/>
              </a:ext>
            </a:extLst>
          </p:cNvPr>
          <p:cNvSpPr>
            <a:spLocks noGrp="1"/>
          </p:cNvSpPr>
          <p:nvPr/>
        </p:nvSpPr>
        <p:spPr>
          <a:xfrm>
            <a:off x="1422989" y="6281287"/>
            <a:ext cx="423319" cy="648891"/>
          </a:xfrm>
          <a:custGeom>
            <a:pathLst>
              <a:path w="423319" h="648891">
                <a:moveTo>
                  <a:pt x="0" y="648891"/>
                </a:moveTo>
                <a:lnTo>
                  <a:pt x="423319" y="648891"/>
                </a:lnTo>
                <a:lnTo>
                  <a:pt x="423319" y="0"/>
                </a:lnTo>
                <a:lnTo>
                  <a:pt x="0" y="0"/>
                </a:lnTo>
                <a:lnTo>
                  <a:pt x="0" y="64889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4538C2C3-B702-4A85-8E80-69D60073994D}"/>
              </a:ext>
            </a:extLst>
          </p:cNvPr>
          <p:cNvSpPr>
            <a:spLocks noGrp="1"/>
          </p:cNvSpPr>
          <p:nvPr/>
        </p:nvSpPr>
        <p:spPr>
          <a:xfrm>
            <a:off x="1918582" y="5968154"/>
            <a:ext cx="423319" cy="962024"/>
          </a:xfrm>
          <a:custGeom>
            <a:pathLst>
              <a:path w="423319" h="962024">
                <a:moveTo>
                  <a:pt x="0" y="962024"/>
                </a:moveTo>
                <a:lnTo>
                  <a:pt x="423319" y="962024"/>
                </a:lnTo>
                <a:lnTo>
                  <a:pt x="423319" y="0"/>
                </a:lnTo>
                <a:lnTo>
                  <a:pt x="0" y="0"/>
                </a:lnTo>
                <a:lnTo>
                  <a:pt x="0" y="96202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FFC3B9BC-DECD-476B-AA19-41001939D07C}"/>
              </a:ext>
            </a:extLst>
          </p:cNvPr>
          <p:cNvSpPr>
            <a:spLocks noGrp="1"/>
          </p:cNvSpPr>
          <p:nvPr/>
        </p:nvSpPr>
        <p:spPr>
          <a:xfrm>
            <a:off x="2414175" y="5764756"/>
            <a:ext cx="423319" cy="1165422"/>
          </a:xfrm>
          <a:custGeom>
            <a:pathLst>
              <a:path w="423319" h="1165422">
                <a:moveTo>
                  <a:pt x="0" y="1165422"/>
                </a:moveTo>
                <a:lnTo>
                  <a:pt x="423319" y="1165422"/>
                </a:lnTo>
                <a:lnTo>
                  <a:pt x="423319" y="0"/>
                </a:lnTo>
                <a:lnTo>
                  <a:pt x="0" y="0"/>
                </a:lnTo>
                <a:lnTo>
                  <a:pt x="0" y="116542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AFC544CB-B47D-4E51-8639-45DCDDEFFE87}"/>
              </a:ext>
            </a:extLst>
          </p:cNvPr>
          <p:cNvSpPr>
            <a:spLocks noGrp="1"/>
          </p:cNvSpPr>
          <p:nvPr/>
        </p:nvSpPr>
        <p:spPr>
          <a:xfrm>
            <a:off x="153471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3E3711BF-1185-4B48-89A8-2B0CBCD15EDA}"/>
              </a:ext>
            </a:extLst>
          </p:cNvPr>
          <p:cNvSpPr>
            <a:spLocks noGrp="1"/>
          </p:cNvSpPr>
          <p:nvPr/>
        </p:nvSpPr>
        <p:spPr>
          <a:xfrm>
            <a:off x="1671006" y="57082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F63ED544-2D1F-4362-B587-6C888DBC7CA3}"/>
              </a:ext>
            </a:extLst>
          </p:cNvPr>
          <p:cNvSpPr>
            <a:spLocks noGrp="1"/>
          </p:cNvSpPr>
          <p:nvPr/>
        </p:nvSpPr>
        <p:spPr>
          <a:xfrm>
            <a:off x="148182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13172E98-5C4A-4458-885E-7A09113CE1F5}"/>
              </a:ext>
            </a:extLst>
          </p:cNvPr>
          <p:cNvSpPr>
            <a:spLocks noGrp="1"/>
          </p:cNvSpPr>
          <p:nvPr/>
        </p:nvSpPr>
        <p:spPr>
          <a:xfrm>
            <a:off x="1596655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A4A250A7-3EA6-45D4-9188-53E5A72EDFB8}"/>
              </a:ext>
            </a:extLst>
          </p:cNvPr>
          <p:cNvSpPr>
            <a:spLocks noGrp="1"/>
          </p:cNvSpPr>
          <p:nvPr/>
        </p:nvSpPr>
        <p:spPr>
          <a:xfrm>
            <a:off x="150763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10C6F719-FB07-43EB-9A2A-69CA50AB9216}"/>
              </a:ext>
            </a:extLst>
          </p:cNvPr>
          <p:cNvSpPr>
            <a:spLocks noGrp="1"/>
          </p:cNvSpPr>
          <p:nvPr/>
        </p:nvSpPr>
        <p:spPr>
          <a:xfrm>
            <a:off x="1711118" y="64447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5CAFE747-AC74-4901-905A-E3AFB7391669}"/>
              </a:ext>
            </a:extLst>
          </p:cNvPr>
          <p:cNvSpPr>
            <a:spLocks noGrp="1"/>
          </p:cNvSpPr>
          <p:nvPr/>
        </p:nvSpPr>
        <p:spPr>
          <a:xfrm>
            <a:off x="1636843" y="63665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B60E9203-906A-4D20-BD8B-B43CD0FA4F56}"/>
              </a:ext>
            </a:extLst>
          </p:cNvPr>
          <p:cNvSpPr>
            <a:spLocks noGrp="1"/>
          </p:cNvSpPr>
          <p:nvPr/>
        </p:nvSpPr>
        <p:spPr>
          <a:xfrm>
            <a:off x="1602349" y="53817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AC87F3E-3D73-411B-BB74-BC68244BC6F2}"/>
              </a:ext>
            </a:extLst>
          </p:cNvPr>
          <p:cNvSpPr>
            <a:spLocks noGrp="1"/>
          </p:cNvSpPr>
          <p:nvPr/>
        </p:nvSpPr>
        <p:spPr>
          <a:xfrm>
            <a:off x="149861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50D1CEE2-9D91-4283-8D99-420F5923A508}"/>
              </a:ext>
            </a:extLst>
          </p:cNvPr>
          <p:cNvSpPr>
            <a:spLocks noGrp="1"/>
          </p:cNvSpPr>
          <p:nvPr/>
        </p:nvSpPr>
        <p:spPr>
          <a:xfrm>
            <a:off x="156356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7E669C7A-A8F9-49A8-92CD-5765550E964B}"/>
              </a:ext>
            </a:extLst>
          </p:cNvPr>
          <p:cNvSpPr>
            <a:spLocks noGrp="1"/>
          </p:cNvSpPr>
          <p:nvPr/>
        </p:nvSpPr>
        <p:spPr>
          <a:xfrm>
            <a:off x="157018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FC38FAA6-98FD-4FC9-8F76-52A4000499E5}"/>
              </a:ext>
            </a:extLst>
          </p:cNvPr>
          <p:cNvSpPr>
            <a:spLocks noGrp="1"/>
          </p:cNvSpPr>
          <p:nvPr/>
        </p:nvSpPr>
        <p:spPr>
          <a:xfrm>
            <a:off x="1612963" y="65761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730516A5-0D1C-4B12-9422-30D3ACE615B7}"/>
              </a:ext>
            </a:extLst>
          </p:cNvPr>
          <p:cNvSpPr>
            <a:spLocks noGrp="1"/>
          </p:cNvSpPr>
          <p:nvPr/>
        </p:nvSpPr>
        <p:spPr>
          <a:xfrm>
            <a:off x="169752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01F86FAB-4250-4793-A943-944CB95C1EE2}"/>
              </a:ext>
            </a:extLst>
          </p:cNvPr>
          <p:cNvSpPr>
            <a:spLocks noGrp="1"/>
          </p:cNvSpPr>
          <p:nvPr/>
        </p:nvSpPr>
        <p:spPr>
          <a:xfrm>
            <a:off x="162548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8EA43158-1AA5-4CAC-A1EF-53C72480698E}"/>
              </a:ext>
            </a:extLst>
          </p:cNvPr>
          <p:cNvSpPr>
            <a:spLocks noGrp="1"/>
          </p:cNvSpPr>
          <p:nvPr/>
        </p:nvSpPr>
        <p:spPr>
          <a:xfrm>
            <a:off x="1736387" y="5865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A7859E3-32D7-4D8B-A531-AD1E9201F094}"/>
              </a:ext>
            </a:extLst>
          </p:cNvPr>
          <p:cNvSpPr>
            <a:spLocks noGrp="1"/>
          </p:cNvSpPr>
          <p:nvPr/>
        </p:nvSpPr>
        <p:spPr>
          <a:xfrm>
            <a:off x="151028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A19DD0C7-63B4-476C-9AC7-98561728B09C}"/>
              </a:ext>
            </a:extLst>
          </p:cNvPr>
          <p:cNvSpPr>
            <a:spLocks noGrp="1"/>
          </p:cNvSpPr>
          <p:nvPr/>
        </p:nvSpPr>
        <p:spPr>
          <a:xfrm>
            <a:off x="1488249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71282822-4F23-42F6-B780-EF0154B48265}"/>
              </a:ext>
            </a:extLst>
          </p:cNvPr>
          <p:cNvSpPr>
            <a:spLocks noGrp="1"/>
          </p:cNvSpPr>
          <p:nvPr/>
        </p:nvSpPr>
        <p:spPr>
          <a:xfrm>
            <a:off x="167521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721ACC7E-ED76-44FD-9F1B-6C4BB0F29DB9}"/>
              </a:ext>
            </a:extLst>
          </p:cNvPr>
          <p:cNvSpPr>
            <a:spLocks noGrp="1"/>
          </p:cNvSpPr>
          <p:nvPr/>
        </p:nvSpPr>
        <p:spPr>
          <a:xfrm>
            <a:off x="1718208" y="6671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3DFD6B7-9963-4C9B-AB25-5088619349D1}"/>
              </a:ext>
            </a:extLst>
          </p:cNvPr>
          <p:cNvSpPr>
            <a:spLocks noGrp="1"/>
          </p:cNvSpPr>
          <p:nvPr/>
        </p:nvSpPr>
        <p:spPr>
          <a:xfrm>
            <a:off x="174893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2F64DBEA-9EEF-4164-B80E-44EE9CAA2ECF}"/>
              </a:ext>
            </a:extLst>
          </p:cNvPr>
          <p:cNvSpPr>
            <a:spLocks noGrp="1"/>
          </p:cNvSpPr>
          <p:nvPr/>
        </p:nvSpPr>
        <p:spPr>
          <a:xfrm>
            <a:off x="1728726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57796733-6325-4CFF-B459-AA81724B642C}"/>
              </a:ext>
            </a:extLst>
          </p:cNvPr>
          <p:cNvSpPr>
            <a:spLocks noGrp="1"/>
          </p:cNvSpPr>
          <p:nvPr/>
        </p:nvSpPr>
        <p:spPr>
          <a:xfrm>
            <a:off x="161873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7776F75F-9D28-4FF3-9F71-B80CC6AF24BD}"/>
              </a:ext>
            </a:extLst>
          </p:cNvPr>
          <p:cNvSpPr>
            <a:spLocks noGrp="1"/>
          </p:cNvSpPr>
          <p:nvPr/>
        </p:nvSpPr>
        <p:spPr>
          <a:xfrm>
            <a:off x="1701613" y="5997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07707A24-E1CD-45CD-AD04-A075286AB943}"/>
              </a:ext>
            </a:extLst>
          </p:cNvPr>
          <p:cNvSpPr>
            <a:spLocks noGrp="1"/>
          </p:cNvSpPr>
          <p:nvPr/>
        </p:nvSpPr>
        <p:spPr>
          <a:xfrm>
            <a:off x="1466529" y="63504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53951AA1-FEE8-49C9-B987-4E1B3A82F376}"/>
              </a:ext>
            </a:extLst>
          </p:cNvPr>
          <p:cNvSpPr>
            <a:spLocks noGrp="1"/>
          </p:cNvSpPr>
          <p:nvPr/>
        </p:nvSpPr>
        <p:spPr>
          <a:xfrm>
            <a:off x="146280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917C59A-E904-47BE-ACA0-CB8DDC04C6BB}"/>
              </a:ext>
            </a:extLst>
          </p:cNvPr>
          <p:cNvSpPr>
            <a:spLocks noGrp="1"/>
          </p:cNvSpPr>
          <p:nvPr/>
        </p:nvSpPr>
        <p:spPr>
          <a:xfrm>
            <a:off x="1688743" y="63939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1183A9D1-387D-4172-9762-5BC0843A7ADD}"/>
              </a:ext>
            </a:extLst>
          </p:cNvPr>
          <p:cNvSpPr>
            <a:spLocks noGrp="1"/>
          </p:cNvSpPr>
          <p:nvPr/>
        </p:nvSpPr>
        <p:spPr>
          <a:xfrm>
            <a:off x="171904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04420189-9F27-4D67-A3E8-0BA04A02EF9D}"/>
              </a:ext>
            </a:extLst>
          </p:cNvPr>
          <p:cNvSpPr>
            <a:spLocks noGrp="1"/>
          </p:cNvSpPr>
          <p:nvPr/>
        </p:nvSpPr>
        <p:spPr>
          <a:xfrm>
            <a:off x="1688611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083C8D7A-ED78-49B8-AA30-0A6388B78080}"/>
              </a:ext>
            </a:extLst>
          </p:cNvPr>
          <p:cNvSpPr>
            <a:spLocks noGrp="1"/>
          </p:cNvSpPr>
          <p:nvPr/>
        </p:nvSpPr>
        <p:spPr>
          <a:xfrm>
            <a:off x="164583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B5A223A7-1484-40D9-A1C3-EF01CDAA6B26}"/>
              </a:ext>
            </a:extLst>
          </p:cNvPr>
          <p:cNvSpPr>
            <a:spLocks noGrp="1"/>
          </p:cNvSpPr>
          <p:nvPr/>
        </p:nvSpPr>
        <p:spPr>
          <a:xfrm>
            <a:off x="153019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08B930A2-E4E7-44F1-8059-0812F5E94C70}"/>
              </a:ext>
            </a:extLst>
          </p:cNvPr>
          <p:cNvSpPr>
            <a:spLocks noGrp="1"/>
          </p:cNvSpPr>
          <p:nvPr/>
        </p:nvSpPr>
        <p:spPr>
          <a:xfrm>
            <a:off x="1714351" y="68054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C2E6D243-4B81-424A-BDA7-A3BA8DC98CD2}"/>
              </a:ext>
            </a:extLst>
          </p:cNvPr>
          <p:cNvSpPr>
            <a:spLocks noGrp="1"/>
          </p:cNvSpPr>
          <p:nvPr/>
        </p:nvSpPr>
        <p:spPr>
          <a:xfrm>
            <a:off x="16463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B34B2988-3C2A-4247-8EBC-96F43F5AC2DA}"/>
              </a:ext>
            </a:extLst>
          </p:cNvPr>
          <p:cNvSpPr>
            <a:spLocks noGrp="1"/>
          </p:cNvSpPr>
          <p:nvPr/>
        </p:nvSpPr>
        <p:spPr>
          <a:xfrm>
            <a:off x="1524122" y="68809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D2CD29C9-0B88-44BC-A3F5-0DAD28FE27DC}"/>
              </a:ext>
            </a:extLst>
          </p:cNvPr>
          <p:cNvSpPr>
            <a:spLocks noGrp="1"/>
          </p:cNvSpPr>
          <p:nvPr/>
        </p:nvSpPr>
        <p:spPr>
          <a:xfrm>
            <a:off x="1679511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9E0E3DF3-AB62-4F4A-B6C3-7E4D44483DDD}"/>
              </a:ext>
            </a:extLst>
          </p:cNvPr>
          <p:cNvSpPr>
            <a:spLocks noGrp="1"/>
          </p:cNvSpPr>
          <p:nvPr/>
        </p:nvSpPr>
        <p:spPr>
          <a:xfrm>
            <a:off x="155564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7984B6EC-C602-4914-BE38-0EE900DFCCC1}"/>
              </a:ext>
            </a:extLst>
          </p:cNvPr>
          <p:cNvSpPr>
            <a:spLocks noGrp="1"/>
          </p:cNvSpPr>
          <p:nvPr/>
        </p:nvSpPr>
        <p:spPr>
          <a:xfrm>
            <a:off x="148732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36889782-C30D-456D-B45D-EE98CFDADFB8}"/>
              </a:ext>
            </a:extLst>
          </p:cNvPr>
          <p:cNvSpPr>
            <a:spLocks noGrp="1"/>
          </p:cNvSpPr>
          <p:nvPr/>
        </p:nvSpPr>
        <p:spPr>
          <a:xfrm>
            <a:off x="169846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9128730B-3C9C-47C1-9A36-DEABC91C4596}"/>
              </a:ext>
            </a:extLst>
          </p:cNvPr>
          <p:cNvSpPr>
            <a:spLocks noGrp="1"/>
          </p:cNvSpPr>
          <p:nvPr/>
        </p:nvSpPr>
        <p:spPr>
          <a:xfrm>
            <a:off x="1608769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2963F16F-7699-4133-AD7D-7C089AA45658}"/>
              </a:ext>
            </a:extLst>
          </p:cNvPr>
          <p:cNvSpPr>
            <a:spLocks noGrp="1"/>
          </p:cNvSpPr>
          <p:nvPr/>
        </p:nvSpPr>
        <p:spPr>
          <a:xfrm>
            <a:off x="155323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0D008CDF-4A19-4D81-AAE4-6FA2D33CE304}"/>
              </a:ext>
            </a:extLst>
          </p:cNvPr>
          <p:cNvSpPr>
            <a:spLocks noGrp="1"/>
          </p:cNvSpPr>
          <p:nvPr/>
        </p:nvSpPr>
        <p:spPr>
          <a:xfrm>
            <a:off x="1479326" y="6671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6E4FB01-A42A-430B-B681-E9A52643F763}"/>
              </a:ext>
            </a:extLst>
          </p:cNvPr>
          <p:cNvSpPr>
            <a:spLocks noGrp="1"/>
          </p:cNvSpPr>
          <p:nvPr/>
        </p:nvSpPr>
        <p:spPr>
          <a:xfrm>
            <a:off x="1738457" y="68984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63E89696-696E-47B9-BF1E-DF47D354133A}"/>
              </a:ext>
            </a:extLst>
          </p:cNvPr>
          <p:cNvSpPr>
            <a:spLocks noGrp="1"/>
          </p:cNvSpPr>
          <p:nvPr/>
        </p:nvSpPr>
        <p:spPr>
          <a:xfrm>
            <a:off x="155776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2D31BB27-A1F4-4B7A-BBC6-C693190CD7B6}"/>
              </a:ext>
            </a:extLst>
          </p:cNvPr>
          <p:cNvSpPr>
            <a:spLocks noGrp="1"/>
          </p:cNvSpPr>
          <p:nvPr/>
        </p:nvSpPr>
        <p:spPr>
          <a:xfrm>
            <a:off x="169944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49D4423E-C037-4B2A-B7B8-70215D5B00F1}"/>
              </a:ext>
            </a:extLst>
          </p:cNvPr>
          <p:cNvSpPr>
            <a:spLocks noGrp="1"/>
          </p:cNvSpPr>
          <p:nvPr/>
        </p:nvSpPr>
        <p:spPr>
          <a:xfrm>
            <a:off x="1615964" y="6430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A35F0CD8-7549-4033-BA6E-C3DAC8E7693C}"/>
              </a:ext>
            </a:extLst>
          </p:cNvPr>
          <p:cNvSpPr>
            <a:spLocks noGrp="1"/>
          </p:cNvSpPr>
          <p:nvPr/>
        </p:nvSpPr>
        <p:spPr>
          <a:xfrm>
            <a:off x="1465865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00F534E-2D17-4486-8BCD-CC9920B5DAA3}"/>
              </a:ext>
            </a:extLst>
          </p:cNvPr>
          <p:cNvSpPr>
            <a:spLocks noGrp="1"/>
          </p:cNvSpPr>
          <p:nvPr/>
        </p:nvSpPr>
        <p:spPr>
          <a:xfrm>
            <a:off x="1532817" y="6671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F651D97C-2E95-42F4-9C95-D394D8A7E3E0}"/>
              </a:ext>
            </a:extLst>
          </p:cNvPr>
          <p:cNvSpPr>
            <a:spLocks noGrp="1"/>
          </p:cNvSpPr>
          <p:nvPr/>
        </p:nvSpPr>
        <p:spPr>
          <a:xfrm>
            <a:off x="148194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23BC2C98-9EAD-4E8E-A7E7-A45D6DDC7B88}"/>
              </a:ext>
            </a:extLst>
          </p:cNvPr>
          <p:cNvSpPr>
            <a:spLocks noGrp="1"/>
          </p:cNvSpPr>
          <p:nvPr/>
        </p:nvSpPr>
        <p:spPr>
          <a:xfrm>
            <a:off x="158672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172ABFDD-6173-4EE6-BF0E-3607F2BF0BFF}"/>
              </a:ext>
            </a:extLst>
          </p:cNvPr>
          <p:cNvSpPr>
            <a:spLocks noGrp="1"/>
          </p:cNvSpPr>
          <p:nvPr/>
        </p:nvSpPr>
        <p:spPr>
          <a:xfrm>
            <a:off x="1679963" y="50533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90BB555A-8723-46B3-BCCA-4514B2749824}"/>
              </a:ext>
            </a:extLst>
          </p:cNvPr>
          <p:cNvSpPr>
            <a:spLocks noGrp="1"/>
          </p:cNvSpPr>
          <p:nvPr/>
        </p:nvSpPr>
        <p:spPr>
          <a:xfrm>
            <a:off x="176459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6F7F13D7-DE4C-4559-BAD8-84FBFDBA5CFC}"/>
              </a:ext>
            </a:extLst>
          </p:cNvPr>
          <p:cNvSpPr>
            <a:spLocks noGrp="1"/>
          </p:cNvSpPr>
          <p:nvPr/>
        </p:nvSpPr>
        <p:spPr>
          <a:xfrm>
            <a:off x="160450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D74AA484-02D8-44EB-BFA3-23913AB5CC64}"/>
              </a:ext>
            </a:extLst>
          </p:cNvPr>
          <p:cNvSpPr>
            <a:spLocks noGrp="1"/>
          </p:cNvSpPr>
          <p:nvPr/>
        </p:nvSpPr>
        <p:spPr>
          <a:xfrm>
            <a:off x="1539719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EAC0D619-4203-4015-8C16-70B12504CC77}"/>
              </a:ext>
            </a:extLst>
          </p:cNvPr>
          <p:cNvSpPr>
            <a:spLocks noGrp="1"/>
          </p:cNvSpPr>
          <p:nvPr/>
        </p:nvSpPr>
        <p:spPr>
          <a:xfrm>
            <a:off x="1567680" y="6430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B5DF3EFD-15AC-4D23-BE64-A6E13369272A}"/>
              </a:ext>
            </a:extLst>
          </p:cNvPr>
          <p:cNvSpPr>
            <a:spLocks noGrp="1"/>
          </p:cNvSpPr>
          <p:nvPr/>
        </p:nvSpPr>
        <p:spPr>
          <a:xfrm>
            <a:off x="151121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864C0816-5CC4-4645-A800-CA14BD5789F1}"/>
              </a:ext>
            </a:extLst>
          </p:cNvPr>
          <p:cNvSpPr>
            <a:spLocks noGrp="1"/>
          </p:cNvSpPr>
          <p:nvPr/>
        </p:nvSpPr>
        <p:spPr>
          <a:xfrm>
            <a:off x="1505218" y="5856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A335CB06-D76F-4F6E-8BB7-B15DD2D58D2D}"/>
              </a:ext>
            </a:extLst>
          </p:cNvPr>
          <p:cNvSpPr>
            <a:spLocks noGrp="1"/>
          </p:cNvSpPr>
          <p:nvPr/>
        </p:nvSpPr>
        <p:spPr>
          <a:xfrm>
            <a:off x="1688524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B3DEE5D-673D-4B20-9EBA-AB2D8459E184}"/>
              </a:ext>
            </a:extLst>
          </p:cNvPr>
          <p:cNvSpPr>
            <a:spLocks noGrp="1"/>
          </p:cNvSpPr>
          <p:nvPr/>
        </p:nvSpPr>
        <p:spPr>
          <a:xfrm>
            <a:off x="1750645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0E8DA302-A75A-4739-8D59-E834A2DA3F8D}"/>
              </a:ext>
            </a:extLst>
          </p:cNvPr>
          <p:cNvSpPr>
            <a:spLocks noGrp="1"/>
          </p:cNvSpPr>
          <p:nvPr/>
        </p:nvSpPr>
        <p:spPr>
          <a:xfrm>
            <a:off x="1646748" y="58654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C38CD8D8-77C8-45F3-B853-4DCA8E3550A4}"/>
              </a:ext>
            </a:extLst>
          </p:cNvPr>
          <p:cNvSpPr>
            <a:spLocks noGrp="1"/>
          </p:cNvSpPr>
          <p:nvPr/>
        </p:nvSpPr>
        <p:spPr>
          <a:xfrm>
            <a:off x="1530432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3AB190BB-2C10-4B48-B234-6AE93E2437D5}"/>
              </a:ext>
            </a:extLst>
          </p:cNvPr>
          <p:cNvSpPr>
            <a:spLocks noGrp="1"/>
          </p:cNvSpPr>
          <p:nvPr/>
        </p:nvSpPr>
        <p:spPr>
          <a:xfrm>
            <a:off x="15805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7FA78535-1C25-4F3A-9004-A5970CD0731C}"/>
              </a:ext>
            </a:extLst>
          </p:cNvPr>
          <p:cNvSpPr>
            <a:spLocks noGrp="1"/>
          </p:cNvSpPr>
          <p:nvPr/>
        </p:nvSpPr>
        <p:spPr>
          <a:xfrm>
            <a:off x="1635089" y="61096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9C72FB8A-E7A2-4056-A110-0391C4F7016B}"/>
              </a:ext>
            </a:extLst>
          </p:cNvPr>
          <p:cNvSpPr>
            <a:spLocks noGrp="1"/>
          </p:cNvSpPr>
          <p:nvPr/>
        </p:nvSpPr>
        <p:spPr>
          <a:xfrm>
            <a:off x="176258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F9707C5C-13B5-4325-B423-ED415C341141}"/>
              </a:ext>
            </a:extLst>
          </p:cNvPr>
          <p:cNvSpPr>
            <a:spLocks noGrp="1"/>
          </p:cNvSpPr>
          <p:nvPr/>
        </p:nvSpPr>
        <p:spPr>
          <a:xfrm>
            <a:off x="149013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13044801-F932-45F9-8281-3B6C568FEE29}"/>
              </a:ext>
            </a:extLst>
          </p:cNvPr>
          <p:cNvSpPr>
            <a:spLocks noGrp="1"/>
          </p:cNvSpPr>
          <p:nvPr/>
        </p:nvSpPr>
        <p:spPr>
          <a:xfrm>
            <a:off x="1549238" y="6864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2FD65AF8-6152-45ED-B6EE-286791AD7351}"/>
              </a:ext>
            </a:extLst>
          </p:cNvPr>
          <p:cNvSpPr>
            <a:spLocks noGrp="1"/>
          </p:cNvSpPr>
          <p:nvPr/>
        </p:nvSpPr>
        <p:spPr>
          <a:xfrm>
            <a:off x="153365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950DB26C-80D3-49B9-BD59-877A87EF90E3}"/>
              </a:ext>
            </a:extLst>
          </p:cNvPr>
          <p:cNvSpPr>
            <a:spLocks noGrp="1"/>
          </p:cNvSpPr>
          <p:nvPr/>
        </p:nvSpPr>
        <p:spPr>
          <a:xfrm>
            <a:off x="171120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81C8A293-AD97-44DE-8836-481744D58289}"/>
              </a:ext>
            </a:extLst>
          </p:cNvPr>
          <p:cNvSpPr>
            <a:spLocks noGrp="1"/>
          </p:cNvSpPr>
          <p:nvPr/>
        </p:nvSpPr>
        <p:spPr>
          <a:xfrm>
            <a:off x="153019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AF1EB837-1C95-4904-AB18-FD61D61C7B67}"/>
              </a:ext>
            </a:extLst>
          </p:cNvPr>
          <p:cNvSpPr>
            <a:spLocks noGrp="1"/>
          </p:cNvSpPr>
          <p:nvPr/>
        </p:nvSpPr>
        <p:spPr>
          <a:xfrm>
            <a:off x="1476740" y="68780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AA460CED-E704-4159-9695-DDEF83C7A99D}"/>
              </a:ext>
            </a:extLst>
          </p:cNvPr>
          <p:cNvSpPr>
            <a:spLocks noGrp="1"/>
          </p:cNvSpPr>
          <p:nvPr/>
        </p:nvSpPr>
        <p:spPr>
          <a:xfrm>
            <a:off x="1616319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8C973DC6-CEFE-45C5-B3B2-5441ABBCA0DA}"/>
              </a:ext>
            </a:extLst>
          </p:cNvPr>
          <p:cNvSpPr>
            <a:spLocks noGrp="1"/>
          </p:cNvSpPr>
          <p:nvPr/>
        </p:nvSpPr>
        <p:spPr>
          <a:xfrm>
            <a:off x="1678082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BA0984B6-394E-456F-974F-BB3C1AD51DF5}"/>
              </a:ext>
            </a:extLst>
          </p:cNvPr>
          <p:cNvSpPr>
            <a:spLocks noGrp="1"/>
          </p:cNvSpPr>
          <p:nvPr/>
        </p:nvSpPr>
        <p:spPr>
          <a:xfrm>
            <a:off x="176689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6465F945-FFE5-4FB8-96AD-93AB2CF5A5C9}"/>
              </a:ext>
            </a:extLst>
          </p:cNvPr>
          <p:cNvSpPr>
            <a:spLocks noGrp="1"/>
          </p:cNvSpPr>
          <p:nvPr/>
        </p:nvSpPr>
        <p:spPr>
          <a:xfrm>
            <a:off x="176840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51650651-3CA6-40F7-921D-7EC5104CB62F}"/>
              </a:ext>
            </a:extLst>
          </p:cNvPr>
          <p:cNvSpPr>
            <a:spLocks noGrp="1"/>
          </p:cNvSpPr>
          <p:nvPr/>
        </p:nvSpPr>
        <p:spPr>
          <a:xfrm>
            <a:off x="176896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B990AB01-E298-457D-B959-BAEA05759873}"/>
              </a:ext>
            </a:extLst>
          </p:cNvPr>
          <p:cNvSpPr>
            <a:spLocks noGrp="1"/>
          </p:cNvSpPr>
          <p:nvPr/>
        </p:nvSpPr>
        <p:spPr>
          <a:xfrm>
            <a:off x="175709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6D04820-BA10-48D6-BB26-BB7088EDC5E8}"/>
              </a:ext>
            </a:extLst>
          </p:cNvPr>
          <p:cNvSpPr>
            <a:spLocks noGrp="1"/>
          </p:cNvSpPr>
          <p:nvPr/>
        </p:nvSpPr>
        <p:spPr>
          <a:xfrm>
            <a:off x="157893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C759E0A5-F4E1-44F7-BC7F-659E04D5D586}"/>
              </a:ext>
            </a:extLst>
          </p:cNvPr>
          <p:cNvSpPr>
            <a:spLocks noGrp="1"/>
          </p:cNvSpPr>
          <p:nvPr/>
        </p:nvSpPr>
        <p:spPr>
          <a:xfrm>
            <a:off x="1747461" y="68054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7F83575-C172-4290-AD37-59DCE0512D9D}"/>
              </a:ext>
            </a:extLst>
          </p:cNvPr>
          <p:cNvSpPr>
            <a:spLocks noGrp="1"/>
          </p:cNvSpPr>
          <p:nvPr/>
        </p:nvSpPr>
        <p:spPr>
          <a:xfrm>
            <a:off x="1566323" y="6903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D4DD415D-C868-4AC3-B4B9-E6F15121E7EE}"/>
              </a:ext>
            </a:extLst>
          </p:cNvPr>
          <p:cNvSpPr>
            <a:spLocks noGrp="1"/>
          </p:cNvSpPr>
          <p:nvPr/>
        </p:nvSpPr>
        <p:spPr>
          <a:xfrm>
            <a:off x="16710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E6814E03-B37C-4EB3-969D-2033C493C276}"/>
              </a:ext>
            </a:extLst>
          </p:cNvPr>
          <p:cNvSpPr>
            <a:spLocks noGrp="1"/>
          </p:cNvSpPr>
          <p:nvPr/>
        </p:nvSpPr>
        <p:spPr>
          <a:xfrm>
            <a:off x="148667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7420434B-DD05-48D2-B48B-2794224019CB}"/>
              </a:ext>
            </a:extLst>
          </p:cNvPr>
          <p:cNvSpPr>
            <a:spLocks noGrp="1"/>
          </p:cNvSpPr>
          <p:nvPr/>
        </p:nvSpPr>
        <p:spPr>
          <a:xfrm>
            <a:off x="1624185" y="65339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BCEE4A7A-1456-4EF8-8AA6-88D85CE8B7B5}"/>
              </a:ext>
            </a:extLst>
          </p:cNvPr>
          <p:cNvSpPr>
            <a:spLocks noGrp="1"/>
          </p:cNvSpPr>
          <p:nvPr/>
        </p:nvSpPr>
        <p:spPr>
          <a:xfrm>
            <a:off x="176826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A4ED7FD8-72DD-470A-90C7-10BCEC2A30A0}"/>
              </a:ext>
            </a:extLst>
          </p:cNvPr>
          <p:cNvSpPr>
            <a:spLocks noGrp="1"/>
          </p:cNvSpPr>
          <p:nvPr/>
        </p:nvSpPr>
        <p:spPr>
          <a:xfrm>
            <a:off x="152895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5557ECC1-05F9-4735-8400-CBAD5C96CE24}"/>
              </a:ext>
            </a:extLst>
          </p:cNvPr>
          <p:cNvSpPr>
            <a:spLocks noGrp="1"/>
          </p:cNvSpPr>
          <p:nvPr/>
        </p:nvSpPr>
        <p:spPr>
          <a:xfrm>
            <a:off x="147906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C42495EA-5612-4721-A514-D44C42945491}"/>
              </a:ext>
            </a:extLst>
          </p:cNvPr>
          <p:cNvSpPr>
            <a:spLocks noGrp="1"/>
          </p:cNvSpPr>
          <p:nvPr/>
        </p:nvSpPr>
        <p:spPr>
          <a:xfrm>
            <a:off x="164957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81D7E390-1875-48A7-AF1F-0F8ACA04C3B7}"/>
              </a:ext>
            </a:extLst>
          </p:cNvPr>
          <p:cNvSpPr>
            <a:spLocks noGrp="1"/>
          </p:cNvSpPr>
          <p:nvPr/>
        </p:nvSpPr>
        <p:spPr>
          <a:xfrm>
            <a:off x="1720227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252DA87E-8877-4B9D-929E-5EEE8000817A}"/>
              </a:ext>
            </a:extLst>
          </p:cNvPr>
          <p:cNvSpPr>
            <a:spLocks noGrp="1"/>
          </p:cNvSpPr>
          <p:nvPr/>
        </p:nvSpPr>
        <p:spPr>
          <a:xfrm>
            <a:off x="1572235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FD002AED-4BBF-451E-93FB-D55ECB975417}"/>
              </a:ext>
            </a:extLst>
          </p:cNvPr>
          <p:cNvSpPr>
            <a:spLocks noGrp="1"/>
          </p:cNvSpPr>
          <p:nvPr/>
        </p:nvSpPr>
        <p:spPr>
          <a:xfrm>
            <a:off x="1500633" y="6173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793470E2-1F3E-4CF8-A9D6-9D1936CC5710}"/>
              </a:ext>
            </a:extLst>
          </p:cNvPr>
          <p:cNvSpPr>
            <a:spLocks noGrp="1"/>
          </p:cNvSpPr>
          <p:nvPr/>
        </p:nvSpPr>
        <p:spPr>
          <a:xfrm>
            <a:off x="165105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8BF305A-135D-442E-AD6D-3CE53273DBCB}"/>
              </a:ext>
            </a:extLst>
          </p:cNvPr>
          <p:cNvSpPr>
            <a:spLocks noGrp="1"/>
          </p:cNvSpPr>
          <p:nvPr/>
        </p:nvSpPr>
        <p:spPr>
          <a:xfrm>
            <a:off x="172047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185D17A-8C8F-43CB-8254-4D34AC0B2B03}"/>
              </a:ext>
            </a:extLst>
          </p:cNvPr>
          <p:cNvSpPr>
            <a:spLocks noGrp="1"/>
          </p:cNvSpPr>
          <p:nvPr/>
        </p:nvSpPr>
        <p:spPr>
          <a:xfrm>
            <a:off x="1766021" y="5345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4D2239F7-6A3F-4F32-8C9D-549B5DA1078D}"/>
              </a:ext>
            </a:extLst>
          </p:cNvPr>
          <p:cNvSpPr>
            <a:spLocks noGrp="1"/>
          </p:cNvSpPr>
          <p:nvPr/>
        </p:nvSpPr>
        <p:spPr>
          <a:xfrm>
            <a:off x="1745299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B5961DCE-3D8C-4177-958B-D1E3EF0D0D36}"/>
              </a:ext>
            </a:extLst>
          </p:cNvPr>
          <p:cNvSpPr>
            <a:spLocks noGrp="1"/>
          </p:cNvSpPr>
          <p:nvPr/>
        </p:nvSpPr>
        <p:spPr>
          <a:xfrm>
            <a:off x="1646153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A4B3D02C-1BDB-4A41-940F-570316E23FB6}"/>
              </a:ext>
            </a:extLst>
          </p:cNvPr>
          <p:cNvSpPr>
            <a:spLocks noGrp="1"/>
          </p:cNvSpPr>
          <p:nvPr/>
        </p:nvSpPr>
        <p:spPr>
          <a:xfrm>
            <a:off x="154270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AE37B30E-9763-4A1A-85B9-964FE8F6E35F}"/>
              </a:ext>
            </a:extLst>
          </p:cNvPr>
          <p:cNvSpPr>
            <a:spLocks noGrp="1"/>
          </p:cNvSpPr>
          <p:nvPr/>
        </p:nvSpPr>
        <p:spPr>
          <a:xfrm>
            <a:off x="1569569" y="68455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4150544D-69F9-42C4-8001-12694EF361F7}"/>
              </a:ext>
            </a:extLst>
          </p:cNvPr>
          <p:cNvSpPr>
            <a:spLocks noGrp="1"/>
          </p:cNvSpPr>
          <p:nvPr/>
        </p:nvSpPr>
        <p:spPr>
          <a:xfrm>
            <a:off x="207501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9B41B90F-B5AD-4246-8016-166521A94F29}"/>
              </a:ext>
            </a:extLst>
          </p:cNvPr>
          <p:cNvSpPr>
            <a:spLocks noGrp="1"/>
          </p:cNvSpPr>
          <p:nvPr/>
        </p:nvSpPr>
        <p:spPr>
          <a:xfrm>
            <a:off x="2266915" y="5016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DDA27EED-AB0A-4928-8E4B-D7130A09235B}"/>
              </a:ext>
            </a:extLst>
          </p:cNvPr>
          <p:cNvSpPr>
            <a:spLocks noGrp="1"/>
          </p:cNvSpPr>
          <p:nvPr/>
        </p:nvSpPr>
        <p:spPr>
          <a:xfrm>
            <a:off x="225836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FA9853D4-38F1-424E-A051-5C2EEFF7B13C}"/>
              </a:ext>
            </a:extLst>
          </p:cNvPr>
          <p:cNvSpPr>
            <a:spLocks noGrp="1"/>
          </p:cNvSpPr>
          <p:nvPr/>
        </p:nvSpPr>
        <p:spPr>
          <a:xfrm>
            <a:off x="2150147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9C82C110-2DDB-4692-9FDE-DD15ED0E4634}"/>
              </a:ext>
            </a:extLst>
          </p:cNvPr>
          <p:cNvSpPr>
            <a:spLocks noGrp="1"/>
          </p:cNvSpPr>
          <p:nvPr/>
        </p:nvSpPr>
        <p:spPr>
          <a:xfrm>
            <a:off x="220412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430BA593-3FBF-4A0A-9C33-E33534B5B0D4}"/>
              </a:ext>
            </a:extLst>
          </p:cNvPr>
          <p:cNvSpPr>
            <a:spLocks noGrp="1"/>
          </p:cNvSpPr>
          <p:nvPr/>
        </p:nvSpPr>
        <p:spPr>
          <a:xfrm>
            <a:off x="1972204" y="59839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77BDCD7A-67C2-461E-BD0E-251CDADD65A7}"/>
              </a:ext>
            </a:extLst>
          </p:cNvPr>
          <p:cNvSpPr>
            <a:spLocks noGrp="1"/>
          </p:cNvSpPr>
          <p:nvPr/>
        </p:nvSpPr>
        <p:spPr>
          <a:xfrm>
            <a:off x="2051254" y="5747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04B94FED-B951-4597-A650-4C946BEC6BE5}"/>
              </a:ext>
            </a:extLst>
          </p:cNvPr>
          <p:cNvSpPr>
            <a:spLocks noGrp="1"/>
          </p:cNvSpPr>
          <p:nvPr/>
        </p:nvSpPr>
        <p:spPr>
          <a:xfrm>
            <a:off x="2027317" y="60308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8627F2D4-DFAD-4499-A013-BC218218C622}"/>
              </a:ext>
            </a:extLst>
          </p:cNvPr>
          <p:cNvSpPr>
            <a:spLocks noGrp="1"/>
          </p:cNvSpPr>
          <p:nvPr/>
        </p:nvSpPr>
        <p:spPr>
          <a:xfrm>
            <a:off x="2063717" y="627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54743098-0262-4B36-89C5-998364621A58}"/>
              </a:ext>
            </a:extLst>
          </p:cNvPr>
          <p:cNvSpPr>
            <a:spLocks noGrp="1"/>
          </p:cNvSpPr>
          <p:nvPr/>
        </p:nvSpPr>
        <p:spPr>
          <a:xfrm>
            <a:off x="197520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223186CD-47BA-4C2B-8E42-406DDFFEC8E3}"/>
              </a:ext>
            </a:extLst>
          </p:cNvPr>
          <p:cNvSpPr>
            <a:spLocks noGrp="1"/>
          </p:cNvSpPr>
          <p:nvPr/>
        </p:nvSpPr>
        <p:spPr>
          <a:xfrm>
            <a:off x="222803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4FDE036F-D954-40E1-B04A-6611FBEBED1E}"/>
              </a:ext>
            </a:extLst>
          </p:cNvPr>
          <p:cNvSpPr>
            <a:spLocks noGrp="1"/>
          </p:cNvSpPr>
          <p:nvPr/>
        </p:nvSpPr>
        <p:spPr>
          <a:xfrm>
            <a:off x="2094662" y="50658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0E81EC5A-9284-422E-8AC8-F6B2ED6C17AD}"/>
              </a:ext>
            </a:extLst>
          </p:cNvPr>
          <p:cNvSpPr>
            <a:spLocks noGrp="1"/>
          </p:cNvSpPr>
          <p:nvPr/>
        </p:nvSpPr>
        <p:spPr>
          <a:xfrm>
            <a:off x="2166704" y="6597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E602FF9E-CEDC-4B5F-A8E1-A82696A2374D}"/>
              </a:ext>
            </a:extLst>
          </p:cNvPr>
          <p:cNvSpPr>
            <a:spLocks noGrp="1"/>
          </p:cNvSpPr>
          <p:nvPr/>
        </p:nvSpPr>
        <p:spPr>
          <a:xfrm>
            <a:off x="201841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D251B468-E5E7-41FF-94A3-05ED5E6BF098}"/>
              </a:ext>
            </a:extLst>
          </p:cNvPr>
          <p:cNvSpPr>
            <a:spLocks noGrp="1"/>
          </p:cNvSpPr>
          <p:nvPr/>
        </p:nvSpPr>
        <p:spPr>
          <a:xfrm>
            <a:off x="210203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3F4764DF-2639-4787-B9ED-28992CE74B87}"/>
              </a:ext>
            </a:extLst>
          </p:cNvPr>
          <p:cNvSpPr>
            <a:spLocks noGrp="1"/>
          </p:cNvSpPr>
          <p:nvPr/>
        </p:nvSpPr>
        <p:spPr>
          <a:xfrm>
            <a:off x="205671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DA615FF-25A2-42DC-B32F-D8B717CE0E38}"/>
              </a:ext>
            </a:extLst>
          </p:cNvPr>
          <p:cNvSpPr>
            <a:spLocks noGrp="1"/>
          </p:cNvSpPr>
          <p:nvPr/>
        </p:nvSpPr>
        <p:spPr>
          <a:xfrm>
            <a:off x="2003631" y="66777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EDF49F74-94D6-45A4-8DD2-D1FE324873C4}"/>
              </a:ext>
            </a:extLst>
          </p:cNvPr>
          <p:cNvSpPr>
            <a:spLocks noGrp="1"/>
          </p:cNvSpPr>
          <p:nvPr/>
        </p:nvSpPr>
        <p:spPr>
          <a:xfrm>
            <a:off x="199480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7BD4153-E864-44DE-9BB8-8BE17E0D0600}"/>
              </a:ext>
            </a:extLst>
          </p:cNvPr>
          <p:cNvSpPr>
            <a:spLocks noGrp="1"/>
          </p:cNvSpPr>
          <p:nvPr/>
        </p:nvSpPr>
        <p:spPr>
          <a:xfrm>
            <a:off x="2227525" y="64604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86EAE384-A914-4035-B18A-8CD8EC863430}"/>
              </a:ext>
            </a:extLst>
          </p:cNvPr>
          <p:cNvSpPr>
            <a:spLocks noGrp="1"/>
          </p:cNvSpPr>
          <p:nvPr/>
        </p:nvSpPr>
        <p:spPr>
          <a:xfrm>
            <a:off x="212606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E7292278-FBCA-4392-BFCB-E374078F9FAB}"/>
              </a:ext>
            </a:extLst>
          </p:cNvPr>
          <p:cNvSpPr>
            <a:spLocks noGrp="1"/>
          </p:cNvSpPr>
          <p:nvPr/>
        </p:nvSpPr>
        <p:spPr>
          <a:xfrm>
            <a:off x="2066737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F7F1F1C8-7567-4E50-A630-2BAD72E5E05E}"/>
              </a:ext>
            </a:extLst>
          </p:cNvPr>
          <p:cNvSpPr>
            <a:spLocks noGrp="1"/>
          </p:cNvSpPr>
          <p:nvPr/>
        </p:nvSpPr>
        <p:spPr>
          <a:xfrm>
            <a:off x="222666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6DC3E1BB-0EAF-4272-A1D4-2615CED23A6C}"/>
              </a:ext>
            </a:extLst>
          </p:cNvPr>
          <p:cNvSpPr>
            <a:spLocks noGrp="1"/>
          </p:cNvSpPr>
          <p:nvPr/>
        </p:nvSpPr>
        <p:spPr>
          <a:xfrm>
            <a:off x="2013594" y="52265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509002DC-AC04-4007-B519-BDCAE54E11F5}"/>
              </a:ext>
            </a:extLst>
          </p:cNvPr>
          <p:cNvSpPr>
            <a:spLocks noGrp="1"/>
          </p:cNvSpPr>
          <p:nvPr/>
        </p:nvSpPr>
        <p:spPr>
          <a:xfrm>
            <a:off x="198608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156A6ED4-A7D0-449E-808A-55D8CC0FF131}"/>
              </a:ext>
            </a:extLst>
          </p:cNvPr>
          <p:cNvSpPr>
            <a:spLocks noGrp="1"/>
          </p:cNvSpPr>
          <p:nvPr/>
        </p:nvSpPr>
        <p:spPr>
          <a:xfrm>
            <a:off x="207164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F8F07628-0C93-4209-B052-18D21E333114}"/>
              </a:ext>
            </a:extLst>
          </p:cNvPr>
          <p:cNvSpPr>
            <a:spLocks noGrp="1"/>
          </p:cNvSpPr>
          <p:nvPr/>
        </p:nvSpPr>
        <p:spPr>
          <a:xfrm>
            <a:off x="2002996" y="6524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F9EC1621-538A-4397-AA80-47179F5D6FDC}"/>
              </a:ext>
            </a:extLst>
          </p:cNvPr>
          <p:cNvSpPr>
            <a:spLocks noGrp="1"/>
          </p:cNvSpPr>
          <p:nvPr/>
        </p:nvSpPr>
        <p:spPr>
          <a:xfrm>
            <a:off x="2169400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4B068BCD-5404-4A67-8656-2302BE990E6F}"/>
              </a:ext>
            </a:extLst>
          </p:cNvPr>
          <p:cNvSpPr>
            <a:spLocks noGrp="1"/>
          </p:cNvSpPr>
          <p:nvPr/>
        </p:nvSpPr>
        <p:spPr>
          <a:xfrm>
            <a:off x="198491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5F94A55C-2DFC-4E63-B425-36EAA63332A3}"/>
              </a:ext>
            </a:extLst>
          </p:cNvPr>
          <p:cNvSpPr>
            <a:spLocks noGrp="1"/>
          </p:cNvSpPr>
          <p:nvPr/>
        </p:nvSpPr>
        <p:spPr>
          <a:xfrm>
            <a:off x="208617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7248F96C-1B2D-42E0-823A-9378ABE26B83}"/>
              </a:ext>
            </a:extLst>
          </p:cNvPr>
          <p:cNvSpPr>
            <a:spLocks noGrp="1"/>
          </p:cNvSpPr>
          <p:nvPr/>
        </p:nvSpPr>
        <p:spPr>
          <a:xfrm>
            <a:off x="210015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EFB5DA4B-AED4-47D0-874B-04818C490BA9}"/>
              </a:ext>
            </a:extLst>
          </p:cNvPr>
          <p:cNvSpPr>
            <a:spLocks noGrp="1"/>
          </p:cNvSpPr>
          <p:nvPr/>
        </p:nvSpPr>
        <p:spPr>
          <a:xfrm>
            <a:off x="2213965" y="67518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9D49769C-4C48-4436-8EEB-7C93B7371737}"/>
              </a:ext>
            </a:extLst>
          </p:cNvPr>
          <p:cNvSpPr>
            <a:spLocks noGrp="1"/>
          </p:cNvSpPr>
          <p:nvPr/>
        </p:nvSpPr>
        <p:spPr>
          <a:xfrm>
            <a:off x="214226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6D1023CE-C3C7-4650-8D0C-9D897115D80A}"/>
              </a:ext>
            </a:extLst>
          </p:cNvPr>
          <p:cNvSpPr>
            <a:spLocks noGrp="1"/>
          </p:cNvSpPr>
          <p:nvPr/>
        </p:nvSpPr>
        <p:spPr>
          <a:xfrm>
            <a:off x="2051156" y="68883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E66DC64C-C5D2-416D-894F-A8080F590ABF}"/>
              </a:ext>
            </a:extLst>
          </p:cNvPr>
          <p:cNvSpPr>
            <a:spLocks noGrp="1"/>
          </p:cNvSpPr>
          <p:nvPr/>
        </p:nvSpPr>
        <p:spPr>
          <a:xfrm>
            <a:off x="197316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035D5439-F255-48A9-B89A-880148051C19}"/>
              </a:ext>
            </a:extLst>
          </p:cNvPr>
          <p:cNvSpPr>
            <a:spLocks noGrp="1"/>
          </p:cNvSpPr>
          <p:nvPr/>
        </p:nvSpPr>
        <p:spPr>
          <a:xfrm>
            <a:off x="196315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9C6F20FF-34B3-421E-84C9-98CB78F220CA}"/>
              </a:ext>
            </a:extLst>
          </p:cNvPr>
          <p:cNvSpPr>
            <a:spLocks noGrp="1"/>
          </p:cNvSpPr>
          <p:nvPr/>
        </p:nvSpPr>
        <p:spPr>
          <a:xfrm>
            <a:off x="200786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08A01DE8-E9F1-45FC-AFCB-E3FC6660FAAC}"/>
              </a:ext>
            </a:extLst>
          </p:cNvPr>
          <p:cNvSpPr>
            <a:spLocks noGrp="1"/>
          </p:cNvSpPr>
          <p:nvPr/>
        </p:nvSpPr>
        <p:spPr>
          <a:xfrm>
            <a:off x="204228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04E351FD-93CE-4A23-9816-0EF9EC04F186}"/>
              </a:ext>
            </a:extLst>
          </p:cNvPr>
          <p:cNvSpPr>
            <a:spLocks noGrp="1"/>
          </p:cNvSpPr>
          <p:nvPr/>
        </p:nvSpPr>
        <p:spPr>
          <a:xfrm>
            <a:off x="2231048" y="51462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872A3C-8942-46C2-9A19-4966B2D67634}"/>
              </a:ext>
            </a:extLst>
          </p:cNvPr>
          <p:cNvSpPr>
            <a:spLocks noGrp="1"/>
          </p:cNvSpPr>
          <p:nvPr/>
        </p:nvSpPr>
        <p:spPr>
          <a:xfrm>
            <a:off x="201024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27633EC-74E2-40FC-B93F-1CD3B36355A2}"/>
              </a:ext>
            </a:extLst>
          </p:cNvPr>
          <p:cNvSpPr>
            <a:spLocks noGrp="1"/>
          </p:cNvSpPr>
          <p:nvPr/>
        </p:nvSpPr>
        <p:spPr>
          <a:xfrm>
            <a:off x="2157776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E4ABCFB-3D57-4755-B640-9B8E12EE9F78}"/>
              </a:ext>
            </a:extLst>
          </p:cNvPr>
          <p:cNvSpPr>
            <a:spLocks noGrp="1"/>
          </p:cNvSpPr>
          <p:nvPr/>
        </p:nvSpPr>
        <p:spPr>
          <a:xfrm>
            <a:off x="2178933" y="6583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FF8D953F-3685-4D5E-9C3F-9910D23AA7FD}"/>
              </a:ext>
            </a:extLst>
          </p:cNvPr>
          <p:cNvSpPr>
            <a:spLocks noGrp="1"/>
          </p:cNvSpPr>
          <p:nvPr/>
        </p:nvSpPr>
        <p:spPr>
          <a:xfrm>
            <a:off x="212856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BB9DA0D4-67F6-462A-8A54-0AD1E9034160}"/>
              </a:ext>
            </a:extLst>
          </p:cNvPr>
          <p:cNvSpPr>
            <a:spLocks noGrp="1"/>
          </p:cNvSpPr>
          <p:nvPr/>
        </p:nvSpPr>
        <p:spPr>
          <a:xfrm>
            <a:off x="2075287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97F11741-F912-4980-9E01-25AD3BBEDD6B}"/>
              </a:ext>
            </a:extLst>
          </p:cNvPr>
          <p:cNvSpPr>
            <a:spLocks noGrp="1"/>
          </p:cNvSpPr>
          <p:nvPr/>
        </p:nvSpPr>
        <p:spPr>
          <a:xfrm>
            <a:off x="2176324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E4699FAF-37EE-403D-94B0-DA765C37E9D9}"/>
              </a:ext>
            </a:extLst>
          </p:cNvPr>
          <p:cNvSpPr>
            <a:spLocks noGrp="1"/>
          </p:cNvSpPr>
          <p:nvPr/>
        </p:nvSpPr>
        <p:spPr>
          <a:xfrm>
            <a:off x="2022890" y="6637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998C616C-4699-4767-BF5B-114E9F9A4F66}"/>
              </a:ext>
            </a:extLst>
          </p:cNvPr>
          <p:cNvSpPr>
            <a:spLocks noGrp="1"/>
          </p:cNvSpPr>
          <p:nvPr/>
        </p:nvSpPr>
        <p:spPr>
          <a:xfrm>
            <a:off x="196845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3EB7A645-AD63-400D-AF53-AAA91A0B44BB}"/>
              </a:ext>
            </a:extLst>
          </p:cNvPr>
          <p:cNvSpPr>
            <a:spLocks noGrp="1"/>
          </p:cNvSpPr>
          <p:nvPr/>
        </p:nvSpPr>
        <p:spPr>
          <a:xfrm>
            <a:off x="225995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8DDBA37-6D41-48BC-BE61-5A9CB373E194}"/>
              </a:ext>
            </a:extLst>
          </p:cNvPr>
          <p:cNvSpPr>
            <a:spLocks noGrp="1"/>
          </p:cNvSpPr>
          <p:nvPr/>
        </p:nvSpPr>
        <p:spPr>
          <a:xfrm>
            <a:off x="2175297" y="67117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AAF6BEB-4A7B-45C7-B39E-8649F095DCB0}"/>
              </a:ext>
            </a:extLst>
          </p:cNvPr>
          <p:cNvSpPr>
            <a:spLocks noGrp="1"/>
          </p:cNvSpPr>
          <p:nvPr/>
        </p:nvSpPr>
        <p:spPr>
          <a:xfrm>
            <a:off x="2049593" y="50833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7040684A-C767-4B7D-A5B5-7D33312EE99F}"/>
              </a:ext>
            </a:extLst>
          </p:cNvPr>
          <p:cNvSpPr>
            <a:spLocks noGrp="1"/>
          </p:cNvSpPr>
          <p:nvPr/>
        </p:nvSpPr>
        <p:spPr>
          <a:xfrm>
            <a:off x="200588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C4098473-B936-416F-8A30-78976548BD6E}"/>
              </a:ext>
            </a:extLst>
          </p:cNvPr>
          <p:cNvSpPr>
            <a:spLocks noGrp="1"/>
          </p:cNvSpPr>
          <p:nvPr/>
        </p:nvSpPr>
        <p:spPr>
          <a:xfrm>
            <a:off x="2233625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6EDEFE59-9583-4B63-9A5A-00ADBEDA5E9B}"/>
              </a:ext>
            </a:extLst>
          </p:cNvPr>
          <p:cNvSpPr>
            <a:spLocks noGrp="1"/>
          </p:cNvSpPr>
          <p:nvPr/>
        </p:nvSpPr>
        <p:spPr>
          <a:xfrm>
            <a:off x="2019847" y="63772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91AB0394-DDFD-4AF4-A5EA-6DB021AD4B85}"/>
              </a:ext>
            </a:extLst>
          </p:cNvPr>
          <p:cNvSpPr>
            <a:spLocks noGrp="1"/>
          </p:cNvSpPr>
          <p:nvPr/>
        </p:nvSpPr>
        <p:spPr>
          <a:xfrm>
            <a:off x="2165061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EBB77E99-046B-4145-856A-0A138F98ABF5}"/>
              </a:ext>
            </a:extLst>
          </p:cNvPr>
          <p:cNvSpPr>
            <a:spLocks noGrp="1"/>
          </p:cNvSpPr>
          <p:nvPr/>
        </p:nvSpPr>
        <p:spPr>
          <a:xfrm>
            <a:off x="2005995" y="6637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91C8BDEC-23A4-4C55-921F-C2A1C7A627F3}"/>
              </a:ext>
            </a:extLst>
          </p:cNvPr>
          <p:cNvSpPr>
            <a:spLocks noGrp="1"/>
          </p:cNvSpPr>
          <p:nvPr/>
        </p:nvSpPr>
        <p:spPr>
          <a:xfrm>
            <a:off x="2127520" y="6057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388B5AC4-E6E8-4CA9-9DBF-0A4EC450F77E}"/>
              </a:ext>
            </a:extLst>
          </p:cNvPr>
          <p:cNvSpPr>
            <a:spLocks noGrp="1"/>
          </p:cNvSpPr>
          <p:nvPr/>
        </p:nvSpPr>
        <p:spPr>
          <a:xfrm>
            <a:off x="2249941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BBB82188-6744-431C-99DC-6B96701FCFC8}"/>
              </a:ext>
            </a:extLst>
          </p:cNvPr>
          <p:cNvSpPr>
            <a:spLocks noGrp="1"/>
          </p:cNvSpPr>
          <p:nvPr/>
        </p:nvSpPr>
        <p:spPr>
          <a:xfrm>
            <a:off x="2070677" y="56038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51F006BE-FE29-4F80-96FD-C068D841CB9E}"/>
              </a:ext>
            </a:extLst>
          </p:cNvPr>
          <p:cNvSpPr>
            <a:spLocks noGrp="1"/>
          </p:cNvSpPr>
          <p:nvPr/>
        </p:nvSpPr>
        <p:spPr>
          <a:xfrm>
            <a:off x="200986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D13C8BB7-946B-4BB5-819C-EEFB2898AB6F}"/>
              </a:ext>
            </a:extLst>
          </p:cNvPr>
          <p:cNvSpPr>
            <a:spLocks noGrp="1"/>
          </p:cNvSpPr>
          <p:nvPr/>
        </p:nvSpPr>
        <p:spPr>
          <a:xfrm>
            <a:off x="2128931" y="60030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1444852E-E95E-4558-8E47-19464E1F95F6}"/>
              </a:ext>
            </a:extLst>
          </p:cNvPr>
          <p:cNvSpPr>
            <a:spLocks noGrp="1"/>
          </p:cNvSpPr>
          <p:nvPr/>
        </p:nvSpPr>
        <p:spPr>
          <a:xfrm>
            <a:off x="207173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24022D7B-32AF-4773-AB8A-0F3A7C01D807}"/>
              </a:ext>
            </a:extLst>
          </p:cNvPr>
          <p:cNvSpPr>
            <a:spLocks noGrp="1"/>
          </p:cNvSpPr>
          <p:nvPr/>
        </p:nvSpPr>
        <p:spPr>
          <a:xfrm>
            <a:off x="2080237" y="54673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26113331-0184-4B7A-81D7-821ADA79C7E0}"/>
              </a:ext>
            </a:extLst>
          </p:cNvPr>
          <p:cNvSpPr>
            <a:spLocks noGrp="1"/>
          </p:cNvSpPr>
          <p:nvPr/>
        </p:nvSpPr>
        <p:spPr>
          <a:xfrm>
            <a:off x="206842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7D26622C-CB37-40ED-8DAB-0E820548A23B}"/>
              </a:ext>
            </a:extLst>
          </p:cNvPr>
          <p:cNvSpPr>
            <a:spLocks noGrp="1"/>
          </p:cNvSpPr>
          <p:nvPr/>
        </p:nvSpPr>
        <p:spPr>
          <a:xfrm>
            <a:off x="223216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EF46D85F-B309-4C66-9105-71F057563DB2}"/>
              </a:ext>
            </a:extLst>
          </p:cNvPr>
          <p:cNvSpPr>
            <a:spLocks noGrp="1"/>
          </p:cNvSpPr>
          <p:nvPr/>
        </p:nvSpPr>
        <p:spPr>
          <a:xfrm>
            <a:off x="204675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ED6A47C1-9827-4D38-824A-AE4DF99148A8}"/>
              </a:ext>
            </a:extLst>
          </p:cNvPr>
          <p:cNvSpPr>
            <a:spLocks noGrp="1"/>
          </p:cNvSpPr>
          <p:nvPr/>
        </p:nvSpPr>
        <p:spPr>
          <a:xfrm>
            <a:off x="2041874" y="6880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C5483BBB-827D-4DA4-B3CB-742B8A28CD93}"/>
              </a:ext>
            </a:extLst>
          </p:cNvPr>
          <p:cNvSpPr>
            <a:spLocks noGrp="1"/>
          </p:cNvSpPr>
          <p:nvPr/>
        </p:nvSpPr>
        <p:spPr>
          <a:xfrm>
            <a:off x="213727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03CC7BFA-285D-4431-B660-2953C0C70F3C}"/>
              </a:ext>
            </a:extLst>
          </p:cNvPr>
          <p:cNvSpPr>
            <a:spLocks noGrp="1"/>
          </p:cNvSpPr>
          <p:nvPr/>
        </p:nvSpPr>
        <p:spPr>
          <a:xfrm>
            <a:off x="201862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EE69239F-8A26-472C-AE86-B218414F1E53}"/>
              </a:ext>
            </a:extLst>
          </p:cNvPr>
          <p:cNvSpPr>
            <a:spLocks noGrp="1"/>
          </p:cNvSpPr>
          <p:nvPr/>
        </p:nvSpPr>
        <p:spPr>
          <a:xfrm>
            <a:off x="2090293" y="69009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05A54CE9-F88E-4C38-B4BF-B6471B1B4822}"/>
              </a:ext>
            </a:extLst>
          </p:cNvPr>
          <p:cNvSpPr>
            <a:spLocks noGrp="1"/>
          </p:cNvSpPr>
          <p:nvPr/>
        </p:nvSpPr>
        <p:spPr>
          <a:xfrm>
            <a:off x="2042017" y="627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013EDBCA-C026-4143-A25E-70085D3BBF50}"/>
              </a:ext>
            </a:extLst>
          </p:cNvPr>
          <p:cNvSpPr>
            <a:spLocks noGrp="1"/>
          </p:cNvSpPr>
          <p:nvPr/>
        </p:nvSpPr>
        <p:spPr>
          <a:xfrm>
            <a:off x="2157275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C6E027DB-F0C7-45FE-AA8E-ABD59DFA18EE}"/>
              </a:ext>
            </a:extLst>
          </p:cNvPr>
          <p:cNvSpPr>
            <a:spLocks noGrp="1"/>
          </p:cNvSpPr>
          <p:nvPr/>
        </p:nvSpPr>
        <p:spPr>
          <a:xfrm>
            <a:off x="198579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1C6F7235-5CFC-4D5C-8ADF-AFBB342505EA}"/>
              </a:ext>
            </a:extLst>
          </p:cNvPr>
          <p:cNvSpPr>
            <a:spLocks noGrp="1"/>
          </p:cNvSpPr>
          <p:nvPr/>
        </p:nvSpPr>
        <p:spPr>
          <a:xfrm>
            <a:off x="2060097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1B7872B3-D9B8-412A-A797-CFE013DD97E9}"/>
              </a:ext>
            </a:extLst>
          </p:cNvPr>
          <p:cNvSpPr>
            <a:spLocks noGrp="1"/>
          </p:cNvSpPr>
          <p:nvPr/>
        </p:nvSpPr>
        <p:spPr>
          <a:xfrm>
            <a:off x="218028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139EDDAD-1256-4BFB-83D5-BB3F409E7DB7}"/>
              </a:ext>
            </a:extLst>
          </p:cNvPr>
          <p:cNvSpPr>
            <a:spLocks noGrp="1"/>
          </p:cNvSpPr>
          <p:nvPr/>
        </p:nvSpPr>
        <p:spPr>
          <a:xfrm>
            <a:off x="198780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E949A9D5-A8E1-479E-A82F-E6FF99BBCF64}"/>
              </a:ext>
            </a:extLst>
          </p:cNvPr>
          <p:cNvSpPr>
            <a:spLocks noGrp="1"/>
          </p:cNvSpPr>
          <p:nvPr/>
        </p:nvSpPr>
        <p:spPr>
          <a:xfrm>
            <a:off x="2165214" y="68946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DBC2935C-82BD-4144-979A-646C3E444C49}"/>
              </a:ext>
            </a:extLst>
          </p:cNvPr>
          <p:cNvSpPr>
            <a:spLocks noGrp="1"/>
          </p:cNvSpPr>
          <p:nvPr/>
        </p:nvSpPr>
        <p:spPr>
          <a:xfrm>
            <a:off x="2007530" y="6417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7177681C-6550-4089-BF26-EC1995F97AFA}"/>
              </a:ext>
            </a:extLst>
          </p:cNvPr>
          <p:cNvSpPr>
            <a:spLocks noGrp="1"/>
          </p:cNvSpPr>
          <p:nvPr/>
        </p:nvSpPr>
        <p:spPr>
          <a:xfrm>
            <a:off x="2218791" y="6878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153A63B3-BA64-4ABB-97F1-3EC8822A20AE}"/>
              </a:ext>
            </a:extLst>
          </p:cNvPr>
          <p:cNvSpPr>
            <a:spLocks noGrp="1"/>
          </p:cNvSpPr>
          <p:nvPr/>
        </p:nvSpPr>
        <p:spPr>
          <a:xfrm>
            <a:off x="21040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D40E084C-3E5C-46F4-A3E5-664CC4F7EE23}"/>
              </a:ext>
            </a:extLst>
          </p:cNvPr>
          <p:cNvSpPr>
            <a:spLocks noGrp="1"/>
          </p:cNvSpPr>
          <p:nvPr/>
        </p:nvSpPr>
        <p:spPr>
          <a:xfrm>
            <a:off x="209819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298098F3-570B-4CCC-A810-0F714C5EE5B7}"/>
              </a:ext>
            </a:extLst>
          </p:cNvPr>
          <p:cNvSpPr>
            <a:spLocks noGrp="1"/>
          </p:cNvSpPr>
          <p:nvPr/>
        </p:nvSpPr>
        <p:spPr>
          <a:xfrm>
            <a:off x="208381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A68FF7AB-B842-4794-A003-3DB9CBB15076}"/>
              </a:ext>
            </a:extLst>
          </p:cNvPr>
          <p:cNvSpPr>
            <a:spLocks noGrp="1"/>
          </p:cNvSpPr>
          <p:nvPr/>
        </p:nvSpPr>
        <p:spPr>
          <a:xfrm>
            <a:off x="225857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1521E30B-00B5-42F6-A7F7-02452BA2B591}"/>
              </a:ext>
            </a:extLst>
          </p:cNvPr>
          <p:cNvSpPr>
            <a:spLocks noGrp="1"/>
          </p:cNvSpPr>
          <p:nvPr/>
        </p:nvSpPr>
        <p:spPr>
          <a:xfrm>
            <a:off x="204639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22EE8351-7086-4C04-B879-2577F298DD90}"/>
              </a:ext>
            </a:extLst>
          </p:cNvPr>
          <p:cNvSpPr>
            <a:spLocks noGrp="1"/>
          </p:cNvSpPr>
          <p:nvPr/>
        </p:nvSpPr>
        <p:spPr>
          <a:xfrm>
            <a:off x="2221279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6E067639-86EC-4607-BD03-A602ED5DA53F}"/>
              </a:ext>
            </a:extLst>
          </p:cNvPr>
          <p:cNvSpPr>
            <a:spLocks noGrp="1"/>
          </p:cNvSpPr>
          <p:nvPr/>
        </p:nvSpPr>
        <p:spPr>
          <a:xfrm>
            <a:off x="206703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04EEE91-9353-4DE7-9B10-F08FB1C6FDDC}"/>
              </a:ext>
            </a:extLst>
          </p:cNvPr>
          <p:cNvSpPr>
            <a:spLocks noGrp="1"/>
          </p:cNvSpPr>
          <p:nvPr/>
        </p:nvSpPr>
        <p:spPr>
          <a:xfrm>
            <a:off x="2037645" y="610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0B0F48CA-73BC-4368-8176-4D8AFD1F7852}"/>
              </a:ext>
            </a:extLst>
          </p:cNvPr>
          <p:cNvSpPr>
            <a:spLocks noGrp="1"/>
          </p:cNvSpPr>
          <p:nvPr/>
        </p:nvSpPr>
        <p:spPr>
          <a:xfrm>
            <a:off x="2266429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390AE724-2D77-4550-A958-39D2E732564A}"/>
              </a:ext>
            </a:extLst>
          </p:cNvPr>
          <p:cNvSpPr>
            <a:spLocks noGrp="1"/>
          </p:cNvSpPr>
          <p:nvPr/>
        </p:nvSpPr>
        <p:spPr>
          <a:xfrm>
            <a:off x="2100633" y="6462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39115C69-33D7-47E4-8458-AC119989428F}"/>
              </a:ext>
            </a:extLst>
          </p:cNvPr>
          <p:cNvSpPr>
            <a:spLocks noGrp="1"/>
          </p:cNvSpPr>
          <p:nvPr/>
        </p:nvSpPr>
        <p:spPr>
          <a:xfrm>
            <a:off x="210657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A50E643A-0743-44BC-B682-F5CBE147D4D2}"/>
              </a:ext>
            </a:extLst>
          </p:cNvPr>
          <p:cNvSpPr>
            <a:spLocks noGrp="1"/>
          </p:cNvSpPr>
          <p:nvPr/>
        </p:nvSpPr>
        <p:spPr>
          <a:xfrm>
            <a:off x="207868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B7718196-B398-4CB0-AD12-7C4942348FCB}"/>
              </a:ext>
            </a:extLst>
          </p:cNvPr>
          <p:cNvSpPr>
            <a:spLocks noGrp="1"/>
          </p:cNvSpPr>
          <p:nvPr/>
        </p:nvSpPr>
        <p:spPr>
          <a:xfrm>
            <a:off x="2184091" y="57678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0B11461-9971-4FD7-B864-67DBCA11B354}"/>
              </a:ext>
            </a:extLst>
          </p:cNvPr>
          <p:cNvSpPr>
            <a:spLocks noGrp="1"/>
          </p:cNvSpPr>
          <p:nvPr/>
        </p:nvSpPr>
        <p:spPr>
          <a:xfrm>
            <a:off x="213784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FEE4881E-849C-410C-9A8A-53D8905905DF}"/>
              </a:ext>
            </a:extLst>
          </p:cNvPr>
          <p:cNvSpPr>
            <a:spLocks noGrp="1"/>
          </p:cNvSpPr>
          <p:nvPr/>
        </p:nvSpPr>
        <p:spPr>
          <a:xfrm>
            <a:off x="2224510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7F97D76F-B183-4E5B-93BB-AE621E185AFB}"/>
              </a:ext>
            </a:extLst>
          </p:cNvPr>
          <p:cNvSpPr>
            <a:spLocks noGrp="1"/>
          </p:cNvSpPr>
          <p:nvPr/>
        </p:nvSpPr>
        <p:spPr>
          <a:xfrm>
            <a:off x="2127112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7ED6715-BA73-4509-A5DE-F42B9840A892}"/>
              </a:ext>
            </a:extLst>
          </p:cNvPr>
          <p:cNvSpPr>
            <a:spLocks noGrp="1"/>
          </p:cNvSpPr>
          <p:nvPr/>
        </p:nvSpPr>
        <p:spPr>
          <a:xfrm>
            <a:off x="2076086" y="67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665D635E-91D7-4CAF-8DD1-70861EC6D0A1}"/>
              </a:ext>
            </a:extLst>
          </p:cNvPr>
          <p:cNvSpPr>
            <a:spLocks noGrp="1"/>
          </p:cNvSpPr>
          <p:nvPr/>
        </p:nvSpPr>
        <p:spPr>
          <a:xfrm>
            <a:off x="265804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ED5E72FF-09CE-4E8E-A83B-ADD9CE84C783}"/>
              </a:ext>
            </a:extLst>
          </p:cNvPr>
          <p:cNvSpPr>
            <a:spLocks noGrp="1"/>
          </p:cNvSpPr>
          <p:nvPr/>
        </p:nvSpPr>
        <p:spPr>
          <a:xfrm>
            <a:off x="2489896" y="5000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2C24CE46-A0C0-4A91-99A8-0CAF1281D2F2}"/>
              </a:ext>
            </a:extLst>
          </p:cNvPr>
          <p:cNvSpPr>
            <a:spLocks noGrp="1"/>
          </p:cNvSpPr>
          <p:nvPr/>
        </p:nvSpPr>
        <p:spPr>
          <a:xfrm>
            <a:off x="272548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0CCD1801-B633-4E6D-B08C-94F0A62826AC}"/>
              </a:ext>
            </a:extLst>
          </p:cNvPr>
          <p:cNvSpPr>
            <a:spLocks noGrp="1"/>
          </p:cNvSpPr>
          <p:nvPr/>
        </p:nvSpPr>
        <p:spPr>
          <a:xfrm>
            <a:off x="249237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163D092C-8BDC-4693-8EA5-9E7180672E5C}"/>
              </a:ext>
            </a:extLst>
          </p:cNvPr>
          <p:cNvSpPr>
            <a:spLocks noGrp="1"/>
          </p:cNvSpPr>
          <p:nvPr/>
        </p:nvSpPr>
        <p:spPr>
          <a:xfrm>
            <a:off x="263835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23F0CCA2-646F-49EA-9B2E-410D34C390E6}"/>
              </a:ext>
            </a:extLst>
          </p:cNvPr>
          <p:cNvSpPr>
            <a:spLocks noGrp="1"/>
          </p:cNvSpPr>
          <p:nvPr/>
        </p:nvSpPr>
        <p:spPr>
          <a:xfrm>
            <a:off x="2641575" y="5848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15975EDA-0E92-429F-BEF7-44E23A4B33DD}"/>
              </a:ext>
            </a:extLst>
          </p:cNvPr>
          <p:cNvSpPr>
            <a:spLocks noGrp="1"/>
          </p:cNvSpPr>
          <p:nvPr/>
        </p:nvSpPr>
        <p:spPr>
          <a:xfrm>
            <a:off x="276164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9019B8C5-850A-43DD-8CB4-7E99F551AF2C}"/>
              </a:ext>
            </a:extLst>
          </p:cNvPr>
          <p:cNvSpPr>
            <a:spLocks noGrp="1"/>
          </p:cNvSpPr>
          <p:nvPr/>
        </p:nvSpPr>
        <p:spPr>
          <a:xfrm>
            <a:off x="2631866" y="5672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207E44CE-8230-4250-A507-B5A510E71F74}"/>
              </a:ext>
            </a:extLst>
          </p:cNvPr>
          <p:cNvSpPr>
            <a:spLocks noGrp="1"/>
          </p:cNvSpPr>
          <p:nvPr/>
        </p:nvSpPr>
        <p:spPr>
          <a:xfrm>
            <a:off x="2629935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5ED6D708-7C6A-4FDA-8A31-47B620301AC1}"/>
              </a:ext>
            </a:extLst>
          </p:cNvPr>
          <p:cNvSpPr>
            <a:spLocks noGrp="1"/>
          </p:cNvSpPr>
          <p:nvPr/>
        </p:nvSpPr>
        <p:spPr>
          <a:xfrm>
            <a:off x="262982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5F056BA5-7675-4CE4-BA5B-F2CDFF824460}"/>
              </a:ext>
            </a:extLst>
          </p:cNvPr>
          <p:cNvSpPr>
            <a:spLocks noGrp="1"/>
          </p:cNvSpPr>
          <p:nvPr/>
        </p:nvSpPr>
        <p:spPr>
          <a:xfrm>
            <a:off x="256024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8210220B-D6D3-4AB5-8A2E-08E70D0E538C}"/>
              </a:ext>
            </a:extLst>
          </p:cNvPr>
          <p:cNvSpPr>
            <a:spLocks noGrp="1"/>
          </p:cNvSpPr>
          <p:nvPr/>
        </p:nvSpPr>
        <p:spPr>
          <a:xfrm>
            <a:off x="247211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5D272220-9A15-46DA-8671-0C6FDE817A77}"/>
              </a:ext>
            </a:extLst>
          </p:cNvPr>
          <p:cNvSpPr>
            <a:spLocks noGrp="1"/>
          </p:cNvSpPr>
          <p:nvPr/>
        </p:nvSpPr>
        <p:spPr>
          <a:xfrm>
            <a:off x="2719848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DAAE266B-180F-430E-9596-13DAF47191EA}"/>
              </a:ext>
            </a:extLst>
          </p:cNvPr>
          <p:cNvSpPr>
            <a:spLocks noGrp="1"/>
          </p:cNvSpPr>
          <p:nvPr/>
        </p:nvSpPr>
        <p:spPr>
          <a:xfrm>
            <a:off x="245512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9C5C811D-B274-405F-B936-64CA68D00557}"/>
              </a:ext>
            </a:extLst>
          </p:cNvPr>
          <p:cNvSpPr>
            <a:spLocks noGrp="1"/>
          </p:cNvSpPr>
          <p:nvPr/>
        </p:nvSpPr>
        <p:spPr>
          <a:xfrm>
            <a:off x="275948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416235AB-A013-49EC-8A45-5672C92FE83A}"/>
              </a:ext>
            </a:extLst>
          </p:cNvPr>
          <p:cNvSpPr>
            <a:spLocks noGrp="1"/>
          </p:cNvSpPr>
          <p:nvPr/>
        </p:nvSpPr>
        <p:spPr>
          <a:xfrm>
            <a:off x="272750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7F842DAA-EBBD-4A9B-988C-EEB7FC84453C}"/>
              </a:ext>
            </a:extLst>
          </p:cNvPr>
          <p:cNvSpPr>
            <a:spLocks noGrp="1"/>
          </p:cNvSpPr>
          <p:nvPr/>
        </p:nvSpPr>
        <p:spPr>
          <a:xfrm>
            <a:off x="2566133" y="6677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7CD48F77-1FF8-437E-80A7-50162337DA35}"/>
              </a:ext>
            </a:extLst>
          </p:cNvPr>
          <p:cNvSpPr>
            <a:spLocks noGrp="1"/>
          </p:cNvSpPr>
          <p:nvPr/>
        </p:nvSpPr>
        <p:spPr>
          <a:xfrm>
            <a:off x="268464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42994D40-777C-4E2F-9ADC-9EBD6972E998}"/>
              </a:ext>
            </a:extLst>
          </p:cNvPr>
          <p:cNvSpPr>
            <a:spLocks noGrp="1"/>
          </p:cNvSpPr>
          <p:nvPr/>
        </p:nvSpPr>
        <p:spPr>
          <a:xfrm>
            <a:off x="2537868" y="64099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911DE7D9-C6C9-4040-BF9F-E5AB84D105D6}"/>
              </a:ext>
            </a:extLst>
          </p:cNvPr>
          <p:cNvSpPr>
            <a:spLocks noGrp="1"/>
          </p:cNvSpPr>
          <p:nvPr/>
        </p:nvSpPr>
        <p:spPr>
          <a:xfrm>
            <a:off x="246647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91A63E62-3C96-4D14-B127-B10C97AD7B60}"/>
              </a:ext>
            </a:extLst>
          </p:cNvPr>
          <p:cNvSpPr>
            <a:spLocks noGrp="1"/>
          </p:cNvSpPr>
          <p:nvPr/>
        </p:nvSpPr>
        <p:spPr>
          <a:xfrm>
            <a:off x="2715045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89415854-8473-4243-B1B8-7A5D72D4D81B}"/>
              </a:ext>
            </a:extLst>
          </p:cNvPr>
          <p:cNvSpPr>
            <a:spLocks noGrp="1"/>
          </p:cNvSpPr>
          <p:nvPr/>
        </p:nvSpPr>
        <p:spPr>
          <a:xfrm>
            <a:off x="248907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4600509D-8BCF-48FE-B908-84331C962515}"/>
              </a:ext>
            </a:extLst>
          </p:cNvPr>
          <p:cNvSpPr>
            <a:spLocks noGrp="1"/>
          </p:cNvSpPr>
          <p:nvPr/>
        </p:nvSpPr>
        <p:spPr>
          <a:xfrm>
            <a:off x="2514876" y="5226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A924694-DC6A-4879-869A-C50DA95FE4BC}"/>
              </a:ext>
            </a:extLst>
          </p:cNvPr>
          <p:cNvSpPr>
            <a:spLocks noGrp="1"/>
          </p:cNvSpPr>
          <p:nvPr/>
        </p:nvSpPr>
        <p:spPr>
          <a:xfrm>
            <a:off x="252097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9166CAD6-7C90-46E2-BF41-294C78666E42}"/>
              </a:ext>
            </a:extLst>
          </p:cNvPr>
          <p:cNvSpPr>
            <a:spLocks noGrp="1"/>
          </p:cNvSpPr>
          <p:nvPr/>
        </p:nvSpPr>
        <p:spPr>
          <a:xfrm>
            <a:off x="268432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02D78D1D-DA15-48FB-8251-22BEB999649E}"/>
              </a:ext>
            </a:extLst>
          </p:cNvPr>
          <p:cNvSpPr>
            <a:spLocks noGrp="1"/>
          </p:cNvSpPr>
          <p:nvPr/>
        </p:nvSpPr>
        <p:spPr>
          <a:xfrm>
            <a:off x="2602587" y="566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7805333F-3C3D-4213-88AD-E74D47F2EDCB}"/>
              </a:ext>
            </a:extLst>
          </p:cNvPr>
          <p:cNvSpPr>
            <a:spLocks noGrp="1"/>
          </p:cNvSpPr>
          <p:nvPr/>
        </p:nvSpPr>
        <p:spPr>
          <a:xfrm>
            <a:off x="245450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DBBCA003-9913-40AE-8A1F-5A441BA1F595}"/>
              </a:ext>
            </a:extLst>
          </p:cNvPr>
          <p:cNvSpPr>
            <a:spLocks noGrp="1"/>
          </p:cNvSpPr>
          <p:nvPr/>
        </p:nvSpPr>
        <p:spPr>
          <a:xfrm>
            <a:off x="249540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BB012FA2-F6A9-4F25-8AD1-39DE81CCC93D}"/>
              </a:ext>
            </a:extLst>
          </p:cNvPr>
          <p:cNvSpPr>
            <a:spLocks noGrp="1"/>
          </p:cNvSpPr>
          <p:nvPr/>
        </p:nvSpPr>
        <p:spPr>
          <a:xfrm>
            <a:off x="260499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3B5DB2D7-BCEA-4AF2-8387-1461B942BFD4}"/>
              </a:ext>
            </a:extLst>
          </p:cNvPr>
          <p:cNvSpPr>
            <a:spLocks noGrp="1"/>
          </p:cNvSpPr>
          <p:nvPr/>
        </p:nvSpPr>
        <p:spPr>
          <a:xfrm>
            <a:off x="2715768" y="60637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0B193237-B2B8-4822-99FE-708D882B0A0B}"/>
              </a:ext>
            </a:extLst>
          </p:cNvPr>
          <p:cNvSpPr>
            <a:spLocks noGrp="1"/>
          </p:cNvSpPr>
          <p:nvPr/>
        </p:nvSpPr>
        <p:spPr>
          <a:xfrm>
            <a:off x="2574299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1C5EA95F-3179-45F5-B90E-857133F14FC3}"/>
              </a:ext>
            </a:extLst>
          </p:cNvPr>
          <p:cNvSpPr>
            <a:spLocks noGrp="1"/>
          </p:cNvSpPr>
          <p:nvPr/>
        </p:nvSpPr>
        <p:spPr>
          <a:xfrm>
            <a:off x="257768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8F87EFFD-89E4-44DE-B49D-04B3DEF3CF13}"/>
              </a:ext>
            </a:extLst>
          </p:cNvPr>
          <p:cNvSpPr>
            <a:spLocks noGrp="1"/>
          </p:cNvSpPr>
          <p:nvPr/>
        </p:nvSpPr>
        <p:spPr>
          <a:xfrm>
            <a:off x="2483442" y="6888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2541022D-B47D-46CD-9302-0AF4D188112D}"/>
              </a:ext>
            </a:extLst>
          </p:cNvPr>
          <p:cNvSpPr>
            <a:spLocks noGrp="1"/>
          </p:cNvSpPr>
          <p:nvPr/>
        </p:nvSpPr>
        <p:spPr>
          <a:xfrm>
            <a:off x="267458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07381C75-FDA2-43E5-AD13-C406C38A3EDA}"/>
              </a:ext>
            </a:extLst>
          </p:cNvPr>
          <p:cNvSpPr>
            <a:spLocks noGrp="1"/>
          </p:cNvSpPr>
          <p:nvPr/>
        </p:nvSpPr>
        <p:spPr>
          <a:xfrm>
            <a:off x="261256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28444E5D-3B09-4CE2-A9BB-C12975A52D9D}"/>
              </a:ext>
            </a:extLst>
          </p:cNvPr>
          <p:cNvSpPr>
            <a:spLocks noGrp="1"/>
          </p:cNvSpPr>
          <p:nvPr/>
        </p:nvSpPr>
        <p:spPr>
          <a:xfrm>
            <a:off x="250667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746A25A6-216F-4499-9900-84DA84F1052E}"/>
              </a:ext>
            </a:extLst>
          </p:cNvPr>
          <p:cNvSpPr>
            <a:spLocks noGrp="1"/>
          </p:cNvSpPr>
          <p:nvPr/>
        </p:nvSpPr>
        <p:spPr>
          <a:xfrm>
            <a:off x="274484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0B8F4C9D-A0C6-4DBD-B9E1-A47D64484105}"/>
              </a:ext>
            </a:extLst>
          </p:cNvPr>
          <p:cNvSpPr>
            <a:spLocks noGrp="1"/>
          </p:cNvSpPr>
          <p:nvPr/>
        </p:nvSpPr>
        <p:spPr>
          <a:xfrm>
            <a:off x="2617507" y="5360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B9C01914-7E16-4648-B0F4-2064787B9D00}"/>
              </a:ext>
            </a:extLst>
          </p:cNvPr>
          <p:cNvSpPr>
            <a:spLocks noGrp="1"/>
          </p:cNvSpPr>
          <p:nvPr/>
        </p:nvSpPr>
        <p:spPr>
          <a:xfrm>
            <a:off x="252536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4133BBD7-8483-408B-9448-03034E4889A9}"/>
              </a:ext>
            </a:extLst>
          </p:cNvPr>
          <p:cNvSpPr>
            <a:spLocks noGrp="1"/>
          </p:cNvSpPr>
          <p:nvPr/>
        </p:nvSpPr>
        <p:spPr>
          <a:xfrm>
            <a:off x="274373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BDE60B72-06CB-4CCE-AEC7-42814679E9FC}"/>
              </a:ext>
            </a:extLst>
          </p:cNvPr>
          <p:cNvSpPr>
            <a:spLocks noGrp="1"/>
          </p:cNvSpPr>
          <p:nvPr/>
        </p:nvSpPr>
        <p:spPr>
          <a:xfrm>
            <a:off x="248475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EF02CEAF-D0B9-45C1-9380-8244460FABAF}"/>
              </a:ext>
            </a:extLst>
          </p:cNvPr>
          <p:cNvSpPr>
            <a:spLocks noGrp="1"/>
          </p:cNvSpPr>
          <p:nvPr/>
        </p:nvSpPr>
        <p:spPr>
          <a:xfrm>
            <a:off x="245389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AEE4F778-C4E7-4E99-838F-85692B7485FC}"/>
              </a:ext>
            </a:extLst>
          </p:cNvPr>
          <p:cNvSpPr>
            <a:spLocks noGrp="1"/>
          </p:cNvSpPr>
          <p:nvPr/>
        </p:nvSpPr>
        <p:spPr>
          <a:xfrm>
            <a:off x="268544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3EA65C39-AC90-4A85-824F-FFA5DFEB02F8}"/>
              </a:ext>
            </a:extLst>
          </p:cNvPr>
          <p:cNvSpPr>
            <a:spLocks noGrp="1"/>
          </p:cNvSpPr>
          <p:nvPr/>
        </p:nvSpPr>
        <p:spPr>
          <a:xfrm>
            <a:off x="2735898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54B287F3-FB42-407B-9646-A0E419E613EE}"/>
              </a:ext>
            </a:extLst>
          </p:cNvPr>
          <p:cNvSpPr>
            <a:spLocks noGrp="1"/>
          </p:cNvSpPr>
          <p:nvPr/>
        </p:nvSpPr>
        <p:spPr>
          <a:xfrm>
            <a:off x="2667192" y="6683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035F83A4-CDDF-461B-BBDB-8587FE2B4DDB}"/>
              </a:ext>
            </a:extLst>
          </p:cNvPr>
          <p:cNvSpPr>
            <a:spLocks noGrp="1"/>
          </p:cNvSpPr>
          <p:nvPr/>
        </p:nvSpPr>
        <p:spPr>
          <a:xfrm>
            <a:off x="272555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3978EF1B-EB80-4AEC-8BC3-24C7E33E0D08}"/>
              </a:ext>
            </a:extLst>
          </p:cNvPr>
          <p:cNvSpPr>
            <a:spLocks noGrp="1"/>
          </p:cNvSpPr>
          <p:nvPr/>
        </p:nvSpPr>
        <p:spPr>
          <a:xfrm>
            <a:off x="247313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93807DE6-C1EA-443E-8F79-10ACF5020A5D}"/>
              </a:ext>
            </a:extLst>
          </p:cNvPr>
          <p:cNvSpPr>
            <a:spLocks noGrp="1"/>
          </p:cNvSpPr>
          <p:nvPr/>
        </p:nvSpPr>
        <p:spPr>
          <a:xfrm>
            <a:off x="2697574" y="66839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202A982F-5B36-49B6-AB1D-9DD0C1555578}"/>
              </a:ext>
            </a:extLst>
          </p:cNvPr>
          <p:cNvSpPr>
            <a:spLocks noGrp="1"/>
          </p:cNvSpPr>
          <p:nvPr/>
        </p:nvSpPr>
        <p:spPr>
          <a:xfrm>
            <a:off x="247970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4B7B65D6-E6D9-4C09-A4E8-A3AEC6ACABF6}"/>
              </a:ext>
            </a:extLst>
          </p:cNvPr>
          <p:cNvSpPr>
            <a:spLocks noGrp="1"/>
          </p:cNvSpPr>
          <p:nvPr/>
        </p:nvSpPr>
        <p:spPr>
          <a:xfrm>
            <a:off x="246545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397C93E7-2653-4A73-BBCD-E0385EBFAD2F}"/>
              </a:ext>
            </a:extLst>
          </p:cNvPr>
          <p:cNvSpPr>
            <a:spLocks noGrp="1"/>
          </p:cNvSpPr>
          <p:nvPr/>
        </p:nvSpPr>
        <p:spPr>
          <a:xfrm>
            <a:off x="2591225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4B6E359E-D566-4152-A8C6-D481CC963094}"/>
              </a:ext>
            </a:extLst>
          </p:cNvPr>
          <p:cNvSpPr>
            <a:spLocks noGrp="1"/>
          </p:cNvSpPr>
          <p:nvPr/>
        </p:nvSpPr>
        <p:spPr>
          <a:xfrm>
            <a:off x="2749127" y="6698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9E1DF49-8921-4524-8786-1F08719F9E71}"/>
              </a:ext>
            </a:extLst>
          </p:cNvPr>
          <p:cNvSpPr>
            <a:spLocks noGrp="1"/>
          </p:cNvSpPr>
          <p:nvPr/>
        </p:nvSpPr>
        <p:spPr>
          <a:xfrm>
            <a:off x="2523421" y="5949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804CA0EC-A74F-4D36-BDB4-6582DEF9327A}"/>
              </a:ext>
            </a:extLst>
          </p:cNvPr>
          <p:cNvSpPr>
            <a:spLocks noGrp="1"/>
          </p:cNvSpPr>
          <p:nvPr/>
        </p:nvSpPr>
        <p:spPr>
          <a:xfrm>
            <a:off x="256211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2580E677-62F4-4458-8339-C6D5854FD61D}"/>
              </a:ext>
            </a:extLst>
          </p:cNvPr>
          <p:cNvSpPr>
            <a:spLocks noGrp="1"/>
          </p:cNvSpPr>
          <p:nvPr/>
        </p:nvSpPr>
        <p:spPr>
          <a:xfrm>
            <a:off x="2712057" y="60574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891BF3F4-7DD2-4143-8BB2-C1517F00872D}"/>
              </a:ext>
            </a:extLst>
          </p:cNvPr>
          <p:cNvSpPr>
            <a:spLocks noGrp="1"/>
          </p:cNvSpPr>
          <p:nvPr/>
        </p:nvSpPr>
        <p:spPr>
          <a:xfrm>
            <a:off x="2475251" y="5306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920B0323-2FEF-48B0-B343-A9A9902A7138}"/>
              </a:ext>
            </a:extLst>
          </p:cNvPr>
          <p:cNvSpPr>
            <a:spLocks noGrp="1"/>
          </p:cNvSpPr>
          <p:nvPr/>
        </p:nvSpPr>
        <p:spPr>
          <a:xfrm>
            <a:off x="2638308" y="56038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954A98DA-999A-45CE-9BD6-816A0A255656}"/>
              </a:ext>
            </a:extLst>
          </p:cNvPr>
          <p:cNvSpPr>
            <a:spLocks noGrp="1"/>
          </p:cNvSpPr>
          <p:nvPr/>
        </p:nvSpPr>
        <p:spPr>
          <a:xfrm>
            <a:off x="264460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F1BBD09E-4BA7-458B-B840-7F1D5D891084}"/>
              </a:ext>
            </a:extLst>
          </p:cNvPr>
          <p:cNvSpPr>
            <a:spLocks noGrp="1"/>
          </p:cNvSpPr>
          <p:nvPr/>
        </p:nvSpPr>
        <p:spPr>
          <a:xfrm>
            <a:off x="264132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35610E50-03BB-4C88-B0F7-D8E2E2C45250}"/>
              </a:ext>
            </a:extLst>
          </p:cNvPr>
          <p:cNvSpPr>
            <a:spLocks noGrp="1"/>
          </p:cNvSpPr>
          <p:nvPr/>
        </p:nvSpPr>
        <p:spPr>
          <a:xfrm>
            <a:off x="266555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822C7FD-AA55-402D-8390-8B1A46FD2EA9}"/>
              </a:ext>
            </a:extLst>
          </p:cNvPr>
          <p:cNvSpPr>
            <a:spLocks noGrp="1"/>
          </p:cNvSpPr>
          <p:nvPr/>
        </p:nvSpPr>
        <p:spPr>
          <a:xfrm>
            <a:off x="2665967" y="5467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6510A3BA-2D26-4B28-AE5C-2F40D1B185DE}"/>
              </a:ext>
            </a:extLst>
          </p:cNvPr>
          <p:cNvSpPr>
            <a:spLocks noGrp="1"/>
          </p:cNvSpPr>
          <p:nvPr/>
        </p:nvSpPr>
        <p:spPr>
          <a:xfrm>
            <a:off x="252075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DC6B3340-433F-4213-A2CC-8388C5890430}"/>
              </a:ext>
            </a:extLst>
          </p:cNvPr>
          <p:cNvSpPr>
            <a:spLocks noGrp="1"/>
          </p:cNvSpPr>
          <p:nvPr/>
        </p:nvSpPr>
        <p:spPr>
          <a:xfrm>
            <a:off x="274294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1DDDA7DD-1BFD-4F5F-B0C5-36B8BAFA83FA}"/>
              </a:ext>
            </a:extLst>
          </p:cNvPr>
          <p:cNvSpPr>
            <a:spLocks noGrp="1"/>
          </p:cNvSpPr>
          <p:nvPr/>
        </p:nvSpPr>
        <p:spPr>
          <a:xfrm>
            <a:off x="268419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4B024776-0003-42E0-A9C3-6E104B757C31}"/>
              </a:ext>
            </a:extLst>
          </p:cNvPr>
          <p:cNvSpPr>
            <a:spLocks noGrp="1"/>
          </p:cNvSpPr>
          <p:nvPr/>
        </p:nvSpPr>
        <p:spPr>
          <a:xfrm>
            <a:off x="2548668" y="68803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F9A81C42-0D86-42EC-B007-8C0A57488DD3}"/>
              </a:ext>
            </a:extLst>
          </p:cNvPr>
          <p:cNvSpPr>
            <a:spLocks noGrp="1"/>
          </p:cNvSpPr>
          <p:nvPr/>
        </p:nvSpPr>
        <p:spPr>
          <a:xfrm>
            <a:off x="258329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87B6ED8E-8BF6-4A50-84F2-8A4C3F9B064C}"/>
              </a:ext>
            </a:extLst>
          </p:cNvPr>
          <p:cNvSpPr>
            <a:spLocks noGrp="1"/>
          </p:cNvSpPr>
          <p:nvPr/>
        </p:nvSpPr>
        <p:spPr>
          <a:xfrm>
            <a:off x="248008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6C6A27D9-C39E-496A-A0C3-04C9E809B75C}"/>
              </a:ext>
            </a:extLst>
          </p:cNvPr>
          <p:cNvSpPr>
            <a:spLocks noGrp="1"/>
          </p:cNvSpPr>
          <p:nvPr/>
        </p:nvSpPr>
        <p:spPr>
          <a:xfrm>
            <a:off x="255745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98F9B885-A14E-48BA-AE86-2683F97D98BA}"/>
              </a:ext>
            </a:extLst>
          </p:cNvPr>
          <p:cNvSpPr>
            <a:spLocks noGrp="1"/>
          </p:cNvSpPr>
          <p:nvPr/>
        </p:nvSpPr>
        <p:spPr>
          <a:xfrm>
            <a:off x="247087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1B7AFD84-988B-4647-90E8-7A304A28EB18}"/>
              </a:ext>
            </a:extLst>
          </p:cNvPr>
          <p:cNvSpPr>
            <a:spLocks noGrp="1"/>
          </p:cNvSpPr>
          <p:nvPr/>
        </p:nvSpPr>
        <p:spPr>
          <a:xfrm>
            <a:off x="270174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CEB57093-0734-4992-98AE-2A93C497C8AC}"/>
              </a:ext>
            </a:extLst>
          </p:cNvPr>
          <p:cNvSpPr>
            <a:spLocks noGrp="1"/>
          </p:cNvSpPr>
          <p:nvPr/>
        </p:nvSpPr>
        <p:spPr>
          <a:xfrm>
            <a:off x="264215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9CDF8861-FE8D-424F-B31B-BD2589E163F6}"/>
              </a:ext>
            </a:extLst>
          </p:cNvPr>
          <p:cNvSpPr>
            <a:spLocks noGrp="1"/>
          </p:cNvSpPr>
          <p:nvPr/>
        </p:nvSpPr>
        <p:spPr>
          <a:xfrm>
            <a:off x="270430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9F1DF4E1-5947-4C19-BA8A-3E5FEC8C7B56}"/>
              </a:ext>
            </a:extLst>
          </p:cNvPr>
          <p:cNvSpPr>
            <a:spLocks noGrp="1"/>
          </p:cNvSpPr>
          <p:nvPr/>
        </p:nvSpPr>
        <p:spPr>
          <a:xfrm>
            <a:off x="2619727" y="69024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3E68596A-F627-46A3-AE92-A83B379E1D74}"/>
              </a:ext>
            </a:extLst>
          </p:cNvPr>
          <p:cNvSpPr>
            <a:spLocks noGrp="1"/>
          </p:cNvSpPr>
          <p:nvPr/>
        </p:nvSpPr>
        <p:spPr>
          <a:xfrm>
            <a:off x="247603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03E325FD-1001-4EBA-BDCD-0C27F02FF6E2}"/>
              </a:ext>
            </a:extLst>
          </p:cNvPr>
          <p:cNvSpPr>
            <a:spLocks noGrp="1"/>
          </p:cNvSpPr>
          <p:nvPr/>
        </p:nvSpPr>
        <p:spPr>
          <a:xfrm>
            <a:off x="2712476" y="6896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92F2860A-48FD-4375-B6EB-7C23B815B279}"/>
              </a:ext>
            </a:extLst>
          </p:cNvPr>
          <p:cNvSpPr>
            <a:spLocks noGrp="1"/>
          </p:cNvSpPr>
          <p:nvPr/>
        </p:nvSpPr>
        <p:spPr>
          <a:xfrm>
            <a:off x="2495123" y="6546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2EF5022C-2AA2-45D0-BBF0-1BBAE6ED4BDD}"/>
              </a:ext>
            </a:extLst>
          </p:cNvPr>
          <p:cNvSpPr>
            <a:spLocks noGrp="1"/>
          </p:cNvSpPr>
          <p:nvPr/>
        </p:nvSpPr>
        <p:spPr>
          <a:xfrm>
            <a:off x="2634230" y="6820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3A47C9B-ACDD-4AA0-B38F-B407909E7F5E}"/>
              </a:ext>
            </a:extLst>
          </p:cNvPr>
          <p:cNvSpPr>
            <a:spLocks noGrp="1"/>
          </p:cNvSpPr>
          <p:nvPr/>
        </p:nvSpPr>
        <p:spPr>
          <a:xfrm>
            <a:off x="257805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FD9482AA-8B85-45DF-973D-D813CBAD5D30}"/>
              </a:ext>
            </a:extLst>
          </p:cNvPr>
          <p:cNvSpPr>
            <a:spLocks noGrp="1"/>
          </p:cNvSpPr>
          <p:nvPr/>
        </p:nvSpPr>
        <p:spPr>
          <a:xfrm>
            <a:off x="251038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C834E8C8-9846-4BF0-8E44-F18A4746D5EF}"/>
              </a:ext>
            </a:extLst>
          </p:cNvPr>
          <p:cNvSpPr>
            <a:spLocks noGrp="1"/>
          </p:cNvSpPr>
          <p:nvPr/>
        </p:nvSpPr>
        <p:spPr>
          <a:xfrm>
            <a:off x="270287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21CAD8C8-11A1-43E3-A01D-BE1E437BD3FD}"/>
              </a:ext>
            </a:extLst>
          </p:cNvPr>
          <p:cNvSpPr>
            <a:spLocks noGrp="1"/>
          </p:cNvSpPr>
          <p:nvPr/>
        </p:nvSpPr>
        <p:spPr>
          <a:xfrm>
            <a:off x="252693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1357DD29-E79D-4D46-9E3C-FB8AD8486974}"/>
              </a:ext>
            </a:extLst>
          </p:cNvPr>
          <p:cNvSpPr>
            <a:spLocks noGrp="1"/>
          </p:cNvSpPr>
          <p:nvPr/>
        </p:nvSpPr>
        <p:spPr>
          <a:xfrm>
            <a:off x="270457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A1547BFA-CF1A-4DF7-B21C-9E4F93B06754}"/>
              </a:ext>
            </a:extLst>
          </p:cNvPr>
          <p:cNvSpPr>
            <a:spLocks noGrp="1"/>
          </p:cNvSpPr>
          <p:nvPr/>
        </p:nvSpPr>
        <p:spPr>
          <a:xfrm>
            <a:off x="257672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7D38EC0D-5D50-48C3-8736-18257776FC9A}"/>
              </a:ext>
            </a:extLst>
          </p:cNvPr>
          <p:cNvSpPr>
            <a:spLocks noGrp="1"/>
          </p:cNvSpPr>
          <p:nvPr/>
        </p:nvSpPr>
        <p:spPr>
          <a:xfrm>
            <a:off x="269212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1FD40A93-2CCC-4F64-B8D5-C47A9278A148}"/>
              </a:ext>
            </a:extLst>
          </p:cNvPr>
          <p:cNvSpPr>
            <a:spLocks noGrp="1"/>
          </p:cNvSpPr>
          <p:nvPr/>
        </p:nvSpPr>
        <p:spPr>
          <a:xfrm>
            <a:off x="249560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0756FDCA-F532-477E-8650-BF3D40B32926}"/>
              </a:ext>
            </a:extLst>
          </p:cNvPr>
          <p:cNvSpPr>
            <a:spLocks noGrp="1"/>
          </p:cNvSpPr>
          <p:nvPr/>
        </p:nvSpPr>
        <p:spPr>
          <a:xfrm>
            <a:off x="2659508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ADFD8633-E353-4952-BF21-F2D7E7B1BB11}"/>
              </a:ext>
            </a:extLst>
          </p:cNvPr>
          <p:cNvSpPr>
            <a:spLocks noGrp="1"/>
          </p:cNvSpPr>
          <p:nvPr/>
        </p:nvSpPr>
        <p:spPr>
          <a:xfrm>
            <a:off x="2500841" y="6462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CE76380B-0232-4AA7-B996-C3EC32D2601D}"/>
              </a:ext>
            </a:extLst>
          </p:cNvPr>
          <p:cNvSpPr>
            <a:spLocks noGrp="1"/>
          </p:cNvSpPr>
          <p:nvPr/>
        </p:nvSpPr>
        <p:spPr>
          <a:xfrm>
            <a:off x="247963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21737CBB-B18E-4B33-BDF1-CA370229D8BA}"/>
              </a:ext>
            </a:extLst>
          </p:cNvPr>
          <p:cNvSpPr>
            <a:spLocks noGrp="1"/>
          </p:cNvSpPr>
          <p:nvPr/>
        </p:nvSpPr>
        <p:spPr>
          <a:xfrm>
            <a:off x="252470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05645996-518F-4FA1-AA6B-2B8EAE051039}"/>
              </a:ext>
            </a:extLst>
          </p:cNvPr>
          <p:cNvSpPr>
            <a:spLocks noGrp="1"/>
          </p:cNvSpPr>
          <p:nvPr/>
        </p:nvSpPr>
        <p:spPr>
          <a:xfrm>
            <a:off x="2550030" y="50659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55800078-0427-4AF9-8508-24BDC855992E}"/>
              </a:ext>
            </a:extLst>
          </p:cNvPr>
          <p:cNvSpPr>
            <a:spLocks noGrp="1"/>
          </p:cNvSpPr>
          <p:nvPr/>
        </p:nvSpPr>
        <p:spPr>
          <a:xfrm>
            <a:off x="266942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37A4B64C-98A5-4065-B1FD-ED052ECB400B}"/>
              </a:ext>
            </a:extLst>
          </p:cNvPr>
          <p:cNvSpPr>
            <a:spLocks noGrp="1"/>
          </p:cNvSpPr>
          <p:nvPr/>
        </p:nvSpPr>
        <p:spPr>
          <a:xfrm>
            <a:off x="257968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16E8910D-0695-4862-B289-517B5EBC3588}"/>
              </a:ext>
            </a:extLst>
          </p:cNvPr>
          <p:cNvSpPr>
            <a:spLocks noGrp="1"/>
          </p:cNvSpPr>
          <p:nvPr/>
        </p:nvSpPr>
        <p:spPr>
          <a:xfrm>
            <a:off x="272403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C981D577-DB8C-4935-889B-054EAD2E5258}"/>
              </a:ext>
            </a:extLst>
          </p:cNvPr>
          <p:cNvSpPr>
            <a:spLocks noGrp="1"/>
          </p:cNvSpPr>
          <p:nvPr/>
        </p:nvSpPr>
        <p:spPr>
          <a:xfrm>
            <a:off x="2597198" y="67748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8A2AE51F-76C1-4898-B516-2A4E9C7E331A}"/>
              </a:ext>
            </a:extLst>
          </p:cNvPr>
          <p:cNvSpPr>
            <a:spLocks noGrp="1"/>
          </p:cNvSpPr>
          <p:nvPr/>
        </p:nvSpPr>
        <p:spPr>
          <a:xfrm>
            <a:off x="1097756" y="4887803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8135F863-E5E2-4AB4-A582-ECFF65877D83}"/>
              </a:ext>
            </a:extLst>
          </p:cNvPr>
          <p:cNvSpPr>
            <a:spLocks noGrp="1"/>
          </p:cNvSpPr>
          <p:nvPr/>
        </p:nvSpPr>
        <p:spPr>
          <a:xfrm>
            <a:off x="1097756" y="6930178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079" name="text_2078">
            <a:extLst>
              <a:ext uri="{FF2B5EF4-FFF2-40B4-BE49-F238E27FC236}">
                <a16:creationId xmlns:a16="http://schemas.microsoft.com/office/drawing/2014/main" id="{8575EC75-C71D-477E-ACC5-2A03D59ED9B7}"/>
              </a:ext>
            </a:extLst>
          </p:cNvPr>
          <p:cNvSpPr>
            <a:spLocks noGrp="1"/>
          </p:cNvSpPr>
          <p:nvPr/>
        </p:nvSpPr>
        <p:spPr>
          <a:xfrm rot="0">
            <a:off x="618927" y="457440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080" name="text_2079">
            <a:extLst>
              <a:ext uri="{FF2B5EF4-FFF2-40B4-BE49-F238E27FC236}">
                <a16:creationId xmlns:a16="http://schemas.microsoft.com/office/drawing/2014/main" id="{B8620021-8197-40D6-A49A-8803122F8E6E}"/>
              </a:ext>
            </a:extLst>
          </p:cNvPr>
          <p:cNvSpPr>
            <a:spLocks noGrp="1"/>
          </p:cNvSpPr>
          <p:nvPr/>
        </p:nvSpPr>
        <p:spPr>
          <a:xfrm rot="0">
            <a:off x="1097756" y="459697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5CE8D423-4143-4753-A019-5CAC38F24003}"/>
              </a:ext>
            </a:extLst>
          </p:cNvPr>
          <p:cNvSpPr>
            <a:spLocks noGrp="1"/>
          </p:cNvSpPr>
          <p:nvPr/>
        </p:nvSpPr>
        <p:spPr>
          <a:xfrm>
            <a:off x="1634649" y="6124212"/>
            <a:ext cx="191" cy="306219"/>
          </a:xfrm>
          <a:custGeom>
            <a:pathLst>
              <a:path w="191" h="306219">
                <a:moveTo>
                  <a:pt x="0" y="30621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2B4FC7D8-FD15-474F-A0C6-6FBDD1B7A947}"/>
              </a:ext>
            </a:extLst>
          </p:cNvPr>
          <p:cNvSpPr>
            <a:spLocks noGrp="1"/>
          </p:cNvSpPr>
          <p:nvPr/>
        </p:nvSpPr>
        <p:spPr>
          <a:xfrm>
            <a:off x="1541725" y="6430430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384ACDED-AEFE-40AD-BBCD-42D512E0F09B}"/>
              </a:ext>
            </a:extLst>
          </p:cNvPr>
          <p:cNvSpPr>
            <a:spLocks noGrp="1"/>
          </p:cNvSpPr>
          <p:nvPr/>
        </p:nvSpPr>
        <p:spPr>
          <a:xfrm>
            <a:off x="1541725" y="6124212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6489F21F-7E98-4C5B-A90D-1F1F935E7A07}"/>
              </a:ext>
            </a:extLst>
          </p:cNvPr>
          <p:cNvSpPr>
            <a:spLocks noGrp="1"/>
          </p:cNvSpPr>
          <p:nvPr/>
        </p:nvSpPr>
        <p:spPr>
          <a:xfrm>
            <a:off x="2130242" y="5802672"/>
            <a:ext cx="191" cy="325566"/>
          </a:xfrm>
          <a:custGeom>
            <a:pathLst>
              <a:path w="191" h="325566">
                <a:moveTo>
                  <a:pt x="0" y="32556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8E06C43-40DA-4B29-B506-D65313197FB9}"/>
              </a:ext>
            </a:extLst>
          </p:cNvPr>
          <p:cNvSpPr>
            <a:spLocks noGrp="1"/>
          </p:cNvSpPr>
          <p:nvPr/>
        </p:nvSpPr>
        <p:spPr>
          <a:xfrm>
            <a:off x="2037318" y="6128238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A1BBBC31-3A16-4F46-8368-8BDE3A72D38F}"/>
              </a:ext>
            </a:extLst>
          </p:cNvPr>
          <p:cNvSpPr>
            <a:spLocks noGrp="1"/>
          </p:cNvSpPr>
          <p:nvPr/>
        </p:nvSpPr>
        <p:spPr>
          <a:xfrm>
            <a:off x="2037318" y="5802672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7BC52DF8-BB02-4BB7-A3D7-C6E63CC7172B}"/>
              </a:ext>
            </a:extLst>
          </p:cNvPr>
          <p:cNvSpPr>
            <a:spLocks noGrp="1"/>
          </p:cNvSpPr>
          <p:nvPr/>
        </p:nvSpPr>
        <p:spPr>
          <a:xfrm>
            <a:off x="2625835" y="5597072"/>
            <a:ext cx="191" cy="338026"/>
          </a:xfrm>
          <a:custGeom>
            <a:pathLst>
              <a:path w="191" h="338026">
                <a:moveTo>
                  <a:pt x="0" y="33802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ECE5AFCB-6260-463C-82C1-9232792750CC}"/>
              </a:ext>
            </a:extLst>
          </p:cNvPr>
          <p:cNvSpPr>
            <a:spLocks noGrp="1"/>
          </p:cNvSpPr>
          <p:nvPr/>
        </p:nvSpPr>
        <p:spPr>
          <a:xfrm>
            <a:off x="2532911" y="5935098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507EC390-25BF-4327-94F4-ED5D3D99BFD3}"/>
              </a:ext>
            </a:extLst>
          </p:cNvPr>
          <p:cNvSpPr>
            <a:spLocks noGrp="1"/>
          </p:cNvSpPr>
          <p:nvPr/>
        </p:nvSpPr>
        <p:spPr>
          <a:xfrm>
            <a:off x="2532911" y="5597072"/>
            <a:ext cx="185847" cy="191"/>
          </a:xfrm>
          <a:custGeom>
            <a:pathLst>
              <a:path w="185847" h="191">
                <a:moveTo>
                  <a:pt x="0" y="0"/>
                </a:moveTo>
                <a:lnTo>
                  <a:pt x="1858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21CF44A3-80B8-42A9-B1FA-1A6FBD58CAE9}"/>
              </a:ext>
            </a:extLst>
          </p:cNvPr>
          <p:cNvSpPr>
            <a:spLocks noGrp="1"/>
          </p:cNvSpPr>
          <p:nvPr/>
        </p:nvSpPr>
        <p:spPr>
          <a:xfrm>
            <a:off x="1459126" y="6281287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2BB587E9-4346-4D7F-AE27-ACB9C54E9B48}"/>
              </a:ext>
            </a:extLst>
          </p:cNvPr>
          <p:cNvSpPr>
            <a:spLocks noGrp="1"/>
          </p:cNvSpPr>
          <p:nvPr/>
        </p:nvSpPr>
        <p:spPr>
          <a:xfrm>
            <a:off x="1954719" y="5968154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E253E7BC-92CB-49F2-8D48-663F95F94375}"/>
              </a:ext>
            </a:extLst>
          </p:cNvPr>
          <p:cNvSpPr>
            <a:spLocks noGrp="1"/>
          </p:cNvSpPr>
          <p:nvPr/>
        </p:nvSpPr>
        <p:spPr>
          <a:xfrm>
            <a:off x="2450312" y="5764756"/>
            <a:ext cx="351045" cy="191"/>
          </a:xfrm>
          <a:custGeom>
            <a:pathLst>
              <a:path w="351045" h="191">
                <a:moveTo>
                  <a:pt x="0" y="0"/>
                </a:moveTo>
                <a:lnTo>
                  <a:pt x="35104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D84A38A4-1AC4-455C-A74A-B4BCF20A16F8}"/>
              </a:ext>
            </a:extLst>
          </p:cNvPr>
          <p:cNvSpPr>
            <a:spLocks noGrp="1"/>
          </p:cNvSpPr>
          <p:nvPr/>
        </p:nvSpPr>
        <p:spPr>
          <a:xfrm>
            <a:off x="3929087" y="4887803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726DADAD-F1A2-4CAE-9806-C167B518E3D0}"/>
              </a:ext>
            </a:extLst>
          </p:cNvPr>
          <p:cNvSpPr>
            <a:spLocks noGrp="1"/>
          </p:cNvSpPr>
          <p:nvPr/>
        </p:nvSpPr>
        <p:spPr>
          <a:xfrm>
            <a:off x="4389520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95" name="text_2094">
            <a:extLst>
              <a:ext uri="{FF2B5EF4-FFF2-40B4-BE49-F238E27FC236}">
                <a16:creationId xmlns:a16="http://schemas.microsoft.com/office/drawing/2014/main" id="{27F53109-23EA-4B9A-860E-B9E00093E0F8}"/>
              </a:ext>
            </a:extLst>
          </p:cNvPr>
          <p:cNvSpPr>
            <a:spLocks noGrp="1"/>
          </p:cNvSpPr>
          <p:nvPr/>
        </p:nvSpPr>
        <p:spPr>
          <a:xfrm rot="0">
            <a:off x="4029420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096" name="text_2095">
            <a:extLst>
              <a:ext uri="{FF2B5EF4-FFF2-40B4-BE49-F238E27FC236}">
                <a16:creationId xmlns:a16="http://schemas.microsoft.com/office/drawing/2014/main" id="{7BAA1FB1-C661-437E-962E-ED3B0567CD94}"/>
              </a:ext>
            </a:extLst>
          </p:cNvPr>
          <p:cNvSpPr>
            <a:spLocks noGrp="1"/>
          </p:cNvSpPr>
          <p:nvPr/>
        </p:nvSpPr>
        <p:spPr>
          <a:xfrm rot="0">
            <a:off x="4153467" y="7193817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DC1662B-3C6C-4106-B424-C37780C5ED74}"/>
              </a:ext>
            </a:extLst>
          </p:cNvPr>
          <p:cNvSpPr>
            <a:spLocks noGrp="1"/>
          </p:cNvSpPr>
          <p:nvPr/>
        </p:nvSpPr>
        <p:spPr>
          <a:xfrm>
            <a:off x="5533625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98" name="text_2097">
            <a:extLst>
              <a:ext uri="{FF2B5EF4-FFF2-40B4-BE49-F238E27FC236}">
                <a16:creationId xmlns:a16="http://schemas.microsoft.com/office/drawing/2014/main" id="{2360DA2E-3C4F-4A0A-932A-D6E98040A79B}"/>
              </a:ext>
            </a:extLst>
          </p:cNvPr>
          <p:cNvSpPr>
            <a:spLocks noGrp="1"/>
          </p:cNvSpPr>
          <p:nvPr/>
        </p:nvSpPr>
        <p:spPr>
          <a:xfrm rot="0">
            <a:off x="5173525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099" name="text_2098">
            <a:extLst>
              <a:ext uri="{FF2B5EF4-FFF2-40B4-BE49-F238E27FC236}">
                <a16:creationId xmlns:a16="http://schemas.microsoft.com/office/drawing/2014/main" id="{493E36AD-B884-4283-89E7-BA50714CB532}"/>
              </a:ext>
            </a:extLst>
          </p:cNvPr>
          <p:cNvSpPr>
            <a:spLocks noGrp="1"/>
          </p:cNvSpPr>
          <p:nvPr/>
        </p:nvSpPr>
        <p:spPr>
          <a:xfrm rot="0">
            <a:off x="5392720" y="7193817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C6C78E28-A402-4916-B797-9CE8C5730143}"/>
              </a:ext>
            </a:extLst>
          </p:cNvPr>
          <p:cNvSpPr>
            <a:spLocks noGrp="1"/>
          </p:cNvSpPr>
          <p:nvPr/>
        </p:nvSpPr>
        <p:spPr>
          <a:xfrm>
            <a:off x="3929087" y="6930178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F9D1CC39-325A-453A-8A78-B80249D00A69}"/>
              </a:ext>
            </a:extLst>
          </p:cNvPr>
          <p:cNvSpPr>
            <a:spLocks noGrp="1"/>
          </p:cNvSpPr>
          <p:nvPr/>
        </p:nvSpPr>
        <p:spPr>
          <a:xfrm>
            <a:off x="3884751" y="693017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2" name="text_2101">
            <a:extLst>
              <a:ext uri="{FF2B5EF4-FFF2-40B4-BE49-F238E27FC236}">
                <a16:creationId xmlns:a16="http://schemas.microsoft.com/office/drawing/2014/main" id="{EDB5F012-3B97-4420-BC8F-ADCB3F83D08B}"/>
              </a:ext>
            </a:extLst>
          </p:cNvPr>
          <p:cNvSpPr>
            <a:spLocks noGrp="1"/>
          </p:cNvSpPr>
          <p:nvPr/>
        </p:nvSpPr>
        <p:spPr>
          <a:xfrm rot="0">
            <a:off x="3661027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44FC1001-0617-4761-BD91-811AE02B88F4}"/>
              </a:ext>
            </a:extLst>
          </p:cNvPr>
          <p:cNvSpPr>
            <a:spLocks noGrp="1"/>
          </p:cNvSpPr>
          <p:nvPr/>
        </p:nvSpPr>
        <p:spPr>
          <a:xfrm>
            <a:off x="3929087" y="5966794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308673BC-CEC2-408E-8160-D965F83217BC}"/>
              </a:ext>
            </a:extLst>
          </p:cNvPr>
          <p:cNvSpPr>
            <a:spLocks noGrp="1"/>
          </p:cNvSpPr>
          <p:nvPr/>
        </p:nvSpPr>
        <p:spPr>
          <a:xfrm>
            <a:off x="3884751" y="596679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5" name="text_2104">
            <a:extLst>
              <a:ext uri="{FF2B5EF4-FFF2-40B4-BE49-F238E27FC236}">
                <a16:creationId xmlns:a16="http://schemas.microsoft.com/office/drawing/2014/main" id="{86A102C2-D151-4D52-B83B-FDA22F8C2711}"/>
              </a:ext>
            </a:extLst>
          </p:cNvPr>
          <p:cNvSpPr>
            <a:spLocks noGrp="1"/>
          </p:cNvSpPr>
          <p:nvPr/>
        </p:nvSpPr>
        <p:spPr>
          <a:xfrm rot="0">
            <a:off x="3661027" y="590934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BCF89EE2-C220-4959-98A8-56E7F3692FFB}"/>
              </a:ext>
            </a:extLst>
          </p:cNvPr>
          <p:cNvSpPr>
            <a:spLocks noGrp="1"/>
          </p:cNvSpPr>
          <p:nvPr/>
        </p:nvSpPr>
        <p:spPr>
          <a:xfrm>
            <a:off x="3929087" y="5003409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2F3D3F28-7DB0-4F1C-BEC9-F29E99C60EE7}"/>
              </a:ext>
            </a:extLst>
          </p:cNvPr>
          <p:cNvSpPr>
            <a:spLocks noGrp="1"/>
          </p:cNvSpPr>
          <p:nvPr/>
        </p:nvSpPr>
        <p:spPr>
          <a:xfrm>
            <a:off x="3884751" y="5003409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8" name="text_2107">
            <a:extLst>
              <a:ext uri="{FF2B5EF4-FFF2-40B4-BE49-F238E27FC236}">
                <a16:creationId xmlns:a16="http://schemas.microsoft.com/office/drawing/2014/main" id="{39FD431C-5D66-49A2-B254-3957C4000D59}"/>
              </a:ext>
            </a:extLst>
          </p:cNvPr>
          <p:cNvSpPr>
            <a:spLocks noGrp="1"/>
          </p:cNvSpPr>
          <p:nvPr/>
        </p:nvSpPr>
        <p:spPr>
          <a:xfrm rot="0">
            <a:off x="3661027" y="494595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109" name="text_2108">
            <a:extLst>
              <a:ext uri="{FF2B5EF4-FFF2-40B4-BE49-F238E27FC236}">
                <a16:creationId xmlns:a16="http://schemas.microsoft.com/office/drawing/2014/main" id="{ED4ECB67-8249-48A3-BBEE-F40FDBA244A6}"/>
              </a:ext>
            </a:extLst>
          </p:cNvPr>
          <p:cNvSpPr>
            <a:spLocks noGrp="1"/>
          </p:cNvSpPr>
          <p:nvPr/>
        </p:nvSpPr>
        <p:spPr>
          <a:xfrm rot="-5400000">
            <a:off x="3391819" y="5824752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314ED435-433C-4D84-82A6-303F29391C13}"/>
              </a:ext>
            </a:extLst>
          </p:cNvPr>
          <p:cNvSpPr>
            <a:spLocks noGrp="1"/>
          </p:cNvSpPr>
          <p:nvPr/>
        </p:nvSpPr>
        <p:spPr>
          <a:xfrm>
            <a:off x="4007221" y="5003409"/>
            <a:ext cx="206497" cy="1926770"/>
          </a:xfrm>
          <a:custGeom>
            <a:pathLst>
              <a:path w="206497" h="1926770">
                <a:moveTo>
                  <a:pt x="206497" y="1926770"/>
                </a:moveTo>
                <a:lnTo>
                  <a:pt x="0" y="1926770"/>
                </a:lnTo>
                <a:lnTo>
                  <a:pt x="1052" y="1914727"/>
                </a:lnTo>
                <a:lnTo>
                  <a:pt x="4130" y="1902685"/>
                </a:lnTo>
                <a:lnTo>
                  <a:pt x="9011" y="1890643"/>
                </a:lnTo>
                <a:lnTo>
                  <a:pt x="15353" y="1878600"/>
                </a:lnTo>
                <a:lnTo>
                  <a:pt x="22731" y="1866558"/>
                </a:lnTo>
                <a:lnTo>
                  <a:pt x="30687" y="1854516"/>
                </a:lnTo>
                <a:lnTo>
                  <a:pt x="38769" y="1842473"/>
                </a:lnTo>
                <a:lnTo>
                  <a:pt x="46577" y="1830431"/>
                </a:lnTo>
                <a:lnTo>
                  <a:pt x="53788" y="1818389"/>
                </a:lnTo>
                <a:lnTo>
                  <a:pt x="60175" y="1806347"/>
                </a:lnTo>
                <a:lnTo>
                  <a:pt x="65610" y="1794304"/>
                </a:lnTo>
                <a:lnTo>
                  <a:pt x="70057" y="1782262"/>
                </a:lnTo>
                <a:lnTo>
                  <a:pt x="73556" y="1770220"/>
                </a:lnTo>
                <a:lnTo>
                  <a:pt x="76203" y="1758177"/>
                </a:lnTo>
                <a:lnTo>
                  <a:pt x="78128" y="1746135"/>
                </a:lnTo>
                <a:lnTo>
                  <a:pt x="79477" y="1734093"/>
                </a:lnTo>
                <a:lnTo>
                  <a:pt x="80396" y="1722050"/>
                </a:lnTo>
                <a:lnTo>
                  <a:pt x="81015" y="1710008"/>
                </a:lnTo>
                <a:lnTo>
                  <a:pt x="81446" y="1697966"/>
                </a:lnTo>
                <a:lnTo>
                  <a:pt x="81778" y="1685923"/>
                </a:lnTo>
                <a:lnTo>
                  <a:pt x="82077" y="1673881"/>
                </a:lnTo>
                <a:lnTo>
                  <a:pt x="82387" y="1661839"/>
                </a:lnTo>
                <a:lnTo>
                  <a:pt x="82740" y="1649796"/>
                </a:lnTo>
                <a:lnTo>
                  <a:pt x="83151" y="1637754"/>
                </a:lnTo>
                <a:lnTo>
                  <a:pt x="83628" y="1625712"/>
                </a:lnTo>
                <a:lnTo>
                  <a:pt x="84176" y="1613670"/>
                </a:lnTo>
                <a:lnTo>
                  <a:pt x="84791" y="1601627"/>
                </a:lnTo>
                <a:lnTo>
                  <a:pt x="85470" y="1589585"/>
                </a:lnTo>
                <a:lnTo>
                  <a:pt x="86206" y="1577543"/>
                </a:lnTo>
                <a:lnTo>
                  <a:pt x="86988" y="1565500"/>
                </a:lnTo>
                <a:lnTo>
                  <a:pt x="87802" y="1553458"/>
                </a:lnTo>
                <a:lnTo>
                  <a:pt x="88634" y="1541416"/>
                </a:lnTo>
                <a:lnTo>
                  <a:pt x="89465" y="1529373"/>
                </a:lnTo>
                <a:lnTo>
                  <a:pt x="90274" y="1517331"/>
                </a:lnTo>
                <a:lnTo>
                  <a:pt x="91041" y="1505289"/>
                </a:lnTo>
                <a:lnTo>
                  <a:pt x="91745" y="1493246"/>
                </a:lnTo>
                <a:lnTo>
                  <a:pt x="92368" y="1481204"/>
                </a:lnTo>
                <a:lnTo>
                  <a:pt x="92895" y="1469162"/>
                </a:lnTo>
                <a:lnTo>
                  <a:pt x="93311" y="1457120"/>
                </a:lnTo>
                <a:lnTo>
                  <a:pt x="93607" y="1445077"/>
                </a:lnTo>
                <a:lnTo>
                  <a:pt x="93778" y="1433035"/>
                </a:lnTo>
                <a:lnTo>
                  <a:pt x="93820" y="1420993"/>
                </a:lnTo>
                <a:lnTo>
                  <a:pt x="93736" y="1408950"/>
                </a:lnTo>
                <a:lnTo>
                  <a:pt x="93532" y="1396908"/>
                </a:lnTo>
                <a:lnTo>
                  <a:pt x="93220" y="1384866"/>
                </a:lnTo>
                <a:lnTo>
                  <a:pt x="92818" y="1372823"/>
                </a:lnTo>
                <a:lnTo>
                  <a:pt x="92348" y="1360781"/>
                </a:lnTo>
                <a:lnTo>
                  <a:pt x="91840" y="1348739"/>
                </a:lnTo>
                <a:lnTo>
                  <a:pt x="91324" y="1336696"/>
                </a:lnTo>
                <a:lnTo>
                  <a:pt x="90836" y="1324654"/>
                </a:lnTo>
                <a:lnTo>
                  <a:pt x="90407" y="1312612"/>
                </a:lnTo>
                <a:lnTo>
                  <a:pt x="90067" y="1300569"/>
                </a:lnTo>
                <a:lnTo>
                  <a:pt x="89837" y="1288527"/>
                </a:lnTo>
                <a:lnTo>
                  <a:pt x="89732" y="1276485"/>
                </a:lnTo>
                <a:lnTo>
                  <a:pt x="89755" y="1264443"/>
                </a:lnTo>
                <a:lnTo>
                  <a:pt x="89901" y="1252400"/>
                </a:lnTo>
                <a:lnTo>
                  <a:pt x="90159" y="1240358"/>
                </a:lnTo>
                <a:lnTo>
                  <a:pt x="90510" y="1228316"/>
                </a:lnTo>
                <a:lnTo>
                  <a:pt x="90933" y="1216273"/>
                </a:lnTo>
                <a:lnTo>
                  <a:pt x="91406" y="1204231"/>
                </a:lnTo>
                <a:lnTo>
                  <a:pt x="91911" y="1192189"/>
                </a:lnTo>
                <a:lnTo>
                  <a:pt x="92430" y="1180146"/>
                </a:lnTo>
                <a:lnTo>
                  <a:pt x="92950" y="1168104"/>
                </a:lnTo>
                <a:lnTo>
                  <a:pt x="93459" y="1156062"/>
                </a:lnTo>
                <a:lnTo>
                  <a:pt x="93950" y="1144019"/>
                </a:lnTo>
                <a:lnTo>
                  <a:pt x="94414" y="1131977"/>
                </a:lnTo>
                <a:lnTo>
                  <a:pt x="94846" y="1119935"/>
                </a:lnTo>
                <a:lnTo>
                  <a:pt x="95240" y="1107893"/>
                </a:lnTo>
                <a:lnTo>
                  <a:pt x="95590" y="1095850"/>
                </a:lnTo>
                <a:lnTo>
                  <a:pt x="95893" y="1083808"/>
                </a:lnTo>
                <a:lnTo>
                  <a:pt x="96147" y="1071766"/>
                </a:lnTo>
                <a:lnTo>
                  <a:pt x="96353" y="1059723"/>
                </a:lnTo>
                <a:lnTo>
                  <a:pt x="96514" y="1047681"/>
                </a:lnTo>
                <a:lnTo>
                  <a:pt x="96635" y="1035639"/>
                </a:lnTo>
                <a:lnTo>
                  <a:pt x="96721" y="1023596"/>
                </a:lnTo>
                <a:lnTo>
                  <a:pt x="96781" y="1011554"/>
                </a:lnTo>
                <a:lnTo>
                  <a:pt x="96820" y="999512"/>
                </a:lnTo>
                <a:lnTo>
                  <a:pt x="96846" y="987469"/>
                </a:lnTo>
                <a:lnTo>
                  <a:pt x="96862" y="975427"/>
                </a:lnTo>
                <a:lnTo>
                  <a:pt x="96873" y="963385"/>
                </a:lnTo>
                <a:lnTo>
                  <a:pt x="96881" y="951343"/>
                </a:lnTo>
                <a:lnTo>
                  <a:pt x="96888" y="939300"/>
                </a:lnTo>
                <a:lnTo>
                  <a:pt x="96896" y="927258"/>
                </a:lnTo>
                <a:lnTo>
                  <a:pt x="96908" y="915216"/>
                </a:lnTo>
                <a:lnTo>
                  <a:pt x="96929" y="903173"/>
                </a:lnTo>
                <a:lnTo>
                  <a:pt x="96964" y="891131"/>
                </a:lnTo>
                <a:lnTo>
                  <a:pt x="97019" y="879089"/>
                </a:lnTo>
                <a:lnTo>
                  <a:pt x="97100" y="867046"/>
                </a:lnTo>
                <a:lnTo>
                  <a:pt x="97214" y="855004"/>
                </a:lnTo>
                <a:lnTo>
                  <a:pt x="97363" y="842962"/>
                </a:lnTo>
                <a:lnTo>
                  <a:pt x="97551" y="830919"/>
                </a:lnTo>
                <a:lnTo>
                  <a:pt x="97775" y="818877"/>
                </a:lnTo>
                <a:lnTo>
                  <a:pt x="98030" y="806835"/>
                </a:lnTo>
                <a:lnTo>
                  <a:pt x="98308" y="794792"/>
                </a:lnTo>
                <a:lnTo>
                  <a:pt x="98600" y="782750"/>
                </a:lnTo>
                <a:lnTo>
                  <a:pt x="98891" y="770708"/>
                </a:lnTo>
                <a:lnTo>
                  <a:pt x="99168" y="758666"/>
                </a:lnTo>
                <a:lnTo>
                  <a:pt x="99418" y="746623"/>
                </a:lnTo>
                <a:lnTo>
                  <a:pt x="99628" y="734581"/>
                </a:lnTo>
                <a:lnTo>
                  <a:pt x="99790" y="722539"/>
                </a:lnTo>
                <a:lnTo>
                  <a:pt x="99897" y="710496"/>
                </a:lnTo>
                <a:lnTo>
                  <a:pt x="99946" y="698454"/>
                </a:lnTo>
                <a:lnTo>
                  <a:pt x="99937" y="686412"/>
                </a:lnTo>
                <a:lnTo>
                  <a:pt x="99877" y="674369"/>
                </a:lnTo>
                <a:lnTo>
                  <a:pt x="99772" y="662327"/>
                </a:lnTo>
                <a:lnTo>
                  <a:pt x="99634" y="650285"/>
                </a:lnTo>
                <a:lnTo>
                  <a:pt x="99475" y="638242"/>
                </a:lnTo>
                <a:lnTo>
                  <a:pt x="99308" y="626200"/>
                </a:lnTo>
                <a:lnTo>
                  <a:pt x="99147" y="614158"/>
                </a:lnTo>
                <a:lnTo>
                  <a:pt x="99003" y="602116"/>
                </a:lnTo>
                <a:lnTo>
                  <a:pt x="98886" y="590073"/>
                </a:lnTo>
                <a:lnTo>
                  <a:pt x="98805" y="578031"/>
                </a:lnTo>
                <a:lnTo>
                  <a:pt x="98764" y="565989"/>
                </a:lnTo>
                <a:lnTo>
                  <a:pt x="98765" y="553946"/>
                </a:lnTo>
                <a:lnTo>
                  <a:pt x="98807" y="541904"/>
                </a:lnTo>
                <a:lnTo>
                  <a:pt x="98888" y="529862"/>
                </a:lnTo>
                <a:lnTo>
                  <a:pt x="99001" y="517819"/>
                </a:lnTo>
                <a:lnTo>
                  <a:pt x="99142" y="505777"/>
                </a:lnTo>
                <a:lnTo>
                  <a:pt x="99303" y="493735"/>
                </a:lnTo>
                <a:lnTo>
                  <a:pt x="99478" y="481692"/>
                </a:lnTo>
                <a:lnTo>
                  <a:pt x="99662" y="469650"/>
                </a:lnTo>
                <a:lnTo>
                  <a:pt x="99851" y="457608"/>
                </a:lnTo>
                <a:lnTo>
                  <a:pt x="100041" y="445565"/>
                </a:lnTo>
                <a:lnTo>
                  <a:pt x="100232" y="433523"/>
                </a:lnTo>
                <a:lnTo>
                  <a:pt x="100423" y="421481"/>
                </a:lnTo>
                <a:lnTo>
                  <a:pt x="100615" y="409439"/>
                </a:lnTo>
                <a:lnTo>
                  <a:pt x="100809" y="397396"/>
                </a:lnTo>
                <a:lnTo>
                  <a:pt x="101006" y="385354"/>
                </a:lnTo>
                <a:lnTo>
                  <a:pt x="101206" y="373312"/>
                </a:lnTo>
                <a:lnTo>
                  <a:pt x="101409" y="361269"/>
                </a:lnTo>
                <a:lnTo>
                  <a:pt x="101612" y="349227"/>
                </a:lnTo>
                <a:lnTo>
                  <a:pt x="101812" y="337185"/>
                </a:lnTo>
                <a:lnTo>
                  <a:pt x="102007" y="325142"/>
                </a:lnTo>
                <a:lnTo>
                  <a:pt x="102192" y="313100"/>
                </a:lnTo>
                <a:lnTo>
                  <a:pt x="102363" y="301058"/>
                </a:lnTo>
                <a:lnTo>
                  <a:pt x="102516" y="289015"/>
                </a:lnTo>
                <a:lnTo>
                  <a:pt x="102647" y="276973"/>
                </a:lnTo>
                <a:lnTo>
                  <a:pt x="102752" y="264931"/>
                </a:lnTo>
                <a:lnTo>
                  <a:pt x="102826" y="252889"/>
                </a:lnTo>
                <a:lnTo>
                  <a:pt x="102866" y="240846"/>
                </a:lnTo>
                <a:lnTo>
                  <a:pt x="102864" y="228804"/>
                </a:lnTo>
                <a:lnTo>
                  <a:pt x="102813" y="216762"/>
                </a:lnTo>
                <a:lnTo>
                  <a:pt x="102702" y="204719"/>
                </a:lnTo>
                <a:lnTo>
                  <a:pt x="102519" y="192677"/>
                </a:lnTo>
                <a:lnTo>
                  <a:pt x="102247" y="180635"/>
                </a:lnTo>
                <a:lnTo>
                  <a:pt x="101870" y="168592"/>
                </a:lnTo>
                <a:lnTo>
                  <a:pt x="101372" y="156550"/>
                </a:lnTo>
                <a:lnTo>
                  <a:pt x="100738" y="144508"/>
                </a:lnTo>
                <a:lnTo>
                  <a:pt x="99960" y="132465"/>
                </a:lnTo>
                <a:lnTo>
                  <a:pt x="99036" y="120423"/>
                </a:lnTo>
                <a:lnTo>
                  <a:pt x="97975" y="108381"/>
                </a:lnTo>
                <a:lnTo>
                  <a:pt x="96799" y="96338"/>
                </a:lnTo>
                <a:lnTo>
                  <a:pt x="95545" y="84296"/>
                </a:lnTo>
                <a:lnTo>
                  <a:pt x="94263" y="72254"/>
                </a:lnTo>
                <a:lnTo>
                  <a:pt x="93011" y="60212"/>
                </a:lnTo>
                <a:lnTo>
                  <a:pt x="91859" y="48169"/>
                </a:lnTo>
                <a:lnTo>
                  <a:pt x="90874" y="36127"/>
                </a:lnTo>
                <a:lnTo>
                  <a:pt x="90118" y="24085"/>
                </a:lnTo>
                <a:lnTo>
                  <a:pt x="89643" y="12042"/>
                </a:lnTo>
                <a:lnTo>
                  <a:pt x="89481" y="0"/>
                </a:lnTo>
                <a:lnTo>
                  <a:pt x="117016" y="0"/>
                </a:lnTo>
                <a:lnTo>
                  <a:pt x="117016" y="0"/>
                </a:lnTo>
                <a:lnTo>
                  <a:pt x="116854" y="12042"/>
                </a:lnTo>
                <a:lnTo>
                  <a:pt x="116379" y="24085"/>
                </a:lnTo>
                <a:lnTo>
                  <a:pt x="115623" y="36127"/>
                </a:lnTo>
                <a:lnTo>
                  <a:pt x="114638" y="48169"/>
                </a:lnTo>
                <a:lnTo>
                  <a:pt x="113486" y="60212"/>
                </a:lnTo>
                <a:lnTo>
                  <a:pt x="112235" y="72254"/>
                </a:lnTo>
                <a:lnTo>
                  <a:pt x="110952" y="84296"/>
                </a:lnTo>
                <a:lnTo>
                  <a:pt x="109698" y="96338"/>
                </a:lnTo>
                <a:lnTo>
                  <a:pt x="108522" y="108381"/>
                </a:lnTo>
                <a:lnTo>
                  <a:pt x="107461" y="120423"/>
                </a:lnTo>
                <a:lnTo>
                  <a:pt x="106537" y="132465"/>
                </a:lnTo>
                <a:lnTo>
                  <a:pt x="105759" y="144508"/>
                </a:lnTo>
                <a:lnTo>
                  <a:pt x="105125" y="156550"/>
                </a:lnTo>
                <a:lnTo>
                  <a:pt x="104627" y="168592"/>
                </a:lnTo>
                <a:lnTo>
                  <a:pt x="104251" y="180635"/>
                </a:lnTo>
                <a:lnTo>
                  <a:pt x="103979" y="192677"/>
                </a:lnTo>
                <a:lnTo>
                  <a:pt x="103795" y="204719"/>
                </a:lnTo>
                <a:lnTo>
                  <a:pt x="103684" y="216762"/>
                </a:lnTo>
                <a:lnTo>
                  <a:pt x="103633" y="228804"/>
                </a:lnTo>
                <a:lnTo>
                  <a:pt x="103631" y="240846"/>
                </a:lnTo>
                <a:lnTo>
                  <a:pt x="103671" y="252889"/>
                </a:lnTo>
                <a:lnTo>
                  <a:pt x="103746" y="264931"/>
                </a:lnTo>
                <a:lnTo>
                  <a:pt x="103850" y="276973"/>
                </a:lnTo>
                <a:lnTo>
                  <a:pt x="103981" y="289015"/>
                </a:lnTo>
                <a:lnTo>
                  <a:pt x="104134" y="301058"/>
                </a:lnTo>
                <a:lnTo>
                  <a:pt x="104305" y="313100"/>
                </a:lnTo>
                <a:lnTo>
                  <a:pt x="104490" y="325142"/>
                </a:lnTo>
                <a:lnTo>
                  <a:pt x="104685" y="337185"/>
                </a:lnTo>
                <a:lnTo>
                  <a:pt x="104885" y="349227"/>
                </a:lnTo>
                <a:lnTo>
                  <a:pt x="105088" y="361269"/>
                </a:lnTo>
                <a:lnTo>
                  <a:pt x="105291" y="373312"/>
                </a:lnTo>
                <a:lnTo>
                  <a:pt x="105491" y="385354"/>
                </a:lnTo>
                <a:lnTo>
                  <a:pt x="105688" y="397396"/>
                </a:lnTo>
                <a:lnTo>
                  <a:pt x="105882" y="409439"/>
                </a:lnTo>
                <a:lnTo>
                  <a:pt x="106074" y="421481"/>
                </a:lnTo>
                <a:lnTo>
                  <a:pt x="106265" y="433523"/>
                </a:lnTo>
                <a:lnTo>
                  <a:pt x="106456" y="445565"/>
                </a:lnTo>
                <a:lnTo>
                  <a:pt x="106646" y="457608"/>
                </a:lnTo>
                <a:lnTo>
                  <a:pt x="106835" y="469650"/>
                </a:lnTo>
                <a:lnTo>
                  <a:pt x="107019" y="481692"/>
                </a:lnTo>
                <a:lnTo>
                  <a:pt x="107194" y="493735"/>
                </a:lnTo>
                <a:lnTo>
                  <a:pt x="107355" y="505777"/>
                </a:lnTo>
                <a:lnTo>
                  <a:pt x="107496" y="517819"/>
                </a:lnTo>
                <a:lnTo>
                  <a:pt x="107610" y="529862"/>
                </a:lnTo>
                <a:lnTo>
                  <a:pt x="107690" y="541904"/>
                </a:lnTo>
                <a:lnTo>
                  <a:pt x="107732" y="553946"/>
                </a:lnTo>
                <a:lnTo>
                  <a:pt x="107733" y="565989"/>
                </a:lnTo>
                <a:lnTo>
                  <a:pt x="107692" y="578031"/>
                </a:lnTo>
                <a:lnTo>
                  <a:pt x="107611" y="590073"/>
                </a:lnTo>
                <a:lnTo>
                  <a:pt x="107494" y="602116"/>
                </a:lnTo>
                <a:lnTo>
                  <a:pt x="107350" y="614158"/>
                </a:lnTo>
                <a:lnTo>
                  <a:pt x="107189" y="626200"/>
                </a:lnTo>
                <a:lnTo>
                  <a:pt x="107022" y="638242"/>
                </a:lnTo>
                <a:lnTo>
                  <a:pt x="106863" y="650285"/>
                </a:lnTo>
                <a:lnTo>
                  <a:pt x="106725" y="662327"/>
                </a:lnTo>
                <a:lnTo>
                  <a:pt x="106621" y="674369"/>
                </a:lnTo>
                <a:lnTo>
                  <a:pt x="106560" y="686412"/>
                </a:lnTo>
                <a:lnTo>
                  <a:pt x="106552" y="698454"/>
                </a:lnTo>
                <a:lnTo>
                  <a:pt x="106600" y="710496"/>
                </a:lnTo>
                <a:lnTo>
                  <a:pt x="106707" y="722539"/>
                </a:lnTo>
                <a:lnTo>
                  <a:pt x="106869" y="734581"/>
                </a:lnTo>
                <a:lnTo>
                  <a:pt x="107079" y="746623"/>
                </a:lnTo>
                <a:lnTo>
                  <a:pt x="107329" y="758666"/>
                </a:lnTo>
                <a:lnTo>
                  <a:pt x="107607" y="770708"/>
                </a:lnTo>
                <a:lnTo>
                  <a:pt x="107898" y="782750"/>
                </a:lnTo>
                <a:lnTo>
                  <a:pt x="108189" y="794792"/>
                </a:lnTo>
                <a:lnTo>
                  <a:pt x="108467" y="806835"/>
                </a:lnTo>
                <a:lnTo>
                  <a:pt x="108722" y="818877"/>
                </a:lnTo>
                <a:lnTo>
                  <a:pt x="108946" y="830919"/>
                </a:lnTo>
                <a:lnTo>
                  <a:pt x="109134" y="842962"/>
                </a:lnTo>
                <a:lnTo>
                  <a:pt x="109283" y="855004"/>
                </a:lnTo>
                <a:lnTo>
                  <a:pt x="109397" y="867046"/>
                </a:lnTo>
                <a:lnTo>
                  <a:pt x="109478" y="879089"/>
                </a:lnTo>
                <a:lnTo>
                  <a:pt x="109533" y="891131"/>
                </a:lnTo>
                <a:lnTo>
                  <a:pt x="109568" y="903173"/>
                </a:lnTo>
                <a:lnTo>
                  <a:pt x="109589" y="915216"/>
                </a:lnTo>
                <a:lnTo>
                  <a:pt x="109601" y="927258"/>
                </a:lnTo>
                <a:lnTo>
                  <a:pt x="109610" y="939300"/>
                </a:lnTo>
                <a:lnTo>
                  <a:pt x="109616" y="951343"/>
                </a:lnTo>
                <a:lnTo>
                  <a:pt x="109624" y="963385"/>
                </a:lnTo>
                <a:lnTo>
                  <a:pt x="109635" y="975427"/>
                </a:lnTo>
                <a:lnTo>
                  <a:pt x="109651" y="987469"/>
                </a:lnTo>
                <a:lnTo>
                  <a:pt x="109677" y="999512"/>
                </a:lnTo>
                <a:lnTo>
                  <a:pt x="109716" y="1011554"/>
                </a:lnTo>
                <a:lnTo>
                  <a:pt x="109776" y="1023596"/>
                </a:lnTo>
                <a:lnTo>
                  <a:pt x="109863" y="1035639"/>
                </a:lnTo>
                <a:lnTo>
                  <a:pt x="109983" y="1047681"/>
                </a:lnTo>
                <a:lnTo>
                  <a:pt x="110144" y="1059723"/>
                </a:lnTo>
                <a:lnTo>
                  <a:pt x="110350" y="1071766"/>
                </a:lnTo>
                <a:lnTo>
                  <a:pt x="110604" y="1083808"/>
                </a:lnTo>
                <a:lnTo>
                  <a:pt x="110907" y="1095850"/>
                </a:lnTo>
                <a:lnTo>
                  <a:pt x="111257" y="1107893"/>
                </a:lnTo>
                <a:lnTo>
                  <a:pt x="111651" y="1119935"/>
                </a:lnTo>
                <a:lnTo>
                  <a:pt x="112083" y="1131977"/>
                </a:lnTo>
                <a:lnTo>
                  <a:pt x="112547" y="1144019"/>
                </a:lnTo>
                <a:lnTo>
                  <a:pt x="113038" y="1156062"/>
                </a:lnTo>
                <a:lnTo>
                  <a:pt x="113547" y="1168104"/>
                </a:lnTo>
                <a:lnTo>
                  <a:pt x="114067" y="1180146"/>
                </a:lnTo>
                <a:lnTo>
                  <a:pt x="114586" y="1192189"/>
                </a:lnTo>
                <a:lnTo>
                  <a:pt x="115091" y="1204231"/>
                </a:lnTo>
                <a:lnTo>
                  <a:pt x="115565" y="1216273"/>
                </a:lnTo>
                <a:lnTo>
                  <a:pt x="115987" y="1228316"/>
                </a:lnTo>
                <a:lnTo>
                  <a:pt x="116338" y="1240358"/>
                </a:lnTo>
                <a:lnTo>
                  <a:pt x="116596" y="1252400"/>
                </a:lnTo>
                <a:lnTo>
                  <a:pt x="116742" y="1264443"/>
                </a:lnTo>
                <a:lnTo>
                  <a:pt x="116765" y="1276485"/>
                </a:lnTo>
                <a:lnTo>
                  <a:pt x="116660" y="1288527"/>
                </a:lnTo>
                <a:lnTo>
                  <a:pt x="116430" y="1300569"/>
                </a:lnTo>
                <a:lnTo>
                  <a:pt x="116090" y="1312612"/>
                </a:lnTo>
                <a:lnTo>
                  <a:pt x="115661" y="1324654"/>
                </a:lnTo>
                <a:lnTo>
                  <a:pt x="115173" y="1336696"/>
                </a:lnTo>
                <a:lnTo>
                  <a:pt x="114657" y="1348739"/>
                </a:lnTo>
                <a:lnTo>
                  <a:pt x="114149" y="1360781"/>
                </a:lnTo>
                <a:lnTo>
                  <a:pt x="113679" y="1372823"/>
                </a:lnTo>
                <a:lnTo>
                  <a:pt x="113277" y="1384866"/>
                </a:lnTo>
                <a:lnTo>
                  <a:pt x="112965" y="1396908"/>
                </a:lnTo>
                <a:lnTo>
                  <a:pt x="112761" y="1408950"/>
                </a:lnTo>
                <a:lnTo>
                  <a:pt x="112677" y="1420993"/>
                </a:lnTo>
                <a:lnTo>
                  <a:pt x="112720" y="1433035"/>
                </a:lnTo>
                <a:lnTo>
                  <a:pt x="112890" y="1445077"/>
                </a:lnTo>
                <a:lnTo>
                  <a:pt x="113186" y="1457120"/>
                </a:lnTo>
                <a:lnTo>
                  <a:pt x="113603" y="1469162"/>
                </a:lnTo>
                <a:lnTo>
                  <a:pt x="114129" y="1481204"/>
                </a:lnTo>
                <a:lnTo>
                  <a:pt x="114752" y="1493246"/>
                </a:lnTo>
                <a:lnTo>
                  <a:pt x="115456" y="1505289"/>
                </a:lnTo>
                <a:lnTo>
                  <a:pt x="116223" y="1517331"/>
                </a:lnTo>
                <a:lnTo>
                  <a:pt x="117032" y="1529373"/>
                </a:lnTo>
                <a:lnTo>
                  <a:pt x="117863" y="1541416"/>
                </a:lnTo>
                <a:lnTo>
                  <a:pt x="118695" y="1553458"/>
                </a:lnTo>
                <a:lnTo>
                  <a:pt x="119510" y="1565500"/>
                </a:lnTo>
                <a:lnTo>
                  <a:pt x="120291" y="1577543"/>
                </a:lnTo>
                <a:lnTo>
                  <a:pt x="121027" y="1589585"/>
                </a:lnTo>
                <a:lnTo>
                  <a:pt x="121706" y="1601627"/>
                </a:lnTo>
                <a:lnTo>
                  <a:pt x="122321" y="1613670"/>
                </a:lnTo>
                <a:lnTo>
                  <a:pt x="122869" y="1625712"/>
                </a:lnTo>
                <a:lnTo>
                  <a:pt x="123347" y="1637754"/>
                </a:lnTo>
                <a:lnTo>
                  <a:pt x="123757" y="1649796"/>
                </a:lnTo>
                <a:lnTo>
                  <a:pt x="124110" y="1661839"/>
                </a:lnTo>
                <a:lnTo>
                  <a:pt x="124420" y="1673881"/>
                </a:lnTo>
                <a:lnTo>
                  <a:pt x="124719" y="1685923"/>
                </a:lnTo>
                <a:lnTo>
                  <a:pt x="125051" y="1697966"/>
                </a:lnTo>
                <a:lnTo>
                  <a:pt x="125482" y="1710008"/>
                </a:lnTo>
                <a:lnTo>
                  <a:pt x="126101" y="1722050"/>
                </a:lnTo>
                <a:lnTo>
                  <a:pt x="127020" y="1734093"/>
                </a:lnTo>
                <a:lnTo>
                  <a:pt x="128369" y="1746135"/>
                </a:lnTo>
                <a:lnTo>
                  <a:pt x="130294" y="1758177"/>
                </a:lnTo>
                <a:lnTo>
                  <a:pt x="132941" y="1770220"/>
                </a:lnTo>
                <a:lnTo>
                  <a:pt x="136440" y="1782262"/>
                </a:lnTo>
                <a:lnTo>
                  <a:pt x="140887" y="1794304"/>
                </a:lnTo>
                <a:lnTo>
                  <a:pt x="146322" y="1806347"/>
                </a:lnTo>
                <a:lnTo>
                  <a:pt x="152709" y="1818389"/>
                </a:lnTo>
                <a:lnTo>
                  <a:pt x="159920" y="1830431"/>
                </a:lnTo>
                <a:lnTo>
                  <a:pt x="167728" y="1842473"/>
                </a:lnTo>
                <a:lnTo>
                  <a:pt x="175810" y="1854516"/>
                </a:lnTo>
                <a:lnTo>
                  <a:pt x="183766" y="1866558"/>
                </a:lnTo>
                <a:lnTo>
                  <a:pt x="191144" y="1878600"/>
                </a:lnTo>
                <a:lnTo>
                  <a:pt x="197486" y="1890643"/>
                </a:lnTo>
                <a:lnTo>
                  <a:pt x="202367" y="1902685"/>
                </a:lnTo>
                <a:lnTo>
                  <a:pt x="205445" y="1914727"/>
                </a:lnTo>
                <a:lnTo>
                  <a:pt x="206497" y="1926770"/>
                </a:lnTo>
                <a:lnTo>
                  <a:pt x="20649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2ABE11B3-454D-4682-AAAB-BD4CFE3EB855}"/>
              </a:ext>
            </a:extLst>
          </p:cNvPr>
          <p:cNvSpPr>
            <a:spLocks noGrp="1"/>
          </p:cNvSpPr>
          <p:nvPr/>
        </p:nvSpPr>
        <p:spPr>
          <a:xfrm>
            <a:off x="4286271" y="5003409"/>
            <a:ext cx="206497" cy="1926770"/>
          </a:xfrm>
          <a:custGeom>
            <a:pathLst>
              <a:path w="206497" h="1926770">
                <a:moveTo>
                  <a:pt x="206497" y="1926770"/>
                </a:moveTo>
                <a:lnTo>
                  <a:pt x="0" y="1926770"/>
                </a:lnTo>
                <a:lnTo>
                  <a:pt x="1176" y="1914727"/>
                </a:lnTo>
                <a:lnTo>
                  <a:pt x="4624" y="1902685"/>
                </a:lnTo>
                <a:lnTo>
                  <a:pt x="10108" y="1890643"/>
                </a:lnTo>
                <a:lnTo>
                  <a:pt x="17269" y="1878600"/>
                </a:lnTo>
                <a:lnTo>
                  <a:pt x="25655" y="1866558"/>
                </a:lnTo>
                <a:lnTo>
                  <a:pt x="34777" y="1854516"/>
                </a:lnTo>
                <a:lnTo>
                  <a:pt x="44147" y="1842473"/>
                </a:lnTo>
                <a:lnTo>
                  <a:pt x="53325" y="1830431"/>
                </a:lnTo>
                <a:lnTo>
                  <a:pt x="61947" y="1818389"/>
                </a:lnTo>
                <a:lnTo>
                  <a:pt x="69744" y="1806347"/>
                </a:lnTo>
                <a:lnTo>
                  <a:pt x="76550" y="1794304"/>
                </a:lnTo>
                <a:lnTo>
                  <a:pt x="82293" y="1782262"/>
                </a:lnTo>
                <a:lnTo>
                  <a:pt x="86983" y="1770220"/>
                </a:lnTo>
                <a:lnTo>
                  <a:pt x="90691" y="1758177"/>
                </a:lnTo>
                <a:lnTo>
                  <a:pt x="93529" y="1746135"/>
                </a:lnTo>
                <a:lnTo>
                  <a:pt x="95631" y="1734093"/>
                </a:lnTo>
                <a:lnTo>
                  <a:pt x="97135" y="1722050"/>
                </a:lnTo>
                <a:lnTo>
                  <a:pt x="98171" y="1710008"/>
                </a:lnTo>
                <a:lnTo>
                  <a:pt x="98853" y="1697966"/>
                </a:lnTo>
                <a:lnTo>
                  <a:pt x="99277" y="1685923"/>
                </a:lnTo>
                <a:lnTo>
                  <a:pt x="99519" y="1673881"/>
                </a:lnTo>
                <a:lnTo>
                  <a:pt x="99633" y="1661839"/>
                </a:lnTo>
                <a:lnTo>
                  <a:pt x="99660" y="1649796"/>
                </a:lnTo>
                <a:lnTo>
                  <a:pt x="99627" y="1637754"/>
                </a:lnTo>
                <a:lnTo>
                  <a:pt x="99552" y="1625712"/>
                </a:lnTo>
                <a:lnTo>
                  <a:pt x="99444" y="1613670"/>
                </a:lnTo>
                <a:lnTo>
                  <a:pt x="99310" y="1601627"/>
                </a:lnTo>
                <a:lnTo>
                  <a:pt x="99155" y="1589585"/>
                </a:lnTo>
                <a:lnTo>
                  <a:pt x="98981" y="1577543"/>
                </a:lnTo>
                <a:lnTo>
                  <a:pt x="98792" y="1565500"/>
                </a:lnTo>
                <a:lnTo>
                  <a:pt x="98594" y="1553458"/>
                </a:lnTo>
                <a:lnTo>
                  <a:pt x="98392" y="1541416"/>
                </a:lnTo>
                <a:lnTo>
                  <a:pt x="98194" y="1529373"/>
                </a:lnTo>
                <a:lnTo>
                  <a:pt x="98010" y="1517331"/>
                </a:lnTo>
                <a:lnTo>
                  <a:pt x="97847" y="1505289"/>
                </a:lnTo>
                <a:lnTo>
                  <a:pt x="97715" y="1493246"/>
                </a:lnTo>
                <a:lnTo>
                  <a:pt x="97618" y="1481204"/>
                </a:lnTo>
                <a:lnTo>
                  <a:pt x="97559" y="1469162"/>
                </a:lnTo>
                <a:lnTo>
                  <a:pt x="97537" y="1457120"/>
                </a:lnTo>
                <a:lnTo>
                  <a:pt x="97545" y="1445077"/>
                </a:lnTo>
                <a:lnTo>
                  <a:pt x="97574" y="1433035"/>
                </a:lnTo>
                <a:lnTo>
                  <a:pt x="97609" y="1420993"/>
                </a:lnTo>
                <a:lnTo>
                  <a:pt x="97637" y="1408950"/>
                </a:lnTo>
                <a:lnTo>
                  <a:pt x="97643" y="1396908"/>
                </a:lnTo>
                <a:lnTo>
                  <a:pt x="97615" y="1384866"/>
                </a:lnTo>
                <a:lnTo>
                  <a:pt x="97544" y="1372823"/>
                </a:lnTo>
                <a:lnTo>
                  <a:pt x="97430" y="1360781"/>
                </a:lnTo>
                <a:lnTo>
                  <a:pt x="97275" y="1348739"/>
                </a:lnTo>
                <a:lnTo>
                  <a:pt x="97089" y="1336696"/>
                </a:lnTo>
                <a:lnTo>
                  <a:pt x="96883" y="1324654"/>
                </a:lnTo>
                <a:lnTo>
                  <a:pt x="96672" y="1312612"/>
                </a:lnTo>
                <a:lnTo>
                  <a:pt x="96470" y="1300569"/>
                </a:lnTo>
                <a:lnTo>
                  <a:pt x="96289" y="1288527"/>
                </a:lnTo>
                <a:lnTo>
                  <a:pt x="96138" y="1276485"/>
                </a:lnTo>
                <a:lnTo>
                  <a:pt x="96019" y="1264443"/>
                </a:lnTo>
                <a:lnTo>
                  <a:pt x="95931" y="1252400"/>
                </a:lnTo>
                <a:lnTo>
                  <a:pt x="95870" y="1240358"/>
                </a:lnTo>
                <a:lnTo>
                  <a:pt x="95828" y="1228316"/>
                </a:lnTo>
                <a:lnTo>
                  <a:pt x="95796" y="1216273"/>
                </a:lnTo>
                <a:lnTo>
                  <a:pt x="95765" y="1204231"/>
                </a:lnTo>
                <a:lnTo>
                  <a:pt x="95723" y="1192189"/>
                </a:lnTo>
                <a:lnTo>
                  <a:pt x="95659" y="1180146"/>
                </a:lnTo>
                <a:lnTo>
                  <a:pt x="95557" y="1168104"/>
                </a:lnTo>
                <a:lnTo>
                  <a:pt x="95400" y="1156062"/>
                </a:lnTo>
                <a:lnTo>
                  <a:pt x="95162" y="1144019"/>
                </a:lnTo>
                <a:lnTo>
                  <a:pt x="94815" y="1131977"/>
                </a:lnTo>
                <a:lnTo>
                  <a:pt x="94327" y="1119935"/>
                </a:lnTo>
                <a:lnTo>
                  <a:pt x="93667" y="1107893"/>
                </a:lnTo>
                <a:lnTo>
                  <a:pt x="92805" y="1095850"/>
                </a:lnTo>
                <a:lnTo>
                  <a:pt x="91724" y="1083808"/>
                </a:lnTo>
                <a:lnTo>
                  <a:pt x="90420" y="1071766"/>
                </a:lnTo>
                <a:lnTo>
                  <a:pt x="88910" y="1059723"/>
                </a:lnTo>
                <a:lnTo>
                  <a:pt x="87236" y="1047681"/>
                </a:lnTo>
                <a:lnTo>
                  <a:pt x="85460" y="1035639"/>
                </a:lnTo>
                <a:lnTo>
                  <a:pt x="83668" y="1023596"/>
                </a:lnTo>
                <a:lnTo>
                  <a:pt x="81958" y="1011554"/>
                </a:lnTo>
                <a:lnTo>
                  <a:pt x="80435" y="999512"/>
                </a:lnTo>
                <a:lnTo>
                  <a:pt x="79198" y="987469"/>
                </a:lnTo>
                <a:lnTo>
                  <a:pt x="78331" y="975427"/>
                </a:lnTo>
                <a:lnTo>
                  <a:pt x="77894" y="963385"/>
                </a:lnTo>
                <a:lnTo>
                  <a:pt x="77918" y="951343"/>
                </a:lnTo>
                <a:lnTo>
                  <a:pt x="78397" y="939300"/>
                </a:lnTo>
                <a:lnTo>
                  <a:pt x="79296" y="927258"/>
                </a:lnTo>
                <a:lnTo>
                  <a:pt x="80552" y="915216"/>
                </a:lnTo>
                <a:lnTo>
                  <a:pt x="82084" y="903173"/>
                </a:lnTo>
                <a:lnTo>
                  <a:pt x="83800" y="891131"/>
                </a:lnTo>
                <a:lnTo>
                  <a:pt x="85606" y="879089"/>
                </a:lnTo>
                <a:lnTo>
                  <a:pt x="87417" y="867046"/>
                </a:lnTo>
                <a:lnTo>
                  <a:pt x="89160" y="855004"/>
                </a:lnTo>
                <a:lnTo>
                  <a:pt x="90777" y="842962"/>
                </a:lnTo>
                <a:lnTo>
                  <a:pt x="92226" y="830919"/>
                </a:lnTo>
                <a:lnTo>
                  <a:pt x="93481" y="818877"/>
                </a:lnTo>
                <a:lnTo>
                  <a:pt x="94527" y="806835"/>
                </a:lnTo>
                <a:lnTo>
                  <a:pt x="95358" y="794792"/>
                </a:lnTo>
                <a:lnTo>
                  <a:pt x="95976" y="782750"/>
                </a:lnTo>
                <a:lnTo>
                  <a:pt x="96386" y="770708"/>
                </a:lnTo>
                <a:lnTo>
                  <a:pt x="96601" y="758666"/>
                </a:lnTo>
                <a:lnTo>
                  <a:pt x="96635" y="746623"/>
                </a:lnTo>
                <a:lnTo>
                  <a:pt x="96509" y="734581"/>
                </a:lnTo>
                <a:lnTo>
                  <a:pt x="96252" y="722539"/>
                </a:lnTo>
                <a:lnTo>
                  <a:pt x="95897" y="710496"/>
                </a:lnTo>
                <a:lnTo>
                  <a:pt x="95481" y="698454"/>
                </a:lnTo>
                <a:lnTo>
                  <a:pt x="95050" y="686412"/>
                </a:lnTo>
                <a:lnTo>
                  <a:pt x="94644" y="674369"/>
                </a:lnTo>
                <a:lnTo>
                  <a:pt x="94306" y="662327"/>
                </a:lnTo>
                <a:lnTo>
                  <a:pt x="94069" y="650285"/>
                </a:lnTo>
                <a:lnTo>
                  <a:pt x="93959" y="638242"/>
                </a:lnTo>
                <a:lnTo>
                  <a:pt x="93987" y="626200"/>
                </a:lnTo>
                <a:lnTo>
                  <a:pt x="94155" y="614158"/>
                </a:lnTo>
                <a:lnTo>
                  <a:pt x="94450" y="602116"/>
                </a:lnTo>
                <a:lnTo>
                  <a:pt x="94850" y="590073"/>
                </a:lnTo>
                <a:lnTo>
                  <a:pt x="95325" y="578031"/>
                </a:lnTo>
                <a:lnTo>
                  <a:pt x="95841" y="565989"/>
                </a:lnTo>
                <a:lnTo>
                  <a:pt x="96366" y="553946"/>
                </a:lnTo>
                <a:lnTo>
                  <a:pt x="96871" y="541904"/>
                </a:lnTo>
                <a:lnTo>
                  <a:pt x="97332" y="529862"/>
                </a:lnTo>
                <a:lnTo>
                  <a:pt x="97734" y="517819"/>
                </a:lnTo>
                <a:lnTo>
                  <a:pt x="98069" y="505777"/>
                </a:lnTo>
                <a:lnTo>
                  <a:pt x="98337" y="493735"/>
                </a:lnTo>
                <a:lnTo>
                  <a:pt x="98544" y="481692"/>
                </a:lnTo>
                <a:lnTo>
                  <a:pt x="98701" y="469650"/>
                </a:lnTo>
                <a:lnTo>
                  <a:pt x="98819" y="457608"/>
                </a:lnTo>
                <a:lnTo>
                  <a:pt x="98911" y="445565"/>
                </a:lnTo>
                <a:lnTo>
                  <a:pt x="98991" y="433523"/>
                </a:lnTo>
                <a:lnTo>
                  <a:pt x="99067" y="421481"/>
                </a:lnTo>
                <a:lnTo>
                  <a:pt x="99149" y="409439"/>
                </a:lnTo>
                <a:lnTo>
                  <a:pt x="99243" y="397396"/>
                </a:lnTo>
                <a:lnTo>
                  <a:pt x="99353" y="385354"/>
                </a:lnTo>
                <a:lnTo>
                  <a:pt x="99479" y="373312"/>
                </a:lnTo>
                <a:lnTo>
                  <a:pt x="99624" y="361269"/>
                </a:lnTo>
                <a:lnTo>
                  <a:pt x="99784" y="349227"/>
                </a:lnTo>
                <a:lnTo>
                  <a:pt x="99956" y="337185"/>
                </a:lnTo>
                <a:lnTo>
                  <a:pt x="100134" y="325142"/>
                </a:lnTo>
                <a:lnTo>
                  <a:pt x="100309" y="313100"/>
                </a:lnTo>
                <a:lnTo>
                  <a:pt x="100467" y="301058"/>
                </a:lnTo>
                <a:lnTo>
                  <a:pt x="100592" y="289015"/>
                </a:lnTo>
                <a:lnTo>
                  <a:pt x="100660" y="276973"/>
                </a:lnTo>
                <a:lnTo>
                  <a:pt x="100642" y="264931"/>
                </a:lnTo>
                <a:lnTo>
                  <a:pt x="100497" y="252889"/>
                </a:lnTo>
                <a:lnTo>
                  <a:pt x="100177" y="240846"/>
                </a:lnTo>
                <a:lnTo>
                  <a:pt x="99620" y="228804"/>
                </a:lnTo>
                <a:lnTo>
                  <a:pt x="98750" y="216762"/>
                </a:lnTo>
                <a:lnTo>
                  <a:pt x="97476" y="204719"/>
                </a:lnTo>
                <a:lnTo>
                  <a:pt x="95694" y="192677"/>
                </a:lnTo>
                <a:lnTo>
                  <a:pt x="93291" y="180635"/>
                </a:lnTo>
                <a:lnTo>
                  <a:pt x="90148" y="168592"/>
                </a:lnTo>
                <a:lnTo>
                  <a:pt x="86157" y="156550"/>
                </a:lnTo>
                <a:lnTo>
                  <a:pt x="81226" y="144508"/>
                </a:lnTo>
                <a:lnTo>
                  <a:pt x="75307" y="132465"/>
                </a:lnTo>
                <a:lnTo>
                  <a:pt x="68405" y="120423"/>
                </a:lnTo>
                <a:lnTo>
                  <a:pt x="60602" y="108381"/>
                </a:lnTo>
                <a:lnTo>
                  <a:pt x="52064" y="96338"/>
                </a:lnTo>
                <a:lnTo>
                  <a:pt x="43050" y="84296"/>
                </a:lnTo>
                <a:lnTo>
                  <a:pt x="33908" y="72254"/>
                </a:lnTo>
                <a:lnTo>
                  <a:pt x="25054" y="60212"/>
                </a:lnTo>
                <a:lnTo>
                  <a:pt x="16944" y="48169"/>
                </a:lnTo>
                <a:lnTo>
                  <a:pt x="10040" y="36127"/>
                </a:lnTo>
                <a:lnTo>
                  <a:pt x="4763" y="24085"/>
                </a:lnTo>
                <a:lnTo>
                  <a:pt x="1450" y="12042"/>
                </a:lnTo>
                <a:lnTo>
                  <a:pt x="320" y="0"/>
                </a:lnTo>
                <a:lnTo>
                  <a:pt x="206177" y="0"/>
                </a:lnTo>
                <a:lnTo>
                  <a:pt x="206177" y="0"/>
                </a:lnTo>
                <a:lnTo>
                  <a:pt x="205047" y="12042"/>
                </a:lnTo>
                <a:lnTo>
                  <a:pt x="201734" y="24085"/>
                </a:lnTo>
                <a:lnTo>
                  <a:pt x="196457" y="36127"/>
                </a:lnTo>
                <a:lnTo>
                  <a:pt x="189553" y="48169"/>
                </a:lnTo>
                <a:lnTo>
                  <a:pt x="181444" y="60212"/>
                </a:lnTo>
                <a:lnTo>
                  <a:pt x="172589" y="72254"/>
                </a:lnTo>
                <a:lnTo>
                  <a:pt x="163447" y="84296"/>
                </a:lnTo>
                <a:lnTo>
                  <a:pt x="154434" y="96338"/>
                </a:lnTo>
                <a:lnTo>
                  <a:pt x="145895" y="108381"/>
                </a:lnTo>
                <a:lnTo>
                  <a:pt x="138092" y="120423"/>
                </a:lnTo>
                <a:lnTo>
                  <a:pt x="131190" y="132465"/>
                </a:lnTo>
                <a:lnTo>
                  <a:pt x="125271" y="144508"/>
                </a:lnTo>
                <a:lnTo>
                  <a:pt x="120341" y="156550"/>
                </a:lnTo>
                <a:lnTo>
                  <a:pt x="116349" y="168592"/>
                </a:lnTo>
                <a:lnTo>
                  <a:pt x="113206" y="180635"/>
                </a:lnTo>
                <a:lnTo>
                  <a:pt x="110803" y="192677"/>
                </a:lnTo>
                <a:lnTo>
                  <a:pt x="109022" y="204719"/>
                </a:lnTo>
                <a:lnTo>
                  <a:pt x="107748" y="216762"/>
                </a:lnTo>
                <a:lnTo>
                  <a:pt x="106877" y="228804"/>
                </a:lnTo>
                <a:lnTo>
                  <a:pt x="106320" y="240846"/>
                </a:lnTo>
                <a:lnTo>
                  <a:pt x="106000" y="252889"/>
                </a:lnTo>
                <a:lnTo>
                  <a:pt x="105855" y="264931"/>
                </a:lnTo>
                <a:lnTo>
                  <a:pt x="105837" y="276973"/>
                </a:lnTo>
                <a:lnTo>
                  <a:pt x="105905" y="289015"/>
                </a:lnTo>
                <a:lnTo>
                  <a:pt x="106030" y="301058"/>
                </a:lnTo>
                <a:lnTo>
                  <a:pt x="106189" y="313100"/>
                </a:lnTo>
                <a:lnTo>
                  <a:pt x="106363" y="325142"/>
                </a:lnTo>
                <a:lnTo>
                  <a:pt x="106541" y="337185"/>
                </a:lnTo>
                <a:lnTo>
                  <a:pt x="106713" y="349227"/>
                </a:lnTo>
                <a:lnTo>
                  <a:pt x="106873" y="361269"/>
                </a:lnTo>
                <a:lnTo>
                  <a:pt x="107018" y="373312"/>
                </a:lnTo>
                <a:lnTo>
                  <a:pt x="107145" y="385354"/>
                </a:lnTo>
                <a:lnTo>
                  <a:pt x="107254" y="397396"/>
                </a:lnTo>
                <a:lnTo>
                  <a:pt x="107348" y="409439"/>
                </a:lnTo>
                <a:lnTo>
                  <a:pt x="107430" y="421481"/>
                </a:lnTo>
                <a:lnTo>
                  <a:pt x="107507" y="433523"/>
                </a:lnTo>
                <a:lnTo>
                  <a:pt x="107586" y="445565"/>
                </a:lnTo>
                <a:lnTo>
                  <a:pt x="107678" y="457608"/>
                </a:lnTo>
                <a:lnTo>
                  <a:pt x="107796" y="469650"/>
                </a:lnTo>
                <a:lnTo>
                  <a:pt x="107953" y="481692"/>
                </a:lnTo>
                <a:lnTo>
                  <a:pt x="108160" y="493735"/>
                </a:lnTo>
                <a:lnTo>
                  <a:pt x="108428" y="505777"/>
                </a:lnTo>
                <a:lnTo>
                  <a:pt x="108764" y="517819"/>
                </a:lnTo>
                <a:lnTo>
                  <a:pt x="109165" y="529862"/>
                </a:lnTo>
                <a:lnTo>
                  <a:pt x="109626" y="541904"/>
                </a:lnTo>
                <a:lnTo>
                  <a:pt x="110131" y="553946"/>
                </a:lnTo>
                <a:lnTo>
                  <a:pt x="110656" y="565989"/>
                </a:lnTo>
                <a:lnTo>
                  <a:pt x="111173" y="578031"/>
                </a:lnTo>
                <a:lnTo>
                  <a:pt x="111647" y="590073"/>
                </a:lnTo>
                <a:lnTo>
                  <a:pt x="112047" y="602116"/>
                </a:lnTo>
                <a:lnTo>
                  <a:pt x="112342" y="614158"/>
                </a:lnTo>
                <a:lnTo>
                  <a:pt x="112510" y="626200"/>
                </a:lnTo>
                <a:lnTo>
                  <a:pt x="112538" y="638242"/>
                </a:lnTo>
                <a:lnTo>
                  <a:pt x="112428" y="650285"/>
                </a:lnTo>
                <a:lnTo>
                  <a:pt x="112191" y="662327"/>
                </a:lnTo>
                <a:lnTo>
                  <a:pt x="111853" y="674369"/>
                </a:lnTo>
                <a:lnTo>
                  <a:pt x="111448" y="686412"/>
                </a:lnTo>
                <a:lnTo>
                  <a:pt x="111016" y="698454"/>
                </a:lnTo>
                <a:lnTo>
                  <a:pt x="110601" y="710496"/>
                </a:lnTo>
                <a:lnTo>
                  <a:pt x="110245" y="722539"/>
                </a:lnTo>
                <a:lnTo>
                  <a:pt x="109988" y="734581"/>
                </a:lnTo>
                <a:lnTo>
                  <a:pt x="109862" y="746623"/>
                </a:lnTo>
                <a:lnTo>
                  <a:pt x="109897" y="758666"/>
                </a:lnTo>
                <a:lnTo>
                  <a:pt x="110111" y="770708"/>
                </a:lnTo>
                <a:lnTo>
                  <a:pt x="110522" y="782750"/>
                </a:lnTo>
                <a:lnTo>
                  <a:pt x="111139" y="794792"/>
                </a:lnTo>
                <a:lnTo>
                  <a:pt x="111970" y="806835"/>
                </a:lnTo>
                <a:lnTo>
                  <a:pt x="113016" y="818877"/>
                </a:lnTo>
                <a:lnTo>
                  <a:pt x="114271" y="830919"/>
                </a:lnTo>
                <a:lnTo>
                  <a:pt x="115720" y="842962"/>
                </a:lnTo>
                <a:lnTo>
                  <a:pt x="117337" y="855004"/>
                </a:lnTo>
                <a:lnTo>
                  <a:pt x="119080" y="867046"/>
                </a:lnTo>
                <a:lnTo>
                  <a:pt x="120891" y="879089"/>
                </a:lnTo>
                <a:lnTo>
                  <a:pt x="122698" y="891131"/>
                </a:lnTo>
                <a:lnTo>
                  <a:pt x="124413" y="903173"/>
                </a:lnTo>
                <a:lnTo>
                  <a:pt x="125945" y="915216"/>
                </a:lnTo>
                <a:lnTo>
                  <a:pt x="127201" y="927258"/>
                </a:lnTo>
                <a:lnTo>
                  <a:pt x="128100" y="939300"/>
                </a:lnTo>
                <a:lnTo>
                  <a:pt x="128579" y="951343"/>
                </a:lnTo>
                <a:lnTo>
                  <a:pt x="128603" y="963385"/>
                </a:lnTo>
                <a:lnTo>
                  <a:pt x="128166" y="975427"/>
                </a:lnTo>
                <a:lnTo>
                  <a:pt x="127300" y="987469"/>
                </a:lnTo>
                <a:lnTo>
                  <a:pt x="126062" y="999512"/>
                </a:lnTo>
                <a:lnTo>
                  <a:pt x="124539" y="1011554"/>
                </a:lnTo>
                <a:lnTo>
                  <a:pt x="122829" y="1023596"/>
                </a:lnTo>
                <a:lnTo>
                  <a:pt x="121037" y="1035639"/>
                </a:lnTo>
                <a:lnTo>
                  <a:pt x="119261" y="1047681"/>
                </a:lnTo>
                <a:lnTo>
                  <a:pt x="117587" y="1059723"/>
                </a:lnTo>
                <a:lnTo>
                  <a:pt x="116078" y="1071766"/>
                </a:lnTo>
                <a:lnTo>
                  <a:pt x="114774" y="1083808"/>
                </a:lnTo>
                <a:lnTo>
                  <a:pt x="113692" y="1095850"/>
                </a:lnTo>
                <a:lnTo>
                  <a:pt x="112830" y="1107893"/>
                </a:lnTo>
                <a:lnTo>
                  <a:pt x="112170" y="1119935"/>
                </a:lnTo>
                <a:lnTo>
                  <a:pt x="111682" y="1131977"/>
                </a:lnTo>
                <a:lnTo>
                  <a:pt x="111336" y="1144019"/>
                </a:lnTo>
                <a:lnTo>
                  <a:pt x="111098" y="1156062"/>
                </a:lnTo>
                <a:lnTo>
                  <a:pt x="110940" y="1168104"/>
                </a:lnTo>
                <a:lnTo>
                  <a:pt x="110838" y="1180146"/>
                </a:lnTo>
                <a:lnTo>
                  <a:pt x="110774" y="1192189"/>
                </a:lnTo>
                <a:lnTo>
                  <a:pt x="110732" y="1204231"/>
                </a:lnTo>
                <a:lnTo>
                  <a:pt x="110701" y="1216273"/>
                </a:lnTo>
                <a:lnTo>
                  <a:pt x="110669" y="1228316"/>
                </a:lnTo>
                <a:lnTo>
                  <a:pt x="110627" y="1240358"/>
                </a:lnTo>
                <a:lnTo>
                  <a:pt x="110566" y="1252400"/>
                </a:lnTo>
                <a:lnTo>
                  <a:pt x="110478" y="1264443"/>
                </a:lnTo>
                <a:lnTo>
                  <a:pt x="110359" y="1276485"/>
                </a:lnTo>
                <a:lnTo>
                  <a:pt x="110208" y="1288527"/>
                </a:lnTo>
                <a:lnTo>
                  <a:pt x="110027" y="1300569"/>
                </a:lnTo>
                <a:lnTo>
                  <a:pt x="109825" y="1312612"/>
                </a:lnTo>
                <a:lnTo>
                  <a:pt x="109615" y="1324654"/>
                </a:lnTo>
                <a:lnTo>
                  <a:pt x="109408" y="1336696"/>
                </a:lnTo>
                <a:lnTo>
                  <a:pt x="109222" y="1348739"/>
                </a:lnTo>
                <a:lnTo>
                  <a:pt x="109067" y="1360781"/>
                </a:lnTo>
                <a:lnTo>
                  <a:pt x="108953" y="1372823"/>
                </a:lnTo>
                <a:lnTo>
                  <a:pt x="108883" y="1384866"/>
                </a:lnTo>
                <a:lnTo>
                  <a:pt x="108854" y="1396908"/>
                </a:lnTo>
                <a:lnTo>
                  <a:pt x="108860" y="1408950"/>
                </a:lnTo>
                <a:lnTo>
                  <a:pt x="108888" y="1420993"/>
                </a:lnTo>
                <a:lnTo>
                  <a:pt x="108924" y="1433035"/>
                </a:lnTo>
                <a:lnTo>
                  <a:pt x="108952" y="1445077"/>
                </a:lnTo>
                <a:lnTo>
                  <a:pt x="108960" y="1457120"/>
                </a:lnTo>
                <a:lnTo>
                  <a:pt x="108938" y="1469162"/>
                </a:lnTo>
                <a:lnTo>
                  <a:pt x="108879" y="1481204"/>
                </a:lnTo>
                <a:lnTo>
                  <a:pt x="108782" y="1493246"/>
                </a:lnTo>
                <a:lnTo>
                  <a:pt x="108650" y="1505289"/>
                </a:lnTo>
                <a:lnTo>
                  <a:pt x="108487" y="1517331"/>
                </a:lnTo>
                <a:lnTo>
                  <a:pt x="108303" y="1529373"/>
                </a:lnTo>
                <a:lnTo>
                  <a:pt x="108105" y="1541416"/>
                </a:lnTo>
                <a:lnTo>
                  <a:pt x="107903" y="1553458"/>
                </a:lnTo>
                <a:lnTo>
                  <a:pt x="107705" y="1565500"/>
                </a:lnTo>
                <a:lnTo>
                  <a:pt x="107516" y="1577543"/>
                </a:lnTo>
                <a:lnTo>
                  <a:pt x="107342" y="1589585"/>
                </a:lnTo>
                <a:lnTo>
                  <a:pt x="107187" y="1601627"/>
                </a:lnTo>
                <a:lnTo>
                  <a:pt x="107053" y="1613670"/>
                </a:lnTo>
                <a:lnTo>
                  <a:pt x="106945" y="1625712"/>
                </a:lnTo>
                <a:lnTo>
                  <a:pt x="106870" y="1637754"/>
                </a:lnTo>
                <a:lnTo>
                  <a:pt x="106837" y="1649796"/>
                </a:lnTo>
                <a:lnTo>
                  <a:pt x="106864" y="1661839"/>
                </a:lnTo>
                <a:lnTo>
                  <a:pt x="106979" y="1673881"/>
                </a:lnTo>
                <a:lnTo>
                  <a:pt x="107220" y="1685923"/>
                </a:lnTo>
                <a:lnTo>
                  <a:pt x="107644" y="1697966"/>
                </a:lnTo>
                <a:lnTo>
                  <a:pt x="108327" y="1710008"/>
                </a:lnTo>
                <a:lnTo>
                  <a:pt x="109362" y="1722050"/>
                </a:lnTo>
                <a:lnTo>
                  <a:pt x="110866" y="1734093"/>
                </a:lnTo>
                <a:lnTo>
                  <a:pt x="112968" y="1746135"/>
                </a:lnTo>
                <a:lnTo>
                  <a:pt x="115806" y="1758177"/>
                </a:lnTo>
                <a:lnTo>
                  <a:pt x="119514" y="1770220"/>
                </a:lnTo>
                <a:lnTo>
                  <a:pt x="124204" y="1782262"/>
                </a:lnTo>
                <a:lnTo>
                  <a:pt x="129947" y="1794304"/>
                </a:lnTo>
                <a:lnTo>
                  <a:pt x="136753" y="1806347"/>
                </a:lnTo>
                <a:lnTo>
                  <a:pt x="144550" y="1818389"/>
                </a:lnTo>
                <a:lnTo>
                  <a:pt x="153172" y="1830431"/>
                </a:lnTo>
                <a:lnTo>
                  <a:pt x="162350" y="1842473"/>
                </a:lnTo>
                <a:lnTo>
                  <a:pt x="171720" y="1854516"/>
                </a:lnTo>
                <a:lnTo>
                  <a:pt x="180842" y="1866558"/>
                </a:lnTo>
                <a:lnTo>
                  <a:pt x="189229" y="1878600"/>
                </a:lnTo>
                <a:lnTo>
                  <a:pt x="196389" y="1890643"/>
                </a:lnTo>
                <a:lnTo>
                  <a:pt x="201873" y="1902685"/>
                </a:lnTo>
                <a:lnTo>
                  <a:pt x="205321" y="1914727"/>
                </a:lnTo>
                <a:lnTo>
                  <a:pt x="206497" y="1926770"/>
                </a:lnTo>
                <a:lnTo>
                  <a:pt x="206497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00C57E50-F35E-4539-8A56-70461B7DAAE3}"/>
              </a:ext>
            </a:extLst>
          </p:cNvPr>
          <p:cNvSpPr>
            <a:spLocks noGrp="1"/>
          </p:cNvSpPr>
          <p:nvPr/>
        </p:nvSpPr>
        <p:spPr>
          <a:xfrm>
            <a:off x="4565321" y="5003409"/>
            <a:ext cx="206497" cy="1926770"/>
          </a:xfrm>
          <a:custGeom>
            <a:pathLst>
              <a:path w="206497" h="1926770">
                <a:moveTo>
                  <a:pt x="159815" y="1926770"/>
                </a:moveTo>
                <a:lnTo>
                  <a:pt x="46682" y="1926770"/>
                </a:lnTo>
                <a:lnTo>
                  <a:pt x="47316" y="1914727"/>
                </a:lnTo>
                <a:lnTo>
                  <a:pt x="49173" y="1902685"/>
                </a:lnTo>
                <a:lnTo>
                  <a:pt x="52131" y="1890643"/>
                </a:lnTo>
                <a:lnTo>
                  <a:pt x="55998" y="1878600"/>
                </a:lnTo>
                <a:lnTo>
                  <a:pt x="60536" y="1866558"/>
                </a:lnTo>
                <a:lnTo>
                  <a:pt x="65484" y="1854516"/>
                </a:lnTo>
                <a:lnTo>
                  <a:pt x="70581" y="1842473"/>
                </a:lnTo>
                <a:lnTo>
                  <a:pt x="75590" y="1830431"/>
                </a:lnTo>
                <a:lnTo>
                  <a:pt x="80312" y="1818389"/>
                </a:lnTo>
                <a:lnTo>
                  <a:pt x="84600" y="1806347"/>
                </a:lnTo>
                <a:lnTo>
                  <a:pt x="88359" y="1794304"/>
                </a:lnTo>
                <a:lnTo>
                  <a:pt x="91546" y="1782262"/>
                </a:lnTo>
                <a:lnTo>
                  <a:pt x="94160" y="1770220"/>
                </a:lnTo>
                <a:lnTo>
                  <a:pt x="96237" y="1758177"/>
                </a:lnTo>
                <a:lnTo>
                  <a:pt x="97836" y="1746135"/>
                </a:lnTo>
                <a:lnTo>
                  <a:pt x="99027" y="1734093"/>
                </a:lnTo>
                <a:lnTo>
                  <a:pt x="99887" y="1722050"/>
                </a:lnTo>
                <a:lnTo>
                  <a:pt x="100486" y="1710008"/>
                </a:lnTo>
                <a:lnTo>
                  <a:pt x="100889" y="1697966"/>
                </a:lnTo>
                <a:lnTo>
                  <a:pt x="101151" y="1685923"/>
                </a:lnTo>
                <a:lnTo>
                  <a:pt x="101313" y="1673881"/>
                </a:lnTo>
                <a:lnTo>
                  <a:pt x="101406" y="1661839"/>
                </a:lnTo>
                <a:lnTo>
                  <a:pt x="101454" y="1649796"/>
                </a:lnTo>
                <a:lnTo>
                  <a:pt x="101469" y="1637754"/>
                </a:lnTo>
                <a:lnTo>
                  <a:pt x="101461" y="1625712"/>
                </a:lnTo>
                <a:lnTo>
                  <a:pt x="101436" y="1613670"/>
                </a:lnTo>
                <a:lnTo>
                  <a:pt x="101395" y="1601627"/>
                </a:lnTo>
                <a:lnTo>
                  <a:pt x="101341" y="1589585"/>
                </a:lnTo>
                <a:lnTo>
                  <a:pt x="101274" y="1577543"/>
                </a:lnTo>
                <a:lnTo>
                  <a:pt x="101198" y="1565500"/>
                </a:lnTo>
                <a:lnTo>
                  <a:pt x="101113" y="1553458"/>
                </a:lnTo>
                <a:lnTo>
                  <a:pt x="101021" y="1541416"/>
                </a:lnTo>
                <a:lnTo>
                  <a:pt x="100925" y="1529373"/>
                </a:lnTo>
                <a:lnTo>
                  <a:pt x="100825" y="1517331"/>
                </a:lnTo>
                <a:lnTo>
                  <a:pt x="100725" y="1505289"/>
                </a:lnTo>
                <a:lnTo>
                  <a:pt x="100624" y="1493246"/>
                </a:lnTo>
                <a:lnTo>
                  <a:pt x="100524" y="1481204"/>
                </a:lnTo>
                <a:lnTo>
                  <a:pt x="100425" y="1469162"/>
                </a:lnTo>
                <a:lnTo>
                  <a:pt x="100326" y="1457120"/>
                </a:lnTo>
                <a:lnTo>
                  <a:pt x="100230" y="1445077"/>
                </a:lnTo>
                <a:lnTo>
                  <a:pt x="100134" y="1433035"/>
                </a:lnTo>
                <a:lnTo>
                  <a:pt x="100040" y="1420993"/>
                </a:lnTo>
                <a:lnTo>
                  <a:pt x="99948" y="1408950"/>
                </a:lnTo>
                <a:lnTo>
                  <a:pt x="99860" y="1396908"/>
                </a:lnTo>
                <a:lnTo>
                  <a:pt x="99776" y="1384866"/>
                </a:lnTo>
                <a:lnTo>
                  <a:pt x="99698" y="1372823"/>
                </a:lnTo>
                <a:lnTo>
                  <a:pt x="99631" y="1360781"/>
                </a:lnTo>
                <a:lnTo>
                  <a:pt x="99576" y="1348739"/>
                </a:lnTo>
                <a:lnTo>
                  <a:pt x="99538" y="1336696"/>
                </a:lnTo>
                <a:lnTo>
                  <a:pt x="99520" y="1324654"/>
                </a:lnTo>
                <a:lnTo>
                  <a:pt x="99525" y="1312612"/>
                </a:lnTo>
                <a:lnTo>
                  <a:pt x="99556" y="1300569"/>
                </a:lnTo>
                <a:lnTo>
                  <a:pt x="99614" y="1288527"/>
                </a:lnTo>
                <a:lnTo>
                  <a:pt x="99698" y="1276485"/>
                </a:lnTo>
                <a:lnTo>
                  <a:pt x="99805" y="1264443"/>
                </a:lnTo>
                <a:lnTo>
                  <a:pt x="99932" y="1252400"/>
                </a:lnTo>
                <a:lnTo>
                  <a:pt x="100073" y="1240358"/>
                </a:lnTo>
                <a:lnTo>
                  <a:pt x="100222" y="1228316"/>
                </a:lnTo>
                <a:lnTo>
                  <a:pt x="100373" y="1216273"/>
                </a:lnTo>
                <a:lnTo>
                  <a:pt x="100518" y="1204231"/>
                </a:lnTo>
                <a:lnTo>
                  <a:pt x="100649" y="1192189"/>
                </a:lnTo>
                <a:lnTo>
                  <a:pt x="100760" y="1180146"/>
                </a:lnTo>
                <a:lnTo>
                  <a:pt x="100842" y="1168104"/>
                </a:lnTo>
                <a:lnTo>
                  <a:pt x="100886" y="1156062"/>
                </a:lnTo>
                <a:lnTo>
                  <a:pt x="100881" y="1144019"/>
                </a:lnTo>
                <a:lnTo>
                  <a:pt x="100818" y="1131977"/>
                </a:lnTo>
                <a:lnTo>
                  <a:pt x="100684" y="1119935"/>
                </a:lnTo>
                <a:lnTo>
                  <a:pt x="100470" y="1107893"/>
                </a:lnTo>
                <a:lnTo>
                  <a:pt x="100169" y="1095850"/>
                </a:lnTo>
                <a:lnTo>
                  <a:pt x="99776" y="1083808"/>
                </a:lnTo>
                <a:lnTo>
                  <a:pt x="99292" y="1071766"/>
                </a:lnTo>
                <a:lnTo>
                  <a:pt x="98727" y="1059723"/>
                </a:lnTo>
                <a:lnTo>
                  <a:pt x="98096" y="1047681"/>
                </a:lnTo>
                <a:lnTo>
                  <a:pt x="97421" y="1035639"/>
                </a:lnTo>
                <a:lnTo>
                  <a:pt x="96734" y="1023596"/>
                </a:lnTo>
                <a:lnTo>
                  <a:pt x="96069" y="1011554"/>
                </a:lnTo>
                <a:lnTo>
                  <a:pt x="95460" y="999512"/>
                </a:lnTo>
                <a:lnTo>
                  <a:pt x="94942" y="987469"/>
                </a:lnTo>
                <a:lnTo>
                  <a:pt x="94544" y="975427"/>
                </a:lnTo>
                <a:lnTo>
                  <a:pt x="94286" y="963385"/>
                </a:lnTo>
                <a:lnTo>
                  <a:pt x="94180" y="951343"/>
                </a:lnTo>
                <a:lnTo>
                  <a:pt x="94226" y="939300"/>
                </a:lnTo>
                <a:lnTo>
                  <a:pt x="94412" y="927258"/>
                </a:lnTo>
                <a:lnTo>
                  <a:pt x="94720" y="915216"/>
                </a:lnTo>
                <a:lnTo>
                  <a:pt x="95123" y="903173"/>
                </a:lnTo>
                <a:lnTo>
                  <a:pt x="95592" y="891131"/>
                </a:lnTo>
                <a:lnTo>
                  <a:pt x="96097" y="879089"/>
                </a:lnTo>
                <a:lnTo>
                  <a:pt x="96608" y="867046"/>
                </a:lnTo>
                <a:lnTo>
                  <a:pt x="97101" y="855004"/>
                </a:lnTo>
                <a:lnTo>
                  <a:pt x="97555" y="842962"/>
                </a:lnTo>
                <a:lnTo>
                  <a:pt x="97954" y="830919"/>
                </a:lnTo>
                <a:lnTo>
                  <a:pt x="98285" y="818877"/>
                </a:lnTo>
                <a:lnTo>
                  <a:pt x="98539" y="806835"/>
                </a:lnTo>
                <a:lnTo>
                  <a:pt x="98709" y="794792"/>
                </a:lnTo>
                <a:lnTo>
                  <a:pt x="98791" y="782750"/>
                </a:lnTo>
                <a:lnTo>
                  <a:pt x="98780" y="770708"/>
                </a:lnTo>
                <a:lnTo>
                  <a:pt x="98678" y="758666"/>
                </a:lnTo>
                <a:lnTo>
                  <a:pt x="98486" y="746623"/>
                </a:lnTo>
                <a:lnTo>
                  <a:pt x="98210" y="734581"/>
                </a:lnTo>
                <a:lnTo>
                  <a:pt x="97861" y="722539"/>
                </a:lnTo>
                <a:lnTo>
                  <a:pt x="97454" y="710496"/>
                </a:lnTo>
                <a:lnTo>
                  <a:pt x="97008" y="698454"/>
                </a:lnTo>
                <a:lnTo>
                  <a:pt x="96542" y="686412"/>
                </a:lnTo>
                <a:lnTo>
                  <a:pt x="96077" y="674369"/>
                </a:lnTo>
                <a:lnTo>
                  <a:pt x="95635" y="662327"/>
                </a:lnTo>
                <a:lnTo>
                  <a:pt x="95229" y="650285"/>
                </a:lnTo>
                <a:lnTo>
                  <a:pt x="94873" y="638242"/>
                </a:lnTo>
                <a:lnTo>
                  <a:pt x="94573" y="626200"/>
                </a:lnTo>
                <a:lnTo>
                  <a:pt x="94331" y="614158"/>
                </a:lnTo>
                <a:lnTo>
                  <a:pt x="94144" y="602116"/>
                </a:lnTo>
                <a:lnTo>
                  <a:pt x="94009" y="590073"/>
                </a:lnTo>
                <a:lnTo>
                  <a:pt x="93921" y="578031"/>
                </a:lnTo>
                <a:lnTo>
                  <a:pt x="93878" y="565989"/>
                </a:lnTo>
                <a:lnTo>
                  <a:pt x="93877" y="553946"/>
                </a:lnTo>
                <a:lnTo>
                  <a:pt x="93922" y="541904"/>
                </a:lnTo>
                <a:lnTo>
                  <a:pt x="94017" y="529862"/>
                </a:lnTo>
                <a:lnTo>
                  <a:pt x="94166" y="517819"/>
                </a:lnTo>
                <a:lnTo>
                  <a:pt x="94375" y="505777"/>
                </a:lnTo>
                <a:lnTo>
                  <a:pt x="94646" y="493735"/>
                </a:lnTo>
                <a:lnTo>
                  <a:pt x="94980" y="481692"/>
                </a:lnTo>
                <a:lnTo>
                  <a:pt x="95372" y="469650"/>
                </a:lnTo>
                <a:lnTo>
                  <a:pt x="95813" y="457608"/>
                </a:lnTo>
                <a:lnTo>
                  <a:pt x="96291" y="445565"/>
                </a:lnTo>
                <a:lnTo>
                  <a:pt x="96792" y="433523"/>
                </a:lnTo>
                <a:lnTo>
                  <a:pt x="97300" y="421481"/>
                </a:lnTo>
                <a:lnTo>
                  <a:pt x="97801" y="409439"/>
                </a:lnTo>
                <a:lnTo>
                  <a:pt x="98281" y="397396"/>
                </a:lnTo>
                <a:lnTo>
                  <a:pt x="98732" y="385354"/>
                </a:lnTo>
                <a:lnTo>
                  <a:pt x="99146" y="373312"/>
                </a:lnTo>
                <a:lnTo>
                  <a:pt x="99522" y="361269"/>
                </a:lnTo>
                <a:lnTo>
                  <a:pt x="99858" y="349227"/>
                </a:lnTo>
                <a:lnTo>
                  <a:pt x="100159" y="337185"/>
                </a:lnTo>
                <a:lnTo>
                  <a:pt x="100425" y="325142"/>
                </a:lnTo>
                <a:lnTo>
                  <a:pt x="100658" y="313100"/>
                </a:lnTo>
                <a:lnTo>
                  <a:pt x="100859" y="301058"/>
                </a:lnTo>
                <a:lnTo>
                  <a:pt x="101020" y="289015"/>
                </a:lnTo>
                <a:lnTo>
                  <a:pt x="101129" y="276973"/>
                </a:lnTo>
                <a:lnTo>
                  <a:pt x="101166" y="264931"/>
                </a:lnTo>
                <a:lnTo>
                  <a:pt x="101096" y="252889"/>
                </a:lnTo>
                <a:lnTo>
                  <a:pt x="100874" y="240846"/>
                </a:lnTo>
                <a:lnTo>
                  <a:pt x="100436" y="228804"/>
                </a:lnTo>
                <a:lnTo>
                  <a:pt x="99702" y="216762"/>
                </a:lnTo>
                <a:lnTo>
                  <a:pt x="98573" y="204719"/>
                </a:lnTo>
                <a:lnTo>
                  <a:pt x="96936" y="192677"/>
                </a:lnTo>
                <a:lnTo>
                  <a:pt x="94662" y="180635"/>
                </a:lnTo>
                <a:lnTo>
                  <a:pt x="91621" y="168592"/>
                </a:lnTo>
                <a:lnTo>
                  <a:pt x="87691" y="156550"/>
                </a:lnTo>
                <a:lnTo>
                  <a:pt x="82774" y="144508"/>
                </a:lnTo>
                <a:lnTo>
                  <a:pt x="76813" y="132465"/>
                </a:lnTo>
                <a:lnTo>
                  <a:pt x="69814" y="120423"/>
                </a:lnTo>
                <a:lnTo>
                  <a:pt x="61860" y="108381"/>
                </a:lnTo>
                <a:lnTo>
                  <a:pt x="53129" y="96338"/>
                </a:lnTo>
                <a:lnTo>
                  <a:pt x="43891" y="84296"/>
                </a:lnTo>
                <a:lnTo>
                  <a:pt x="34509" y="72254"/>
                </a:lnTo>
                <a:lnTo>
                  <a:pt x="25414" y="60212"/>
                </a:lnTo>
                <a:lnTo>
                  <a:pt x="17082" y="48169"/>
                </a:lnTo>
                <a:lnTo>
                  <a:pt x="9988" y="36127"/>
                </a:lnTo>
                <a:lnTo>
                  <a:pt x="4565" y="24085"/>
                </a:lnTo>
                <a:lnTo>
                  <a:pt x="1161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36" y="12042"/>
                </a:lnTo>
                <a:lnTo>
                  <a:pt x="201932" y="24085"/>
                </a:lnTo>
                <a:lnTo>
                  <a:pt x="196509" y="36127"/>
                </a:lnTo>
                <a:lnTo>
                  <a:pt x="189415" y="48169"/>
                </a:lnTo>
                <a:lnTo>
                  <a:pt x="181083" y="60212"/>
                </a:lnTo>
                <a:lnTo>
                  <a:pt x="171988" y="72254"/>
                </a:lnTo>
                <a:lnTo>
                  <a:pt x="162606" y="84296"/>
                </a:lnTo>
                <a:lnTo>
                  <a:pt x="153368" y="96338"/>
                </a:lnTo>
                <a:lnTo>
                  <a:pt x="144637" y="108381"/>
                </a:lnTo>
                <a:lnTo>
                  <a:pt x="136683" y="120423"/>
                </a:lnTo>
                <a:lnTo>
                  <a:pt x="129684" y="132465"/>
                </a:lnTo>
                <a:lnTo>
                  <a:pt x="123723" y="144508"/>
                </a:lnTo>
                <a:lnTo>
                  <a:pt x="118806" y="156550"/>
                </a:lnTo>
                <a:lnTo>
                  <a:pt x="114876" y="168592"/>
                </a:lnTo>
                <a:lnTo>
                  <a:pt x="111836" y="180635"/>
                </a:lnTo>
                <a:lnTo>
                  <a:pt x="109562" y="192677"/>
                </a:lnTo>
                <a:lnTo>
                  <a:pt x="107924" y="204719"/>
                </a:lnTo>
                <a:lnTo>
                  <a:pt x="106795" y="216762"/>
                </a:lnTo>
                <a:lnTo>
                  <a:pt x="106061" y="228804"/>
                </a:lnTo>
                <a:lnTo>
                  <a:pt x="105623" y="240846"/>
                </a:lnTo>
                <a:lnTo>
                  <a:pt x="105401" y="252889"/>
                </a:lnTo>
                <a:lnTo>
                  <a:pt x="105332" y="264931"/>
                </a:lnTo>
                <a:lnTo>
                  <a:pt x="105368" y="276973"/>
                </a:lnTo>
                <a:lnTo>
                  <a:pt x="105477" y="289015"/>
                </a:lnTo>
                <a:lnTo>
                  <a:pt x="105639" y="301058"/>
                </a:lnTo>
                <a:lnTo>
                  <a:pt x="105839" y="313100"/>
                </a:lnTo>
                <a:lnTo>
                  <a:pt x="106073" y="325142"/>
                </a:lnTo>
                <a:lnTo>
                  <a:pt x="106339" y="337185"/>
                </a:lnTo>
                <a:lnTo>
                  <a:pt x="106639" y="349227"/>
                </a:lnTo>
                <a:lnTo>
                  <a:pt x="106975" y="361269"/>
                </a:lnTo>
                <a:lnTo>
                  <a:pt x="107351" y="373312"/>
                </a:lnTo>
                <a:lnTo>
                  <a:pt x="107765" y="385354"/>
                </a:lnTo>
                <a:lnTo>
                  <a:pt x="108216" y="397396"/>
                </a:lnTo>
                <a:lnTo>
                  <a:pt x="108696" y="409439"/>
                </a:lnTo>
                <a:lnTo>
                  <a:pt x="109197" y="421481"/>
                </a:lnTo>
                <a:lnTo>
                  <a:pt x="109705" y="433523"/>
                </a:lnTo>
                <a:lnTo>
                  <a:pt x="110206" y="445565"/>
                </a:lnTo>
                <a:lnTo>
                  <a:pt x="110684" y="457608"/>
                </a:lnTo>
                <a:lnTo>
                  <a:pt x="111125" y="469650"/>
                </a:lnTo>
                <a:lnTo>
                  <a:pt x="111517" y="481692"/>
                </a:lnTo>
                <a:lnTo>
                  <a:pt x="111851" y="493735"/>
                </a:lnTo>
                <a:lnTo>
                  <a:pt x="112122" y="505777"/>
                </a:lnTo>
                <a:lnTo>
                  <a:pt x="112331" y="517819"/>
                </a:lnTo>
                <a:lnTo>
                  <a:pt x="112480" y="529862"/>
                </a:lnTo>
                <a:lnTo>
                  <a:pt x="112575" y="541904"/>
                </a:lnTo>
                <a:lnTo>
                  <a:pt x="112620" y="553946"/>
                </a:lnTo>
                <a:lnTo>
                  <a:pt x="112619" y="565989"/>
                </a:lnTo>
                <a:lnTo>
                  <a:pt x="112576" y="578031"/>
                </a:lnTo>
                <a:lnTo>
                  <a:pt x="112488" y="590073"/>
                </a:lnTo>
                <a:lnTo>
                  <a:pt x="112353" y="602116"/>
                </a:lnTo>
                <a:lnTo>
                  <a:pt x="112166" y="614158"/>
                </a:lnTo>
                <a:lnTo>
                  <a:pt x="111924" y="626200"/>
                </a:lnTo>
                <a:lnTo>
                  <a:pt x="111624" y="638242"/>
                </a:lnTo>
                <a:lnTo>
                  <a:pt x="111268" y="650285"/>
                </a:lnTo>
                <a:lnTo>
                  <a:pt x="110863" y="662327"/>
                </a:lnTo>
                <a:lnTo>
                  <a:pt x="110420" y="674369"/>
                </a:lnTo>
                <a:lnTo>
                  <a:pt x="109955" y="686412"/>
                </a:lnTo>
                <a:lnTo>
                  <a:pt x="109489" y="698454"/>
                </a:lnTo>
                <a:lnTo>
                  <a:pt x="109043" y="710496"/>
                </a:lnTo>
                <a:lnTo>
                  <a:pt x="108636" y="722539"/>
                </a:lnTo>
                <a:lnTo>
                  <a:pt x="108287" y="734581"/>
                </a:lnTo>
                <a:lnTo>
                  <a:pt x="108012" y="746623"/>
                </a:lnTo>
                <a:lnTo>
                  <a:pt x="107819" y="758666"/>
                </a:lnTo>
                <a:lnTo>
                  <a:pt x="107717" y="770708"/>
                </a:lnTo>
                <a:lnTo>
                  <a:pt x="107707" y="782750"/>
                </a:lnTo>
                <a:lnTo>
                  <a:pt x="107788" y="794792"/>
                </a:lnTo>
                <a:lnTo>
                  <a:pt x="107958" y="806835"/>
                </a:lnTo>
                <a:lnTo>
                  <a:pt x="108212" y="818877"/>
                </a:lnTo>
                <a:lnTo>
                  <a:pt x="108543" y="830919"/>
                </a:lnTo>
                <a:lnTo>
                  <a:pt x="108942" y="842962"/>
                </a:lnTo>
                <a:lnTo>
                  <a:pt x="109396" y="855004"/>
                </a:lnTo>
                <a:lnTo>
                  <a:pt x="109889" y="867046"/>
                </a:lnTo>
                <a:lnTo>
                  <a:pt x="110400" y="879089"/>
                </a:lnTo>
                <a:lnTo>
                  <a:pt x="110905" y="891131"/>
                </a:lnTo>
                <a:lnTo>
                  <a:pt x="111374" y="903173"/>
                </a:lnTo>
                <a:lnTo>
                  <a:pt x="111777" y="915216"/>
                </a:lnTo>
                <a:lnTo>
                  <a:pt x="112085" y="927258"/>
                </a:lnTo>
                <a:lnTo>
                  <a:pt x="112271" y="939300"/>
                </a:lnTo>
                <a:lnTo>
                  <a:pt x="112317" y="951343"/>
                </a:lnTo>
                <a:lnTo>
                  <a:pt x="112211" y="963385"/>
                </a:lnTo>
                <a:lnTo>
                  <a:pt x="111954" y="975427"/>
                </a:lnTo>
                <a:lnTo>
                  <a:pt x="111555" y="987469"/>
                </a:lnTo>
                <a:lnTo>
                  <a:pt x="111037" y="999512"/>
                </a:lnTo>
                <a:lnTo>
                  <a:pt x="110429" y="1011554"/>
                </a:lnTo>
                <a:lnTo>
                  <a:pt x="109763" y="1023596"/>
                </a:lnTo>
                <a:lnTo>
                  <a:pt x="109076" y="1035639"/>
                </a:lnTo>
                <a:lnTo>
                  <a:pt x="108402" y="1047681"/>
                </a:lnTo>
                <a:lnTo>
                  <a:pt x="107770" y="1059723"/>
                </a:lnTo>
                <a:lnTo>
                  <a:pt x="107205" y="1071766"/>
                </a:lnTo>
                <a:lnTo>
                  <a:pt x="106721" y="1083808"/>
                </a:lnTo>
                <a:lnTo>
                  <a:pt x="106328" y="1095850"/>
                </a:lnTo>
                <a:lnTo>
                  <a:pt x="106027" y="1107893"/>
                </a:lnTo>
                <a:lnTo>
                  <a:pt x="105813" y="1119935"/>
                </a:lnTo>
                <a:lnTo>
                  <a:pt x="105680" y="1131977"/>
                </a:lnTo>
                <a:lnTo>
                  <a:pt x="105616" y="1144019"/>
                </a:lnTo>
                <a:lnTo>
                  <a:pt x="105611" y="1156062"/>
                </a:lnTo>
                <a:lnTo>
                  <a:pt x="105655" y="1168104"/>
                </a:lnTo>
                <a:lnTo>
                  <a:pt x="105737" y="1180146"/>
                </a:lnTo>
                <a:lnTo>
                  <a:pt x="105848" y="1192189"/>
                </a:lnTo>
                <a:lnTo>
                  <a:pt x="105979" y="1204231"/>
                </a:lnTo>
                <a:lnTo>
                  <a:pt x="106124" y="1216273"/>
                </a:lnTo>
                <a:lnTo>
                  <a:pt x="106275" y="1228316"/>
                </a:lnTo>
                <a:lnTo>
                  <a:pt x="106424" y="1240358"/>
                </a:lnTo>
                <a:lnTo>
                  <a:pt x="106565" y="1252400"/>
                </a:lnTo>
                <a:lnTo>
                  <a:pt x="106692" y="1264443"/>
                </a:lnTo>
                <a:lnTo>
                  <a:pt x="106799" y="1276485"/>
                </a:lnTo>
                <a:lnTo>
                  <a:pt x="106883" y="1288527"/>
                </a:lnTo>
                <a:lnTo>
                  <a:pt x="106941" y="1300569"/>
                </a:lnTo>
                <a:lnTo>
                  <a:pt x="106972" y="1312612"/>
                </a:lnTo>
                <a:lnTo>
                  <a:pt x="106977" y="1324654"/>
                </a:lnTo>
                <a:lnTo>
                  <a:pt x="106960" y="1336696"/>
                </a:lnTo>
                <a:lnTo>
                  <a:pt x="106921" y="1348739"/>
                </a:lnTo>
                <a:lnTo>
                  <a:pt x="106866" y="1360781"/>
                </a:lnTo>
                <a:lnTo>
                  <a:pt x="106799" y="1372823"/>
                </a:lnTo>
                <a:lnTo>
                  <a:pt x="106721" y="1384866"/>
                </a:lnTo>
                <a:lnTo>
                  <a:pt x="106637" y="1396908"/>
                </a:lnTo>
                <a:lnTo>
                  <a:pt x="106549" y="1408950"/>
                </a:lnTo>
                <a:lnTo>
                  <a:pt x="106457" y="1420993"/>
                </a:lnTo>
                <a:lnTo>
                  <a:pt x="106363" y="1433035"/>
                </a:lnTo>
                <a:lnTo>
                  <a:pt x="106268" y="1445077"/>
                </a:lnTo>
                <a:lnTo>
                  <a:pt x="106171" y="1457120"/>
                </a:lnTo>
                <a:lnTo>
                  <a:pt x="106073" y="1469162"/>
                </a:lnTo>
                <a:lnTo>
                  <a:pt x="105973" y="1481204"/>
                </a:lnTo>
                <a:lnTo>
                  <a:pt x="105873" y="1493246"/>
                </a:lnTo>
                <a:lnTo>
                  <a:pt x="105772" y="1505289"/>
                </a:lnTo>
                <a:lnTo>
                  <a:pt x="105672" y="1517331"/>
                </a:lnTo>
                <a:lnTo>
                  <a:pt x="105572" y="1529373"/>
                </a:lnTo>
                <a:lnTo>
                  <a:pt x="105476" y="1541416"/>
                </a:lnTo>
                <a:lnTo>
                  <a:pt x="105384" y="1553458"/>
                </a:lnTo>
                <a:lnTo>
                  <a:pt x="105299" y="1565500"/>
                </a:lnTo>
                <a:lnTo>
                  <a:pt x="105223" y="1577543"/>
                </a:lnTo>
                <a:lnTo>
                  <a:pt x="105156" y="1589585"/>
                </a:lnTo>
                <a:lnTo>
                  <a:pt x="105102" y="1601627"/>
                </a:lnTo>
                <a:lnTo>
                  <a:pt x="105061" y="1613670"/>
                </a:lnTo>
                <a:lnTo>
                  <a:pt x="105036" y="1625712"/>
                </a:lnTo>
                <a:lnTo>
                  <a:pt x="105028" y="1637754"/>
                </a:lnTo>
                <a:lnTo>
                  <a:pt x="105043" y="1649796"/>
                </a:lnTo>
                <a:lnTo>
                  <a:pt x="105091" y="1661839"/>
                </a:lnTo>
                <a:lnTo>
                  <a:pt x="105184" y="1673881"/>
                </a:lnTo>
                <a:lnTo>
                  <a:pt x="105346" y="1685923"/>
                </a:lnTo>
                <a:lnTo>
                  <a:pt x="105608" y="1697966"/>
                </a:lnTo>
                <a:lnTo>
                  <a:pt x="106011" y="1710008"/>
                </a:lnTo>
                <a:lnTo>
                  <a:pt x="106611" y="1722050"/>
                </a:lnTo>
                <a:lnTo>
                  <a:pt x="107470" y="1734093"/>
                </a:lnTo>
                <a:lnTo>
                  <a:pt x="108661" y="1746135"/>
                </a:lnTo>
                <a:lnTo>
                  <a:pt x="110260" y="1758177"/>
                </a:lnTo>
                <a:lnTo>
                  <a:pt x="112337" y="1770220"/>
                </a:lnTo>
                <a:lnTo>
                  <a:pt x="114951" y="1782262"/>
                </a:lnTo>
                <a:lnTo>
                  <a:pt x="118138" y="1794304"/>
                </a:lnTo>
                <a:lnTo>
                  <a:pt x="121897" y="1806347"/>
                </a:lnTo>
                <a:lnTo>
                  <a:pt x="126185" y="1818389"/>
                </a:lnTo>
                <a:lnTo>
                  <a:pt x="130908" y="1830431"/>
                </a:lnTo>
                <a:lnTo>
                  <a:pt x="135916" y="1842473"/>
                </a:lnTo>
                <a:lnTo>
                  <a:pt x="141013" y="1854516"/>
                </a:lnTo>
                <a:lnTo>
                  <a:pt x="145961" y="1866558"/>
                </a:lnTo>
                <a:lnTo>
                  <a:pt x="150499" y="1878600"/>
                </a:lnTo>
                <a:lnTo>
                  <a:pt x="154366" y="1890643"/>
                </a:lnTo>
                <a:lnTo>
                  <a:pt x="157324" y="1902685"/>
                </a:lnTo>
                <a:lnTo>
                  <a:pt x="159181" y="1914727"/>
                </a:lnTo>
                <a:lnTo>
                  <a:pt x="159815" y="1926770"/>
                </a:lnTo>
                <a:lnTo>
                  <a:pt x="159815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BF4A571-46BF-45B1-BBF6-7B74ECE08AED}"/>
              </a:ext>
            </a:extLst>
          </p:cNvPr>
          <p:cNvSpPr>
            <a:spLocks noGrp="1"/>
          </p:cNvSpPr>
          <p:nvPr/>
        </p:nvSpPr>
        <p:spPr>
          <a:xfrm>
            <a:off x="5151327" y="5003409"/>
            <a:ext cx="206497" cy="1926770"/>
          </a:xfrm>
          <a:custGeom>
            <a:pathLst>
              <a:path w="206497" h="1926770">
                <a:moveTo>
                  <a:pt x="206497" y="1926770"/>
                </a:moveTo>
                <a:lnTo>
                  <a:pt x="0" y="1926770"/>
                </a:lnTo>
                <a:lnTo>
                  <a:pt x="1106" y="1914727"/>
                </a:lnTo>
                <a:lnTo>
                  <a:pt x="4350" y="1902685"/>
                </a:lnTo>
                <a:lnTo>
                  <a:pt x="9523" y="1890643"/>
                </a:lnTo>
                <a:lnTo>
                  <a:pt x="16297" y="1878600"/>
                </a:lnTo>
                <a:lnTo>
                  <a:pt x="24266" y="1866558"/>
                </a:lnTo>
                <a:lnTo>
                  <a:pt x="32979" y="1854516"/>
                </a:lnTo>
                <a:lnTo>
                  <a:pt x="41987" y="1842473"/>
                </a:lnTo>
                <a:lnTo>
                  <a:pt x="50875" y="1830431"/>
                </a:lnTo>
                <a:lnTo>
                  <a:pt x="59293" y="1818389"/>
                </a:lnTo>
                <a:lnTo>
                  <a:pt x="66972" y="1806347"/>
                </a:lnTo>
                <a:lnTo>
                  <a:pt x="73735" y="1794304"/>
                </a:lnTo>
                <a:lnTo>
                  <a:pt x="79488" y="1782262"/>
                </a:lnTo>
                <a:lnTo>
                  <a:pt x="84214" y="1770220"/>
                </a:lnTo>
                <a:lnTo>
                  <a:pt x="87959" y="1758177"/>
                </a:lnTo>
                <a:lnTo>
                  <a:pt x="90812" y="1746135"/>
                </a:lnTo>
                <a:lnTo>
                  <a:pt x="92890" y="1734093"/>
                </a:lnTo>
                <a:lnTo>
                  <a:pt x="94323" y="1722050"/>
                </a:lnTo>
                <a:lnTo>
                  <a:pt x="95246" y="1710008"/>
                </a:lnTo>
                <a:lnTo>
                  <a:pt x="95783" y="1697966"/>
                </a:lnTo>
                <a:lnTo>
                  <a:pt x="96047" y="1685923"/>
                </a:lnTo>
                <a:lnTo>
                  <a:pt x="96138" y="1673881"/>
                </a:lnTo>
                <a:lnTo>
                  <a:pt x="96134" y="1661839"/>
                </a:lnTo>
                <a:lnTo>
                  <a:pt x="96099" y="1649796"/>
                </a:lnTo>
                <a:lnTo>
                  <a:pt x="96077" y="1637754"/>
                </a:lnTo>
                <a:lnTo>
                  <a:pt x="96099" y="1625712"/>
                </a:lnTo>
                <a:lnTo>
                  <a:pt x="96181" y="1613670"/>
                </a:lnTo>
                <a:lnTo>
                  <a:pt x="96327" y="1601627"/>
                </a:lnTo>
                <a:lnTo>
                  <a:pt x="96532" y="1589585"/>
                </a:lnTo>
                <a:lnTo>
                  <a:pt x="96785" y="1577543"/>
                </a:lnTo>
                <a:lnTo>
                  <a:pt x="97071" y="1565500"/>
                </a:lnTo>
                <a:lnTo>
                  <a:pt x="97372" y="1553458"/>
                </a:lnTo>
                <a:lnTo>
                  <a:pt x="97671" y="1541416"/>
                </a:lnTo>
                <a:lnTo>
                  <a:pt x="97954" y="1529373"/>
                </a:lnTo>
                <a:lnTo>
                  <a:pt x="98208" y="1517331"/>
                </a:lnTo>
                <a:lnTo>
                  <a:pt x="98423" y="1505289"/>
                </a:lnTo>
                <a:lnTo>
                  <a:pt x="98593" y="1493246"/>
                </a:lnTo>
                <a:lnTo>
                  <a:pt x="98714" y="1481204"/>
                </a:lnTo>
                <a:lnTo>
                  <a:pt x="98784" y="1469162"/>
                </a:lnTo>
                <a:lnTo>
                  <a:pt x="98801" y="1457120"/>
                </a:lnTo>
                <a:lnTo>
                  <a:pt x="98766" y="1445077"/>
                </a:lnTo>
                <a:lnTo>
                  <a:pt x="98679" y="1433035"/>
                </a:lnTo>
                <a:lnTo>
                  <a:pt x="98542" y="1420993"/>
                </a:lnTo>
                <a:lnTo>
                  <a:pt x="98358" y="1408950"/>
                </a:lnTo>
                <a:lnTo>
                  <a:pt x="98130" y="1396908"/>
                </a:lnTo>
                <a:lnTo>
                  <a:pt x="97868" y="1384866"/>
                </a:lnTo>
                <a:lnTo>
                  <a:pt x="97579" y="1372823"/>
                </a:lnTo>
                <a:lnTo>
                  <a:pt x="97278" y="1360781"/>
                </a:lnTo>
                <a:lnTo>
                  <a:pt x="96981" y="1348739"/>
                </a:lnTo>
                <a:lnTo>
                  <a:pt x="96705" y="1336696"/>
                </a:lnTo>
                <a:lnTo>
                  <a:pt x="96470" y="1324654"/>
                </a:lnTo>
                <a:lnTo>
                  <a:pt x="96293" y="1312612"/>
                </a:lnTo>
                <a:lnTo>
                  <a:pt x="96190" y="1300569"/>
                </a:lnTo>
                <a:lnTo>
                  <a:pt x="96171" y="1288527"/>
                </a:lnTo>
                <a:lnTo>
                  <a:pt x="96243" y="1276485"/>
                </a:lnTo>
                <a:lnTo>
                  <a:pt x="96404" y="1264443"/>
                </a:lnTo>
                <a:lnTo>
                  <a:pt x="96647" y="1252400"/>
                </a:lnTo>
                <a:lnTo>
                  <a:pt x="96959" y="1240358"/>
                </a:lnTo>
                <a:lnTo>
                  <a:pt x="97321" y="1228316"/>
                </a:lnTo>
                <a:lnTo>
                  <a:pt x="97710" y="1216273"/>
                </a:lnTo>
                <a:lnTo>
                  <a:pt x="98100" y="1204231"/>
                </a:lnTo>
                <a:lnTo>
                  <a:pt x="98465" y="1192189"/>
                </a:lnTo>
                <a:lnTo>
                  <a:pt x="98778" y="1180146"/>
                </a:lnTo>
                <a:lnTo>
                  <a:pt x="99011" y="1168104"/>
                </a:lnTo>
                <a:lnTo>
                  <a:pt x="99140" y="1156062"/>
                </a:lnTo>
                <a:lnTo>
                  <a:pt x="99144" y="1144019"/>
                </a:lnTo>
                <a:lnTo>
                  <a:pt x="99002" y="1131977"/>
                </a:lnTo>
                <a:lnTo>
                  <a:pt x="98700" y="1119935"/>
                </a:lnTo>
                <a:lnTo>
                  <a:pt x="98231" y="1107893"/>
                </a:lnTo>
                <a:lnTo>
                  <a:pt x="97593" y="1095850"/>
                </a:lnTo>
                <a:lnTo>
                  <a:pt x="96795" y="1083808"/>
                </a:lnTo>
                <a:lnTo>
                  <a:pt x="95857" y="1071766"/>
                </a:lnTo>
                <a:lnTo>
                  <a:pt x="94808" y="1059723"/>
                </a:lnTo>
                <a:lnTo>
                  <a:pt x="93691" y="1047681"/>
                </a:lnTo>
                <a:lnTo>
                  <a:pt x="92558" y="1035639"/>
                </a:lnTo>
                <a:lnTo>
                  <a:pt x="91469" y="1023596"/>
                </a:lnTo>
                <a:lnTo>
                  <a:pt x="90486" y="1011554"/>
                </a:lnTo>
                <a:lnTo>
                  <a:pt x="89669" y="999512"/>
                </a:lnTo>
                <a:lnTo>
                  <a:pt x="89073" y="987469"/>
                </a:lnTo>
                <a:lnTo>
                  <a:pt x="88738" y="975427"/>
                </a:lnTo>
                <a:lnTo>
                  <a:pt x="88686" y="963385"/>
                </a:lnTo>
                <a:lnTo>
                  <a:pt x="88921" y="951343"/>
                </a:lnTo>
                <a:lnTo>
                  <a:pt x="89425" y="939300"/>
                </a:lnTo>
                <a:lnTo>
                  <a:pt x="90160" y="927258"/>
                </a:lnTo>
                <a:lnTo>
                  <a:pt x="91073" y="915216"/>
                </a:lnTo>
                <a:lnTo>
                  <a:pt x="92100" y="903173"/>
                </a:lnTo>
                <a:lnTo>
                  <a:pt x="93173" y="891131"/>
                </a:lnTo>
                <a:lnTo>
                  <a:pt x="94227" y="879089"/>
                </a:lnTo>
                <a:lnTo>
                  <a:pt x="95203" y="867046"/>
                </a:lnTo>
                <a:lnTo>
                  <a:pt x="96056" y="855004"/>
                </a:lnTo>
                <a:lnTo>
                  <a:pt x="96753" y="842962"/>
                </a:lnTo>
                <a:lnTo>
                  <a:pt x="97282" y="830919"/>
                </a:lnTo>
                <a:lnTo>
                  <a:pt x="97643" y="818877"/>
                </a:lnTo>
                <a:lnTo>
                  <a:pt x="97851" y="806835"/>
                </a:lnTo>
                <a:lnTo>
                  <a:pt x="97933" y="794792"/>
                </a:lnTo>
                <a:lnTo>
                  <a:pt x="97920" y="782750"/>
                </a:lnTo>
                <a:lnTo>
                  <a:pt x="97850" y="770708"/>
                </a:lnTo>
                <a:lnTo>
                  <a:pt x="97757" y="758666"/>
                </a:lnTo>
                <a:lnTo>
                  <a:pt x="97674" y="746623"/>
                </a:lnTo>
                <a:lnTo>
                  <a:pt x="97626" y="734581"/>
                </a:lnTo>
                <a:lnTo>
                  <a:pt x="97632" y="722539"/>
                </a:lnTo>
                <a:lnTo>
                  <a:pt x="97700" y="710496"/>
                </a:lnTo>
                <a:lnTo>
                  <a:pt x="97832" y="698454"/>
                </a:lnTo>
                <a:lnTo>
                  <a:pt x="98021" y="686412"/>
                </a:lnTo>
                <a:lnTo>
                  <a:pt x="98258" y="674369"/>
                </a:lnTo>
                <a:lnTo>
                  <a:pt x="98525" y="662327"/>
                </a:lnTo>
                <a:lnTo>
                  <a:pt x="98808" y="650285"/>
                </a:lnTo>
                <a:lnTo>
                  <a:pt x="99089" y="638242"/>
                </a:lnTo>
                <a:lnTo>
                  <a:pt x="99356" y="626200"/>
                </a:lnTo>
                <a:lnTo>
                  <a:pt x="99598" y="614158"/>
                </a:lnTo>
                <a:lnTo>
                  <a:pt x="99808" y="602116"/>
                </a:lnTo>
                <a:lnTo>
                  <a:pt x="99982" y="590073"/>
                </a:lnTo>
                <a:lnTo>
                  <a:pt x="100121" y="578031"/>
                </a:lnTo>
                <a:lnTo>
                  <a:pt x="100228" y="565989"/>
                </a:lnTo>
                <a:lnTo>
                  <a:pt x="100307" y="553946"/>
                </a:lnTo>
                <a:lnTo>
                  <a:pt x="100363" y="541904"/>
                </a:lnTo>
                <a:lnTo>
                  <a:pt x="100402" y="529862"/>
                </a:lnTo>
                <a:lnTo>
                  <a:pt x="100430" y="517819"/>
                </a:lnTo>
                <a:lnTo>
                  <a:pt x="100453" y="505777"/>
                </a:lnTo>
                <a:lnTo>
                  <a:pt x="100474" y="493735"/>
                </a:lnTo>
                <a:lnTo>
                  <a:pt x="100498" y="481692"/>
                </a:lnTo>
                <a:lnTo>
                  <a:pt x="100530" y="469650"/>
                </a:lnTo>
                <a:lnTo>
                  <a:pt x="100571" y="457608"/>
                </a:lnTo>
                <a:lnTo>
                  <a:pt x="100625" y="445565"/>
                </a:lnTo>
                <a:lnTo>
                  <a:pt x="100694" y="433523"/>
                </a:lnTo>
                <a:lnTo>
                  <a:pt x="100780" y="421481"/>
                </a:lnTo>
                <a:lnTo>
                  <a:pt x="100884" y="409439"/>
                </a:lnTo>
                <a:lnTo>
                  <a:pt x="101006" y="397396"/>
                </a:lnTo>
                <a:lnTo>
                  <a:pt x="101145" y="385354"/>
                </a:lnTo>
                <a:lnTo>
                  <a:pt x="101300" y="373312"/>
                </a:lnTo>
                <a:lnTo>
                  <a:pt x="101467" y="361269"/>
                </a:lnTo>
                <a:lnTo>
                  <a:pt x="101642" y="349227"/>
                </a:lnTo>
                <a:lnTo>
                  <a:pt x="101820" y="337185"/>
                </a:lnTo>
                <a:lnTo>
                  <a:pt x="101995" y="325142"/>
                </a:lnTo>
                <a:lnTo>
                  <a:pt x="102158" y="313100"/>
                </a:lnTo>
                <a:lnTo>
                  <a:pt x="102303" y="301058"/>
                </a:lnTo>
                <a:lnTo>
                  <a:pt x="102419" y="289015"/>
                </a:lnTo>
                <a:lnTo>
                  <a:pt x="102493" y="276973"/>
                </a:lnTo>
                <a:lnTo>
                  <a:pt x="102510" y="264931"/>
                </a:lnTo>
                <a:lnTo>
                  <a:pt x="102447" y="252889"/>
                </a:lnTo>
                <a:lnTo>
                  <a:pt x="102277" y="240846"/>
                </a:lnTo>
                <a:lnTo>
                  <a:pt x="101962" y="228804"/>
                </a:lnTo>
                <a:lnTo>
                  <a:pt x="101454" y="216762"/>
                </a:lnTo>
                <a:lnTo>
                  <a:pt x="100694" y="204719"/>
                </a:lnTo>
                <a:lnTo>
                  <a:pt x="99612" y="192677"/>
                </a:lnTo>
                <a:lnTo>
                  <a:pt x="98129" y="180635"/>
                </a:lnTo>
                <a:lnTo>
                  <a:pt x="96164" y="168592"/>
                </a:lnTo>
                <a:lnTo>
                  <a:pt x="93639" y="156550"/>
                </a:lnTo>
                <a:lnTo>
                  <a:pt x="90491" y="144508"/>
                </a:lnTo>
                <a:lnTo>
                  <a:pt x="86682" y="132465"/>
                </a:lnTo>
                <a:lnTo>
                  <a:pt x="82214" y="120423"/>
                </a:lnTo>
                <a:lnTo>
                  <a:pt x="77139" y="108381"/>
                </a:lnTo>
                <a:lnTo>
                  <a:pt x="71566" y="96338"/>
                </a:lnTo>
                <a:lnTo>
                  <a:pt x="65667" y="84296"/>
                </a:lnTo>
                <a:lnTo>
                  <a:pt x="59673" y="72254"/>
                </a:lnTo>
                <a:lnTo>
                  <a:pt x="53860" y="60212"/>
                </a:lnTo>
                <a:lnTo>
                  <a:pt x="48532" y="48169"/>
                </a:lnTo>
                <a:lnTo>
                  <a:pt x="43993" y="36127"/>
                </a:lnTo>
                <a:lnTo>
                  <a:pt x="40523" y="24085"/>
                </a:lnTo>
                <a:lnTo>
                  <a:pt x="38343" y="12042"/>
                </a:lnTo>
                <a:lnTo>
                  <a:pt x="37600" y="0"/>
                </a:lnTo>
                <a:lnTo>
                  <a:pt x="168897" y="0"/>
                </a:lnTo>
                <a:lnTo>
                  <a:pt x="168897" y="0"/>
                </a:lnTo>
                <a:lnTo>
                  <a:pt x="168154" y="12042"/>
                </a:lnTo>
                <a:lnTo>
                  <a:pt x="165974" y="24085"/>
                </a:lnTo>
                <a:lnTo>
                  <a:pt x="162504" y="36127"/>
                </a:lnTo>
                <a:lnTo>
                  <a:pt x="157965" y="48169"/>
                </a:lnTo>
                <a:lnTo>
                  <a:pt x="152637" y="60212"/>
                </a:lnTo>
                <a:lnTo>
                  <a:pt x="146824" y="72254"/>
                </a:lnTo>
                <a:lnTo>
                  <a:pt x="140830" y="84296"/>
                </a:lnTo>
                <a:lnTo>
                  <a:pt x="134931" y="96338"/>
                </a:lnTo>
                <a:lnTo>
                  <a:pt x="129358" y="108381"/>
                </a:lnTo>
                <a:lnTo>
                  <a:pt x="124283" y="120423"/>
                </a:lnTo>
                <a:lnTo>
                  <a:pt x="119815" y="132465"/>
                </a:lnTo>
                <a:lnTo>
                  <a:pt x="116006" y="144508"/>
                </a:lnTo>
                <a:lnTo>
                  <a:pt x="112858" y="156550"/>
                </a:lnTo>
                <a:lnTo>
                  <a:pt x="110333" y="168592"/>
                </a:lnTo>
                <a:lnTo>
                  <a:pt x="108368" y="180635"/>
                </a:lnTo>
                <a:lnTo>
                  <a:pt x="106885" y="192677"/>
                </a:lnTo>
                <a:lnTo>
                  <a:pt x="105803" y="204719"/>
                </a:lnTo>
                <a:lnTo>
                  <a:pt x="105043" y="216762"/>
                </a:lnTo>
                <a:lnTo>
                  <a:pt x="104535" y="228804"/>
                </a:lnTo>
                <a:lnTo>
                  <a:pt x="104220" y="240846"/>
                </a:lnTo>
                <a:lnTo>
                  <a:pt x="104050" y="252889"/>
                </a:lnTo>
                <a:lnTo>
                  <a:pt x="103987" y="264931"/>
                </a:lnTo>
                <a:lnTo>
                  <a:pt x="104004" y="276973"/>
                </a:lnTo>
                <a:lnTo>
                  <a:pt x="104078" y="289015"/>
                </a:lnTo>
                <a:lnTo>
                  <a:pt x="104194" y="301058"/>
                </a:lnTo>
                <a:lnTo>
                  <a:pt x="104339" y="313100"/>
                </a:lnTo>
                <a:lnTo>
                  <a:pt x="104503" y="325142"/>
                </a:lnTo>
                <a:lnTo>
                  <a:pt x="104677" y="337185"/>
                </a:lnTo>
                <a:lnTo>
                  <a:pt x="104855" y="349227"/>
                </a:lnTo>
                <a:lnTo>
                  <a:pt x="105030" y="361269"/>
                </a:lnTo>
                <a:lnTo>
                  <a:pt x="105197" y="373312"/>
                </a:lnTo>
                <a:lnTo>
                  <a:pt x="105352" y="385354"/>
                </a:lnTo>
                <a:lnTo>
                  <a:pt x="105491" y="397396"/>
                </a:lnTo>
                <a:lnTo>
                  <a:pt x="105613" y="409439"/>
                </a:lnTo>
                <a:lnTo>
                  <a:pt x="105717" y="421481"/>
                </a:lnTo>
                <a:lnTo>
                  <a:pt x="105803" y="433523"/>
                </a:lnTo>
                <a:lnTo>
                  <a:pt x="105872" y="445565"/>
                </a:lnTo>
                <a:lnTo>
                  <a:pt x="105926" y="457608"/>
                </a:lnTo>
                <a:lnTo>
                  <a:pt x="105967" y="469650"/>
                </a:lnTo>
                <a:lnTo>
                  <a:pt x="105999" y="481692"/>
                </a:lnTo>
                <a:lnTo>
                  <a:pt x="106023" y="493735"/>
                </a:lnTo>
                <a:lnTo>
                  <a:pt x="106045" y="505777"/>
                </a:lnTo>
                <a:lnTo>
                  <a:pt x="106067" y="517819"/>
                </a:lnTo>
                <a:lnTo>
                  <a:pt x="106095" y="529862"/>
                </a:lnTo>
                <a:lnTo>
                  <a:pt x="106134" y="541904"/>
                </a:lnTo>
                <a:lnTo>
                  <a:pt x="106191" y="553946"/>
                </a:lnTo>
                <a:lnTo>
                  <a:pt x="106269" y="565989"/>
                </a:lnTo>
                <a:lnTo>
                  <a:pt x="106376" y="578031"/>
                </a:lnTo>
                <a:lnTo>
                  <a:pt x="106515" y="590073"/>
                </a:lnTo>
                <a:lnTo>
                  <a:pt x="106689" y="602116"/>
                </a:lnTo>
                <a:lnTo>
                  <a:pt x="106899" y="614158"/>
                </a:lnTo>
                <a:lnTo>
                  <a:pt x="107141" y="626200"/>
                </a:lnTo>
                <a:lnTo>
                  <a:pt x="107408" y="638242"/>
                </a:lnTo>
                <a:lnTo>
                  <a:pt x="107689" y="650285"/>
                </a:lnTo>
                <a:lnTo>
                  <a:pt x="107972" y="662327"/>
                </a:lnTo>
                <a:lnTo>
                  <a:pt x="108240" y="674369"/>
                </a:lnTo>
                <a:lnTo>
                  <a:pt x="108476" y="686412"/>
                </a:lnTo>
                <a:lnTo>
                  <a:pt x="108665" y="698454"/>
                </a:lnTo>
                <a:lnTo>
                  <a:pt x="108797" y="710496"/>
                </a:lnTo>
                <a:lnTo>
                  <a:pt x="108865" y="722539"/>
                </a:lnTo>
                <a:lnTo>
                  <a:pt x="108871" y="734581"/>
                </a:lnTo>
                <a:lnTo>
                  <a:pt x="108823" y="746623"/>
                </a:lnTo>
                <a:lnTo>
                  <a:pt x="108740" y="758666"/>
                </a:lnTo>
                <a:lnTo>
                  <a:pt x="108647" y="770708"/>
                </a:lnTo>
                <a:lnTo>
                  <a:pt x="108577" y="782750"/>
                </a:lnTo>
                <a:lnTo>
                  <a:pt x="108564" y="794792"/>
                </a:lnTo>
                <a:lnTo>
                  <a:pt x="108646" y="806835"/>
                </a:lnTo>
                <a:lnTo>
                  <a:pt x="108854" y="818877"/>
                </a:lnTo>
                <a:lnTo>
                  <a:pt x="109215" y="830919"/>
                </a:lnTo>
                <a:lnTo>
                  <a:pt x="109744" y="842962"/>
                </a:lnTo>
                <a:lnTo>
                  <a:pt x="110442" y="855004"/>
                </a:lnTo>
                <a:lnTo>
                  <a:pt x="111294" y="867046"/>
                </a:lnTo>
                <a:lnTo>
                  <a:pt x="112270" y="879089"/>
                </a:lnTo>
                <a:lnTo>
                  <a:pt x="113324" y="891131"/>
                </a:lnTo>
                <a:lnTo>
                  <a:pt x="114397" y="903173"/>
                </a:lnTo>
                <a:lnTo>
                  <a:pt x="115425" y="915216"/>
                </a:lnTo>
                <a:lnTo>
                  <a:pt x="116337" y="927258"/>
                </a:lnTo>
                <a:lnTo>
                  <a:pt x="117072" y="939300"/>
                </a:lnTo>
                <a:lnTo>
                  <a:pt x="117576" y="951343"/>
                </a:lnTo>
                <a:lnTo>
                  <a:pt x="117811" y="963385"/>
                </a:lnTo>
                <a:lnTo>
                  <a:pt x="117759" y="975427"/>
                </a:lnTo>
                <a:lnTo>
                  <a:pt x="117424" y="987469"/>
                </a:lnTo>
                <a:lnTo>
                  <a:pt x="116828" y="999512"/>
                </a:lnTo>
                <a:lnTo>
                  <a:pt x="116011" y="1011554"/>
                </a:lnTo>
                <a:lnTo>
                  <a:pt x="115028" y="1023596"/>
                </a:lnTo>
                <a:lnTo>
                  <a:pt x="113939" y="1035639"/>
                </a:lnTo>
                <a:lnTo>
                  <a:pt x="112806" y="1047681"/>
                </a:lnTo>
                <a:lnTo>
                  <a:pt x="111689" y="1059723"/>
                </a:lnTo>
                <a:lnTo>
                  <a:pt x="110640" y="1071766"/>
                </a:lnTo>
                <a:lnTo>
                  <a:pt x="109702" y="1083808"/>
                </a:lnTo>
                <a:lnTo>
                  <a:pt x="108904" y="1095850"/>
                </a:lnTo>
                <a:lnTo>
                  <a:pt x="108266" y="1107893"/>
                </a:lnTo>
                <a:lnTo>
                  <a:pt x="107797" y="1119935"/>
                </a:lnTo>
                <a:lnTo>
                  <a:pt x="107496" y="1131977"/>
                </a:lnTo>
                <a:lnTo>
                  <a:pt x="107354" y="1144019"/>
                </a:lnTo>
                <a:lnTo>
                  <a:pt x="107357" y="1156062"/>
                </a:lnTo>
                <a:lnTo>
                  <a:pt x="107486" y="1168104"/>
                </a:lnTo>
                <a:lnTo>
                  <a:pt x="107719" y="1180146"/>
                </a:lnTo>
                <a:lnTo>
                  <a:pt x="108032" y="1192189"/>
                </a:lnTo>
                <a:lnTo>
                  <a:pt x="108397" y="1204231"/>
                </a:lnTo>
                <a:lnTo>
                  <a:pt x="108787" y="1216273"/>
                </a:lnTo>
                <a:lnTo>
                  <a:pt x="109176" y="1228316"/>
                </a:lnTo>
                <a:lnTo>
                  <a:pt x="109538" y="1240358"/>
                </a:lnTo>
                <a:lnTo>
                  <a:pt x="109850" y="1252400"/>
                </a:lnTo>
                <a:lnTo>
                  <a:pt x="110093" y="1264443"/>
                </a:lnTo>
                <a:lnTo>
                  <a:pt x="110254" y="1276485"/>
                </a:lnTo>
                <a:lnTo>
                  <a:pt x="110326" y="1288527"/>
                </a:lnTo>
                <a:lnTo>
                  <a:pt x="110307" y="1300569"/>
                </a:lnTo>
                <a:lnTo>
                  <a:pt x="110204" y="1312612"/>
                </a:lnTo>
                <a:lnTo>
                  <a:pt x="110027" y="1324654"/>
                </a:lnTo>
                <a:lnTo>
                  <a:pt x="109792" y="1336696"/>
                </a:lnTo>
                <a:lnTo>
                  <a:pt x="109516" y="1348739"/>
                </a:lnTo>
                <a:lnTo>
                  <a:pt x="109219" y="1360781"/>
                </a:lnTo>
                <a:lnTo>
                  <a:pt x="108918" y="1372823"/>
                </a:lnTo>
                <a:lnTo>
                  <a:pt x="108630" y="1384866"/>
                </a:lnTo>
                <a:lnTo>
                  <a:pt x="108367" y="1396908"/>
                </a:lnTo>
                <a:lnTo>
                  <a:pt x="108139" y="1408950"/>
                </a:lnTo>
                <a:lnTo>
                  <a:pt x="107955" y="1420993"/>
                </a:lnTo>
                <a:lnTo>
                  <a:pt x="107818" y="1433035"/>
                </a:lnTo>
                <a:lnTo>
                  <a:pt x="107731" y="1445077"/>
                </a:lnTo>
                <a:lnTo>
                  <a:pt x="107696" y="1457120"/>
                </a:lnTo>
                <a:lnTo>
                  <a:pt x="107714" y="1469162"/>
                </a:lnTo>
                <a:lnTo>
                  <a:pt x="107783" y="1481204"/>
                </a:lnTo>
                <a:lnTo>
                  <a:pt x="107904" y="1493246"/>
                </a:lnTo>
                <a:lnTo>
                  <a:pt x="108074" y="1505289"/>
                </a:lnTo>
                <a:lnTo>
                  <a:pt x="108290" y="1517331"/>
                </a:lnTo>
                <a:lnTo>
                  <a:pt x="108543" y="1529373"/>
                </a:lnTo>
                <a:lnTo>
                  <a:pt x="108826" y="1541416"/>
                </a:lnTo>
                <a:lnTo>
                  <a:pt x="109125" y="1553458"/>
                </a:lnTo>
                <a:lnTo>
                  <a:pt x="109426" y="1565500"/>
                </a:lnTo>
                <a:lnTo>
                  <a:pt x="109712" y="1577543"/>
                </a:lnTo>
                <a:lnTo>
                  <a:pt x="109965" y="1589585"/>
                </a:lnTo>
                <a:lnTo>
                  <a:pt x="110170" y="1601627"/>
                </a:lnTo>
                <a:lnTo>
                  <a:pt x="110316" y="1613670"/>
                </a:lnTo>
                <a:lnTo>
                  <a:pt x="110398" y="1625712"/>
                </a:lnTo>
                <a:lnTo>
                  <a:pt x="110420" y="1637754"/>
                </a:lnTo>
                <a:lnTo>
                  <a:pt x="110398" y="1649796"/>
                </a:lnTo>
                <a:lnTo>
                  <a:pt x="110363" y="1661839"/>
                </a:lnTo>
                <a:lnTo>
                  <a:pt x="110359" y="1673881"/>
                </a:lnTo>
                <a:lnTo>
                  <a:pt x="110450" y="1685923"/>
                </a:lnTo>
                <a:lnTo>
                  <a:pt x="110715" y="1697966"/>
                </a:lnTo>
                <a:lnTo>
                  <a:pt x="111251" y="1710008"/>
                </a:lnTo>
                <a:lnTo>
                  <a:pt x="112174" y="1722050"/>
                </a:lnTo>
                <a:lnTo>
                  <a:pt x="113607" y="1734093"/>
                </a:lnTo>
                <a:lnTo>
                  <a:pt x="115685" y="1746135"/>
                </a:lnTo>
                <a:lnTo>
                  <a:pt x="118538" y="1758177"/>
                </a:lnTo>
                <a:lnTo>
                  <a:pt x="122283" y="1770220"/>
                </a:lnTo>
                <a:lnTo>
                  <a:pt x="127009" y="1782262"/>
                </a:lnTo>
                <a:lnTo>
                  <a:pt x="132762" y="1794304"/>
                </a:lnTo>
                <a:lnTo>
                  <a:pt x="139525" y="1806347"/>
                </a:lnTo>
                <a:lnTo>
                  <a:pt x="147205" y="1818389"/>
                </a:lnTo>
                <a:lnTo>
                  <a:pt x="155622" y="1830431"/>
                </a:lnTo>
                <a:lnTo>
                  <a:pt x="164510" y="1842473"/>
                </a:lnTo>
                <a:lnTo>
                  <a:pt x="173518" y="1854516"/>
                </a:lnTo>
                <a:lnTo>
                  <a:pt x="182231" y="1866558"/>
                </a:lnTo>
                <a:lnTo>
                  <a:pt x="190200" y="1878600"/>
                </a:lnTo>
                <a:lnTo>
                  <a:pt x="196974" y="1890643"/>
                </a:lnTo>
                <a:lnTo>
                  <a:pt x="202147" y="1902685"/>
                </a:lnTo>
                <a:lnTo>
                  <a:pt x="205391" y="1914727"/>
                </a:lnTo>
                <a:lnTo>
                  <a:pt x="206497" y="1926770"/>
                </a:lnTo>
                <a:lnTo>
                  <a:pt x="20649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08772EB7-6872-4CB2-8680-2097CAB483FE}"/>
              </a:ext>
            </a:extLst>
          </p:cNvPr>
          <p:cNvSpPr>
            <a:spLocks noGrp="1"/>
          </p:cNvSpPr>
          <p:nvPr/>
        </p:nvSpPr>
        <p:spPr>
          <a:xfrm>
            <a:off x="5430377" y="5003409"/>
            <a:ext cx="206497" cy="1926770"/>
          </a:xfrm>
          <a:custGeom>
            <a:pathLst>
              <a:path w="206497" h="1926770">
                <a:moveTo>
                  <a:pt x="173351" y="1926770"/>
                </a:moveTo>
                <a:lnTo>
                  <a:pt x="33146" y="1926770"/>
                </a:lnTo>
                <a:lnTo>
                  <a:pt x="33903" y="1914727"/>
                </a:lnTo>
                <a:lnTo>
                  <a:pt x="36123" y="1902685"/>
                </a:lnTo>
                <a:lnTo>
                  <a:pt x="39662" y="1890643"/>
                </a:lnTo>
                <a:lnTo>
                  <a:pt x="44301" y="1878600"/>
                </a:lnTo>
                <a:lnTo>
                  <a:pt x="49761" y="1866558"/>
                </a:lnTo>
                <a:lnTo>
                  <a:pt x="55736" y="1854516"/>
                </a:lnTo>
                <a:lnTo>
                  <a:pt x="61921" y="1842473"/>
                </a:lnTo>
                <a:lnTo>
                  <a:pt x="68034" y="1830431"/>
                </a:lnTo>
                <a:lnTo>
                  <a:pt x="73837" y="1818389"/>
                </a:lnTo>
                <a:lnTo>
                  <a:pt x="79150" y="1806347"/>
                </a:lnTo>
                <a:lnTo>
                  <a:pt x="83854" y="1794304"/>
                </a:lnTo>
                <a:lnTo>
                  <a:pt x="87890" y="1782262"/>
                </a:lnTo>
                <a:lnTo>
                  <a:pt x="91251" y="1770220"/>
                </a:lnTo>
                <a:lnTo>
                  <a:pt x="93972" y="1758177"/>
                </a:lnTo>
                <a:lnTo>
                  <a:pt x="96114" y="1746135"/>
                </a:lnTo>
                <a:lnTo>
                  <a:pt x="97758" y="1734093"/>
                </a:lnTo>
                <a:lnTo>
                  <a:pt x="98988" y="1722050"/>
                </a:lnTo>
                <a:lnTo>
                  <a:pt x="99888" y="1710008"/>
                </a:lnTo>
                <a:lnTo>
                  <a:pt x="100529" y="1697966"/>
                </a:lnTo>
                <a:lnTo>
                  <a:pt x="100976" y="1685923"/>
                </a:lnTo>
                <a:lnTo>
                  <a:pt x="101277" y="1673881"/>
                </a:lnTo>
                <a:lnTo>
                  <a:pt x="101469" y="1661839"/>
                </a:lnTo>
                <a:lnTo>
                  <a:pt x="101580" y="1649796"/>
                </a:lnTo>
                <a:lnTo>
                  <a:pt x="101626" y="1637754"/>
                </a:lnTo>
                <a:lnTo>
                  <a:pt x="101621" y="1625712"/>
                </a:lnTo>
                <a:lnTo>
                  <a:pt x="101572" y="1613670"/>
                </a:lnTo>
                <a:lnTo>
                  <a:pt x="101484" y="1601627"/>
                </a:lnTo>
                <a:lnTo>
                  <a:pt x="101361" y="1589585"/>
                </a:lnTo>
                <a:lnTo>
                  <a:pt x="101208" y="1577543"/>
                </a:lnTo>
                <a:lnTo>
                  <a:pt x="101029" y="1565500"/>
                </a:lnTo>
                <a:lnTo>
                  <a:pt x="100829" y="1553458"/>
                </a:lnTo>
                <a:lnTo>
                  <a:pt x="100612" y="1541416"/>
                </a:lnTo>
                <a:lnTo>
                  <a:pt x="100384" y="1529373"/>
                </a:lnTo>
                <a:lnTo>
                  <a:pt x="100150" y="1517331"/>
                </a:lnTo>
                <a:lnTo>
                  <a:pt x="99915" y="1505289"/>
                </a:lnTo>
                <a:lnTo>
                  <a:pt x="99684" y="1493246"/>
                </a:lnTo>
                <a:lnTo>
                  <a:pt x="99459" y="1481204"/>
                </a:lnTo>
                <a:lnTo>
                  <a:pt x="99242" y="1469162"/>
                </a:lnTo>
                <a:lnTo>
                  <a:pt x="99036" y="1457120"/>
                </a:lnTo>
                <a:lnTo>
                  <a:pt x="98838" y="1445077"/>
                </a:lnTo>
                <a:lnTo>
                  <a:pt x="98647" y="1433035"/>
                </a:lnTo>
                <a:lnTo>
                  <a:pt x="98462" y="1420993"/>
                </a:lnTo>
                <a:lnTo>
                  <a:pt x="98279" y="1408950"/>
                </a:lnTo>
                <a:lnTo>
                  <a:pt x="98097" y="1396908"/>
                </a:lnTo>
                <a:lnTo>
                  <a:pt x="97916" y="1384866"/>
                </a:lnTo>
                <a:lnTo>
                  <a:pt x="97739" y="1372823"/>
                </a:lnTo>
                <a:lnTo>
                  <a:pt x="97569" y="1360781"/>
                </a:lnTo>
                <a:lnTo>
                  <a:pt x="97415" y="1348739"/>
                </a:lnTo>
                <a:lnTo>
                  <a:pt x="97286" y="1336696"/>
                </a:lnTo>
                <a:lnTo>
                  <a:pt x="97193" y="1324654"/>
                </a:lnTo>
                <a:lnTo>
                  <a:pt x="97146" y="1312612"/>
                </a:lnTo>
                <a:lnTo>
                  <a:pt x="97155" y="1300569"/>
                </a:lnTo>
                <a:lnTo>
                  <a:pt x="97226" y="1288527"/>
                </a:lnTo>
                <a:lnTo>
                  <a:pt x="97361" y="1276485"/>
                </a:lnTo>
                <a:lnTo>
                  <a:pt x="97560" y="1264443"/>
                </a:lnTo>
                <a:lnTo>
                  <a:pt x="97815" y="1252400"/>
                </a:lnTo>
                <a:lnTo>
                  <a:pt x="98117" y="1240358"/>
                </a:lnTo>
                <a:lnTo>
                  <a:pt x="98453" y="1228316"/>
                </a:lnTo>
                <a:lnTo>
                  <a:pt x="98809" y="1216273"/>
                </a:lnTo>
                <a:lnTo>
                  <a:pt x="99168" y="1204231"/>
                </a:lnTo>
                <a:lnTo>
                  <a:pt x="99516" y="1192189"/>
                </a:lnTo>
                <a:lnTo>
                  <a:pt x="99838" y="1180146"/>
                </a:lnTo>
                <a:lnTo>
                  <a:pt x="100122" y="1168104"/>
                </a:lnTo>
                <a:lnTo>
                  <a:pt x="100356" y="1156062"/>
                </a:lnTo>
                <a:lnTo>
                  <a:pt x="100531" y="1144019"/>
                </a:lnTo>
                <a:lnTo>
                  <a:pt x="100638" y="1131977"/>
                </a:lnTo>
                <a:lnTo>
                  <a:pt x="100670" y="1119935"/>
                </a:lnTo>
                <a:lnTo>
                  <a:pt x="100624" y="1107893"/>
                </a:lnTo>
                <a:lnTo>
                  <a:pt x="100498" y="1095850"/>
                </a:lnTo>
                <a:lnTo>
                  <a:pt x="100292" y="1083808"/>
                </a:lnTo>
                <a:lnTo>
                  <a:pt x="100014" y="1071766"/>
                </a:lnTo>
                <a:lnTo>
                  <a:pt x="99673" y="1059723"/>
                </a:lnTo>
                <a:lnTo>
                  <a:pt x="99286" y="1047681"/>
                </a:lnTo>
                <a:lnTo>
                  <a:pt x="98873" y="1035639"/>
                </a:lnTo>
                <a:lnTo>
                  <a:pt x="98461" y="1023596"/>
                </a:lnTo>
                <a:lnTo>
                  <a:pt x="98075" y="1011554"/>
                </a:lnTo>
                <a:lnTo>
                  <a:pt x="97743" y="999512"/>
                </a:lnTo>
                <a:lnTo>
                  <a:pt x="97490" y="987469"/>
                </a:lnTo>
                <a:lnTo>
                  <a:pt x="97337" y="975427"/>
                </a:lnTo>
                <a:lnTo>
                  <a:pt x="97297" y="963385"/>
                </a:lnTo>
                <a:lnTo>
                  <a:pt x="97375" y="951343"/>
                </a:lnTo>
                <a:lnTo>
                  <a:pt x="97568" y="939300"/>
                </a:lnTo>
                <a:lnTo>
                  <a:pt x="97863" y="927258"/>
                </a:lnTo>
                <a:lnTo>
                  <a:pt x="98240" y="915216"/>
                </a:lnTo>
                <a:lnTo>
                  <a:pt x="98677" y="903173"/>
                </a:lnTo>
                <a:lnTo>
                  <a:pt x="99144" y="891131"/>
                </a:lnTo>
                <a:lnTo>
                  <a:pt x="99614" y="879089"/>
                </a:lnTo>
                <a:lnTo>
                  <a:pt x="100061" y="867046"/>
                </a:lnTo>
                <a:lnTo>
                  <a:pt x="100463" y="855004"/>
                </a:lnTo>
                <a:lnTo>
                  <a:pt x="100802" y="842962"/>
                </a:lnTo>
                <a:lnTo>
                  <a:pt x="101067" y="830919"/>
                </a:lnTo>
                <a:lnTo>
                  <a:pt x="101252" y="818877"/>
                </a:lnTo>
                <a:lnTo>
                  <a:pt x="101357" y="806835"/>
                </a:lnTo>
                <a:lnTo>
                  <a:pt x="101384" y="794792"/>
                </a:lnTo>
                <a:lnTo>
                  <a:pt x="101344" y="782750"/>
                </a:lnTo>
                <a:lnTo>
                  <a:pt x="101246" y="770708"/>
                </a:lnTo>
                <a:lnTo>
                  <a:pt x="101104" y="758666"/>
                </a:lnTo>
                <a:lnTo>
                  <a:pt x="100932" y="746623"/>
                </a:lnTo>
                <a:lnTo>
                  <a:pt x="100743" y="734581"/>
                </a:lnTo>
                <a:lnTo>
                  <a:pt x="100553" y="722539"/>
                </a:lnTo>
                <a:lnTo>
                  <a:pt x="100375" y="710496"/>
                </a:lnTo>
                <a:lnTo>
                  <a:pt x="100220" y="698454"/>
                </a:lnTo>
                <a:lnTo>
                  <a:pt x="100098" y="686412"/>
                </a:lnTo>
                <a:lnTo>
                  <a:pt x="100017" y="674369"/>
                </a:lnTo>
                <a:lnTo>
                  <a:pt x="99979" y="662327"/>
                </a:lnTo>
                <a:lnTo>
                  <a:pt x="99987" y="650285"/>
                </a:lnTo>
                <a:lnTo>
                  <a:pt x="100039" y="638242"/>
                </a:lnTo>
                <a:lnTo>
                  <a:pt x="100128" y="626200"/>
                </a:lnTo>
                <a:lnTo>
                  <a:pt x="100250" y="614158"/>
                </a:lnTo>
                <a:lnTo>
                  <a:pt x="100394" y="602116"/>
                </a:lnTo>
                <a:lnTo>
                  <a:pt x="100552" y="590073"/>
                </a:lnTo>
                <a:lnTo>
                  <a:pt x="100715" y="578031"/>
                </a:lnTo>
                <a:lnTo>
                  <a:pt x="100876" y="565989"/>
                </a:lnTo>
                <a:lnTo>
                  <a:pt x="101028" y="553946"/>
                </a:lnTo>
                <a:lnTo>
                  <a:pt x="101168" y="541904"/>
                </a:lnTo>
                <a:lnTo>
                  <a:pt x="101296" y="529862"/>
                </a:lnTo>
                <a:lnTo>
                  <a:pt x="101412" y="517819"/>
                </a:lnTo>
                <a:lnTo>
                  <a:pt x="101519" y="505777"/>
                </a:lnTo>
                <a:lnTo>
                  <a:pt x="101619" y="493735"/>
                </a:lnTo>
                <a:lnTo>
                  <a:pt x="101717" y="481692"/>
                </a:lnTo>
                <a:lnTo>
                  <a:pt x="101814" y="469650"/>
                </a:lnTo>
                <a:lnTo>
                  <a:pt x="101912" y="457608"/>
                </a:lnTo>
                <a:lnTo>
                  <a:pt x="102011" y="445565"/>
                </a:lnTo>
                <a:lnTo>
                  <a:pt x="102108" y="433523"/>
                </a:lnTo>
                <a:lnTo>
                  <a:pt x="102201" y="421481"/>
                </a:lnTo>
                <a:lnTo>
                  <a:pt x="102286" y="409439"/>
                </a:lnTo>
                <a:lnTo>
                  <a:pt x="102358" y="397396"/>
                </a:lnTo>
                <a:lnTo>
                  <a:pt x="102413" y="385354"/>
                </a:lnTo>
                <a:lnTo>
                  <a:pt x="102447" y="373312"/>
                </a:lnTo>
                <a:lnTo>
                  <a:pt x="102459" y="361269"/>
                </a:lnTo>
                <a:lnTo>
                  <a:pt x="102447" y="349227"/>
                </a:lnTo>
                <a:lnTo>
                  <a:pt x="102410" y="337185"/>
                </a:lnTo>
                <a:lnTo>
                  <a:pt x="102349" y="325142"/>
                </a:lnTo>
                <a:lnTo>
                  <a:pt x="102265" y="313100"/>
                </a:lnTo>
                <a:lnTo>
                  <a:pt x="102155" y="301058"/>
                </a:lnTo>
                <a:lnTo>
                  <a:pt x="102016" y="289015"/>
                </a:lnTo>
                <a:lnTo>
                  <a:pt x="101836" y="276973"/>
                </a:lnTo>
                <a:lnTo>
                  <a:pt x="101597" y="264931"/>
                </a:lnTo>
                <a:lnTo>
                  <a:pt x="101270" y="252889"/>
                </a:lnTo>
                <a:lnTo>
                  <a:pt x="100809" y="240846"/>
                </a:lnTo>
                <a:lnTo>
                  <a:pt x="100154" y="228804"/>
                </a:lnTo>
                <a:lnTo>
                  <a:pt x="99225" y="216762"/>
                </a:lnTo>
                <a:lnTo>
                  <a:pt x="97923" y="204719"/>
                </a:lnTo>
                <a:lnTo>
                  <a:pt x="96133" y="192677"/>
                </a:lnTo>
                <a:lnTo>
                  <a:pt x="93727" y="180635"/>
                </a:lnTo>
                <a:lnTo>
                  <a:pt x="90577" y="168592"/>
                </a:lnTo>
                <a:lnTo>
                  <a:pt x="86560" y="156550"/>
                </a:lnTo>
                <a:lnTo>
                  <a:pt x="81583" y="144508"/>
                </a:lnTo>
                <a:lnTo>
                  <a:pt x="75594" y="132465"/>
                </a:lnTo>
                <a:lnTo>
                  <a:pt x="68601" y="120423"/>
                </a:lnTo>
                <a:lnTo>
                  <a:pt x="60695" y="108381"/>
                </a:lnTo>
                <a:lnTo>
                  <a:pt x="52052" y="96338"/>
                </a:lnTo>
                <a:lnTo>
                  <a:pt x="42942" y="84296"/>
                </a:lnTo>
                <a:lnTo>
                  <a:pt x="33719" y="72254"/>
                </a:lnTo>
                <a:lnTo>
                  <a:pt x="24804" y="60212"/>
                </a:lnTo>
                <a:lnTo>
                  <a:pt x="16655" y="48169"/>
                </a:lnTo>
                <a:lnTo>
                  <a:pt x="9731" y="36127"/>
                </a:lnTo>
                <a:lnTo>
                  <a:pt x="4445" y="24085"/>
                </a:lnTo>
                <a:lnTo>
                  <a:pt x="1130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67" y="12042"/>
                </a:lnTo>
                <a:lnTo>
                  <a:pt x="202052" y="24085"/>
                </a:lnTo>
                <a:lnTo>
                  <a:pt x="196766" y="36127"/>
                </a:lnTo>
                <a:lnTo>
                  <a:pt x="189842" y="48169"/>
                </a:lnTo>
                <a:lnTo>
                  <a:pt x="181693" y="60212"/>
                </a:lnTo>
                <a:lnTo>
                  <a:pt x="172778" y="72254"/>
                </a:lnTo>
                <a:lnTo>
                  <a:pt x="163555" y="84296"/>
                </a:lnTo>
                <a:lnTo>
                  <a:pt x="154445" y="96338"/>
                </a:lnTo>
                <a:lnTo>
                  <a:pt x="145802" y="108381"/>
                </a:lnTo>
                <a:lnTo>
                  <a:pt x="137896" y="120423"/>
                </a:lnTo>
                <a:lnTo>
                  <a:pt x="130904" y="132465"/>
                </a:lnTo>
                <a:lnTo>
                  <a:pt x="124914" y="144508"/>
                </a:lnTo>
                <a:lnTo>
                  <a:pt x="119937" y="156550"/>
                </a:lnTo>
                <a:lnTo>
                  <a:pt x="115920" y="168592"/>
                </a:lnTo>
                <a:lnTo>
                  <a:pt x="112770" y="180635"/>
                </a:lnTo>
                <a:lnTo>
                  <a:pt x="110364" y="192677"/>
                </a:lnTo>
                <a:lnTo>
                  <a:pt x="108574" y="204719"/>
                </a:lnTo>
                <a:lnTo>
                  <a:pt x="107272" y="216762"/>
                </a:lnTo>
                <a:lnTo>
                  <a:pt x="106343" y="228804"/>
                </a:lnTo>
                <a:lnTo>
                  <a:pt x="105688" y="240846"/>
                </a:lnTo>
                <a:lnTo>
                  <a:pt x="105227" y="252889"/>
                </a:lnTo>
                <a:lnTo>
                  <a:pt x="104900" y="264931"/>
                </a:lnTo>
                <a:lnTo>
                  <a:pt x="104661" y="276973"/>
                </a:lnTo>
                <a:lnTo>
                  <a:pt x="104481" y="289015"/>
                </a:lnTo>
                <a:lnTo>
                  <a:pt x="104342" y="301058"/>
                </a:lnTo>
                <a:lnTo>
                  <a:pt x="104232" y="313100"/>
                </a:lnTo>
                <a:lnTo>
                  <a:pt x="104148" y="325142"/>
                </a:lnTo>
                <a:lnTo>
                  <a:pt x="104087" y="337185"/>
                </a:lnTo>
                <a:lnTo>
                  <a:pt x="104051" y="349227"/>
                </a:lnTo>
                <a:lnTo>
                  <a:pt x="104038" y="361269"/>
                </a:lnTo>
                <a:lnTo>
                  <a:pt x="104050" y="373312"/>
                </a:lnTo>
                <a:lnTo>
                  <a:pt x="104084" y="385354"/>
                </a:lnTo>
                <a:lnTo>
                  <a:pt x="104139" y="397396"/>
                </a:lnTo>
                <a:lnTo>
                  <a:pt x="104211" y="409439"/>
                </a:lnTo>
                <a:lnTo>
                  <a:pt x="104296" y="421481"/>
                </a:lnTo>
                <a:lnTo>
                  <a:pt x="104389" y="433523"/>
                </a:lnTo>
                <a:lnTo>
                  <a:pt x="104486" y="445565"/>
                </a:lnTo>
                <a:lnTo>
                  <a:pt x="104585" y="457608"/>
                </a:lnTo>
                <a:lnTo>
                  <a:pt x="104683" y="469650"/>
                </a:lnTo>
                <a:lnTo>
                  <a:pt x="104780" y="481692"/>
                </a:lnTo>
                <a:lnTo>
                  <a:pt x="104878" y="493735"/>
                </a:lnTo>
                <a:lnTo>
                  <a:pt x="104978" y="505777"/>
                </a:lnTo>
                <a:lnTo>
                  <a:pt x="105085" y="517819"/>
                </a:lnTo>
                <a:lnTo>
                  <a:pt x="105201" y="529862"/>
                </a:lnTo>
                <a:lnTo>
                  <a:pt x="105329" y="541904"/>
                </a:lnTo>
                <a:lnTo>
                  <a:pt x="105469" y="553946"/>
                </a:lnTo>
                <a:lnTo>
                  <a:pt x="105621" y="565989"/>
                </a:lnTo>
                <a:lnTo>
                  <a:pt x="105782" y="578031"/>
                </a:lnTo>
                <a:lnTo>
                  <a:pt x="105945" y="590073"/>
                </a:lnTo>
                <a:lnTo>
                  <a:pt x="106103" y="602116"/>
                </a:lnTo>
                <a:lnTo>
                  <a:pt x="106247" y="614158"/>
                </a:lnTo>
                <a:lnTo>
                  <a:pt x="106369" y="626200"/>
                </a:lnTo>
                <a:lnTo>
                  <a:pt x="106459" y="638242"/>
                </a:lnTo>
                <a:lnTo>
                  <a:pt x="106510" y="650285"/>
                </a:lnTo>
                <a:lnTo>
                  <a:pt x="106518" y="662327"/>
                </a:lnTo>
                <a:lnTo>
                  <a:pt x="106481" y="674369"/>
                </a:lnTo>
                <a:lnTo>
                  <a:pt x="106399" y="686412"/>
                </a:lnTo>
                <a:lnTo>
                  <a:pt x="106277" y="698454"/>
                </a:lnTo>
                <a:lnTo>
                  <a:pt x="106122" y="710496"/>
                </a:lnTo>
                <a:lnTo>
                  <a:pt x="105944" y="722539"/>
                </a:lnTo>
                <a:lnTo>
                  <a:pt x="105754" y="734581"/>
                </a:lnTo>
                <a:lnTo>
                  <a:pt x="105566" y="746623"/>
                </a:lnTo>
                <a:lnTo>
                  <a:pt x="105393" y="758666"/>
                </a:lnTo>
                <a:lnTo>
                  <a:pt x="105251" y="770708"/>
                </a:lnTo>
                <a:lnTo>
                  <a:pt x="105153" y="782750"/>
                </a:lnTo>
                <a:lnTo>
                  <a:pt x="105113" y="794792"/>
                </a:lnTo>
                <a:lnTo>
                  <a:pt x="105141" y="806835"/>
                </a:lnTo>
                <a:lnTo>
                  <a:pt x="105245" y="818877"/>
                </a:lnTo>
                <a:lnTo>
                  <a:pt x="105430" y="830919"/>
                </a:lnTo>
                <a:lnTo>
                  <a:pt x="105695" y="842962"/>
                </a:lnTo>
                <a:lnTo>
                  <a:pt x="106034" y="855004"/>
                </a:lnTo>
                <a:lnTo>
                  <a:pt x="106436" y="867046"/>
                </a:lnTo>
                <a:lnTo>
                  <a:pt x="106883" y="879089"/>
                </a:lnTo>
                <a:lnTo>
                  <a:pt x="107353" y="891131"/>
                </a:lnTo>
                <a:lnTo>
                  <a:pt x="107820" y="903173"/>
                </a:lnTo>
                <a:lnTo>
                  <a:pt x="108257" y="915216"/>
                </a:lnTo>
                <a:lnTo>
                  <a:pt x="108635" y="927258"/>
                </a:lnTo>
                <a:lnTo>
                  <a:pt x="108929" y="939300"/>
                </a:lnTo>
                <a:lnTo>
                  <a:pt x="109122" y="951343"/>
                </a:lnTo>
                <a:lnTo>
                  <a:pt x="109200" y="963385"/>
                </a:lnTo>
                <a:lnTo>
                  <a:pt x="109160" y="975427"/>
                </a:lnTo>
                <a:lnTo>
                  <a:pt x="109007" y="987469"/>
                </a:lnTo>
                <a:lnTo>
                  <a:pt x="108754" y="999512"/>
                </a:lnTo>
                <a:lnTo>
                  <a:pt x="108423" y="1011554"/>
                </a:lnTo>
                <a:lnTo>
                  <a:pt x="108037" y="1023596"/>
                </a:lnTo>
                <a:lnTo>
                  <a:pt x="107624" y="1035639"/>
                </a:lnTo>
                <a:lnTo>
                  <a:pt x="107211" y="1047681"/>
                </a:lnTo>
                <a:lnTo>
                  <a:pt x="106824" y="1059723"/>
                </a:lnTo>
                <a:lnTo>
                  <a:pt x="106483" y="1071766"/>
                </a:lnTo>
                <a:lnTo>
                  <a:pt x="106205" y="1083808"/>
                </a:lnTo>
                <a:lnTo>
                  <a:pt x="105999" y="1095850"/>
                </a:lnTo>
                <a:lnTo>
                  <a:pt x="105873" y="1107893"/>
                </a:lnTo>
                <a:lnTo>
                  <a:pt x="105827" y="1119935"/>
                </a:lnTo>
                <a:lnTo>
                  <a:pt x="105859" y="1131977"/>
                </a:lnTo>
                <a:lnTo>
                  <a:pt x="105966" y="1144019"/>
                </a:lnTo>
                <a:lnTo>
                  <a:pt x="106141" y="1156062"/>
                </a:lnTo>
                <a:lnTo>
                  <a:pt x="106375" y="1168104"/>
                </a:lnTo>
                <a:lnTo>
                  <a:pt x="106659" y="1180146"/>
                </a:lnTo>
                <a:lnTo>
                  <a:pt x="106981" y="1192189"/>
                </a:lnTo>
                <a:lnTo>
                  <a:pt x="107329" y="1204231"/>
                </a:lnTo>
                <a:lnTo>
                  <a:pt x="107688" y="1216273"/>
                </a:lnTo>
                <a:lnTo>
                  <a:pt x="108044" y="1228316"/>
                </a:lnTo>
                <a:lnTo>
                  <a:pt x="108380" y="1240358"/>
                </a:lnTo>
                <a:lnTo>
                  <a:pt x="108682" y="1252400"/>
                </a:lnTo>
                <a:lnTo>
                  <a:pt x="108938" y="1264443"/>
                </a:lnTo>
                <a:lnTo>
                  <a:pt x="109136" y="1276485"/>
                </a:lnTo>
                <a:lnTo>
                  <a:pt x="109271" y="1288527"/>
                </a:lnTo>
                <a:lnTo>
                  <a:pt x="109342" y="1300569"/>
                </a:lnTo>
                <a:lnTo>
                  <a:pt x="109351" y="1312612"/>
                </a:lnTo>
                <a:lnTo>
                  <a:pt x="109304" y="1324654"/>
                </a:lnTo>
                <a:lnTo>
                  <a:pt x="109211" y="1336696"/>
                </a:lnTo>
                <a:lnTo>
                  <a:pt x="109082" y="1348739"/>
                </a:lnTo>
                <a:lnTo>
                  <a:pt x="108928" y="1360781"/>
                </a:lnTo>
                <a:lnTo>
                  <a:pt x="108758" y="1372823"/>
                </a:lnTo>
                <a:lnTo>
                  <a:pt x="108581" y="1384866"/>
                </a:lnTo>
                <a:lnTo>
                  <a:pt x="108400" y="1396908"/>
                </a:lnTo>
                <a:lnTo>
                  <a:pt x="108218" y="1408950"/>
                </a:lnTo>
                <a:lnTo>
                  <a:pt x="108035" y="1420993"/>
                </a:lnTo>
                <a:lnTo>
                  <a:pt x="107850" y="1433035"/>
                </a:lnTo>
                <a:lnTo>
                  <a:pt x="107659" y="1445077"/>
                </a:lnTo>
                <a:lnTo>
                  <a:pt x="107461" y="1457120"/>
                </a:lnTo>
                <a:lnTo>
                  <a:pt x="107255" y="1469162"/>
                </a:lnTo>
                <a:lnTo>
                  <a:pt x="107038" y="1481204"/>
                </a:lnTo>
                <a:lnTo>
                  <a:pt x="106813" y="1493246"/>
                </a:lnTo>
                <a:lnTo>
                  <a:pt x="106582" y="1505289"/>
                </a:lnTo>
                <a:lnTo>
                  <a:pt x="106347" y="1517331"/>
                </a:lnTo>
                <a:lnTo>
                  <a:pt x="106113" y="1529373"/>
                </a:lnTo>
                <a:lnTo>
                  <a:pt x="105885" y="1541416"/>
                </a:lnTo>
                <a:lnTo>
                  <a:pt x="105668" y="1553458"/>
                </a:lnTo>
                <a:lnTo>
                  <a:pt x="105468" y="1565500"/>
                </a:lnTo>
                <a:lnTo>
                  <a:pt x="105289" y="1577543"/>
                </a:lnTo>
                <a:lnTo>
                  <a:pt x="105136" y="1589585"/>
                </a:lnTo>
                <a:lnTo>
                  <a:pt x="105014" y="1601627"/>
                </a:lnTo>
                <a:lnTo>
                  <a:pt x="104926" y="1613670"/>
                </a:lnTo>
                <a:lnTo>
                  <a:pt x="104876" y="1625712"/>
                </a:lnTo>
                <a:lnTo>
                  <a:pt x="104871" y="1637754"/>
                </a:lnTo>
                <a:lnTo>
                  <a:pt x="104917" y="1649796"/>
                </a:lnTo>
                <a:lnTo>
                  <a:pt x="105028" y="1661839"/>
                </a:lnTo>
                <a:lnTo>
                  <a:pt x="105220" y="1673881"/>
                </a:lnTo>
                <a:lnTo>
                  <a:pt x="105521" y="1685923"/>
                </a:lnTo>
                <a:lnTo>
                  <a:pt x="105968" y="1697966"/>
                </a:lnTo>
                <a:lnTo>
                  <a:pt x="106610" y="1710008"/>
                </a:lnTo>
                <a:lnTo>
                  <a:pt x="107509" y="1722050"/>
                </a:lnTo>
                <a:lnTo>
                  <a:pt x="108739" y="1734093"/>
                </a:lnTo>
                <a:lnTo>
                  <a:pt x="110383" y="1746135"/>
                </a:lnTo>
                <a:lnTo>
                  <a:pt x="112525" y="1758177"/>
                </a:lnTo>
                <a:lnTo>
                  <a:pt x="115246" y="1770220"/>
                </a:lnTo>
                <a:lnTo>
                  <a:pt x="118607" y="1782262"/>
                </a:lnTo>
                <a:lnTo>
                  <a:pt x="122643" y="1794304"/>
                </a:lnTo>
                <a:lnTo>
                  <a:pt x="127347" y="1806347"/>
                </a:lnTo>
                <a:lnTo>
                  <a:pt x="132660" y="1818389"/>
                </a:lnTo>
                <a:lnTo>
                  <a:pt x="138463" y="1830431"/>
                </a:lnTo>
                <a:lnTo>
                  <a:pt x="144576" y="1842473"/>
                </a:lnTo>
                <a:lnTo>
                  <a:pt x="150761" y="1854516"/>
                </a:lnTo>
                <a:lnTo>
                  <a:pt x="156736" y="1866558"/>
                </a:lnTo>
                <a:lnTo>
                  <a:pt x="162196" y="1878600"/>
                </a:lnTo>
                <a:lnTo>
                  <a:pt x="166835" y="1890643"/>
                </a:lnTo>
                <a:lnTo>
                  <a:pt x="170375" y="1902685"/>
                </a:lnTo>
                <a:lnTo>
                  <a:pt x="172594" y="1914727"/>
                </a:lnTo>
                <a:lnTo>
                  <a:pt x="173351" y="1926770"/>
                </a:lnTo>
                <a:lnTo>
                  <a:pt x="173351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D806AE9A-0BF1-423A-81FB-A9D1A220A8DF}"/>
              </a:ext>
            </a:extLst>
          </p:cNvPr>
          <p:cNvSpPr>
            <a:spLocks noGrp="1"/>
          </p:cNvSpPr>
          <p:nvPr/>
        </p:nvSpPr>
        <p:spPr>
          <a:xfrm>
            <a:off x="5709427" y="5003409"/>
            <a:ext cx="206497" cy="1926770"/>
          </a:xfrm>
          <a:custGeom>
            <a:pathLst>
              <a:path w="206497" h="1926770">
                <a:moveTo>
                  <a:pt x="152012" y="1926770"/>
                </a:moveTo>
                <a:lnTo>
                  <a:pt x="54485" y="1926770"/>
                </a:lnTo>
                <a:lnTo>
                  <a:pt x="54978" y="1914727"/>
                </a:lnTo>
                <a:lnTo>
                  <a:pt x="56424" y="1902685"/>
                </a:lnTo>
                <a:lnTo>
                  <a:pt x="58734" y="1890643"/>
                </a:lnTo>
                <a:lnTo>
                  <a:pt x="61769" y="1878600"/>
                </a:lnTo>
                <a:lnTo>
                  <a:pt x="65355" y="1866558"/>
                </a:lnTo>
                <a:lnTo>
                  <a:pt x="69299" y="1854516"/>
                </a:lnTo>
                <a:lnTo>
                  <a:pt x="73407" y="1842473"/>
                </a:lnTo>
                <a:lnTo>
                  <a:pt x="77500" y="1830431"/>
                </a:lnTo>
                <a:lnTo>
                  <a:pt x="81423" y="1818389"/>
                </a:lnTo>
                <a:lnTo>
                  <a:pt x="85057" y="1806347"/>
                </a:lnTo>
                <a:lnTo>
                  <a:pt x="88319" y="1794304"/>
                </a:lnTo>
                <a:lnTo>
                  <a:pt x="91161" y="1782262"/>
                </a:lnTo>
                <a:lnTo>
                  <a:pt x="93568" y="1770220"/>
                </a:lnTo>
                <a:lnTo>
                  <a:pt x="95551" y="1758177"/>
                </a:lnTo>
                <a:lnTo>
                  <a:pt x="97138" y="1746135"/>
                </a:lnTo>
                <a:lnTo>
                  <a:pt x="98372" y="1734093"/>
                </a:lnTo>
                <a:lnTo>
                  <a:pt x="99298" y="1722050"/>
                </a:lnTo>
                <a:lnTo>
                  <a:pt x="99967" y="1710008"/>
                </a:lnTo>
                <a:lnTo>
                  <a:pt x="100427" y="1697966"/>
                </a:lnTo>
                <a:lnTo>
                  <a:pt x="100722" y="1685923"/>
                </a:lnTo>
                <a:lnTo>
                  <a:pt x="100891" y="1673881"/>
                </a:lnTo>
                <a:lnTo>
                  <a:pt x="100969" y="1661839"/>
                </a:lnTo>
                <a:lnTo>
                  <a:pt x="100985" y="1649796"/>
                </a:lnTo>
                <a:lnTo>
                  <a:pt x="100963" y="1637754"/>
                </a:lnTo>
                <a:lnTo>
                  <a:pt x="100922" y="1625712"/>
                </a:lnTo>
                <a:lnTo>
                  <a:pt x="100875" y="1613670"/>
                </a:lnTo>
                <a:lnTo>
                  <a:pt x="100829" y="1601627"/>
                </a:lnTo>
                <a:lnTo>
                  <a:pt x="100788" y="1589585"/>
                </a:lnTo>
                <a:lnTo>
                  <a:pt x="100754" y="1577543"/>
                </a:lnTo>
                <a:lnTo>
                  <a:pt x="100722" y="1565500"/>
                </a:lnTo>
                <a:lnTo>
                  <a:pt x="100688" y="1553458"/>
                </a:lnTo>
                <a:lnTo>
                  <a:pt x="100648" y="1541416"/>
                </a:lnTo>
                <a:lnTo>
                  <a:pt x="100596" y="1529373"/>
                </a:lnTo>
                <a:lnTo>
                  <a:pt x="100529" y="1517331"/>
                </a:lnTo>
                <a:lnTo>
                  <a:pt x="100446" y="1505289"/>
                </a:lnTo>
                <a:lnTo>
                  <a:pt x="100347" y="1493246"/>
                </a:lnTo>
                <a:lnTo>
                  <a:pt x="100234" y="1481204"/>
                </a:lnTo>
                <a:lnTo>
                  <a:pt x="100112" y="1469162"/>
                </a:lnTo>
                <a:lnTo>
                  <a:pt x="99983" y="1457120"/>
                </a:lnTo>
                <a:lnTo>
                  <a:pt x="99852" y="1445077"/>
                </a:lnTo>
                <a:lnTo>
                  <a:pt x="99724" y="1433035"/>
                </a:lnTo>
                <a:lnTo>
                  <a:pt x="99600" y="1420993"/>
                </a:lnTo>
                <a:lnTo>
                  <a:pt x="99482" y="1408950"/>
                </a:lnTo>
                <a:lnTo>
                  <a:pt x="99370" y="1396908"/>
                </a:lnTo>
                <a:lnTo>
                  <a:pt x="99267" y="1384866"/>
                </a:lnTo>
                <a:lnTo>
                  <a:pt x="99171" y="1372823"/>
                </a:lnTo>
                <a:lnTo>
                  <a:pt x="99083" y="1360781"/>
                </a:lnTo>
                <a:lnTo>
                  <a:pt x="99006" y="1348739"/>
                </a:lnTo>
                <a:lnTo>
                  <a:pt x="98942" y="1336696"/>
                </a:lnTo>
                <a:lnTo>
                  <a:pt x="98894" y="1324654"/>
                </a:lnTo>
                <a:lnTo>
                  <a:pt x="98865" y="1312612"/>
                </a:lnTo>
                <a:lnTo>
                  <a:pt x="98857" y="1300569"/>
                </a:lnTo>
                <a:lnTo>
                  <a:pt x="98874" y="1288527"/>
                </a:lnTo>
                <a:lnTo>
                  <a:pt x="98915" y="1276485"/>
                </a:lnTo>
                <a:lnTo>
                  <a:pt x="98981" y="1264443"/>
                </a:lnTo>
                <a:lnTo>
                  <a:pt x="99070" y="1252400"/>
                </a:lnTo>
                <a:lnTo>
                  <a:pt x="99180" y="1240358"/>
                </a:lnTo>
                <a:lnTo>
                  <a:pt x="99307" y="1228316"/>
                </a:lnTo>
                <a:lnTo>
                  <a:pt x="99450" y="1216273"/>
                </a:lnTo>
                <a:lnTo>
                  <a:pt x="99604" y="1204231"/>
                </a:lnTo>
                <a:lnTo>
                  <a:pt x="99769" y="1192189"/>
                </a:lnTo>
                <a:lnTo>
                  <a:pt x="99943" y="1180146"/>
                </a:lnTo>
                <a:lnTo>
                  <a:pt x="100125" y="1168104"/>
                </a:lnTo>
                <a:lnTo>
                  <a:pt x="100314" y="1156062"/>
                </a:lnTo>
                <a:lnTo>
                  <a:pt x="100507" y="1144019"/>
                </a:lnTo>
                <a:lnTo>
                  <a:pt x="100703" y="1131977"/>
                </a:lnTo>
                <a:lnTo>
                  <a:pt x="100897" y="1119935"/>
                </a:lnTo>
                <a:lnTo>
                  <a:pt x="101087" y="1107893"/>
                </a:lnTo>
                <a:lnTo>
                  <a:pt x="101266" y="1095850"/>
                </a:lnTo>
                <a:lnTo>
                  <a:pt x="101430" y="1083808"/>
                </a:lnTo>
                <a:lnTo>
                  <a:pt x="101576" y="1071766"/>
                </a:lnTo>
                <a:lnTo>
                  <a:pt x="101701" y="1059723"/>
                </a:lnTo>
                <a:lnTo>
                  <a:pt x="101803" y="1047681"/>
                </a:lnTo>
                <a:lnTo>
                  <a:pt x="101884" y="1035639"/>
                </a:lnTo>
                <a:lnTo>
                  <a:pt x="101945" y="1023596"/>
                </a:lnTo>
                <a:lnTo>
                  <a:pt x="101990" y="1011554"/>
                </a:lnTo>
                <a:lnTo>
                  <a:pt x="102026" y="999512"/>
                </a:lnTo>
                <a:lnTo>
                  <a:pt x="102056" y="987469"/>
                </a:lnTo>
                <a:lnTo>
                  <a:pt x="102086" y="975427"/>
                </a:lnTo>
                <a:lnTo>
                  <a:pt x="102121" y="963385"/>
                </a:lnTo>
                <a:lnTo>
                  <a:pt x="102162" y="951343"/>
                </a:lnTo>
                <a:lnTo>
                  <a:pt x="102211" y="939300"/>
                </a:lnTo>
                <a:lnTo>
                  <a:pt x="102268" y="927258"/>
                </a:lnTo>
                <a:lnTo>
                  <a:pt x="102329" y="915216"/>
                </a:lnTo>
                <a:lnTo>
                  <a:pt x="102392" y="903173"/>
                </a:lnTo>
                <a:lnTo>
                  <a:pt x="102452" y="891131"/>
                </a:lnTo>
                <a:lnTo>
                  <a:pt x="102504" y="879089"/>
                </a:lnTo>
                <a:lnTo>
                  <a:pt x="102545" y="867046"/>
                </a:lnTo>
                <a:lnTo>
                  <a:pt x="102572" y="855004"/>
                </a:lnTo>
                <a:lnTo>
                  <a:pt x="102581" y="842962"/>
                </a:lnTo>
                <a:lnTo>
                  <a:pt x="102573" y="830919"/>
                </a:lnTo>
                <a:lnTo>
                  <a:pt x="102548" y="818877"/>
                </a:lnTo>
                <a:lnTo>
                  <a:pt x="102510" y="806835"/>
                </a:lnTo>
                <a:lnTo>
                  <a:pt x="102461" y="794792"/>
                </a:lnTo>
                <a:lnTo>
                  <a:pt x="102407" y="782750"/>
                </a:lnTo>
                <a:lnTo>
                  <a:pt x="102353" y="770708"/>
                </a:lnTo>
                <a:lnTo>
                  <a:pt x="102303" y="758666"/>
                </a:lnTo>
                <a:lnTo>
                  <a:pt x="102264" y="746623"/>
                </a:lnTo>
                <a:lnTo>
                  <a:pt x="102239" y="734581"/>
                </a:lnTo>
                <a:lnTo>
                  <a:pt x="102230" y="722539"/>
                </a:lnTo>
                <a:lnTo>
                  <a:pt x="102239" y="710496"/>
                </a:lnTo>
                <a:lnTo>
                  <a:pt x="102263" y="698454"/>
                </a:lnTo>
                <a:lnTo>
                  <a:pt x="102301" y="686412"/>
                </a:lnTo>
                <a:lnTo>
                  <a:pt x="102349" y="674369"/>
                </a:lnTo>
                <a:lnTo>
                  <a:pt x="102401" y="662327"/>
                </a:lnTo>
                <a:lnTo>
                  <a:pt x="102451" y="650285"/>
                </a:lnTo>
                <a:lnTo>
                  <a:pt x="102494" y="638242"/>
                </a:lnTo>
                <a:lnTo>
                  <a:pt x="102524" y="626200"/>
                </a:lnTo>
                <a:lnTo>
                  <a:pt x="102535" y="614158"/>
                </a:lnTo>
                <a:lnTo>
                  <a:pt x="102525" y="602116"/>
                </a:lnTo>
                <a:lnTo>
                  <a:pt x="102489" y="590073"/>
                </a:lnTo>
                <a:lnTo>
                  <a:pt x="102428" y="578031"/>
                </a:lnTo>
                <a:lnTo>
                  <a:pt x="102340" y="565989"/>
                </a:lnTo>
                <a:lnTo>
                  <a:pt x="102228" y="553946"/>
                </a:lnTo>
                <a:lnTo>
                  <a:pt x="102093" y="541904"/>
                </a:lnTo>
                <a:lnTo>
                  <a:pt x="101941" y="529862"/>
                </a:lnTo>
                <a:lnTo>
                  <a:pt x="101774" y="517819"/>
                </a:lnTo>
                <a:lnTo>
                  <a:pt x="101598" y="505777"/>
                </a:lnTo>
                <a:lnTo>
                  <a:pt x="101420" y="493735"/>
                </a:lnTo>
                <a:lnTo>
                  <a:pt x="101244" y="481692"/>
                </a:lnTo>
                <a:lnTo>
                  <a:pt x="101077" y="469650"/>
                </a:lnTo>
                <a:lnTo>
                  <a:pt x="100925" y="457608"/>
                </a:lnTo>
                <a:lnTo>
                  <a:pt x="100793" y="445565"/>
                </a:lnTo>
                <a:lnTo>
                  <a:pt x="100686" y="433523"/>
                </a:lnTo>
                <a:lnTo>
                  <a:pt x="100608" y="421481"/>
                </a:lnTo>
                <a:lnTo>
                  <a:pt x="100561" y="409439"/>
                </a:lnTo>
                <a:lnTo>
                  <a:pt x="100546" y="397396"/>
                </a:lnTo>
                <a:lnTo>
                  <a:pt x="100562" y="385354"/>
                </a:lnTo>
                <a:lnTo>
                  <a:pt x="100607" y="373312"/>
                </a:lnTo>
                <a:lnTo>
                  <a:pt x="100677" y="361269"/>
                </a:lnTo>
                <a:lnTo>
                  <a:pt x="100764" y="349227"/>
                </a:lnTo>
                <a:lnTo>
                  <a:pt x="100862" y="337185"/>
                </a:lnTo>
                <a:lnTo>
                  <a:pt x="100964" y="325142"/>
                </a:lnTo>
                <a:lnTo>
                  <a:pt x="101058" y="313100"/>
                </a:lnTo>
                <a:lnTo>
                  <a:pt x="101133" y="301058"/>
                </a:lnTo>
                <a:lnTo>
                  <a:pt x="101176" y="289015"/>
                </a:lnTo>
                <a:lnTo>
                  <a:pt x="101167" y="276973"/>
                </a:lnTo>
                <a:lnTo>
                  <a:pt x="101080" y="264931"/>
                </a:lnTo>
                <a:lnTo>
                  <a:pt x="100881" y="252889"/>
                </a:lnTo>
                <a:lnTo>
                  <a:pt x="100522" y="240846"/>
                </a:lnTo>
                <a:lnTo>
                  <a:pt x="99941" y="228804"/>
                </a:lnTo>
                <a:lnTo>
                  <a:pt x="99058" y="216762"/>
                </a:lnTo>
                <a:lnTo>
                  <a:pt x="97776" y="204719"/>
                </a:lnTo>
                <a:lnTo>
                  <a:pt x="95984" y="192677"/>
                </a:lnTo>
                <a:lnTo>
                  <a:pt x="93559" y="180635"/>
                </a:lnTo>
                <a:lnTo>
                  <a:pt x="90376" y="168592"/>
                </a:lnTo>
                <a:lnTo>
                  <a:pt x="86320" y="156550"/>
                </a:lnTo>
                <a:lnTo>
                  <a:pt x="81303" y="144508"/>
                </a:lnTo>
                <a:lnTo>
                  <a:pt x="75279" y="132465"/>
                </a:lnTo>
                <a:lnTo>
                  <a:pt x="68264" y="120423"/>
                </a:lnTo>
                <a:lnTo>
                  <a:pt x="60350" y="108381"/>
                </a:lnTo>
                <a:lnTo>
                  <a:pt x="51717" y="96338"/>
                </a:lnTo>
                <a:lnTo>
                  <a:pt x="42635" y="84296"/>
                </a:lnTo>
                <a:lnTo>
                  <a:pt x="33456" y="72254"/>
                </a:lnTo>
                <a:lnTo>
                  <a:pt x="24596" y="60212"/>
                </a:lnTo>
                <a:lnTo>
                  <a:pt x="16508" y="48169"/>
                </a:lnTo>
                <a:lnTo>
                  <a:pt x="9641" y="36127"/>
                </a:lnTo>
                <a:lnTo>
                  <a:pt x="4402" y="24085"/>
                </a:lnTo>
                <a:lnTo>
                  <a:pt x="1119" y="12042"/>
                </a:lnTo>
                <a:lnTo>
                  <a:pt x="0" y="0"/>
                </a:lnTo>
                <a:lnTo>
                  <a:pt x="206497" y="0"/>
                </a:lnTo>
                <a:lnTo>
                  <a:pt x="206497" y="0"/>
                </a:lnTo>
                <a:lnTo>
                  <a:pt x="205378" y="12042"/>
                </a:lnTo>
                <a:lnTo>
                  <a:pt x="202095" y="24085"/>
                </a:lnTo>
                <a:lnTo>
                  <a:pt x="196856" y="36127"/>
                </a:lnTo>
                <a:lnTo>
                  <a:pt x="189989" y="48169"/>
                </a:lnTo>
                <a:lnTo>
                  <a:pt x="181901" y="60212"/>
                </a:lnTo>
                <a:lnTo>
                  <a:pt x="173041" y="72254"/>
                </a:lnTo>
                <a:lnTo>
                  <a:pt x="163862" y="84296"/>
                </a:lnTo>
                <a:lnTo>
                  <a:pt x="154780" y="96338"/>
                </a:lnTo>
                <a:lnTo>
                  <a:pt x="146147" y="108381"/>
                </a:lnTo>
                <a:lnTo>
                  <a:pt x="138233" y="120423"/>
                </a:lnTo>
                <a:lnTo>
                  <a:pt x="131218" y="132465"/>
                </a:lnTo>
                <a:lnTo>
                  <a:pt x="125194" y="144508"/>
                </a:lnTo>
                <a:lnTo>
                  <a:pt x="120177" y="156550"/>
                </a:lnTo>
                <a:lnTo>
                  <a:pt x="116121" y="168592"/>
                </a:lnTo>
                <a:lnTo>
                  <a:pt x="112938" y="180635"/>
                </a:lnTo>
                <a:lnTo>
                  <a:pt x="110513" y="192677"/>
                </a:lnTo>
                <a:lnTo>
                  <a:pt x="108721" y="204719"/>
                </a:lnTo>
                <a:lnTo>
                  <a:pt x="107439" y="216762"/>
                </a:lnTo>
                <a:lnTo>
                  <a:pt x="106556" y="228804"/>
                </a:lnTo>
                <a:lnTo>
                  <a:pt x="105975" y="240846"/>
                </a:lnTo>
                <a:lnTo>
                  <a:pt x="105616" y="252889"/>
                </a:lnTo>
                <a:lnTo>
                  <a:pt x="105417" y="264931"/>
                </a:lnTo>
                <a:lnTo>
                  <a:pt x="105330" y="276973"/>
                </a:lnTo>
                <a:lnTo>
                  <a:pt x="105321" y="289015"/>
                </a:lnTo>
                <a:lnTo>
                  <a:pt x="105364" y="301058"/>
                </a:lnTo>
                <a:lnTo>
                  <a:pt x="105439" y="313100"/>
                </a:lnTo>
                <a:lnTo>
                  <a:pt x="105534" y="325142"/>
                </a:lnTo>
                <a:lnTo>
                  <a:pt x="105635" y="337185"/>
                </a:lnTo>
                <a:lnTo>
                  <a:pt x="105733" y="349227"/>
                </a:lnTo>
                <a:lnTo>
                  <a:pt x="105821" y="361269"/>
                </a:lnTo>
                <a:lnTo>
                  <a:pt x="105890" y="373312"/>
                </a:lnTo>
                <a:lnTo>
                  <a:pt x="105935" y="385354"/>
                </a:lnTo>
                <a:lnTo>
                  <a:pt x="105951" y="397396"/>
                </a:lnTo>
                <a:lnTo>
                  <a:pt x="105936" y="409439"/>
                </a:lnTo>
                <a:lnTo>
                  <a:pt x="105890" y="421481"/>
                </a:lnTo>
                <a:lnTo>
                  <a:pt x="105811" y="433523"/>
                </a:lnTo>
                <a:lnTo>
                  <a:pt x="105704" y="445565"/>
                </a:lnTo>
                <a:lnTo>
                  <a:pt x="105572" y="457608"/>
                </a:lnTo>
                <a:lnTo>
                  <a:pt x="105420" y="469650"/>
                </a:lnTo>
                <a:lnTo>
                  <a:pt x="105253" y="481692"/>
                </a:lnTo>
                <a:lnTo>
                  <a:pt x="105077" y="493735"/>
                </a:lnTo>
                <a:lnTo>
                  <a:pt x="104899" y="505777"/>
                </a:lnTo>
                <a:lnTo>
                  <a:pt x="104723" y="517819"/>
                </a:lnTo>
                <a:lnTo>
                  <a:pt x="104557" y="529862"/>
                </a:lnTo>
                <a:lnTo>
                  <a:pt x="104404" y="541904"/>
                </a:lnTo>
                <a:lnTo>
                  <a:pt x="104269" y="553946"/>
                </a:lnTo>
                <a:lnTo>
                  <a:pt x="104157" y="565989"/>
                </a:lnTo>
                <a:lnTo>
                  <a:pt x="104070" y="578031"/>
                </a:lnTo>
                <a:lnTo>
                  <a:pt x="104008" y="590073"/>
                </a:lnTo>
                <a:lnTo>
                  <a:pt x="103973" y="602116"/>
                </a:lnTo>
                <a:lnTo>
                  <a:pt x="103962" y="614158"/>
                </a:lnTo>
                <a:lnTo>
                  <a:pt x="103973" y="626200"/>
                </a:lnTo>
                <a:lnTo>
                  <a:pt x="104003" y="638242"/>
                </a:lnTo>
                <a:lnTo>
                  <a:pt x="104046" y="650285"/>
                </a:lnTo>
                <a:lnTo>
                  <a:pt x="104096" y="662327"/>
                </a:lnTo>
                <a:lnTo>
                  <a:pt x="104148" y="674369"/>
                </a:lnTo>
                <a:lnTo>
                  <a:pt x="104196" y="686412"/>
                </a:lnTo>
                <a:lnTo>
                  <a:pt x="104234" y="698454"/>
                </a:lnTo>
                <a:lnTo>
                  <a:pt x="104258" y="710496"/>
                </a:lnTo>
                <a:lnTo>
                  <a:pt x="104267" y="722539"/>
                </a:lnTo>
                <a:lnTo>
                  <a:pt x="104258" y="734581"/>
                </a:lnTo>
                <a:lnTo>
                  <a:pt x="104233" y="746623"/>
                </a:lnTo>
                <a:lnTo>
                  <a:pt x="104194" y="758666"/>
                </a:lnTo>
                <a:lnTo>
                  <a:pt x="104145" y="770708"/>
                </a:lnTo>
                <a:lnTo>
                  <a:pt x="104090" y="782750"/>
                </a:lnTo>
                <a:lnTo>
                  <a:pt x="104036" y="794792"/>
                </a:lnTo>
                <a:lnTo>
                  <a:pt x="103987" y="806835"/>
                </a:lnTo>
                <a:lnTo>
                  <a:pt x="103949" y="818877"/>
                </a:lnTo>
                <a:lnTo>
                  <a:pt x="103924" y="830919"/>
                </a:lnTo>
                <a:lnTo>
                  <a:pt x="103916" y="842962"/>
                </a:lnTo>
                <a:lnTo>
                  <a:pt x="103925" y="855004"/>
                </a:lnTo>
                <a:lnTo>
                  <a:pt x="103952" y="867046"/>
                </a:lnTo>
                <a:lnTo>
                  <a:pt x="103993" y="879089"/>
                </a:lnTo>
                <a:lnTo>
                  <a:pt x="104045" y="891131"/>
                </a:lnTo>
                <a:lnTo>
                  <a:pt x="104105" y="903173"/>
                </a:lnTo>
                <a:lnTo>
                  <a:pt x="104168" y="915216"/>
                </a:lnTo>
                <a:lnTo>
                  <a:pt x="104229" y="927258"/>
                </a:lnTo>
                <a:lnTo>
                  <a:pt x="104286" y="939300"/>
                </a:lnTo>
                <a:lnTo>
                  <a:pt x="104335" y="951343"/>
                </a:lnTo>
                <a:lnTo>
                  <a:pt x="104376" y="963385"/>
                </a:lnTo>
                <a:lnTo>
                  <a:pt x="104411" y="975427"/>
                </a:lnTo>
                <a:lnTo>
                  <a:pt x="104441" y="987469"/>
                </a:lnTo>
                <a:lnTo>
                  <a:pt x="104471" y="999512"/>
                </a:lnTo>
                <a:lnTo>
                  <a:pt x="104507" y="1011554"/>
                </a:lnTo>
                <a:lnTo>
                  <a:pt x="104553" y="1023596"/>
                </a:lnTo>
                <a:lnTo>
                  <a:pt x="104614" y="1035639"/>
                </a:lnTo>
                <a:lnTo>
                  <a:pt x="104694" y="1047681"/>
                </a:lnTo>
                <a:lnTo>
                  <a:pt x="104796" y="1059723"/>
                </a:lnTo>
                <a:lnTo>
                  <a:pt x="104921" y="1071766"/>
                </a:lnTo>
                <a:lnTo>
                  <a:pt x="105067" y="1083808"/>
                </a:lnTo>
                <a:lnTo>
                  <a:pt x="105231" y="1095850"/>
                </a:lnTo>
                <a:lnTo>
                  <a:pt x="105411" y="1107893"/>
                </a:lnTo>
                <a:lnTo>
                  <a:pt x="105600" y="1119935"/>
                </a:lnTo>
                <a:lnTo>
                  <a:pt x="105794" y="1131977"/>
                </a:lnTo>
                <a:lnTo>
                  <a:pt x="105990" y="1144019"/>
                </a:lnTo>
                <a:lnTo>
                  <a:pt x="106183" y="1156062"/>
                </a:lnTo>
                <a:lnTo>
                  <a:pt x="106372" y="1168104"/>
                </a:lnTo>
                <a:lnTo>
                  <a:pt x="106554" y="1180146"/>
                </a:lnTo>
                <a:lnTo>
                  <a:pt x="106728" y="1192189"/>
                </a:lnTo>
                <a:lnTo>
                  <a:pt x="106893" y="1204231"/>
                </a:lnTo>
                <a:lnTo>
                  <a:pt x="107048" y="1216273"/>
                </a:lnTo>
                <a:lnTo>
                  <a:pt x="107190" y="1228316"/>
                </a:lnTo>
                <a:lnTo>
                  <a:pt x="107317" y="1240358"/>
                </a:lnTo>
                <a:lnTo>
                  <a:pt x="107427" y="1252400"/>
                </a:lnTo>
                <a:lnTo>
                  <a:pt x="107516" y="1264443"/>
                </a:lnTo>
                <a:lnTo>
                  <a:pt x="107582" y="1276485"/>
                </a:lnTo>
                <a:lnTo>
                  <a:pt x="107623" y="1288527"/>
                </a:lnTo>
                <a:lnTo>
                  <a:pt x="107640" y="1300569"/>
                </a:lnTo>
                <a:lnTo>
                  <a:pt x="107632" y="1312612"/>
                </a:lnTo>
                <a:lnTo>
                  <a:pt x="107603" y="1324654"/>
                </a:lnTo>
                <a:lnTo>
                  <a:pt x="107555" y="1336696"/>
                </a:lnTo>
                <a:lnTo>
                  <a:pt x="107491" y="1348739"/>
                </a:lnTo>
                <a:lnTo>
                  <a:pt x="107414" y="1360781"/>
                </a:lnTo>
                <a:lnTo>
                  <a:pt x="107327" y="1372823"/>
                </a:lnTo>
                <a:lnTo>
                  <a:pt x="107231" y="1384866"/>
                </a:lnTo>
                <a:lnTo>
                  <a:pt x="107127" y="1396908"/>
                </a:lnTo>
                <a:lnTo>
                  <a:pt x="107016" y="1408950"/>
                </a:lnTo>
                <a:lnTo>
                  <a:pt x="106897" y="1420993"/>
                </a:lnTo>
                <a:lnTo>
                  <a:pt x="106773" y="1433035"/>
                </a:lnTo>
                <a:lnTo>
                  <a:pt x="106645" y="1445077"/>
                </a:lnTo>
                <a:lnTo>
                  <a:pt x="106514" y="1457120"/>
                </a:lnTo>
                <a:lnTo>
                  <a:pt x="106386" y="1469162"/>
                </a:lnTo>
                <a:lnTo>
                  <a:pt x="106263" y="1481204"/>
                </a:lnTo>
                <a:lnTo>
                  <a:pt x="106150" y="1493246"/>
                </a:lnTo>
                <a:lnTo>
                  <a:pt x="106051" y="1505289"/>
                </a:lnTo>
                <a:lnTo>
                  <a:pt x="105968" y="1517331"/>
                </a:lnTo>
                <a:lnTo>
                  <a:pt x="105901" y="1529373"/>
                </a:lnTo>
                <a:lnTo>
                  <a:pt x="105849" y="1541416"/>
                </a:lnTo>
                <a:lnTo>
                  <a:pt x="105809" y="1553458"/>
                </a:lnTo>
                <a:lnTo>
                  <a:pt x="105775" y="1565500"/>
                </a:lnTo>
                <a:lnTo>
                  <a:pt x="105743" y="1577543"/>
                </a:lnTo>
                <a:lnTo>
                  <a:pt x="105709" y="1589585"/>
                </a:lnTo>
                <a:lnTo>
                  <a:pt x="105668" y="1601627"/>
                </a:lnTo>
                <a:lnTo>
                  <a:pt x="105623" y="1613670"/>
                </a:lnTo>
                <a:lnTo>
                  <a:pt x="105575" y="1625712"/>
                </a:lnTo>
                <a:lnTo>
                  <a:pt x="105534" y="1637754"/>
                </a:lnTo>
                <a:lnTo>
                  <a:pt x="105512" y="1649796"/>
                </a:lnTo>
                <a:lnTo>
                  <a:pt x="105528" y="1661839"/>
                </a:lnTo>
                <a:lnTo>
                  <a:pt x="105607" y="1673881"/>
                </a:lnTo>
                <a:lnTo>
                  <a:pt x="105776" y="1685923"/>
                </a:lnTo>
                <a:lnTo>
                  <a:pt x="106070" y="1697966"/>
                </a:lnTo>
                <a:lnTo>
                  <a:pt x="106530" y="1710008"/>
                </a:lnTo>
                <a:lnTo>
                  <a:pt x="107199" y="1722050"/>
                </a:lnTo>
                <a:lnTo>
                  <a:pt x="108125" y="1734093"/>
                </a:lnTo>
                <a:lnTo>
                  <a:pt x="109359" y="1746135"/>
                </a:lnTo>
                <a:lnTo>
                  <a:pt x="110946" y="1758177"/>
                </a:lnTo>
                <a:lnTo>
                  <a:pt x="112929" y="1770220"/>
                </a:lnTo>
                <a:lnTo>
                  <a:pt x="115336" y="1782262"/>
                </a:lnTo>
                <a:lnTo>
                  <a:pt x="118178" y="1794304"/>
                </a:lnTo>
                <a:lnTo>
                  <a:pt x="121440" y="1806347"/>
                </a:lnTo>
                <a:lnTo>
                  <a:pt x="125074" y="1818389"/>
                </a:lnTo>
                <a:lnTo>
                  <a:pt x="128997" y="1830431"/>
                </a:lnTo>
                <a:lnTo>
                  <a:pt x="133090" y="1842473"/>
                </a:lnTo>
                <a:lnTo>
                  <a:pt x="137198" y="1854516"/>
                </a:lnTo>
                <a:lnTo>
                  <a:pt x="141142" y="1866558"/>
                </a:lnTo>
                <a:lnTo>
                  <a:pt x="144728" y="1878600"/>
                </a:lnTo>
                <a:lnTo>
                  <a:pt x="147763" y="1890643"/>
                </a:lnTo>
                <a:lnTo>
                  <a:pt x="150073" y="1902685"/>
                </a:lnTo>
                <a:lnTo>
                  <a:pt x="151519" y="1914727"/>
                </a:lnTo>
                <a:lnTo>
                  <a:pt x="152012" y="1926770"/>
                </a:lnTo>
                <a:lnTo>
                  <a:pt x="152012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31C86296-48C7-4F36-9C71-1B4AB87F8952}"/>
              </a:ext>
            </a:extLst>
          </p:cNvPr>
          <p:cNvSpPr>
            <a:spLocks noGrp="1"/>
          </p:cNvSpPr>
          <p:nvPr/>
        </p:nvSpPr>
        <p:spPr>
          <a:xfrm>
            <a:off x="415270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473CD517-5E26-41BA-83A9-F55B66C823C3}"/>
              </a:ext>
            </a:extLst>
          </p:cNvPr>
          <p:cNvSpPr>
            <a:spLocks noGrp="1"/>
          </p:cNvSpPr>
          <p:nvPr/>
        </p:nvSpPr>
        <p:spPr>
          <a:xfrm>
            <a:off x="4116603" y="6013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11B6DAA1-BDFC-4DB9-B64A-CDC14FF99355}"/>
              </a:ext>
            </a:extLst>
          </p:cNvPr>
          <p:cNvSpPr>
            <a:spLocks noGrp="1"/>
          </p:cNvSpPr>
          <p:nvPr/>
        </p:nvSpPr>
        <p:spPr>
          <a:xfrm>
            <a:off x="403085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B778655F-3ACD-4D8E-B982-D81F492C8C19}"/>
              </a:ext>
            </a:extLst>
          </p:cNvPr>
          <p:cNvSpPr>
            <a:spLocks noGrp="1"/>
          </p:cNvSpPr>
          <p:nvPr/>
        </p:nvSpPr>
        <p:spPr>
          <a:xfrm>
            <a:off x="4069363" y="5811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8DAB0496-4BFA-4573-890F-5C4DEA1A18B7}"/>
              </a:ext>
            </a:extLst>
          </p:cNvPr>
          <p:cNvSpPr>
            <a:spLocks noGrp="1"/>
          </p:cNvSpPr>
          <p:nvPr/>
        </p:nvSpPr>
        <p:spPr>
          <a:xfrm>
            <a:off x="4060774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B95B9BFD-B17F-40D4-88C8-FCA0FB954D03}"/>
              </a:ext>
            </a:extLst>
          </p:cNvPr>
          <p:cNvSpPr>
            <a:spLocks noGrp="1"/>
          </p:cNvSpPr>
          <p:nvPr/>
        </p:nvSpPr>
        <p:spPr>
          <a:xfrm>
            <a:off x="4053058" y="63053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52964488-143A-4AF1-A32C-36B1E671CA9C}"/>
              </a:ext>
            </a:extLst>
          </p:cNvPr>
          <p:cNvSpPr>
            <a:spLocks noGrp="1"/>
          </p:cNvSpPr>
          <p:nvPr/>
        </p:nvSpPr>
        <p:spPr>
          <a:xfrm>
            <a:off x="4103522" y="65724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CC7C7228-5ECE-48E8-BFC3-541A0CC52828}"/>
              </a:ext>
            </a:extLst>
          </p:cNvPr>
          <p:cNvSpPr>
            <a:spLocks noGrp="1"/>
          </p:cNvSpPr>
          <p:nvPr/>
        </p:nvSpPr>
        <p:spPr>
          <a:xfrm>
            <a:off x="4063439" y="60366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9DA95E34-1434-4042-9472-D32CFBC8175D}"/>
              </a:ext>
            </a:extLst>
          </p:cNvPr>
          <p:cNvSpPr>
            <a:spLocks noGrp="1"/>
          </p:cNvSpPr>
          <p:nvPr/>
        </p:nvSpPr>
        <p:spPr>
          <a:xfrm>
            <a:off x="413955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097A7A79-5E0D-4673-BBD7-8B19F41EAEF5}"/>
              </a:ext>
            </a:extLst>
          </p:cNvPr>
          <p:cNvSpPr>
            <a:spLocks noGrp="1"/>
          </p:cNvSpPr>
          <p:nvPr/>
        </p:nvSpPr>
        <p:spPr>
          <a:xfrm>
            <a:off x="4085988" y="6527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EFD70BD4-92E0-4AC2-AEB4-85D64D858198}"/>
              </a:ext>
            </a:extLst>
          </p:cNvPr>
          <p:cNvSpPr>
            <a:spLocks noGrp="1"/>
          </p:cNvSpPr>
          <p:nvPr/>
        </p:nvSpPr>
        <p:spPr>
          <a:xfrm>
            <a:off x="406319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295EC963-62D3-4BB9-9896-8A5538D143F5}"/>
              </a:ext>
            </a:extLst>
          </p:cNvPr>
          <p:cNvSpPr>
            <a:spLocks noGrp="1"/>
          </p:cNvSpPr>
          <p:nvPr/>
        </p:nvSpPr>
        <p:spPr>
          <a:xfrm>
            <a:off x="4143663" y="64536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7D5034BD-A424-4F55-9E51-4B74624F31B2}"/>
              </a:ext>
            </a:extLst>
          </p:cNvPr>
          <p:cNvSpPr>
            <a:spLocks noGrp="1"/>
          </p:cNvSpPr>
          <p:nvPr/>
        </p:nvSpPr>
        <p:spPr>
          <a:xfrm>
            <a:off x="413308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A2988221-B1A3-4062-AE67-A6DC767B672C}"/>
              </a:ext>
            </a:extLst>
          </p:cNvPr>
          <p:cNvSpPr>
            <a:spLocks noGrp="1"/>
          </p:cNvSpPr>
          <p:nvPr/>
        </p:nvSpPr>
        <p:spPr>
          <a:xfrm>
            <a:off x="41509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0C88EADC-99A7-43CC-A9ED-D931DA07D7A9}"/>
              </a:ext>
            </a:extLst>
          </p:cNvPr>
          <p:cNvSpPr>
            <a:spLocks noGrp="1"/>
          </p:cNvSpPr>
          <p:nvPr/>
        </p:nvSpPr>
        <p:spPr>
          <a:xfrm>
            <a:off x="4076854" y="5371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ED66C275-8971-416D-A912-D755312C4912}"/>
              </a:ext>
            </a:extLst>
          </p:cNvPr>
          <p:cNvSpPr>
            <a:spLocks noGrp="1"/>
          </p:cNvSpPr>
          <p:nvPr/>
        </p:nvSpPr>
        <p:spPr>
          <a:xfrm>
            <a:off x="41184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31D205D7-606F-4E16-AA66-487B1FFF7114}"/>
              </a:ext>
            </a:extLst>
          </p:cNvPr>
          <p:cNvSpPr>
            <a:spLocks noGrp="1"/>
          </p:cNvSpPr>
          <p:nvPr/>
        </p:nvSpPr>
        <p:spPr>
          <a:xfrm>
            <a:off x="4063754" y="6398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165BD136-43C5-4CDB-A952-BE9DB5FB982F}"/>
              </a:ext>
            </a:extLst>
          </p:cNvPr>
          <p:cNvSpPr>
            <a:spLocks noGrp="1"/>
          </p:cNvSpPr>
          <p:nvPr/>
        </p:nvSpPr>
        <p:spPr>
          <a:xfrm>
            <a:off x="4159456" y="61417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6557F69B-E9BA-4660-B7CC-43D507FF0B34}"/>
              </a:ext>
            </a:extLst>
          </p:cNvPr>
          <p:cNvSpPr>
            <a:spLocks noGrp="1"/>
          </p:cNvSpPr>
          <p:nvPr/>
        </p:nvSpPr>
        <p:spPr>
          <a:xfrm>
            <a:off x="4123784" y="66812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0F4E25A-7FA5-4C76-9A93-A7867D7D521E}"/>
              </a:ext>
            </a:extLst>
          </p:cNvPr>
          <p:cNvSpPr>
            <a:spLocks noGrp="1"/>
          </p:cNvSpPr>
          <p:nvPr/>
        </p:nvSpPr>
        <p:spPr>
          <a:xfrm>
            <a:off x="415938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3AF6E13A-80B4-4C71-9619-0A5315A9B761}"/>
              </a:ext>
            </a:extLst>
          </p:cNvPr>
          <p:cNvSpPr>
            <a:spLocks noGrp="1"/>
          </p:cNvSpPr>
          <p:nvPr/>
        </p:nvSpPr>
        <p:spPr>
          <a:xfrm>
            <a:off x="4042577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433757FE-BEC5-4B49-9C6C-39251F18FC08}"/>
              </a:ext>
            </a:extLst>
          </p:cNvPr>
          <p:cNvSpPr>
            <a:spLocks noGrp="1"/>
          </p:cNvSpPr>
          <p:nvPr/>
        </p:nvSpPr>
        <p:spPr>
          <a:xfrm>
            <a:off x="405523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2E6525F8-71E6-4F00-B9F1-1924E1EE3AAE}"/>
              </a:ext>
            </a:extLst>
          </p:cNvPr>
          <p:cNvSpPr>
            <a:spLocks noGrp="1"/>
          </p:cNvSpPr>
          <p:nvPr/>
        </p:nvSpPr>
        <p:spPr>
          <a:xfrm>
            <a:off x="4117808" y="55361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9A6F0B44-1C58-4963-B709-2E585DF12F67}"/>
              </a:ext>
            </a:extLst>
          </p:cNvPr>
          <p:cNvSpPr>
            <a:spLocks noGrp="1"/>
          </p:cNvSpPr>
          <p:nvPr/>
        </p:nvSpPr>
        <p:spPr>
          <a:xfrm>
            <a:off x="4073259" y="61417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5393EFA3-E32B-456B-9BB4-69FF3199F54C}"/>
              </a:ext>
            </a:extLst>
          </p:cNvPr>
          <p:cNvSpPr>
            <a:spLocks noGrp="1"/>
          </p:cNvSpPr>
          <p:nvPr/>
        </p:nvSpPr>
        <p:spPr>
          <a:xfrm>
            <a:off x="412953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C960ABBC-510F-4168-A24E-00FD09CCB983}"/>
              </a:ext>
            </a:extLst>
          </p:cNvPr>
          <p:cNvSpPr>
            <a:spLocks noGrp="1"/>
          </p:cNvSpPr>
          <p:nvPr/>
        </p:nvSpPr>
        <p:spPr>
          <a:xfrm>
            <a:off x="4031094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CB0E2A01-A535-48C2-A9F9-5FEA6B19F15E}"/>
              </a:ext>
            </a:extLst>
          </p:cNvPr>
          <p:cNvSpPr>
            <a:spLocks noGrp="1"/>
          </p:cNvSpPr>
          <p:nvPr/>
        </p:nvSpPr>
        <p:spPr>
          <a:xfrm>
            <a:off x="404420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3F7BC48C-F24B-446D-89A8-D018284367AB}"/>
              </a:ext>
            </a:extLst>
          </p:cNvPr>
          <p:cNvSpPr>
            <a:spLocks noGrp="1"/>
          </p:cNvSpPr>
          <p:nvPr/>
        </p:nvSpPr>
        <p:spPr>
          <a:xfrm>
            <a:off x="4072560" y="56279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906E3D0C-D0B8-4582-A51F-B59581919725}"/>
              </a:ext>
            </a:extLst>
          </p:cNvPr>
          <p:cNvSpPr>
            <a:spLocks noGrp="1"/>
          </p:cNvSpPr>
          <p:nvPr/>
        </p:nvSpPr>
        <p:spPr>
          <a:xfrm>
            <a:off x="404308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BF345024-9A9D-4D53-B8B8-A3464D06BDCB}"/>
              </a:ext>
            </a:extLst>
          </p:cNvPr>
          <p:cNvSpPr>
            <a:spLocks noGrp="1"/>
          </p:cNvSpPr>
          <p:nvPr/>
        </p:nvSpPr>
        <p:spPr>
          <a:xfrm>
            <a:off x="415297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66F2C00D-AB67-49D4-92EE-60C263105043}"/>
              </a:ext>
            </a:extLst>
          </p:cNvPr>
          <p:cNvSpPr>
            <a:spLocks noGrp="1"/>
          </p:cNvSpPr>
          <p:nvPr/>
        </p:nvSpPr>
        <p:spPr>
          <a:xfrm>
            <a:off x="4148233" y="67748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68F8F9DD-598D-4D3E-8660-9D2B000D27B2}"/>
              </a:ext>
            </a:extLst>
          </p:cNvPr>
          <p:cNvSpPr>
            <a:spLocks noGrp="1"/>
          </p:cNvSpPr>
          <p:nvPr/>
        </p:nvSpPr>
        <p:spPr>
          <a:xfrm>
            <a:off x="411800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03AFEBE0-C881-4D51-A81F-76E0A084C1B4}"/>
              </a:ext>
            </a:extLst>
          </p:cNvPr>
          <p:cNvSpPr>
            <a:spLocks noGrp="1"/>
          </p:cNvSpPr>
          <p:nvPr/>
        </p:nvSpPr>
        <p:spPr>
          <a:xfrm>
            <a:off x="4126134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E6AD84ED-DFE2-49F2-AE23-FFC318110DC7}"/>
              </a:ext>
            </a:extLst>
          </p:cNvPr>
          <p:cNvSpPr>
            <a:spLocks noGrp="1"/>
          </p:cNvSpPr>
          <p:nvPr/>
        </p:nvSpPr>
        <p:spPr>
          <a:xfrm>
            <a:off x="4099431" y="6430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39EB6CB5-16DE-443A-B0B8-7CDDEAD0ED70}"/>
              </a:ext>
            </a:extLst>
          </p:cNvPr>
          <p:cNvSpPr>
            <a:spLocks noGrp="1"/>
          </p:cNvSpPr>
          <p:nvPr/>
        </p:nvSpPr>
        <p:spPr>
          <a:xfrm>
            <a:off x="4059982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11C3AB44-0D4D-4863-893F-12C23568A887}"/>
              </a:ext>
            </a:extLst>
          </p:cNvPr>
          <p:cNvSpPr>
            <a:spLocks noGrp="1"/>
          </p:cNvSpPr>
          <p:nvPr/>
        </p:nvSpPr>
        <p:spPr>
          <a:xfrm>
            <a:off x="403942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FF7B5919-5443-4412-819F-A9A47AC972C0}"/>
              </a:ext>
            </a:extLst>
          </p:cNvPr>
          <p:cNvSpPr>
            <a:spLocks noGrp="1"/>
          </p:cNvSpPr>
          <p:nvPr/>
        </p:nvSpPr>
        <p:spPr>
          <a:xfrm>
            <a:off x="4157786" y="61417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CC87AE47-F32C-4F28-8C43-CBEA39DBFAE8}"/>
              </a:ext>
            </a:extLst>
          </p:cNvPr>
          <p:cNvSpPr>
            <a:spLocks noGrp="1"/>
          </p:cNvSpPr>
          <p:nvPr/>
        </p:nvSpPr>
        <p:spPr>
          <a:xfrm>
            <a:off x="4058141" y="66983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CAB03772-1F62-47F3-8BEB-BBC54D751978}"/>
              </a:ext>
            </a:extLst>
          </p:cNvPr>
          <p:cNvSpPr>
            <a:spLocks noGrp="1"/>
          </p:cNvSpPr>
          <p:nvPr/>
        </p:nvSpPr>
        <p:spPr>
          <a:xfrm>
            <a:off x="413440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6CA359A8-AAC4-406A-87F8-0A98FA86EE2B}"/>
              </a:ext>
            </a:extLst>
          </p:cNvPr>
          <p:cNvSpPr>
            <a:spLocks noGrp="1"/>
          </p:cNvSpPr>
          <p:nvPr/>
        </p:nvSpPr>
        <p:spPr>
          <a:xfrm>
            <a:off x="4052616" y="66983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6F7E6612-4B6E-4E07-9DDD-57EE39FC840F}"/>
              </a:ext>
            </a:extLst>
          </p:cNvPr>
          <p:cNvSpPr>
            <a:spLocks noGrp="1"/>
          </p:cNvSpPr>
          <p:nvPr/>
        </p:nvSpPr>
        <p:spPr>
          <a:xfrm>
            <a:off x="4148898" y="68557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3AF9E68-1FB8-4B35-8A77-BBD26E460167}"/>
              </a:ext>
            </a:extLst>
          </p:cNvPr>
          <p:cNvSpPr>
            <a:spLocks noGrp="1"/>
          </p:cNvSpPr>
          <p:nvPr/>
        </p:nvSpPr>
        <p:spPr>
          <a:xfrm>
            <a:off x="4125780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AA2D5363-75C6-4980-BA7E-8BA3F144C009}"/>
              </a:ext>
            </a:extLst>
          </p:cNvPr>
          <p:cNvSpPr>
            <a:spLocks noGrp="1"/>
          </p:cNvSpPr>
          <p:nvPr/>
        </p:nvSpPr>
        <p:spPr>
          <a:xfrm>
            <a:off x="4132327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C22D8115-4279-4A4D-A95F-B00FFFDFA63E}"/>
              </a:ext>
            </a:extLst>
          </p:cNvPr>
          <p:cNvSpPr>
            <a:spLocks noGrp="1"/>
          </p:cNvSpPr>
          <p:nvPr/>
        </p:nvSpPr>
        <p:spPr>
          <a:xfrm>
            <a:off x="4111487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5D253AC3-B7FE-4771-BC8F-1C28BAF44010}"/>
              </a:ext>
            </a:extLst>
          </p:cNvPr>
          <p:cNvSpPr>
            <a:spLocks noGrp="1"/>
          </p:cNvSpPr>
          <p:nvPr/>
        </p:nvSpPr>
        <p:spPr>
          <a:xfrm>
            <a:off x="4064522" y="6562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4432B7E4-6D86-42FB-8849-258D94EE7B8D}"/>
              </a:ext>
            </a:extLst>
          </p:cNvPr>
          <p:cNvSpPr>
            <a:spLocks noGrp="1"/>
          </p:cNvSpPr>
          <p:nvPr/>
        </p:nvSpPr>
        <p:spPr>
          <a:xfrm>
            <a:off x="4079786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6C1195EE-A373-4D35-AA21-363F9CB4546C}"/>
              </a:ext>
            </a:extLst>
          </p:cNvPr>
          <p:cNvSpPr>
            <a:spLocks noGrp="1"/>
          </p:cNvSpPr>
          <p:nvPr/>
        </p:nvSpPr>
        <p:spPr>
          <a:xfrm>
            <a:off x="410870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484DF8AA-08E0-4BFB-A2DD-C91E41993A48}"/>
              </a:ext>
            </a:extLst>
          </p:cNvPr>
          <p:cNvSpPr>
            <a:spLocks noGrp="1"/>
          </p:cNvSpPr>
          <p:nvPr/>
        </p:nvSpPr>
        <p:spPr>
          <a:xfrm>
            <a:off x="406762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42EB2C05-B1A8-4E82-89EB-957123FA0945}"/>
              </a:ext>
            </a:extLst>
          </p:cNvPr>
          <p:cNvSpPr>
            <a:spLocks noGrp="1"/>
          </p:cNvSpPr>
          <p:nvPr/>
        </p:nvSpPr>
        <p:spPr>
          <a:xfrm>
            <a:off x="4143935" y="62415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03B8A847-E29C-42E6-A794-5EF631EA0A1F}"/>
              </a:ext>
            </a:extLst>
          </p:cNvPr>
          <p:cNvSpPr>
            <a:spLocks noGrp="1"/>
          </p:cNvSpPr>
          <p:nvPr/>
        </p:nvSpPr>
        <p:spPr>
          <a:xfrm>
            <a:off x="40887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7F345C93-F8D5-45D6-9DBD-ADD2AD62CF52}"/>
              </a:ext>
            </a:extLst>
          </p:cNvPr>
          <p:cNvSpPr>
            <a:spLocks noGrp="1"/>
          </p:cNvSpPr>
          <p:nvPr/>
        </p:nvSpPr>
        <p:spPr>
          <a:xfrm>
            <a:off x="410104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3C7D2D7D-4D31-4E67-B111-76F6151561A2}"/>
              </a:ext>
            </a:extLst>
          </p:cNvPr>
          <p:cNvSpPr>
            <a:spLocks noGrp="1"/>
          </p:cNvSpPr>
          <p:nvPr/>
        </p:nvSpPr>
        <p:spPr>
          <a:xfrm>
            <a:off x="4027252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270CCFD8-71DF-42EA-9A8D-603A96CB178C}"/>
              </a:ext>
            </a:extLst>
          </p:cNvPr>
          <p:cNvSpPr>
            <a:spLocks noGrp="1"/>
          </p:cNvSpPr>
          <p:nvPr/>
        </p:nvSpPr>
        <p:spPr>
          <a:xfrm>
            <a:off x="4069942" y="66983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0A2C0F76-71E8-4202-B52F-CF8B7222E14A}"/>
              </a:ext>
            </a:extLst>
          </p:cNvPr>
          <p:cNvSpPr>
            <a:spLocks noGrp="1"/>
          </p:cNvSpPr>
          <p:nvPr/>
        </p:nvSpPr>
        <p:spPr>
          <a:xfrm>
            <a:off x="40797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BBD2D5E4-EE69-41A0-8D00-AAA4874AA841}"/>
              </a:ext>
            </a:extLst>
          </p:cNvPr>
          <p:cNvSpPr>
            <a:spLocks noGrp="1"/>
          </p:cNvSpPr>
          <p:nvPr/>
        </p:nvSpPr>
        <p:spPr>
          <a:xfrm>
            <a:off x="4053139" y="58420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D4830916-197A-46C7-9752-B07D2FD527F2}"/>
              </a:ext>
            </a:extLst>
          </p:cNvPr>
          <p:cNvSpPr>
            <a:spLocks noGrp="1"/>
          </p:cNvSpPr>
          <p:nvPr/>
        </p:nvSpPr>
        <p:spPr>
          <a:xfrm>
            <a:off x="4046960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19FF2C64-E300-4DBA-81FD-4DC7E09E3313}"/>
              </a:ext>
            </a:extLst>
          </p:cNvPr>
          <p:cNvSpPr>
            <a:spLocks noGrp="1"/>
          </p:cNvSpPr>
          <p:nvPr/>
        </p:nvSpPr>
        <p:spPr>
          <a:xfrm>
            <a:off x="4156321" y="6562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85C54021-A2DF-475C-823F-77FE17934329}"/>
              </a:ext>
            </a:extLst>
          </p:cNvPr>
          <p:cNvSpPr>
            <a:spLocks noGrp="1"/>
          </p:cNvSpPr>
          <p:nvPr/>
        </p:nvSpPr>
        <p:spPr>
          <a:xfrm>
            <a:off x="4036380" y="62380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F0FC5136-A31F-4C4E-88A4-623E4E61C4CD}"/>
              </a:ext>
            </a:extLst>
          </p:cNvPr>
          <p:cNvSpPr>
            <a:spLocks noGrp="1"/>
          </p:cNvSpPr>
          <p:nvPr/>
        </p:nvSpPr>
        <p:spPr>
          <a:xfrm>
            <a:off x="4037812" y="55637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9462CBFB-4044-4E15-9164-C4BFE43A738A}"/>
              </a:ext>
            </a:extLst>
          </p:cNvPr>
          <p:cNvSpPr>
            <a:spLocks noGrp="1"/>
          </p:cNvSpPr>
          <p:nvPr/>
        </p:nvSpPr>
        <p:spPr>
          <a:xfrm>
            <a:off x="412891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F73C0699-8021-4BDF-91DA-64F1547092B9}"/>
              </a:ext>
            </a:extLst>
          </p:cNvPr>
          <p:cNvSpPr>
            <a:spLocks noGrp="1"/>
          </p:cNvSpPr>
          <p:nvPr/>
        </p:nvSpPr>
        <p:spPr>
          <a:xfrm>
            <a:off x="4036063" y="61417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311B3F35-567A-47AD-9B2D-2B1541BC6E8C}"/>
              </a:ext>
            </a:extLst>
          </p:cNvPr>
          <p:cNvSpPr>
            <a:spLocks noGrp="1"/>
          </p:cNvSpPr>
          <p:nvPr/>
        </p:nvSpPr>
        <p:spPr>
          <a:xfrm>
            <a:off x="411781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536C1D52-821D-452C-88E2-1628FF5FEEAA}"/>
              </a:ext>
            </a:extLst>
          </p:cNvPr>
          <p:cNvSpPr>
            <a:spLocks noGrp="1"/>
          </p:cNvSpPr>
          <p:nvPr/>
        </p:nvSpPr>
        <p:spPr>
          <a:xfrm>
            <a:off x="403065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9700A1F1-A60D-4AE4-8DC2-6B7D9AB1C570}"/>
              </a:ext>
            </a:extLst>
          </p:cNvPr>
          <p:cNvSpPr>
            <a:spLocks noGrp="1"/>
          </p:cNvSpPr>
          <p:nvPr/>
        </p:nvSpPr>
        <p:spPr>
          <a:xfrm>
            <a:off x="4110686" y="67920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425CC033-5A81-4535-8098-9A1AB226A8AA}"/>
              </a:ext>
            </a:extLst>
          </p:cNvPr>
          <p:cNvSpPr>
            <a:spLocks noGrp="1"/>
          </p:cNvSpPr>
          <p:nvPr/>
        </p:nvSpPr>
        <p:spPr>
          <a:xfrm>
            <a:off x="410476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CC31EFEB-B627-49E9-8492-4EB7EDFDF256}"/>
              </a:ext>
            </a:extLst>
          </p:cNvPr>
          <p:cNvSpPr>
            <a:spLocks noGrp="1"/>
          </p:cNvSpPr>
          <p:nvPr/>
        </p:nvSpPr>
        <p:spPr>
          <a:xfrm>
            <a:off x="413268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9F83198A-DF33-432F-AB8C-529BBE4B9D5C}"/>
              </a:ext>
            </a:extLst>
          </p:cNvPr>
          <p:cNvSpPr>
            <a:spLocks noGrp="1"/>
          </p:cNvSpPr>
          <p:nvPr/>
        </p:nvSpPr>
        <p:spPr>
          <a:xfrm>
            <a:off x="4091599" y="6527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CDF4A3B1-78F1-47B8-B2BD-61C19B49B6F9}"/>
              </a:ext>
            </a:extLst>
          </p:cNvPr>
          <p:cNvSpPr>
            <a:spLocks noGrp="1"/>
          </p:cNvSpPr>
          <p:nvPr/>
        </p:nvSpPr>
        <p:spPr>
          <a:xfrm>
            <a:off x="4047962" y="67372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9AF1B13B-1E5D-47DB-95E7-4323DECE4463}"/>
              </a:ext>
            </a:extLst>
          </p:cNvPr>
          <p:cNvSpPr>
            <a:spLocks noGrp="1"/>
          </p:cNvSpPr>
          <p:nvPr/>
        </p:nvSpPr>
        <p:spPr>
          <a:xfrm>
            <a:off x="4149895" y="6719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A2682E30-5B13-4D50-88F3-C0E61B7DFA3E}"/>
              </a:ext>
            </a:extLst>
          </p:cNvPr>
          <p:cNvSpPr>
            <a:spLocks noGrp="1"/>
          </p:cNvSpPr>
          <p:nvPr/>
        </p:nvSpPr>
        <p:spPr>
          <a:xfrm>
            <a:off x="4033549" y="58614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FF1D050F-F784-437E-AAA0-ABE16A485E8B}"/>
              </a:ext>
            </a:extLst>
          </p:cNvPr>
          <p:cNvSpPr>
            <a:spLocks noGrp="1"/>
          </p:cNvSpPr>
          <p:nvPr/>
        </p:nvSpPr>
        <p:spPr>
          <a:xfrm>
            <a:off x="413290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CB1FE668-1D32-4E89-AA44-3652C7F14B87}"/>
              </a:ext>
            </a:extLst>
          </p:cNvPr>
          <p:cNvSpPr>
            <a:spLocks noGrp="1"/>
          </p:cNvSpPr>
          <p:nvPr/>
        </p:nvSpPr>
        <p:spPr>
          <a:xfrm>
            <a:off x="4029188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9BD4477B-A56B-458A-87AC-89D545840F1B}"/>
              </a:ext>
            </a:extLst>
          </p:cNvPr>
          <p:cNvSpPr>
            <a:spLocks noGrp="1"/>
          </p:cNvSpPr>
          <p:nvPr/>
        </p:nvSpPr>
        <p:spPr>
          <a:xfrm>
            <a:off x="41039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9B52D3DD-4394-414B-8AC1-75615F0873B7}"/>
              </a:ext>
            </a:extLst>
          </p:cNvPr>
          <p:cNvSpPr>
            <a:spLocks noGrp="1"/>
          </p:cNvSpPr>
          <p:nvPr/>
        </p:nvSpPr>
        <p:spPr>
          <a:xfrm>
            <a:off x="403241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AD6DCADD-78CD-48CE-AA10-AA2B14B53963}"/>
              </a:ext>
            </a:extLst>
          </p:cNvPr>
          <p:cNvSpPr>
            <a:spLocks noGrp="1"/>
          </p:cNvSpPr>
          <p:nvPr/>
        </p:nvSpPr>
        <p:spPr>
          <a:xfrm>
            <a:off x="413337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FA4AF832-670E-4757-9575-FF3E4E73ED4B}"/>
              </a:ext>
            </a:extLst>
          </p:cNvPr>
          <p:cNvSpPr>
            <a:spLocks noGrp="1"/>
          </p:cNvSpPr>
          <p:nvPr/>
        </p:nvSpPr>
        <p:spPr>
          <a:xfrm>
            <a:off x="4140333" y="67839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50738FF-A68D-4034-89D3-A44E22E9D505}"/>
              </a:ext>
            </a:extLst>
          </p:cNvPr>
          <p:cNvSpPr>
            <a:spLocks noGrp="1"/>
          </p:cNvSpPr>
          <p:nvPr/>
        </p:nvSpPr>
        <p:spPr>
          <a:xfrm>
            <a:off x="4112636" y="67372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8CDB0D4F-6E98-4F19-8F7A-D2EC62D74C87}"/>
              </a:ext>
            </a:extLst>
          </p:cNvPr>
          <p:cNvSpPr>
            <a:spLocks noGrp="1"/>
          </p:cNvSpPr>
          <p:nvPr/>
        </p:nvSpPr>
        <p:spPr>
          <a:xfrm>
            <a:off x="406117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57D6E64F-F047-40DF-B6BB-B909F4CA786A}"/>
              </a:ext>
            </a:extLst>
          </p:cNvPr>
          <p:cNvSpPr>
            <a:spLocks noGrp="1"/>
          </p:cNvSpPr>
          <p:nvPr/>
        </p:nvSpPr>
        <p:spPr>
          <a:xfrm>
            <a:off x="415540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B8F4269C-E867-48B7-B5E9-68E5E5EA1926}"/>
              </a:ext>
            </a:extLst>
          </p:cNvPr>
          <p:cNvSpPr>
            <a:spLocks noGrp="1"/>
          </p:cNvSpPr>
          <p:nvPr/>
        </p:nvSpPr>
        <p:spPr>
          <a:xfrm>
            <a:off x="4129106" y="68373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EC601EC1-A623-441D-955C-06F6698ABE51}"/>
              </a:ext>
            </a:extLst>
          </p:cNvPr>
          <p:cNvSpPr>
            <a:spLocks noGrp="1"/>
          </p:cNvSpPr>
          <p:nvPr/>
        </p:nvSpPr>
        <p:spPr>
          <a:xfrm>
            <a:off x="409126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12332956-ED46-4231-B4B9-95FE6854A3E6}"/>
              </a:ext>
            </a:extLst>
          </p:cNvPr>
          <p:cNvSpPr>
            <a:spLocks noGrp="1"/>
          </p:cNvSpPr>
          <p:nvPr/>
        </p:nvSpPr>
        <p:spPr>
          <a:xfrm>
            <a:off x="41553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0D0D0844-AE6A-4ACA-906C-78BD71548C22}"/>
              </a:ext>
            </a:extLst>
          </p:cNvPr>
          <p:cNvSpPr>
            <a:spLocks noGrp="1"/>
          </p:cNvSpPr>
          <p:nvPr/>
        </p:nvSpPr>
        <p:spPr>
          <a:xfrm>
            <a:off x="41009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76105544-E607-4C15-A65A-74EDCA9D169A}"/>
              </a:ext>
            </a:extLst>
          </p:cNvPr>
          <p:cNvSpPr>
            <a:spLocks noGrp="1"/>
          </p:cNvSpPr>
          <p:nvPr/>
        </p:nvSpPr>
        <p:spPr>
          <a:xfrm>
            <a:off x="407779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C0053D13-59C8-4140-983D-2FD465E51CBC}"/>
              </a:ext>
            </a:extLst>
          </p:cNvPr>
          <p:cNvSpPr>
            <a:spLocks noGrp="1"/>
          </p:cNvSpPr>
          <p:nvPr/>
        </p:nvSpPr>
        <p:spPr>
          <a:xfrm>
            <a:off x="4104676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8600B57B-D902-47EB-ABCF-C91F0B841693}"/>
              </a:ext>
            </a:extLst>
          </p:cNvPr>
          <p:cNvSpPr>
            <a:spLocks noGrp="1"/>
          </p:cNvSpPr>
          <p:nvPr/>
        </p:nvSpPr>
        <p:spPr>
          <a:xfrm>
            <a:off x="4042621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B5676501-44DA-4314-A91E-9539BD863499}"/>
              </a:ext>
            </a:extLst>
          </p:cNvPr>
          <p:cNvSpPr>
            <a:spLocks noGrp="1"/>
          </p:cNvSpPr>
          <p:nvPr/>
        </p:nvSpPr>
        <p:spPr>
          <a:xfrm>
            <a:off x="4059873" y="57563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DCAF5C59-81CA-4667-8496-3CF44FD7C5EB}"/>
              </a:ext>
            </a:extLst>
          </p:cNvPr>
          <p:cNvSpPr>
            <a:spLocks noGrp="1"/>
          </p:cNvSpPr>
          <p:nvPr/>
        </p:nvSpPr>
        <p:spPr>
          <a:xfrm>
            <a:off x="415548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46CB562E-8E34-42A1-83B3-6FB15E6CDBB7}"/>
              </a:ext>
            </a:extLst>
          </p:cNvPr>
          <p:cNvSpPr>
            <a:spLocks noGrp="1"/>
          </p:cNvSpPr>
          <p:nvPr/>
        </p:nvSpPr>
        <p:spPr>
          <a:xfrm>
            <a:off x="40582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E1EA40C0-70A4-4172-B7F5-764BF1070F6C}"/>
              </a:ext>
            </a:extLst>
          </p:cNvPr>
          <p:cNvSpPr>
            <a:spLocks noGrp="1"/>
          </p:cNvSpPr>
          <p:nvPr/>
        </p:nvSpPr>
        <p:spPr>
          <a:xfrm>
            <a:off x="4095174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D3A45DFC-E255-431E-90D3-174AF283D579}"/>
              </a:ext>
            </a:extLst>
          </p:cNvPr>
          <p:cNvSpPr>
            <a:spLocks noGrp="1"/>
          </p:cNvSpPr>
          <p:nvPr/>
        </p:nvSpPr>
        <p:spPr>
          <a:xfrm>
            <a:off x="412453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6AEB1F36-057F-4C77-A6CE-B5176867BE5C}"/>
              </a:ext>
            </a:extLst>
          </p:cNvPr>
          <p:cNvSpPr>
            <a:spLocks noGrp="1"/>
          </p:cNvSpPr>
          <p:nvPr/>
        </p:nvSpPr>
        <p:spPr>
          <a:xfrm>
            <a:off x="4079646" y="6527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C5514A5C-7805-4624-B65F-753AE82736FC}"/>
              </a:ext>
            </a:extLst>
          </p:cNvPr>
          <p:cNvSpPr>
            <a:spLocks noGrp="1"/>
          </p:cNvSpPr>
          <p:nvPr/>
        </p:nvSpPr>
        <p:spPr>
          <a:xfrm>
            <a:off x="409822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CB1E6965-2FEB-4C71-97E3-8E5509C1D4E0}"/>
              </a:ext>
            </a:extLst>
          </p:cNvPr>
          <p:cNvSpPr>
            <a:spLocks noGrp="1"/>
          </p:cNvSpPr>
          <p:nvPr/>
        </p:nvSpPr>
        <p:spPr>
          <a:xfrm>
            <a:off x="4110152" y="6361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CDFD5478-5728-462D-91BF-83FB5A2F34BD}"/>
              </a:ext>
            </a:extLst>
          </p:cNvPr>
          <p:cNvSpPr>
            <a:spLocks noGrp="1"/>
          </p:cNvSpPr>
          <p:nvPr/>
        </p:nvSpPr>
        <p:spPr>
          <a:xfrm>
            <a:off x="431840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E0BCE395-F0C3-4CCA-B37A-9FE6F506EC08}"/>
              </a:ext>
            </a:extLst>
          </p:cNvPr>
          <p:cNvSpPr>
            <a:spLocks noGrp="1"/>
          </p:cNvSpPr>
          <p:nvPr/>
        </p:nvSpPr>
        <p:spPr>
          <a:xfrm>
            <a:off x="4390978" y="5398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1F16C5D-1223-457F-87FC-8F49C60A5DA9}"/>
              </a:ext>
            </a:extLst>
          </p:cNvPr>
          <p:cNvSpPr>
            <a:spLocks noGrp="1"/>
          </p:cNvSpPr>
          <p:nvPr/>
        </p:nvSpPr>
        <p:spPr>
          <a:xfrm>
            <a:off x="438081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F1A92ECB-87D5-47C4-8C8E-0167215338AC}"/>
              </a:ext>
            </a:extLst>
          </p:cNvPr>
          <p:cNvSpPr>
            <a:spLocks noGrp="1"/>
          </p:cNvSpPr>
          <p:nvPr/>
        </p:nvSpPr>
        <p:spPr>
          <a:xfrm>
            <a:off x="438249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BEE53323-A32B-44EE-84E5-25491414F2F6}"/>
              </a:ext>
            </a:extLst>
          </p:cNvPr>
          <p:cNvSpPr>
            <a:spLocks noGrp="1"/>
          </p:cNvSpPr>
          <p:nvPr/>
        </p:nvSpPr>
        <p:spPr>
          <a:xfrm>
            <a:off x="435760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D92B398F-8A35-4E8B-8F71-01D8E5BB6608}"/>
              </a:ext>
            </a:extLst>
          </p:cNvPr>
          <p:cNvSpPr>
            <a:spLocks noGrp="1"/>
          </p:cNvSpPr>
          <p:nvPr/>
        </p:nvSpPr>
        <p:spPr>
          <a:xfrm>
            <a:off x="4394497" y="579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9E7D517F-3BBD-4AEE-AEDF-E6F847EA7DB4}"/>
              </a:ext>
            </a:extLst>
          </p:cNvPr>
          <p:cNvSpPr>
            <a:spLocks noGrp="1"/>
          </p:cNvSpPr>
          <p:nvPr/>
        </p:nvSpPr>
        <p:spPr>
          <a:xfrm>
            <a:off x="431661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F91D1036-6012-4026-AA14-6DCDC7DC2CA4}"/>
              </a:ext>
            </a:extLst>
          </p:cNvPr>
          <p:cNvSpPr>
            <a:spLocks noGrp="1"/>
          </p:cNvSpPr>
          <p:nvPr/>
        </p:nvSpPr>
        <p:spPr>
          <a:xfrm>
            <a:off x="4356699" y="6109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BFFDF875-7730-49BE-8EE0-15605CC626CF}"/>
              </a:ext>
            </a:extLst>
          </p:cNvPr>
          <p:cNvSpPr>
            <a:spLocks noGrp="1"/>
          </p:cNvSpPr>
          <p:nvPr/>
        </p:nvSpPr>
        <p:spPr>
          <a:xfrm>
            <a:off x="443088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795BC5C6-81D0-4741-884E-FEA097575FE1}"/>
              </a:ext>
            </a:extLst>
          </p:cNvPr>
          <p:cNvSpPr>
            <a:spLocks noGrp="1"/>
          </p:cNvSpPr>
          <p:nvPr/>
        </p:nvSpPr>
        <p:spPr>
          <a:xfrm>
            <a:off x="435623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90E47E90-4B80-42F3-BE61-8E4756C9A492}"/>
              </a:ext>
            </a:extLst>
          </p:cNvPr>
          <p:cNvSpPr>
            <a:spLocks noGrp="1"/>
          </p:cNvSpPr>
          <p:nvPr/>
        </p:nvSpPr>
        <p:spPr>
          <a:xfrm>
            <a:off x="4365116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28C7078A-F19A-4F83-A5A0-48FCDFF1BAA9}"/>
              </a:ext>
            </a:extLst>
          </p:cNvPr>
          <p:cNvSpPr>
            <a:spLocks noGrp="1"/>
          </p:cNvSpPr>
          <p:nvPr/>
        </p:nvSpPr>
        <p:spPr>
          <a:xfrm>
            <a:off x="4314014" y="55877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1D90D479-E0B7-46A5-AB3E-8FF1CF38DD11}"/>
              </a:ext>
            </a:extLst>
          </p:cNvPr>
          <p:cNvSpPr>
            <a:spLocks noGrp="1"/>
          </p:cNvSpPr>
          <p:nvPr/>
        </p:nvSpPr>
        <p:spPr>
          <a:xfrm>
            <a:off x="4331200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C861BD67-5DCC-47DA-9F09-11721095A35A}"/>
              </a:ext>
            </a:extLst>
          </p:cNvPr>
          <p:cNvSpPr>
            <a:spLocks noGrp="1"/>
          </p:cNvSpPr>
          <p:nvPr/>
        </p:nvSpPr>
        <p:spPr>
          <a:xfrm>
            <a:off x="438632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53DEE5FA-4D4F-43DD-B1D6-6EA616E45ADE}"/>
              </a:ext>
            </a:extLst>
          </p:cNvPr>
          <p:cNvSpPr>
            <a:spLocks noGrp="1"/>
          </p:cNvSpPr>
          <p:nvPr/>
        </p:nvSpPr>
        <p:spPr>
          <a:xfrm>
            <a:off x="44204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1E8CB2AF-0C22-47C7-BB4E-DF637188FFA5}"/>
              </a:ext>
            </a:extLst>
          </p:cNvPr>
          <p:cNvSpPr>
            <a:spLocks noGrp="1"/>
          </p:cNvSpPr>
          <p:nvPr/>
        </p:nvSpPr>
        <p:spPr>
          <a:xfrm>
            <a:off x="440852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864CC532-BFFB-46E8-91FA-7082EBE4A71F}"/>
              </a:ext>
            </a:extLst>
          </p:cNvPr>
          <p:cNvSpPr>
            <a:spLocks noGrp="1"/>
          </p:cNvSpPr>
          <p:nvPr/>
        </p:nvSpPr>
        <p:spPr>
          <a:xfrm>
            <a:off x="4379013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D0C922EE-B84C-4502-B1AA-9630E86C6C63}"/>
              </a:ext>
            </a:extLst>
          </p:cNvPr>
          <p:cNvSpPr>
            <a:spLocks noGrp="1"/>
          </p:cNvSpPr>
          <p:nvPr/>
        </p:nvSpPr>
        <p:spPr>
          <a:xfrm>
            <a:off x="433448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4ECC4D8F-7959-42BB-8C5C-92EE40073F64}"/>
              </a:ext>
            </a:extLst>
          </p:cNvPr>
          <p:cNvSpPr>
            <a:spLocks noGrp="1"/>
          </p:cNvSpPr>
          <p:nvPr/>
        </p:nvSpPr>
        <p:spPr>
          <a:xfrm>
            <a:off x="4376909" y="5811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937544D9-E927-4657-9EB3-4BC49B88E2C3}"/>
              </a:ext>
            </a:extLst>
          </p:cNvPr>
          <p:cNvSpPr>
            <a:spLocks noGrp="1"/>
          </p:cNvSpPr>
          <p:nvPr/>
        </p:nvSpPr>
        <p:spPr>
          <a:xfrm>
            <a:off x="43866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9A21B72D-4BB3-4A5B-929D-86CD1F633CBD}"/>
              </a:ext>
            </a:extLst>
          </p:cNvPr>
          <p:cNvSpPr>
            <a:spLocks noGrp="1"/>
          </p:cNvSpPr>
          <p:nvPr/>
        </p:nvSpPr>
        <p:spPr>
          <a:xfrm>
            <a:off x="4336453" y="6591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31013F49-698F-48CA-AF97-E7ACD8FF9945}"/>
              </a:ext>
            </a:extLst>
          </p:cNvPr>
          <p:cNvSpPr>
            <a:spLocks noGrp="1"/>
          </p:cNvSpPr>
          <p:nvPr/>
        </p:nvSpPr>
        <p:spPr>
          <a:xfrm>
            <a:off x="437201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1A9AE30B-1304-4700-98EB-B655293E056E}"/>
              </a:ext>
            </a:extLst>
          </p:cNvPr>
          <p:cNvSpPr>
            <a:spLocks noGrp="1"/>
          </p:cNvSpPr>
          <p:nvPr/>
        </p:nvSpPr>
        <p:spPr>
          <a:xfrm>
            <a:off x="43304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1E6AAC7C-E993-40EA-8DC4-E0E21796ABDA}"/>
              </a:ext>
            </a:extLst>
          </p:cNvPr>
          <p:cNvSpPr>
            <a:spLocks noGrp="1"/>
          </p:cNvSpPr>
          <p:nvPr/>
        </p:nvSpPr>
        <p:spPr>
          <a:xfrm>
            <a:off x="438093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1F75E293-DEDD-4CAF-9107-F318921DD1F7}"/>
              </a:ext>
            </a:extLst>
          </p:cNvPr>
          <p:cNvSpPr>
            <a:spLocks noGrp="1"/>
          </p:cNvSpPr>
          <p:nvPr/>
        </p:nvSpPr>
        <p:spPr>
          <a:xfrm>
            <a:off x="433759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0490C7FF-B1F5-4AE1-BC78-F8EF7DE70C6A}"/>
              </a:ext>
            </a:extLst>
          </p:cNvPr>
          <p:cNvSpPr>
            <a:spLocks noGrp="1"/>
          </p:cNvSpPr>
          <p:nvPr/>
        </p:nvSpPr>
        <p:spPr>
          <a:xfrm>
            <a:off x="4315876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103C4535-9676-485E-97FE-8BB0F8859FF5}"/>
              </a:ext>
            </a:extLst>
          </p:cNvPr>
          <p:cNvSpPr>
            <a:spLocks noGrp="1"/>
          </p:cNvSpPr>
          <p:nvPr/>
        </p:nvSpPr>
        <p:spPr>
          <a:xfrm>
            <a:off x="4369443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9EBE6DE4-6102-49C8-A781-D46DB24FDC0C}"/>
              </a:ext>
            </a:extLst>
          </p:cNvPr>
          <p:cNvSpPr>
            <a:spLocks noGrp="1"/>
          </p:cNvSpPr>
          <p:nvPr/>
        </p:nvSpPr>
        <p:spPr>
          <a:xfrm>
            <a:off x="438031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34F563E5-BDCD-4D62-84D4-FDA3EB0E2B5E}"/>
              </a:ext>
            </a:extLst>
          </p:cNvPr>
          <p:cNvSpPr>
            <a:spLocks noGrp="1"/>
          </p:cNvSpPr>
          <p:nvPr/>
        </p:nvSpPr>
        <p:spPr>
          <a:xfrm>
            <a:off x="443533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ADA28724-C632-4839-A4E8-20BD20BE0A64}"/>
              </a:ext>
            </a:extLst>
          </p:cNvPr>
          <p:cNvSpPr>
            <a:spLocks noGrp="1"/>
          </p:cNvSpPr>
          <p:nvPr/>
        </p:nvSpPr>
        <p:spPr>
          <a:xfrm>
            <a:off x="442520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0AC09B5A-7D55-4725-8123-7608816572AC}"/>
              </a:ext>
            </a:extLst>
          </p:cNvPr>
          <p:cNvSpPr>
            <a:spLocks noGrp="1"/>
          </p:cNvSpPr>
          <p:nvPr/>
        </p:nvSpPr>
        <p:spPr>
          <a:xfrm>
            <a:off x="435690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F2182A0E-F11A-480D-A0F3-AD2092EED25B}"/>
              </a:ext>
            </a:extLst>
          </p:cNvPr>
          <p:cNvSpPr>
            <a:spLocks noGrp="1"/>
          </p:cNvSpPr>
          <p:nvPr/>
        </p:nvSpPr>
        <p:spPr>
          <a:xfrm>
            <a:off x="43667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BDC746B8-0CC6-42C7-80C5-9C737CAB7839}"/>
              </a:ext>
            </a:extLst>
          </p:cNvPr>
          <p:cNvSpPr>
            <a:spLocks noGrp="1"/>
          </p:cNvSpPr>
          <p:nvPr/>
        </p:nvSpPr>
        <p:spPr>
          <a:xfrm>
            <a:off x="4386703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DECD71F9-E12C-4D7C-A7E9-1848EA2C3A28}"/>
              </a:ext>
            </a:extLst>
          </p:cNvPr>
          <p:cNvSpPr>
            <a:spLocks noGrp="1"/>
          </p:cNvSpPr>
          <p:nvPr/>
        </p:nvSpPr>
        <p:spPr>
          <a:xfrm>
            <a:off x="434687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F1CE0326-70E0-40F4-990C-95E81AC89233}"/>
              </a:ext>
            </a:extLst>
          </p:cNvPr>
          <p:cNvSpPr>
            <a:spLocks noGrp="1"/>
          </p:cNvSpPr>
          <p:nvPr/>
        </p:nvSpPr>
        <p:spPr>
          <a:xfrm>
            <a:off x="432367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AD011A3A-C4EA-4A48-814A-9F22A1FADCF0}"/>
              </a:ext>
            </a:extLst>
          </p:cNvPr>
          <p:cNvSpPr>
            <a:spLocks noGrp="1"/>
          </p:cNvSpPr>
          <p:nvPr/>
        </p:nvSpPr>
        <p:spPr>
          <a:xfrm>
            <a:off x="438771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A04026FE-3427-4E33-B1A0-C6716BB53AEA}"/>
              </a:ext>
            </a:extLst>
          </p:cNvPr>
          <p:cNvSpPr>
            <a:spLocks noGrp="1"/>
          </p:cNvSpPr>
          <p:nvPr/>
        </p:nvSpPr>
        <p:spPr>
          <a:xfrm>
            <a:off x="440125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54947E0F-4F65-4BE0-9575-55777981A22C}"/>
              </a:ext>
            </a:extLst>
          </p:cNvPr>
          <p:cNvSpPr>
            <a:spLocks noGrp="1"/>
          </p:cNvSpPr>
          <p:nvPr/>
        </p:nvSpPr>
        <p:spPr>
          <a:xfrm>
            <a:off x="4380782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D177C478-8F6D-49A9-965B-7E6E5F3651B2}"/>
              </a:ext>
            </a:extLst>
          </p:cNvPr>
          <p:cNvSpPr>
            <a:spLocks noGrp="1"/>
          </p:cNvSpPr>
          <p:nvPr/>
        </p:nvSpPr>
        <p:spPr>
          <a:xfrm>
            <a:off x="4438639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80B0D3CC-B834-40B3-B201-A4F0C5AA4D41}"/>
              </a:ext>
            </a:extLst>
          </p:cNvPr>
          <p:cNvSpPr>
            <a:spLocks noGrp="1"/>
          </p:cNvSpPr>
          <p:nvPr/>
        </p:nvSpPr>
        <p:spPr>
          <a:xfrm>
            <a:off x="433786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DA70BF01-E151-46B3-B7B2-F8D56CE247A0}"/>
              </a:ext>
            </a:extLst>
          </p:cNvPr>
          <p:cNvSpPr>
            <a:spLocks noGrp="1"/>
          </p:cNvSpPr>
          <p:nvPr/>
        </p:nvSpPr>
        <p:spPr>
          <a:xfrm>
            <a:off x="4423518" y="6499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36986747-4CBB-4628-B335-A308E51005D8}"/>
              </a:ext>
            </a:extLst>
          </p:cNvPr>
          <p:cNvSpPr>
            <a:spLocks noGrp="1"/>
          </p:cNvSpPr>
          <p:nvPr/>
        </p:nvSpPr>
        <p:spPr>
          <a:xfrm>
            <a:off x="4367599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0D384234-B47A-4218-ABE9-E162874CED53}"/>
              </a:ext>
            </a:extLst>
          </p:cNvPr>
          <p:cNvSpPr>
            <a:spLocks noGrp="1"/>
          </p:cNvSpPr>
          <p:nvPr/>
        </p:nvSpPr>
        <p:spPr>
          <a:xfrm>
            <a:off x="432771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9C8CDB74-AD6D-475E-9D72-B7FC5D63EE9D}"/>
              </a:ext>
            </a:extLst>
          </p:cNvPr>
          <p:cNvSpPr>
            <a:spLocks noGrp="1"/>
          </p:cNvSpPr>
          <p:nvPr/>
        </p:nvSpPr>
        <p:spPr>
          <a:xfrm>
            <a:off x="437547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07A85F16-7A81-4B73-AA9D-C64862C10B56}"/>
              </a:ext>
            </a:extLst>
          </p:cNvPr>
          <p:cNvSpPr>
            <a:spLocks noGrp="1"/>
          </p:cNvSpPr>
          <p:nvPr/>
        </p:nvSpPr>
        <p:spPr>
          <a:xfrm>
            <a:off x="4380351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6373B9B4-F332-4F65-ADFF-48D89475123C}"/>
              </a:ext>
            </a:extLst>
          </p:cNvPr>
          <p:cNvSpPr>
            <a:spLocks noGrp="1"/>
          </p:cNvSpPr>
          <p:nvPr/>
        </p:nvSpPr>
        <p:spPr>
          <a:xfrm>
            <a:off x="432818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00D02B67-C9D4-43DA-A25D-15E3CF384ADA}"/>
              </a:ext>
            </a:extLst>
          </p:cNvPr>
          <p:cNvSpPr>
            <a:spLocks noGrp="1"/>
          </p:cNvSpPr>
          <p:nvPr/>
        </p:nvSpPr>
        <p:spPr>
          <a:xfrm>
            <a:off x="434912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C9956AEC-E572-4AEA-B9EA-BBE34BC1CA6C}"/>
              </a:ext>
            </a:extLst>
          </p:cNvPr>
          <p:cNvSpPr>
            <a:spLocks noGrp="1"/>
          </p:cNvSpPr>
          <p:nvPr/>
        </p:nvSpPr>
        <p:spPr>
          <a:xfrm>
            <a:off x="431918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A7408371-5969-4F2E-834B-40F25BB56768}"/>
              </a:ext>
            </a:extLst>
          </p:cNvPr>
          <p:cNvSpPr>
            <a:spLocks noGrp="1"/>
          </p:cNvSpPr>
          <p:nvPr/>
        </p:nvSpPr>
        <p:spPr>
          <a:xfrm>
            <a:off x="4377238" y="5057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8744BEE3-ED20-4B1A-9523-F538C2096D2A}"/>
              </a:ext>
            </a:extLst>
          </p:cNvPr>
          <p:cNvSpPr>
            <a:spLocks noGrp="1"/>
          </p:cNvSpPr>
          <p:nvPr/>
        </p:nvSpPr>
        <p:spPr>
          <a:xfrm>
            <a:off x="436838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A418CD54-0067-4252-9D20-F74FBF899628}"/>
              </a:ext>
            </a:extLst>
          </p:cNvPr>
          <p:cNvSpPr>
            <a:spLocks noGrp="1"/>
          </p:cNvSpPr>
          <p:nvPr/>
        </p:nvSpPr>
        <p:spPr>
          <a:xfrm>
            <a:off x="431938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EB6C10B2-4749-471E-878C-6FB6065F7ED2}"/>
              </a:ext>
            </a:extLst>
          </p:cNvPr>
          <p:cNvSpPr>
            <a:spLocks noGrp="1"/>
          </p:cNvSpPr>
          <p:nvPr/>
        </p:nvSpPr>
        <p:spPr>
          <a:xfrm>
            <a:off x="4396754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23A718EC-306C-4F3F-8446-A95015CF92C2}"/>
              </a:ext>
            </a:extLst>
          </p:cNvPr>
          <p:cNvSpPr>
            <a:spLocks noGrp="1"/>
          </p:cNvSpPr>
          <p:nvPr/>
        </p:nvSpPr>
        <p:spPr>
          <a:xfrm>
            <a:off x="438512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51ACC97D-55E8-4E68-B630-DDB437B6655B}"/>
              </a:ext>
            </a:extLst>
          </p:cNvPr>
          <p:cNvSpPr>
            <a:spLocks noGrp="1"/>
          </p:cNvSpPr>
          <p:nvPr/>
        </p:nvSpPr>
        <p:spPr>
          <a:xfrm>
            <a:off x="434831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8F355A46-B758-44D0-9D95-701C54D0E703}"/>
              </a:ext>
            </a:extLst>
          </p:cNvPr>
          <p:cNvSpPr>
            <a:spLocks noGrp="1"/>
          </p:cNvSpPr>
          <p:nvPr/>
        </p:nvSpPr>
        <p:spPr>
          <a:xfrm>
            <a:off x="4404646" y="53068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DFB1A9B-7AAF-44BB-A1B4-4535CDCF9D4A}"/>
              </a:ext>
            </a:extLst>
          </p:cNvPr>
          <p:cNvSpPr>
            <a:spLocks noGrp="1"/>
          </p:cNvSpPr>
          <p:nvPr/>
        </p:nvSpPr>
        <p:spPr>
          <a:xfrm>
            <a:off x="439057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79A18D7C-17DB-4C9C-A0B6-48EA30D0EBCF}"/>
              </a:ext>
            </a:extLst>
          </p:cNvPr>
          <p:cNvSpPr>
            <a:spLocks noGrp="1"/>
          </p:cNvSpPr>
          <p:nvPr/>
        </p:nvSpPr>
        <p:spPr>
          <a:xfrm>
            <a:off x="4417646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10124332-64FF-44E6-910B-B4D64C2D9DC3}"/>
              </a:ext>
            </a:extLst>
          </p:cNvPr>
          <p:cNvSpPr>
            <a:spLocks noGrp="1"/>
          </p:cNvSpPr>
          <p:nvPr/>
        </p:nvSpPr>
        <p:spPr>
          <a:xfrm>
            <a:off x="436788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9AFC6B6D-24ED-4699-BCA2-4BBD6D5749B3}"/>
              </a:ext>
            </a:extLst>
          </p:cNvPr>
          <p:cNvSpPr>
            <a:spLocks noGrp="1"/>
          </p:cNvSpPr>
          <p:nvPr/>
        </p:nvSpPr>
        <p:spPr>
          <a:xfrm>
            <a:off x="4351945" y="5874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ABCBFC1A-6E11-4CA9-BEDA-7D16372B3DBD}"/>
              </a:ext>
            </a:extLst>
          </p:cNvPr>
          <p:cNvSpPr>
            <a:spLocks noGrp="1"/>
          </p:cNvSpPr>
          <p:nvPr/>
        </p:nvSpPr>
        <p:spPr>
          <a:xfrm>
            <a:off x="435519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7FA1A45B-F3F2-4FB4-ADD8-DA664FD79760}"/>
              </a:ext>
            </a:extLst>
          </p:cNvPr>
          <p:cNvSpPr>
            <a:spLocks noGrp="1"/>
          </p:cNvSpPr>
          <p:nvPr/>
        </p:nvSpPr>
        <p:spPr>
          <a:xfrm>
            <a:off x="436234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947A2AC7-31B7-4899-8143-F6E6713D969D}"/>
              </a:ext>
            </a:extLst>
          </p:cNvPr>
          <p:cNvSpPr>
            <a:spLocks noGrp="1"/>
          </p:cNvSpPr>
          <p:nvPr/>
        </p:nvSpPr>
        <p:spPr>
          <a:xfrm>
            <a:off x="438763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BEDA7FED-F1FA-4C51-9786-9DA9190020FE}"/>
              </a:ext>
            </a:extLst>
          </p:cNvPr>
          <p:cNvSpPr>
            <a:spLocks noGrp="1"/>
          </p:cNvSpPr>
          <p:nvPr/>
        </p:nvSpPr>
        <p:spPr>
          <a:xfrm>
            <a:off x="440005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3107F974-8BD6-4544-A9F0-AEB9F7EAE35D}"/>
              </a:ext>
            </a:extLst>
          </p:cNvPr>
          <p:cNvSpPr>
            <a:spLocks noGrp="1"/>
          </p:cNvSpPr>
          <p:nvPr/>
        </p:nvSpPr>
        <p:spPr>
          <a:xfrm>
            <a:off x="436034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205335F2-E0D3-4D76-940E-71CC02251829}"/>
              </a:ext>
            </a:extLst>
          </p:cNvPr>
          <p:cNvSpPr>
            <a:spLocks noGrp="1"/>
          </p:cNvSpPr>
          <p:nvPr/>
        </p:nvSpPr>
        <p:spPr>
          <a:xfrm>
            <a:off x="442041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7D7606D6-E838-4B1F-A99F-1A4090C26224}"/>
              </a:ext>
            </a:extLst>
          </p:cNvPr>
          <p:cNvSpPr>
            <a:spLocks noGrp="1"/>
          </p:cNvSpPr>
          <p:nvPr/>
        </p:nvSpPr>
        <p:spPr>
          <a:xfrm>
            <a:off x="4395659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D5FEC87C-8BB2-4C67-A4F6-6B8F58D45DC9}"/>
              </a:ext>
            </a:extLst>
          </p:cNvPr>
          <p:cNvSpPr>
            <a:spLocks noGrp="1"/>
          </p:cNvSpPr>
          <p:nvPr/>
        </p:nvSpPr>
        <p:spPr>
          <a:xfrm>
            <a:off x="442886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6A66C18C-1B7A-4B6B-9F92-5297B71D060E}"/>
              </a:ext>
            </a:extLst>
          </p:cNvPr>
          <p:cNvSpPr>
            <a:spLocks noGrp="1"/>
          </p:cNvSpPr>
          <p:nvPr/>
        </p:nvSpPr>
        <p:spPr>
          <a:xfrm>
            <a:off x="44217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31EBE0F-DBDE-42D3-A716-4C4437506C7A}"/>
              </a:ext>
            </a:extLst>
          </p:cNvPr>
          <p:cNvSpPr>
            <a:spLocks noGrp="1"/>
          </p:cNvSpPr>
          <p:nvPr/>
        </p:nvSpPr>
        <p:spPr>
          <a:xfrm>
            <a:off x="4416020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915FC7A8-6183-42AB-8EE0-49232486337A}"/>
              </a:ext>
            </a:extLst>
          </p:cNvPr>
          <p:cNvSpPr>
            <a:spLocks noGrp="1"/>
          </p:cNvSpPr>
          <p:nvPr/>
        </p:nvSpPr>
        <p:spPr>
          <a:xfrm>
            <a:off x="431090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1052E19D-1195-4C73-B0F1-E90B659E0C52}"/>
              </a:ext>
            </a:extLst>
          </p:cNvPr>
          <p:cNvSpPr>
            <a:spLocks noGrp="1"/>
          </p:cNvSpPr>
          <p:nvPr/>
        </p:nvSpPr>
        <p:spPr>
          <a:xfrm>
            <a:off x="443743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2BFBECFF-1FE9-4D43-9AF1-1D143B2AA95D}"/>
              </a:ext>
            </a:extLst>
          </p:cNvPr>
          <p:cNvSpPr>
            <a:spLocks noGrp="1"/>
          </p:cNvSpPr>
          <p:nvPr/>
        </p:nvSpPr>
        <p:spPr>
          <a:xfrm>
            <a:off x="437586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4A83A8B-F446-4371-B903-CE99AA4888DA}"/>
              </a:ext>
            </a:extLst>
          </p:cNvPr>
          <p:cNvSpPr>
            <a:spLocks noGrp="1"/>
          </p:cNvSpPr>
          <p:nvPr/>
        </p:nvSpPr>
        <p:spPr>
          <a:xfrm>
            <a:off x="441344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65F1EF3E-37EC-40D4-9213-C74A78A3529E}"/>
              </a:ext>
            </a:extLst>
          </p:cNvPr>
          <p:cNvSpPr>
            <a:spLocks noGrp="1"/>
          </p:cNvSpPr>
          <p:nvPr/>
        </p:nvSpPr>
        <p:spPr>
          <a:xfrm>
            <a:off x="436160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B52A9924-8D98-4052-9D1F-56CF356CD704}"/>
              </a:ext>
            </a:extLst>
          </p:cNvPr>
          <p:cNvSpPr>
            <a:spLocks noGrp="1"/>
          </p:cNvSpPr>
          <p:nvPr/>
        </p:nvSpPr>
        <p:spPr>
          <a:xfrm>
            <a:off x="431314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DD587A3-2413-46CC-8D38-9945F452C284}"/>
              </a:ext>
            </a:extLst>
          </p:cNvPr>
          <p:cNvSpPr>
            <a:spLocks noGrp="1"/>
          </p:cNvSpPr>
          <p:nvPr/>
        </p:nvSpPr>
        <p:spPr>
          <a:xfrm>
            <a:off x="436607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F749AF5B-36D0-484F-B8F2-7D1311B386E1}"/>
              </a:ext>
            </a:extLst>
          </p:cNvPr>
          <p:cNvSpPr>
            <a:spLocks noGrp="1"/>
          </p:cNvSpPr>
          <p:nvPr/>
        </p:nvSpPr>
        <p:spPr>
          <a:xfrm>
            <a:off x="432377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23548611-2DE9-4205-BC4B-EA52363A79BE}"/>
              </a:ext>
            </a:extLst>
          </p:cNvPr>
          <p:cNvSpPr>
            <a:spLocks noGrp="1"/>
          </p:cNvSpPr>
          <p:nvPr/>
        </p:nvSpPr>
        <p:spPr>
          <a:xfrm>
            <a:off x="434624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38D48583-3DE8-4AB4-81B9-D8769D0336C3}"/>
              </a:ext>
            </a:extLst>
          </p:cNvPr>
          <p:cNvSpPr>
            <a:spLocks noGrp="1"/>
          </p:cNvSpPr>
          <p:nvPr/>
        </p:nvSpPr>
        <p:spPr>
          <a:xfrm>
            <a:off x="439212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74B03C5-81F1-461B-BB9A-B06E67334348}"/>
              </a:ext>
            </a:extLst>
          </p:cNvPr>
          <p:cNvSpPr>
            <a:spLocks noGrp="1"/>
          </p:cNvSpPr>
          <p:nvPr/>
        </p:nvSpPr>
        <p:spPr>
          <a:xfrm>
            <a:off x="4350955" y="511412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8703C154-3B4A-408F-9C9B-52DA517C4D51}"/>
              </a:ext>
            </a:extLst>
          </p:cNvPr>
          <p:cNvSpPr>
            <a:spLocks noGrp="1"/>
          </p:cNvSpPr>
          <p:nvPr/>
        </p:nvSpPr>
        <p:spPr>
          <a:xfrm>
            <a:off x="4417405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14A1A0E1-8A07-448D-8D77-975FEC7C15D6}"/>
              </a:ext>
            </a:extLst>
          </p:cNvPr>
          <p:cNvSpPr>
            <a:spLocks noGrp="1"/>
          </p:cNvSpPr>
          <p:nvPr/>
        </p:nvSpPr>
        <p:spPr>
          <a:xfrm>
            <a:off x="443369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9F9F2B4-03CA-4F6A-8CC4-67E620277BBB}"/>
              </a:ext>
            </a:extLst>
          </p:cNvPr>
          <p:cNvSpPr>
            <a:spLocks noGrp="1"/>
          </p:cNvSpPr>
          <p:nvPr/>
        </p:nvSpPr>
        <p:spPr>
          <a:xfrm>
            <a:off x="4375906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193EC820-8C28-4555-B6CA-9BCE82CD24E4}"/>
              </a:ext>
            </a:extLst>
          </p:cNvPr>
          <p:cNvSpPr>
            <a:spLocks noGrp="1"/>
          </p:cNvSpPr>
          <p:nvPr/>
        </p:nvSpPr>
        <p:spPr>
          <a:xfrm>
            <a:off x="435718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C38D8B6F-5ABF-40B7-B8F3-7C1C25258B77}"/>
              </a:ext>
            </a:extLst>
          </p:cNvPr>
          <p:cNvSpPr>
            <a:spLocks noGrp="1"/>
          </p:cNvSpPr>
          <p:nvPr/>
        </p:nvSpPr>
        <p:spPr>
          <a:xfrm>
            <a:off x="436052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EABD88D5-49C3-42CD-8839-94086E65AA92}"/>
              </a:ext>
            </a:extLst>
          </p:cNvPr>
          <p:cNvSpPr>
            <a:spLocks noGrp="1"/>
          </p:cNvSpPr>
          <p:nvPr/>
        </p:nvSpPr>
        <p:spPr>
          <a:xfrm>
            <a:off x="435356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BCDA3FE4-6C9B-4C3E-BDB7-ABEA13AAC9FC}"/>
              </a:ext>
            </a:extLst>
          </p:cNvPr>
          <p:cNvSpPr>
            <a:spLocks noGrp="1"/>
          </p:cNvSpPr>
          <p:nvPr/>
        </p:nvSpPr>
        <p:spPr>
          <a:xfrm>
            <a:off x="442998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BDAF245F-BEE2-48AC-8EF2-D25E7D39A11A}"/>
              </a:ext>
            </a:extLst>
          </p:cNvPr>
          <p:cNvSpPr>
            <a:spLocks noGrp="1"/>
          </p:cNvSpPr>
          <p:nvPr/>
        </p:nvSpPr>
        <p:spPr>
          <a:xfrm>
            <a:off x="433089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E240BEBF-7EAF-4888-B72C-EAA098FFF112}"/>
              </a:ext>
            </a:extLst>
          </p:cNvPr>
          <p:cNvSpPr>
            <a:spLocks noGrp="1"/>
          </p:cNvSpPr>
          <p:nvPr/>
        </p:nvSpPr>
        <p:spPr>
          <a:xfrm>
            <a:off x="435270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5D179DD3-D369-4E5B-B3AA-542B17BC656C}"/>
              </a:ext>
            </a:extLst>
          </p:cNvPr>
          <p:cNvSpPr>
            <a:spLocks noGrp="1"/>
          </p:cNvSpPr>
          <p:nvPr/>
        </p:nvSpPr>
        <p:spPr>
          <a:xfrm>
            <a:off x="4360145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568F646C-B988-48E5-835C-BAF835F3B0E8}"/>
              </a:ext>
            </a:extLst>
          </p:cNvPr>
          <p:cNvSpPr>
            <a:spLocks noGrp="1"/>
          </p:cNvSpPr>
          <p:nvPr/>
        </p:nvSpPr>
        <p:spPr>
          <a:xfrm>
            <a:off x="4401118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0C5F460C-A252-441D-9552-784DDAA1DB36}"/>
              </a:ext>
            </a:extLst>
          </p:cNvPr>
          <p:cNvSpPr>
            <a:spLocks noGrp="1"/>
          </p:cNvSpPr>
          <p:nvPr/>
        </p:nvSpPr>
        <p:spPr>
          <a:xfrm>
            <a:off x="436373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28B96955-8DAD-4DB1-82C6-ABB5F2A039D3}"/>
              </a:ext>
            </a:extLst>
          </p:cNvPr>
          <p:cNvSpPr>
            <a:spLocks noGrp="1"/>
          </p:cNvSpPr>
          <p:nvPr/>
        </p:nvSpPr>
        <p:spPr>
          <a:xfrm>
            <a:off x="4405187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6B26B848-2686-4E21-BBF7-4433A4EFD424}"/>
              </a:ext>
            </a:extLst>
          </p:cNvPr>
          <p:cNvSpPr>
            <a:spLocks noGrp="1"/>
          </p:cNvSpPr>
          <p:nvPr/>
        </p:nvSpPr>
        <p:spPr>
          <a:xfrm>
            <a:off x="438762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19609B37-0A0C-4AE3-B5E7-83C1D111A3A9}"/>
              </a:ext>
            </a:extLst>
          </p:cNvPr>
          <p:cNvSpPr>
            <a:spLocks noGrp="1"/>
          </p:cNvSpPr>
          <p:nvPr/>
        </p:nvSpPr>
        <p:spPr>
          <a:xfrm>
            <a:off x="468758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9BACA147-0FE0-4585-BE6C-51BAD1EDDABA}"/>
              </a:ext>
            </a:extLst>
          </p:cNvPr>
          <p:cNvSpPr>
            <a:spLocks noGrp="1"/>
          </p:cNvSpPr>
          <p:nvPr/>
        </p:nvSpPr>
        <p:spPr>
          <a:xfrm>
            <a:off x="4687530" y="52821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8A6611FA-10CB-41E4-9839-14B7CD86A470}"/>
              </a:ext>
            </a:extLst>
          </p:cNvPr>
          <p:cNvSpPr>
            <a:spLocks noGrp="1"/>
          </p:cNvSpPr>
          <p:nvPr/>
        </p:nvSpPr>
        <p:spPr>
          <a:xfrm>
            <a:off x="468043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D8688E7-ACFF-4E68-B9D1-48EB5A6A6F2C}"/>
              </a:ext>
            </a:extLst>
          </p:cNvPr>
          <p:cNvSpPr>
            <a:spLocks noGrp="1"/>
          </p:cNvSpPr>
          <p:nvPr/>
        </p:nvSpPr>
        <p:spPr>
          <a:xfrm>
            <a:off x="469353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BDEC9554-CD27-487E-90AD-CE78CB305959}"/>
              </a:ext>
            </a:extLst>
          </p:cNvPr>
          <p:cNvSpPr>
            <a:spLocks noGrp="1"/>
          </p:cNvSpPr>
          <p:nvPr/>
        </p:nvSpPr>
        <p:spPr>
          <a:xfrm>
            <a:off x="4637141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5C03129A-C5C6-4921-9458-C09D64D0BBF6}"/>
              </a:ext>
            </a:extLst>
          </p:cNvPr>
          <p:cNvSpPr>
            <a:spLocks noGrp="1"/>
          </p:cNvSpPr>
          <p:nvPr/>
        </p:nvSpPr>
        <p:spPr>
          <a:xfrm>
            <a:off x="4706222" y="59071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E0FAFF5D-18D2-41CD-993A-19874BC729D9}"/>
              </a:ext>
            </a:extLst>
          </p:cNvPr>
          <p:cNvSpPr>
            <a:spLocks noGrp="1"/>
          </p:cNvSpPr>
          <p:nvPr/>
        </p:nvSpPr>
        <p:spPr>
          <a:xfrm>
            <a:off x="465904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2F2E8D8D-B387-4F30-B8B2-56F912E00025}"/>
              </a:ext>
            </a:extLst>
          </p:cNvPr>
          <p:cNvSpPr>
            <a:spLocks noGrp="1"/>
          </p:cNvSpPr>
          <p:nvPr/>
        </p:nvSpPr>
        <p:spPr>
          <a:xfrm>
            <a:off x="4597365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5F51B39F-88AF-4601-9584-283B658A9CB7}"/>
              </a:ext>
            </a:extLst>
          </p:cNvPr>
          <p:cNvSpPr>
            <a:spLocks noGrp="1"/>
          </p:cNvSpPr>
          <p:nvPr/>
        </p:nvSpPr>
        <p:spPr>
          <a:xfrm>
            <a:off x="4585781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F99DF988-C1FB-44E1-8177-1ACA387CCA5C}"/>
              </a:ext>
            </a:extLst>
          </p:cNvPr>
          <p:cNvSpPr>
            <a:spLocks noGrp="1"/>
          </p:cNvSpPr>
          <p:nvPr/>
        </p:nvSpPr>
        <p:spPr>
          <a:xfrm>
            <a:off x="468942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022E5A23-C1C2-45D8-AA60-70D94692F06F}"/>
              </a:ext>
            </a:extLst>
          </p:cNvPr>
          <p:cNvSpPr>
            <a:spLocks noGrp="1"/>
          </p:cNvSpPr>
          <p:nvPr/>
        </p:nvSpPr>
        <p:spPr>
          <a:xfrm>
            <a:off x="465816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E00227C0-D7BE-494F-B3E0-08260F73FBE1}"/>
              </a:ext>
            </a:extLst>
          </p:cNvPr>
          <p:cNvSpPr>
            <a:spLocks noGrp="1"/>
          </p:cNvSpPr>
          <p:nvPr/>
        </p:nvSpPr>
        <p:spPr>
          <a:xfrm>
            <a:off x="461676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485713EE-B62B-4AF5-BE31-0D0A2EEDB1A7}"/>
              </a:ext>
            </a:extLst>
          </p:cNvPr>
          <p:cNvSpPr>
            <a:spLocks noGrp="1"/>
          </p:cNvSpPr>
          <p:nvPr/>
        </p:nvSpPr>
        <p:spPr>
          <a:xfrm>
            <a:off x="4654661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F3B3A7A1-AE32-40F1-A6AA-09A19BEDD4ED}"/>
              </a:ext>
            </a:extLst>
          </p:cNvPr>
          <p:cNvSpPr>
            <a:spLocks noGrp="1"/>
          </p:cNvSpPr>
          <p:nvPr/>
        </p:nvSpPr>
        <p:spPr>
          <a:xfrm>
            <a:off x="4660007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2D332540-35DB-43C1-812D-50AAFF45F772}"/>
              </a:ext>
            </a:extLst>
          </p:cNvPr>
          <p:cNvSpPr>
            <a:spLocks noGrp="1"/>
          </p:cNvSpPr>
          <p:nvPr/>
        </p:nvSpPr>
        <p:spPr>
          <a:xfrm>
            <a:off x="45883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4A3AC38F-1E5F-41CD-8ED6-ECF25D8F8659}"/>
              </a:ext>
            </a:extLst>
          </p:cNvPr>
          <p:cNvSpPr>
            <a:spLocks noGrp="1"/>
          </p:cNvSpPr>
          <p:nvPr/>
        </p:nvSpPr>
        <p:spPr>
          <a:xfrm>
            <a:off x="468341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CA48DFB3-1F31-496A-8ECE-E31C71D9A7B2}"/>
              </a:ext>
            </a:extLst>
          </p:cNvPr>
          <p:cNvSpPr>
            <a:spLocks noGrp="1"/>
          </p:cNvSpPr>
          <p:nvPr/>
        </p:nvSpPr>
        <p:spPr>
          <a:xfrm>
            <a:off x="4706062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AEF9D8C7-7DF8-4782-A569-B87D38EB3A0C}"/>
              </a:ext>
            </a:extLst>
          </p:cNvPr>
          <p:cNvSpPr>
            <a:spLocks noGrp="1"/>
          </p:cNvSpPr>
          <p:nvPr/>
        </p:nvSpPr>
        <p:spPr>
          <a:xfrm>
            <a:off x="464093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4DA35BE1-F72A-4FB8-8219-0D50ABC615C5}"/>
              </a:ext>
            </a:extLst>
          </p:cNvPr>
          <p:cNvSpPr>
            <a:spLocks noGrp="1"/>
          </p:cNvSpPr>
          <p:nvPr/>
        </p:nvSpPr>
        <p:spPr>
          <a:xfrm>
            <a:off x="4666861" y="55111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BCFAB036-3814-4018-B3CE-0A1B18AAB302}"/>
              </a:ext>
            </a:extLst>
          </p:cNvPr>
          <p:cNvSpPr>
            <a:spLocks noGrp="1"/>
          </p:cNvSpPr>
          <p:nvPr/>
        </p:nvSpPr>
        <p:spPr>
          <a:xfrm>
            <a:off x="468914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B3814065-B695-4AB3-8190-D62A19053CCA}"/>
              </a:ext>
            </a:extLst>
          </p:cNvPr>
          <p:cNvSpPr>
            <a:spLocks noGrp="1"/>
          </p:cNvSpPr>
          <p:nvPr/>
        </p:nvSpPr>
        <p:spPr>
          <a:xfrm>
            <a:off x="4610387" y="66715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79F51757-2731-4926-BDAC-C8C2F191983E}"/>
              </a:ext>
            </a:extLst>
          </p:cNvPr>
          <p:cNvSpPr>
            <a:spLocks noGrp="1"/>
          </p:cNvSpPr>
          <p:nvPr/>
        </p:nvSpPr>
        <p:spPr>
          <a:xfrm>
            <a:off x="46609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F8F9FB32-C598-438D-8F03-071CBF044064}"/>
              </a:ext>
            </a:extLst>
          </p:cNvPr>
          <p:cNvSpPr>
            <a:spLocks noGrp="1"/>
          </p:cNvSpPr>
          <p:nvPr/>
        </p:nvSpPr>
        <p:spPr>
          <a:xfrm>
            <a:off x="471539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43AB993-A29D-4AC9-9326-33F0CA4BC39B}"/>
              </a:ext>
            </a:extLst>
          </p:cNvPr>
          <p:cNvSpPr>
            <a:spLocks noGrp="1"/>
          </p:cNvSpPr>
          <p:nvPr/>
        </p:nvSpPr>
        <p:spPr>
          <a:xfrm>
            <a:off x="461294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E96F1E2C-E4DE-4685-8DF3-326296B48C3C}"/>
              </a:ext>
            </a:extLst>
          </p:cNvPr>
          <p:cNvSpPr>
            <a:spLocks noGrp="1"/>
          </p:cNvSpPr>
          <p:nvPr/>
        </p:nvSpPr>
        <p:spPr>
          <a:xfrm>
            <a:off x="464854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756E377A-162E-45BF-A9D8-5E3AB0870D4D}"/>
              </a:ext>
            </a:extLst>
          </p:cNvPr>
          <p:cNvSpPr>
            <a:spLocks noGrp="1"/>
          </p:cNvSpPr>
          <p:nvPr/>
        </p:nvSpPr>
        <p:spPr>
          <a:xfrm>
            <a:off x="4622529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66898567-AC15-4463-904E-1F88910B5467}"/>
              </a:ext>
            </a:extLst>
          </p:cNvPr>
          <p:cNvSpPr>
            <a:spLocks noGrp="1"/>
          </p:cNvSpPr>
          <p:nvPr/>
        </p:nvSpPr>
        <p:spPr>
          <a:xfrm>
            <a:off x="465508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EA8BC6A9-101A-481A-9694-2A3F71BBE08A}"/>
              </a:ext>
            </a:extLst>
          </p:cNvPr>
          <p:cNvSpPr>
            <a:spLocks noGrp="1"/>
          </p:cNvSpPr>
          <p:nvPr/>
        </p:nvSpPr>
        <p:spPr>
          <a:xfrm>
            <a:off x="468253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E695151E-8BB1-410C-AC68-5AA0C28FC5D3}"/>
              </a:ext>
            </a:extLst>
          </p:cNvPr>
          <p:cNvSpPr>
            <a:spLocks noGrp="1"/>
          </p:cNvSpPr>
          <p:nvPr/>
        </p:nvSpPr>
        <p:spPr>
          <a:xfrm>
            <a:off x="466904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223524C5-C93D-495B-9F9C-84B057EC00E3}"/>
              </a:ext>
            </a:extLst>
          </p:cNvPr>
          <p:cNvSpPr>
            <a:spLocks noGrp="1"/>
          </p:cNvSpPr>
          <p:nvPr/>
        </p:nvSpPr>
        <p:spPr>
          <a:xfrm>
            <a:off x="4636203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84690AEB-3421-4669-946D-BDE3D0B64756}"/>
              </a:ext>
            </a:extLst>
          </p:cNvPr>
          <p:cNvSpPr>
            <a:spLocks noGrp="1"/>
          </p:cNvSpPr>
          <p:nvPr/>
        </p:nvSpPr>
        <p:spPr>
          <a:xfrm>
            <a:off x="465046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97D9E964-FDEF-41C7-B138-7C1A9C23AD25}"/>
              </a:ext>
            </a:extLst>
          </p:cNvPr>
          <p:cNvSpPr>
            <a:spLocks noGrp="1"/>
          </p:cNvSpPr>
          <p:nvPr/>
        </p:nvSpPr>
        <p:spPr>
          <a:xfrm>
            <a:off x="459893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91C43934-D5CD-4BC7-BF70-0FDE3178587B}"/>
              </a:ext>
            </a:extLst>
          </p:cNvPr>
          <p:cNvSpPr>
            <a:spLocks noGrp="1"/>
          </p:cNvSpPr>
          <p:nvPr/>
        </p:nvSpPr>
        <p:spPr>
          <a:xfrm>
            <a:off x="4701838" y="5811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D19D612-FECD-4B07-96B0-A001370A514D}"/>
              </a:ext>
            </a:extLst>
          </p:cNvPr>
          <p:cNvSpPr>
            <a:spLocks noGrp="1"/>
          </p:cNvSpPr>
          <p:nvPr/>
        </p:nvSpPr>
        <p:spPr>
          <a:xfrm>
            <a:off x="459207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042A5392-2ACE-4E75-87B8-0E8E15D23CD8}"/>
              </a:ext>
            </a:extLst>
          </p:cNvPr>
          <p:cNvSpPr>
            <a:spLocks noGrp="1"/>
          </p:cNvSpPr>
          <p:nvPr/>
        </p:nvSpPr>
        <p:spPr>
          <a:xfrm>
            <a:off x="465316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AB8E8427-5D93-4117-A0B0-0A2575E0C3F3}"/>
              </a:ext>
            </a:extLst>
          </p:cNvPr>
          <p:cNvSpPr>
            <a:spLocks noGrp="1"/>
          </p:cNvSpPr>
          <p:nvPr/>
        </p:nvSpPr>
        <p:spPr>
          <a:xfrm>
            <a:off x="462364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46422AFF-4A03-4039-8D70-220EB30FE2A4}"/>
              </a:ext>
            </a:extLst>
          </p:cNvPr>
          <p:cNvSpPr>
            <a:spLocks noGrp="1"/>
          </p:cNvSpPr>
          <p:nvPr/>
        </p:nvSpPr>
        <p:spPr>
          <a:xfrm>
            <a:off x="463098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11912954-8E96-4DC1-AF62-C340DA744CBE}"/>
              </a:ext>
            </a:extLst>
          </p:cNvPr>
          <p:cNvSpPr>
            <a:spLocks noGrp="1"/>
          </p:cNvSpPr>
          <p:nvPr/>
        </p:nvSpPr>
        <p:spPr>
          <a:xfrm>
            <a:off x="4657358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CCEF09C0-B5C4-45B7-BE44-A206E6FB236D}"/>
              </a:ext>
            </a:extLst>
          </p:cNvPr>
          <p:cNvSpPr>
            <a:spLocks noGrp="1"/>
          </p:cNvSpPr>
          <p:nvPr/>
        </p:nvSpPr>
        <p:spPr>
          <a:xfrm>
            <a:off x="459135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7C2FB861-6FF4-45E4-86F1-7321EE8D195D}"/>
              </a:ext>
            </a:extLst>
          </p:cNvPr>
          <p:cNvSpPr>
            <a:spLocks noGrp="1"/>
          </p:cNvSpPr>
          <p:nvPr/>
        </p:nvSpPr>
        <p:spPr>
          <a:xfrm>
            <a:off x="471505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EC9B7211-37F3-4DA4-8A75-9A754B611FA4}"/>
              </a:ext>
            </a:extLst>
          </p:cNvPr>
          <p:cNvSpPr>
            <a:spLocks noGrp="1"/>
          </p:cNvSpPr>
          <p:nvPr/>
        </p:nvSpPr>
        <p:spPr>
          <a:xfrm>
            <a:off x="4681386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C7B2E4CF-0B95-4DEF-A47B-021D8B7AD5B2}"/>
              </a:ext>
            </a:extLst>
          </p:cNvPr>
          <p:cNvSpPr>
            <a:spLocks noGrp="1"/>
          </p:cNvSpPr>
          <p:nvPr/>
        </p:nvSpPr>
        <p:spPr>
          <a:xfrm>
            <a:off x="467740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78850AE7-21F5-44CA-BDF3-D336D3417B7E}"/>
              </a:ext>
            </a:extLst>
          </p:cNvPr>
          <p:cNvSpPr>
            <a:spLocks noGrp="1"/>
          </p:cNvSpPr>
          <p:nvPr/>
        </p:nvSpPr>
        <p:spPr>
          <a:xfrm>
            <a:off x="47139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848EAEAD-0B18-4431-B1CD-C0E84CF49F2A}"/>
              </a:ext>
            </a:extLst>
          </p:cNvPr>
          <p:cNvSpPr>
            <a:spLocks noGrp="1"/>
          </p:cNvSpPr>
          <p:nvPr/>
        </p:nvSpPr>
        <p:spPr>
          <a:xfrm>
            <a:off x="466188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8005BCA-1437-4580-8327-961B1E3EFC7E}"/>
              </a:ext>
            </a:extLst>
          </p:cNvPr>
          <p:cNvSpPr>
            <a:spLocks noGrp="1"/>
          </p:cNvSpPr>
          <p:nvPr/>
        </p:nvSpPr>
        <p:spPr>
          <a:xfrm>
            <a:off x="4686463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07AED300-6E5C-43EC-BF81-71A9782017E7}"/>
              </a:ext>
            </a:extLst>
          </p:cNvPr>
          <p:cNvSpPr>
            <a:spLocks noGrp="1"/>
          </p:cNvSpPr>
          <p:nvPr/>
        </p:nvSpPr>
        <p:spPr>
          <a:xfrm>
            <a:off x="462841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F76DFE9-8116-4302-84F8-D3A82CE364C0}"/>
              </a:ext>
            </a:extLst>
          </p:cNvPr>
          <p:cNvSpPr>
            <a:spLocks noGrp="1"/>
          </p:cNvSpPr>
          <p:nvPr/>
        </p:nvSpPr>
        <p:spPr>
          <a:xfrm>
            <a:off x="460887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F24E6853-7B45-4043-A897-593E887A1B92}"/>
              </a:ext>
            </a:extLst>
          </p:cNvPr>
          <p:cNvSpPr>
            <a:spLocks noGrp="1"/>
          </p:cNvSpPr>
          <p:nvPr/>
        </p:nvSpPr>
        <p:spPr>
          <a:xfrm>
            <a:off x="465982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3A198947-6ADD-462F-8D3F-63F9299D1A3A}"/>
              </a:ext>
            </a:extLst>
          </p:cNvPr>
          <p:cNvSpPr>
            <a:spLocks noGrp="1"/>
          </p:cNvSpPr>
          <p:nvPr/>
        </p:nvSpPr>
        <p:spPr>
          <a:xfrm>
            <a:off x="458617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800D03AA-B08F-4830-9572-A5B5836E588F}"/>
              </a:ext>
            </a:extLst>
          </p:cNvPr>
          <p:cNvSpPr>
            <a:spLocks noGrp="1"/>
          </p:cNvSpPr>
          <p:nvPr/>
        </p:nvSpPr>
        <p:spPr>
          <a:xfrm>
            <a:off x="463276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324D3E70-677E-45D1-BA5B-C63B78AFD36F}"/>
              </a:ext>
            </a:extLst>
          </p:cNvPr>
          <p:cNvSpPr>
            <a:spLocks noGrp="1"/>
          </p:cNvSpPr>
          <p:nvPr/>
        </p:nvSpPr>
        <p:spPr>
          <a:xfrm>
            <a:off x="464032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D7902CE-3D54-4E6E-B4F1-77F203F89A82}"/>
              </a:ext>
            </a:extLst>
          </p:cNvPr>
          <p:cNvSpPr>
            <a:spLocks noGrp="1"/>
          </p:cNvSpPr>
          <p:nvPr/>
        </p:nvSpPr>
        <p:spPr>
          <a:xfrm>
            <a:off x="467345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64A005F5-6C7A-464F-856A-45D02C8EAF46}"/>
              </a:ext>
            </a:extLst>
          </p:cNvPr>
          <p:cNvSpPr>
            <a:spLocks noGrp="1"/>
          </p:cNvSpPr>
          <p:nvPr/>
        </p:nvSpPr>
        <p:spPr>
          <a:xfrm>
            <a:off x="469858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FA64A595-1683-4BC3-B5B6-61AB830FDFE8}"/>
              </a:ext>
            </a:extLst>
          </p:cNvPr>
          <p:cNvSpPr>
            <a:spLocks noGrp="1"/>
          </p:cNvSpPr>
          <p:nvPr/>
        </p:nvSpPr>
        <p:spPr>
          <a:xfrm>
            <a:off x="465619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41237B7D-D45A-43BB-8160-CEDCE8B9934A}"/>
              </a:ext>
            </a:extLst>
          </p:cNvPr>
          <p:cNvSpPr>
            <a:spLocks noGrp="1"/>
          </p:cNvSpPr>
          <p:nvPr/>
        </p:nvSpPr>
        <p:spPr>
          <a:xfrm>
            <a:off x="4694152" y="55361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5FC311C6-1632-4D94-8DC6-833ED89360A6}"/>
              </a:ext>
            </a:extLst>
          </p:cNvPr>
          <p:cNvSpPr>
            <a:spLocks noGrp="1"/>
          </p:cNvSpPr>
          <p:nvPr/>
        </p:nvSpPr>
        <p:spPr>
          <a:xfrm>
            <a:off x="4586697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09624D05-B0B5-42D2-8FDA-97C04F40EABC}"/>
              </a:ext>
            </a:extLst>
          </p:cNvPr>
          <p:cNvSpPr>
            <a:spLocks noGrp="1"/>
          </p:cNvSpPr>
          <p:nvPr/>
        </p:nvSpPr>
        <p:spPr>
          <a:xfrm>
            <a:off x="4588902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43EA252E-C717-492B-A735-FA3C7232A1CC}"/>
              </a:ext>
            </a:extLst>
          </p:cNvPr>
          <p:cNvSpPr>
            <a:spLocks noGrp="1"/>
          </p:cNvSpPr>
          <p:nvPr/>
        </p:nvSpPr>
        <p:spPr>
          <a:xfrm>
            <a:off x="461811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47292A25-371E-46EB-A7CB-1A6ABD640335}"/>
              </a:ext>
            </a:extLst>
          </p:cNvPr>
          <p:cNvSpPr>
            <a:spLocks noGrp="1"/>
          </p:cNvSpPr>
          <p:nvPr/>
        </p:nvSpPr>
        <p:spPr>
          <a:xfrm>
            <a:off x="4656972" y="57884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6AA81733-1DE8-4059-8E1D-8FF1B4CC9632}"/>
              </a:ext>
            </a:extLst>
          </p:cNvPr>
          <p:cNvSpPr>
            <a:spLocks noGrp="1"/>
          </p:cNvSpPr>
          <p:nvPr/>
        </p:nvSpPr>
        <p:spPr>
          <a:xfrm>
            <a:off x="461166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58DC9F52-A4B9-4979-A973-058E0ADD08E4}"/>
              </a:ext>
            </a:extLst>
          </p:cNvPr>
          <p:cNvSpPr>
            <a:spLocks noGrp="1"/>
          </p:cNvSpPr>
          <p:nvPr/>
        </p:nvSpPr>
        <p:spPr>
          <a:xfrm>
            <a:off x="464573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906F56F8-55A9-4CA4-8B05-F29B0857C7E9}"/>
              </a:ext>
            </a:extLst>
          </p:cNvPr>
          <p:cNvSpPr>
            <a:spLocks noGrp="1"/>
          </p:cNvSpPr>
          <p:nvPr/>
        </p:nvSpPr>
        <p:spPr>
          <a:xfrm>
            <a:off x="466292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35644B3D-407D-4752-B724-5EB64DB4B24C}"/>
              </a:ext>
            </a:extLst>
          </p:cNvPr>
          <p:cNvSpPr>
            <a:spLocks noGrp="1"/>
          </p:cNvSpPr>
          <p:nvPr/>
        </p:nvSpPr>
        <p:spPr>
          <a:xfrm>
            <a:off x="46638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58A5C3BB-554E-4B6D-9704-8A82BCA6FD9F}"/>
              </a:ext>
            </a:extLst>
          </p:cNvPr>
          <p:cNvSpPr>
            <a:spLocks noGrp="1"/>
          </p:cNvSpPr>
          <p:nvPr/>
        </p:nvSpPr>
        <p:spPr>
          <a:xfrm>
            <a:off x="462319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87184193-70E7-4552-B218-3A599FDB7A77}"/>
              </a:ext>
            </a:extLst>
          </p:cNvPr>
          <p:cNvSpPr>
            <a:spLocks noGrp="1"/>
          </p:cNvSpPr>
          <p:nvPr/>
        </p:nvSpPr>
        <p:spPr>
          <a:xfrm>
            <a:off x="468162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40AC9572-B858-4E88-B8C7-2E7B386A9A76}"/>
              </a:ext>
            </a:extLst>
          </p:cNvPr>
          <p:cNvSpPr>
            <a:spLocks noGrp="1"/>
          </p:cNvSpPr>
          <p:nvPr/>
        </p:nvSpPr>
        <p:spPr>
          <a:xfrm>
            <a:off x="4668453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E31BE5F9-D56A-4A42-A147-5107C7722611}"/>
              </a:ext>
            </a:extLst>
          </p:cNvPr>
          <p:cNvSpPr>
            <a:spLocks noGrp="1"/>
          </p:cNvSpPr>
          <p:nvPr/>
        </p:nvSpPr>
        <p:spPr>
          <a:xfrm>
            <a:off x="468520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686BAE1-73AE-4A3E-A685-29A4ABED7A9F}"/>
              </a:ext>
            </a:extLst>
          </p:cNvPr>
          <p:cNvSpPr>
            <a:spLocks noGrp="1"/>
          </p:cNvSpPr>
          <p:nvPr/>
        </p:nvSpPr>
        <p:spPr>
          <a:xfrm>
            <a:off x="463038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2A30E279-6651-45BE-8AAF-A333422797D7}"/>
              </a:ext>
            </a:extLst>
          </p:cNvPr>
          <p:cNvSpPr>
            <a:spLocks noGrp="1"/>
          </p:cNvSpPr>
          <p:nvPr/>
        </p:nvSpPr>
        <p:spPr>
          <a:xfrm>
            <a:off x="4667259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AB877BB1-BC88-4A28-AE06-3A32B167BBD0}"/>
              </a:ext>
            </a:extLst>
          </p:cNvPr>
          <p:cNvSpPr>
            <a:spLocks noGrp="1"/>
          </p:cNvSpPr>
          <p:nvPr/>
        </p:nvSpPr>
        <p:spPr>
          <a:xfrm>
            <a:off x="470110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5A34ADD4-D84B-4ADA-980B-1D97A0CE849B}"/>
              </a:ext>
            </a:extLst>
          </p:cNvPr>
          <p:cNvSpPr>
            <a:spLocks noGrp="1"/>
          </p:cNvSpPr>
          <p:nvPr/>
        </p:nvSpPr>
        <p:spPr>
          <a:xfrm>
            <a:off x="465006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98B031BB-F142-40B0-99E1-0DD7532655F2}"/>
              </a:ext>
            </a:extLst>
          </p:cNvPr>
          <p:cNvSpPr>
            <a:spLocks noGrp="1"/>
          </p:cNvSpPr>
          <p:nvPr/>
        </p:nvSpPr>
        <p:spPr>
          <a:xfrm>
            <a:off x="45907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82EA6E1F-F0B0-419E-B3FA-D47BAC5564A0}"/>
              </a:ext>
            </a:extLst>
          </p:cNvPr>
          <p:cNvSpPr>
            <a:spLocks noGrp="1"/>
          </p:cNvSpPr>
          <p:nvPr/>
        </p:nvSpPr>
        <p:spPr>
          <a:xfrm>
            <a:off x="467874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2031398C-FBD4-4A76-A479-F5FDF1ECAD51}"/>
              </a:ext>
            </a:extLst>
          </p:cNvPr>
          <p:cNvSpPr>
            <a:spLocks noGrp="1"/>
          </p:cNvSpPr>
          <p:nvPr/>
        </p:nvSpPr>
        <p:spPr>
          <a:xfrm>
            <a:off x="461727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868D3F0A-FBC0-4CE3-BCDA-32CC902D5FD1}"/>
              </a:ext>
            </a:extLst>
          </p:cNvPr>
          <p:cNvSpPr>
            <a:spLocks noGrp="1"/>
          </p:cNvSpPr>
          <p:nvPr/>
        </p:nvSpPr>
        <p:spPr>
          <a:xfrm>
            <a:off x="470840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0C84B4A8-6854-4DFF-AA74-74BDD0D466F1}"/>
              </a:ext>
            </a:extLst>
          </p:cNvPr>
          <p:cNvSpPr>
            <a:spLocks noGrp="1"/>
          </p:cNvSpPr>
          <p:nvPr/>
        </p:nvSpPr>
        <p:spPr>
          <a:xfrm>
            <a:off x="462779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F3475B51-647D-4B6A-8988-7C2A13AE6D7F}"/>
              </a:ext>
            </a:extLst>
          </p:cNvPr>
          <p:cNvSpPr>
            <a:spLocks noGrp="1"/>
          </p:cNvSpPr>
          <p:nvPr/>
        </p:nvSpPr>
        <p:spPr>
          <a:xfrm>
            <a:off x="4584341" y="6361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03EB8C73-75D4-4332-9278-B993DA7AEF82}"/>
              </a:ext>
            </a:extLst>
          </p:cNvPr>
          <p:cNvSpPr>
            <a:spLocks noGrp="1"/>
          </p:cNvSpPr>
          <p:nvPr/>
        </p:nvSpPr>
        <p:spPr>
          <a:xfrm>
            <a:off x="469219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98C805CE-736B-4B2B-BE52-472DD58C53CA}"/>
              </a:ext>
            </a:extLst>
          </p:cNvPr>
          <p:cNvSpPr>
            <a:spLocks noGrp="1"/>
          </p:cNvSpPr>
          <p:nvPr/>
        </p:nvSpPr>
        <p:spPr>
          <a:xfrm>
            <a:off x="465081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1AE23678-6D83-4536-A44C-C356D7AA2C07}"/>
              </a:ext>
            </a:extLst>
          </p:cNvPr>
          <p:cNvSpPr>
            <a:spLocks noGrp="1"/>
          </p:cNvSpPr>
          <p:nvPr/>
        </p:nvSpPr>
        <p:spPr>
          <a:xfrm>
            <a:off x="4692031" y="54927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0E4005FE-343E-4261-ADA4-845DE84B9DE7}"/>
              </a:ext>
            </a:extLst>
          </p:cNvPr>
          <p:cNvSpPr>
            <a:spLocks noGrp="1"/>
          </p:cNvSpPr>
          <p:nvPr/>
        </p:nvSpPr>
        <p:spPr>
          <a:xfrm>
            <a:off x="460852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C0EBA82B-DE0D-42E9-88C4-D57357D42BBF}"/>
              </a:ext>
            </a:extLst>
          </p:cNvPr>
          <p:cNvSpPr>
            <a:spLocks noGrp="1"/>
          </p:cNvSpPr>
          <p:nvPr/>
        </p:nvSpPr>
        <p:spPr>
          <a:xfrm>
            <a:off x="462380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7F34F7A6-B844-48D3-85AA-1B1C404810CE}"/>
              </a:ext>
            </a:extLst>
          </p:cNvPr>
          <p:cNvSpPr>
            <a:spLocks noGrp="1"/>
          </p:cNvSpPr>
          <p:nvPr/>
        </p:nvSpPr>
        <p:spPr>
          <a:xfrm>
            <a:off x="4594447" y="65270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1F6BE367-1CE6-48D1-B739-FE4D25AC86BA}"/>
              </a:ext>
            </a:extLst>
          </p:cNvPr>
          <p:cNvSpPr>
            <a:spLocks noGrp="1"/>
          </p:cNvSpPr>
          <p:nvPr/>
        </p:nvSpPr>
        <p:spPr>
          <a:xfrm>
            <a:off x="465245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E79D2F0A-BB31-4C05-B1B8-70360371BFD6}"/>
              </a:ext>
            </a:extLst>
          </p:cNvPr>
          <p:cNvSpPr>
            <a:spLocks noGrp="1"/>
          </p:cNvSpPr>
          <p:nvPr/>
        </p:nvSpPr>
        <p:spPr>
          <a:xfrm>
            <a:off x="4697185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0A5D666E-CFB2-4C8F-A686-97968DA8A781}"/>
              </a:ext>
            </a:extLst>
          </p:cNvPr>
          <p:cNvSpPr>
            <a:spLocks noGrp="1"/>
          </p:cNvSpPr>
          <p:nvPr/>
        </p:nvSpPr>
        <p:spPr>
          <a:xfrm>
            <a:off x="4670032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7C44C528-6753-45B4-8204-C51F60DD4BD2}"/>
              </a:ext>
            </a:extLst>
          </p:cNvPr>
          <p:cNvSpPr>
            <a:spLocks noGrp="1"/>
          </p:cNvSpPr>
          <p:nvPr/>
        </p:nvSpPr>
        <p:spPr>
          <a:xfrm>
            <a:off x="4601131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3E6EE748-3EB2-4BEA-BA78-1BDEE90AC7A0}"/>
              </a:ext>
            </a:extLst>
          </p:cNvPr>
          <p:cNvSpPr>
            <a:spLocks noGrp="1"/>
          </p:cNvSpPr>
          <p:nvPr/>
        </p:nvSpPr>
        <p:spPr>
          <a:xfrm>
            <a:off x="459417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2E18EB6C-CC4F-4ED2-B9E3-DFDA9F46309B}"/>
              </a:ext>
            </a:extLst>
          </p:cNvPr>
          <p:cNvSpPr>
            <a:spLocks noGrp="1"/>
          </p:cNvSpPr>
          <p:nvPr/>
        </p:nvSpPr>
        <p:spPr>
          <a:xfrm>
            <a:off x="464654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113125EA-F3B8-48B0-8B84-D26BA9E62041}"/>
              </a:ext>
            </a:extLst>
          </p:cNvPr>
          <p:cNvSpPr>
            <a:spLocks noGrp="1"/>
          </p:cNvSpPr>
          <p:nvPr/>
        </p:nvSpPr>
        <p:spPr>
          <a:xfrm>
            <a:off x="4623984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C66613D3-3666-4AC2-BDBD-B4348D30AF46}"/>
              </a:ext>
            </a:extLst>
          </p:cNvPr>
          <p:cNvSpPr>
            <a:spLocks noGrp="1"/>
          </p:cNvSpPr>
          <p:nvPr/>
        </p:nvSpPr>
        <p:spPr>
          <a:xfrm>
            <a:off x="463704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E62ADC19-43F1-4B73-AB03-4168B1813028}"/>
              </a:ext>
            </a:extLst>
          </p:cNvPr>
          <p:cNvSpPr>
            <a:spLocks noGrp="1"/>
          </p:cNvSpPr>
          <p:nvPr/>
        </p:nvSpPr>
        <p:spPr>
          <a:xfrm>
            <a:off x="468160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555D2D49-B658-4B4B-AB70-5AC63D50B4A7}"/>
              </a:ext>
            </a:extLst>
          </p:cNvPr>
          <p:cNvSpPr>
            <a:spLocks noGrp="1"/>
          </p:cNvSpPr>
          <p:nvPr/>
        </p:nvSpPr>
        <p:spPr>
          <a:xfrm>
            <a:off x="462537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96EA9825-D102-4D08-A1A8-F8FC7055308C}"/>
              </a:ext>
            </a:extLst>
          </p:cNvPr>
          <p:cNvSpPr>
            <a:spLocks noGrp="1"/>
          </p:cNvSpPr>
          <p:nvPr/>
        </p:nvSpPr>
        <p:spPr>
          <a:xfrm>
            <a:off x="463033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59B1E33-44A3-4746-BAD3-D3CBCEB8893D}"/>
              </a:ext>
            </a:extLst>
          </p:cNvPr>
          <p:cNvSpPr>
            <a:spLocks noGrp="1"/>
          </p:cNvSpPr>
          <p:nvPr/>
        </p:nvSpPr>
        <p:spPr>
          <a:xfrm>
            <a:off x="52391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3306E1AF-0F00-4F34-B030-FF80CA71E43A}"/>
              </a:ext>
            </a:extLst>
          </p:cNvPr>
          <p:cNvSpPr>
            <a:spLocks noGrp="1"/>
          </p:cNvSpPr>
          <p:nvPr/>
        </p:nvSpPr>
        <p:spPr>
          <a:xfrm>
            <a:off x="5248719" y="56863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961E55D3-F807-4458-B72C-88FE55F990D1}"/>
              </a:ext>
            </a:extLst>
          </p:cNvPr>
          <p:cNvSpPr>
            <a:spLocks noGrp="1"/>
          </p:cNvSpPr>
          <p:nvPr/>
        </p:nvSpPr>
        <p:spPr>
          <a:xfrm>
            <a:off x="522115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D53552C6-8DDC-4E6F-BD99-34B34F24373C}"/>
              </a:ext>
            </a:extLst>
          </p:cNvPr>
          <p:cNvSpPr>
            <a:spLocks noGrp="1"/>
          </p:cNvSpPr>
          <p:nvPr/>
        </p:nvSpPr>
        <p:spPr>
          <a:xfrm>
            <a:off x="521964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554F572A-45F1-4B5D-ADE6-3B8D32DAB5F9}"/>
              </a:ext>
            </a:extLst>
          </p:cNvPr>
          <p:cNvSpPr>
            <a:spLocks noGrp="1"/>
          </p:cNvSpPr>
          <p:nvPr/>
        </p:nvSpPr>
        <p:spPr>
          <a:xfrm>
            <a:off x="522035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5E83C617-F3D0-427C-B31E-77C85EB025C9}"/>
              </a:ext>
            </a:extLst>
          </p:cNvPr>
          <p:cNvSpPr>
            <a:spLocks noGrp="1"/>
          </p:cNvSpPr>
          <p:nvPr/>
        </p:nvSpPr>
        <p:spPr>
          <a:xfrm>
            <a:off x="5271484" y="61738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833AD025-26E7-4D3B-8EF1-24996D2BC3B0}"/>
              </a:ext>
            </a:extLst>
          </p:cNvPr>
          <p:cNvSpPr>
            <a:spLocks noGrp="1"/>
          </p:cNvSpPr>
          <p:nvPr/>
        </p:nvSpPr>
        <p:spPr>
          <a:xfrm>
            <a:off x="5233058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87AF5EC6-0317-429D-A316-5C0F84316CE7}"/>
              </a:ext>
            </a:extLst>
          </p:cNvPr>
          <p:cNvSpPr>
            <a:spLocks noGrp="1"/>
          </p:cNvSpPr>
          <p:nvPr/>
        </p:nvSpPr>
        <p:spPr>
          <a:xfrm>
            <a:off x="524449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738EEBE-4153-4C09-A8FF-8E4871EA05C5}"/>
              </a:ext>
            </a:extLst>
          </p:cNvPr>
          <p:cNvSpPr>
            <a:spLocks noGrp="1"/>
          </p:cNvSpPr>
          <p:nvPr/>
        </p:nvSpPr>
        <p:spPr>
          <a:xfrm>
            <a:off x="517860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70747525-75ED-484F-9BC5-EAB03F953601}"/>
              </a:ext>
            </a:extLst>
          </p:cNvPr>
          <p:cNvSpPr>
            <a:spLocks noGrp="1"/>
          </p:cNvSpPr>
          <p:nvPr/>
        </p:nvSpPr>
        <p:spPr>
          <a:xfrm>
            <a:off x="529694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AB189A24-7152-46BC-927E-60000C30F706}"/>
              </a:ext>
            </a:extLst>
          </p:cNvPr>
          <p:cNvSpPr>
            <a:spLocks noGrp="1"/>
          </p:cNvSpPr>
          <p:nvPr/>
        </p:nvSpPr>
        <p:spPr>
          <a:xfrm>
            <a:off x="528001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90B2761B-61F8-4687-B8CF-D7B730543CEF}"/>
              </a:ext>
            </a:extLst>
          </p:cNvPr>
          <p:cNvSpPr>
            <a:spLocks noGrp="1"/>
          </p:cNvSpPr>
          <p:nvPr/>
        </p:nvSpPr>
        <p:spPr>
          <a:xfrm>
            <a:off x="5192824" y="60366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B155DA2-FD2D-49E0-AA13-4D6833C81AD0}"/>
              </a:ext>
            </a:extLst>
          </p:cNvPr>
          <p:cNvSpPr>
            <a:spLocks noGrp="1"/>
          </p:cNvSpPr>
          <p:nvPr/>
        </p:nvSpPr>
        <p:spPr>
          <a:xfrm>
            <a:off x="52231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A153E86D-C0CB-4F24-A4B5-67FB0FCDE31C}"/>
              </a:ext>
            </a:extLst>
          </p:cNvPr>
          <p:cNvSpPr>
            <a:spLocks noGrp="1"/>
          </p:cNvSpPr>
          <p:nvPr/>
        </p:nvSpPr>
        <p:spPr>
          <a:xfrm>
            <a:off x="530144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6C6A4555-DEBC-40F7-820B-558BACC535E5}"/>
              </a:ext>
            </a:extLst>
          </p:cNvPr>
          <p:cNvSpPr>
            <a:spLocks noGrp="1"/>
          </p:cNvSpPr>
          <p:nvPr/>
        </p:nvSpPr>
        <p:spPr>
          <a:xfrm>
            <a:off x="5174759" y="5371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BB85A907-C218-4942-969B-E19000B267C9}"/>
              </a:ext>
            </a:extLst>
          </p:cNvPr>
          <p:cNvSpPr>
            <a:spLocks noGrp="1"/>
          </p:cNvSpPr>
          <p:nvPr/>
        </p:nvSpPr>
        <p:spPr>
          <a:xfrm>
            <a:off x="52380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CAC6C096-CC3E-4DF7-BB9B-72D40F72A1E4}"/>
              </a:ext>
            </a:extLst>
          </p:cNvPr>
          <p:cNvSpPr>
            <a:spLocks noGrp="1"/>
          </p:cNvSpPr>
          <p:nvPr/>
        </p:nvSpPr>
        <p:spPr>
          <a:xfrm>
            <a:off x="5244668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DB834CE-7F90-4C40-9A9D-CCD17133E8A7}"/>
              </a:ext>
            </a:extLst>
          </p:cNvPr>
          <p:cNvSpPr>
            <a:spLocks noGrp="1"/>
          </p:cNvSpPr>
          <p:nvPr/>
        </p:nvSpPr>
        <p:spPr>
          <a:xfrm>
            <a:off x="523632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CDCF9AA9-EBFD-443A-B6E0-9DD3F2215536}"/>
              </a:ext>
            </a:extLst>
          </p:cNvPr>
          <p:cNvSpPr>
            <a:spLocks noGrp="1"/>
          </p:cNvSpPr>
          <p:nvPr/>
        </p:nvSpPr>
        <p:spPr>
          <a:xfrm>
            <a:off x="5302232" y="662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A5162525-616F-421A-9C68-3AE83745F581}"/>
              </a:ext>
            </a:extLst>
          </p:cNvPr>
          <p:cNvSpPr>
            <a:spLocks noGrp="1"/>
          </p:cNvSpPr>
          <p:nvPr/>
        </p:nvSpPr>
        <p:spPr>
          <a:xfrm>
            <a:off x="52836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00CEADEA-FE56-4F05-9B7B-A69AFE692BF0}"/>
              </a:ext>
            </a:extLst>
          </p:cNvPr>
          <p:cNvSpPr>
            <a:spLocks noGrp="1"/>
          </p:cNvSpPr>
          <p:nvPr/>
        </p:nvSpPr>
        <p:spPr>
          <a:xfrm>
            <a:off x="518434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97E6B495-693E-4931-AFA3-1154B53A1DAE}"/>
              </a:ext>
            </a:extLst>
          </p:cNvPr>
          <p:cNvSpPr>
            <a:spLocks noGrp="1"/>
          </p:cNvSpPr>
          <p:nvPr/>
        </p:nvSpPr>
        <p:spPr>
          <a:xfrm>
            <a:off x="519906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1DF86B94-0B7E-4456-8AF1-8350BC1F5F6F}"/>
              </a:ext>
            </a:extLst>
          </p:cNvPr>
          <p:cNvSpPr>
            <a:spLocks noGrp="1"/>
          </p:cNvSpPr>
          <p:nvPr/>
        </p:nvSpPr>
        <p:spPr>
          <a:xfrm>
            <a:off x="5213971" y="57082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98D86AEE-8DB7-4E34-A44D-97A00C987A42}"/>
              </a:ext>
            </a:extLst>
          </p:cNvPr>
          <p:cNvSpPr>
            <a:spLocks noGrp="1"/>
          </p:cNvSpPr>
          <p:nvPr/>
        </p:nvSpPr>
        <p:spPr>
          <a:xfrm>
            <a:off x="5238013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57693E93-844A-4AF2-8A17-ACDD41FEF4F8}"/>
              </a:ext>
            </a:extLst>
          </p:cNvPr>
          <p:cNvSpPr>
            <a:spLocks noGrp="1"/>
          </p:cNvSpPr>
          <p:nvPr/>
        </p:nvSpPr>
        <p:spPr>
          <a:xfrm>
            <a:off x="527771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F535A777-E5E8-41BD-AC0D-7BAA9EB66F99}"/>
              </a:ext>
            </a:extLst>
          </p:cNvPr>
          <p:cNvSpPr>
            <a:spLocks noGrp="1"/>
          </p:cNvSpPr>
          <p:nvPr/>
        </p:nvSpPr>
        <p:spPr>
          <a:xfrm>
            <a:off x="5254038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C8EAA7EE-37A1-4762-BD7D-16DFB392B271}"/>
              </a:ext>
            </a:extLst>
          </p:cNvPr>
          <p:cNvSpPr>
            <a:spLocks noGrp="1"/>
          </p:cNvSpPr>
          <p:nvPr/>
        </p:nvSpPr>
        <p:spPr>
          <a:xfrm>
            <a:off x="528506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CEF6E1D9-4498-44B2-8E36-0CFF297ACEAE}"/>
              </a:ext>
            </a:extLst>
          </p:cNvPr>
          <p:cNvSpPr>
            <a:spLocks noGrp="1"/>
          </p:cNvSpPr>
          <p:nvPr/>
        </p:nvSpPr>
        <p:spPr>
          <a:xfrm>
            <a:off x="520175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4D536535-4041-4B4B-8297-772A7F0E213F}"/>
              </a:ext>
            </a:extLst>
          </p:cNvPr>
          <p:cNvSpPr>
            <a:spLocks noGrp="1"/>
          </p:cNvSpPr>
          <p:nvPr/>
        </p:nvSpPr>
        <p:spPr>
          <a:xfrm>
            <a:off x="524693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8A07EB9-EA12-49A6-A3FD-C8EE99E3A676}"/>
              </a:ext>
            </a:extLst>
          </p:cNvPr>
          <p:cNvSpPr>
            <a:spLocks noGrp="1"/>
          </p:cNvSpPr>
          <p:nvPr/>
        </p:nvSpPr>
        <p:spPr>
          <a:xfrm>
            <a:off x="52476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5204035C-20AB-46C0-8B1B-E13AE763C530}"/>
              </a:ext>
            </a:extLst>
          </p:cNvPr>
          <p:cNvSpPr>
            <a:spLocks noGrp="1"/>
          </p:cNvSpPr>
          <p:nvPr/>
        </p:nvSpPr>
        <p:spPr>
          <a:xfrm>
            <a:off x="5173952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A6EFF7DD-253F-4332-A250-217A303D3CC8}"/>
              </a:ext>
            </a:extLst>
          </p:cNvPr>
          <p:cNvSpPr>
            <a:spLocks noGrp="1"/>
          </p:cNvSpPr>
          <p:nvPr/>
        </p:nvSpPr>
        <p:spPr>
          <a:xfrm>
            <a:off x="51778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04302F6C-03CC-4998-A510-68C3D4A912B9}"/>
              </a:ext>
            </a:extLst>
          </p:cNvPr>
          <p:cNvSpPr>
            <a:spLocks noGrp="1"/>
          </p:cNvSpPr>
          <p:nvPr/>
        </p:nvSpPr>
        <p:spPr>
          <a:xfrm>
            <a:off x="5211929" y="6878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1DD2C7CF-9D2E-4977-AEC6-298AA3524023}"/>
              </a:ext>
            </a:extLst>
          </p:cNvPr>
          <p:cNvSpPr>
            <a:spLocks noGrp="1"/>
          </p:cNvSpPr>
          <p:nvPr/>
        </p:nvSpPr>
        <p:spPr>
          <a:xfrm>
            <a:off x="5197235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0C5227DF-6964-4EF3-8435-BEAD53FAF786}"/>
              </a:ext>
            </a:extLst>
          </p:cNvPr>
          <p:cNvSpPr>
            <a:spLocks noGrp="1"/>
          </p:cNvSpPr>
          <p:nvPr/>
        </p:nvSpPr>
        <p:spPr>
          <a:xfrm>
            <a:off x="522937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780961B2-8E8D-47AE-9381-C247EC2D7CB3}"/>
              </a:ext>
            </a:extLst>
          </p:cNvPr>
          <p:cNvSpPr>
            <a:spLocks noGrp="1"/>
          </p:cNvSpPr>
          <p:nvPr/>
        </p:nvSpPr>
        <p:spPr>
          <a:xfrm>
            <a:off x="52117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8385BA29-A2A9-4F72-ACDE-4D857015B4E3}"/>
              </a:ext>
            </a:extLst>
          </p:cNvPr>
          <p:cNvSpPr>
            <a:spLocks noGrp="1"/>
          </p:cNvSpPr>
          <p:nvPr/>
        </p:nvSpPr>
        <p:spPr>
          <a:xfrm>
            <a:off x="527014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96FA4DB5-828F-4D0F-9636-D1CF48EF20B9}"/>
              </a:ext>
            </a:extLst>
          </p:cNvPr>
          <p:cNvSpPr>
            <a:spLocks noGrp="1"/>
          </p:cNvSpPr>
          <p:nvPr/>
        </p:nvSpPr>
        <p:spPr>
          <a:xfrm>
            <a:off x="5266685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A423A1C8-84F5-4E39-8E38-83BD90F8756B}"/>
              </a:ext>
            </a:extLst>
          </p:cNvPr>
          <p:cNvSpPr>
            <a:spLocks noGrp="1"/>
          </p:cNvSpPr>
          <p:nvPr/>
        </p:nvSpPr>
        <p:spPr>
          <a:xfrm>
            <a:off x="517114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8954A94D-9F93-48B2-901C-0F4AF7BFED4B}"/>
              </a:ext>
            </a:extLst>
          </p:cNvPr>
          <p:cNvSpPr>
            <a:spLocks noGrp="1"/>
          </p:cNvSpPr>
          <p:nvPr/>
        </p:nvSpPr>
        <p:spPr>
          <a:xfrm>
            <a:off x="5223674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CFC89834-40A7-47F3-ACCA-AD48E9294660}"/>
              </a:ext>
            </a:extLst>
          </p:cNvPr>
          <p:cNvSpPr>
            <a:spLocks noGrp="1"/>
          </p:cNvSpPr>
          <p:nvPr/>
        </p:nvSpPr>
        <p:spPr>
          <a:xfrm>
            <a:off x="5237786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63A1CE20-9A61-4A81-ADD9-D4DBFA068E2B}"/>
              </a:ext>
            </a:extLst>
          </p:cNvPr>
          <p:cNvSpPr>
            <a:spLocks noGrp="1"/>
          </p:cNvSpPr>
          <p:nvPr/>
        </p:nvSpPr>
        <p:spPr>
          <a:xfrm>
            <a:off x="524056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41F3F337-4FED-4E07-BDFC-4CF0454ECC99}"/>
              </a:ext>
            </a:extLst>
          </p:cNvPr>
          <p:cNvSpPr>
            <a:spLocks noGrp="1"/>
          </p:cNvSpPr>
          <p:nvPr/>
        </p:nvSpPr>
        <p:spPr>
          <a:xfrm>
            <a:off x="523497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A4646C23-6DB9-47F7-A22A-5487E3F44FEA}"/>
              </a:ext>
            </a:extLst>
          </p:cNvPr>
          <p:cNvSpPr>
            <a:spLocks noGrp="1"/>
          </p:cNvSpPr>
          <p:nvPr/>
        </p:nvSpPr>
        <p:spPr>
          <a:xfrm>
            <a:off x="5277480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E56E93D0-F7D7-4F4A-B4E4-F93A2EDF28BE}"/>
              </a:ext>
            </a:extLst>
          </p:cNvPr>
          <p:cNvSpPr>
            <a:spLocks noGrp="1"/>
          </p:cNvSpPr>
          <p:nvPr/>
        </p:nvSpPr>
        <p:spPr>
          <a:xfrm>
            <a:off x="5182906" y="6361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1618C4E6-5378-47EF-A469-8A7936677F9E}"/>
              </a:ext>
            </a:extLst>
          </p:cNvPr>
          <p:cNvSpPr>
            <a:spLocks noGrp="1"/>
          </p:cNvSpPr>
          <p:nvPr/>
        </p:nvSpPr>
        <p:spPr>
          <a:xfrm>
            <a:off x="5181988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B32391DB-E2BF-4996-9BFD-631978FF463B}"/>
              </a:ext>
            </a:extLst>
          </p:cNvPr>
          <p:cNvSpPr>
            <a:spLocks noGrp="1"/>
          </p:cNvSpPr>
          <p:nvPr/>
        </p:nvSpPr>
        <p:spPr>
          <a:xfrm>
            <a:off x="519944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4E8B8639-C571-48FA-BCB2-9F9407BC5252}"/>
              </a:ext>
            </a:extLst>
          </p:cNvPr>
          <p:cNvSpPr>
            <a:spLocks noGrp="1"/>
          </p:cNvSpPr>
          <p:nvPr/>
        </p:nvSpPr>
        <p:spPr>
          <a:xfrm>
            <a:off x="524897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06552AD2-9C01-42CE-A0E7-A2EABE658375}"/>
              </a:ext>
            </a:extLst>
          </p:cNvPr>
          <p:cNvSpPr>
            <a:spLocks noGrp="1"/>
          </p:cNvSpPr>
          <p:nvPr/>
        </p:nvSpPr>
        <p:spPr>
          <a:xfrm>
            <a:off x="5225713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4BE7E7D7-8752-4217-B1A9-EBE71C7A5B6C}"/>
              </a:ext>
            </a:extLst>
          </p:cNvPr>
          <p:cNvSpPr>
            <a:spLocks noGrp="1"/>
          </p:cNvSpPr>
          <p:nvPr/>
        </p:nvSpPr>
        <p:spPr>
          <a:xfrm>
            <a:off x="527954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27254807-FF4B-4828-9D23-54EA8112914F}"/>
              </a:ext>
            </a:extLst>
          </p:cNvPr>
          <p:cNvSpPr>
            <a:spLocks noGrp="1"/>
          </p:cNvSpPr>
          <p:nvPr/>
        </p:nvSpPr>
        <p:spPr>
          <a:xfrm>
            <a:off x="528245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82424DA8-30C3-4CA2-913E-60299E82B44A}"/>
              </a:ext>
            </a:extLst>
          </p:cNvPr>
          <p:cNvSpPr>
            <a:spLocks noGrp="1"/>
          </p:cNvSpPr>
          <p:nvPr/>
        </p:nvSpPr>
        <p:spPr>
          <a:xfrm>
            <a:off x="5209597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A1C2653F-BE0E-46C3-A833-35F2E76887FE}"/>
              </a:ext>
            </a:extLst>
          </p:cNvPr>
          <p:cNvSpPr>
            <a:spLocks noGrp="1"/>
          </p:cNvSpPr>
          <p:nvPr/>
        </p:nvSpPr>
        <p:spPr>
          <a:xfrm>
            <a:off x="5216167" y="6430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71D1CB53-CFEA-41C0-9347-D7055D11B693}"/>
              </a:ext>
            </a:extLst>
          </p:cNvPr>
          <p:cNvSpPr>
            <a:spLocks noGrp="1"/>
          </p:cNvSpPr>
          <p:nvPr/>
        </p:nvSpPr>
        <p:spPr>
          <a:xfrm>
            <a:off x="52022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C8A74533-CA41-4CFF-818E-4DD185821609}"/>
              </a:ext>
            </a:extLst>
          </p:cNvPr>
          <p:cNvSpPr>
            <a:spLocks noGrp="1"/>
          </p:cNvSpPr>
          <p:nvPr/>
        </p:nvSpPr>
        <p:spPr>
          <a:xfrm>
            <a:off x="5245012" y="57082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8EF1F99E-962C-41D5-AE59-8C56D64CAA22}"/>
              </a:ext>
            </a:extLst>
          </p:cNvPr>
          <p:cNvSpPr>
            <a:spLocks noGrp="1"/>
          </p:cNvSpPr>
          <p:nvPr/>
        </p:nvSpPr>
        <p:spPr>
          <a:xfrm>
            <a:off x="5263813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0BA38AD1-D062-4B28-ABC4-3A697B7B2504}"/>
              </a:ext>
            </a:extLst>
          </p:cNvPr>
          <p:cNvSpPr>
            <a:spLocks noGrp="1"/>
          </p:cNvSpPr>
          <p:nvPr/>
        </p:nvSpPr>
        <p:spPr>
          <a:xfrm>
            <a:off x="523932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F2E38E99-146A-4EB2-ACAB-BD96AD7C27D1}"/>
              </a:ext>
            </a:extLst>
          </p:cNvPr>
          <p:cNvSpPr>
            <a:spLocks noGrp="1"/>
          </p:cNvSpPr>
          <p:nvPr/>
        </p:nvSpPr>
        <p:spPr>
          <a:xfrm>
            <a:off x="5294248" y="55637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D1AC2886-63AB-4372-AC0B-0F9B05ADA811}"/>
              </a:ext>
            </a:extLst>
          </p:cNvPr>
          <p:cNvSpPr>
            <a:spLocks noGrp="1"/>
          </p:cNvSpPr>
          <p:nvPr/>
        </p:nvSpPr>
        <p:spPr>
          <a:xfrm>
            <a:off x="529999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C1B6841F-0B17-4FB3-BC84-F3D5813D1872}"/>
              </a:ext>
            </a:extLst>
          </p:cNvPr>
          <p:cNvSpPr>
            <a:spLocks noGrp="1"/>
          </p:cNvSpPr>
          <p:nvPr/>
        </p:nvSpPr>
        <p:spPr>
          <a:xfrm>
            <a:off x="524745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91161D2A-6677-473A-8A72-203BDBD6C752}"/>
              </a:ext>
            </a:extLst>
          </p:cNvPr>
          <p:cNvSpPr>
            <a:spLocks noGrp="1"/>
          </p:cNvSpPr>
          <p:nvPr/>
        </p:nvSpPr>
        <p:spPr>
          <a:xfrm>
            <a:off x="5233903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F35F9600-AC7A-4B18-861D-2378A8563C0D}"/>
              </a:ext>
            </a:extLst>
          </p:cNvPr>
          <p:cNvSpPr>
            <a:spLocks noGrp="1"/>
          </p:cNvSpPr>
          <p:nvPr/>
        </p:nvSpPr>
        <p:spPr>
          <a:xfrm>
            <a:off x="52493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C1E504E-7F55-40A1-990A-334228549DC7}"/>
              </a:ext>
            </a:extLst>
          </p:cNvPr>
          <p:cNvSpPr>
            <a:spLocks noGrp="1"/>
          </p:cNvSpPr>
          <p:nvPr/>
        </p:nvSpPr>
        <p:spPr>
          <a:xfrm>
            <a:off x="525403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6C7E0D87-572B-4D54-816A-B7726C2C9090}"/>
              </a:ext>
            </a:extLst>
          </p:cNvPr>
          <p:cNvSpPr>
            <a:spLocks noGrp="1"/>
          </p:cNvSpPr>
          <p:nvPr/>
        </p:nvSpPr>
        <p:spPr>
          <a:xfrm>
            <a:off x="5198108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0D9CFCC9-5F4B-4316-8CAD-434E799E4141}"/>
              </a:ext>
            </a:extLst>
          </p:cNvPr>
          <p:cNvSpPr>
            <a:spLocks noGrp="1"/>
          </p:cNvSpPr>
          <p:nvPr/>
        </p:nvSpPr>
        <p:spPr>
          <a:xfrm>
            <a:off x="526312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ED0025C8-3F25-4406-BA30-A09BD966B079}"/>
              </a:ext>
            </a:extLst>
          </p:cNvPr>
          <p:cNvSpPr>
            <a:spLocks noGrp="1"/>
          </p:cNvSpPr>
          <p:nvPr/>
        </p:nvSpPr>
        <p:spPr>
          <a:xfrm>
            <a:off x="528799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46CC7CEF-5C3C-479D-AB14-A948696BFCD1}"/>
              </a:ext>
            </a:extLst>
          </p:cNvPr>
          <p:cNvSpPr>
            <a:spLocks noGrp="1"/>
          </p:cNvSpPr>
          <p:nvPr/>
        </p:nvSpPr>
        <p:spPr>
          <a:xfrm>
            <a:off x="520304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C2B76551-C12F-4FCE-84E1-173C1A711AF4}"/>
              </a:ext>
            </a:extLst>
          </p:cNvPr>
          <p:cNvSpPr>
            <a:spLocks noGrp="1"/>
          </p:cNvSpPr>
          <p:nvPr/>
        </p:nvSpPr>
        <p:spPr>
          <a:xfrm>
            <a:off x="5172191" y="6843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9843ABCF-F71C-4446-AC71-C5E7BBD3143E}"/>
              </a:ext>
            </a:extLst>
          </p:cNvPr>
          <p:cNvSpPr>
            <a:spLocks noGrp="1"/>
          </p:cNvSpPr>
          <p:nvPr/>
        </p:nvSpPr>
        <p:spPr>
          <a:xfrm>
            <a:off x="526760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E51A57E7-D3C6-4F95-82B1-7B93333DE0DF}"/>
              </a:ext>
            </a:extLst>
          </p:cNvPr>
          <p:cNvSpPr>
            <a:spLocks noGrp="1"/>
          </p:cNvSpPr>
          <p:nvPr/>
        </p:nvSpPr>
        <p:spPr>
          <a:xfrm>
            <a:off x="519747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4ABF488-9CD5-42DB-9A48-6C85C922028C}"/>
              </a:ext>
            </a:extLst>
          </p:cNvPr>
          <p:cNvSpPr>
            <a:spLocks noGrp="1"/>
          </p:cNvSpPr>
          <p:nvPr/>
        </p:nvSpPr>
        <p:spPr>
          <a:xfrm>
            <a:off x="521874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722E3CD7-2088-4B5D-BF61-28D0C974A0E2}"/>
              </a:ext>
            </a:extLst>
          </p:cNvPr>
          <p:cNvSpPr>
            <a:spLocks noGrp="1"/>
          </p:cNvSpPr>
          <p:nvPr/>
        </p:nvSpPr>
        <p:spPr>
          <a:xfrm>
            <a:off x="520152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8FFE514B-D595-4F8C-BB70-883DD5EBA74C}"/>
              </a:ext>
            </a:extLst>
          </p:cNvPr>
          <p:cNvSpPr>
            <a:spLocks noGrp="1"/>
          </p:cNvSpPr>
          <p:nvPr/>
        </p:nvSpPr>
        <p:spPr>
          <a:xfrm>
            <a:off x="51873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9C8CEF9F-FDFB-4E89-8371-7FAEAA5EEEB3}"/>
              </a:ext>
            </a:extLst>
          </p:cNvPr>
          <p:cNvSpPr>
            <a:spLocks noGrp="1"/>
          </p:cNvSpPr>
          <p:nvPr/>
        </p:nvSpPr>
        <p:spPr>
          <a:xfrm>
            <a:off x="525271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5E2ED43A-5BD6-422C-A11E-AC0489C55071}"/>
              </a:ext>
            </a:extLst>
          </p:cNvPr>
          <p:cNvSpPr>
            <a:spLocks noGrp="1"/>
          </p:cNvSpPr>
          <p:nvPr/>
        </p:nvSpPr>
        <p:spPr>
          <a:xfrm>
            <a:off x="52758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31033D6F-881B-424A-859E-817D5C5913F6}"/>
              </a:ext>
            </a:extLst>
          </p:cNvPr>
          <p:cNvSpPr>
            <a:spLocks noGrp="1"/>
          </p:cNvSpPr>
          <p:nvPr/>
        </p:nvSpPr>
        <p:spPr>
          <a:xfrm>
            <a:off x="5187611" y="68054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40954C35-B46A-46A9-A7C1-A6BA0F9B242A}"/>
              </a:ext>
            </a:extLst>
          </p:cNvPr>
          <p:cNvSpPr>
            <a:spLocks noGrp="1"/>
          </p:cNvSpPr>
          <p:nvPr/>
        </p:nvSpPr>
        <p:spPr>
          <a:xfrm>
            <a:off x="5208742" y="68482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F9E2E5EA-C264-4141-8307-5E4D4E3D65EE}"/>
              </a:ext>
            </a:extLst>
          </p:cNvPr>
          <p:cNvSpPr>
            <a:spLocks noGrp="1"/>
          </p:cNvSpPr>
          <p:nvPr/>
        </p:nvSpPr>
        <p:spPr>
          <a:xfrm>
            <a:off x="527710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2EAD3DDE-5DFE-4E00-B486-52046C536A0E}"/>
              </a:ext>
            </a:extLst>
          </p:cNvPr>
          <p:cNvSpPr>
            <a:spLocks noGrp="1"/>
          </p:cNvSpPr>
          <p:nvPr/>
        </p:nvSpPr>
        <p:spPr>
          <a:xfrm>
            <a:off x="52217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272B6C07-9D2E-40F8-BE59-AA9EF302804C}"/>
              </a:ext>
            </a:extLst>
          </p:cNvPr>
          <p:cNvSpPr>
            <a:spLocks noGrp="1"/>
          </p:cNvSpPr>
          <p:nvPr/>
        </p:nvSpPr>
        <p:spPr>
          <a:xfrm>
            <a:off x="5218775" y="64995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8812D061-1EFD-4C4D-A1F5-FB18AF3EA778}"/>
              </a:ext>
            </a:extLst>
          </p:cNvPr>
          <p:cNvSpPr>
            <a:spLocks noGrp="1"/>
          </p:cNvSpPr>
          <p:nvPr/>
        </p:nvSpPr>
        <p:spPr>
          <a:xfrm>
            <a:off x="518908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29B4FB31-38CA-4DBA-A888-10CDFB52833F}"/>
              </a:ext>
            </a:extLst>
          </p:cNvPr>
          <p:cNvSpPr>
            <a:spLocks noGrp="1"/>
          </p:cNvSpPr>
          <p:nvPr/>
        </p:nvSpPr>
        <p:spPr>
          <a:xfrm>
            <a:off x="53012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F6407975-AE61-47A9-B080-8B3BCD201F6E}"/>
              </a:ext>
            </a:extLst>
          </p:cNvPr>
          <p:cNvSpPr>
            <a:spLocks noGrp="1"/>
          </p:cNvSpPr>
          <p:nvPr/>
        </p:nvSpPr>
        <p:spPr>
          <a:xfrm>
            <a:off x="526044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EFA460DE-24ED-4A11-A1ED-A602D16425A6}"/>
              </a:ext>
            </a:extLst>
          </p:cNvPr>
          <p:cNvSpPr>
            <a:spLocks noGrp="1"/>
          </p:cNvSpPr>
          <p:nvPr/>
        </p:nvSpPr>
        <p:spPr>
          <a:xfrm>
            <a:off x="52212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283F3393-4563-467D-A1AF-AFD6F17CE956}"/>
              </a:ext>
            </a:extLst>
          </p:cNvPr>
          <p:cNvSpPr>
            <a:spLocks noGrp="1"/>
          </p:cNvSpPr>
          <p:nvPr/>
        </p:nvSpPr>
        <p:spPr>
          <a:xfrm>
            <a:off x="5191683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35E1C7C6-1A64-4B54-812C-7413C1A945A3}"/>
              </a:ext>
            </a:extLst>
          </p:cNvPr>
          <p:cNvSpPr>
            <a:spLocks noGrp="1"/>
          </p:cNvSpPr>
          <p:nvPr/>
        </p:nvSpPr>
        <p:spPr>
          <a:xfrm>
            <a:off x="5258619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C832E2F9-8396-4A6D-8D12-2F46B239C95B}"/>
              </a:ext>
            </a:extLst>
          </p:cNvPr>
          <p:cNvSpPr>
            <a:spLocks noGrp="1"/>
          </p:cNvSpPr>
          <p:nvPr/>
        </p:nvSpPr>
        <p:spPr>
          <a:xfrm>
            <a:off x="5226491" y="57563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ED2B86A6-2D60-4CAC-9679-C69616D70217}"/>
              </a:ext>
            </a:extLst>
          </p:cNvPr>
          <p:cNvSpPr>
            <a:spLocks noGrp="1"/>
          </p:cNvSpPr>
          <p:nvPr/>
        </p:nvSpPr>
        <p:spPr>
          <a:xfrm>
            <a:off x="522316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CEF9ACA2-331A-4204-892F-CC57C96DB59D}"/>
              </a:ext>
            </a:extLst>
          </p:cNvPr>
          <p:cNvSpPr>
            <a:spLocks noGrp="1"/>
          </p:cNvSpPr>
          <p:nvPr/>
        </p:nvSpPr>
        <p:spPr>
          <a:xfrm>
            <a:off x="52053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C5ABBEA8-4918-4902-98EE-FB6541908015}"/>
              </a:ext>
            </a:extLst>
          </p:cNvPr>
          <p:cNvSpPr>
            <a:spLocks noGrp="1"/>
          </p:cNvSpPr>
          <p:nvPr/>
        </p:nvSpPr>
        <p:spPr>
          <a:xfrm>
            <a:off x="523144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DE4DFB81-B2BC-4491-9966-91150AF5AABE}"/>
              </a:ext>
            </a:extLst>
          </p:cNvPr>
          <p:cNvSpPr>
            <a:spLocks noGrp="1"/>
          </p:cNvSpPr>
          <p:nvPr/>
        </p:nvSpPr>
        <p:spPr>
          <a:xfrm>
            <a:off x="521927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938210E2-58ED-47B6-A629-E55D5B252975}"/>
              </a:ext>
            </a:extLst>
          </p:cNvPr>
          <p:cNvSpPr>
            <a:spLocks noGrp="1"/>
          </p:cNvSpPr>
          <p:nvPr/>
        </p:nvSpPr>
        <p:spPr>
          <a:xfrm>
            <a:off x="5229781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E4A8C665-15DC-445B-998B-F29DA03122D3}"/>
              </a:ext>
            </a:extLst>
          </p:cNvPr>
          <p:cNvSpPr>
            <a:spLocks noGrp="1"/>
          </p:cNvSpPr>
          <p:nvPr/>
        </p:nvSpPr>
        <p:spPr>
          <a:xfrm>
            <a:off x="529583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FD16F0D5-5585-4C3C-B99D-48402D8F0748}"/>
              </a:ext>
            </a:extLst>
          </p:cNvPr>
          <p:cNvSpPr>
            <a:spLocks noGrp="1"/>
          </p:cNvSpPr>
          <p:nvPr/>
        </p:nvSpPr>
        <p:spPr>
          <a:xfrm>
            <a:off x="5181638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BB7914B5-FD08-4088-BB4D-CFD6A3F4124C}"/>
              </a:ext>
            </a:extLst>
          </p:cNvPr>
          <p:cNvSpPr>
            <a:spLocks noGrp="1"/>
          </p:cNvSpPr>
          <p:nvPr/>
        </p:nvSpPr>
        <p:spPr>
          <a:xfrm>
            <a:off x="54748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640F93E-87AF-4B04-9A94-45CAD3AA46D1}"/>
              </a:ext>
            </a:extLst>
          </p:cNvPr>
          <p:cNvSpPr>
            <a:spLocks noGrp="1"/>
          </p:cNvSpPr>
          <p:nvPr/>
        </p:nvSpPr>
        <p:spPr>
          <a:xfrm>
            <a:off x="552206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73067D49-08D3-4706-B102-E9265CFCC81A}"/>
              </a:ext>
            </a:extLst>
          </p:cNvPr>
          <p:cNvSpPr>
            <a:spLocks noGrp="1"/>
          </p:cNvSpPr>
          <p:nvPr/>
        </p:nvSpPr>
        <p:spPr>
          <a:xfrm>
            <a:off x="552504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6CE9143A-1A94-4B8B-8A5D-6D9F3C317B51}"/>
              </a:ext>
            </a:extLst>
          </p:cNvPr>
          <p:cNvSpPr>
            <a:spLocks noGrp="1"/>
          </p:cNvSpPr>
          <p:nvPr/>
        </p:nvSpPr>
        <p:spPr>
          <a:xfrm>
            <a:off x="550383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6BC1A8A9-6EFD-4B7D-8563-F512FBFADFD0}"/>
              </a:ext>
            </a:extLst>
          </p:cNvPr>
          <p:cNvSpPr>
            <a:spLocks noGrp="1"/>
          </p:cNvSpPr>
          <p:nvPr/>
        </p:nvSpPr>
        <p:spPr>
          <a:xfrm>
            <a:off x="548265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8E86150B-5C31-465D-904E-2C3DAAE695EF}"/>
              </a:ext>
            </a:extLst>
          </p:cNvPr>
          <p:cNvSpPr>
            <a:spLocks noGrp="1"/>
          </p:cNvSpPr>
          <p:nvPr/>
        </p:nvSpPr>
        <p:spPr>
          <a:xfrm>
            <a:off x="5511782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5DFA6BC7-BB31-4BED-8B25-700BCAF6464C}"/>
              </a:ext>
            </a:extLst>
          </p:cNvPr>
          <p:cNvSpPr>
            <a:spLocks noGrp="1"/>
          </p:cNvSpPr>
          <p:nvPr/>
        </p:nvSpPr>
        <p:spPr>
          <a:xfrm>
            <a:off x="548039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E61DB91-25CC-41ED-B070-28A3ED5A586D}"/>
              </a:ext>
            </a:extLst>
          </p:cNvPr>
          <p:cNvSpPr>
            <a:spLocks noGrp="1"/>
          </p:cNvSpPr>
          <p:nvPr/>
        </p:nvSpPr>
        <p:spPr>
          <a:xfrm>
            <a:off x="549595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A7D04701-979C-4A5B-9C3D-93DD246500DD}"/>
              </a:ext>
            </a:extLst>
          </p:cNvPr>
          <p:cNvSpPr>
            <a:spLocks noGrp="1"/>
          </p:cNvSpPr>
          <p:nvPr/>
        </p:nvSpPr>
        <p:spPr>
          <a:xfrm>
            <a:off x="5582814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D11A3592-B8C3-4512-A86F-8BBD5B2AE606}"/>
              </a:ext>
            </a:extLst>
          </p:cNvPr>
          <p:cNvSpPr>
            <a:spLocks noGrp="1"/>
          </p:cNvSpPr>
          <p:nvPr/>
        </p:nvSpPr>
        <p:spPr>
          <a:xfrm>
            <a:off x="556831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D86BD09-9CD0-41E5-AF82-458FBF59B445}"/>
              </a:ext>
            </a:extLst>
          </p:cNvPr>
          <p:cNvSpPr>
            <a:spLocks noGrp="1"/>
          </p:cNvSpPr>
          <p:nvPr/>
        </p:nvSpPr>
        <p:spPr>
          <a:xfrm>
            <a:off x="553278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F589D647-A619-4988-9DFF-E257C4DF3C66}"/>
              </a:ext>
            </a:extLst>
          </p:cNvPr>
          <p:cNvSpPr>
            <a:spLocks noGrp="1"/>
          </p:cNvSpPr>
          <p:nvPr/>
        </p:nvSpPr>
        <p:spPr>
          <a:xfrm>
            <a:off x="54886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9E4017A2-3E31-49DC-A0B1-FA6751487C58}"/>
              </a:ext>
            </a:extLst>
          </p:cNvPr>
          <p:cNvSpPr>
            <a:spLocks noGrp="1"/>
          </p:cNvSpPr>
          <p:nvPr/>
        </p:nvSpPr>
        <p:spPr>
          <a:xfrm>
            <a:off x="5468460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60327483-958D-4955-8BE1-7476D4EF3EF2}"/>
              </a:ext>
            </a:extLst>
          </p:cNvPr>
          <p:cNvSpPr>
            <a:spLocks noGrp="1"/>
          </p:cNvSpPr>
          <p:nvPr/>
        </p:nvSpPr>
        <p:spPr>
          <a:xfrm>
            <a:off x="54809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49072735-FB19-4716-8F1C-58D7EA0A50E3}"/>
              </a:ext>
            </a:extLst>
          </p:cNvPr>
          <p:cNvSpPr>
            <a:spLocks noGrp="1"/>
          </p:cNvSpPr>
          <p:nvPr/>
        </p:nvSpPr>
        <p:spPr>
          <a:xfrm>
            <a:off x="549390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F04DDA92-774E-478D-86CD-B20FBB0E120A}"/>
              </a:ext>
            </a:extLst>
          </p:cNvPr>
          <p:cNvSpPr>
            <a:spLocks noGrp="1"/>
          </p:cNvSpPr>
          <p:nvPr/>
        </p:nvSpPr>
        <p:spPr>
          <a:xfrm>
            <a:off x="548989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F44EFF3A-B051-4A96-BDAF-4FEF8BE58D78}"/>
              </a:ext>
            </a:extLst>
          </p:cNvPr>
          <p:cNvSpPr>
            <a:spLocks noGrp="1"/>
          </p:cNvSpPr>
          <p:nvPr/>
        </p:nvSpPr>
        <p:spPr>
          <a:xfrm>
            <a:off x="5463268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BA8ABD5C-68E6-4370-BEC7-FB188E5C2B36}"/>
              </a:ext>
            </a:extLst>
          </p:cNvPr>
          <p:cNvSpPr>
            <a:spLocks noGrp="1"/>
          </p:cNvSpPr>
          <p:nvPr/>
        </p:nvSpPr>
        <p:spPr>
          <a:xfrm>
            <a:off x="552936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8A4DD7F8-2082-48E8-B1E6-ACD4D3200CBA}"/>
              </a:ext>
            </a:extLst>
          </p:cNvPr>
          <p:cNvSpPr>
            <a:spLocks noGrp="1"/>
          </p:cNvSpPr>
          <p:nvPr/>
        </p:nvSpPr>
        <p:spPr>
          <a:xfrm>
            <a:off x="5567108" y="65270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F0E76D8C-E830-4253-87E2-149DA5180BEC}"/>
              </a:ext>
            </a:extLst>
          </p:cNvPr>
          <p:cNvSpPr>
            <a:spLocks noGrp="1"/>
          </p:cNvSpPr>
          <p:nvPr/>
        </p:nvSpPr>
        <p:spPr>
          <a:xfrm>
            <a:off x="546924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03378BA6-248D-4E7A-BC8F-75A4D2638F80}"/>
              </a:ext>
            </a:extLst>
          </p:cNvPr>
          <p:cNvSpPr>
            <a:spLocks noGrp="1"/>
          </p:cNvSpPr>
          <p:nvPr/>
        </p:nvSpPr>
        <p:spPr>
          <a:xfrm>
            <a:off x="554245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7AF58D45-DFF7-49C9-9A3B-C6BB1932B4B0}"/>
              </a:ext>
            </a:extLst>
          </p:cNvPr>
          <p:cNvSpPr>
            <a:spLocks noGrp="1"/>
          </p:cNvSpPr>
          <p:nvPr/>
        </p:nvSpPr>
        <p:spPr>
          <a:xfrm>
            <a:off x="555445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C5A49A7B-464E-49B5-BC87-3B3932848384}"/>
              </a:ext>
            </a:extLst>
          </p:cNvPr>
          <p:cNvSpPr>
            <a:spLocks noGrp="1"/>
          </p:cNvSpPr>
          <p:nvPr/>
        </p:nvSpPr>
        <p:spPr>
          <a:xfrm>
            <a:off x="5498678" y="52265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CC90D568-5D22-4490-8234-DB996D6C70A5}"/>
              </a:ext>
            </a:extLst>
          </p:cNvPr>
          <p:cNvSpPr>
            <a:spLocks noGrp="1"/>
          </p:cNvSpPr>
          <p:nvPr/>
        </p:nvSpPr>
        <p:spPr>
          <a:xfrm>
            <a:off x="556288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96C7E4D5-0AA4-46A7-9B08-A6002743C6FD}"/>
              </a:ext>
            </a:extLst>
          </p:cNvPr>
          <p:cNvSpPr>
            <a:spLocks noGrp="1"/>
          </p:cNvSpPr>
          <p:nvPr/>
        </p:nvSpPr>
        <p:spPr>
          <a:xfrm>
            <a:off x="55184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1275ECB2-A960-401C-A2CA-F3CBA2ED3E70}"/>
              </a:ext>
            </a:extLst>
          </p:cNvPr>
          <p:cNvSpPr>
            <a:spLocks noGrp="1"/>
          </p:cNvSpPr>
          <p:nvPr/>
        </p:nvSpPr>
        <p:spPr>
          <a:xfrm>
            <a:off x="552144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242235BE-4C98-419B-98EF-0D91989B9095}"/>
              </a:ext>
            </a:extLst>
          </p:cNvPr>
          <p:cNvSpPr>
            <a:spLocks noGrp="1"/>
          </p:cNvSpPr>
          <p:nvPr/>
        </p:nvSpPr>
        <p:spPr>
          <a:xfrm>
            <a:off x="5573675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813AC2FB-F664-4270-AE35-F72981F42847}"/>
              </a:ext>
            </a:extLst>
          </p:cNvPr>
          <p:cNvSpPr>
            <a:spLocks noGrp="1"/>
          </p:cNvSpPr>
          <p:nvPr/>
        </p:nvSpPr>
        <p:spPr>
          <a:xfrm>
            <a:off x="556078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1A56D063-D0C3-4F2A-B353-AD2772D42D1A}"/>
              </a:ext>
            </a:extLst>
          </p:cNvPr>
          <p:cNvSpPr>
            <a:spLocks noGrp="1"/>
          </p:cNvSpPr>
          <p:nvPr/>
        </p:nvSpPr>
        <p:spPr>
          <a:xfrm>
            <a:off x="55451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DC1EF188-EF02-48A2-97BB-640CDD1C8C59}"/>
              </a:ext>
            </a:extLst>
          </p:cNvPr>
          <p:cNvSpPr>
            <a:spLocks noGrp="1"/>
          </p:cNvSpPr>
          <p:nvPr/>
        </p:nvSpPr>
        <p:spPr>
          <a:xfrm>
            <a:off x="550313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A8050F52-11E5-48D3-AC06-71354361FCE5}"/>
              </a:ext>
            </a:extLst>
          </p:cNvPr>
          <p:cNvSpPr>
            <a:spLocks noGrp="1"/>
          </p:cNvSpPr>
          <p:nvPr/>
        </p:nvSpPr>
        <p:spPr>
          <a:xfrm>
            <a:off x="555357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070473EC-F74F-43A8-A5FF-E347AC199D23}"/>
              </a:ext>
            </a:extLst>
          </p:cNvPr>
          <p:cNvSpPr>
            <a:spLocks noGrp="1"/>
          </p:cNvSpPr>
          <p:nvPr/>
        </p:nvSpPr>
        <p:spPr>
          <a:xfrm>
            <a:off x="55569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2B8663F5-D470-4407-B0DB-149AD490F967}"/>
              </a:ext>
            </a:extLst>
          </p:cNvPr>
          <p:cNvSpPr>
            <a:spLocks noGrp="1"/>
          </p:cNvSpPr>
          <p:nvPr/>
        </p:nvSpPr>
        <p:spPr>
          <a:xfrm>
            <a:off x="5508350" y="68665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CF0D18DA-441C-4D9F-97CB-281960051C60}"/>
              </a:ext>
            </a:extLst>
          </p:cNvPr>
          <p:cNvSpPr>
            <a:spLocks noGrp="1"/>
          </p:cNvSpPr>
          <p:nvPr/>
        </p:nvSpPr>
        <p:spPr>
          <a:xfrm>
            <a:off x="545992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A635E061-143E-40D5-9FC0-41F94DA0601F}"/>
              </a:ext>
            </a:extLst>
          </p:cNvPr>
          <p:cNvSpPr>
            <a:spLocks noGrp="1"/>
          </p:cNvSpPr>
          <p:nvPr/>
        </p:nvSpPr>
        <p:spPr>
          <a:xfrm>
            <a:off x="549319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4FBA5891-EA2F-4FDA-8090-D411F0BE157F}"/>
              </a:ext>
            </a:extLst>
          </p:cNvPr>
          <p:cNvSpPr>
            <a:spLocks noGrp="1"/>
          </p:cNvSpPr>
          <p:nvPr/>
        </p:nvSpPr>
        <p:spPr>
          <a:xfrm>
            <a:off x="547255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F0C4D604-4FB6-48CB-82B6-0DB371647893}"/>
              </a:ext>
            </a:extLst>
          </p:cNvPr>
          <p:cNvSpPr>
            <a:spLocks noGrp="1"/>
          </p:cNvSpPr>
          <p:nvPr/>
        </p:nvSpPr>
        <p:spPr>
          <a:xfrm>
            <a:off x="549403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07DEEFC1-32BF-4F30-8EBC-09F7A7EF5C79}"/>
              </a:ext>
            </a:extLst>
          </p:cNvPr>
          <p:cNvSpPr>
            <a:spLocks noGrp="1"/>
          </p:cNvSpPr>
          <p:nvPr/>
        </p:nvSpPr>
        <p:spPr>
          <a:xfrm>
            <a:off x="5462045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B4412392-6FCB-4A5B-97A3-B0BADAEDA84D}"/>
              </a:ext>
            </a:extLst>
          </p:cNvPr>
          <p:cNvSpPr>
            <a:spLocks noGrp="1"/>
          </p:cNvSpPr>
          <p:nvPr/>
        </p:nvSpPr>
        <p:spPr>
          <a:xfrm>
            <a:off x="556979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C7D0B4F-AE7A-4C45-8FD6-B1B17F6E1470}"/>
              </a:ext>
            </a:extLst>
          </p:cNvPr>
          <p:cNvSpPr>
            <a:spLocks noGrp="1"/>
          </p:cNvSpPr>
          <p:nvPr/>
        </p:nvSpPr>
        <p:spPr>
          <a:xfrm>
            <a:off x="554464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6159B404-97D6-4DD0-AD9F-7C12ED9FCCA7}"/>
              </a:ext>
            </a:extLst>
          </p:cNvPr>
          <p:cNvSpPr>
            <a:spLocks noGrp="1"/>
          </p:cNvSpPr>
          <p:nvPr/>
        </p:nvSpPr>
        <p:spPr>
          <a:xfrm>
            <a:off x="5567886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2015685D-A9C4-410C-A107-73F64A1C93D0}"/>
              </a:ext>
            </a:extLst>
          </p:cNvPr>
          <p:cNvSpPr>
            <a:spLocks noGrp="1"/>
          </p:cNvSpPr>
          <p:nvPr/>
        </p:nvSpPr>
        <p:spPr>
          <a:xfrm>
            <a:off x="545912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048E785E-BA6B-4173-9B15-4AB6E1EDD2C6}"/>
              </a:ext>
            </a:extLst>
          </p:cNvPr>
          <p:cNvSpPr>
            <a:spLocks noGrp="1"/>
          </p:cNvSpPr>
          <p:nvPr/>
        </p:nvSpPr>
        <p:spPr>
          <a:xfrm>
            <a:off x="55566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72982A10-4034-4275-B829-B737DE8B9840}"/>
              </a:ext>
            </a:extLst>
          </p:cNvPr>
          <p:cNvSpPr>
            <a:spLocks noGrp="1"/>
          </p:cNvSpPr>
          <p:nvPr/>
        </p:nvSpPr>
        <p:spPr>
          <a:xfrm>
            <a:off x="556335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A48F1D7D-CD60-45E2-B111-DE5CD394CCD8}"/>
              </a:ext>
            </a:extLst>
          </p:cNvPr>
          <p:cNvSpPr>
            <a:spLocks noGrp="1"/>
          </p:cNvSpPr>
          <p:nvPr/>
        </p:nvSpPr>
        <p:spPr>
          <a:xfrm>
            <a:off x="5456148" y="63619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C8686ED3-1823-4723-83CB-ED0CE97956E9}"/>
              </a:ext>
            </a:extLst>
          </p:cNvPr>
          <p:cNvSpPr>
            <a:spLocks noGrp="1"/>
          </p:cNvSpPr>
          <p:nvPr/>
        </p:nvSpPr>
        <p:spPr>
          <a:xfrm>
            <a:off x="550978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D333450F-BA7C-4F9D-B85C-25319A372B1A}"/>
              </a:ext>
            </a:extLst>
          </p:cNvPr>
          <p:cNvSpPr>
            <a:spLocks noGrp="1"/>
          </p:cNvSpPr>
          <p:nvPr/>
        </p:nvSpPr>
        <p:spPr>
          <a:xfrm>
            <a:off x="554284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DCB04D92-20DD-4751-B274-F5A9AC2E052A}"/>
              </a:ext>
            </a:extLst>
          </p:cNvPr>
          <p:cNvSpPr>
            <a:spLocks noGrp="1"/>
          </p:cNvSpPr>
          <p:nvPr/>
        </p:nvSpPr>
        <p:spPr>
          <a:xfrm>
            <a:off x="547601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49520CDC-25F1-4F8B-996E-EF66151BEDB3}"/>
              </a:ext>
            </a:extLst>
          </p:cNvPr>
          <p:cNvSpPr>
            <a:spLocks noGrp="1"/>
          </p:cNvSpPr>
          <p:nvPr/>
        </p:nvSpPr>
        <p:spPr>
          <a:xfrm>
            <a:off x="551825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7247D2A9-5DF5-4F26-A37D-EFCF9DDEFFF1}"/>
              </a:ext>
            </a:extLst>
          </p:cNvPr>
          <p:cNvSpPr>
            <a:spLocks noGrp="1"/>
          </p:cNvSpPr>
          <p:nvPr/>
        </p:nvSpPr>
        <p:spPr>
          <a:xfrm>
            <a:off x="556541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A24F91DD-E879-48E4-B999-A8C64E7C23A7}"/>
              </a:ext>
            </a:extLst>
          </p:cNvPr>
          <p:cNvSpPr>
            <a:spLocks noGrp="1"/>
          </p:cNvSpPr>
          <p:nvPr/>
        </p:nvSpPr>
        <p:spPr>
          <a:xfrm>
            <a:off x="5503932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F8519179-A28E-45AA-8E30-9A0CF6FDB57E}"/>
              </a:ext>
            </a:extLst>
          </p:cNvPr>
          <p:cNvSpPr>
            <a:spLocks noGrp="1"/>
          </p:cNvSpPr>
          <p:nvPr/>
        </p:nvSpPr>
        <p:spPr>
          <a:xfrm>
            <a:off x="5465185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27A17D6A-952A-4D2F-AFCF-3836223B19DC}"/>
              </a:ext>
            </a:extLst>
          </p:cNvPr>
          <p:cNvSpPr>
            <a:spLocks noGrp="1"/>
          </p:cNvSpPr>
          <p:nvPr/>
        </p:nvSpPr>
        <p:spPr>
          <a:xfrm>
            <a:off x="555859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9E03BA37-79C6-4E57-98AD-76D25028EF8F}"/>
              </a:ext>
            </a:extLst>
          </p:cNvPr>
          <p:cNvSpPr>
            <a:spLocks noGrp="1"/>
          </p:cNvSpPr>
          <p:nvPr/>
        </p:nvSpPr>
        <p:spPr>
          <a:xfrm>
            <a:off x="548178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378E7E2C-8D1E-4749-9C8D-12E259E1EA35}"/>
              </a:ext>
            </a:extLst>
          </p:cNvPr>
          <p:cNvSpPr>
            <a:spLocks noGrp="1"/>
          </p:cNvSpPr>
          <p:nvPr/>
        </p:nvSpPr>
        <p:spPr>
          <a:xfrm>
            <a:off x="5506464" y="57082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6F85E3B4-2FE5-4911-A0B6-4FD495303380}"/>
              </a:ext>
            </a:extLst>
          </p:cNvPr>
          <p:cNvSpPr>
            <a:spLocks noGrp="1"/>
          </p:cNvSpPr>
          <p:nvPr/>
        </p:nvSpPr>
        <p:spPr>
          <a:xfrm>
            <a:off x="551983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9837BA0E-187C-48EE-AF9B-914387EA83A7}"/>
              </a:ext>
            </a:extLst>
          </p:cNvPr>
          <p:cNvSpPr>
            <a:spLocks noGrp="1"/>
          </p:cNvSpPr>
          <p:nvPr/>
        </p:nvSpPr>
        <p:spPr>
          <a:xfrm>
            <a:off x="545067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ED1C34E0-51A2-466D-857E-34C6FCE4F1DF}"/>
              </a:ext>
            </a:extLst>
          </p:cNvPr>
          <p:cNvSpPr>
            <a:spLocks noGrp="1"/>
          </p:cNvSpPr>
          <p:nvPr/>
        </p:nvSpPr>
        <p:spPr>
          <a:xfrm>
            <a:off x="556142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041D466E-60D0-43B0-9511-150256EB4DDC}"/>
              </a:ext>
            </a:extLst>
          </p:cNvPr>
          <p:cNvSpPr>
            <a:spLocks noGrp="1"/>
          </p:cNvSpPr>
          <p:nvPr/>
        </p:nvSpPr>
        <p:spPr>
          <a:xfrm>
            <a:off x="557524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86DD9732-4E23-4DE7-A396-4E8EF8D3B4AF}"/>
              </a:ext>
            </a:extLst>
          </p:cNvPr>
          <p:cNvSpPr>
            <a:spLocks noGrp="1"/>
          </p:cNvSpPr>
          <p:nvPr/>
        </p:nvSpPr>
        <p:spPr>
          <a:xfrm>
            <a:off x="54877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881466F-C139-4052-948C-9DB18ED1DAD0}"/>
              </a:ext>
            </a:extLst>
          </p:cNvPr>
          <p:cNvSpPr>
            <a:spLocks noGrp="1"/>
          </p:cNvSpPr>
          <p:nvPr/>
        </p:nvSpPr>
        <p:spPr>
          <a:xfrm>
            <a:off x="5534999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46F77085-AD2D-4B4E-9A37-AFB5F0CA017C}"/>
              </a:ext>
            </a:extLst>
          </p:cNvPr>
          <p:cNvSpPr>
            <a:spLocks noGrp="1"/>
          </p:cNvSpPr>
          <p:nvPr/>
        </p:nvSpPr>
        <p:spPr>
          <a:xfrm>
            <a:off x="549510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2EF3F4FC-9B53-4AAF-979B-F735CA1AC975}"/>
              </a:ext>
            </a:extLst>
          </p:cNvPr>
          <p:cNvSpPr>
            <a:spLocks noGrp="1"/>
          </p:cNvSpPr>
          <p:nvPr/>
        </p:nvSpPr>
        <p:spPr>
          <a:xfrm>
            <a:off x="550876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20526754-F40C-4A9C-BFD5-8F85D94FCED7}"/>
              </a:ext>
            </a:extLst>
          </p:cNvPr>
          <p:cNvSpPr>
            <a:spLocks noGrp="1"/>
          </p:cNvSpPr>
          <p:nvPr/>
        </p:nvSpPr>
        <p:spPr>
          <a:xfrm>
            <a:off x="557678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2A56A698-44D0-48EB-AA6A-ADD423625754}"/>
              </a:ext>
            </a:extLst>
          </p:cNvPr>
          <p:cNvSpPr>
            <a:spLocks noGrp="1"/>
          </p:cNvSpPr>
          <p:nvPr/>
        </p:nvSpPr>
        <p:spPr>
          <a:xfrm>
            <a:off x="551568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166B9E0E-ABF3-4094-BA53-1C2D6505F714}"/>
              </a:ext>
            </a:extLst>
          </p:cNvPr>
          <p:cNvSpPr>
            <a:spLocks noGrp="1"/>
          </p:cNvSpPr>
          <p:nvPr/>
        </p:nvSpPr>
        <p:spPr>
          <a:xfrm>
            <a:off x="557496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9B37F3B8-92F8-47A3-880A-DD84167625C1}"/>
              </a:ext>
            </a:extLst>
          </p:cNvPr>
          <p:cNvSpPr>
            <a:spLocks noGrp="1"/>
          </p:cNvSpPr>
          <p:nvPr/>
        </p:nvSpPr>
        <p:spPr>
          <a:xfrm>
            <a:off x="550724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EB1BAC94-F879-44D6-955C-BFDDDC32F192}"/>
              </a:ext>
            </a:extLst>
          </p:cNvPr>
          <p:cNvSpPr>
            <a:spLocks noGrp="1"/>
          </p:cNvSpPr>
          <p:nvPr/>
        </p:nvSpPr>
        <p:spPr>
          <a:xfrm>
            <a:off x="55520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1DA56528-34C4-407E-ADAA-52B5109B9252}"/>
              </a:ext>
            </a:extLst>
          </p:cNvPr>
          <p:cNvSpPr>
            <a:spLocks noGrp="1"/>
          </p:cNvSpPr>
          <p:nvPr/>
        </p:nvSpPr>
        <p:spPr>
          <a:xfrm>
            <a:off x="553379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6D85D07F-5439-47AE-AC0D-8E3C03D87817}"/>
              </a:ext>
            </a:extLst>
          </p:cNvPr>
          <p:cNvSpPr>
            <a:spLocks noGrp="1"/>
          </p:cNvSpPr>
          <p:nvPr/>
        </p:nvSpPr>
        <p:spPr>
          <a:xfrm>
            <a:off x="552848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0B46C025-89AE-4F42-9E62-ED3441060B8F}"/>
              </a:ext>
            </a:extLst>
          </p:cNvPr>
          <p:cNvSpPr>
            <a:spLocks noGrp="1"/>
          </p:cNvSpPr>
          <p:nvPr/>
        </p:nvSpPr>
        <p:spPr>
          <a:xfrm>
            <a:off x="545527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0186345D-1545-427E-8A1F-F0643A4928A4}"/>
              </a:ext>
            </a:extLst>
          </p:cNvPr>
          <p:cNvSpPr>
            <a:spLocks noGrp="1"/>
          </p:cNvSpPr>
          <p:nvPr/>
        </p:nvSpPr>
        <p:spPr>
          <a:xfrm>
            <a:off x="547902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404EBB97-93C7-4A1E-BD40-0FD294F7499F}"/>
              </a:ext>
            </a:extLst>
          </p:cNvPr>
          <p:cNvSpPr>
            <a:spLocks noGrp="1"/>
          </p:cNvSpPr>
          <p:nvPr/>
        </p:nvSpPr>
        <p:spPr>
          <a:xfrm>
            <a:off x="558167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0FD39A29-8DBE-4726-85ED-8BC223E7CBE1}"/>
              </a:ext>
            </a:extLst>
          </p:cNvPr>
          <p:cNvSpPr>
            <a:spLocks noGrp="1"/>
          </p:cNvSpPr>
          <p:nvPr/>
        </p:nvSpPr>
        <p:spPr>
          <a:xfrm>
            <a:off x="554926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F622E1BC-4027-465D-A6FC-2BA961BE67EB}"/>
              </a:ext>
            </a:extLst>
          </p:cNvPr>
          <p:cNvSpPr>
            <a:spLocks noGrp="1"/>
          </p:cNvSpPr>
          <p:nvPr/>
        </p:nvSpPr>
        <p:spPr>
          <a:xfrm>
            <a:off x="554611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A7DD2A06-39A2-4BD2-B884-292C02DD70BA}"/>
              </a:ext>
            </a:extLst>
          </p:cNvPr>
          <p:cNvSpPr>
            <a:spLocks noGrp="1"/>
          </p:cNvSpPr>
          <p:nvPr/>
        </p:nvSpPr>
        <p:spPr>
          <a:xfrm>
            <a:off x="548383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5477B937-14E0-431F-AC5E-18B401AACAA9}"/>
              </a:ext>
            </a:extLst>
          </p:cNvPr>
          <p:cNvSpPr>
            <a:spLocks noGrp="1"/>
          </p:cNvSpPr>
          <p:nvPr/>
        </p:nvSpPr>
        <p:spPr>
          <a:xfrm>
            <a:off x="553808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F211180E-A0A1-4476-AABA-2F82637E1367}"/>
              </a:ext>
            </a:extLst>
          </p:cNvPr>
          <p:cNvSpPr>
            <a:spLocks noGrp="1"/>
          </p:cNvSpPr>
          <p:nvPr/>
        </p:nvSpPr>
        <p:spPr>
          <a:xfrm>
            <a:off x="550119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6CAD66D4-A127-4626-880E-988160B15E21}"/>
              </a:ext>
            </a:extLst>
          </p:cNvPr>
          <p:cNvSpPr>
            <a:spLocks noGrp="1"/>
          </p:cNvSpPr>
          <p:nvPr/>
        </p:nvSpPr>
        <p:spPr>
          <a:xfrm>
            <a:off x="545465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75766BC7-4128-419D-858C-D911570564E9}"/>
              </a:ext>
            </a:extLst>
          </p:cNvPr>
          <p:cNvSpPr>
            <a:spLocks noGrp="1"/>
          </p:cNvSpPr>
          <p:nvPr/>
        </p:nvSpPr>
        <p:spPr>
          <a:xfrm>
            <a:off x="546857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6CF2A9F1-CC36-48EF-938F-5AB64EB889A9}"/>
              </a:ext>
            </a:extLst>
          </p:cNvPr>
          <p:cNvSpPr>
            <a:spLocks noGrp="1"/>
          </p:cNvSpPr>
          <p:nvPr/>
        </p:nvSpPr>
        <p:spPr>
          <a:xfrm>
            <a:off x="555130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CCB49A52-D077-4DA8-AD99-2C79051CB55E}"/>
              </a:ext>
            </a:extLst>
          </p:cNvPr>
          <p:cNvSpPr>
            <a:spLocks noGrp="1"/>
          </p:cNvSpPr>
          <p:nvPr/>
        </p:nvSpPr>
        <p:spPr>
          <a:xfrm>
            <a:off x="557005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9BC14215-7030-4AFB-B02C-430ACEFC7F02}"/>
              </a:ext>
            </a:extLst>
          </p:cNvPr>
          <p:cNvSpPr>
            <a:spLocks noGrp="1"/>
          </p:cNvSpPr>
          <p:nvPr/>
        </p:nvSpPr>
        <p:spPr>
          <a:xfrm>
            <a:off x="551645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1E6243C0-FF81-4A4D-8602-5BDA643D9550}"/>
              </a:ext>
            </a:extLst>
          </p:cNvPr>
          <p:cNvSpPr>
            <a:spLocks noGrp="1"/>
          </p:cNvSpPr>
          <p:nvPr/>
        </p:nvSpPr>
        <p:spPr>
          <a:xfrm>
            <a:off x="55298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FCBA6675-F350-4EC9-9C72-727697B34D03}"/>
              </a:ext>
            </a:extLst>
          </p:cNvPr>
          <p:cNvSpPr>
            <a:spLocks noGrp="1"/>
          </p:cNvSpPr>
          <p:nvPr/>
        </p:nvSpPr>
        <p:spPr>
          <a:xfrm>
            <a:off x="549454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A0A30347-90AA-43CC-9262-EF4C6202BE55}"/>
              </a:ext>
            </a:extLst>
          </p:cNvPr>
          <p:cNvSpPr>
            <a:spLocks noGrp="1"/>
          </p:cNvSpPr>
          <p:nvPr/>
        </p:nvSpPr>
        <p:spPr>
          <a:xfrm>
            <a:off x="5465049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07693042-EACF-4D8F-BD0C-5EB1A92CF391}"/>
              </a:ext>
            </a:extLst>
          </p:cNvPr>
          <p:cNvSpPr>
            <a:spLocks noGrp="1"/>
          </p:cNvSpPr>
          <p:nvPr/>
        </p:nvSpPr>
        <p:spPr>
          <a:xfrm>
            <a:off x="5478780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50578AC1-6BBF-4631-BB98-2663F2780DF8}"/>
              </a:ext>
            </a:extLst>
          </p:cNvPr>
          <p:cNvSpPr>
            <a:spLocks noGrp="1"/>
          </p:cNvSpPr>
          <p:nvPr/>
        </p:nvSpPr>
        <p:spPr>
          <a:xfrm>
            <a:off x="546155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7F2C6DBD-3ED8-480A-9120-3058DB8CCDA3}"/>
              </a:ext>
            </a:extLst>
          </p:cNvPr>
          <p:cNvSpPr>
            <a:spLocks noGrp="1"/>
          </p:cNvSpPr>
          <p:nvPr/>
        </p:nvSpPr>
        <p:spPr>
          <a:xfrm>
            <a:off x="548794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0F7298B3-CCC5-46B9-AE6C-F0302A5A9408}"/>
              </a:ext>
            </a:extLst>
          </p:cNvPr>
          <p:cNvSpPr>
            <a:spLocks noGrp="1"/>
          </p:cNvSpPr>
          <p:nvPr/>
        </p:nvSpPr>
        <p:spPr>
          <a:xfrm>
            <a:off x="547545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3BD93C2A-AACA-4C92-9250-D8EF34559C18}"/>
              </a:ext>
            </a:extLst>
          </p:cNvPr>
          <p:cNvSpPr>
            <a:spLocks noGrp="1"/>
          </p:cNvSpPr>
          <p:nvPr/>
        </p:nvSpPr>
        <p:spPr>
          <a:xfrm>
            <a:off x="549973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B5158A45-D668-4879-A02B-4BCB61F85C5C}"/>
              </a:ext>
            </a:extLst>
          </p:cNvPr>
          <p:cNvSpPr>
            <a:spLocks noGrp="1"/>
          </p:cNvSpPr>
          <p:nvPr/>
        </p:nvSpPr>
        <p:spPr>
          <a:xfrm>
            <a:off x="5549476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446D945D-0DC7-4199-8622-35C81A3C0001}"/>
              </a:ext>
            </a:extLst>
          </p:cNvPr>
          <p:cNvSpPr>
            <a:spLocks noGrp="1"/>
          </p:cNvSpPr>
          <p:nvPr/>
        </p:nvSpPr>
        <p:spPr>
          <a:xfrm>
            <a:off x="549977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A3F16B31-0C09-429A-BC85-798EA55A3F99}"/>
              </a:ext>
            </a:extLst>
          </p:cNvPr>
          <p:cNvSpPr>
            <a:spLocks noGrp="1"/>
          </p:cNvSpPr>
          <p:nvPr/>
        </p:nvSpPr>
        <p:spPr>
          <a:xfrm>
            <a:off x="555963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277B0C04-9226-4FAB-97E0-87FCA4BB214D}"/>
              </a:ext>
            </a:extLst>
          </p:cNvPr>
          <p:cNvSpPr>
            <a:spLocks noGrp="1"/>
          </p:cNvSpPr>
          <p:nvPr/>
        </p:nvSpPr>
        <p:spPr>
          <a:xfrm>
            <a:off x="576135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1B765293-0577-4B23-A3AD-86F76F9AA808}"/>
              </a:ext>
            </a:extLst>
          </p:cNvPr>
          <p:cNvSpPr>
            <a:spLocks noGrp="1"/>
          </p:cNvSpPr>
          <p:nvPr/>
        </p:nvSpPr>
        <p:spPr>
          <a:xfrm>
            <a:off x="572944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0B3D6EDC-1573-4ADA-82AE-9B330D846457}"/>
              </a:ext>
            </a:extLst>
          </p:cNvPr>
          <p:cNvSpPr>
            <a:spLocks noGrp="1"/>
          </p:cNvSpPr>
          <p:nvPr/>
        </p:nvSpPr>
        <p:spPr>
          <a:xfrm>
            <a:off x="576321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2249D48C-1DE3-410E-9025-D61FD809781C}"/>
              </a:ext>
            </a:extLst>
          </p:cNvPr>
          <p:cNvSpPr>
            <a:spLocks noGrp="1"/>
          </p:cNvSpPr>
          <p:nvPr/>
        </p:nvSpPr>
        <p:spPr>
          <a:xfrm>
            <a:off x="574736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96CEDBB4-A3DD-4F17-9346-D57B0531B80B}"/>
              </a:ext>
            </a:extLst>
          </p:cNvPr>
          <p:cNvSpPr>
            <a:spLocks noGrp="1"/>
          </p:cNvSpPr>
          <p:nvPr/>
        </p:nvSpPr>
        <p:spPr>
          <a:xfrm>
            <a:off x="576713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CCD0003E-2F78-4B96-B1E1-A026AF051D01}"/>
              </a:ext>
            </a:extLst>
          </p:cNvPr>
          <p:cNvSpPr>
            <a:spLocks noGrp="1"/>
          </p:cNvSpPr>
          <p:nvPr/>
        </p:nvSpPr>
        <p:spPr>
          <a:xfrm>
            <a:off x="5829825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1F28964E-23C5-4EE1-B843-79778ADF1C2F}"/>
              </a:ext>
            </a:extLst>
          </p:cNvPr>
          <p:cNvSpPr>
            <a:spLocks noGrp="1"/>
          </p:cNvSpPr>
          <p:nvPr/>
        </p:nvSpPr>
        <p:spPr>
          <a:xfrm>
            <a:off x="579466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EA7BBC18-1C69-4E3D-8194-20D27DA02136}"/>
              </a:ext>
            </a:extLst>
          </p:cNvPr>
          <p:cNvSpPr>
            <a:spLocks noGrp="1"/>
          </p:cNvSpPr>
          <p:nvPr/>
        </p:nvSpPr>
        <p:spPr>
          <a:xfrm>
            <a:off x="5732153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AC2215E6-F63A-434D-ACB3-4D781716B9CA}"/>
              </a:ext>
            </a:extLst>
          </p:cNvPr>
          <p:cNvSpPr>
            <a:spLocks noGrp="1"/>
          </p:cNvSpPr>
          <p:nvPr/>
        </p:nvSpPr>
        <p:spPr>
          <a:xfrm>
            <a:off x="5789203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8B1726FF-1173-499C-9B3E-F66C950AA17D}"/>
              </a:ext>
            </a:extLst>
          </p:cNvPr>
          <p:cNvSpPr>
            <a:spLocks noGrp="1"/>
          </p:cNvSpPr>
          <p:nvPr/>
        </p:nvSpPr>
        <p:spPr>
          <a:xfrm>
            <a:off x="574398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7AFEAEE8-DC24-4BFD-A5AB-922BE0ABE598}"/>
              </a:ext>
            </a:extLst>
          </p:cNvPr>
          <p:cNvSpPr>
            <a:spLocks noGrp="1"/>
          </p:cNvSpPr>
          <p:nvPr/>
        </p:nvSpPr>
        <p:spPr>
          <a:xfrm>
            <a:off x="576830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E15FEF80-76DD-472A-AD3E-2C25A5B214FD}"/>
              </a:ext>
            </a:extLst>
          </p:cNvPr>
          <p:cNvSpPr>
            <a:spLocks noGrp="1"/>
          </p:cNvSpPr>
          <p:nvPr/>
        </p:nvSpPr>
        <p:spPr>
          <a:xfrm>
            <a:off x="574034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D5A8DEC1-B0D1-4BAB-B6AF-5EDE1C506785}"/>
              </a:ext>
            </a:extLst>
          </p:cNvPr>
          <p:cNvSpPr>
            <a:spLocks noGrp="1"/>
          </p:cNvSpPr>
          <p:nvPr/>
        </p:nvSpPr>
        <p:spPr>
          <a:xfrm>
            <a:off x="5840967" y="6591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BBE55366-AF37-4906-B550-B08404471DFE}"/>
              </a:ext>
            </a:extLst>
          </p:cNvPr>
          <p:cNvSpPr>
            <a:spLocks noGrp="1"/>
          </p:cNvSpPr>
          <p:nvPr/>
        </p:nvSpPr>
        <p:spPr>
          <a:xfrm>
            <a:off x="574746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451EA1DC-828C-4E17-9C31-AFC9591FB107}"/>
              </a:ext>
            </a:extLst>
          </p:cNvPr>
          <p:cNvSpPr>
            <a:spLocks noGrp="1"/>
          </p:cNvSpPr>
          <p:nvPr/>
        </p:nvSpPr>
        <p:spPr>
          <a:xfrm>
            <a:off x="575087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BD24240D-AD25-4DAC-B5F1-C0344F9E63A2}"/>
              </a:ext>
            </a:extLst>
          </p:cNvPr>
          <p:cNvSpPr>
            <a:spLocks noGrp="1"/>
          </p:cNvSpPr>
          <p:nvPr/>
        </p:nvSpPr>
        <p:spPr>
          <a:xfrm>
            <a:off x="578605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B8B94375-E001-448E-9C48-A9E4F7A8332D}"/>
              </a:ext>
            </a:extLst>
          </p:cNvPr>
          <p:cNvSpPr>
            <a:spLocks noGrp="1"/>
          </p:cNvSpPr>
          <p:nvPr/>
        </p:nvSpPr>
        <p:spPr>
          <a:xfrm>
            <a:off x="5820179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801E6C41-E33F-4AAD-8A62-9891511876DE}"/>
              </a:ext>
            </a:extLst>
          </p:cNvPr>
          <p:cNvSpPr>
            <a:spLocks noGrp="1"/>
          </p:cNvSpPr>
          <p:nvPr/>
        </p:nvSpPr>
        <p:spPr>
          <a:xfrm>
            <a:off x="582496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BA8C51AE-EBBB-4DE6-ACB1-45F2DB77DFBB}"/>
              </a:ext>
            </a:extLst>
          </p:cNvPr>
          <p:cNvSpPr>
            <a:spLocks noGrp="1"/>
          </p:cNvSpPr>
          <p:nvPr/>
        </p:nvSpPr>
        <p:spPr>
          <a:xfrm>
            <a:off x="5752085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492E55FF-223A-44AD-8C91-61CF0B41D58A}"/>
              </a:ext>
            </a:extLst>
          </p:cNvPr>
          <p:cNvSpPr>
            <a:spLocks noGrp="1"/>
          </p:cNvSpPr>
          <p:nvPr/>
        </p:nvSpPr>
        <p:spPr>
          <a:xfrm>
            <a:off x="573199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CBADC91-6156-4CC7-878B-6678E5029EFD}"/>
              </a:ext>
            </a:extLst>
          </p:cNvPr>
          <p:cNvSpPr>
            <a:spLocks noGrp="1"/>
          </p:cNvSpPr>
          <p:nvPr/>
        </p:nvSpPr>
        <p:spPr>
          <a:xfrm>
            <a:off x="58041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96EEADAA-87C7-4F8A-BC07-6541C6721C7E}"/>
              </a:ext>
            </a:extLst>
          </p:cNvPr>
          <p:cNvSpPr>
            <a:spLocks noGrp="1"/>
          </p:cNvSpPr>
          <p:nvPr/>
        </p:nvSpPr>
        <p:spPr>
          <a:xfrm>
            <a:off x="579470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63ACAA8B-1C21-4DC8-8F52-AEBE1E783085}"/>
              </a:ext>
            </a:extLst>
          </p:cNvPr>
          <p:cNvSpPr>
            <a:spLocks noGrp="1"/>
          </p:cNvSpPr>
          <p:nvPr/>
        </p:nvSpPr>
        <p:spPr>
          <a:xfrm>
            <a:off x="5844129" y="52265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9C9E2642-7C4E-4A43-B6E6-49945E76452D}"/>
              </a:ext>
            </a:extLst>
          </p:cNvPr>
          <p:cNvSpPr>
            <a:spLocks noGrp="1"/>
          </p:cNvSpPr>
          <p:nvPr/>
        </p:nvSpPr>
        <p:spPr>
          <a:xfrm>
            <a:off x="578413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DE0B9521-F141-43D2-9F2C-220EBDE4665C}"/>
              </a:ext>
            </a:extLst>
          </p:cNvPr>
          <p:cNvSpPr>
            <a:spLocks noGrp="1"/>
          </p:cNvSpPr>
          <p:nvPr/>
        </p:nvSpPr>
        <p:spPr>
          <a:xfrm>
            <a:off x="586165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41A07C4-AE20-4DC4-8065-84FBE4159F44}"/>
              </a:ext>
            </a:extLst>
          </p:cNvPr>
          <p:cNvSpPr>
            <a:spLocks noGrp="1"/>
          </p:cNvSpPr>
          <p:nvPr/>
        </p:nvSpPr>
        <p:spPr>
          <a:xfrm>
            <a:off x="5789863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F72B42CA-885F-492C-BAB6-BC21C072D5EF}"/>
              </a:ext>
            </a:extLst>
          </p:cNvPr>
          <p:cNvSpPr>
            <a:spLocks noGrp="1"/>
          </p:cNvSpPr>
          <p:nvPr/>
        </p:nvSpPr>
        <p:spPr>
          <a:xfrm>
            <a:off x="577215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10FE6161-219F-481A-9D68-9B7AB7CB2E48}"/>
              </a:ext>
            </a:extLst>
          </p:cNvPr>
          <p:cNvSpPr>
            <a:spLocks noGrp="1"/>
          </p:cNvSpPr>
          <p:nvPr/>
        </p:nvSpPr>
        <p:spPr>
          <a:xfrm>
            <a:off x="582031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AA850031-186C-4545-82ED-A2690FFEEC9C}"/>
              </a:ext>
            </a:extLst>
          </p:cNvPr>
          <p:cNvSpPr>
            <a:spLocks noGrp="1"/>
          </p:cNvSpPr>
          <p:nvPr/>
        </p:nvSpPr>
        <p:spPr>
          <a:xfrm>
            <a:off x="574943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74366E42-D192-4AEE-8506-479173FF0EB3}"/>
              </a:ext>
            </a:extLst>
          </p:cNvPr>
          <p:cNvSpPr>
            <a:spLocks noGrp="1"/>
          </p:cNvSpPr>
          <p:nvPr/>
        </p:nvSpPr>
        <p:spPr>
          <a:xfrm>
            <a:off x="583366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8F2F158C-4DC4-4394-9E05-6C08F9EDF0B6}"/>
              </a:ext>
            </a:extLst>
          </p:cNvPr>
          <p:cNvSpPr>
            <a:spLocks noGrp="1"/>
          </p:cNvSpPr>
          <p:nvPr/>
        </p:nvSpPr>
        <p:spPr>
          <a:xfrm>
            <a:off x="5803350" y="6591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D865CF63-5226-4948-830B-EDBDA6A7C33E}"/>
              </a:ext>
            </a:extLst>
          </p:cNvPr>
          <p:cNvSpPr>
            <a:spLocks noGrp="1"/>
          </p:cNvSpPr>
          <p:nvPr/>
        </p:nvSpPr>
        <p:spPr>
          <a:xfrm>
            <a:off x="579539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A325804D-59E0-4572-AC04-CCF02DF3485A}"/>
              </a:ext>
            </a:extLst>
          </p:cNvPr>
          <p:cNvSpPr>
            <a:spLocks noGrp="1"/>
          </p:cNvSpPr>
          <p:nvPr/>
        </p:nvSpPr>
        <p:spPr>
          <a:xfrm>
            <a:off x="5810989" y="68665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D7C73AB2-AA28-4358-98B6-C2F296B74E08}"/>
              </a:ext>
            </a:extLst>
          </p:cNvPr>
          <p:cNvSpPr>
            <a:spLocks noGrp="1"/>
          </p:cNvSpPr>
          <p:nvPr/>
        </p:nvSpPr>
        <p:spPr>
          <a:xfrm>
            <a:off x="58406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BA689592-6593-4C96-BAAA-0D768B6299B8}"/>
              </a:ext>
            </a:extLst>
          </p:cNvPr>
          <p:cNvSpPr>
            <a:spLocks noGrp="1"/>
          </p:cNvSpPr>
          <p:nvPr/>
        </p:nvSpPr>
        <p:spPr>
          <a:xfrm>
            <a:off x="577354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F3AD9CA9-0374-477D-A886-A90DD4FDEADB}"/>
              </a:ext>
            </a:extLst>
          </p:cNvPr>
          <p:cNvSpPr>
            <a:spLocks noGrp="1"/>
          </p:cNvSpPr>
          <p:nvPr/>
        </p:nvSpPr>
        <p:spPr>
          <a:xfrm>
            <a:off x="575951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D7D3DFDA-1B7B-463E-BD62-EDE435902EE9}"/>
              </a:ext>
            </a:extLst>
          </p:cNvPr>
          <p:cNvSpPr>
            <a:spLocks noGrp="1"/>
          </p:cNvSpPr>
          <p:nvPr/>
        </p:nvSpPr>
        <p:spPr>
          <a:xfrm>
            <a:off x="582913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55C81C22-1C82-4919-BDDF-3A070EFE73B2}"/>
              </a:ext>
            </a:extLst>
          </p:cNvPr>
          <p:cNvSpPr>
            <a:spLocks noGrp="1"/>
          </p:cNvSpPr>
          <p:nvPr/>
        </p:nvSpPr>
        <p:spPr>
          <a:xfrm>
            <a:off x="579965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CBF97416-D344-4C3A-B3EF-2A09ACEC84A7}"/>
              </a:ext>
            </a:extLst>
          </p:cNvPr>
          <p:cNvSpPr>
            <a:spLocks noGrp="1"/>
          </p:cNvSpPr>
          <p:nvPr/>
        </p:nvSpPr>
        <p:spPr>
          <a:xfrm>
            <a:off x="580931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58957316-EF77-4ED2-A074-B8EB4891623C}"/>
              </a:ext>
            </a:extLst>
          </p:cNvPr>
          <p:cNvSpPr>
            <a:spLocks noGrp="1"/>
          </p:cNvSpPr>
          <p:nvPr/>
        </p:nvSpPr>
        <p:spPr>
          <a:xfrm>
            <a:off x="572829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7B6D0573-3295-43BB-A3CB-8B4A63BC96E3}"/>
              </a:ext>
            </a:extLst>
          </p:cNvPr>
          <p:cNvSpPr>
            <a:spLocks noGrp="1"/>
          </p:cNvSpPr>
          <p:nvPr/>
        </p:nvSpPr>
        <p:spPr>
          <a:xfrm>
            <a:off x="581639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09C5966C-DE00-45F8-9372-368FCBE7B7D2}"/>
              </a:ext>
            </a:extLst>
          </p:cNvPr>
          <p:cNvSpPr>
            <a:spLocks noGrp="1"/>
          </p:cNvSpPr>
          <p:nvPr/>
        </p:nvSpPr>
        <p:spPr>
          <a:xfrm>
            <a:off x="583688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732A291D-A28C-4CB0-AC34-FC76538D1F79}"/>
              </a:ext>
            </a:extLst>
          </p:cNvPr>
          <p:cNvSpPr>
            <a:spLocks noGrp="1"/>
          </p:cNvSpPr>
          <p:nvPr/>
        </p:nvSpPr>
        <p:spPr>
          <a:xfrm>
            <a:off x="573619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364DAC6A-6879-4B80-AC33-51B4B13AA580}"/>
              </a:ext>
            </a:extLst>
          </p:cNvPr>
          <p:cNvSpPr>
            <a:spLocks noGrp="1"/>
          </p:cNvSpPr>
          <p:nvPr/>
        </p:nvSpPr>
        <p:spPr>
          <a:xfrm>
            <a:off x="577371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77052C1F-36C6-4325-AD00-B20FE727F183}"/>
              </a:ext>
            </a:extLst>
          </p:cNvPr>
          <p:cNvSpPr>
            <a:spLocks noGrp="1"/>
          </p:cNvSpPr>
          <p:nvPr/>
        </p:nvSpPr>
        <p:spPr>
          <a:xfrm>
            <a:off x="5845304" y="6361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0751001F-F82C-4F41-B9A7-565D2C191FCE}"/>
              </a:ext>
            </a:extLst>
          </p:cNvPr>
          <p:cNvSpPr>
            <a:spLocks noGrp="1"/>
          </p:cNvSpPr>
          <p:nvPr/>
        </p:nvSpPr>
        <p:spPr>
          <a:xfrm>
            <a:off x="57421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DE1031B4-7AC7-4647-8779-1EE465DE465E}"/>
              </a:ext>
            </a:extLst>
          </p:cNvPr>
          <p:cNvSpPr>
            <a:spLocks noGrp="1"/>
          </p:cNvSpPr>
          <p:nvPr/>
        </p:nvSpPr>
        <p:spPr>
          <a:xfrm>
            <a:off x="577918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32071771-BB6E-41F2-8BE4-B5BA34EF7901}"/>
              </a:ext>
            </a:extLst>
          </p:cNvPr>
          <p:cNvSpPr>
            <a:spLocks noGrp="1"/>
          </p:cNvSpPr>
          <p:nvPr/>
        </p:nvSpPr>
        <p:spPr>
          <a:xfrm>
            <a:off x="578652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93F596FC-58F5-4FAA-839A-AF01F85F64A0}"/>
              </a:ext>
            </a:extLst>
          </p:cNvPr>
          <p:cNvSpPr>
            <a:spLocks noGrp="1"/>
          </p:cNvSpPr>
          <p:nvPr/>
        </p:nvSpPr>
        <p:spPr>
          <a:xfrm>
            <a:off x="580320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C1C0842E-A5F4-44E0-A631-BE0C8F04952C}"/>
              </a:ext>
            </a:extLst>
          </p:cNvPr>
          <p:cNvSpPr>
            <a:spLocks noGrp="1"/>
          </p:cNvSpPr>
          <p:nvPr/>
        </p:nvSpPr>
        <p:spPr>
          <a:xfrm>
            <a:off x="580118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F1AF87D7-1711-4D6D-A3F6-A4684E5AFDBF}"/>
              </a:ext>
            </a:extLst>
          </p:cNvPr>
          <p:cNvSpPr>
            <a:spLocks noGrp="1"/>
          </p:cNvSpPr>
          <p:nvPr/>
        </p:nvSpPr>
        <p:spPr>
          <a:xfrm>
            <a:off x="5814706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02BCB7F5-34CC-4848-866C-80D06B65248E}"/>
              </a:ext>
            </a:extLst>
          </p:cNvPr>
          <p:cNvSpPr>
            <a:spLocks noGrp="1"/>
          </p:cNvSpPr>
          <p:nvPr/>
        </p:nvSpPr>
        <p:spPr>
          <a:xfrm>
            <a:off x="585078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D1DA3F79-0F97-4C97-8ACC-C0EDC89B3EE6}"/>
              </a:ext>
            </a:extLst>
          </p:cNvPr>
          <p:cNvSpPr>
            <a:spLocks noGrp="1"/>
          </p:cNvSpPr>
          <p:nvPr/>
        </p:nvSpPr>
        <p:spPr>
          <a:xfrm>
            <a:off x="5804467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863E00E2-86B6-4258-874D-8DD6B0F31422}"/>
              </a:ext>
            </a:extLst>
          </p:cNvPr>
          <p:cNvSpPr>
            <a:spLocks noGrp="1"/>
          </p:cNvSpPr>
          <p:nvPr/>
        </p:nvSpPr>
        <p:spPr>
          <a:xfrm>
            <a:off x="576027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FD04DD3-A900-4925-A939-4FE357D699C5}"/>
              </a:ext>
            </a:extLst>
          </p:cNvPr>
          <p:cNvSpPr>
            <a:spLocks noGrp="1"/>
          </p:cNvSpPr>
          <p:nvPr/>
        </p:nvSpPr>
        <p:spPr>
          <a:xfrm>
            <a:off x="5853781" y="57082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83FBFD34-2C49-4477-B72B-BA3D745DC706}"/>
              </a:ext>
            </a:extLst>
          </p:cNvPr>
          <p:cNvSpPr>
            <a:spLocks noGrp="1"/>
          </p:cNvSpPr>
          <p:nvPr/>
        </p:nvSpPr>
        <p:spPr>
          <a:xfrm>
            <a:off x="57910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5B8C324-72B0-455F-9B0F-A14E325BF677}"/>
              </a:ext>
            </a:extLst>
          </p:cNvPr>
          <p:cNvSpPr>
            <a:spLocks noGrp="1"/>
          </p:cNvSpPr>
          <p:nvPr/>
        </p:nvSpPr>
        <p:spPr>
          <a:xfrm>
            <a:off x="582745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744436B1-461C-4685-85A7-04E1DED62855}"/>
              </a:ext>
            </a:extLst>
          </p:cNvPr>
          <p:cNvSpPr>
            <a:spLocks noGrp="1"/>
          </p:cNvSpPr>
          <p:nvPr/>
        </p:nvSpPr>
        <p:spPr>
          <a:xfrm>
            <a:off x="576640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9A987B45-5A1D-4316-AB70-C14D293544F7}"/>
              </a:ext>
            </a:extLst>
          </p:cNvPr>
          <p:cNvSpPr>
            <a:spLocks noGrp="1"/>
          </p:cNvSpPr>
          <p:nvPr/>
        </p:nvSpPr>
        <p:spPr>
          <a:xfrm>
            <a:off x="578330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390AAD3-0E56-48D4-B05B-028952BC57E5}"/>
              </a:ext>
            </a:extLst>
          </p:cNvPr>
          <p:cNvSpPr>
            <a:spLocks noGrp="1"/>
          </p:cNvSpPr>
          <p:nvPr/>
        </p:nvSpPr>
        <p:spPr>
          <a:xfrm>
            <a:off x="581543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B5B77704-E7CB-46BC-BF14-CFCC8C40E473}"/>
              </a:ext>
            </a:extLst>
          </p:cNvPr>
          <p:cNvSpPr>
            <a:spLocks noGrp="1"/>
          </p:cNvSpPr>
          <p:nvPr/>
        </p:nvSpPr>
        <p:spPr>
          <a:xfrm>
            <a:off x="5808616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E45CDFF7-7AC3-42FC-8D24-252697306C76}"/>
              </a:ext>
            </a:extLst>
          </p:cNvPr>
          <p:cNvSpPr>
            <a:spLocks noGrp="1"/>
          </p:cNvSpPr>
          <p:nvPr/>
        </p:nvSpPr>
        <p:spPr>
          <a:xfrm>
            <a:off x="578468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122A4308-BF31-4771-9263-2F5A567BDB8E}"/>
              </a:ext>
            </a:extLst>
          </p:cNvPr>
          <p:cNvSpPr>
            <a:spLocks noGrp="1"/>
          </p:cNvSpPr>
          <p:nvPr/>
        </p:nvSpPr>
        <p:spPr>
          <a:xfrm>
            <a:off x="577253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A532FBFE-4718-42F2-A56E-3F4F8C932F7B}"/>
              </a:ext>
            </a:extLst>
          </p:cNvPr>
          <p:cNvSpPr>
            <a:spLocks noGrp="1"/>
          </p:cNvSpPr>
          <p:nvPr/>
        </p:nvSpPr>
        <p:spPr>
          <a:xfrm>
            <a:off x="582591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1174820B-14DF-46C0-9559-190F5DF907F6}"/>
              </a:ext>
            </a:extLst>
          </p:cNvPr>
          <p:cNvSpPr>
            <a:spLocks noGrp="1"/>
          </p:cNvSpPr>
          <p:nvPr/>
        </p:nvSpPr>
        <p:spPr>
          <a:xfrm>
            <a:off x="57379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0ADD37E9-F162-4DDE-B2B0-1C2994F50EF5}"/>
              </a:ext>
            </a:extLst>
          </p:cNvPr>
          <p:cNvSpPr>
            <a:spLocks noGrp="1"/>
          </p:cNvSpPr>
          <p:nvPr/>
        </p:nvSpPr>
        <p:spPr>
          <a:xfrm>
            <a:off x="581533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2413F13D-3360-4793-A18F-6771C3D30A0B}"/>
              </a:ext>
            </a:extLst>
          </p:cNvPr>
          <p:cNvSpPr>
            <a:spLocks noGrp="1"/>
          </p:cNvSpPr>
          <p:nvPr/>
        </p:nvSpPr>
        <p:spPr>
          <a:xfrm>
            <a:off x="575759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514E02AC-6167-48F9-A4C2-70C8BC033DC0}"/>
              </a:ext>
            </a:extLst>
          </p:cNvPr>
          <p:cNvSpPr>
            <a:spLocks noGrp="1"/>
          </p:cNvSpPr>
          <p:nvPr/>
        </p:nvSpPr>
        <p:spPr>
          <a:xfrm>
            <a:off x="583655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06955F2F-0D64-4592-9972-3D3132C1F0EC}"/>
              </a:ext>
            </a:extLst>
          </p:cNvPr>
          <p:cNvSpPr>
            <a:spLocks noGrp="1"/>
          </p:cNvSpPr>
          <p:nvPr/>
        </p:nvSpPr>
        <p:spPr>
          <a:xfrm>
            <a:off x="582958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ADCC166C-1272-4DCB-AF20-493E7984DA7D}"/>
              </a:ext>
            </a:extLst>
          </p:cNvPr>
          <p:cNvSpPr>
            <a:spLocks noGrp="1"/>
          </p:cNvSpPr>
          <p:nvPr/>
        </p:nvSpPr>
        <p:spPr>
          <a:xfrm>
            <a:off x="585601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C22A07A2-4326-4CB3-8E7D-FD4AFBFFDC08}"/>
              </a:ext>
            </a:extLst>
          </p:cNvPr>
          <p:cNvSpPr>
            <a:spLocks noGrp="1"/>
          </p:cNvSpPr>
          <p:nvPr/>
        </p:nvSpPr>
        <p:spPr>
          <a:xfrm>
            <a:off x="578267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BA24B5A-FC71-4818-88DD-76164A05F1B4}"/>
              </a:ext>
            </a:extLst>
          </p:cNvPr>
          <p:cNvSpPr>
            <a:spLocks noGrp="1"/>
          </p:cNvSpPr>
          <p:nvPr/>
        </p:nvSpPr>
        <p:spPr>
          <a:xfrm>
            <a:off x="580020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D5574D09-4EE0-431C-9BF8-A6D761CBCB99}"/>
              </a:ext>
            </a:extLst>
          </p:cNvPr>
          <p:cNvSpPr>
            <a:spLocks noGrp="1"/>
          </p:cNvSpPr>
          <p:nvPr/>
        </p:nvSpPr>
        <p:spPr>
          <a:xfrm>
            <a:off x="582056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A5B37D06-2314-4397-9EA9-46052A0326BE}"/>
              </a:ext>
            </a:extLst>
          </p:cNvPr>
          <p:cNvSpPr>
            <a:spLocks noGrp="1"/>
          </p:cNvSpPr>
          <p:nvPr/>
        </p:nvSpPr>
        <p:spPr>
          <a:xfrm>
            <a:off x="582909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DF689D23-76AE-44EB-9790-B9254E267FB2}"/>
              </a:ext>
            </a:extLst>
          </p:cNvPr>
          <p:cNvSpPr>
            <a:spLocks noGrp="1"/>
          </p:cNvSpPr>
          <p:nvPr/>
        </p:nvSpPr>
        <p:spPr>
          <a:xfrm>
            <a:off x="575903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9ABE8F9-A712-42E5-A5C8-0D5A0A02E309}"/>
              </a:ext>
            </a:extLst>
          </p:cNvPr>
          <p:cNvSpPr>
            <a:spLocks noGrp="1"/>
          </p:cNvSpPr>
          <p:nvPr/>
        </p:nvSpPr>
        <p:spPr>
          <a:xfrm>
            <a:off x="5788575" y="6805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294725E1-084C-4473-B19F-88C3F89B71D3}"/>
              </a:ext>
            </a:extLst>
          </p:cNvPr>
          <p:cNvSpPr>
            <a:spLocks noGrp="1"/>
          </p:cNvSpPr>
          <p:nvPr/>
        </p:nvSpPr>
        <p:spPr>
          <a:xfrm>
            <a:off x="5778392" y="67839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42B1819A-17D3-406D-8D64-B9004E0646B7}"/>
              </a:ext>
            </a:extLst>
          </p:cNvPr>
          <p:cNvSpPr>
            <a:spLocks noGrp="1"/>
          </p:cNvSpPr>
          <p:nvPr/>
        </p:nvSpPr>
        <p:spPr>
          <a:xfrm>
            <a:off x="574163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E183C6C5-D660-4F11-8E76-B24C108BB925}"/>
              </a:ext>
            </a:extLst>
          </p:cNvPr>
          <p:cNvSpPr>
            <a:spLocks noGrp="1"/>
          </p:cNvSpPr>
          <p:nvPr/>
        </p:nvSpPr>
        <p:spPr>
          <a:xfrm>
            <a:off x="574278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E870E991-92BC-423C-A155-FAE277F63632}"/>
              </a:ext>
            </a:extLst>
          </p:cNvPr>
          <p:cNvSpPr>
            <a:spLocks noGrp="1"/>
          </p:cNvSpPr>
          <p:nvPr/>
        </p:nvSpPr>
        <p:spPr>
          <a:xfrm>
            <a:off x="577554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62D8FF2C-3465-4492-8700-E3A8125A6909}"/>
              </a:ext>
            </a:extLst>
          </p:cNvPr>
          <p:cNvSpPr>
            <a:spLocks noGrp="1"/>
          </p:cNvSpPr>
          <p:nvPr/>
        </p:nvSpPr>
        <p:spPr>
          <a:xfrm>
            <a:off x="585159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0C06EF62-7EE3-408F-AF7A-E5241812BAF6}"/>
              </a:ext>
            </a:extLst>
          </p:cNvPr>
          <p:cNvSpPr>
            <a:spLocks noGrp="1"/>
          </p:cNvSpPr>
          <p:nvPr/>
        </p:nvSpPr>
        <p:spPr>
          <a:xfrm>
            <a:off x="576280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118C22A3-A3CA-4E2C-8FDB-94482C6F2519}"/>
              </a:ext>
            </a:extLst>
          </p:cNvPr>
          <p:cNvSpPr>
            <a:spLocks noGrp="1"/>
          </p:cNvSpPr>
          <p:nvPr/>
        </p:nvSpPr>
        <p:spPr>
          <a:xfrm>
            <a:off x="585093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C586F686-EAD8-46A9-B809-F4A8FA5AAC23}"/>
              </a:ext>
            </a:extLst>
          </p:cNvPr>
          <p:cNvSpPr>
            <a:spLocks noGrp="1"/>
          </p:cNvSpPr>
          <p:nvPr/>
        </p:nvSpPr>
        <p:spPr>
          <a:xfrm>
            <a:off x="574700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D78E061-35EF-43D0-8829-3030EB6A845F}"/>
              </a:ext>
            </a:extLst>
          </p:cNvPr>
          <p:cNvSpPr>
            <a:spLocks noGrp="1"/>
          </p:cNvSpPr>
          <p:nvPr/>
        </p:nvSpPr>
        <p:spPr>
          <a:xfrm>
            <a:off x="584002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71AF0E9B-897D-42DC-892F-4CA8952B2A4A}"/>
              </a:ext>
            </a:extLst>
          </p:cNvPr>
          <p:cNvSpPr>
            <a:spLocks noGrp="1"/>
          </p:cNvSpPr>
          <p:nvPr/>
        </p:nvSpPr>
        <p:spPr>
          <a:xfrm>
            <a:off x="5775426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1884E3BB-ADC1-4224-A059-EBDE4278BA29}"/>
              </a:ext>
            </a:extLst>
          </p:cNvPr>
          <p:cNvSpPr>
            <a:spLocks noGrp="1"/>
          </p:cNvSpPr>
          <p:nvPr/>
        </p:nvSpPr>
        <p:spPr>
          <a:xfrm>
            <a:off x="5779870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749A273F-6445-40A5-953B-287631A6299E}"/>
              </a:ext>
            </a:extLst>
          </p:cNvPr>
          <p:cNvSpPr>
            <a:spLocks noGrp="1"/>
          </p:cNvSpPr>
          <p:nvPr/>
        </p:nvSpPr>
        <p:spPr>
          <a:xfrm>
            <a:off x="573890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1A6D8D13-2722-40C8-B6DC-98AC0946E319}"/>
              </a:ext>
            </a:extLst>
          </p:cNvPr>
          <p:cNvSpPr>
            <a:spLocks noGrp="1"/>
          </p:cNvSpPr>
          <p:nvPr/>
        </p:nvSpPr>
        <p:spPr>
          <a:xfrm>
            <a:off x="579878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FFE72A53-A46B-446B-849C-C69D4FE218BC}"/>
              </a:ext>
            </a:extLst>
          </p:cNvPr>
          <p:cNvSpPr>
            <a:spLocks noGrp="1"/>
          </p:cNvSpPr>
          <p:nvPr/>
        </p:nvSpPr>
        <p:spPr>
          <a:xfrm>
            <a:off x="580428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B276F301-8120-4763-9F18-F0CFFDB6E80E}"/>
              </a:ext>
            </a:extLst>
          </p:cNvPr>
          <p:cNvSpPr>
            <a:spLocks noGrp="1"/>
          </p:cNvSpPr>
          <p:nvPr/>
        </p:nvSpPr>
        <p:spPr>
          <a:xfrm>
            <a:off x="582223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6C3DF2BA-F77E-4F88-9262-13A8560789A9}"/>
              </a:ext>
            </a:extLst>
          </p:cNvPr>
          <p:cNvSpPr>
            <a:spLocks noGrp="1"/>
          </p:cNvSpPr>
          <p:nvPr/>
        </p:nvSpPr>
        <p:spPr>
          <a:xfrm>
            <a:off x="579843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873B6FE2-EDDC-4401-B984-0B8484C1D680}"/>
              </a:ext>
            </a:extLst>
          </p:cNvPr>
          <p:cNvSpPr>
            <a:spLocks noGrp="1"/>
          </p:cNvSpPr>
          <p:nvPr/>
        </p:nvSpPr>
        <p:spPr>
          <a:xfrm>
            <a:off x="583674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B4E0FFD6-93D3-48C5-BC6E-C035370F2097}"/>
              </a:ext>
            </a:extLst>
          </p:cNvPr>
          <p:cNvSpPr>
            <a:spLocks noGrp="1"/>
          </p:cNvSpPr>
          <p:nvPr/>
        </p:nvSpPr>
        <p:spPr>
          <a:xfrm>
            <a:off x="581510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72316AB-AF47-4BAC-9D2A-A35D4908E534}"/>
              </a:ext>
            </a:extLst>
          </p:cNvPr>
          <p:cNvSpPr>
            <a:spLocks noGrp="1"/>
          </p:cNvSpPr>
          <p:nvPr/>
        </p:nvSpPr>
        <p:spPr>
          <a:xfrm>
            <a:off x="3929087" y="4887803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BB2B25D9-1D43-4F8F-A017-A6185D02AEFA}"/>
              </a:ext>
            </a:extLst>
          </p:cNvPr>
          <p:cNvSpPr>
            <a:spLocks noGrp="1"/>
          </p:cNvSpPr>
          <p:nvPr/>
        </p:nvSpPr>
        <p:spPr>
          <a:xfrm>
            <a:off x="3929087" y="6930178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82" name="text_2681">
            <a:extLst>
              <a:ext uri="{FF2B5EF4-FFF2-40B4-BE49-F238E27FC236}">
                <a16:creationId xmlns:a16="http://schemas.microsoft.com/office/drawing/2014/main" id="{4AFB7199-4B7E-4BB8-9E15-FB5149D5C9E2}"/>
              </a:ext>
            </a:extLst>
          </p:cNvPr>
          <p:cNvSpPr>
            <a:spLocks noGrp="1"/>
          </p:cNvSpPr>
          <p:nvPr/>
        </p:nvSpPr>
        <p:spPr>
          <a:xfrm rot="0">
            <a:off x="3450257" y="4574402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683" name="text_2682">
            <a:extLst>
              <a:ext uri="{FF2B5EF4-FFF2-40B4-BE49-F238E27FC236}">
                <a16:creationId xmlns:a16="http://schemas.microsoft.com/office/drawing/2014/main" id="{673D5BEB-A2DD-4481-B8CF-E41C6CD388A3}"/>
              </a:ext>
            </a:extLst>
          </p:cNvPr>
          <p:cNvSpPr>
            <a:spLocks noGrp="1"/>
          </p:cNvSpPr>
          <p:nvPr/>
        </p:nvSpPr>
        <p:spPr>
          <a:xfrm rot="0">
            <a:off x="3929087" y="459697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FE38CDAF-A586-48A7-9358-83950449EF00}"/>
              </a:ext>
            </a:extLst>
          </p:cNvPr>
          <p:cNvSpPr>
            <a:spLocks noGrp="1"/>
          </p:cNvSpPr>
          <p:nvPr/>
        </p:nvSpPr>
        <p:spPr>
          <a:xfrm>
            <a:off x="4110470" y="6266418"/>
            <a:ext cx="191" cy="663761"/>
          </a:xfrm>
          <a:custGeom>
            <a:pathLst>
              <a:path w="191" h="663761">
                <a:moveTo>
                  <a:pt x="0" y="66376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1E307BF5-C568-4AD1-94BA-352A41DFF285}"/>
              </a:ext>
            </a:extLst>
          </p:cNvPr>
          <p:cNvSpPr>
            <a:spLocks noGrp="1"/>
          </p:cNvSpPr>
          <p:nvPr/>
        </p:nvSpPr>
        <p:spPr>
          <a:xfrm>
            <a:off x="4389520" y="5003409"/>
            <a:ext cx="191" cy="1926770"/>
          </a:xfrm>
          <a:custGeom>
            <a:pathLst>
              <a:path w="191" h="1926770">
                <a:moveTo>
                  <a:pt x="0" y="192677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17E2BBF1-FEBF-4528-B99D-0F5B67F5554C}"/>
              </a:ext>
            </a:extLst>
          </p:cNvPr>
          <p:cNvSpPr>
            <a:spLocks noGrp="1"/>
          </p:cNvSpPr>
          <p:nvPr/>
        </p:nvSpPr>
        <p:spPr>
          <a:xfrm>
            <a:off x="4668570" y="5003409"/>
            <a:ext cx="191" cy="1649796"/>
          </a:xfrm>
          <a:custGeom>
            <a:pathLst>
              <a:path w="191" h="1649796">
                <a:moveTo>
                  <a:pt x="0" y="164979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B10297A2-920E-40F1-9816-D83ABBD77021}"/>
              </a:ext>
            </a:extLst>
          </p:cNvPr>
          <p:cNvSpPr>
            <a:spLocks noGrp="1"/>
          </p:cNvSpPr>
          <p:nvPr/>
        </p:nvSpPr>
        <p:spPr>
          <a:xfrm>
            <a:off x="5254575" y="5099747"/>
            <a:ext cx="191" cy="1830431"/>
          </a:xfrm>
          <a:custGeom>
            <a:pathLst>
              <a:path w="191" h="1830431">
                <a:moveTo>
                  <a:pt x="0" y="183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B4EC7EEF-45B9-43E7-847D-0627BBD84499}"/>
              </a:ext>
            </a:extLst>
          </p:cNvPr>
          <p:cNvSpPr>
            <a:spLocks noGrp="1"/>
          </p:cNvSpPr>
          <p:nvPr/>
        </p:nvSpPr>
        <p:spPr>
          <a:xfrm>
            <a:off x="5533625" y="5003409"/>
            <a:ext cx="191" cy="1926770"/>
          </a:xfrm>
          <a:custGeom>
            <a:pathLst>
              <a:path w="191" h="1926770">
                <a:moveTo>
                  <a:pt x="0" y="192677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212ACBEB-29DB-4ECA-BFE6-8A43AB089A87}"/>
              </a:ext>
            </a:extLst>
          </p:cNvPr>
          <p:cNvSpPr>
            <a:spLocks noGrp="1"/>
          </p:cNvSpPr>
          <p:nvPr/>
        </p:nvSpPr>
        <p:spPr>
          <a:xfrm>
            <a:off x="5812675" y="5003409"/>
            <a:ext cx="191" cy="1865602"/>
          </a:xfrm>
          <a:custGeom>
            <a:pathLst>
              <a:path w="191" h="1865602">
                <a:moveTo>
                  <a:pt x="0" y="1865602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C4C2D29D-D84C-4D37-A647-78B8A31B61A3}"/>
              </a:ext>
            </a:extLst>
          </p:cNvPr>
          <p:cNvSpPr>
            <a:spLocks noGrp="1"/>
          </p:cNvSpPr>
          <p:nvPr/>
        </p:nvSpPr>
        <p:spPr>
          <a:xfrm>
            <a:off x="4075001" y="665868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622D7A8B-CF1D-415C-86D5-7EC8845349DA}"/>
              </a:ext>
            </a:extLst>
          </p:cNvPr>
          <p:cNvSpPr>
            <a:spLocks noGrp="1"/>
          </p:cNvSpPr>
          <p:nvPr/>
        </p:nvSpPr>
        <p:spPr>
          <a:xfrm>
            <a:off x="4354051" y="593132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7EA4BFD7-E455-4C59-A2EB-2C7CCE0D8B03}"/>
              </a:ext>
            </a:extLst>
          </p:cNvPr>
          <p:cNvSpPr>
            <a:spLocks noGrp="1"/>
          </p:cNvSpPr>
          <p:nvPr/>
        </p:nvSpPr>
        <p:spPr>
          <a:xfrm>
            <a:off x="4633101" y="546230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F2A73C9E-DFA5-4AD3-8BF2-3295682F6527}"/>
              </a:ext>
            </a:extLst>
          </p:cNvPr>
          <p:cNvSpPr>
            <a:spLocks noGrp="1"/>
          </p:cNvSpPr>
          <p:nvPr/>
        </p:nvSpPr>
        <p:spPr>
          <a:xfrm>
            <a:off x="5219106" y="629832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A23B47F2-956F-40BA-8D8C-367B6D3974DB}"/>
              </a:ext>
            </a:extLst>
          </p:cNvPr>
          <p:cNvSpPr>
            <a:spLocks noGrp="1"/>
          </p:cNvSpPr>
          <p:nvPr/>
        </p:nvSpPr>
        <p:spPr>
          <a:xfrm>
            <a:off x="5498156" y="561019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CA4FE902-C462-495C-8FCB-53328503A077}"/>
              </a:ext>
            </a:extLst>
          </p:cNvPr>
          <p:cNvSpPr>
            <a:spLocks noGrp="1"/>
          </p:cNvSpPr>
          <p:nvPr/>
        </p:nvSpPr>
        <p:spPr>
          <a:xfrm>
            <a:off x="5777207" y="496794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F2BC5A9B-8A6D-4416-8CAC-B18A78236684}"/>
              </a:ext>
            </a:extLst>
          </p:cNvPr>
          <p:cNvSpPr>
            <a:spLocks noGrp="1"/>
          </p:cNvSpPr>
          <p:nvPr/>
        </p:nvSpPr>
        <p:spPr>
          <a:xfrm>
            <a:off x="7086173" y="4887803"/>
            <a:ext cx="2064971" cy="2042376"/>
          </a:xfrm>
          <a:custGeom>
            <a:pathLst>
              <a:path w="2064971" h="2042376">
                <a:moveTo>
                  <a:pt x="0" y="2042376"/>
                </a:moveTo>
                <a:lnTo>
                  <a:pt x="2064971" y="2042376"/>
                </a:lnTo>
                <a:lnTo>
                  <a:pt x="2064971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40CA0034-48BE-46AE-A75F-B493F3A2B82F}"/>
              </a:ext>
            </a:extLst>
          </p:cNvPr>
          <p:cNvSpPr>
            <a:spLocks noGrp="1"/>
          </p:cNvSpPr>
          <p:nvPr/>
        </p:nvSpPr>
        <p:spPr>
          <a:xfrm>
            <a:off x="7617452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698" name="text_2697">
            <a:extLst>
              <a:ext uri="{FF2B5EF4-FFF2-40B4-BE49-F238E27FC236}">
                <a16:creationId xmlns:a16="http://schemas.microsoft.com/office/drawing/2014/main" id="{41824108-7700-4EEC-AB0A-440EFE3385E0}"/>
              </a:ext>
            </a:extLst>
          </p:cNvPr>
          <p:cNvSpPr>
            <a:spLocks noGrp="1"/>
          </p:cNvSpPr>
          <p:nvPr/>
        </p:nvSpPr>
        <p:spPr>
          <a:xfrm rot="0">
            <a:off x="7520345" y="7022559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1B8A34B0-7A6A-444D-A787-86F283673A83}"/>
              </a:ext>
            </a:extLst>
          </p:cNvPr>
          <p:cNvSpPr>
            <a:spLocks noGrp="1"/>
          </p:cNvSpPr>
          <p:nvPr/>
        </p:nvSpPr>
        <p:spPr>
          <a:xfrm>
            <a:off x="8619865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0" name="text_2699">
            <a:extLst>
              <a:ext uri="{FF2B5EF4-FFF2-40B4-BE49-F238E27FC236}">
                <a16:creationId xmlns:a16="http://schemas.microsoft.com/office/drawing/2014/main" id="{DE5FF28F-EB87-473E-821E-89F3EA7918F0}"/>
              </a:ext>
            </a:extLst>
          </p:cNvPr>
          <p:cNvSpPr>
            <a:spLocks noGrp="1"/>
          </p:cNvSpPr>
          <p:nvPr/>
        </p:nvSpPr>
        <p:spPr>
          <a:xfrm rot="0">
            <a:off x="8522758" y="7022559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701" name="text_2700">
            <a:extLst>
              <a:ext uri="{FF2B5EF4-FFF2-40B4-BE49-F238E27FC236}">
                <a16:creationId xmlns:a16="http://schemas.microsoft.com/office/drawing/2014/main" id="{05B2DDE0-9F4F-42D8-94E9-C94EBA37BA2C}"/>
              </a:ext>
            </a:extLst>
          </p:cNvPr>
          <p:cNvSpPr>
            <a:spLocks noGrp="1"/>
          </p:cNvSpPr>
          <p:nvPr/>
        </p:nvSpPr>
        <p:spPr>
          <a:xfrm rot="0">
            <a:off x="7335711" y="7202712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702" name="data_2701">
            <a:extLst>
              <a:ext uri="{FF2B5EF4-FFF2-40B4-BE49-F238E27FC236}">
                <a16:creationId xmlns:a16="http://schemas.microsoft.com/office/drawing/2014/main" id="{982C69E3-D166-4D6A-99CE-D4E76EB3D4E7}"/>
              </a:ext>
            </a:extLst>
          </p:cNvPr>
          <p:cNvSpPr>
            <a:spLocks noGrp="1"/>
          </p:cNvSpPr>
          <p:nvPr/>
        </p:nvSpPr>
        <p:spPr>
          <a:xfrm>
            <a:off x="7041837" y="693017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5746A51C-3F56-4592-B54E-6BD15AB66844}"/>
              </a:ext>
            </a:extLst>
          </p:cNvPr>
          <p:cNvSpPr>
            <a:spLocks noGrp="1"/>
          </p:cNvSpPr>
          <p:nvPr/>
        </p:nvSpPr>
        <p:spPr>
          <a:xfrm rot="0">
            <a:off x="6915028" y="6872729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5BC33640-4B66-42B0-9C14-3E1E34468959}"/>
              </a:ext>
            </a:extLst>
          </p:cNvPr>
          <p:cNvSpPr>
            <a:spLocks noGrp="1"/>
          </p:cNvSpPr>
          <p:nvPr/>
        </p:nvSpPr>
        <p:spPr>
          <a:xfrm>
            <a:off x="7041837" y="641958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5" name="text_2704">
            <a:extLst>
              <a:ext uri="{FF2B5EF4-FFF2-40B4-BE49-F238E27FC236}">
                <a16:creationId xmlns:a16="http://schemas.microsoft.com/office/drawing/2014/main" id="{2E0BCF48-C912-4910-AD1C-7B5E2BB9EAC9}"/>
              </a:ext>
            </a:extLst>
          </p:cNvPr>
          <p:cNvSpPr>
            <a:spLocks noGrp="1"/>
          </p:cNvSpPr>
          <p:nvPr/>
        </p:nvSpPr>
        <p:spPr>
          <a:xfrm rot="0">
            <a:off x="6850290" y="6362135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AEC87ABE-953F-43E0-A15F-BEFB5EA0188E}"/>
              </a:ext>
            </a:extLst>
          </p:cNvPr>
          <p:cNvSpPr>
            <a:spLocks noGrp="1"/>
          </p:cNvSpPr>
          <p:nvPr/>
        </p:nvSpPr>
        <p:spPr>
          <a:xfrm>
            <a:off x="7041837" y="5908990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7" name="text_2706">
            <a:extLst>
              <a:ext uri="{FF2B5EF4-FFF2-40B4-BE49-F238E27FC236}">
                <a16:creationId xmlns:a16="http://schemas.microsoft.com/office/drawing/2014/main" id="{3EE5EB23-B7BA-4BE8-8855-9BF7C5007CF8}"/>
              </a:ext>
            </a:extLst>
          </p:cNvPr>
          <p:cNvSpPr>
            <a:spLocks noGrp="1"/>
          </p:cNvSpPr>
          <p:nvPr/>
        </p:nvSpPr>
        <p:spPr>
          <a:xfrm rot="0">
            <a:off x="6850290" y="585154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A30C8DC2-EA6F-4377-9343-1951E357FEA5}"/>
              </a:ext>
            </a:extLst>
          </p:cNvPr>
          <p:cNvSpPr>
            <a:spLocks noGrp="1"/>
          </p:cNvSpPr>
          <p:nvPr/>
        </p:nvSpPr>
        <p:spPr>
          <a:xfrm>
            <a:off x="7041837" y="53983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9" name="text_2708">
            <a:extLst>
              <a:ext uri="{FF2B5EF4-FFF2-40B4-BE49-F238E27FC236}">
                <a16:creationId xmlns:a16="http://schemas.microsoft.com/office/drawing/2014/main" id="{7BC44516-6329-47FB-8539-D15BA01BB499}"/>
              </a:ext>
            </a:extLst>
          </p:cNvPr>
          <p:cNvSpPr>
            <a:spLocks noGrp="1"/>
          </p:cNvSpPr>
          <p:nvPr/>
        </p:nvSpPr>
        <p:spPr>
          <a:xfrm rot="0">
            <a:off x="6850290" y="534094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8C7B748A-705F-444F-81D4-CE401D90A2A0}"/>
              </a:ext>
            </a:extLst>
          </p:cNvPr>
          <p:cNvSpPr>
            <a:spLocks noGrp="1"/>
          </p:cNvSpPr>
          <p:nvPr/>
        </p:nvSpPr>
        <p:spPr>
          <a:xfrm>
            <a:off x="7041837" y="4887803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1" name="text_2710">
            <a:extLst>
              <a:ext uri="{FF2B5EF4-FFF2-40B4-BE49-F238E27FC236}">
                <a16:creationId xmlns:a16="http://schemas.microsoft.com/office/drawing/2014/main" id="{AB758D9B-F0B4-40B3-8FA5-0236EF8E520B}"/>
              </a:ext>
            </a:extLst>
          </p:cNvPr>
          <p:cNvSpPr>
            <a:spLocks noGrp="1"/>
          </p:cNvSpPr>
          <p:nvPr/>
        </p:nvSpPr>
        <p:spPr>
          <a:xfrm rot="0">
            <a:off x="6785553" y="4830353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712" name="text_2711">
            <a:extLst>
              <a:ext uri="{FF2B5EF4-FFF2-40B4-BE49-F238E27FC236}">
                <a16:creationId xmlns:a16="http://schemas.microsoft.com/office/drawing/2014/main" id="{0B039A91-5077-452F-B694-CED974337676}"/>
              </a:ext>
            </a:extLst>
          </p:cNvPr>
          <p:cNvSpPr>
            <a:spLocks noGrp="1"/>
          </p:cNvSpPr>
          <p:nvPr/>
        </p:nvSpPr>
        <p:spPr>
          <a:xfrm rot="-5400000">
            <a:off x="5801070" y="5824752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5C108092-F5EF-4BBB-ABE8-E908BF544305}"/>
              </a:ext>
            </a:extLst>
          </p:cNvPr>
          <p:cNvSpPr>
            <a:spLocks noGrp="1"/>
          </p:cNvSpPr>
          <p:nvPr/>
        </p:nvSpPr>
        <p:spPr>
          <a:xfrm>
            <a:off x="7279137" y="5978150"/>
            <a:ext cx="205495" cy="952028"/>
          </a:xfrm>
          <a:custGeom>
            <a:pathLst>
              <a:path w="205495" h="952028">
                <a:moveTo>
                  <a:pt x="0" y="952028"/>
                </a:moveTo>
                <a:lnTo>
                  <a:pt x="205495" y="952028"/>
                </a:lnTo>
                <a:lnTo>
                  <a:pt x="205495" y="0"/>
                </a:lnTo>
                <a:lnTo>
                  <a:pt x="0" y="0"/>
                </a:lnTo>
                <a:lnTo>
                  <a:pt x="0" y="95202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CD3AB788-EC6A-408C-B300-B63F68A74E57}"/>
              </a:ext>
            </a:extLst>
          </p:cNvPr>
          <p:cNvSpPr>
            <a:spLocks noGrp="1"/>
          </p:cNvSpPr>
          <p:nvPr/>
        </p:nvSpPr>
        <p:spPr>
          <a:xfrm>
            <a:off x="7514704" y="5708434"/>
            <a:ext cx="205495" cy="1221744"/>
          </a:xfrm>
          <a:custGeom>
            <a:pathLst>
              <a:path w="205495" h="1221744">
                <a:moveTo>
                  <a:pt x="0" y="1221744"/>
                </a:moveTo>
                <a:lnTo>
                  <a:pt x="205495" y="1221744"/>
                </a:lnTo>
                <a:lnTo>
                  <a:pt x="205495" y="0"/>
                </a:lnTo>
                <a:lnTo>
                  <a:pt x="0" y="0"/>
                </a:lnTo>
                <a:lnTo>
                  <a:pt x="0" y="1221744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8BECF475-EAC2-4E64-99DC-0F89D131532A}"/>
              </a:ext>
            </a:extLst>
          </p:cNvPr>
          <p:cNvSpPr>
            <a:spLocks noGrp="1"/>
          </p:cNvSpPr>
          <p:nvPr/>
        </p:nvSpPr>
        <p:spPr>
          <a:xfrm>
            <a:off x="7750271" y="5489774"/>
            <a:ext cx="205495" cy="1440404"/>
          </a:xfrm>
          <a:custGeom>
            <a:pathLst>
              <a:path w="205495" h="1440404">
                <a:moveTo>
                  <a:pt x="0" y="1440404"/>
                </a:moveTo>
                <a:lnTo>
                  <a:pt x="205495" y="1440404"/>
                </a:lnTo>
                <a:lnTo>
                  <a:pt x="205495" y="0"/>
                </a:lnTo>
                <a:lnTo>
                  <a:pt x="0" y="0"/>
                </a:lnTo>
                <a:lnTo>
                  <a:pt x="0" y="1440404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B30765F7-B722-4968-9F36-26F9CB837FCE}"/>
              </a:ext>
            </a:extLst>
          </p:cNvPr>
          <p:cNvSpPr>
            <a:spLocks noGrp="1"/>
          </p:cNvSpPr>
          <p:nvPr/>
        </p:nvSpPr>
        <p:spPr>
          <a:xfrm>
            <a:off x="8281550" y="5809193"/>
            <a:ext cx="205495" cy="1120985"/>
          </a:xfrm>
          <a:custGeom>
            <a:pathLst>
              <a:path w="205495" h="1120985">
                <a:moveTo>
                  <a:pt x="0" y="1120985"/>
                </a:moveTo>
                <a:lnTo>
                  <a:pt x="205495" y="1120985"/>
                </a:lnTo>
                <a:lnTo>
                  <a:pt x="205495" y="0"/>
                </a:lnTo>
                <a:lnTo>
                  <a:pt x="0" y="0"/>
                </a:lnTo>
                <a:lnTo>
                  <a:pt x="0" y="1120985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CF9F9F75-0207-462A-B8BC-CFE6D13EF8BE}"/>
              </a:ext>
            </a:extLst>
          </p:cNvPr>
          <p:cNvSpPr>
            <a:spLocks noGrp="1"/>
          </p:cNvSpPr>
          <p:nvPr/>
        </p:nvSpPr>
        <p:spPr>
          <a:xfrm>
            <a:off x="8517117" y="5530975"/>
            <a:ext cx="205495" cy="1399204"/>
          </a:xfrm>
          <a:custGeom>
            <a:pathLst>
              <a:path w="205495" h="1399204">
                <a:moveTo>
                  <a:pt x="0" y="1399204"/>
                </a:moveTo>
                <a:lnTo>
                  <a:pt x="205495" y="1399204"/>
                </a:lnTo>
                <a:lnTo>
                  <a:pt x="205495" y="0"/>
                </a:lnTo>
                <a:lnTo>
                  <a:pt x="0" y="0"/>
                </a:lnTo>
                <a:lnTo>
                  <a:pt x="0" y="1399204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18" name="data_2717">
            <a:extLst>
              <a:ext uri="{FF2B5EF4-FFF2-40B4-BE49-F238E27FC236}">
                <a16:creationId xmlns:a16="http://schemas.microsoft.com/office/drawing/2014/main" id="{F49B5A6E-F25B-4FDD-A7D2-0D4A280035C1}"/>
              </a:ext>
            </a:extLst>
          </p:cNvPr>
          <p:cNvSpPr>
            <a:spLocks noGrp="1"/>
          </p:cNvSpPr>
          <p:nvPr/>
        </p:nvSpPr>
        <p:spPr>
          <a:xfrm>
            <a:off x="8752685" y="5433102"/>
            <a:ext cx="205495" cy="1497076"/>
          </a:xfrm>
          <a:custGeom>
            <a:pathLst>
              <a:path w="205495" h="1497076">
                <a:moveTo>
                  <a:pt x="0" y="1497076"/>
                </a:moveTo>
                <a:lnTo>
                  <a:pt x="205495" y="1497076"/>
                </a:lnTo>
                <a:lnTo>
                  <a:pt x="205495" y="0"/>
                </a:lnTo>
                <a:lnTo>
                  <a:pt x="0" y="0"/>
                </a:lnTo>
                <a:lnTo>
                  <a:pt x="0" y="1497076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3488FB8D-BFA2-4176-9432-046384AA6BBD}"/>
              </a:ext>
            </a:extLst>
          </p:cNvPr>
          <p:cNvSpPr>
            <a:spLocks noGrp="1"/>
          </p:cNvSpPr>
          <p:nvPr/>
        </p:nvSpPr>
        <p:spPr>
          <a:xfrm>
            <a:off x="7086173" y="4887803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20" name="data_2719">
            <a:extLst>
              <a:ext uri="{FF2B5EF4-FFF2-40B4-BE49-F238E27FC236}">
                <a16:creationId xmlns:a16="http://schemas.microsoft.com/office/drawing/2014/main" id="{DA13C313-1979-4144-88B9-2305ADC11AED}"/>
              </a:ext>
            </a:extLst>
          </p:cNvPr>
          <p:cNvSpPr>
            <a:spLocks noGrp="1"/>
          </p:cNvSpPr>
          <p:nvPr/>
        </p:nvSpPr>
        <p:spPr>
          <a:xfrm>
            <a:off x="7086173" y="6930178"/>
            <a:ext cx="2064971" cy="191"/>
          </a:xfrm>
          <a:custGeom>
            <a:pathLst>
              <a:path w="2064971" h="191">
                <a:moveTo>
                  <a:pt x="0" y="0"/>
                </a:moveTo>
                <a:lnTo>
                  <a:pt x="206497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21" name="data_2720">
            <a:extLst>
              <a:ext uri="{FF2B5EF4-FFF2-40B4-BE49-F238E27FC236}">
                <a16:creationId xmlns:a16="http://schemas.microsoft.com/office/drawing/2014/main" id="{E9A736E6-4C89-470B-905F-8F3F705CC4D3}"/>
              </a:ext>
            </a:extLst>
          </p:cNvPr>
          <p:cNvSpPr>
            <a:spLocks noGrp="1"/>
          </p:cNvSpPr>
          <p:nvPr/>
        </p:nvSpPr>
        <p:spPr>
          <a:xfrm>
            <a:off x="7381884" y="5805249"/>
            <a:ext cx="191" cy="341023"/>
          </a:xfrm>
          <a:custGeom>
            <a:pathLst>
              <a:path w="191" h="341023">
                <a:moveTo>
                  <a:pt x="0" y="34102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2" name="data_2721">
            <a:extLst>
              <a:ext uri="{FF2B5EF4-FFF2-40B4-BE49-F238E27FC236}">
                <a16:creationId xmlns:a16="http://schemas.microsoft.com/office/drawing/2014/main" id="{29439FC7-924A-4F5C-B0AD-B8DE8D06F9BC}"/>
              </a:ext>
            </a:extLst>
          </p:cNvPr>
          <p:cNvSpPr>
            <a:spLocks noGrp="1"/>
          </p:cNvSpPr>
          <p:nvPr/>
        </p:nvSpPr>
        <p:spPr>
          <a:xfrm>
            <a:off x="7346800" y="6146272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3" name="data_2722">
            <a:extLst>
              <a:ext uri="{FF2B5EF4-FFF2-40B4-BE49-F238E27FC236}">
                <a16:creationId xmlns:a16="http://schemas.microsoft.com/office/drawing/2014/main" id="{5CECDD3D-D36E-4902-845E-224CDA08DCDB}"/>
              </a:ext>
            </a:extLst>
          </p:cNvPr>
          <p:cNvSpPr>
            <a:spLocks noGrp="1"/>
          </p:cNvSpPr>
          <p:nvPr/>
        </p:nvSpPr>
        <p:spPr>
          <a:xfrm>
            <a:off x="7346800" y="5805249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29F25BD-13F9-4E90-8539-31025CDDB2CE}"/>
              </a:ext>
            </a:extLst>
          </p:cNvPr>
          <p:cNvSpPr>
            <a:spLocks noGrp="1"/>
          </p:cNvSpPr>
          <p:nvPr/>
        </p:nvSpPr>
        <p:spPr>
          <a:xfrm rot="0">
            <a:off x="7231146" y="5155828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2725" name="data_2724">
            <a:extLst>
              <a:ext uri="{FF2B5EF4-FFF2-40B4-BE49-F238E27FC236}">
                <a16:creationId xmlns:a16="http://schemas.microsoft.com/office/drawing/2014/main" id="{F3BFAF42-4386-461E-B79C-F6F438DBACE3}"/>
              </a:ext>
            </a:extLst>
          </p:cNvPr>
          <p:cNvSpPr>
            <a:spLocks noGrp="1"/>
          </p:cNvSpPr>
          <p:nvPr/>
        </p:nvSpPr>
        <p:spPr>
          <a:xfrm>
            <a:off x="7617452" y="5545827"/>
            <a:ext cx="191" cy="323892"/>
          </a:xfrm>
          <a:custGeom>
            <a:pathLst>
              <a:path w="191" h="323892">
                <a:moveTo>
                  <a:pt x="0" y="3238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6" name="data_2725">
            <a:extLst>
              <a:ext uri="{FF2B5EF4-FFF2-40B4-BE49-F238E27FC236}">
                <a16:creationId xmlns:a16="http://schemas.microsoft.com/office/drawing/2014/main" id="{098DB6E1-6833-485B-B457-B4261E6DED89}"/>
              </a:ext>
            </a:extLst>
          </p:cNvPr>
          <p:cNvSpPr>
            <a:spLocks noGrp="1"/>
          </p:cNvSpPr>
          <p:nvPr/>
        </p:nvSpPr>
        <p:spPr>
          <a:xfrm>
            <a:off x="7582367" y="5869718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7" name="data_2726">
            <a:extLst>
              <a:ext uri="{FF2B5EF4-FFF2-40B4-BE49-F238E27FC236}">
                <a16:creationId xmlns:a16="http://schemas.microsoft.com/office/drawing/2014/main" id="{33D71276-5FF9-4CFC-8A26-1C9803FB6242}"/>
              </a:ext>
            </a:extLst>
          </p:cNvPr>
          <p:cNvSpPr>
            <a:spLocks noGrp="1"/>
          </p:cNvSpPr>
          <p:nvPr/>
        </p:nvSpPr>
        <p:spPr>
          <a:xfrm>
            <a:off x="7582367" y="5545827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D36AE733-96A1-4857-A7B0-15846A23D665}"/>
              </a:ext>
            </a:extLst>
          </p:cNvPr>
          <p:cNvSpPr>
            <a:spLocks noGrp="1"/>
          </p:cNvSpPr>
          <p:nvPr/>
        </p:nvSpPr>
        <p:spPr>
          <a:xfrm rot="0">
            <a:off x="7516834" y="5155828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5253584D-066B-4456-BAA0-254FC66A6B4F}"/>
              </a:ext>
            </a:extLst>
          </p:cNvPr>
          <p:cNvSpPr>
            <a:spLocks noGrp="1"/>
          </p:cNvSpPr>
          <p:nvPr/>
        </p:nvSpPr>
        <p:spPr>
          <a:xfrm>
            <a:off x="7853019" y="5331031"/>
            <a:ext cx="191" cy="316716"/>
          </a:xfrm>
          <a:custGeom>
            <a:pathLst>
              <a:path w="191" h="316716">
                <a:moveTo>
                  <a:pt x="0" y="316716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D3D5583F-94B1-4F16-ADC3-D80F0BA4E50F}"/>
              </a:ext>
            </a:extLst>
          </p:cNvPr>
          <p:cNvSpPr>
            <a:spLocks noGrp="1"/>
          </p:cNvSpPr>
          <p:nvPr/>
        </p:nvSpPr>
        <p:spPr>
          <a:xfrm>
            <a:off x="7817934" y="5647747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1" name="data_2730">
            <a:extLst>
              <a:ext uri="{FF2B5EF4-FFF2-40B4-BE49-F238E27FC236}">
                <a16:creationId xmlns:a16="http://schemas.microsoft.com/office/drawing/2014/main" id="{C76C4BA4-F036-4A92-80EC-714C1B20B988}"/>
              </a:ext>
            </a:extLst>
          </p:cNvPr>
          <p:cNvSpPr>
            <a:spLocks noGrp="1"/>
          </p:cNvSpPr>
          <p:nvPr/>
        </p:nvSpPr>
        <p:spPr>
          <a:xfrm>
            <a:off x="7817934" y="5331031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2" name="text_2731">
            <a:extLst>
              <a:ext uri="{FF2B5EF4-FFF2-40B4-BE49-F238E27FC236}">
                <a16:creationId xmlns:a16="http://schemas.microsoft.com/office/drawing/2014/main" id="{F639D64D-B93D-4BC6-80D6-0D30D9770560}"/>
              </a:ext>
            </a:extLst>
          </p:cNvPr>
          <p:cNvSpPr>
            <a:spLocks noGrp="1"/>
          </p:cNvSpPr>
          <p:nvPr/>
        </p:nvSpPr>
        <p:spPr>
          <a:xfrm rot="0">
            <a:off x="7802521" y="5155828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0AC0A71A-DB4B-495B-A5C0-AD4DABD51AFA}"/>
              </a:ext>
            </a:extLst>
          </p:cNvPr>
          <p:cNvSpPr>
            <a:spLocks noGrp="1"/>
          </p:cNvSpPr>
          <p:nvPr/>
        </p:nvSpPr>
        <p:spPr>
          <a:xfrm>
            <a:off x="8384298" y="5634561"/>
            <a:ext cx="191" cy="351867"/>
          </a:xfrm>
          <a:custGeom>
            <a:pathLst>
              <a:path w="191" h="351867">
                <a:moveTo>
                  <a:pt x="0" y="35186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4" name="data_2733">
            <a:extLst>
              <a:ext uri="{FF2B5EF4-FFF2-40B4-BE49-F238E27FC236}">
                <a16:creationId xmlns:a16="http://schemas.microsoft.com/office/drawing/2014/main" id="{2EA3C7E0-6ECD-4599-8FE9-E1479BA1FE2D}"/>
              </a:ext>
            </a:extLst>
          </p:cNvPr>
          <p:cNvSpPr>
            <a:spLocks noGrp="1"/>
          </p:cNvSpPr>
          <p:nvPr/>
        </p:nvSpPr>
        <p:spPr>
          <a:xfrm>
            <a:off x="8349213" y="5986428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045E278F-7FF4-479B-8DCB-95363CCD186F}"/>
              </a:ext>
            </a:extLst>
          </p:cNvPr>
          <p:cNvSpPr>
            <a:spLocks noGrp="1"/>
          </p:cNvSpPr>
          <p:nvPr/>
        </p:nvSpPr>
        <p:spPr>
          <a:xfrm>
            <a:off x="8349213" y="5634561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6" name="text_2735">
            <a:extLst>
              <a:ext uri="{FF2B5EF4-FFF2-40B4-BE49-F238E27FC236}">
                <a16:creationId xmlns:a16="http://schemas.microsoft.com/office/drawing/2014/main" id="{AF001913-A6D4-4856-8159-F31E30B08315}"/>
              </a:ext>
            </a:extLst>
          </p:cNvPr>
          <p:cNvSpPr>
            <a:spLocks noGrp="1"/>
          </p:cNvSpPr>
          <p:nvPr/>
        </p:nvSpPr>
        <p:spPr>
          <a:xfrm rot="0">
            <a:off x="8233559" y="5105105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2737" name="data_2736">
            <a:extLst>
              <a:ext uri="{FF2B5EF4-FFF2-40B4-BE49-F238E27FC236}">
                <a16:creationId xmlns:a16="http://schemas.microsoft.com/office/drawing/2014/main" id="{0111D63F-EDC3-4BD5-9F25-9C085B98DF3F}"/>
              </a:ext>
            </a:extLst>
          </p:cNvPr>
          <p:cNvSpPr>
            <a:spLocks noGrp="1"/>
          </p:cNvSpPr>
          <p:nvPr/>
        </p:nvSpPr>
        <p:spPr>
          <a:xfrm>
            <a:off x="8619865" y="5375062"/>
            <a:ext cx="191" cy="316391"/>
          </a:xfrm>
          <a:custGeom>
            <a:pathLst>
              <a:path w="191" h="316391">
                <a:moveTo>
                  <a:pt x="0" y="31639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8" name="data_2737">
            <a:extLst>
              <a:ext uri="{FF2B5EF4-FFF2-40B4-BE49-F238E27FC236}">
                <a16:creationId xmlns:a16="http://schemas.microsoft.com/office/drawing/2014/main" id="{54D41429-7F2D-40FE-9349-6CFC92EA7755}"/>
              </a:ext>
            </a:extLst>
          </p:cNvPr>
          <p:cNvSpPr>
            <a:spLocks noGrp="1"/>
          </p:cNvSpPr>
          <p:nvPr/>
        </p:nvSpPr>
        <p:spPr>
          <a:xfrm>
            <a:off x="8584780" y="5691453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6B016E6E-C514-4B07-ADCF-CA22F99EEE44}"/>
              </a:ext>
            </a:extLst>
          </p:cNvPr>
          <p:cNvSpPr>
            <a:spLocks noGrp="1"/>
          </p:cNvSpPr>
          <p:nvPr/>
        </p:nvSpPr>
        <p:spPr>
          <a:xfrm>
            <a:off x="8584780" y="5375062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0" name="text_2739">
            <a:extLst>
              <a:ext uri="{FF2B5EF4-FFF2-40B4-BE49-F238E27FC236}">
                <a16:creationId xmlns:a16="http://schemas.microsoft.com/office/drawing/2014/main" id="{CDAE6DF1-068F-43BE-8378-45CD95B1866D}"/>
              </a:ext>
            </a:extLst>
          </p:cNvPr>
          <p:cNvSpPr>
            <a:spLocks noGrp="1"/>
          </p:cNvSpPr>
          <p:nvPr/>
        </p:nvSpPr>
        <p:spPr>
          <a:xfrm rot="0">
            <a:off x="8519247" y="5105105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69CACE75-C991-4B20-A290-67D8E04024C7}"/>
              </a:ext>
            </a:extLst>
          </p:cNvPr>
          <p:cNvSpPr>
            <a:spLocks noGrp="1"/>
          </p:cNvSpPr>
          <p:nvPr/>
        </p:nvSpPr>
        <p:spPr>
          <a:xfrm>
            <a:off x="8855432" y="5280308"/>
            <a:ext cx="191" cy="308518"/>
          </a:xfrm>
          <a:custGeom>
            <a:pathLst>
              <a:path w="191" h="308518">
                <a:moveTo>
                  <a:pt x="0" y="30851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2C428FC0-B3EA-4778-9309-744C36A9CB42}"/>
              </a:ext>
            </a:extLst>
          </p:cNvPr>
          <p:cNvSpPr>
            <a:spLocks noGrp="1"/>
          </p:cNvSpPr>
          <p:nvPr/>
        </p:nvSpPr>
        <p:spPr>
          <a:xfrm>
            <a:off x="8820347" y="5588826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AE434696-20FB-4EB6-823B-4876749FBB69}"/>
              </a:ext>
            </a:extLst>
          </p:cNvPr>
          <p:cNvSpPr>
            <a:spLocks noGrp="1"/>
          </p:cNvSpPr>
          <p:nvPr/>
        </p:nvSpPr>
        <p:spPr>
          <a:xfrm>
            <a:off x="8820347" y="5280308"/>
            <a:ext cx="70169" cy="191"/>
          </a:xfrm>
          <a:custGeom>
            <a:pathLst>
              <a:path w="70169" h="191">
                <a:moveTo>
                  <a:pt x="0" y="0"/>
                </a:moveTo>
                <a:lnTo>
                  <a:pt x="70169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4" name="text_2743">
            <a:extLst>
              <a:ext uri="{FF2B5EF4-FFF2-40B4-BE49-F238E27FC236}">
                <a16:creationId xmlns:a16="http://schemas.microsoft.com/office/drawing/2014/main" id="{742B5499-86A1-4B3A-85B4-D812FCFAA446}"/>
              </a:ext>
            </a:extLst>
          </p:cNvPr>
          <p:cNvSpPr>
            <a:spLocks noGrp="1"/>
          </p:cNvSpPr>
          <p:nvPr/>
        </p:nvSpPr>
        <p:spPr>
          <a:xfrm rot="0">
            <a:off x="8804934" y="5105105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2745" name="text_2744">
            <a:extLst>
              <a:ext uri="{FF2B5EF4-FFF2-40B4-BE49-F238E27FC236}">
                <a16:creationId xmlns:a16="http://schemas.microsoft.com/office/drawing/2014/main" id="{3B3E53E8-A079-4857-954C-E197E27A029E}"/>
              </a:ext>
            </a:extLst>
          </p:cNvPr>
          <p:cNvSpPr>
            <a:spLocks noGrp="1"/>
          </p:cNvSpPr>
          <p:nvPr/>
        </p:nvSpPr>
        <p:spPr>
          <a:xfrm rot="0">
            <a:off x="6607343" y="4574402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2746" name="text_2745">
            <a:extLst>
              <a:ext uri="{FF2B5EF4-FFF2-40B4-BE49-F238E27FC236}">
                <a16:creationId xmlns:a16="http://schemas.microsoft.com/office/drawing/2014/main" id="{5D00AB21-FEA9-4479-9F8F-0099E5769553}"/>
              </a:ext>
            </a:extLst>
          </p:cNvPr>
          <p:cNvSpPr>
            <a:spLocks noGrp="1"/>
          </p:cNvSpPr>
          <p:nvPr/>
        </p:nvSpPr>
        <p:spPr>
          <a:xfrm rot="0">
            <a:off x="7086173" y="459697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5340DC43-F0E6-481A-BAD6-7FD501DD5173}"/>
              </a:ext>
            </a:extLst>
          </p:cNvPr>
          <p:cNvSpPr>
            <a:spLocks noGrp="1"/>
          </p:cNvSpPr>
          <p:nvPr/>
        </p:nvSpPr>
        <p:spPr>
          <a:xfrm>
            <a:off x="2982516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48" name="text_2747">
            <a:extLst>
              <a:ext uri="{FF2B5EF4-FFF2-40B4-BE49-F238E27FC236}">
                <a16:creationId xmlns:a16="http://schemas.microsoft.com/office/drawing/2014/main" id="{7582F7E9-AD42-46C1-A90C-750EED7A85D9}"/>
              </a:ext>
            </a:extLst>
          </p:cNvPr>
          <p:cNvSpPr>
            <a:spLocks noGrp="1"/>
          </p:cNvSpPr>
          <p:nvPr/>
        </p:nvSpPr>
        <p:spPr>
          <a:xfrm rot="0">
            <a:off x="3252080" y="93848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AAED7680-E3B7-441B-9388-C3B3DEA2A5C2}"/>
              </a:ext>
            </a:extLst>
          </p:cNvPr>
          <p:cNvSpPr>
            <a:spLocks noGrp="1"/>
          </p:cNvSpPr>
          <p:nvPr/>
        </p:nvSpPr>
        <p:spPr>
          <a:xfrm>
            <a:off x="4192119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50" name="text_2749">
            <a:extLst>
              <a:ext uri="{FF2B5EF4-FFF2-40B4-BE49-F238E27FC236}">
                <a16:creationId xmlns:a16="http://schemas.microsoft.com/office/drawing/2014/main" id="{42266A08-045F-44E5-A034-E132E3BCDFE7}"/>
              </a:ext>
            </a:extLst>
          </p:cNvPr>
          <p:cNvSpPr>
            <a:spLocks noGrp="1"/>
          </p:cNvSpPr>
          <p:nvPr/>
        </p:nvSpPr>
        <p:spPr>
          <a:xfrm rot="0">
            <a:off x="4461682" y="9384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21B9F4DD-77DC-42D7-A59F-343B80A156FD}"/>
              </a:ext>
            </a:extLst>
          </p:cNvPr>
          <p:cNvSpPr>
            <a:spLocks noGrp="1"/>
          </p:cNvSpPr>
          <p:nvPr/>
        </p:nvSpPr>
        <p:spPr>
          <a:xfrm>
            <a:off x="5844184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52" name="text_2751">
            <a:extLst>
              <a:ext uri="{FF2B5EF4-FFF2-40B4-BE49-F238E27FC236}">
                <a16:creationId xmlns:a16="http://schemas.microsoft.com/office/drawing/2014/main" id="{C2B02D64-C664-4FC6-9671-2272B81A266E}"/>
              </a:ext>
            </a:extLst>
          </p:cNvPr>
          <p:cNvSpPr>
            <a:spLocks noGrp="1"/>
          </p:cNvSpPr>
          <p:nvPr/>
        </p:nvSpPr>
        <p:spPr>
          <a:xfrm rot="0">
            <a:off x="6113748" y="93848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43575589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6065" name="data_2752">
            <a:extLst>
              <a:ext uri="{FF2B5EF4-FFF2-40B4-BE49-F238E27FC236}">
                <a16:creationId xmlns:a16="http://schemas.microsoft.com/office/drawing/2014/main" id="{11B520E7-16E9-41B3-9651-C47AD7D0112A}"/>
              </a:ext>
            </a:extLst>
          </p:cNvPr>
          <p:cNvSpPr>
            <a:spLocks noGrp="1"/>
          </p:cNvSpPr>
          <p:nvPr/>
        </p:nvSpPr>
        <p:spPr>
          <a:xfrm>
            <a:off x="238125" y="680508"/>
            <a:ext cx="9048750" cy="7440083"/>
          </a:xfrm>
          <a:custGeom>
            <a:pathLst>
              <a:path w="9048750" h="7440083">
                <a:moveTo>
                  <a:pt x="0" y="7440083"/>
                </a:moveTo>
                <a:lnTo>
                  <a:pt x="9048750" y="7440083"/>
                </a:lnTo>
                <a:lnTo>
                  <a:pt x="9048750" y="0"/>
                </a:lnTo>
                <a:lnTo>
                  <a:pt x="0" y="0"/>
                </a:lnTo>
                <a:lnTo>
                  <a:pt x="0" y="744008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2753">
            <a:extLst>
              <a:ext uri="{FF2B5EF4-FFF2-40B4-BE49-F238E27FC236}">
                <a16:creationId xmlns:a16="http://schemas.microsoft.com/office/drawing/2014/main" id="{32908405-4274-4E25-AC85-9C8F24574E81}"/>
              </a:ext>
            </a:extLst>
          </p:cNvPr>
          <p:cNvSpPr>
            <a:spLocks noGrp="1"/>
          </p:cNvSpPr>
          <p:nvPr/>
        </p:nvSpPr>
        <p:spPr>
          <a:xfrm>
            <a:off x="1097756" y="1722120"/>
            <a:ext cx="3579283" cy="2042376"/>
          </a:xfrm>
          <a:custGeom>
            <a:pathLst>
              <a:path w="3579283" h="2042376">
                <a:moveTo>
                  <a:pt x="0" y="2042376"/>
                </a:moveTo>
                <a:lnTo>
                  <a:pt x="3579283" y="2042376"/>
                </a:lnTo>
                <a:lnTo>
                  <a:pt x="3579283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754">
            <a:extLst>
              <a:ext uri="{FF2B5EF4-FFF2-40B4-BE49-F238E27FC236}">
                <a16:creationId xmlns:a16="http://schemas.microsoft.com/office/drawing/2014/main" id="{DDCDC6A9-CE81-40BE-892E-279207143FA6}"/>
              </a:ext>
            </a:extLst>
          </p:cNvPr>
          <p:cNvSpPr>
            <a:spLocks noGrp="1"/>
          </p:cNvSpPr>
          <p:nvPr/>
        </p:nvSpPr>
        <p:spPr>
          <a:xfrm>
            <a:off x="1694303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2755">
            <a:extLst>
              <a:ext uri="{FF2B5EF4-FFF2-40B4-BE49-F238E27FC236}">
                <a16:creationId xmlns:a16="http://schemas.microsoft.com/office/drawing/2014/main" id="{1BE4EE59-58FE-454D-8EC0-C47608E024A0}"/>
              </a:ext>
            </a:extLst>
          </p:cNvPr>
          <p:cNvSpPr>
            <a:spLocks noGrp="1"/>
          </p:cNvSpPr>
          <p:nvPr/>
        </p:nvSpPr>
        <p:spPr>
          <a:xfrm rot="0">
            <a:off x="1455028" y="3901213"/>
            <a:ext cx="48744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</a:t>
            </a:r>
          </a:p>
        </p:txBody>
      </p:sp>
      <p:sp>
        <p:nvSpPr>
          <p:cNvPr id="5" name="text_2756">
            <a:extLst>
              <a:ext uri="{FF2B5EF4-FFF2-40B4-BE49-F238E27FC236}">
                <a16:creationId xmlns:a16="http://schemas.microsoft.com/office/drawing/2014/main" id="{93F80909-8E46-40C3-BBD2-2D859D72F3EE}"/>
              </a:ext>
            </a:extLst>
          </p:cNvPr>
          <p:cNvSpPr>
            <a:spLocks noGrp="1"/>
          </p:cNvSpPr>
          <p:nvPr/>
        </p:nvSpPr>
        <p:spPr>
          <a:xfrm rot="0">
            <a:off x="1581609" y="4028135"/>
            <a:ext cx="23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Dice</a:t>
            </a:r>
          </a:p>
        </p:txBody>
      </p:sp>
      <p:sp>
        <p:nvSpPr>
          <p:cNvPr id="6" name="data_2757">
            <a:extLst>
              <a:ext uri="{FF2B5EF4-FFF2-40B4-BE49-F238E27FC236}">
                <a16:creationId xmlns:a16="http://schemas.microsoft.com/office/drawing/2014/main" id="{F05534A3-207E-42F4-9AEC-FB6CE32E65A9}"/>
              </a:ext>
            </a:extLst>
          </p:cNvPr>
          <p:cNvSpPr>
            <a:spLocks noGrp="1"/>
          </p:cNvSpPr>
          <p:nvPr/>
        </p:nvSpPr>
        <p:spPr>
          <a:xfrm>
            <a:off x="2887398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2758">
            <a:extLst>
              <a:ext uri="{FF2B5EF4-FFF2-40B4-BE49-F238E27FC236}">
                <a16:creationId xmlns:a16="http://schemas.microsoft.com/office/drawing/2014/main" id="{8A23DF91-C016-4FA2-BA48-2AF5180E95AD}"/>
              </a:ext>
            </a:extLst>
          </p:cNvPr>
          <p:cNvSpPr>
            <a:spLocks noGrp="1"/>
          </p:cNvSpPr>
          <p:nvPr/>
        </p:nvSpPr>
        <p:spPr>
          <a:xfrm rot="0">
            <a:off x="2527298" y="3901213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759">
            <a:extLst>
              <a:ext uri="{FF2B5EF4-FFF2-40B4-BE49-F238E27FC236}">
                <a16:creationId xmlns:a16="http://schemas.microsoft.com/office/drawing/2014/main" id="{C529EC18-E785-4E33-A924-1D68E253BE9F}"/>
              </a:ext>
            </a:extLst>
          </p:cNvPr>
          <p:cNvSpPr>
            <a:spLocks noGrp="1"/>
          </p:cNvSpPr>
          <p:nvPr/>
        </p:nvSpPr>
        <p:spPr>
          <a:xfrm rot="0">
            <a:off x="2595631" y="4026921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9" name="text_2760">
            <a:extLst>
              <a:ext uri="{FF2B5EF4-FFF2-40B4-BE49-F238E27FC236}">
                <a16:creationId xmlns:a16="http://schemas.microsoft.com/office/drawing/2014/main" id="{6323CFC3-80CC-4F64-99C0-3BE6730A76B9}"/>
              </a:ext>
            </a:extLst>
          </p:cNvPr>
          <p:cNvSpPr>
            <a:spLocks noGrp="1"/>
          </p:cNvSpPr>
          <p:nvPr/>
        </p:nvSpPr>
        <p:spPr>
          <a:xfrm rot="0">
            <a:off x="2672497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0" name="text_2761">
            <a:extLst>
              <a:ext uri="{FF2B5EF4-FFF2-40B4-BE49-F238E27FC236}">
                <a16:creationId xmlns:a16="http://schemas.microsoft.com/office/drawing/2014/main" id="{7BF21030-19E9-4430-A8FB-12C65505F4FD}"/>
              </a:ext>
            </a:extLst>
          </p:cNvPr>
          <p:cNvSpPr>
            <a:spLocks noGrp="1"/>
          </p:cNvSpPr>
          <p:nvPr/>
        </p:nvSpPr>
        <p:spPr>
          <a:xfrm rot="0">
            <a:off x="2761063" y="4026921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1" name="text_2762">
            <a:extLst>
              <a:ext uri="{FF2B5EF4-FFF2-40B4-BE49-F238E27FC236}">
                <a16:creationId xmlns:a16="http://schemas.microsoft.com/office/drawing/2014/main" id="{F8E5C5DC-E048-4F5F-A70A-5554DFC32D15}"/>
              </a:ext>
            </a:extLst>
          </p:cNvPr>
          <p:cNvSpPr>
            <a:spLocks noGrp="1"/>
          </p:cNvSpPr>
          <p:nvPr/>
        </p:nvSpPr>
        <p:spPr>
          <a:xfrm rot="0">
            <a:off x="2848261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12" name="text_2763">
            <a:extLst>
              <a:ext uri="{FF2B5EF4-FFF2-40B4-BE49-F238E27FC236}">
                <a16:creationId xmlns:a16="http://schemas.microsoft.com/office/drawing/2014/main" id="{B90990FC-4372-4E96-A81C-C53E600818DF}"/>
              </a:ext>
            </a:extLst>
          </p:cNvPr>
          <p:cNvSpPr>
            <a:spLocks noGrp="1"/>
          </p:cNvSpPr>
          <p:nvPr/>
        </p:nvSpPr>
        <p:spPr>
          <a:xfrm rot="0">
            <a:off x="2941557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3" name="text_2764">
            <a:extLst>
              <a:ext uri="{FF2B5EF4-FFF2-40B4-BE49-F238E27FC236}">
                <a16:creationId xmlns:a16="http://schemas.microsoft.com/office/drawing/2014/main" id="{870C63F5-00C6-4E92-9B2E-3D75DA41F2F0}"/>
              </a:ext>
            </a:extLst>
          </p:cNvPr>
          <p:cNvSpPr>
            <a:spLocks noGrp="1"/>
          </p:cNvSpPr>
          <p:nvPr/>
        </p:nvSpPr>
        <p:spPr>
          <a:xfrm rot="0">
            <a:off x="3031782" y="4078132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text_2765">
            <a:extLst>
              <a:ext uri="{FF2B5EF4-FFF2-40B4-BE49-F238E27FC236}">
                <a16:creationId xmlns:a16="http://schemas.microsoft.com/office/drawing/2014/main" id="{661BA29F-8541-4169-BEEE-96BD01D6BC98}"/>
              </a:ext>
            </a:extLst>
          </p:cNvPr>
          <p:cNvSpPr>
            <a:spLocks noGrp="1"/>
          </p:cNvSpPr>
          <p:nvPr/>
        </p:nvSpPr>
        <p:spPr>
          <a:xfrm rot="0">
            <a:off x="3088550" y="4078132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text_2766">
            <a:extLst>
              <a:ext uri="{FF2B5EF4-FFF2-40B4-BE49-F238E27FC236}">
                <a16:creationId xmlns:a16="http://schemas.microsoft.com/office/drawing/2014/main" id="{7F176466-A7E9-425C-8F5E-823C6A07A3B5}"/>
              </a:ext>
            </a:extLst>
          </p:cNvPr>
          <p:cNvSpPr>
            <a:spLocks noGrp="1"/>
          </p:cNvSpPr>
          <p:nvPr/>
        </p:nvSpPr>
        <p:spPr>
          <a:xfrm rot="0">
            <a:off x="3116913" y="4078132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data_2767">
            <a:extLst>
              <a:ext uri="{FF2B5EF4-FFF2-40B4-BE49-F238E27FC236}">
                <a16:creationId xmlns:a16="http://schemas.microsoft.com/office/drawing/2014/main" id="{569EB6CF-B936-498F-8F2B-43EF15136EE3}"/>
              </a:ext>
            </a:extLst>
          </p:cNvPr>
          <p:cNvSpPr>
            <a:spLocks noGrp="1"/>
          </p:cNvSpPr>
          <p:nvPr/>
        </p:nvSpPr>
        <p:spPr>
          <a:xfrm>
            <a:off x="4080492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2768">
            <a:extLst>
              <a:ext uri="{FF2B5EF4-FFF2-40B4-BE49-F238E27FC236}">
                <a16:creationId xmlns:a16="http://schemas.microsoft.com/office/drawing/2014/main" id="{96FD4C90-59D8-4F6F-9CCF-542A9EE7CAB8}"/>
              </a:ext>
            </a:extLst>
          </p:cNvPr>
          <p:cNvSpPr>
            <a:spLocks noGrp="1"/>
          </p:cNvSpPr>
          <p:nvPr/>
        </p:nvSpPr>
        <p:spPr>
          <a:xfrm rot="0">
            <a:off x="3720392" y="3901213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8" name="text_2769">
            <a:extLst>
              <a:ext uri="{FF2B5EF4-FFF2-40B4-BE49-F238E27FC236}">
                <a16:creationId xmlns:a16="http://schemas.microsoft.com/office/drawing/2014/main" id="{A40CC005-8B61-44B9-8713-3AAF570A559A}"/>
              </a:ext>
            </a:extLst>
          </p:cNvPr>
          <p:cNvSpPr>
            <a:spLocks noGrp="1"/>
          </p:cNvSpPr>
          <p:nvPr/>
        </p:nvSpPr>
        <p:spPr>
          <a:xfrm rot="0">
            <a:off x="3788725" y="4026921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9" name="text_2770">
            <a:extLst>
              <a:ext uri="{FF2B5EF4-FFF2-40B4-BE49-F238E27FC236}">
                <a16:creationId xmlns:a16="http://schemas.microsoft.com/office/drawing/2014/main" id="{FF3DC1F4-E55A-4C6B-8FAE-5B5AF6BD2314}"/>
              </a:ext>
            </a:extLst>
          </p:cNvPr>
          <p:cNvSpPr>
            <a:spLocks noGrp="1"/>
          </p:cNvSpPr>
          <p:nvPr/>
        </p:nvSpPr>
        <p:spPr>
          <a:xfrm rot="0">
            <a:off x="3865591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20" name="text_2771">
            <a:extLst>
              <a:ext uri="{FF2B5EF4-FFF2-40B4-BE49-F238E27FC236}">
                <a16:creationId xmlns:a16="http://schemas.microsoft.com/office/drawing/2014/main" id="{CC87A916-8779-4B73-8BB0-8A5D473E7136}"/>
              </a:ext>
            </a:extLst>
          </p:cNvPr>
          <p:cNvSpPr>
            <a:spLocks noGrp="1"/>
          </p:cNvSpPr>
          <p:nvPr/>
        </p:nvSpPr>
        <p:spPr>
          <a:xfrm rot="0">
            <a:off x="3954158" y="4026921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1" name="text_2772">
            <a:extLst>
              <a:ext uri="{FF2B5EF4-FFF2-40B4-BE49-F238E27FC236}">
                <a16:creationId xmlns:a16="http://schemas.microsoft.com/office/drawing/2014/main" id="{CCD4523A-E92B-4480-96FA-9BAB6666A8EF}"/>
              </a:ext>
            </a:extLst>
          </p:cNvPr>
          <p:cNvSpPr>
            <a:spLocks noGrp="1"/>
          </p:cNvSpPr>
          <p:nvPr/>
        </p:nvSpPr>
        <p:spPr>
          <a:xfrm rot="0">
            <a:off x="4041355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2" name="text_2773">
            <a:extLst>
              <a:ext uri="{FF2B5EF4-FFF2-40B4-BE49-F238E27FC236}">
                <a16:creationId xmlns:a16="http://schemas.microsoft.com/office/drawing/2014/main" id="{9C6196F3-2EA1-45E9-9FCF-CFA0B8A3DEAA}"/>
              </a:ext>
            </a:extLst>
          </p:cNvPr>
          <p:cNvSpPr>
            <a:spLocks noGrp="1"/>
          </p:cNvSpPr>
          <p:nvPr/>
        </p:nvSpPr>
        <p:spPr>
          <a:xfrm rot="0">
            <a:off x="4134652" y="4026921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text_2774">
            <a:extLst>
              <a:ext uri="{FF2B5EF4-FFF2-40B4-BE49-F238E27FC236}">
                <a16:creationId xmlns:a16="http://schemas.microsoft.com/office/drawing/2014/main" id="{09E5E64B-2A20-479D-9CB0-159A5D7EBA15}"/>
              </a:ext>
            </a:extLst>
          </p:cNvPr>
          <p:cNvSpPr>
            <a:spLocks noGrp="1"/>
          </p:cNvSpPr>
          <p:nvPr/>
        </p:nvSpPr>
        <p:spPr>
          <a:xfrm rot="0">
            <a:off x="4224876" y="4078132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text_2775">
            <a:extLst>
              <a:ext uri="{FF2B5EF4-FFF2-40B4-BE49-F238E27FC236}">
                <a16:creationId xmlns:a16="http://schemas.microsoft.com/office/drawing/2014/main" id="{B0E55721-8A85-40AE-A98B-7630BBCFFA86}"/>
              </a:ext>
            </a:extLst>
          </p:cNvPr>
          <p:cNvSpPr>
            <a:spLocks noGrp="1"/>
          </p:cNvSpPr>
          <p:nvPr/>
        </p:nvSpPr>
        <p:spPr>
          <a:xfrm rot="0">
            <a:off x="4281645" y="4078132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5" name="text_2776">
            <a:extLst>
              <a:ext uri="{FF2B5EF4-FFF2-40B4-BE49-F238E27FC236}">
                <a16:creationId xmlns:a16="http://schemas.microsoft.com/office/drawing/2014/main" id="{03A34215-D4D4-44B5-8118-00403EAC678F}"/>
              </a:ext>
            </a:extLst>
          </p:cNvPr>
          <p:cNvSpPr>
            <a:spLocks noGrp="1"/>
          </p:cNvSpPr>
          <p:nvPr/>
        </p:nvSpPr>
        <p:spPr>
          <a:xfrm rot="0">
            <a:off x="4310007" y="4078132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data_2777">
            <a:extLst>
              <a:ext uri="{FF2B5EF4-FFF2-40B4-BE49-F238E27FC236}">
                <a16:creationId xmlns:a16="http://schemas.microsoft.com/office/drawing/2014/main" id="{159A91A2-5F10-4611-9C8E-991CCDC27B53}"/>
              </a:ext>
            </a:extLst>
          </p:cNvPr>
          <p:cNvSpPr>
            <a:spLocks noGrp="1"/>
          </p:cNvSpPr>
          <p:nvPr/>
        </p:nvSpPr>
        <p:spPr>
          <a:xfrm>
            <a:off x="1097756" y="376449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" name="data_2778">
            <a:extLst>
              <a:ext uri="{FF2B5EF4-FFF2-40B4-BE49-F238E27FC236}">
                <a16:creationId xmlns:a16="http://schemas.microsoft.com/office/drawing/2014/main" id="{97B52719-5097-4C3D-88A8-A5872545B42C}"/>
              </a:ext>
            </a:extLst>
          </p:cNvPr>
          <p:cNvSpPr>
            <a:spLocks noGrp="1"/>
          </p:cNvSpPr>
          <p:nvPr/>
        </p:nvSpPr>
        <p:spPr>
          <a:xfrm>
            <a:off x="1053420" y="37644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8" name="text_2779">
            <a:extLst>
              <a:ext uri="{FF2B5EF4-FFF2-40B4-BE49-F238E27FC236}">
                <a16:creationId xmlns:a16="http://schemas.microsoft.com/office/drawing/2014/main" id="{4AFDDE42-B64B-4763-8AEF-89AD69364D0C}"/>
              </a:ext>
            </a:extLst>
          </p:cNvPr>
          <p:cNvSpPr>
            <a:spLocks noGrp="1"/>
          </p:cNvSpPr>
          <p:nvPr/>
        </p:nvSpPr>
        <p:spPr>
          <a:xfrm rot="0">
            <a:off x="829697" y="370704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9" name="data_2780">
            <a:extLst>
              <a:ext uri="{FF2B5EF4-FFF2-40B4-BE49-F238E27FC236}">
                <a16:creationId xmlns:a16="http://schemas.microsoft.com/office/drawing/2014/main" id="{DA46006D-1E26-4DBE-A2BC-024909B11D90}"/>
              </a:ext>
            </a:extLst>
          </p:cNvPr>
          <p:cNvSpPr>
            <a:spLocks noGrp="1"/>
          </p:cNvSpPr>
          <p:nvPr/>
        </p:nvSpPr>
        <p:spPr>
          <a:xfrm>
            <a:off x="1097756" y="2801111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0" name="data_2781">
            <a:extLst>
              <a:ext uri="{FF2B5EF4-FFF2-40B4-BE49-F238E27FC236}">
                <a16:creationId xmlns:a16="http://schemas.microsoft.com/office/drawing/2014/main" id="{3FA54B96-C3AA-440D-8367-E248A4C47189}"/>
              </a:ext>
            </a:extLst>
          </p:cNvPr>
          <p:cNvSpPr>
            <a:spLocks noGrp="1"/>
          </p:cNvSpPr>
          <p:nvPr/>
        </p:nvSpPr>
        <p:spPr>
          <a:xfrm>
            <a:off x="1053420" y="2801111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1" name="text_2782">
            <a:extLst>
              <a:ext uri="{FF2B5EF4-FFF2-40B4-BE49-F238E27FC236}">
                <a16:creationId xmlns:a16="http://schemas.microsoft.com/office/drawing/2014/main" id="{AD432770-3A01-43B8-94B8-FBB548F50581}"/>
              </a:ext>
            </a:extLst>
          </p:cNvPr>
          <p:cNvSpPr>
            <a:spLocks noGrp="1"/>
          </p:cNvSpPr>
          <p:nvPr/>
        </p:nvSpPr>
        <p:spPr>
          <a:xfrm rot="0">
            <a:off x="829697" y="27436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2" name="data_2783">
            <a:extLst>
              <a:ext uri="{FF2B5EF4-FFF2-40B4-BE49-F238E27FC236}">
                <a16:creationId xmlns:a16="http://schemas.microsoft.com/office/drawing/2014/main" id="{04F13E66-59A9-48B2-BC80-649C670ABA7D}"/>
              </a:ext>
            </a:extLst>
          </p:cNvPr>
          <p:cNvSpPr>
            <a:spLocks noGrp="1"/>
          </p:cNvSpPr>
          <p:nvPr/>
        </p:nvSpPr>
        <p:spPr>
          <a:xfrm>
            <a:off x="1097756" y="183772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" name="data_2784">
            <a:extLst>
              <a:ext uri="{FF2B5EF4-FFF2-40B4-BE49-F238E27FC236}">
                <a16:creationId xmlns:a16="http://schemas.microsoft.com/office/drawing/2014/main" id="{E0FF478E-69DA-47F5-AB58-930B9692526C}"/>
              </a:ext>
            </a:extLst>
          </p:cNvPr>
          <p:cNvSpPr>
            <a:spLocks noGrp="1"/>
          </p:cNvSpPr>
          <p:nvPr/>
        </p:nvSpPr>
        <p:spPr>
          <a:xfrm>
            <a:off x="1053420" y="183772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4" name="text_2785">
            <a:extLst>
              <a:ext uri="{FF2B5EF4-FFF2-40B4-BE49-F238E27FC236}">
                <a16:creationId xmlns:a16="http://schemas.microsoft.com/office/drawing/2014/main" id="{B6D51241-C6FC-41A3-BAD1-65AC6E79BFCE}"/>
              </a:ext>
            </a:extLst>
          </p:cNvPr>
          <p:cNvSpPr>
            <a:spLocks noGrp="1"/>
          </p:cNvSpPr>
          <p:nvPr/>
        </p:nvSpPr>
        <p:spPr>
          <a:xfrm rot="0">
            <a:off x="829697" y="17802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5" name="text_2786">
            <a:extLst>
              <a:ext uri="{FF2B5EF4-FFF2-40B4-BE49-F238E27FC236}">
                <a16:creationId xmlns:a16="http://schemas.microsoft.com/office/drawing/2014/main" id="{F3F4C8F0-2E88-4E0B-8C56-2AC0CD646EE7}"/>
              </a:ext>
            </a:extLst>
          </p:cNvPr>
          <p:cNvSpPr>
            <a:spLocks noGrp="1"/>
          </p:cNvSpPr>
          <p:nvPr/>
        </p:nvSpPr>
        <p:spPr>
          <a:xfrm rot="-5400000">
            <a:off x="560489" y="265906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6" name="data_2787">
            <a:extLst>
              <a:ext uri="{FF2B5EF4-FFF2-40B4-BE49-F238E27FC236}">
                <a16:creationId xmlns:a16="http://schemas.microsoft.com/office/drawing/2014/main" id="{9909D049-572F-48C7-9516-44BF771B38B0}"/>
              </a:ext>
            </a:extLst>
          </p:cNvPr>
          <p:cNvSpPr>
            <a:spLocks noGrp="1"/>
          </p:cNvSpPr>
          <p:nvPr/>
        </p:nvSpPr>
        <p:spPr>
          <a:xfrm>
            <a:off x="1285669" y="3668436"/>
            <a:ext cx="244584" cy="96060"/>
          </a:xfrm>
          <a:custGeom>
            <a:pathLst>
              <a:path w="244584" h="96060">
                <a:moveTo>
                  <a:pt x="0" y="96060"/>
                </a:moveTo>
                <a:lnTo>
                  <a:pt x="244584" y="96060"/>
                </a:lnTo>
                <a:lnTo>
                  <a:pt x="244584" y="0"/>
                </a:lnTo>
                <a:lnTo>
                  <a:pt x="0" y="0"/>
                </a:lnTo>
                <a:lnTo>
                  <a:pt x="0" y="9606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7" name="data_2788">
            <a:extLst>
              <a:ext uri="{FF2B5EF4-FFF2-40B4-BE49-F238E27FC236}">
                <a16:creationId xmlns:a16="http://schemas.microsoft.com/office/drawing/2014/main" id="{441FE18D-AF23-4345-BACD-9F4878B46270}"/>
              </a:ext>
            </a:extLst>
          </p:cNvPr>
          <p:cNvSpPr>
            <a:spLocks noGrp="1"/>
          </p:cNvSpPr>
          <p:nvPr/>
        </p:nvSpPr>
        <p:spPr>
          <a:xfrm>
            <a:off x="1572011" y="2845664"/>
            <a:ext cx="244584" cy="918832"/>
          </a:xfrm>
          <a:custGeom>
            <a:pathLst>
              <a:path w="244584" h="918832">
                <a:moveTo>
                  <a:pt x="0" y="918832"/>
                </a:moveTo>
                <a:lnTo>
                  <a:pt x="244584" y="918832"/>
                </a:lnTo>
                <a:lnTo>
                  <a:pt x="244584" y="0"/>
                </a:lnTo>
                <a:lnTo>
                  <a:pt x="0" y="0"/>
                </a:lnTo>
                <a:lnTo>
                  <a:pt x="0" y="91883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8" name="data_2789">
            <a:extLst>
              <a:ext uri="{FF2B5EF4-FFF2-40B4-BE49-F238E27FC236}">
                <a16:creationId xmlns:a16="http://schemas.microsoft.com/office/drawing/2014/main" id="{F01E5212-525C-436C-991C-D4879A4CA423}"/>
              </a:ext>
            </a:extLst>
          </p:cNvPr>
          <p:cNvSpPr>
            <a:spLocks noGrp="1"/>
          </p:cNvSpPr>
          <p:nvPr/>
        </p:nvSpPr>
        <p:spPr>
          <a:xfrm>
            <a:off x="1858354" y="2638302"/>
            <a:ext cx="244584" cy="1126194"/>
          </a:xfrm>
          <a:custGeom>
            <a:pathLst>
              <a:path w="244584" h="1126194">
                <a:moveTo>
                  <a:pt x="0" y="1126194"/>
                </a:moveTo>
                <a:lnTo>
                  <a:pt x="244584" y="1126194"/>
                </a:lnTo>
                <a:lnTo>
                  <a:pt x="244584" y="0"/>
                </a:lnTo>
                <a:lnTo>
                  <a:pt x="0" y="0"/>
                </a:lnTo>
                <a:lnTo>
                  <a:pt x="0" y="1126194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" name="data_2790">
            <a:extLst>
              <a:ext uri="{FF2B5EF4-FFF2-40B4-BE49-F238E27FC236}">
                <a16:creationId xmlns:a16="http://schemas.microsoft.com/office/drawing/2014/main" id="{3F2C433F-40E3-4481-841E-7B1C89F015F7}"/>
              </a:ext>
            </a:extLst>
          </p:cNvPr>
          <p:cNvSpPr>
            <a:spLocks noGrp="1"/>
          </p:cNvSpPr>
          <p:nvPr/>
        </p:nvSpPr>
        <p:spPr>
          <a:xfrm>
            <a:off x="2478763" y="3272753"/>
            <a:ext cx="244584" cy="491743"/>
          </a:xfrm>
          <a:custGeom>
            <a:pathLst>
              <a:path w="244584" h="491743">
                <a:moveTo>
                  <a:pt x="0" y="491743"/>
                </a:moveTo>
                <a:lnTo>
                  <a:pt x="244584" y="491743"/>
                </a:lnTo>
                <a:lnTo>
                  <a:pt x="244584" y="0"/>
                </a:lnTo>
                <a:lnTo>
                  <a:pt x="0" y="0"/>
                </a:lnTo>
                <a:lnTo>
                  <a:pt x="0" y="49174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40" name="data_2791">
            <a:extLst>
              <a:ext uri="{FF2B5EF4-FFF2-40B4-BE49-F238E27FC236}">
                <a16:creationId xmlns:a16="http://schemas.microsoft.com/office/drawing/2014/main" id="{79F3C9E0-84F0-46FE-AF0F-0824B2D259EC}"/>
              </a:ext>
            </a:extLst>
          </p:cNvPr>
          <p:cNvSpPr>
            <a:spLocks noGrp="1"/>
          </p:cNvSpPr>
          <p:nvPr/>
        </p:nvSpPr>
        <p:spPr>
          <a:xfrm>
            <a:off x="2765106" y="2722339"/>
            <a:ext cx="244584" cy="1042157"/>
          </a:xfrm>
          <a:custGeom>
            <a:pathLst>
              <a:path w="244584" h="1042157">
                <a:moveTo>
                  <a:pt x="0" y="1042157"/>
                </a:moveTo>
                <a:lnTo>
                  <a:pt x="244584" y="1042157"/>
                </a:lnTo>
                <a:lnTo>
                  <a:pt x="244584" y="0"/>
                </a:lnTo>
                <a:lnTo>
                  <a:pt x="0" y="0"/>
                </a:lnTo>
                <a:lnTo>
                  <a:pt x="0" y="104215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41" name="data_2792">
            <a:extLst>
              <a:ext uri="{FF2B5EF4-FFF2-40B4-BE49-F238E27FC236}">
                <a16:creationId xmlns:a16="http://schemas.microsoft.com/office/drawing/2014/main" id="{53AB3107-E28F-4C2E-A9C6-F031962BF9AE}"/>
              </a:ext>
            </a:extLst>
          </p:cNvPr>
          <p:cNvSpPr>
            <a:spLocks noGrp="1"/>
          </p:cNvSpPr>
          <p:nvPr/>
        </p:nvSpPr>
        <p:spPr>
          <a:xfrm>
            <a:off x="3051448" y="2486733"/>
            <a:ext cx="244584" cy="1277763"/>
          </a:xfrm>
          <a:custGeom>
            <a:pathLst>
              <a:path w="244584" h="1277763">
                <a:moveTo>
                  <a:pt x="0" y="1277763"/>
                </a:moveTo>
                <a:lnTo>
                  <a:pt x="244584" y="1277763"/>
                </a:lnTo>
                <a:lnTo>
                  <a:pt x="244584" y="0"/>
                </a:lnTo>
                <a:lnTo>
                  <a:pt x="0" y="0"/>
                </a:lnTo>
                <a:lnTo>
                  <a:pt x="0" y="12777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2" name="data_2793">
            <a:extLst>
              <a:ext uri="{FF2B5EF4-FFF2-40B4-BE49-F238E27FC236}">
                <a16:creationId xmlns:a16="http://schemas.microsoft.com/office/drawing/2014/main" id="{F7708DC4-F571-4138-85D4-0AB3FA1961EE}"/>
              </a:ext>
            </a:extLst>
          </p:cNvPr>
          <p:cNvSpPr>
            <a:spLocks noGrp="1"/>
          </p:cNvSpPr>
          <p:nvPr/>
        </p:nvSpPr>
        <p:spPr>
          <a:xfrm>
            <a:off x="3671858" y="3521391"/>
            <a:ext cx="244584" cy="243105"/>
          </a:xfrm>
          <a:custGeom>
            <a:pathLst>
              <a:path w="244584" h="243105">
                <a:moveTo>
                  <a:pt x="0" y="243105"/>
                </a:moveTo>
                <a:lnTo>
                  <a:pt x="244584" y="243105"/>
                </a:lnTo>
                <a:lnTo>
                  <a:pt x="244584" y="0"/>
                </a:lnTo>
                <a:lnTo>
                  <a:pt x="0" y="0"/>
                </a:lnTo>
                <a:lnTo>
                  <a:pt x="0" y="24310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43" name="data_2794">
            <a:extLst>
              <a:ext uri="{FF2B5EF4-FFF2-40B4-BE49-F238E27FC236}">
                <a16:creationId xmlns:a16="http://schemas.microsoft.com/office/drawing/2014/main" id="{B2C4719B-3809-4964-8123-FB992F26E827}"/>
              </a:ext>
            </a:extLst>
          </p:cNvPr>
          <p:cNvSpPr>
            <a:spLocks noGrp="1"/>
          </p:cNvSpPr>
          <p:nvPr/>
        </p:nvSpPr>
        <p:spPr>
          <a:xfrm>
            <a:off x="3958200" y="2903205"/>
            <a:ext cx="244584" cy="861291"/>
          </a:xfrm>
          <a:custGeom>
            <a:pathLst>
              <a:path w="244584" h="861291">
                <a:moveTo>
                  <a:pt x="0" y="861291"/>
                </a:moveTo>
                <a:lnTo>
                  <a:pt x="244584" y="861291"/>
                </a:lnTo>
                <a:lnTo>
                  <a:pt x="244584" y="0"/>
                </a:lnTo>
                <a:lnTo>
                  <a:pt x="0" y="0"/>
                </a:lnTo>
                <a:lnTo>
                  <a:pt x="0" y="86129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44" name="data_2795">
            <a:extLst>
              <a:ext uri="{FF2B5EF4-FFF2-40B4-BE49-F238E27FC236}">
                <a16:creationId xmlns:a16="http://schemas.microsoft.com/office/drawing/2014/main" id="{62766476-8775-43D2-B874-23D259DFC34E}"/>
              </a:ext>
            </a:extLst>
          </p:cNvPr>
          <p:cNvSpPr>
            <a:spLocks noGrp="1"/>
          </p:cNvSpPr>
          <p:nvPr/>
        </p:nvSpPr>
        <p:spPr>
          <a:xfrm>
            <a:off x="4244543" y="2690185"/>
            <a:ext cx="244584" cy="1074311"/>
          </a:xfrm>
          <a:custGeom>
            <a:pathLst>
              <a:path w="244584" h="1074311">
                <a:moveTo>
                  <a:pt x="0" y="1074311"/>
                </a:moveTo>
                <a:lnTo>
                  <a:pt x="244584" y="1074311"/>
                </a:lnTo>
                <a:lnTo>
                  <a:pt x="244584" y="0"/>
                </a:lnTo>
                <a:lnTo>
                  <a:pt x="0" y="0"/>
                </a:lnTo>
                <a:lnTo>
                  <a:pt x="0" y="107431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5" name="data_2796">
            <a:extLst>
              <a:ext uri="{FF2B5EF4-FFF2-40B4-BE49-F238E27FC236}">
                <a16:creationId xmlns:a16="http://schemas.microsoft.com/office/drawing/2014/main" id="{72B7CAD0-D16B-4E1F-87E9-2BC62F480866}"/>
              </a:ext>
            </a:extLst>
          </p:cNvPr>
          <p:cNvSpPr>
            <a:spLocks noGrp="1"/>
          </p:cNvSpPr>
          <p:nvPr/>
        </p:nvSpPr>
        <p:spPr>
          <a:xfrm>
            <a:off x="134273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2797">
            <a:extLst>
              <a:ext uri="{FF2B5EF4-FFF2-40B4-BE49-F238E27FC236}">
                <a16:creationId xmlns:a16="http://schemas.microsoft.com/office/drawing/2014/main" id="{F1511B64-5C1B-4D19-9395-976F7A55A156}"/>
              </a:ext>
            </a:extLst>
          </p:cNvPr>
          <p:cNvSpPr>
            <a:spLocks noGrp="1"/>
          </p:cNvSpPr>
          <p:nvPr/>
        </p:nvSpPr>
        <p:spPr>
          <a:xfrm>
            <a:off x="142147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2798">
            <a:extLst>
              <a:ext uri="{FF2B5EF4-FFF2-40B4-BE49-F238E27FC236}">
                <a16:creationId xmlns:a16="http://schemas.microsoft.com/office/drawing/2014/main" id="{C1AE6F3D-DEE1-400C-AF79-7F944F375BA4}"/>
              </a:ext>
            </a:extLst>
          </p:cNvPr>
          <p:cNvSpPr>
            <a:spLocks noGrp="1"/>
          </p:cNvSpPr>
          <p:nvPr/>
        </p:nvSpPr>
        <p:spPr>
          <a:xfrm>
            <a:off x="1312175" y="3735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2799">
            <a:extLst>
              <a:ext uri="{FF2B5EF4-FFF2-40B4-BE49-F238E27FC236}">
                <a16:creationId xmlns:a16="http://schemas.microsoft.com/office/drawing/2014/main" id="{B058422F-436D-4626-B4B7-66218D41CC2C}"/>
              </a:ext>
            </a:extLst>
          </p:cNvPr>
          <p:cNvSpPr>
            <a:spLocks noGrp="1"/>
          </p:cNvSpPr>
          <p:nvPr/>
        </p:nvSpPr>
        <p:spPr>
          <a:xfrm>
            <a:off x="137852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2800">
            <a:extLst>
              <a:ext uri="{FF2B5EF4-FFF2-40B4-BE49-F238E27FC236}">
                <a16:creationId xmlns:a16="http://schemas.microsoft.com/office/drawing/2014/main" id="{7CC570FE-B0C1-46FD-8104-ECD03C61067B}"/>
              </a:ext>
            </a:extLst>
          </p:cNvPr>
          <p:cNvSpPr>
            <a:spLocks noGrp="1"/>
          </p:cNvSpPr>
          <p:nvPr/>
        </p:nvSpPr>
        <p:spPr>
          <a:xfrm>
            <a:off x="1327087" y="36925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2801">
            <a:extLst>
              <a:ext uri="{FF2B5EF4-FFF2-40B4-BE49-F238E27FC236}">
                <a16:creationId xmlns:a16="http://schemas.microsoft.com/office/drawing/2014/main" id="{08F789D4-3582-41ED-A7E8-42564BC40C7A}"/>
              </a:ext>
            </a:extLst>
          </p:cNvPr>
          <p:cNvSpPr>
            <a:spLocks noGrp="1"/>
          </p:cNvSpPr>
          <p:nvPr/>
        </p:nvSpPr>
        <p:spPr>
          <a:xfrm>
            <a:off x="144465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2802">
            <a:extLst>
              <a:ext uri="{FF2B5EF4-FFF2-40B4-BE49-F238E27FC236}">
                <a16:creationId xmlns:a16="http://schemas.microsoft.com/office/drawing/2014/main" id="{696417EA-9A8B-451B-80BC-9FB48C702931}"/>
              </a:ext>
            </a:extLst>
          </p:cNvPr>
          <p:cNvSpPr>
            <a:spLocks noGrp="1"/>
          </p:cNvSpPr>
          <p:nvPr/>
        </p:nvSpPr>
        <p:spPr>
          <a:xfrm>
            <a:off x="140174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2803">
            <a:extLst>
              <a:ext uri="{FF2B5EF4-FFF2-40B4-BE49-F238E27FC236}">
                <a16:creationId xmlns:a16="http://schemas.microsoft.com/office/drawing/2014/main" id="{B3BC7225-1B85-406B-A276-20E45C7C4327}"/>
              </a:ext>
            </a:extLst>
          </p:cNvPr>
          <p:cNvSpPr>
            <a:spLocks noGrp="1"/>
          </p:cNvSpPr>
          <p:nvPr/>
        </p:nvSpPr>
        <p:spPr>
          <a:xfrm>
            <a:off x="1381811" y="3714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2804">
            <a:extLst>
              <a:ext uri="{FF2B5EF4-FFF2-40B4-BE49-F238E27FC236}">
                <a16:creationId xmlns:a16="http://schemas.microsoft.com/office/drawing/2014/main" id="{E4A3D818-0CB2-4890-99EF-BA650620EB16}"/>
              </a:ext>
            </a:extLst>
          </p:cNvPr>
          <p:cNvSpPr>
            <a:spLocks noGrp="1"/>
          </p:cNvSpPr>
          <p:nvPr/>
        </p:nvSpPr>
        <p:spPr>
          <a:xfrm>
            <a:off x="132187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2805">
            <a:extLst>
              <a:ext uri="{FF2B5EF4-FFF2-40B4-BE49-F238E27FC236}">
                <a16:creationId xmlns:a16="http://schemas.microsoft.com/office/drawing/2014/main" id="{52051326-094A-444D-810A-6ECA7D786BF7}"/>
              </a:ext>
            </a:extLst>
          </p:cNvPr>
          <p:cNvSpPr>
            <a:spLocks noGrp="1"/>
          </p:cNvSpPr>
          <p:nvPr/>
        </p:nvSpPr>
        <p:spPr>
          <a:xfrm>
            <a:off x="1359404" y="3736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2806">
            <a:extLst>
              <a:ext uri="{FF2B5EF4-FFF2-40B4-BE49-F238E27FC236}">
                <a16:creationId xmlns:a16="http://schemas.microsoft.com/office/drawing/2014/main" id="{A1530498-9206-4A7E-88B9-628ED3620A92}"/>
              </a:ext>
            </a:extLst>
          </p:cNvPr>
          <p:cNvSpPr>
            <a:spLocks noGrp="1"/>
          </p:cNvSpPr>
          <p:nvPr/>
        </p:nvSpPr>
        <p:spPr>
          <a:xfrm>
            <a:off x="1363225" y="310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2807">
            <a:extLst>
              <a:ext uri="{FF2B5EF4-FFF2-40B4-BE49-F238E27FC236}">
                <a16:creationId xmlns:a16="http://schemas.microsoft.com/office/drawing/2014/main" id="{FBB055FB-1C59-46D4-A953-32B04AF541D0}"/>
              </a:ext>
            </a:extLst>
          </p:cNvPr>
          <p:cNvSpPr>
            <a:spLocks noGrp="1"/>
          </p:cNvSpPr>
          <p:nvPr/>
        </p:nvSpPr>
        <p:spPr>
          <a:xfrm>
            <a:off x="1387943" y="3503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2808">
            <a:extLst>
              <a:ext uri="{FF2B5EF4-FFF2-40B4-BE49-F238E27FC236}">
                <a16:creationId xmlns:a16="http://schemas.microsoft.com/office/drawing/2014/main" id="{02A3BD6E-4A3A-44E5-BF38-F84FEA367454}"/>
              </a:ext>
            </a:extLst>
          </p:cNvPr>
          <p:cNvSpPr>
            <a:spLocks noGrp="1"/>
          </p:cNvSpPr>
          <p:nvPr/>
        </p:nvSpPr>
        <p:spPr>
          <a:xfrm>
            <a:off x="1436798" y="3735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2809">
            <a:extLst>
              <a:ext uri="{FF2B5EF4-FFF2-40B4-BE49-F238E27FC236}">
                <a16:creationId xmlns:a16="http://schemas.microsoft.com/office/drawing/2014/main" id="{EE8F01EA-8680-4CF6-84CA-14728216CCBE}"/>
              </a:ext>
            </a:extLst>
          </p:cNvPr>
          <p:cNvSpPr>
            <a:spLocks noGrp="1"/>
          </p:cNvSpPr>
          <p:nvPr/>
        </p:nvSpPr>
        <p:spPr>
          <a:xfrm>
            <a:off x="139518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2810">
            <a:extLst>
              <a:ext uri="{FF2B5EF4-FFF2-40B4-BE49-F238E27FC236}">
                <a16:creationId xmlns:a16="http://schemas.microsoft.com/office/drawing/2014/main" id="{E5953E67-5F66-4FE5-BC79-19BBF0342ADF}"/>
              </a:ext>
            </a:extLst>
          </p:cNvPr>
          <p:cNvSpPr>
            <a:spLocks noGrp="1"/>
          </p:cNvSpPr>
          <p:nvPr/>
        </p:nvSpPr>
        <p:spPr>
          <a:xfrm>
            <a:off x="1459255" y="33445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2811">
            <a:extLst>
              <a:ext uri="{FF2B5EF4-FFF2-40B4-BE49-F238E27FC236}">
                <a16:creationId xmlns:a16="http://schemas.microsoft.com/office/drawing/2014/main" id="{E45DC67C-DF13-4EA6-AADA-4DF834100D01}"/>
              </a:ext>
            </a:extLst>
          </p:cNvPr>
          <p:cNvSpPr>
            <a:spLocks noGrp="1"/>
          </p:cNvSpPr>
          <p:nvPr/>
        </p:nvSpPr>
        <p:spPr>
          <a:xfrm>
            <a:off x="1328620" y="37271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2812">
            <a:extLst>
              <a:ext uri="{FF2B5EF4-FFF2-40B4-BE49-F238E27FC236}">
                <a16:creationId xmlns:a16="http://schemas.microsoft.com/office/drawing/2014/main" id="{4B7C7AB2-C8CA-47D6-B738-FB405F8836BD}"/>
              </a:ext>
            </a:extLst>
          </p:cNvPr>
          <p:cNvSpPr>
            <a:spLocks noGrp="1"/>
          </p:cNvSpPr>
          <p:nvPr/>
        </p:nvSpPr>
        <p:spPr>
          <a:xfrm>
            <a:off x="131588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2813">
            <a:extLst>
              <a:ext uri="{FF2B5EF4-FFF2-40B4-BE49-F238E27FC236}">
                <a16:creationId xmlns:a16="http://schemas.microsoft.com/office/drawing/2014/main" id="{17372017-B23E-4E69-B569-9108E365F478}"/>
              </a:ext>
            </a:extLst>
          </p:cNvPr>
          <p:cNvSpPr>
            <a:spLocks noGrp="1"/>
          </p:cNvSpPr>
          <p:nvPr/>
        </p:nvSpPr>
        <p:spPr>
          <a:xfrm>
            <a:off x="1423910" y="33628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2814">
            <a:extLst>
              <a:ext uri="{FF2B5EF4-FFF2-40B4-BE49-F238E27FC236}">
                <a16:creationId xmlns:a16="http://schemas.microsoft.com/office/drawing/2014/main" id="{F5F3C73C-5874-440A-B37F-44678920D577}"/>
              </a:ext>
            </a:extLst>
          </p:cNvPr>
          <p:cNvSpPr>
            <a:spLocks noGrp="1"/>
          </p:cNvSpPr>
          <p:nvPr/>
        </p:nvSpPr>
        <p:spPr>
          <a:xfrm>
            <a:off x="1448751" y="3650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2815">
            <a:extLst>
              <a:ext uri="{FF2B5EF4-FFF2-40B4-BE49-F238E27FC236}">
                <a16:creationId xmlns:a16="http://schemas.microsoft.com/office/drawing/2014/main" id="{C5E4E9E5-D6F6-44BC-93BD-2216BB6ED9E3}"/>
              </a:ext>
            </a:extLst>
          </p:cNvPr>
          <p:cNvSpPr>
            <a:spLocks noGrp="1"/>
          </p:cNvSpPr>
          <p:nvPr/>
        </p:nvSpPr>
        <p:spPr>
          <a:xfrm>
            <a:off x="1466506" y="37190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2816">
            <a:extLst>
              <a:ext uri="{FF2B5EF4-FFF2-40B4-BE49-F238E27FC236}">
                <a16:creationId xmlns:a16="http://schemas.microsoft.com/office/drawing/2014/main" id="{52C9D4A9-1B00-4540-B001-74116C88A973}"/>
              </a:ext>
            </a:extLst>
          </p:cNvPr>
          <p:cNvSpPr>
            <a:spLocks noGrp="1"/>
          </p:cNvSpPr>
          <p:nvPr/>
        </p:nvSpPr>
        <p:spPr>
          <a:xfrm>
            <a:off x="1454829" y="36756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2817">
            <a:extLst>
              <a:ext uri="{FF2B5EF4-FFF2-40B4-BE49-F238E27FC236}">
                <a16:creationId xmlns:a16="http://schemas.microsoft.com/office/drawing/2014/main" id="{D557E2B5-20FD-4D28-AD17-81E7C47070FC}"/>
              </a:ext>
            </a:extLst>
          </p:cNvPr>
          <p:cNvSpPr>
            <a:spLocks noGrp="1"/>
          </p:cNvSpPr>
          <p:nvPr/>
        </p:nvSpPr>
        <p:spPr>
          <a:xfrm>
            <a:off x="139127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2818">
            <a:extLst>
              <a:ext uri="{FF2B5EF4-FFF2-40B4-BE49-F238E27FC236}">
                <a16:creationId xmlns:a16="http://schemas.microsoft.com/office/drawing/2014/main" id="{2EDC090E-8772-4CEC-9A3E-EA6035AA00C1}"/>
              </a:ext>
            </a:extLst>
          </p:cNvPr>
          <p:cNvSpPr>
            <a:spLocks noGrp="1"/>
          </p:cNvSpPr>
          <p:nvPr/>
        </p:nvSpPr>
        <p:spPr>
          <a:xfrm>
            <a:off x="1439164" y="33773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2819">
            <a:extLst>
              <a:ext uri="{FF2B5EF4-FFF2-40B4-BE49-F238E27FC236}">
                <a16:creationId xmlns:a16="http://schemas.microsoft.com/office/drawing/2014/main" id="{92E15C4B-9AE3-454D-BD70-E8C6AD40C510}"/>
              </a:ext>
            </a:extLst>
          </p:cNvPr>
          <p:cNvSpPr>
            <a:spLocks noGrp="1"/>
          </p:cNvSpPr>
          <p:nvPr/>
        </p:nvSpPr>
        <p:spPr>
          <a:xfrm>
            <a:off x="1303337" y="30974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2820">
            <a:extLst>
              <a:ext uri="{FF2B5EF4-FFF2-40B4-BE49-F238E27FC236}">
                <a16:creationId xmlns:a16="http://schemas.microsoft.com/office/drawing/2014/main" id="{212E7EBD-6730-4840-A601-CD22925269AF}"/>
              </a:ext>
            </a:extLst>
          </p:cNvPr>
          <p:cNvSpPr>
            <a:spLocks noGrp="1"/>
          </p:cNvSpPr>
          <p:nvPr/>
        </p:nvSpPr>
        <p:spPr>
          <a:xfrm>
            <a:off x="13011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2821">
            <a:extLst>
              <a:ext uri="{FF2B5EF4-FFF2-40B4-BE49-F238E27FC236}">
                <a16:creationId xmlns:a16="http://schemas.microsoft.com/office/drawing/2014/main" id="{D095AC74-4560-4949-BB5D-40CBA0F044A4}"/>
              </a:ext>
            </a:extLst>
          </p:cNvPr>
          <p:cNvSpPr>
            <a:spLocks noGrp="1"/>
          </p:cNvSpPr>
          <p:nvPr/>
        </p:nvSpPr>
        <p:spPr>
          <a:xfrm>
            <a:off x="143172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2822">
            <a:extLst>
              <a:ext uri="{FF2B5EF4-FFF2-40B4-BE49-F238E27FC236}">
                <a16:creationId xmlns:a16="http://schemas.microsoft.com/office/drawing/2014/main" id="{D75EBAD1-2327-446E-91CE-A8002A9857B3}"/>
              </a:ext>
            </a:extLst>
          </p:cNvPr>
          <p:cNvSpPr>
            <a:spLocks noGrp="1"/>
          </p:cNvSpPr>
          <p:nvPr/>
        </p:nvSpPr>
        <p:spPr>
          <a:xfrm>
            <a:off x="1449235" y="37365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2823">
            <a:extLst>
              <a:ext uri="{FF2B5EF4-FFF2-40B4-BE49-F238E27FC236}">
                <a16:creationId xmlns:a16="http://schemas.microsoft.com/office/drawing/2014/main" id="{FA9884F6-EA9E-4975-9FFD-BD54C6067883}"/>
              </a:ext>
            </a:extLst>
          </p:cNvPr>
          <p:cNvSpPr>
            <a:spLocks noGrp="1"/>
          </p:cNvSpPr>
          <p:nvPr/>
        </p:nvSpPr>
        <p:spPr>
          <a:xfrm>
            <a:off x="143165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2824">
            <a:extLst>
              <a:ext uri="{FF2B5EF4-FFF2-40B4-BE49-F238E27FC236}">
                <a16:creationId xmlns:a16="http://schemas.microsoft.com/office/drawing/2014/main" id="{3CCAE61A-AB82-425B-9DD1-F9313CCF91F3}"/>
              </a:ext>
            </a:extLst>
          </p:cNvPr>
          <p:cNvSpPr>
            <a:spLocks noGrp="1"/>
          </p:cNvSpPr>
          <p:nvPr/>
        </p:nvSpPr>
        <p:spPr>
          <a:xfrm>
            <a:off x="1406934" y="3694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2825">
            <a:extLst>
              <a:ext uri="{FF2B5EF4-FFF2-40B4-BE49-F238E27FC236}">
                <a16:creationId xmlns:a16="http://schemas.microsoft.com/office/drawing/2014/main" id="{13C940A2-F492-4089-953A-0DFC8EB79E5E}"/>
              </a:ext>
            </a:extLst>
          </p:cNvPr>
          <p:cNvSpPr>
            <a:spLocks noGrp="1"/>
          </p:cNvSpPr>
          <p:nvPr/>
        </p:nvSpPr>
        <p:spPr>
          <a:xfrm>
            <a:off x="1340119" y="34815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2826">
            <a:extLst>
              <a:ext uri="{FF2B5EF4-FFF2-40B4-BE49-F238E27FC236}">
                <a16:creationId xmlns:a16="http://schemas.microsoft.com/office/drawing/2014/main" id="{D35D4860-70FE-4D0F-A318-110A4F987FCF}"/>
              </a:ext>
            </a:extLst>
          </p:cNvPr>
          <p:cNvSpPr>
            <a:spLocks noGrp="1"/>
          </p:cNvSpPr>
          <p:nvPr/>
        </p:nvSpPr>
        <p:spPr>
          <a:xfrm>
            <a:off x="14465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2827">
            <a:extLst>
              <a:ext uri="{FF2B5EF4-FFF2-40B4-BE49-F238E27FC236}">
                <a16:creationId xmlns:a16="http://schemas.microsoft.com/office/drawing/2014/main" id="{E5C4D07E-BFDD-4134-9361-DF021EBCFF1B}"/>
              </a:ext>
            </a:extLst>
          </p:cNvPr>
          <p:cNvSpPr>
            <a:spLocks noGrp="1"/>
          </p:cNvSpPr>
          <p:nvPr/>
        </p:nvSpPr>
        <p:spPr>
          <a:xfrm>
            <a:off x="1407239" y="3227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2828">
            <a:extLst>
              <a:ext uri="{FF2B5EF4-FFF2-40B4-BE49-F238E27FC236}">
                <a16:creationId xmlns:a16="http://schemas.microsoft.com/office/drawing/2014/main" id="{E1C3630A-08A5-4D5D-9F4F-071E6EEA4D52}"/>
              </a:ext>
            </a:extLst>
          </p:cNvPr>
          <p:cNvSpPr>
            <a:spLocks noGrp="1"/>
          </p:cNvSpPr>
          <p:nvPr/>
        </p:nvSpPr>
        <p:spPr>
          <a:xfrm>
            <a:off x="13366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2829">
            <a:extLst>
              <a:ext uri="{FF2B5EF4-FFF2-40B4-BE49-F238E27FC236}">
                <a16:creationId xmlns:a16="http://schemas.microsoft.com/office/drawing/2014/main" id="{19FF8747-A3CA-4D02-9CF8-13A787F81F68}"/>
              </a:ext>
            </a:extLst>
          </p:cNvPr>
          <p:cNvSpPr>
            <a:spLocks noGrp="1"/>
          </p:cNvSpPr>
          <p:nvPr/>
        </p:nvSpPr>
        <p:spPr>
          <a:xfrm>
            <a:off x="1426393" y="37453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2830">
            <a:extLst>
              <a:ext uri="{FF2B5EF4-FFF2-40B4-BE49-F238E27FC236}">
                <a16:creationId xmlns:a16="http://schemas.microsoft.com/office/drawing/2014/main" id="{F0322D61-341A-4B3E-AEB5-3D375314AF6D}"/>
              </a:ext>
            </a:extLst>
          </p:cNvPr>
          <p:cNvSpPr>
            <a:spLocks noGrp="1"/>
          </p:cNvSpPr>
          <p:nvPr/>
        </p:nvSpPr>
        <p:spPr>
          <a:xfrm>
            <a:off x="135482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2831">
            <a:extLst>
              <a:ext uri="{FF2B5EF4-FFF2-40B4-BE49-F238E27FC236}">
                <a16:creationId xmlns:a16="http://schemas.microsoft.com/office/drawing/2014/main" id="{650B8CE3-4E77-41F8-82EE-EFFC7CD49B7C}"/>
              </a:ext>
            </a:extLst>
          </p:cNvPr>
          <p:cNvSpPr>
            <a:spLocks noGrp="1"/>
          </p:cNvSpPr>
          <p:nvPr/>
        </p:nvSpPr>
        <p:spPr>
          <a:xfrm>
            <a:off x="131535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2832">
            <a:extLst>
              <a:ext uri="{FF2B5EF4-FFF2-40B4-BE49-F238E27FC236}">
                <a16:creationId xmlns:a16="http://schemas.microsoft.com/office/drawing/2014/main" id="{893B8CDE-AF16-4916-A55F-B276E0948AA4}"/>
              </a:ext>
            </a:extLst>
          </p:cNvPr>
          <p:cNvSpPr>
            <a:spLocks noGrp="1"/>
          </p:cNvSpPr>
          <p:nvPr/>
        </p:nvSpPr>
        <p:spPr>
          <a:xfrm>
            <a:off x="143734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2833">
            <a:extLst>
              <a:ext uri="{FF2B5EF4-FFF2-40B4-BE49-F238E27FC236}">
                <a16:creationId xmlns:a16="http://schemas.microsoft.com/office/drawing/2014/main" id="{E572FD78-419B-4432-B764-F10F0F639F55}"/>
              </a:ext>
            </a:extLst>
          </p:cNvPr>
          <p:cNvSpPr>
            <a:spLocks noGrp="1"/>
          </p:cNvSpPr>
          <p:nvPr/>
        </p:nvSpPr>
        <p:spPr>
          <a:xfrm>
            <a:off x="1385520" y="37434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2834">
            <a:extLst>
              <a:ext uri="{FF2B5EF4-FFF2-40B4-BE49-F238E27FC236}">
                <a16:creationId xmlns:a16="http://schemas.microsoft.com/office/drawing/2014/main" id="{9EE2A564-FD8B-447F-B88B-53045B7EF8FB}"/>
              </a:ext>
            </a:extLst>
          </p:cNvPr>
          <p:cNvSpPr>
            <a:spLocks noGrp="1"/>
          </p:cNvSpPr>
          <p:nvPr/>
        </p:nvSpPr>
        <p:spPr>
          <a:xfrm>
            <a:off x="135343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2835">
            <a:extLst>
              <a:ext uri="{FF2B5EF4-FFF2-40B4-BE49-F238E27FC236}">
                <a16:creationId xmlns:a16="http://schemas.microsoft.com/office/drawing/2014/main" id="{E525A8D6-7D65-4DF8-9E8A-A1104EA90AEB}"/>
              </a:ext>
            </a:extLst>
          </p:cNvPr>
          <p:cNvSpPr>
            <a:spLocks noGrp="1"/>
          </p:cNvSpPr>
          <p:nvPr/>
        </p:nvSpPr>
        <p:spPr>
          <a:xfrm>
            <a:off x="1310731" y="35905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2836">
            <a:extLst>
              <a:ext uri="{FF2B5EF4-FFF2-40B4-BE49-F238E27FC236}">
                <a16:creationId xmlns:a16="http://schemas.microsoft.com/office/drawing/2014/main" id="{6E8458BA-2D02-46DD-933A-0155AFFFE3DD}"/>
              </a:ext>
            </a:extLst>
          </p:cNvPr>
          <p:cNvSpPr>
            <a:spLocks noGrp="1"/>
          </p:cNvSpPr>
          <p:nvPr/>
        </p:nvSpPr>
        <p:spPr>
          <a:xfrm>
            <a:off x="146045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2837">
            <a:extLst>
              <a:ext uri="{FF2B5EF4-FFF2-40B4-BE49-F238E27FC236}">
                <a16:creationId xmlns:a16="http://schemas.microsoft.com/office/drawing/2014/main" id="{267B40BC-3712-4298-BF42-B4371CC44EF2}"/>
              </a:ext>
            </a:extLst>
          </p:cNvPr>
          <p:cNvSpPr>
            <a:spLocks noGrp="1"/>
          </p:cNvSpPr>
          <p:nvPr/>
        </p:nvSpPr>
        <p:spPr>
          <a:xfrm>
            <a:off x="1356050" y="2532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2838">
            <a:extLst>
              <a:ext uri="{FF2B5EF4-FFF2-40B4-BE49-F238E27FC236}">
                <a16:creationId xmlns:a16="http://schemas.microsoft.com/office/drawing/2014/main" id="{8C2143EE-62EE-4662-86A7-AC30FA8320B8}"/>
              </a:ext>
            </a:extLst>
          </p:cNvPr>
          <p:cNvSpPr>
            <a:spLocks noGrp="1"/>
          </p:cNvSpPr>
          <p:nvPr/>
        </p:nvSpPr>
        <p:spPr>
          <a:xfrm>
            <a:off x="143790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2839">
            <a:extLst>
              <a:ext uri="{FF2B5EF4-FFF2-40B4-BE49-F238E27FC236}">
                <a16:creationId xmlns:a16="http://schemas.microsoft.com/office/drawing/2014/main" id="{47ACC012-34CD-4301-A4A3-C56F0B1AE8B9}"/>
              </a:ext>
            </a:extLst>
          </p:cNvPr>
          <p:cNvSpPr>
            <a:spLocks noGrp="1"/>
          </p:cNvSpPr>
          <p:nvPr/>
        </p:nvSpPr>
        <p:spPr>
          <a:xfrm>
            <a:off x="138967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2840">
            <a:extLst>
              <a:ext uri="{FF2B5EF4-FFF2-40B4-BE49-F238E27FC236}">
                <a16:creationId xmlns:a16="http://schemas.microsoft.com/office/drawing/2014/main" id="{153230D2-CF4E-4EED-ADBA-8D91A2EB5608}"/>
              </a:ext>
            </a:extLst>
          </p:cNvPr>
          <p:cNvSpPr>
            <a:spLocks noGrp="1"/>
          </p:cNvSpPr>
          <p:nvPr/>
        </p:nvSpPr>
        <p:spPr>
          <a:xfrm>
            <a:off x="130295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2841">
            <a:extLst>
              <a:ext uri="{FF2B5EF4-FFF2-40B4-BE49-F238E27FC236}">
                <a16:creationId xmlns:a16="http://schemas.microsoft.com/office/drawing/2014/main" id="{1A73DB1A-DBF6-4421-9952-986C5BD778FC}"/>
              </a:ext>
            </a:extLst>
          </p:cNvPr>
          <p:cNvSpPr>
            <a:spLocks noGrp="1"/>
          </p:cNvSpPr>
          <p:nvPr/>
        </p:nvSpPr>
        <p:spPr>
          <a:xfrm>
            <a:off x="134163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2842">
            <a:extLst>
              <a:ext uri="{FF2B5EF4-FFF2-40B4-BE49-F238E27FC236}">
                <a16:creationId xmlns:a16="http://schemas.microsoft.com/office/drawing/2014/main" id="{0DC2DA73-C097-44CF-87DE-26EDA5321F25}"/>
              </a:ext>
            </a:extLst>
          </p:cNvPr>
          <p:cNvSpPr>
            <a:spLocks noGrp="1"/>
          </p:cNvSpPr>
          <p:nvPr/>
        </p:nvSpPr>
        <p:spPr>
          <a:xfrm>
            <a:off x="1312243" y="3731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2843">
            <a:extLst>
              <a:ext uri="{FF2B5EF4-FFF2-40B4-BE49-F238E27FC236}">
                <a16:creationId xmlns:a16="http://schemas.microsoft.com/office/drawing/2014/main" id="{38DFF14B-3CA4-4BF3-95E8-F93570805E49}"/>
              </a:ext>
            </a:extLst>
          </p:cNvPr>
          <p:cNvSpPr>
            <a:spLocks noGrp="1"/>
          </p:cNvSpPr>
          <p:nvPr/>
        </p:nvSpPr>
        <p:spPr>
          <a:xfrm>
            <a:off x="13727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2844">
            <a:extLst>
              <a:ext uri="{FF2B5EF4-FFF2-40B4-BE49-F238E27FC236}">
                <a16:creationId xmlns:a16="http://schemas.microsoft.com/office/drawing/2014/main" id="{2C14B976-B8C7-482A-9E4E-F7AF9BFA6ECB}"/>
              </a:ext>
            </a:extLst>
          </p:cNvPr>
          <p:cNvSpPr>
            <a:spLocks noGrp="1"/>
          </p:cNvSpPr>
          <p:nvPr/>
        </p:nvSpPr>
        <p:spPr>
          <a:xfrm>
            <a:off x="1426655" y="37350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2845">
            <a:extLst>
              <a:ext uri="{FF2B5EF4-FFF2-40B4-BE49-F238E27FC236}">
                <a16:creationId xmlns:a16="http://schemas.microsoft.com/office/drawing/2014/main" id="{F17BE4BB-9CE4-43AC-8118-1709F45C87ED}"/>
              </a:ext>
            </a:extLst>
          </p:cNvPr>
          <p:cNvSpPr>
            <a:spLocks noGrp="1"/>
          </p:cNvSpPr>
          <p:nvPr/>
        </p:nvSpPr>
        <p:spPr>
          <a:xfrm>
            <a:off x="1475554" y="2682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2846">
            <a:extLst>
              <a:ext uri="{FF2B5EF4-FFF2-40B4-BE49-F238E27FC236}">
                <a16:creationId xmlns:a16="http://schemas.microsoft.com/office/drawing/2014/main" id="{57104287-FE36-4D8F-8167-6DCF00BC5313}"/>
              </a:ext>
            </a:extLst>
          </p:cNvPr>
          <p:cNvSpPr>
            <a:spLocks noGrp="1"/>
          </p:cNvSpPr>
          <p:nvPr/>
        </p:nvSpPr>
        <p:spPr>
          <a:xfrm>
            <a:off x="1383059" y="37436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2847">
            <a:extLst>
              <a:ext uri="{FF2B5EF4-FFF2-40B4-BE49-F238E27FC236}">
                <a16:creationId xmlns:a16="http://schemas.microsoft.com/office/drawing/2014/main" id="{D429EC5F-871F-46EE-A29C-ED2E90C8090D}"/>
              </a:ext>
            </a:extLst>
          </p:cNvPr>
          <p:cNvSpPr>
            <a:spLocks noGrp="1"/>
          </p:cNvSpPr>
          <p:nvPr/>
        </p:nvSpPr>
        <p:spPr>
          <a:xfrm>
            <a:off x="13456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2848">
            <a:extLst>
              <a:ext uri="{FF2B5EF4-FFF2-40B4-BE49-F238E27FC236}">
                <a16:creationId xmlns:a16="http://schemas.microsoft.com/office/drawing/2014/main" id="{A640F3A2-5DAD-4118-BFFB-B4846B3F5C13}"/>
              </a:ext>
            </a:extLst>
          </p:cNvPr>
          <p:cNvSpPr>
            <a:spLocks noGrp="1"/>
          </p:cNvSpPr>
          <p:nvPr/>
        </p:nvSpPr>
        <p:spPr>
          <a:xfrm>
            <a:off x="1361780" y="3633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2849">
            <a:extLst>
              <a:ext uri="{FF2B5EF4-FFF2-40B4-BE49-F238E27FC236}">
                <a16:creationId xmlns:a16="http://schemas.microsoft.com/office/drawing/2014/main" id="{0D01F570-FDA9-4C3F-9B92-F1E0AF1584F4}"/>
              </a:ext>
            </a:extLst>
          </p:cNvPr>
          <p:cNvSpPr>
            <a:spLocks noGrp="1"/>
          </p:cNvSpPr>
          <p:nvPr/>
        </p:nvSpPr>
        <p:spPr>
          <a:xfrm>
            <a:off x="1329157" y="27363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2850">
            <a:extLst>
              <a:ext uri="{FF2B5EF4-FFF2-40B4-BE49-F238E27FC236}">
                <a16:creationId xmlns:a16="http://schemas.microsoft.com/office/drawing/2014/main" id="{51C876D8-DA2F-4715-8468-A62FDC87AF34}"/>
              </a:ext>
            </a:extLst>
          </p:cNvPr>
          <p:cNvSpPr>
            <a:spLocks noGrp="1"/>
          </p:cNvSpPr>
          <p:nvPr/>
        </p:nvSpPr>
        <p:spPr>
          <a:xfrm>
            <a:off x="132569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2851">
            <a:extLst>
              <a:ext uri="{FF2B5EF4-FFF2-40B4-BE49-F238E27FC236}">
                <a16:creationId xmlns:a16="http://schemas.microsoft.com/office/drawing/2014/main" id="{E3B78745-8609-46AD-9807-2F6A8C395492}"/>
              </a:ext>
            </a:extLst>
          </p:cNvPr>
          <p:cNvSpPr>
            <a:spLocks noGrp="1"/>
          </p:cNvSpPr>
          <p:nvPr/>
        </p:nvSpPr>
        <p:spPr>
          <a:xfrm>
            <a:off x="1431601" y="37333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2852">
            <a:extLst>
              <a:ext uri="{FF2B5EF4-FFF2-40B4-BE49-F238E27FC236}">
                <a16:creationId xmlns:a16="http://schemas.microsoft.com/office/drawing/2014/main" id="{468DCC4C-8883-48BE-ACDD-69140468B449}"/>
              </a:ext>
            </a:extLst>
          </p:cNvPr>
          <p:cNvSpPr>
            <a:spLocks noGrp="1"/>
          </p:cNvSpPr>
          <p:nvPr/>
        </p:nvSpPr>
        <p:spPr>
          <a:xfrm>
            <a:off x="1467493" y="3595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2853">
            <a:extLst>
              <a:ext uri="{FF2B5EF4-FFF2-40B4-BE49-F238E27FC236}">
                <a16:creationId xmlns:a16="http://schemas.microsoft.com/office/drawing/2014/main" id="{41DDE8CF-330F-4143-A80D-AAE81E0A6476}"/>
              </a:ext>
            </a:extLst>
          </p:cNvPr>
          <p:cNvSpPr>
            <a:spLocks noGrp="1"/>
          </p:cNvSpPr>
          <p:nvPr/>
        </p:nvSpPr>
        <p:spPr>
          <a:xfrm>
            <a:off x="1407464" y="3460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2854">
            <a:extLst>
              <a:ext uri="{FF2B5EF4-FFF2-40B4-BE49-F238E27FC236}">
                <a16:creationId xmlns:a16="http://schemas.microsoft.com/office/drawing/2014/main" id="{85D7733D-F044-42D4-9B8C-19033781AB4F}"/>
              </a:ext>
            </a:extLst>
          </p:cNvPr>
          <p:cNvSpPr>
            <a:spLocks noGrp="1"/>
          </p:cNvSpPr>
          <p:nvPr/>
        </p:nvSpPr>
        <p:spPr>
          <a:xfrm>
            <a:off x="1340259" y="2530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2855">
            <a:extLst>
              <a:ext uri="{FF2B5EF4-FFF2-40B4-BE49-F238E27FC236}">
                <a16:creationId xmlns:a16="http://schemas.microsoft.com/office/drawing/2014/main" id="{6C536253-86EA-4852-AF9D-995A2C09FC6E}"/>
              </a:ext>
            </a:extLst>
          </p:cNvPr>
          <p:cNvSpPr>
            <a:spLocks noGrp="1"/>
          </p:cNvSpPr>
          <p:nvPr/>
        </p:nvSpPr>
        <p:spPr>
          <a:xfrm>
            <a:off x="1369227" y="3738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2856">
            <a:extLst>
              <a:ext uri="{FF2B5EF4-FFF2-40B4-BE49-F238E27FC236}">
                <a16:creationId xmlns:a16="http://schemas.microsoft.com/office/drawing/2014/main" id="{F0241DBF-EB32-4EC1-8093-2DF6C485572A}"/>
              </a:ext>
            </a:extLst>
          </p:cNvPr>
          <p:cNvSpPr>
            <a:spLocks noGrp="1"/>
          </p:cNvSpPr>
          <p:nvPr/>
        </p:nvSpPr>
        <p:spPr>
          <a:xfrm>
            <a:off x="1400727" y="36938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2857">
            <a:extLst>
              <a:ext uri="{FF2B5EF4-FFF2-40B4-BE49-F238E27FC236}">
                <a16:creationId xmlns:a16="http://schemas.microsoft.com/office/drawing/2014/main" id="{6D28E25D-46DE-4FAC-88D4-E95B729BAC70}"/>
              </a:ext>
            </a:extLst>
          </p:cNvPr>
          <p:cNvSpPr>
            <a:spLocks noGrp="1"/>
          </p:cNvSpPr>
          <p:nvPr/>
        </p:nvSpPr>
        <p:spPr>
          <a:xfrm>
            <a:off x="147439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2858">
            <a:extLst>
              <a:ext uri="{FF2B5EF4-FFF2-40B4-BE49-F238E27FC236}">
                <a16:creationId xmlns:a16="http://schemas.microsoft.com/office/drawing/2014/main" id="{630A3D56-9429-4FBD-B670-AF2C833E6F0F}"/>
              </a:ext>
            </a:extLst>
          </p:cNvPr>
          <p:cNvSpPr>
            <a:spLocks noGrp="1"/>
          </p:cNvSpPr>
          <p:nvPr/>
        </p:nvSpPr>
        <p:spPr>
          <a:xfrm>
            <a:off x="13169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2859">
            <a:extLst>
              <a:ext uri="{FF2B5EF4-FFF2-40B4-BE49-F238E27FC236}">
                <a16:creationId xmlns:a16="http://schemas.microsoft.com/office/drawing/2014/main" id="{225F7634-7C81-4C16-A331-BF325B9B0F24}"/>
              </a:ext>
            </a:extLst>
          </p:cNvPr>
          <p:cNvSpPr>
            <a:spLocks noGrp="1"/>
          </p:cNvSpPr>
          <p:nvPr/>
        </p:nvSpPr>
        <p:spPr>
          <a:xfrm>
            <a:off x="135112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2860">
            <a:extLst>
              <a:ext uri="{FF2B5EF4-FFF2-40B4-BE49-F238E27FC236}">
                <a16:creationId xmlns:a16="http://schemas.microsoft.com/office/drawing/2014/main" id="{7D34BD13-AE66-4163-980A-5FB0C9DC46FA}"/>
              </a:ext>
            </a:extLst>
          </p:cNvPr>
          <p:cNvSpPr>
            <a:spLocks noGrp="1"/>
          </p:cNvSpPr>
          <p:nvPr/>
        </p:nvSpPr>
        <p:spPr>
          <a:xfrm>
            <a:off x="1342122" y="3743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2861">
            <a:extLst>
              <a:ext uri="{FF2B5EF4-FFF2-40B4-BE49-F238E27FC236}">
                <a16:creationId xmlns:a16="http://schemas.microsoft.com/office/drawing/2014/main" id="{76FE693A-C42C-4925-8300-823989661742}"/>
              </a:ext>
            </a:extLst>
          </p:cNvPr>
          <p:cNvSpPr>
            <a:spLocks noGrp="1"/>
          </p:cNvSpPr>
          <p:nvPr/>
        </p:nvSpPr>
        <p:spPr>
          <a:xfrm>
            <a:off x="144470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2862">
            <a:extLst>
              <a:ext uri="{FF2B5EF4-FFF2-40B4-BE49-F238E27FC236}">
                <a16:creationId xmlns:a16="http://schemas.microsoft.com/office/drawing/2014/main" id="{FBEB8558-BDC4-48B5-8D7F-FC2F12B28BFC}"/>
              </a:ext>
            </a:extLst>
          </p:cNvPr>
          <p:cNvSpPr>
            <a:spLocks noGrp="1"/>
          </p:cNvSpPr>
          <p:nvPr/>
        </p:nvSpPr>
        <p:spPr>
          <a:xfrm>
            <a:off x="134012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2863">
            <a:extLst>
              <a:ext uri="{FF2B5EF4-FFF2-40B4-BE49-F238E27FC236}">
                <a16:creationId xmlns:a16="http://schemas.microsoft.com/office/drawing/2014/main" id="{4D5F3100-AFDB-485B-A717-0B347D054F29}"/>
              </a:ext>
            </a:extLst>
          </p:cNvPr>
          <p:cNvSpPr>
            <a:spLocks noGrp="1"/>
          </p:cNvSpPr>
          <p:nvPr/>
        </p:nvSpPr>
        <p:spPr>
          <a:xfrm>
            <a:off x="130923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2864">
            <a:extLst>
              <a:ext uri="{FF2B5EF4-FFF2-40B4-BE49-F238E27FC236}">
                <a16:creationId xmlns:a16="http://schemas.microsoft.com/office/drawing/2014/main" id="{FC18D4EA-74B2-49E2-B319-7D5316403CF9}"/>
              </a:ext>
            </a:extLst>
          </p:cNvPr>
          <p:cNvSpPr>
            <a:spLocks noGrp="1"/>
          </p:cNvSpPr>
          <p:nvPr/>
        </p:nvSpPr>
        <p:spPr>
          <a:xfrm>
            <a:off x="1389882" y="36539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2865">
            <a:extLst>
              <a:ext uri="{FF2B5EF4-FFF2-40B4-BE49-F238E27FC236}">
                <a16:creationId xmlns:a16="http://schemas.microsoft.com/office/drawing/2014/main" id="{59E4E2CA-3A46-416D-BE4A-3515D5A288C3}"/>
              </a:ext>
            </a:extLst>
          </p:cNvPr>
          <p:cNvSpPr>
            <a:spLocks noGrp="1"/>
          </p:cNvSpPr>
          <p:nvPr/>
        </p:nvSpPr>
        <p:spPr>
          <a:xfrm>
            <a:off x="14255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2866">
            <a:extLst>
              <a:ext uri="{FF2B5EF4-FFF2-40B4-BE49-F238E27FC236}">
                <a16:creationId xmlns:a16="http://schemas.microsoft.com/office/drawing/2014/main" id="{A2870C5C-1F33-406B-8A3C-AB150F9FFE08}"/>
              </a:ext>
            </a:extLst>
          </p:cNvPr>
          <p:cNvSpPr>
            <a:spLocks noGrp="1"/>
          </p:cNvSpPr>
          <p:nvPr/>
        </p:nvSpPr>
        <p:spPr>
          <a:xfrm>
            <a:off x="1476881" y="37425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2867">
            <a:extLst>
              <a:ext uri="{FF2B5EF4-FFF2-40B4-BE49-F238E27FC236}">
                <a16:creationId xmlns:a16="http://schemas.microsoft.com/office/drawing/2014/main" id="{CE59A606-3C02-4C2D-8130-3EC4BC31F8D1}"/>
              </a:ext>
            </a:extLst>
          </p:cNvPr>
          <p:cNvSpPr>
            <a:spLocks noGrp="1"/>
          </p:cNvSpPr>
          <p:nvPr/>
        </p:nvSpPr>
        <p:spPr>
          <a:xfrm>
            <a:off x="1477754" y="37251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2868">
            <a:extLst>
              <a:ext uri="{FF2B5EF4-FFF2-40B4-BE49-F238E27FC236}">
                <a16:creationId xmlns:a16="http://schemas.microsoft.com/office/drawing/2014/main" id="{E4C12194-5F41-4299-AECA-DCE6D3FB352F}"/>
              </a:ext>
            </a:extLst>
          </p:cNvPr>
          <p:cNvSpPr>
            <a:spLocks noGrp="1"/>
          </p:cNvSpPr>
          <p:nvPr/>
        </p:nvSpPr>
        <p:spPr>
          <a:xfrm>
            <a:off x="1478080" y="37395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2869">
            <a:extLst>
              <a:ext uri="{FF2B5EF4-FFF2-40B4-BE49-F238E27FC236}">
                <a16:creationId xmlns:a16="http://schemas.microsoft.com/office/drawing/2014/main" id="{8C4A7681-66CD-4A82-8110-619C53EF6B57}"/>
              </a:ext>
            </a:extLst>
          </p:cNvPr>
          <p:cNvSpPr>
            <a:spLocks noGrp="1"/>
          </p:cNvSpPr>
          <p:nvPr/>
        </p:nvSpPr>
        <p:spPr>
          <a:xfrm>
            <a:off x="1471220" y="374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2870">
            <a:extLst>
              <a:ext uri="{FF2B5EF4-FFF2-40B4-BE49-F238E27FC236}">
                <a16:creationId xmlns:a16="http://schemas.microsoft.com/office/drawing/2014/main" id="{27C76D3F-D78F-4E46-842B-7F8DF647DD5E}"/>
              </a:ext>
            </a:extLst>
          </p:cNvPr>
          <p:cNvSpPr>
            <a:spLocks noGrp="1"/>
          </p:cNvSpPr>
          <p:nvPr/>
        </p:nvSpPr>
        <p:spPr>
          <a:xfrm>
            <a:off x="1368284" y="373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2871">
            <a:extLst>
              <a:ext uri="{FF2B5EF4-FFF2-40B4-BE49-F238E27FC236}">
                <a16:creationId xmlns:a16="http://schemas.microsoft.com/office/drawing/2014/main" id="{B057411D-4190-4730-ACE3-76D847E27132}"/>
              </a:ext>
            </a:extLst>
          </p:cNvPr>
          <p:cNvSpPr>
            <a:spLocks noGrp="1"/>
          </p:cNvSpPr>
          <p:nvPr/>
        </p:nvSpPr>
        <p:spPr>
          <a:xfrm>
            <a:off x="1465653" y="37436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2872">
            <a:extLst>
              <a:ext uri="{FF2B5EF4-FFF2-40B4-BE49-F238E27FC236}">
                <a16:creationId xmlns:a16="http://schemas.microsoft.com/office/drawing/2014/main" id="{821E748E-F8E3-4EE6-BF40-C834BA9550AD}"/>
              </a:ext>
            </a:extLst>
          </p:cNvPr>
          <p:cNvSpPr>
            <a:spLocks noGrp="1"/>
          </p:cNvSpPr>
          <p:nvPr/>
        </p:nvSpPr>
        <p:spPr>
          <a:xfrm>
            <a:off x="136099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2873">
            <a:extLst>
              <a:ext uri="{FF2B5EF4-FFF2-40B4-BE49-F238E27FC236}">
                <a16:creationId xmlns:a16="http://schemas.microsoft.com/office/drawing/2014/main" id="{0E9B638D-6C25-49CD-9DD4-05B734FE2D76}"/>
              </a:ext>
            </a:extLst>
          </p:cNvPr>
          <p:cNvSpPr>
            <a:spLocks noGrp="1"/>
          </p:cNvSpPr>
          <p:nvPr/>
        </p:nvSpPr>
        <p:spPr>
          <a:xfrm>
            <a:off x="1421516" y="36912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2874">
            <a:extLst>
              <a:ext uri="{FF2B5EF4-FFF2-40B4-BE49-F238E27FC236}">
                <a16:creationId xmlns:a16="http://schemas.microsoft.com/office/drawing/2014/main" id="{4396961F-1722-4A20-96DB-29DD8C39E557}"/>
              </a:ext>
            </a:extLst>
          </p:cNvPr>
          <p:cNvSpPr>
            <a:spLocks noGrp="1"/>
          </p:cNvSpPr>
          <p:nvPr/>
        </p:nvSpPr>
        <p:spPr>
          <a:xfrm>
            <a:off x="1314978" y="3746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2875">
            <a:extLst>
              <a:ext uri="{FF2B5EF4-FFF2-40B4-BE49-F238E27FC236}">
                <a16:creationId xmlns:a16="http://schemas.microsoft.com/office/drawing/2014/main" id="{01B1536C-C9F2-41F3-A6B2-4EAB506D6DE8}"/>
              </a:ext>
            </a:extLst>
          </p:cNvPr>
          <p:cNvSpPr>
            <a:spLocks noGrp="1"/>
          </p:cNvSpPr>
          <p:nvPr/>
        </p:nvSpPr>
        <p:spPr>
          <a:xfrm>
            <a:off x="1394427" y="3745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2876">
            <a:extLst>
              <a:ext uri="{FF2B5EF4-FFF2-40B4-BE49-F238E27FC236}">
                <a16:creationId xmlns:a16="http://schemas.microsoft.com/office/drawing/2014/main" id="{5A41B2F0-6045-41F8-AE9E-3A8092586917}"/>
              </a:ext>
            </a:extLst>
          </p:cNvPr>
          <p:cNvSpPr>
            <a:spLocks noGrp="1"/>
          </p:cNvSpPr>
          <p:nvPr/>
        </p:nvSpPr>
        <p:spPr>
          <a:xfrm>
            <a:off x="1477675" y="36615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2877">
            <a:extLst>
              <a:ext uri="{FF2B5EF4-FFF2-40B4-BE49-F238E27FC236}">
                <a16:creationId xmlns:a16="http://schemas.microsoft.com/office/drawing/2014/main" id="{E9D7335C-F01E-400E-AC24-61AE3EDA15D4}"/>
              </a:ext>
            </a:extLst>
          </p:cNvPr>
          <p:cNvSpPr>
            <a:spLocks noGrp="1"/>
          </p:cNvSpPr>
          <p:nvPr/>
        </p:nvSpPr>
        <p:spPr>
          <a:xfrm>
            <a:off x="1339405" y="37292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2878">
            <a:extLst>
              <a:ext uri="{FF2B5EF4-FFF2-40B4-BE49-F238E27FC236}">
                <a16:creationId xmlns:a16="http://schemas.microsoft.com/office/drawing/2014/main" id="{0DF4F667-34E3-40DD-BD18-4D0FC101280D}"/>
              </a:ext>
            </a:extLst>
          </p:cNvPr>
          <p:cNvSpPr>
            <a:spLocks noGrp="1"/>
          </p:cNvSpPr>
          <p:nvPr/>
        </p:nvSpPr>
        <p:spPr>
          <a:xfrm>
            <a:off x="1310582" y="28281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2879">
            <a:extLst>
              <a:ext uri="{FF2B5EF4-FFF2-40B4-BE49-F238E27FC236}">
                <a16:creationId xmlns:a16="http://schemas.microsoft.com/office/drawing/2014/main" id="{F3C4B0C6-2BC3-46CE-B9C3-805F2A081F53}"/>
              </a:ext>
            </a:extLst>
          </p:cNvPr>
          <p:cNvSpPr>
            <a:spLocks noGrp="1"/>
          </p:cNvSpPr>
          <p:nvPr/>
        </p:nvSpPr>
        <p:spPr>
          <a:xfrm>
            <a:off x="140909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2880">
            <a:extLst>
              <a:ext uri="{FF2B5EF4-FFF2-40B4-BE49-F238E27FC236}">
                <a16:creationId xmlns:a16="http://schemas.microsoft.com/office/drawing/2014/main" id="{8CFD650D-391D-44DF-8E06-0FEB696D6543}"/>
              </a:ext>
            </a:extLst>
          </p:cNvPr>
          <p:cNvSpPr>
            <a:spLocks noGrp="1"/>
          </p:cNvSpPr>
          <p:nvPr/>
        </p:nvSpPr>
        <p:spPr>
          <a:xfrm>
            <a:off x="1449918" y="3686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2881">
            <a:extLst>
              <a:ext uri="{FF2B5EF4-FFF2-40B4-BE49-F238E27FC236}">
                <a16:creationId xmlns:a16="http://schemas.microsoft.com/office/drawing/2014/main" id="{C7B2BD82-4896-4B7B-9B1D-00B26305C2C8}"/>
              </a:ext>
            </a:extLst>
          </p:cNvPr>
          <p:cNvSpPr>
            <a:spLocks noGrp="1"/>
          </p:cNvSpPr>
          <p:nvPr/>
        </p:nvSpPr>
        <p:spPr>
          <a:xfrm>
            <a:off x="1364412" y="3721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2882">
            <a:extLst>
              <a:ext uri="{FF2B5EF4-FFF2-40B4-BE49-F238E27FC236}">
                <a16:creationId xmlns:a16="http://schemas.microsoft.com/office/drawing/2014/main" id="{B1409CC9-604D-461D-8B10-5E0419E61A44}"/>
              </a:ext>
            </a:extLst>
          </p:cNvPr>
          <p:cNvSpPr>
            <a:spLocks noGrp="1"/>
          </p:cNvSpPr>
          <p:nvPr/>
        </p:nvSpPr>
        <p:spPr>
          <a:xfrm>
            <a:off x="1323042" y="37344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2883">
            <a:extLst>
              <a:ext uri="{FF2B5EF4-FFF2-40B4-BE49-F238E27FC236}">
                <a16:creationId xmlns:a16="http://schemas.microsoft.com/office/drawing/2014/main" id="{0F9190AE-9D93-43C3-AA49-B37EFA34EAAD}"/>
              </a:ext>
            </a:extLst>
          </p:cNvPr>
          <p:cNvSpPr>
            <a:spLocks noGrp="1"/>
          </p:cNvSpPr>
          <p:nvPr/>
        </p:nvSpPr>
        <p:spPr>
          <a:xfrm>
            <a:off x="140994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2884">
            <a:extLst>
              <a:ext uri="{FF2B5EF4-FFF2-40B4-BE49-F238E27FC236}">
                <a16:creationId xmlns:a16="http://schemas.microsoft.com/office/drawing/2014/main" id="{BEA73AC2-BED3-4D19-B721-69493CCF555C}"/>
              </a:ext>
            </a:extLst>
          </p:cNvPr>
          <p:cNvSpPr>
            <a:spLocks noGrp="1"/>
          </p:cNvSpPr>
          <p:nvPr/>
        </p:nvSpPr>
        <p:spPr>
          <a:xfrm>
            <a:off x="145005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2885">
            <a:extLst>
              <a:ext uri="{FF2B5EF4-FFF2-40B4-BE49-F238E27FC236}">
                <a16:creationId xmlns:a16="http://schemas.microsoft.com/office/drawing/2014/main" id="{34EFC0D0-BCE4-4027-8B70-1F6A0E94571F}"/>
              </a:ext>
            </a:extLst>
          </p:cNvPr>
          <p:cNvSpPr>
            <a:spLocks noGrp="1"/>
          </p:cNvSpPr>
          <p:nvPr/>
        </p:nvSpPr>
        <p:spPr>
          <a:xfrm>
            <a:off x="1476377" y="36420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2886">
            <a:extLst>
              <a:ext uri="{FF2B5EF4-FFF2-40B4-BE49-F238E27FC236}">
                <a16:creationId xmlns:a16="http://schemas.microsoft.com/office/drawing/2014/main" id="{F9A89AC6-06F8-4160-860F-1F10BAB7BC04}"/>
              </a:ext>
            </a:extLst>
          </p:cNvPr>
          <p:cNvSpPr>
            <a:spLocks noGrp="1"/>
          </p:cNvSpPr>
          <p:nvPr/>
        </p:nvSpPr>
        <p:spPr>
          <a:xfrm>
            <a:off x="146440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2887">
            <a:extLst>
              <a:ext uri="{FF2B5EF4-FFF2-40B4-BE49-F238E27FC236}">
                <a16:creationId xmlns:a16="http://schemas.microsoft.com/office/drawing/2014/main" id="{63636478-E155-4D91-8DE5-FC4AE10504D0}"/>
              </a:ext>
            </a:extLst>
          </p:cNvPr>
          <p:cNvSpPr>
            <a:spLocks noGrp="1"/>
          </p:cNvSpPr>
          <p:nvPr/>
        </p:nvSpPr>
        <p:spPr>
          <a:xfrm>
            <a:off x="1407120" y="37320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2888">
            <a:extLst>
              <a:ext uri="{FF2B5EF4-FFF2-40B4-BE49-F238E27FC236}">
                <a16:creationId xmlns:a16="http://schemas.microsoft.com/office/drawing/2014/main" id="{DAA4DD6A-E42E-447E-8B27-69D88E62C116}"/>
              </a:ext>
            </a:extLst>
          </p:cNvPr>
          <p:cNvSpPr>
            <a:spLocks noGrp="1"/>
          </p:cNvSpPr>
          <p:nvPr/>
        </p:nvSpPr>
        <p:spPr>
          <a:xfrm>
            <a:off x="134735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2889">
            <a:extLst>
              <a:ext uri="{FF2B5EF4-FFF2-40B4-BE49-F238E27FC236}">
                <a16:creationId xmlns:a16="http://schemas.microsoft.com/office/drawing/2014/main" id="{77C11D13-941D-4221-A6D6-BCCC1D2C0A5A}"/>
              </a:ext>
            </a:extLst>
          </p:cNvPr>
          <p:cNvSpPr>
            <a:spLocks noGrp="1"/>
          </p:cNvSpPr>
          <p:nvPr/>
        </p:nvSpPr>
        <p:spPr>
          <a:xfrm>
            <a:off x="1362872" y="3744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2890">
            <a:extLst>
              <a:ext uri="{FF2B5EF4-FFF2-40B4-BE49-F238E27FC236}">
                <a16:creationId xmlns:a16="http://schemas.microsoft.com/office/drawing/2014/main" id="{D79EB5C6-2876-4EBB-B246-9E8ECBAD375F}"/>
              </a:ext>
            </a:extLst>
          </p:cNvPr>
          <p:cNvSpPr>
            <a:spLocks noGrp="1"/>
          </p:cNvSpPr>
          <p:nvPr/>
        </p:nvSpPr>
        <p:spPr>
          <a:xfrm>
            <a:off x="147203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2891">
            <a:extLst>
              <a:ext uri="{FF2B5EF4-FFF2-40B4-BE49-F238E27FC236}">
                <a16:creationId xmlns:a16="http://schemas.microsoft.com/office/drawing/2014/main" id="{FA0FFEE5-BAE7-4759-97C8-D1A0C890B510}"/>
              </a:ext>
            </a:extLst>
          </p:cNvPr>
          <p:cNvSpPr>
            <a:spLocks noGrp="1"/>
          </p:cNvSpPr>
          <p:nvPr/>
        </p:nvSpPr>
        <p:spPr>
          <a:xfrm>
            <a:off x="1443357" y="3703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2892">
            <a:extLst>
              <a:ext uri="{FF2B5EF4-FFF2-40B4-BE49-F238E27FC236}">
                <a16:creationId xmlns:a16="http://schemas.microsoft.com/office/drawing/2014/main" id="{A0EBB562-3DC4-456E-BE75-F9EB0BAA26BF}"/>
              </a:ext>
            </a:extLst>
          </p:cNvPr>
          <p:cNvSpPr>
            <a:spLocks noGrp="1"/>
          </p:cNvSpPr>
          <p:nvPr/>
        </p:nvSpPr>
        <p:spPr>
          <a:xfrm>
            <a:off x="13660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2893">
            <a:extLst>
              <a:ext uri="{FF2B5EF4-FFF2-40B4-BE49-F238E27FC236}">
                <a16:creationId xmlns:a16="http://schemas.microsoft.com/office/drawing/2014/main" id="{9A0CC287-F126-4931-84E9-C92FBD235023}"/>
              </a:ext>
            </a:extLst>
          </p:cNvPr>
          <p:cNvSpPr>
            <a:spLocks noGrp="1"/>
          </p:cNvSpPr>
          <p:nvPr/>
        </p:nvSpPr>
        <p:spPr>
          <a:xfrm>
            <a:off x="1374013" y="373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2894">
            <a:extLst>
              <a:ext uri="{FF2B5EF4-FFF2-40B4-BE49-F238E27FC236}">
                <a16:creationId xmlns:a16="http://schemas.microsoft.com/office/drawing/2014/main" id="{C0265A88-FD15-4D32-A62D-EC7306330BD2}"/>
              </a:ext>
            </a:extLst>
          </p:cNvPr>
          <p:cNvSpPr>
            <a:spLocks noGrp="1"/>
          </p:cNvSpPr>
          <p:nvPr/>
        </p:nvSpPr>
        <p:spPr>
          <a:xfrm>
            <a:off x="1336220" y="37208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2895">
            <a:extLst>
              <a:ext uri="{FF2B5EF4-FFF2-40B4-BE49-F238E27FC236}">
                <a16:creationId xmlns:a16="http://schemas.microsoft.com/office/drawing/2014/main" id="{EA7BDFAD-DC5A-43FD-A34E-BFBA00E0018C}"/>
              </a:ext>
            </a:extLst>
          </p:cNvPr>
          <p:cNvSpPr>
            <a:spLocks noGrp="1"/>
          </p:cNvSpPr>
          <p:nvPr/>
        </p:nvSpPr>
        <p:spPr>
          <a:xfrm>
            <a:off x="1346232" y="3055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2896">
            <a:extLst>
              <a:ext uri="{FF2B5EF4-FFF2-40B4-BE49-F238E27FC236}">
                <a16:creationId xmlns:a16="http://schemas.microsoft.com/office/drawing/2014/main" id="{38CCA93E-2820-43B8-B3B7-6D58B719542E}"/>
              </a:ext>
            </a:extLst>
          </p:cNvPr>
          <p:cNvSpPr>
            <a:spLocks noGrp="1"/>
          </p:cNvSpPr>
          <p:nvPr/>
        </p:nvSpPr>
        <p:spPr>
          <a:xfrm>
            <a:off x="1359771" y="34454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2897">
            <a:extLst>
              <a:ext uri="{FF2B5EF4-FFF2-40B4-BE49-F238E27FC236}">
                <a16:creationId xmlns:a16="http://schemas.microsoft.com/office/drawing/2014/main" id="{A2617212-605E-4DF3-8EF0-3A7028F54FF1}"/>
              </a:ext>
            </a:extLst>
          </p:cNvPr>
          <p:cNvSpPr>
            <a:spLocks noGrp="1"/>
          </p:cNvSpPr>
          <p:nvPr/>
        </p:nvSpPr>
        <p:spPr>
          <a:xfrm>
            <a:off x="1462678" y="37465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2898">
            <a:extLst>
              <a:ext uri="{FF2B5EF4-FFF2-40B4-BE49-F238E27FC236}">
                <a16:creationId xmlns:a16="http://schemas.microsoft.com/office/drawing/2014/main" id="{06B0D3D4-B382-4ED9-A5CA-F691975D1792}"/>
              </a:ext>
            </a:extLst>
          </p:cNvPr>
          <p:cNvSpPr>
            <a:spLocks noGrp="1"/>
          </p:cNvSpPr>
          <p:nvPr/>
        </p:nvSpPr>
        <p:spPr>
          <a:xfrm>
            <a:off x="140245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2899">
            <a:extLst>
              <a:ext uri="{FF2B5EF4-FFF2-40B4-BE49-F238E27FC236}">
                <a16:creationId xmlns:a16="http://schemas.microsoft.com/office/drawing/2014/main" id="{07F7F48E-D50D-498E-A04E-C52988FDEDBA}"/>
              </a:ext>
            </a:extLst>
          </p:cNvPr>
          <p:cNvSpPr>
            <a:spLocks noGrp="1"/>
          </p:cNvSpPr>
          <p:nvPr/>
        </p:nvSpPr>
        <p:spPr>
          <a:xfrm>
            <a:off x="1426457" y="37079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2900">
            <a:extLst>
              <a:ext uri="{FF2B5EF4-FFF2-40B4-BE49-F238E27FC236}">
                <a16:creationId xmlns:a16="http://schemas.microsoft.com/office/drawing/2014/main" id="{B6C87444-A72E-4726-8B0B-476FBD28D60D}"/>
              </a:ext>
            </a:extLst>
          </p:cNvPr>
          <p:cNvSpPr>
            <a:spLocks noGrp="1"/>
          </p:cNvSpPr>
          <p:nvPr/>
        </p:nvSpPr>
        <p:spPr>
          <a:xfrm>
            <a:off x="1369543" y="36044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2901">
            <a:extLst>
              <a:ext uri="{FF2B5EF4-FFF2-40B4-BE49-F238E27FC236}">
                <a16:creationId xmlns:a16="http://schemas.microsoft.com/office/drawing/2014/main" id="{A3DFAE25-39CC-4F80-9F54-0EBF7217899A}"/>
              </a:ext>
            </a:extLst>
          </p:cNvPr>
          <p:cNvSpPr>
            <a:spLocks noGrp="1"/>
          </p:cNvSpPr>
          <p:nvPr/>
        </p:nvSpPr>
        <p:spPr>
          <a:xfrm>
            <a:off x="1349790" y="37059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2902">
            <a:extLst>
              <a:ext uri="{FF2B5EF4-FFF2-40B4-BE49-F238E27FC236}">
                <a16:creationId xmlns:a16="http://schemas.microsoft.com/office/drawing/2014/main" id="{927C61DA-1E2E-42AC-8BE0-625F93885125}"/>
              </a:ext>
            </a:extLst>
          </p:cNvPr>
          <p:cNvSpPr>
            <a:spLocks noGrp="1"/>
          </p:cNvSpPr>
          <p:nvPr/>
        </p:nvSpPr>
        <p:spPr>
          <a:xfrm>
            <a:off x="1334708" y="36533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2903">
            <a:extLst>
              <a:ext uri="{FF2B5EF4-FFF2-40B4-BE49-F238E27FC236}">
                <a16:creationId xmlns:a16="http://schemas.microsoft.com/office/drawing/2014/main" id="{70CB54D5-5547-439D-AD65-5A70E2E84F82}"/>
              </a:ext>
            </a:extLst>
          </p:cNvPr>
          <p:cNvSpPr>
            <a:spLocks noGrp="1"/>
          </p:cNvSpPr>
          <p:nvPr/>
        </p:nvSpPr>
        <p:spPr>
          <a:xfrm>
            <a:off x="1354760" y="36120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2904">
            <a:extLst>
              <a:ext uri="{FF2B5EF4-FFF2-40B4-BE49-F238E27FC236}">
                <a16:creationId xmlns:a16="http://schemas.microsoft.com/office/drawing/2014/main" id="{B677E066-B72C-4499-8049-D9FBB0FDF6A1}"/>
              </a:ext>
            </a:extLst>
          </p:cNvPr>
          <p:cNvSpPr>
            <a:spLocks noGrp="1"/>
          </p:cNvSpPr>
          <p:nvPr/>
        </p:nvSpPr>
        <p:spPr>
          <a:xfrm>
            <a:off x="147575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2905">
            <a:extLst>
              <a:ext uri="{FF2B5EF4-FFF2-40B4-BE49-F238E27FC236}">
                <a16:creationId xmlns:a16="http://schemas.microsoft.com/office/drawing/2014/main" id="{FA9EF5D6-A12D-4A79-B70E-879C764F8133}"/>
              </a:ext>
            </a:extLst>
          </p:cNvPr>
          <p:cNvSpPr>
            <a:spLocks noGrp="1"/>
          </p:cNvSpPr>
          <p:nvPr/>
        </p:nvSpPr>
        <p:spPr>
          <a:xfrm>
            <a:off x="1314854" y="37231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2906">
            <a:extLst>
              <a:ext uri="{FF2B5EF4-FFF2-40B4-BE49-F238E27FC236}">
                <a16:creationId xmlns:a16="http://schemas.microsoft.com/office/drawing/2014/main" id="{DD3E21FD-ABEB-40EB-88D8-4F2EA66F7545}"/>
              </a:ext>
            </a:extLst>
          </p:cNvPr>
          <p:cNvSpPr>
            <a:spLocks noGrp="1"/>
          </p:cNvSpPr>
          <p:nvPr/>
        </p:nvSpPr>
        <p:spPr>
          <a:xfrm>
            <a:off x="1342748" y="37144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2907">
            <a:extLst>
              <a:ext uri="{FF2B5EF4-FFF2-40B4-BE49-F238E27FC236}">
                <a16:creationId xmlns:a16="http://schemas.microsoft.com/office/drawing/2014/main" id="{8BE25015-7E40-4E99-8A1D-5F84E01ED8E2}"/>
              </a:ext>
            </a:extLst>
          </p:cNvPr>
          <p:cNvSpPr>
            <a:spLocks noGrp="1"/>
          </p:cNvSpPr>
          <p:nvPr/>
        </p:nvSpPr>
        <p:spPr>
          <a:xfrm>
            <a:off x="132935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2908">
            <a:extLst>
              <a:ext uri="{FF2B5EF4-FFF2-40B4-BE49-F238E27FC236}">
                <a16:creationId xmlns:a16="http://schemas.microsoft.com/office/drawing/2014/main" id="{F9C7E347-9DF2-4C33-91DF-FD211738A08B}"/>
              </a:ext>
            </a:extLst>
          </p:cNvPr>
          <p:cNvSpPr>
            <a:spLocks noGrp="1"/>
          </p:cNvSpPr>
          <p:nvPr/>
        </p:nvSpPr>
        <p:spPr>
          <a:xfrm>
            <a:off x="137300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2909">
            <a:extLst>
              <a:ext uri="{FF2B5EF4-FFF2-40B4-BE49-F238E27FC236}">
                <a16:creationId xmlns:a16="http://schemas.microsoft.com/office/drawing/2014/main" id="{224DAFFC-D731-42A7-9BF2-FAB57F5A37C0}"/>
              </a:ext>
            </a:extLst>
          </p:cNvPr>
          <p:cNvSpPr>
            <a:spLocks noGrp="1"/>
          </p:cNvSpPr>
          <p:nvPr/>
        </p:nvSpPr>
        <p:spPr>
          <a:xfrm>
            <a:off x="1431772" y="35745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2910">
            <a:extLst>
              <a:ext uri="{FF2B5EF4-FFF2-40B4-BE49-F238E27FC236}">
                <a16:creationId xmlns:a16="http://schemas.microsoft.com/office/drawing/2014/main" id="{CEA9C7A9-CCA7-489C-B565-5B92DB7BA8D6}"/>
              </a:ext>
            </a:extLst>
          </p:cNvPr>
          <p:cNvSpPr>
            <a:spLocks noGrp="1"/>
          </p:cNvSpPr>
          <p:nvPr/>
        </p:nvSpPr>
        <p:spPr>
          <a:xfrm>
            <a:off x="131099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2911">
            <a:extLst>
              <a:ext uri="{FF2B5EF4-FFF2-40B4-BE49-F238E27FC236}">
                <a16:creationId xmlns:a16="http://schemas.microsoft.com/office/drawing/2014/main" id="{68A8EE40-135F-4ACC-AC9C-190F2869B319}"/>
              </a:ext>
            </a:extLst>
          </p:cNvPr>
          <p:cNvSpPr>
            <a:spLocks noGrp="1"/>
          </p:cNvSpPr>
          <p:nvPr/>
        </p:nvSpPr>
        <p:spPr>
          <a:xfrm>
            <a:off x="130981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2912">
            <a:extLst>
              <a:ext uri="{FF2B5EF4-FFF2-40B4-BE49-F238E27FC236}">
                <a16:creationId xmlns:a16="http://schemas.microsoft.com/office/drawing/2014/main" id="{BB6878FD-FDCD-4BC1-A00B-CB7EBB85137D}"/>
              </a:ext>
            </a:extLst>
          </p:cNvPr>
          <p:cNvSpPr>
            <a:spLocks noGrp="1"/>
          </p:cNvSpPr>
          <p:nvPr/>
        </p:nvSpPr>
        <p:spPr>
          <a:xfrm>
            <a:off x="1463044" y="3476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2913">
            <a:extLst>
              <a:ext uri="{FF2B5EF4-FFF2-40B4-BE49-F238E27FC236}">
                <a16:creationId xmlns:a16="http://schemas.microsoft.com/office/drawing/2014/main" id="{C36EBE5E-473F-4A30-A7BA-32E730C0CBD4}"/>
              </a:ext>
            </a:extLst>
          </p:cNvPr>
          <p:cNvSpPr>
            <a:spLocks noGrp="1"/>
          </p:cNvSpPr>
          <p:nvPr/>
        </p:nvSpPr>
        <p:spPr>
          <a:xfrm>
            <a:off x="14042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2914">
            <a:extLst>
              <a:ext uri="{FF2B5EF4-FFF2-40B4-BE49-F238E27FC236}">
                <a16:creationId xmlns:a16="http://schemas.microsoft.com/office/drawing/2014/main" id="{355AD62B-DBA6-469A-B9F7-CE0A6B8622C8}"/>
              </a:ext>
            </a:extLst>
          </p:cNvPr>
          <p:cNvSpPr>
            <a:spLocks noGrp="1"/>
          </p:cNvSpPr>
          <p:nvPr/>
        </p:nvSpPr>
        <p:spPr>
          <a:xfrm>
            <a:off x="13695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2915">
            <a:extLst>
              <a:ext uri="{FF2B5EF4-FFF2-40B4-BE49-F238E27FC236}">
                <a16:creationId xmlns:a16="http://schemas.microsoft.com/office/drawing/2014/main" id="{8F8935B4-5ADF-45CA-AEBC-322548F250F7}"/>
              </a:ext>
            </a:extLst>
          </p:cNvPr>
          <p:cNvSpPr>
            <a:spLocks noGrp="1"/>
          </p:cNvSpPr>
          <p:nvPr/>
        </p:nvSpPr>
        <p:spPr>
          <a:xfrm>
            <a:off x="1326431" y="37295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2916">
            <a:extLst>
              <a:ext uri="{FF2B5EF4-FFF2-40B4-BE49-F238E27FC236}">
                <a16:creationId xmlns:a16="http://schemas.microsoft.com/office/drawing/2014/main" id="{5B2F2637-23D4-4123-A0C9-4D85323924E6}"/>
              </a:ext>
            </a:extLst>
          </p:cNvPr>
          <p:cNvSpPr>
            <a:spLocks noGrp="1"/>
          </p:cNvSpPr>
          <p:nvPr/>
        </p:nvSpPr>
        <p:spPr>
          <a:xfrm>
            <a:off x="1390170" y="34072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2917">
            <a:extLst>
              <a:ext uri="{FF2B5EF4-FFF2-40B4-BE49-F238E27FC236}">
                <a16:creationId xmlns:a16="http://schemas.microsoft.com/office/drawing/2014/main" id="{E9EA3BC5-A391-4728-9D65-ED3A330FF99B}"/>
              </a:ext>
            </a:extLst>
          </p:cNvPr>
          <p:cNvSpPr>
            <a:spLocks noGrp="1"/>
          </p:cNvSpPr>
          <p:nvPr/>
        </p:nvSpPr>
        <p:spPr>
          <a:xfrm>
            <a:off x="1436044" y="3746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2918">
            <a:extLst>
              <a:ext uri="{FF2B5EF4-FFF2-40B4-BE49-F238E27FC236}">
                <a16:creationId xmlns:a16="http://schemas.microsoft.com/office/drawing/2014/main" id="{9ACD91CF-91C9-4F8A-8B03-8E84DFB005D3}"/>
              </a:ext>
            </a:extLst>
          </p:cNvPr>
          <p:cNvSpPr>
            <a:spLocks noGrp="1"/>
          </p:cNvSpPr>
          <p:nvPr/>
        </p:nvSpPr>
        <p:spPr>
          <a:xfrm>
            <a:off x="1478995" y="3743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2919">
            <a:extLst>
              <a:ext uri="{FF2B5EF4-FFF2-40B4-BE49-F238E27FC236}">
                <a16:creationId xmlns:a16="http://schemas.microsoft.com/office/drawing/2014/main" id="{099C61AF-232B-4B78-9C55-F567699DBCB2}"/>
              </a:ext>
            </a:extLst>
          </p:cNvPr>
          <p:cNvSpPr>
            <a:spLocks noGrp="1"/>
          </p:cNvSpPr>
          <p:nvPr/>
        </p:nvSpPr>
        <p:spPr>
          <a:xfrm>
            <a:off x="1399779" y="36321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2920">
            <a:extLst>
              <a:ext uri="{FF2B5EF4-FFF2-40B4-BE49-F238E27FC236}">
                <a16:creationId xmlns:a16="http://schemas.microsoft.com/office/drawing/2014/main" id="{674F33C5-9A43-4DE6-B9AB-FF93555EAF92}"/>
              </a:ext>
            </a:extLst>
          </p:cNvPr>
          <p:cNvSpPr>
            <a:spLocks noGrp="1"/>
          </p:cNvSpPr>
          <p:nvPr/>
        </p:nvSpPr>
        <p:spPr>
          <a:xfrm>
            <a:off x="1342697" y="37308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2921">
            <a:extLst>
              <a:ext uri="{FF2B5EF4-FFF2-40B4-BE49-F238E27FC236}">
                <a16:creationId xmlns:a16="http://schemas.microsoft.com/office/drawing/2014/main" id="{84C51014-A796-4E1A-8E3E-AAFEF5A621DC}"/>
              </a:ext>
            </a:extLst>
          </p:cNvPr>
          <p:cNvSpPr>
            <a:spLocks noGrp="1"/>
          </p:cNvSpPr>
          <p:nvPr/>
        </p:nvSpPr>
        <p:spPr>
          <a:xfrm>
            <a:off x="145350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2922">
            <a:extLst>
              <a:ext uri="{FF2B5EF4-FFF2-40B4-BE49-F238E27FC236}">
                <a16:creationId xmlns:a16="http://schemas.microsoft.com/office/drawing/2014/main" id="{4C261B58-452C-44E3-AECB-0B090EA3F42B}"/>
              </a:ext>
            </a:extLst>
          </p:cNvPr>
          <p:cNvSpPr>
            <a:spLocks noGrp="1"/>
          </p:cNvSpPr>
          <p:nvPr/>
        </p:nvSpPr>
        <p:spPr>
          <a:xfrm>
            <a:off x="131465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2923">
            <a:extLst>
              <a:ext uri="{FF2B5EF4-FFF2-40B4-BE49-F238E27FC236}">
                <a16:creationId xmlns:a16="http://schemas.microsoft.com/office/drawing/2014/main" id="{CAE365B4-D24B-4215-BD79-071B5D851EEB}"/>
              </a:ext>
            </a:extLst>
          </p:cNvPr>
          <p:cNvSpPr>
            <a:spLocks noGrp="1"/>
          </p:cNvSpPr>
          <p:nvPr/>
        </p:nvSpPr>
        <p:spPr>
          <a:xfrm>
            <a:off x="142538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2924">
            <a:extLst>
              <a:ext uri="{FF2B5EF4-FFF2-40B4-BE49-F238E27FC236}">
                <a16:creationId xmlns:a16="http://schemas.microsoft.com/office/drawing/2014/main" id="{E3C5F0B2-00F6-497C-BA7C-B7D48F227FBD}"/>
              </a:ext>
            </a:extLst>
          </p:cNvPr>
          <p:cNvSpPr>
            <a:spLocks noGrp="1"/>
          </p:cNvSpPr>
          <p:nvPr/>
        </p:nvSpPr>
        <p:spPr>
          <a:xfrm>
            <a:off x="1464436" y="3272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2925">
            <a:extLst>
              <a:ext uri="{FF2B5EF4-FFF2-40B4-BE49-F238E27FC236}">
                <a16:creationId xmlns:a16="http://schemas.microsoft.com/office/drawing/2014/main" id="{2A6802EF-ABA6-400E-8D2D-68F117DFA3EE}"/>
              </a:ext>
            </a:extLst>
          </p:cNvPr>
          <p:cNvSpPr>
            <a:spLocks noGrp="1"/>
          </p:cNvSpPr>
          <p:nvPr/>
        </p:nvSpPr>
        <p:spPr>
          <a:xfrm>
            <a:off x="1361595" y="3739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2926">
            <a:extLst>
              <a:ext uri="{FF2B5EF4-FFF2-40B4-BE49-F238E27FC236}">
                <a16:creationId xmlns:a16="http://schemas.microsoft.com/office/drawing/2014/main" id="{8618C6D3-E7CA-4E61-9313-57A0033E0C83}"/>
              </a:ext>
            </a:extLst>
          </p:cNvPr>
          <p:cNvSpPr>
            <a:spLocks noGrp="1"/>
          </p:cNvSpPr>
          <p:nvPr/>
        </p:nvSpPr>
        <p:spPr>
          <a:xfrm>
            <a:off x="1314352" y="35722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2927">
            <a:extLst>
              <a:ext uri="{FF2B5EF4-FFF2-40B4-BE49-F238E27FC236}">
                <a16:creationId xmlns:a16="http://schemas.microsoft.com/office/drawing/2014/main" id="{9F2A839D-4F3C-4BDE-9B6F-46DC0C48F5CD}"/>
              </a:ext>
            </a:extLst>
          </p:cNvPr>
          <p:cNvSpPr>
            <a:spLocks noGrp="1"/>
          </p:cNvSpPr>
          <p:nvPr/>
        </p:nvSpPr>
        <p:spPr>
          <a:xfrm>
            <a:off x="1409400" y="373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2928">
            <a:extLst>
              <a:ext uri="{FF2B5EF4-FFF2-40B4-BE49-F238E27FC236}">
                <a16:creationId xmlns:a16="http://schemas.microsoft.com/office/drawing/2014/main" id="{523F1C61-4EC7-4595-BB70-60C12939DAFA}"/>
              </a:ext>
            </a:extLst>
          </p:cNvPr>
          <p:cNvSpPr>
            <a:spLocks noGrp="1"/>
          </p:cNvSpPr>
          <p:nvPr/>
        </p:nvSpPr>
        <p:spPr>
          <a:xfrm>
            <a:off x="134527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2929">
            <a:extLst>
              <a:ext uri="{FF2B5EF4-FFF2-40B4-BE49-F238E27FC236}">
                <a16:creationId xmlns:a16="http://schemas.microsoft.com/office/drawing/2014/main" id="{B81AF6C4-99EF-44DC-A1E8-06CC896B2D43}"/>
              </a:ext>
            </a:extLst>
          </p:cNvPr>
          <p:cNvSpPr>
            <a:spLocks noGrp="1"/>
          </p:cNvSpPr>
          <p:nvPr/>
        </p:nvSpPr>
        <p:spPr>
          <a:xfrm>
            <a:off x="1301794" y="36954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2930">
            <a:extLst>
              <a:ext uri="{FF2B5EF4-FFF2-40B4-BE49-F238E27FC236}">
                <a16:creationId xmlns:a16="http://schemas.microsoft.com/office/drawing/2014/main" id="{EEF8EB71-3383-4A4A-BC2A-ECFF72DE2407}"/>
              </a:ext>
            </a:extLst>
          </p:cNvPr>
          <p:cNvSpPr>
            <a:spLocks noGrp="1"/>
          </p:cNvSpPr>
          <p:nvPr/>
        </p:nvSpPr>
        <p:spPr>
          <a:xfrm>
            <a:off x="1474294" y="3628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2931">
            <a:extLst>
              <a:ext uri="{FF2B5EF4-FFF2-40B4-BE49-F238E27FC236}">
                <a16:creationId xmlns:a16="http://schemas.microsoft.com/office/drawing/2014/main" id="{399624F1-9638-4E25-9603-7033BD7021BE}"/>
              </a:ext>
            </a:extLst>
          </p:cNvPr>
          <p:cNvSpPr>
            <a:spLocks noGrp="1"/>
          </p:cNvSpPr>
          <p:nvPr/>
        </p:nvSpPr>
        <p:spPr>
          <a:xfrm>
            <a:off x="1429681" y="34287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2932">
            <a:extLst>
              <a:ext uri="{FF2B5EF4-FFF2-40B4-BE49-F238E27FC236}">
                <a16:creationId xmlns:a16="http://schemas.microsoft.com/office/drawing/2014/main" id="{89893674-DBBC-4C1A-8008-A8ED1E0997BB}"/>
              </a:ext>
            </a:extLst>
          </p:cNvPr>
          <p:cNvSpPr>
            <a:spLocks noGrp="1"/>
          </p:cNvSpPr>
          <p:nvPr/>
        </p:nvSpPr>
        <p:spPr>
          <a:xfrm>
            <a:off x="1471413" y="37364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2933">
            <a:extLst>
              <a:ext uri="{FF2B5EF4-FFF2-40B4-BE49-F238E27FC236}">
                <a16:creationId xmlns:a16="http://schemas.microsoft.com/office/drawing/2014/main" id="{D0160019-2B01-4C9D-810A-F945DBBE8EBD}"/>
              </a:ext>
            </a:extLst>
          </p:cNvPr>
          <p:cNvSpPr>
            <a:spLocks noGrp="1"/>
          </p:cNvSpPr>
          <p:nvPr/>
        </p:nvSpPr>
        <p:spPr>
          <a:xfrm>
            <a:off x="1301605" y="3739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2934">
            <a:extLst>
              <a:ext uri="{FF2B5EF4-FFF2-40B4-BE49-F238E27FC236}">
                <a16:creationId xmlns:a16="http://schemas.microsoft.com/office/drawing/2014/main" id="{E5E36A72-F9CE-433D-B93A-5192D6F7FE70}"/>
              </a:ext>
            </a:extLst>
          </p:cNvPr>
          <p:cNvSpPr>
            <a:spLocks noGrp="1"/>
          </p:cNvSpPr>
          <p:nvPr/>
        </p:nvSpPr>
        <p:spPr>
          <a:xfrm>
            <a:off x="1441157" y="3482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2935">
            <a:extLst>
              <a:ext uri="{FF2B5EF4-FFF2-40B4-BE49-F238E27FC236}">
                <a16:creationId xmlns:a16="http://schemas.microsoft.com/office/drawing/2014/main" id="{E7C6478F-D037-4E01-B8DD-76F55FA0D8AB}"/>
              </a:ext>
            </a:extLst>
          </p:cNvPr>
          <p:cNvSpPr>
            <a:spLocks noGrp="1"/>
          </p:cNvSpPr>
          <p:nvPr/>
        </p:nvSpPr>
        <p:spPr>
          <a:xfrm>
            <a:off x="135053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2936">
            <a:extLst>
              <a:ext uri="{FF2B5EF4-FFF2-40B4-BE49-F238E27FC236}">
                <a16:creationId xmlns:a16="http://schemas.microsoft.com/office/drawing/2014/main" id="{01170BF1-AB41-4523-9FDE-354CC2175C53}"/>
              </a:ext>
            </a:extLst>
          </p:cNvPr>
          <p:cNvSpPr>
            <a:spLocks noGrp="1"/>
          </p:cNvSpPr>
          <p:nvPr/>
        </p:nvSpPr>
        <p:spPr>
          <a:xfrm>
            <a:off x="1379210" y="35929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2937">
            <a:extLst>
              <a:ext uri="{FF2B5EF4-FFF2-40B4-BE49-F238E27FC236}">
                <a16:creationId xmlns:a16="http://schemas.microsoft.com/office/drawing/2014/main" id="{ADA9551F-7D63-49A2-8E20-9A89CA1BBC1E}"/>
              </a:ext>
            </a:extLst>
          </p:cNvPr>
          <p:cNvSpPr>
            <a:spLocks noGrp="1"/>
          </p:cNvSpPr>
          <p:nvPr/>
        </p:nvSpPr>
        <p:spPr>
          <a:xfrm>
            <a:off x="140763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2938">
            <a:extLst>
              <a:ext uri="{FF2B5EF4-FFF2-40B4-BE49-F238E27FC236}">
                <a16:creationId xmlns:a16="http://schemas.microsoft.com/office/drawing/2014/main" id="{59E18BD7-7207-44C9-A7BE-9BF200637DCC}"/>
              </a:ext>
            </a:extLst>
          </p:cNvPr>
          <p:cNvSpPr>
            <a:spLocks noGrp="1"/>
          </p:cNvSpPr>
          <p:nvPr/>
        </p:nvSpPr>
        <p:spPr>
          <a:xfrm>
            <a:off x="1469865" y="3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2939">
            <a:extLst>
              <a:ext uri="{FF2B5EF4-FFF2-40B4-BE49-F238E27FC236}">
                <a16:creationId xmlns:a16="http://schemas.microsoft.com/office/drawing/2014/main" id="{7FE865E4-52CE-4128-846C-2ED75A7F7316}"/>
              </a:ext>
            </a:extLst>
          </p:cNvPr>
          <p:cNvSpPr>
            <a:spLocks noGrp="1"/>
          </p:cNvSpPr>
          <p:nvPr/>
        </p:nvSpPr>
        <p:spPr>
          <a:xfrm>
            <a:off x="132561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2940">
            <a:extLst>
              <a:ext uri="{FF2B5EF4-FFF2-40B4-BE49-F238E27FC236}">
                <a16:creationId xmlns:a16="http://schemas.microsoft.com/office/drawing/2014/main" id="{21ADB5CE-AECF-4618-84BA-D042357458E4}"/>
              </a:ext>
            </a:extLst>
          </p:cNvPr>
          <p:cNvSpPr>
            <a:spLocks noGrp="1"/>
          </p:cNvSpPr>
          <p:nvPr/>
        </p:nvSpPr>
        <p:spPr>
          <a:xfrm>
            <a:off x="1418598" y="3697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2941">
            <a:extLst>
              <a:ext uri="{FF2B5EF4-FFF2-40B4-BE49-F238E27FC236}">
                <a16:creationId xmlns:a16="http://schemas.microsoft.com/office/drawing/2014/main" id="{5F6BAFED-30E2-4105-B47C-1CBC89B3D474}"/>
              </a:ext>
            </a:extLst>
          </p:cNvPr>
          <p:cNvSpPr>
            <a:spLocks noGrp="1"/>
          </p:cNvSpPr>
          <p:nvPr/>
        </p:nvSpPr>
        <p:spPr>
          <a:xfrm>
            <a:off x="1385588" y="36848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2942">
            <a:extLst>
              <a:ext uri="{FF2B5EF4-FFF2-40B4-BE49-F238E27FC236}">
                <a16:creationId xmlns:a16="http://schemas.microsoft.com/office/drawing/2014/main" id="{85F616FC-62E4-4CFC-B009-A4A1B948A5A8}"/>
              </a:ext>
            </a:extLst>
          </p:cNvPr>
          <p:cNvSpPr>
            <a:spLocks noGrp="1"/>
          </p:cNvSpPr>
          <p:nvPr/>
        </p:nvSpPr>
        <p:spPr>
          <a:xfrm>
            <a:off x="1388393" y="3660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2943">
            <a:extLst>
              <a:ext uri="{FF2B5EF4-FFF2-40B4-BE49-F238E27FC236}">
                <a16:creationId xmlns:a16="http://schemas.microsoft.com/office/drawing/2014/main" id="{215C13EA-CB43-482A-AC99-EE9BF986950C}"/>
              </a:ext>
            </a:extLst>
          </p:cNvPr>
          <p:cNvSpPr>
            <a:spLocks noGrp="1"/>
          </p:cNvSpPr>
          <p:nvPr/>
        </p:nvSpPr>
        <p:spPr>
          <a:xfrm>
            <a:off x="1326502" y="36787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2944">
            <a:extLst>
              <a:ext uri="{FF2B5EF4-FFF2-40B4-BE49-F238E27FC236}">
                <a16:creationId xmlns:a16="http://schemas.microsoft.com/office/drawing/2014/main" id="{00E23844-72FA-4BB3-A862-F82F35912583}"/>
              </a:ext>
            </a:extLst>
          </p:cNvPr>
          <p:cNvSpPr>
            <a:spLocks noGrp="1"/>
          </p:cNvSpPr>
          <p:nvPr/>
        </p:nvSpPr>
        <p:spPr>
          <a:xfrm>
            <a:off x="1462260" y="37417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2945">
            <a:extLst>
              <a:ext uri="{FF2B5EF4-FFF2-40B4-BE49-F238E27FC236}">
                <a16:creationId xmlns:a16="http://schemas.microsoft.com/office/drawing/2014/main" id="{34B28EEF-28EB-4207-8419-4EA3090B2572}"/>
              </a:ext>
            </a:extLst>
          </p:cNvPr>
          <p:cNvSpPr>
            <a:spLocks noGrp="1"/>
          </p:cNvSpPr>
          <p:nvPr/>
        </p:nvSpPr>
        <p:spPr>
          <a:xfrm>
            <a:off x="1360656" y="3644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2946">
            <a:extLst>
              <a:ext uri="{FF2B5EF4-FFF2-40B4-BE49-F238E27FC236}">
                <a16:creationId xmlns:a16="http://schemas.microsoft.com/office/drawing/2014/main" id="{1FD895BE-1ECC-4072-A80C-7A6206FA5A49}"/>
              </a:ext>
            </a:extLst>
          </p:cNvPr>
          <p:cNvSpPr>
            <a:spLocks noGrp="1"/>
          </p:cNvSpPr>
          <p:nvPr/>
        </p:nvSpPr>
        <p:spPr>
          <a:xfrm>
            <a:off x="1471080" y="3717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2947">
            <a:extLst>
              <a:ext uri="{FF2B5EF4-FFF2-40B4-BE49-F238E27FC236}">
                <a16:creationId xmlns:a16="http://schemas.microsoft.com/office/drawing/2014/main" id="{A2250EB9-41D9-463B-A708-9F10755B744B}"/>
              </a:ext>
            </a:extLst>
          </p:cNvPr>
          <p:cNvSpPr>
            <a:spLocks noGrp="1"/>
          </p:cNvSpPr>
          <p:nvPr/>
        </p:nvSpPr>
        <p:spPr>
          <a:xfrm>
            <a:off x="137982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2948">
            <a:extLst>
              <a:ext uri="{FF2B5EF4-FFF2-40B4-BE49-F238E27FC236}">
                <a16:creationId xmlns:a16="http://schemas.microsoft.com/office/drawing/2014/main" id="{155C81B9-C647-4C7E-862A-9D3654ADEDF0}"/>
              </a:ext>
            </a:extLst>
          </p:cNvPr>
          <p:cNvSpPr>
            <a:spLocks noGrp="1"/>
          </p:cNvSpPr>
          <p:nvPr/>
        </p:nvSpPr>
        <p:spPr>
          <a:xfrm>
            <a:off x="137949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2949">
            <a:extLst>
              <a:ext uri="{FF2B5EF4-FFF2-40B4-BE49-F238E27FC236}">
                <a16:creationId xmlns:a16="http://schemas.microsoft.com/office/drawing/2014/main" id="{846507B6-DA14-419C-81F6-77E3B5F32AAA}"/>
              </a:ext>
            </a:extLst>
          </p:cNvPr>
          <p:cNvSpPr>
            <a:spLocks noGrp="1"/>
          </p:cNvSpPr>
          <p:nvPr/>
        </p:nvSpPr>
        <p:spPr>
          <a:xfrm>
            <a:off x="1419334" y="37210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2950">
            <a:extLst>
              <a:ext uri="{FF2B5EF4-FFF2-40B4-BE49-F238E27FC236}">
                <a16:creationId xmlns:a16="http://schemas.microsoft.com/office/drawing/2014/main" id="{537DF3B6-348C-43E9-A8F6-8CABC1859DEF}"/>
              </a:ext>
            </a:extLst>
          </p:cNvPr>
          <p:cNvSpPr>
            <a:spLocks noGrp="1"/>
          </p:cNvSpPr>
          <p:nvPr/>
        </p:nvSpPr>
        <p:spPr>
          <a:xfrm>
            <a:off x="1464128" y="29465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2951">
            <a:extLst>
              <a:ext uri="{FF2B5EF4-FFF2-40B4-BE49-F238E27FC236}">
                <a16:creationId xmlns:a16="http://schemas.microsoft.com/office/drawing/2014/main" id="{F3D2EC01-2F6B-4BE5-B939-F59A270D459C}"/>
              </a:ext>
            </a:extLst>
          </p:cNvPr>
          <p:cNvSpPr>
            <a:spLocks noGrp="1"/>
          </p:cNvSpPr>
          <p:nvPr/>
        </p:nvSpPr>
        <p:spPr>
          <a:xfrm>
            <a:off x="134251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952">
            <a:extLst>
              <a:ext uri="{FF2B5EF4-FFF2-40B4-BE49-F238E27FC236}">
                <a16:creationId xmlns:a16="http://schemas.microsoft.com/office/drawing/2014/main" id="{D6C988B0-4CC8-4E08-B9D1-C19F46C9E14F}"/>
              </a:ext>
            </a:extLst>
          </p:cNvPr>
          <p:cNvSpPr>
            <a:spLocks noGrp="1"/>
          </p:cNvSpPr>
          <p:nvPr/>
        </p:nvSpPr>
        <p:spPr>
          <a:xfrm>
            <a:off x="1414870" y="37389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953">
            <a:extLst>
              <a:ext uri="{FF2B5EF4-FFF2-40B4-BE49-F238E27FC236}">
                <a16:creationId xmlns:a16="http://schemas.microsoft.com/office/drawing/2014/main" id="{A1517231-7CE3-4317-98CA-7EDF2FB8AE04}"/>
              </a:ext>
            </a:extLst>
          </p:cNvPr>
          <p:cNvSpPr>
            <a:spLocks noGrp="1"/>
          </p:cNvSpPr>
          <p:nvPr/>
        </p:nvSpPr>
        <p:spPr>
          <a:xfrm>
            <a:off x="1371710" y="37074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954">
            <a:extLst>
              <a:ext uri="{FF2B5EF4-FFF2-40B4-BE49-F238E27FC236}">
                <a16:creationId xmlns:a16="http://schemas.microsoft.com/office/drawing/2014/main" id="{9FBE5805-124C-4D8A-A317-3D241669F58E}"/>
              </a:ext>
            </a:extLst>
          </p:cNvPr>
          <p:cNvSpPr>
            <a:spLocks noGrp="1"/>
          </p:cNvSpPr>
          <p:nvPr/>
        </p:nvSpPr>
        <p:spPr>
          <a:xfrm>
            <a:off x="141366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955">
            <a:extLst>
              <a:ext uri="{FF2B5EF4-FFF2-40B4-BE49-F238E27FC236}">
                <a16:creationId xmlns:a16="http://schemas.microsoft.com/office/drawing/2014/main" id="{5B084A7A-A647-4076-9056-5D6D912F1824}"/>
              </a:ext>
            </a:extLst>
          </p:cNvPr>
          <p:cNvSpPr>
            <a:spLocks noGrp="1"/>
          </p:cNvSpPr>
          <p:nvPr/>
        </p:nvSpPr>
        <p:spPr>
          <a:xfrm>
            <a:off x="1461697" y="37036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956">
            <a:extLst>
              <a:ext uri="{FF2B5EF4-FFF2-40B4-BE49-F238E27FC236}">
                <a16:creationId xmlns:a16="http://schemas.microsoft.com/office/drawing/2014/main" id="{83FE87ED-E917-48E4-BA70-B12DCCDC5F4B}"/>
              </a:ext>
            </a:extLst>
          </p:cNvPr>
          <p:cNvSpPr>
            <a:spLocks noGrp="1"/>
          </p:cNvSpPr>
          <p:nvPr/>
        </p:nvSpPr>
        <p:spPr>
          <a:xfrm>
            <a:off x="1332980" y="37248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957">
            <a:extLst>
              <a:ext uri="{FF2B5EF4-FFF2-40B4-BE49-F238E27FC236}">
                <a16:creationId xmlns:a16="http://schemas.microsoft.com/office/drawing/2014/main" id="{148389AC-DE70-4BF1-AD72-574DCEA58447}"/>
              </a:ext>
            </a:extLst>
          </p:cNvPr>
          <p:cNvSpPr>
            <a:spLocks noGrp="1"/>
          </p:cNvSpPr>
          <p:nvPr/>
        </p:nvSpPr>
        <p:spPr>
          <a:xfrm>
            <a:off x="13814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958">
            <a:extLst>
              <a:ext uri="{FF2B5EF4-FFF2-40B4-BE49-F238E27FC236}">
                <a16:creationId xmlns:a16="http://schemas.microsoft.com/office/drawing/2014/main" id="{AFF87BC1-DF69-4151-A64C-985066F11928}"/>
              </a:ext>
            </a:extLst>
          </p:cNvPr>
          <p:cNvSpPr>
            <a:spLocks noGrp="1"/>
          </p:cNvSpPr>
          <p:nvPr/>
        </p:nvSpPr>
        <p:spPr>
          <a:xfrm>
            <a:off x="131452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959">
            <a:extLst>
              <a:ext uri="{FF2B5EF4-FFF2-40B4-BE49-F238E27FC236}">
                <a16:creationId xmlns:a16="http://schemas.microsoft.com/office/drawing/2014/main" id="{0326DB62-E050-4F5E-B076-2F4774EFEC46}"/>
              </a:ext>
            </a:extLst>
          </p:cNvPr>
          <p:cNvSpPr>
            <a:spLocks noGrp="1"/>
          </p:cNvSpPr>
          <p:nvPr/>
        </p:nvSpPr>
        <p:spPr>
          <a:xfrm>
            <a:off x="140796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960">
            <a:extLst>
              <a:ext uri="{FF2B5EF4-FFF2-40B4-BE49-F238E27FC236}">
                <a16:creationId xmlns:a16="http://schemas.microsoft.com/office/drawing/2014/main" id="{C7FB063E-B35F-4E4A-B61A-F7F15F134EE7}"/>
              </a:ext>
            </a:extLst>
          </p:cNvPr>
          <p:cNvSpPr>
            <a:spLocks noGrp="1"/>
          </p:cNvSpPr>
          <p:nvPr/>
        </p:nvSpPr>
        <p:spPr>
          <a:xfrm>
            <a:off x="135947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961">
            <a:extLst>
              <a:ext uri="{FF2B5EF4-FFF2-40B4-BE49-F238E27FC236}">
                <a16:creationId xmlns:a16="http://schemas.microsoft.com/office/drawing/2014/main" id="{703395D5-37F6-4629-9876-3B7A533B820A}"/>
              </a:ext>
            </a:extLst>
          </p:cNvPr>
          <p:cNvSpPr>
            <a:spLocks noGrp="1"/>
          </p:cNvSpPr>
          <p:nvPr/>
        </p:nvSpPr>
        <p:spPr>
          <a:xfrm>
            <a:off x="1374980" y="37022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962">
            <a:extLst>
              <a:ext uri="{FF2B5EF4-FFF2-40B4-BE49-F238E27FC236}">
                <a16:creationId xmlns:a16="http://schemas.microsoft.com/office/drawing/2014/main" id="{48A665EE-EF11-4D13-A907-36FD712119E0}"/>
              </a:ext>
            </a:extLst>
          </p:cNvPr>
          <p:cNvSpPr>
            <a:spLocks noGrp="1"/>
          </p:cNvSpPr>
          <p:nvPr/>
        </p:nvSpPr>
        <p:spPr>
          <a:xfrm>
            <a:off x="135948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963">
            <a:extLst>
              <a:ext uri="{FF2B5EF4-FFF2-40B4-BE49-F238E27FC236}">
                <a16:creationId xmlns:a16="http://schemas.microsoft.com/office/drawing/2014/main" id="{A73386B9-6E2B-4A01-8D58-9A0199527701}"/>
              </a:ext>
            </a:extLst>
          </p:cNvPr>
          <p:cNvSpPr>
            <a:spLocks noGrp="1"/>
          </p:cNvSpPr>
          <p:nvPr/>
        </p:nvSpPr>
        <p:spPr>
          <a:xfrm>
            <a:off x="1351639" y="36758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964">
            <a:extLst>
              <a:ext uri="{FF2B5EF4-FFF2-40B4-BE49-F238E27FC236}">
                <a16:creationId xmlns:a16="http://schemas.microsoft.com/office/drawing/2014/main" id="{529FBF36-A2D1-4488-80D9-F1A12C1A888C}"/>
              </a:ext>
            </a:extLst>
          </p:cNvPr>
          <p:cNvSpPr>
            <a:spLocks noGrp="1"/>
          </p:cNvSpPr>
          <p:nvPr/>
        </p:nvSpPr>
        <p:spPr>
          <a:xfrm>
            <a:off x="1436674" y="3724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965">
            <a:extLst>
              <a:ext uri="{FF2B5EF4-FFF2-40B4-BE49-F238E27FC236}">
                <a16:creationId xmlns:a16="http://schemas.microsoft.com/office/drawing/2014/main" id="{B47A2D1B-096F-499D-A7F9-307C04C66BF9}"/>
              </a:ext>
            </a:extLst>
          </p:cNvPr>
          <p:cNvSpPr>
            <a:spLocks noGrp="1"/>
          </p:cNvSpPr>
          <p:nvPr/>
        </p:nvSpPr>
        <p:spPr>
          <a:xfrm>
            <a:off x="1369819" y="36882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966">
            <a:extLst>
              <a:ext uri="{FF2B5EF4-FFF2-40B4-BE49-F238E27FC236}">
                <a16:creationId xmlns:a16="http://schemas.microsoft.com/office/drawing/2014/main" id="{8A0FFD5B-27EF-4929-A73D-F99B234AAD6A}"/>
              </a:ext>
            </a:extLst>
          </p:cNvPr>
          <p:cNvSpPr>
            <a:spLocks noGrp="1"/>
          </p:cNvSpPr>
          <p:nvPr/>
        </p:nvSpPr>
        <p:spPr>
          <a:xfrm>
            <a:off x="1455484" y="36861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967">
            <a:extLst>
              <a:ext uri="{FF2B5EF4-FFF2-40B4-BE49-F238E27FC236}">
                <a16:creationId xmlns:a16="http://schemas.microsoft.com/office/drawing/2014/main" id="{3A42B1BC-DE97-4569-9651-10036699B669}"/>
              </a:ext>
            </a:extLst>
          </p:cNvPr>
          <p:cNvSpPr>
            <a:spLocks noGrp="1"/>
          </p:cNvSpPr>
          <p:nvPr/>
        </p:nvSpPr>
        <p:spPr>
          <a:xfrm>
            <a:off x="1354552" y="32576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968">
            <a:extLst>
              <a:ext uri="{FF2B5EF4-FFF2-40B4-BE49-F238E27FC236}">
                <a16:creationId xmlns:a16="http://schemas.microsoft.com/office/drawing/2014/main" id="{FC75FBC0-35EF-44DE-8C35-2C22BB767AA8}"/>
              </a:ext>
            </a:extLst>
          </p:cNvPr>
          <p:cNvSpPr>
            <a:spLocks noGrp="1"/>
          </p:cNvSpPr>
          <p:nvPr/>
        </p:nvSpPr>
        <p:spPr>
          <a:xfrm>
            <a:off x="1318330" y="3730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969">
            <a:extLst>
              <a:ext uri="{FF2B5EF4-FFF2-40B4-BE49-F238E27FC236}">
                <a16:creationId xmlns:a16="http://schemas.microsoft.com/office/drawing/2014/main" id="{A49AC803-76DF-4DC0-B31D-EBA3EE96B5DC}"/>
              </a:ext>
            </a:extLst>
          </p:cNvPr>
          <p:cNvSpPr>
            <a:spLocks noGrp="1"/>
          </p:cNvSpPr>
          <p:nvPr/>
        </p:nvSpPr>
        <p:spPr>
          <a:xfrm>
            <a:off x="130764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970">
            <a:extLst>
              <a:ext uri="{FF2B5EF4-FFF2-40B4-BE49-F238E27FC236}">
                <a16:creationId xmlns:a16="http://schemas.microsoft.com/office/drawing/2014/main" id="{C57B7014-7F59-4D3D-AB43-0BB21C1102BB}"/>
              </a:ext>
            </a:extLst>
          </p:cNvPr>
          <p:cNvSpPr>
            <a:spLocks noGrp="1"/>
          </p:cNvSpPr>
          <p:nvPr/>
        </p:nvSpPr>
        <p:spPr>
          <a:xfrm>
            <a:off x="1427096" y="37363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971">
            <a:extLst>
              <a:ext uri="{FF2B5EF4-FFF2-40B4-BE49-F238E27FC236}">
                <a16:creationId xmlns:a16="http://schemas.microsoft.com/office/drawing/2014/main" id="{23BC4173-971C-4124-832A-D95AE4F06F06}"/>
              </a:ext>
            </a:extLst>
          </p:cNvPr>
          <p:cNvSpPr>
            <a:spLocks noGrp="1"/>
          </p:cNvSpPr>
          <p:nvPr/>
        </p:nvSpPr>
        <p:spPr>
          <a:xfrm>
            <a:off x="1441197" y="37450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972">
            <a:extLst>
              <a:ext uri="{FF2B5EF4-FFF2-40B4-BE49-F238E27FC236}">
                <a16:creationId xmlns:a16="http://schemas.microsoft.com/office/drawing/2014/main" id="{448E94F3-F830-4996-9CF1-8029869651E0}"/>
              </a:ext>
            </a:extLst>
          </p:cNvPr>
          <p:cNvSpPr>
            <a:spLocks noGrp="1"/>
          </p:cNvSpPr>
          <p:nvPr/>
        </p:nvSpPr>
        <p:spPr>
          <a:xfrm>
            <a:off x="1456126" y="35393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973">
            <a:extLst>
              <a:ext uri="{FF2B5EF4-FFF2-40B4-BE49-F238E27FC236}">
                <a16:creationId xmlns:a16="http://schemas.microsoft.com/office/drawing/2014/main" id="{34A34C82-9102-4680-BC85-53CD5E45ED5A}"/>
              </a:ext>
            </a:extLst>
          </p:cNvPr>
          <p:cNvSpPr>
            <a:spLocks noGrp="1"/>
          </p:cNvSpPr>
          <p:nvPr/>
        </p:nvSpPr>
        <p:spPr>
          <a:xfrm>
            <a:off x="139849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974">
            <a:extLst>
              <a:ext uri="{FF2B5EF4-FFF2-40B4-BE49-F238E27FC236}">
                <a16:creationId xmlns:a16="http://schemas.microsoft.com/office/drawing/2014/main" id="{7036C011-C9BB-4E76-811B-AB15993D1402}"/>
              </a:ext>
            </a:extLst>
          </p:cNvPr>
          <p:cNvSpPr>
            <a:spLocks noGrp="1"/>
          </p:cNvSpPr>
          <p:nvPr/>
        </p:nvSpPr>
        <p:spPr>
          <a:xfrm>
            <a:off x="1394082" y="36433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975">
            <a:extLst>
              <a:ext uri="{FF2B5EF4-FFF2-40B4-BE49-F238E27FC236}">
                <a16:creationId xmlns:a16="http://schemas.microsoft.com/office/drawing/2014/main" id="{FD5C20B6-F124-4F05-B4E3-7B1FC1019466}"/>
              </a:ext>
            </a:extLst>
          </p:cNvPr>
          <p:cNvSpPr>
            <a:spLocks noGrp="1"/>
          </p:cNvSpPr>
          <p:nvPr/>
        </p:nvSpPr>
        <p:spPr>
          <a:xfrm>
            <a:off x="1654909" y="240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976">
            <a:extLst>
              <a:ext uri="{FF2B5EF4-FFF2-40B4-BE49-F238E27FC236}">
                <a16:creationId xmlns:a16="http://schemas.microsoft.com/office/drawing/2014/main" id="{3B2C5F56-B46E-49E7-B63C-085F91B122BB}"/>
              </a:ext>
            </a:extLst>
          </p:cNvPr>
          <p:cNvSpPr>
            <a:spLocks noGrp="1"/>
          </p:cNvSpPr>
          <p:nvPr/>
        </p:nvSpPr>
        <p:spPr>
          <a:xfrm>
            <a:off x="1765782" y="209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977">
            <a:extLst>
              <a:ext uri="{FF2B5EF4-FFF2-40B4-BE49-F238E27FC236}">
                <a16:creationId xmlns:a16="http://schemas.microsoft.com/office/drawing/2014/main" id="{AA9165FB-10E8-4054-8EE5-253D5B66975F}"/>
              </a:ext>
            </a:extLst>
          </p:cNvPr>
          <p:cNvSpPr>
            <a:spLocks noGrp="1"/>
          </p:cNvSpPr>
          <p:nvPr/>
        </p:nvSpPr>
        <p:spPr>
          <a:xfrm>
            <a:off x="1760841" y="22942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978">
            <a:extLst>
              <a:ext uri="{FF2B5EF4-FFF2-40B4-BE49-F238E27FC236}">
                <a16:creationId xmlns:a16="http://schemas.microsoft.com/office/drawing/2014/main" id="{FC762FC7-5AFA-4EAC-A90B-2C6E42513533}"/>
              </a:ext>
            </a:extLst>
          </p:cNvPr>
          <p:cNvSpPr>
            <a:spLocks noGrp="1"/>
          </p:cNvSpPr>
          <p:nvPr/>
        </p:nvSpPr>
        <p:spPr>
          <a:xfrm>
            <a:off x="1698316" y="3545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979">
            <a:extLst>
              <a:ext uri="{FF2B5EF4-FFF2-40B4-BE49-F238E27FC236}">
                <a16:creationId xmlns:a16="http://schemas.microsoft.com/office/drawing/2014/main" id="{BC09F058-406A-4B5B-9AD5-3630CD12117C}"/>
              </a:ext>
            </a:extLst>
          </p:cNvPr>
          <p:cNvSpPr>
            <a:spLocks noGrp="1"/>
          </p:cNvSpPr>
          <p:nvPr/>
        </p:nvSpPr>
        <p:spPr>
          <a:xfrm>
            <a:off x="1729501" y="24083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980">
            <a:extLst>
              <a:ext uri="{FF2B5EF4-FFF2-40B4-BE49-F238E27FC236}">
                <a16:creationId xmlns:a16="http://schemas.microsoft.com/office/drawing/2014/main" id="{AD69EDDA-5F0C-4922-8031-0025B660FAA2}"/>
              </a:ext>
            </a:extLst>
          </p:cNvPr>
          <p:cNvSpPr>
            <a:spLocks noGrp="1"/>
          </p:cNvSpPr>
          <p:nvPr/>
        </p:nvSpPr>
        <p:spPr>
          <a:xfrm>
            <a:off x="1595505" y="26457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981">
            <a:extLst>
              <a:ext uri="{FF2B5EF4-FFF2-40B4-BE49-F238E27FC236}">
                <a16:creationId xmlns:a16="http://schemas.microsoft.com/office/drawing/2014/main" id="{840E5D14-2D7F-49A7-85D8-FD38AE811A08}"/>
              </a:ext>
            </a:extLst>
          </p:cNvPr>
          <p:cNvSpPr>
            <a:spLocks noGrp="1"/>
          </p:cNvSpPr>
          <p:nvPr/>
        </p:nvSpPr>
        <p:spPr>
          <a:xfrm>
            <a:off x="1641178" y="2175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982">
            <a:extLst>
              <a:ext uri="{FF2B5EF4-FFF2-40B4-BE49-F238E27FC236}">
                <a16:creationId xmlns:a16="http://schemas.microsoft.com/office/drawing/2014/main" id="{89FEE607-3CAF-4E40-9656-5741BDFD8606}"/>
              </a:ext>
            </a:extLst>
          </p:cNvPr>
          <p:cNvSpPr>
            <a:spLocks noGrp="1"/>
          </p:cNvSpPr>
          <p:nvPr/>
        </p:nvSpPr>
        <p:spPr>
          <a:xfrm>
            <a:off x="1627348" y="22113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983">
            <a:extLst>
              <a:ext uri="{FF2B5EF4-FFF2-40B4-BE49-F238E27FC236}">
                <a16:creationId xmlns:a16="http://schemas.microsoft.com/office/drawing/2014/main" id="{3ACB0AE7-7E9F-4B98-8DDC-9690F9234709}"/>
              </a:ext>
            </a:extLst>
          </p:cNvPr>
          <p:cNvSpPr>
            <a:spLocks noGrp="1"/>
          </p:cNvSpPr>
          <p:nvPr/>
        </p:nvSpPr>
        <p:spPr>
          <a:xfrm>
            <a:off x="1648379" y="269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984">
            <a:extLst>
              <a:ext uri="{FF2B5EF4-FFF2-40B4-BE49-F238E27FC236}">
                <a16:creationId xmlns:a16="http://schemas.microsoft.com/office/drawing/2014/main" id="{BC47EDFB-2764-49EF-B6CA-8D6D3B2D7166}"/>
              </a:ext>
            </a:extLst>
          </p:cNvPr>
          <p:cNvSpPr>
            <a:spLocks noGrp="1"/>
          </p:cNvSpPr>
          <p:nvPr/>
        </p:nvSpPr>
        <p:spPr>
          <a:xfrm>
            <a:off x="1597236" y="21143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985">
            <a:extLst>
              <a:ext uri="{FF2B5EF4-FFF2-40B4-BE49-F238E27FC236}">
                <a16:creationId xmlns:a16="http://schemas.microsoft.com/office/drawing/2014/main" id="{2E80C4F6-C1CB-4FD8-9F40-9E18BBB6D00F}"/>
              </a:ext>
            </a:extLst>
          </p:cNvPr>
          <p:cNvSpPr>
            <a:spLocks noGrp="1"/>
          </p:cNvSpPr>
          <p:nvPr/>
        </p:nvSpPr>
        <p:spPr>
          <a:xfrm>
            <a:off x="1743317" y="29117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986">
            <a:extLst>
              <a:ext uri="{FF2B5EF4-FFF2-40B4-BE49-F238E27FC236}">
                <a16:creationId xmlns:a16="http://schemas.microsoft.com/office/drawing/2014/main" id="{1CD99A28-3B3F-43FE-B4A5-80086794EDE2}"/>
              </a:ext>
            </a:extLst>
          </p:cNvPr>
          <p:cNvSpPr>
            <a:spLocks noGrp="1"/>
          </p:cNvSpPr>
          <p:nvPr/>
        </p:nvSpPr>
        <p:spPr>
          <a:xfrm>
            <a:off x="1666259" y="26620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987">
            <a:extLst>
              <a:ext uri="{FF2B5EF4-FFF2-40B4-BE49-F238E27FC236}">
                <a16:creationId xmlns:a16="http://schemas.microsoft.com/office/drawing/2014/main" id="{6286EDCC-FBFF-4AF5-8FF0-9F4521D38476}"/>
              </a:ext>
            </a:extLst>
          </p:cNvPr>
          <p:cNvSpPr>
            <a:spLocks noGrp="1"/>
          </p:cNvSpPr>
          <p:nvPr/>
        </p:nvSpPr>
        <p:spPr>
          <a:xfrm>
            <a:off x="1707883" y="2766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988">
            <a:extLst>
              <a:ext uri="{FF2B5EF4-FFF2-40B4-BE49-F238E27FC236}">
                <a16:creationId xmlns:a16="http://schemas.microsoft.com/office/drawing/2014/main" id="{F3D6CB3F-D778-45EF-AE7D-0B669D30FD92}"/>
              </a:ext>
            </a:extLst>
          </p:cNvPr>
          <p:cNvSpPr>
            <a:spLocks noGrp="1"/>
          </p:cNvSpPr>
          <p:nvPr/>
        </p:nvSpPr>
        <p:spPr>
          <a:xfrm>
            <a:off x="1622205" y="24922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989">
            <a:extLst>
              <a:ext uri="{FF2B5EF4-FFF2-40B4-BE49-F238E27FC236}">
                <a16:creationId xmlns:a16="http://schemas.microsoft.com/office/drawing/2014/main" id="{7D0627F5-E5F7-45CB-8589-3B3C36F8C139}"/>
              </a:ext>
            </a:extLst>
          </p:cNvPr>
          <p:cNvSpPr>
            <a:spLocks noGrp="1"/>
          </p:cNvSpPr>
          <p:nvPr/>
        </p:nvSpPr>
        <p:spPr>
          <a:xfrm>
            <a:off x="1670517" y="2203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990">
            <a:extLst>
              <a:ext uri="{FF2B5EF4-FFF2-40B4-BE49-F238E27FC236}">
                <a16:creationId xmlns:a16="http://schemas.microsoft.com/office/drawing/2014/main" id="{83DC4E73-E53B-4B29-BFB8-2C50F0F6853C}"/>
              </a:ext>
            </a:extLst>
          </p:cNvPr>
          <p:cNvSpPr>
            <a:spLocks noGrp="1"/>
          </p:cNvSpPr>
          <p:nvPr/>
        </p:nvSpPr>
        <p:spPr>
          <a:xfrm>
            <a:off x="1644332" y="2247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991">
            <a:extLst>
              <a:ext uri="{FF2B5EF4-FFF2-40B4-BE49-F238E27FC236}">
                <a16:creationId xmlns:a16="http://schemas.microsoft.com/office/drawing/2014/main" id="{2E4F561C-6C1B-43B9-AD9C-481D9AB37AB0}"/>
              </a:ext>
            </a:extLst>
          </p:cNvPr>
          <p:cNvSpPr>
            <a:spLocks noGrp="1"/>
          </p:cNvSpPr>
          <p:nvPr/>
        </p:nvSpPr>
        <p:spPr>
          <a:xfrm>
            <a:off x="1613663" y="2776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992">
            <a:extLst>
              <a:ext uri="{FF2B5EF4-FFF2-40B4-BE49-F238E27FC236}">
                <a16:creationId xmlns:a16="http://schemas.microsoft.com/office/drawing/2014/main" id="{8D35C38A-FF14-457C-8192-9B466F4D1DEC}"/>
              </a:ext>
            </a:extLst>
          </p:cNvPr>
          <p:cNvSpPr>
            <a:spLocks noGrp="1"/>
          </p:cNvSpPr>
          <p:nvPr/>
        </p:nvSpPr>
        <p:spPr>
          <a:xfrm>
            <a:off x="1608564" y="2796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993">
            <a:extLst>
              <a:ext uri="{FF2B5EF4-FFF2-40B4-BE49-F238E27FC236}">
                <a16:creationId xmlns:a16="http://schemas.microsoft.com/office/drawing/2014/main" id="{98B81F33-F60F-42FD-B6A6-5618F6ED8866}"/>
              </a:ext>
            </a:extLst>
          </p:cNvPr>
          <p:cNvSpPr>
            <a:spLocks noGrp="1"/>
          </p:cNvSpPr>
          <p:nvPr/>
        </p:nvSpPr>
        <p:spPr>
          <a:xfrm>
            <a:off x="1743024" y="26783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994">
            <a:extLst>
              <a:ext uri="{FF2B5EF4-FFF2-40B4-BE49-F238E27FC236}">
                <a16:creationId xmlns:a16="http://schemas.microsoft.com/office/drawing/2014/main" id="{844327AF-2689-4082-8C94-0E110DE74EA6}"/>
              </a:ext>
            </a:extLst>
          </p:cNvPr>
          <p:cNvSpPr>
            <a:spLocks noGrp="1"/>
          </p:cNvSpPr>
          <p:nvPr/>
        </p:nvSpPr>
        <p:spPr>
          <a:xfrm>
            <a:off x="1684402" y="25900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995">
            <a:extLst>
              <a:ext uri="{FF2B5EF4-FFF2-40B4-BE49-F238E27FC236}">
                <a16:creationId xmlns:a16="http://schemas.microsoft.com/office/drawing/2014/main" id="{6AD2AF7D-481C-4C32-BD32-FC5E09DCA443}"/>
              </a:ext>
            </a:extLst>
          </p:cNvPr>
          <p:cNvSpPr>
            <a:spLocks noGrp="1"/>
          </p:cNvSpPr>
          <p:nvPr/>
        </p:nvSpPr>
        <p:spPr>
          <a:xfrm>
            <a:off x="1650124" y="32950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996">
            <a:extLst>
              <a:ext uri="{FF2B5EF4-FFF2-40B4-BE49-F238E27FC236}">
                <a16:creationId xmlns:a16="http://schemas.microsoft.com/office/drawing/2014/main" id="{4F40E7CD-AFCB-4C3C-BC1C-A6221A1E7E51}"/>
              </a:ext>
            </a:extLst>
          </p:cNvPr>
          <p:cNvSpPr>
            <a:spLocks noGrp="1"/>
          </p:cNvSpPr>
          <p:nvPr/>
        </p:nvSpPr>
        <p:spPr>
          <a:xfrm>
            <a:off x="1742526" y="28895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997">
            <a:extLst>
              <a:ext uri="{FF2B5EF4-FFF2-40B4-BE49-F238E27FC236}">
                <a16:creationId xmlns:a16="http://schemas.microsoft.com/office/drawing/2014/main" id="{C9D98B82-09D9-41AE-BBAA-B193DFBAB151}"/>
              </a:ext>
            </a:extLst>
          </p:cNvPr>
          <p:cNvSpPr>
            <a:spLocks noGrp="1"/>
          </p:cNvSpPr>
          <p:nvPr/>
        </p:nvSpPr>
        <p:spPr>
          <a:xfrm>
            <a:off x="1619419" y="2681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998">
            <a:extLst>
              <a:ext uri="{FF2B5EF4-FFF2-40B4-BE49-F238E27FC236}">
                <a16:creationId xmlns:a16="http://schemas.microsoft.com/office/drawing/2014/main" id="{A779FFBE-0184-46DF-B234-F765D5E8F099}"/>
              </a:ext>
            </a:extLst>
          </p:cNvPr>
          <p:cNvSpPr>
            <a:spLocks noGrp="1"/>
          </p:cNvSpPr>
          <p:nvPr/>
        </p:nvSpPr>
        <p:spPr>
          <a:xfrm>
            <a:off x="1603527" y="2146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999">
            <a:extLst>
              <a:ext uri="{FF2B5EF4-FFF2-40B4-BE49-F238E27FC236}">
                <a16:creationId xmlns:a16="http://schemas.microsoft.com/office/drawing/2014/main" id="{48CFF1F5-F9A6-4F02-B167-ECF56C0FDF04}"/>
              </a:ext>
            </a:extLst>
          </p:cNvPr>
          <p:cNvSpPr>
            <a:spLocks noGrp="1"/>
          </p:cNvSpPr>
          <p:nvPr/>
        </p:nvSpPr>
        <p:spPr>
          <a:xfrm>
            <a:off x="1652959" y="3488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3000">
            <a:extLst>
              <a:ext uri="{FF2B5EF4-FFF2-40B4-BE49-F238E27FC236}">
                <a16:creationId xmlns:a16="http://schemas.microsoft.com/office/drawing/2014/main" id="{60061963-CA55-451A-AE9A-03A2A8DC6244}"/>
              </a:ext>
            </a:extLst>
          </p:cNvPr>
          <p:cNvSpPr>
            <a:spLocks noGrp="1"/>
          </p:cNvSpPr>
          <p:nvPr/>
        </p:nvSpPr>
        <p:spPr>
          <a:xfrm>
            <a:off x="161329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3001">
            <a:extLst>
              <a:ext uri="{FF2B5EF4-FFF2-40B4-BE49-F238E27FC236}">
                <a16:creationId xmlns:a16="http://schemas.microsoft.com/office/drawing/2014/main" id="{F06264B7-641A-44D5-9C3E-236B6B39409E}"/>
              </a:ext>
            </a:extLst>
          </p:cNvPr>
          <p:cNvSpPr>
            <a:spLocks noGrp="1"/>
          </p:cNvSpPr>
          <p:nvPr/>
        </p:nvSpPr>
        <p:spPr>
          <a:xfrm>
            <a:off x="1709440" y="30924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3002">
            <a:extLst>
              <a:ext uri="{FF2B5EF4-FFF2-40B4-BE49-F238E27FC236}">
                <a16:creationId xmlns:a16="http://schemas.microsoft.com/office/drawing/2014/main" id="{AFA3C7F7-4ED2-4554-82FF-923937FB8E6B}"/>
              </a:ext>
            </a:extLst>
          </p:cNvPr>
          <p:cNvSpPr>
            <a:spLocks noGrp="1"/>
          </p:cNvSpPr>
          <p:nvPr/>
        </p:nvSpPr>
        <p:spPr>
          <a:xfrm>
            <a:off x="1602847" y="32147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3003">
            <a:extLst>
              <a:ext uri="{FF2B5EF4-FFF2-40B4-BE49-F238E27FC236}">
                <a16:creationId xmlns:a16="http://schemas.microsoft.com/office/drawing/2014/main" id="{E409D0D0-410B-488E-9079-575F0C1EE178}"/>
              </a:ext>
            </a:extLst>
          </p:cNvPr>
          <p:cNvSpPr>
            <a:spLocks noGrp="1"/>
          </p:cNvSpPr>
          <p:nvPr/>
        </p:nvSpPr>
        <p:spPr>
          <a:xfrm>
            <a:off x="1661352" y="2120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3004">
            <a:extLst>
              <a:ext uri="{FF2B5EF4-FFF2-40B4-BE49-F238E27FC236}">
                <a16:creationId xmlns:a16="http://schemas.microsoft.com/office/drawing/2014/main" id="{FAE3CF4A-7777-46C8-8E9B-04B0B5D357C1}"/>
              </a:ext>
            </a:extLst>
          </p:cNvPr>
          <p:cNvSpPr>
            <a:spLocks noGrp="1"/>
          </p:cNvSpPr>
          <p:nvPr/>
        </p:nvSpPr>
        <p:spPr>
          <a:xfrm>
            <a:off x="1669432" y="2119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3005">
            <a:extLst>
              <a:ext uri="{FF2B5EF4-FFF2-40B4-BE49-F238E27FC236}">
                <a16:creationId xmlns:a16="http://schemas.microsoft.com/office/drawing/2014/main" id="{87EC155B-F600-4E46-9D3F-A3F40E239C08}"/>
              </a:ext>
            </a:extLst>
          </p:cNvPr>
          <p:cNvSpPr>
            <a:spLocks noGrp="1"/>
          </p:cNvSpPr>
          <p:nvPr/>
        </p:nvSpPr>
        <p:spPr>
          <a:xfrm>
            <a:off x="173518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3006">
            <a:extLst>
              <a:ext uri="{FF2B5EF4-FFF2-40B4-BE49-F238E27FC236}">
                <a16:creationId xmlns:a16="http://schemas.microsoft.com/office/drawing/2014/main" id="{88C9448F-6807-4C1E-82C6-5522173322FA}"/>
              </a:ext>
            </a:extLst>
          </p:cNvPr>
          <p:cNvSpPr>
            <a:spLocks noGrp="1"/>
          </p:cNvSpPr>
          <p:nvPr/>
        </p:nvSpPr>
        <p:spPr>
          <a:xfrm>
            <a:off x="1693761" y="2793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3007">
            <a:extLst>
              <a:ext uri="{FF2B5EF4-FFF2-40B4-BE49-F238E27FC236}">
                <a16:creationId xmlns:a16="http://schemas.microsoft.com/office/drawing/2014/main" id="{1ABE1184-E562-4D05-B869-91AD9A29441A}"/>
              </a:ext>
            </a:extLst>
          </p:cNvPr>
          <p:cNvSpPr>
            <a:spLocks noGrp="1"/>
          </p:cNvSpPr>
          <p:nvPr/>
        </p:nvSpPr>
        <p:spPr>
          <a:xfrm>
            <a:off x="164112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3008">
            <a:extLst>
              <a:ext uri="{FF2B5EF4-FFF2-40B4-BE49-F238E27FC236}">
                <a16:creationId xmlns:a16="http://schemas.microsoft.com/office/drawing/2014/main" id="{CCC53E73-13CD-4C1F-BB9A-9184EBA758F6}"/>
              </a:ext>
            </a:extLst>
          </p:cNvPr>
          <p:cNvSpPr>
            <a:spLocks noGrp="1"/>
          </p:cNvSpPr>
          <p:nvPr/>
        </p:nvSpPr>
        <p:spPr>
          <a:xfrm>
            <a:off x="1596063" y="28938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3009">
            <a:extLst>
              <a:ext uri="{FF2B5EF4-FFF2-40B4-BE49-F238E27FC236}">
                <a16:creationId xmlns:a16="http://schemas.microsoft.com/office/drawing/2014/main" id="{D4254607-1932-442B-B31E-0A1A73203405}"/>
              </a:ext>
            </a:extLst>
          </p:cNvPr>
          <p:cNvSpPr>
            <a:spLocks noGrp="1"/>
          </p:cNvSpPr>
          <p:nvPr/>
        </p:nvSpPr>
        <p:spPr>
          <a:xfrm>
            <a:off x="1590278" y="2509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3010">
            <a:extLst>
              <a:ext uri="{FF2B5EF4-FFF2-40B4-BE49-F238E27FC236}">
                <a16:creationId xmlns:a16="http://schemas.microsoft.com/office/drawing/2014/main" id="{9EDA6F16-EB3F-4866-970C-A0B51F022E05}"/>
              </a:ext>
            </a:extLst>
          </p:cNvPr>
          <p:cNvSpPr>
            <a:spLocks noGrp="1"/>
          </p:cNvSpPr>
          <p:nvPr/>
        </p:nvSpPr>
        <p:spPr>
          <a:xfrm>
            <a:off x="161611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3011">
            <a:extLst>
              <a:ext uri="{FF2B5EF4-FFF2-40B4-BE49-F238E27FC236}">
                <a16:creationId xmlns:a16="http://schemas.microsoft.com/office/drawing/2014/main" id="{A828FBE6-B54D-4926-9258-284BDB8CE1AB}"/>
              </a:ext>
            </a:extLst>
          </p:cNvPr>
          <p:cNvSpPr>
            <a:spLocks noGrp="1"/>
          </p:cNvSpPr>
          <p:nvPr/>
        </p:nvSpPr>
        <p:spPr>
          <a:xfrm>
            <a:off x="163599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3012">
            <a:extLst>
              <a:ext uri="{FF2B5EF4-FFF2-40B4-BE49-F238E27FC236}">
                <a16:creationId xmlns:a16="http://schemas.microsoft.com/office/drawing/2014/main" id="{D86C36A5-1CB5-4ADD-935F-ABC3343B2D8A}"/>
              </a:ext>
            </a:extLst>
          </p:cNvPr>
          <p:cNvSpPr>
            <a:spLocks noGrp="1"/>
          </p:cNvSpPr>
          <p:nvPr/>
        </p:nvSpPr>
        <p:spPr>
          <a:xfrm>
            <a:off x="1745059" y="27979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3013">
            <a:extLst>
              <a:ext uri="{FF2B5EF4-FFF2-40B4-BE49-F238E27FC236}">
                <a16:creationId xmlns:a16="http://schemas.microsoft.com/office/drawing/2014/main" id="{7938D055-DDB5-4D84-A63D-A4A5A2A90A25}"/>
              </a:ext>
            </a:extLst>
          </p:cNvPr>
          <p:cNvSpPr>
            <a:spLocks noGrp="1"/>
          </p:cNvSpPr>
          <p:nvPr/>
        </p:nvSpPr>
        <p:spPr>
          <a:xfrm>
            <a:off x="1617482" y="20753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3014">
            <a:extLst>
              <a:ext uri="{FF2B5EF4-FFF2-40B4-BE49-F238E27FC236}">
                <a16:creationId xmlns:a16="http://schemas.microsoft.com/office/drawing/2014/main" id="{6B306DF4-DB96-47D8-8526-19F55A7CDF82}"/>
              </a:ext>
            </a:extLst>
          </p:cNvPr>
          <p:cNvSpPr>
            <a:spLocks noGrp="1"/>
          </p:cNvSpPr>
          <p:nvPr/>
        </p:nvSpPr>
        <p:spPr>
          <a:xfrm>
            <a:off x="1702724" y="21366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3015">
            <a:extLst>
              <a:ext uri="{FF2B5EF4-FFF2-40B4-BE49-F238E27FC236}">
                <a16:creationId xmlns:a16="http://schemas.microsoft.com/office/drawing/2014/main" id="{D98E71CB-A56A-4795-B80B-A48421419CD4}"/>
              </a:ext>
            </a:extLst>
          </p:cNvPr>
          <p:cNvSpPr>
            <a:spLocks noGrp="1"/>
          </p:cNvSpPr>
          <p:nvPr/>
        </p:nvSpPr>
        <p:spPr>
          <a:xfrm>
            <a:off x="171494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3016">
            <a:extLst>
              <a:ext uri="{FF2B5EF4-FFF2-40B4-BE49-F238E27FC236}">
                <a16:creationId xmlns:a16="http://schemas.microsoft.com/office/drawing/2014/main" id="{D2846743-C2B1-43C5-BBBF-0B170BD0D9B2}"/>
              </a:ext>
            </a:extLst>
          </p:cNvPr>
          <p:cNvSpPr>
            <a:spLocks noGrp="1"/>
          </p:cNvSpPr>
          <p:nvPr/>
        </p:nvSpPr>
        <p:spPr>
          <a:xfrm>
            <a:off x="1685847" y="2172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3017">
            <a:extLst>
              <a:ext uri="{FF2B5EF4-FFF2-40B4-BE49-F238E27FC236}">
                <a16:creationId xmlns:a16="http://schemas.microsoft.com/office/drawing/2014/main" id="{D33B3082-5D5A-402F-90A7-A4B4B2672344}"/>
              </a:ext>
            </a:extLst>
          </p:cNvPr>
          <p:cNvSpPr>
            <a:spLocks noGrp="1"/>
          </p:cNvSpPr>
          <p:nvPr/>
        </p:nvSpPr>
        <p:spPr>
          <a:xfrm>
            <a:off x="1655064" y="2980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3018">
            <a:extLst>
              <a:ext uri="{FF2B5EF4-FFF2-40B4-BE49-F238E27FC236}">
                <a16:creationId xmlns:a16="http://schemas.microsoft.com/office/drawing/2014/main" id="{A6E50445-0FD5-4E89-A3DF-93240BAB3294}"/>
              </a:ext>
            </a:extLst>
          </p:cNvPr>
          <p:cNvSpPr>
            <a:spLocks noGrp="1"/>
          </p:cNvSpPr>
          <p:nvPr/>
        </p:nvSpPr>
        <p:spPr>
          <a:xfrm>
            <a:off x="1713441" y="23469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3019">
            <a:extLst>
              <a:ext uri="{FF2B5EF4-FFF2-40B4-BE49-F238E27FC236}">
                <a16:creationId xmlns:a16="http://schemas.microsoft.com/office/drawing/2014/main" id="{87BEAEE5-9628-4D21-BA97-AB1733FF35A3}"/>
              </a:ext>
            </a:extLst>
          </p:cNvPr>
          <p:cNvSpPr>
            <a:spLocks noGrp="1"/>
          </p:cNvSpPr>
          <p:nvPr/>
        </p:nvSpPr>
        <p:spPr>
          <a:xfrm>
            <a:off x="1624790" y="2425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3020">
            <a:extLst>
              <a:ext uri="{FF2B5EF4-FFF2-40B4-BE49-F238E27FC236}">
                <a16:creationId xmlns:a16="http://schemas.microsoft.com/office/drawing/2014/main" id="{83451E11-4FC7-4326-984B-A248B3DC515C}"/>
              </a:ext>
            </a:extLst>
          </p:cNvPr>
          <p:cNvSpPr>
            <a:spLocks noGrp="1"/>
          </p:cNvSpPr>
          <p:nvPr/>
        </p:nvSpPr>
        <p:spPr>
          <a:xfrm>
            <a:off x="1593341" y="3015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3021">
            <a:extLst>
              <a:ext uri="{FF2B5EF4-FFF2-40B4-BE49-F238E27FC236}">
                <a16:creationId xmlns:a16="http://schemas.microsoft.com/office/drawing/2014/main" id="{DB3710E2-4D57-49E6-879D-120D8E177302}"/>
              </a:ext>
            </a:extLst>
          </p:cNvPr>
          <p:cNvSpPr>
            <a:spLocks noGrp="1"/>
          </p:cNvSpPr>
          <p:nvPr/>
        </p:nvSpPr>
        <p:spPr>
          <a:xfrm>
            <a:off x="1761758" y="296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3022">
            <a:extLst>
              <a:ext uri="{FF2B5EF4-FFF2-40B4-BE49-F238E27FC236}">
                <a16:creationId xmlns:a16="http://schemas.microsoft.com/office/drawing/2014/main" id="{FAED1A25-116D-483E-9FC8-D1B2C2F1A2F8}"/>
              </a:ext>
            </a:extLst>
          </p:cNvPr>
          <p:cNvSpPr>
            <a:spLocks noGrp="1"/>
          </p:cNvSpPr>
          <p:nvPr/>
        </p:nvSpPr>
        <p:spPr>
          <a:xfrm>
            <a:off x="1712847" y="3602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3023">
            <a:extLst>
              <a:ext uri="{FF2B5EF4-FFF2-40B4-BE49-F238E27FC236}">
                <a16:creationId xmlns:a16="http://schemas.microsoft.com/office/drawing/2014/main" id="{CC040E47-BFBC-4570-BEED-255128F03D93}"/>
              </a:ext>
            </a:extLst>
          </p:cNvPr>
          <p:cNvSpPr>
            <a:spLocks noGrp="1"/>
          </p:cNvSpPr>
          <p:nvPr/>
        </p:nvSpPr>
        <p:spPr>
          <a:xfrm>
            <a:off x="1640219" y="28751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3024">
            <a:extLst>
              <a:ext uri="{FF2B5EF4-FFF2-40B4-BE49-F238E27FC236}">
                <a16:creationId xmlns:a16="http://schemas.microsoft.com/office/drawing/2014/main" id="{F6CAA530-138D-4A97-B0D8-0799BC8CDD44}"/>
              </a:ext>
            </a:extLst>
          </p:cNvPr>
          <p:cNvSpPr>
            <a:spLocks noGrp="1"/>
          </p:cNvSpPr>
          <p:nvPr/>
        </p:nvSpPr>
        <p:spPr>
          <a:xfrm>
            <a:off x="1614962" y="21827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3025">
            <a:extLst>
              <a:ext uri="{FF2B5EF4-FFF2-40B4-BE49-F238E27FC236}">
                <a16:creationId xmlns:a16="http://schemas.microsoft.com/office/drawing/2014/main" id="{A0E381E4-96C8-4733-91ED-C457B36E1B9B}"/>
              </a:ext>
            </a:extLst>
          </p:cNvPr>
          <p:cNvSpPr>
            <a:spLocks noGrp="1"/>
          </p:cNvSpPr>
          <p:nvPr/>
        </p:nvSpPr>
        <p:spPr>
          <a:xfrm>
            <a:off x="1746548" y="25477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3026">
            <a:extLst>
              <a:ext uri="{FF2B5EF4-FFF2-40B4-BE49-F238E27FC236}">
                <a16:creationId xmlns:a16="http://schemas.microsoft.com/office/drawing/2014/main" id="{9B6157F3-DC45-4C4D-BAA8-988DFBCB6F02}"/>
              </a:ext>
            </a:extLst>
          </p:cNvPr>
          <p:cNvSpPr>
            <a:spLocks noGrp="1"/>
          </p:cNvSpPr>
          <p:nvPr/>
        </p:nvSpPr>
        <p:spPr>
          <a:xfrm>
            <a:off x="162303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3027">
            <a:extLst>
              <a:ext uri="{FF2B5EF4-FFF2-40B4-BE49-F238E27FC236}">
                <a16:creationId xmlns:a16="http://schemas.microsoft.com/office/drawing/2014/main" id="{E41B5D4E-3077-439F-ABD6-93E96FF849B3}"/>
              </a:ext>
            </a:extLst>
          </p:cNvPr>
          <p:cNvSpPr>
            <a:spLocks noGrp="1"/>
          </p:cNvSpPr>
          <p:nvPr/>
        </p:nvSpPr>
        <p:spPr>
          <a:xfrm>
            <a:off x="1706934" y="2707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3028">
            <a:extLst>
              <a:ext uri="{FF2B5EF4-FFF2-40B4-BE49-F238E27FC236}">
                <a16:creationId xmlns:a16="http://schemas.microsoft.com/office/drawing/2014/main" id="{FA4AF4A4-873E-456A-B272-153E897AAD4C}"/>
              </a:ext>
            </a:extLst>
          </p:cNvPr>
          <p:cNvSpPr>
            <a:spLocks noGrp="1"/>
          </p:cNvSpPr>
          <p:nvPr/>
        </p:nvSpPr>
        <p:spPr>
          <a:xfrm>
            <a:off x="1615029" y="27407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3029">
            <a:extLst>
              <a:ext uri="{FF2B5EF4-FFF2-40B4-BE49-F238E27FC236}">
                <a16:creationId xmlns:a16="http://schemas.microsoft.com/office/drawing/2014/main" id="{353AEA76-3334-4ACD-BB6F-667F6D07083F}"/>
              </a:ext>
            </a:extLst>
          </p:cNvPr>
          <p:cNvSpPr>
            <a:spLocks noGrp="1"/>
          </p:cNvSpPr>
          <p:nvPr/>
        </p:nvSpPr>
        <p:spPr>
          <a:xfrm>
            <a:off x="1685243" y="2558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3030">
            <a:extLst>
              <a:ext uri="{FF2B5EF4-FFF2-40B4-BE49-F238E27FC236}">
                <a16:creationId xmlns:a16="http://schemas.microsoft.com/office/drawing/2014/main" id="{4AEBB8AD-B9B8-4833-B25D-9621D36F1A9F}"/>
              </a:ext>
            </a:extLst>
          </p:cNvPr>
          <p:cNvSpPr>
            <a:spLocks noGrp="1"/>
          </p:cNvSpPr>
          <p:nvPr/>
        </p:nvSpPr>
        <p:spPr>
          <a:xfrm>
            <a:off x="1755975" y="26584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3031">
            <a:extLst>
              <a:ext uri="{FF2B5EF4-FFF2-40B4-BE49-F238E27FC236}">
                <a16:creationId xmlns:a16="http://schemas.microsoft.com/office/drawing/2014/main" id="{1B4C7751-523B-4D3B-AC97-8A5DAE695E49}"/>
              </a:ext>
            </a:extLst>
          </p:cNvPr>
          <p:cNvSpPr>
            <a:spLocks noGrp="1"/>
          </p:cNvSpPr>
          <p:nvPr/>
        </p:nvSpPr>
        <p:spPr>
          <a:xfrm>
            <a:off x="1652400" y="3631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3032">
            <a:extLst>
              <a:ext uri="{FF2B5EF4-FFF2-40B4-BE49-F238E27FC236}">
                <a16:creationId xmlns:a16="http://schemas.microsoft.com/office/drawing/2014/main" id="{057BC2C8-9072-4893-A1EB-9EFCAA2BEC95}"/>
              </a:ext>
            </a:extLst>
          </p:cNvPr>
          <p:cNvSpPr>
            <a:spLocks noGrp="1"/>
          </p:cNvSpPr>
          <p:nvPr/>
        </p:nvSpPr>
        <p:spPr>
          <a:xfrm>
            <a:off x="1617265" y="2070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3033">
            <a:extLst>
              <a:ext uri="{FF2B5EF4-FFF2-40B4-BE49-F238E27FC236}">
                <a16:creationId xmlns:a16="http://schemas.microsoft.com/office/drawing/2014/main" id="{370CE459-7AC0-4351-9EEF-A059B1FD6C6E}"/>
              </a:ext>
            </a:extLst>
          </p:cNvPr>
          <p:cNvSpPr>
            <a:spLocks noGrp="1"/>
          </p:cNvSpPr>
          <p:nvPr/>
        </p:nvSpPr>
        <p:spPr>
          <a:xfrm>
            <a:off x="1686058" y="2352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3034">
            <a:extLst>
              <a:ext uri="{FF2B5EF4-FFF2-40B4-BE49-F238E27FC236}">
                <a16:creationId xmlns:a16="http://schemas.microsoft.com/office/drawing/2014/main" id="{43BCFC43-0E69-4050-9376-D10C6FE8CDCE}"/>
              </a:ext>
            </a:extLst>
          </p:cNvPr>
          <p:cNvSpPr>
            <a:spLocks noGrp="1"/>
          </p:cNvSpPr>
          <p:nvPr/>
        </p:nvSpPr>
        <p:spPr>
          <a:xfrm>
            <a:off x="1653011" y="22284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3035">
            <a:extLst>
              <a:ext uri="{FF2B5EF4-FFF2-40B4-BE49-F238E27FC236}">
                <a16:creationId xmlns:a16="http://schemas.microsoft.com/office/drawing/2014/main" id="{6A0E858F-4E90-4138-A553-F1D9150A0E5E}"/>
              </a:ext>
            </a:extLst>
          </p:cNvPr>
          <p:cNvSpPr>
            <a:spLocks noGrp="1"/>
          </p:cNvSpPr>
          <p:nvPr/>
        </p:nvSpPr>
        <p:spPr>
          <a:xfrm>
            <a:off x="1657924" y="2655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3036">
            <a:extLst>
              <a:ext uri="{FF2B5EF4-FFF2-40B4-BE49-F238E27FC236}">
                <a16:creationId xmlns:a16="http://schemas.microsoft.com/office/drawing/2014/main" id="{42DF2F05-A6C3-4B4D-8783-B317EE56F7BD}"/>
              </a:ext>
            </a:extLst>
          </p:cNvPr>
          <p:cNvSpPr>
            <a:spLocks noGrp="1"/>
          </p:cNvSpPr>
          <p:nvPr/>
        </p:nvSpPr>
        <p:spPr>
          <a:xfrm>
            <a:off x="1651099" y="19707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3037">
            <a:extLst>
              <a:ext uri="{FF2B5EF4-FFF2-40B4-BE49-F238E27FC236}">
                <a16:creationId xmlns:a16="http://schemas.microsoft.com/office/drawing/2014/main" id="{968B64E1-6627-4BD4-877B-C25249E53FB1}"/>
              </a:ext>
            </a:extLst>
          </p:cNvPr>
          <p:cNvSpPr>
            <a:spLocks noGrp="1"/>
          </p:cNvSpPr>
          <p:nvPr/>
        </p:nvSpPr>
        <p:spPr>
          <a:xfrm>
            <a:off x="1745706" y="26294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3038">
            <a:extLst>
              <a:ext uri="{FF2B5EF4-FFF2-40B4-BE49-F238E27FC236}">
                <a16:creationId xmlns:a16="http://schemas.microsoft.com/office/drawing/2014/main" id="{3F322E99-415F-4999-892A-F906564EE986}"/>
              </a:ext>
            </a:extLst>
          </p:cNvPr>
          <p:cNvSpPr>
            <a:spLocks noGrp="1"/>
          </p:cNvSpPr>
          <p:nvPr/>
        </p:nvSpPr>
        <p:spPr>
          <a:xfrm>
            <a:off x="1638576" y="3394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3039">
            <a:extLst>
              <a:ext uri="{FF2B5EF4-FFF2-40B4-BE49-F238E27FC236}">
                <a16:creationId xmlns:a16="http://schemas.microsoft.com/office/drawing/2014/main" id="{0A133557-2364-45F8-AFCF-8C201F7DB352}"/>
              </a:ext>
            </a:extLst>
          </p:cNvPr>
          <p:cNvSpPr>
            <a:spLocks noGrp="1"/>
          </p:cNvSpPr>
          <p:nvPr/>
        </p:nvSpPr>
        <p:spPr>
          <a:xfrm>
            <a:off x="1635759" y="34264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3040">
            <a:extLst>
              <a:ext uri="{FF2B5EF4-FFF2-40B4-BE49-F238E27FC236}">
                <a16:creationId xmlns:a16="http://schemas.microsoft.com/office/drawing/2014/main" id="{87343BD8-DE42-4813-A7D2-13EEA1EFE5BB}"/>
              </a:ext>
            </a:extLst>
          </p:cNvPr>
          <p:cNvSpPr>
            <a:spLocks noGrp="1"/>
          </p:cNvSpPr>
          <p:nvPr/>
        </p:nvSpPr>
        <p:spPr>
          <a:xfrm>
            <a:off x="1690879" y="2914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3041">
            <a:extLst>
              <a:ext uri="{FF2B5EF4-FFF2-40B4-BE49-F238E27FC236}">
                <a16:creationId xmlns:a16="http://schemas.microsoft.com/office/drawing/2014/main" id="{F101B511-1F3B-4504-9974-F6387B8A2989}"/>
              </a:ext>
            </a:extLst>
          </p:cNvPr>
          <p:cNvSpPr>
            <a:spLocks noGrp="1"/>
          </p:cNvSpPr>
          <p:nvPr/>
        </p:nvSpPr>
        <p:spPr>
          <a:xfrm>
            <a:off x="1622325" y="31857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3042">
            <a:extLst>
              <a:ext uri="{FF2B5EF4-FFF2-40B4-BE49-F238E27FC236}">
                <a16:creationId xmlns:a16="http://schemas.microsoft.com/office/drawing/2014/main" id="{2F547F24-F339-42FF-9E27-2C0132026A33}"/>
              </a:ext>
            </a:extLst>
          </p:cNvPr>
          <p:cNvSpPr>
            <a:spLocks noGrp="1"/>
          </p:cNvSpPr>
          <p:nvPr/>
        </p:nvSpPr>
        <p:spPr>
          <a:xfrm>
            <a:off x="166373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3043">
            <a:extLst>
              <a:ext uri="{FF2B5EF4-FFF2-40B4-BE49-F238E27FC236}">
                <a16:creationId xmlns:a16="http://schemas.microsoft.com/office/drawing/2014/main" id="{B490C6B5-155C-4ABF-9E68-588D6747CF24}"/>
              </a:ext>
            </a:extLst>
          </p:cNvPr>
          <p:cNvSpPr>
            <a:spLocks noGrp="1"/>
          </p:cNvSpPr>
          <p:nvPr/>
        </p:nvSpPr>
        <p:spPr>
          <a:xfrm>
            <a:off x="1635841" y="24688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3044">
            <a:extLst>
              <a:ext uri="{FF2B5EF4-FFF2-40B4-BE49-F238E27FC236}">
                <a16:creationId xmlns:a16="http://schemas.microsoft.com/office/drawing/2014/main" id="{0E7ADD3C-08F5-494E-B3CA-B4E9081E175C}"/>
              </a:ext>
            </a:extLst>
          </p:cNvPr>
          <p:cNvSpPr>
            <a:spLocks noGrp="1"/>
          </p:cNvSpPr>
          <p:nvPr/>
        </p:nvSpPr>
        <p:spPr>
          <a:xfrm>
            <a:off x="1702435" y="31376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3045">
            <a:extLst>
              <a:ext uri="{FF2B5EF4-FFF2-40B4-BE49-F238E27FC236}">
                <a16:creationId xmlns:a16="http://schemas.microsoft.com/office/drawing/2014/main" id="{BD95ED52-7624-4B86-B6D3-8AB889CEE9B0}"/>
              </a:ext>
            </a:extLst>
          </p:cNvPr>
          <p:cNvSpPr>
            <a:spLocks noGrp="1"/>
          </p:cNvSpPr>
          <p:nvPr/>
        </p:nvSpPr>
        <p:spPr>
          <a:xfrm>
            <a:off x="1603357" y="207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3046">
            <a:extLst>
              <a:ext uri="{FF2B5EF4-FFF2-40B4-BE49-F238E27FC236}">
                <a16:creationId xmlns:a16="http://schemas.microsoft.com/office/drawing/2014/main" id="{D8D84760-5319-423B-955C-803B543607C1}"/>
              </a:ext>
            </a:extLst>
          </p:cNvPr>
          <p:cNvSpPr>
            <a:spLocks noGrp="1"/>
          </p:cNvSpPr>
          <p:nvPr/>
        </p:nvSpPr>
        <p:spPr>
          <a:xfrm>
            <a:off x="1646287" y="2996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3047">
            <a:extLst>
              <a:ext uri="{FF2B5EF4-FFF2-40B4-BE49-F238E27FC236}">
                <a16:creationId xmlns:a16="http://schemas.microsoft.com/office/drawing/2014/main" id="{8A5DC910-7B30-4F85-BCF5-CACCCC869B93}"/>
              </a:ext>
            </a:extLst>
          </p:cNvPr>
          <p:cNvSpPr>
            <a:spLocks noGrp="1"/>
          </p:cNvSpPr>
          <p:nvPr/>
        </p:nvSpPr>
        <p:spPr>
          <a:xfrm>
            <a:off x="1715728" y="2728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3048">
            <a:extLst>
              <a:ext uri="{FF2B5EF4-FFF2-40B4-BE49-F238E27FC236}">
                <a16:creationId xmlns:a16="http://schemas.microsoft.com/office/drawing/2014/main" id="{8EC471D9-26F6-4C4E-B651-BB3641D6F231}"/>
              </a:ext>
            </a:extLst>
          </p:cNvPr>
          <p:cNvSpPr>
            <a:spLocks noGrp="1"/>
          </p:cNvSpPr>
          <p:nvPr/>
        </p:nvSpPr>
        <p:spPr>
          <a:xfrm>
            <a:off x="1604517" y="23423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3049">
            <a:extLst>
              <a:ext uri="{FF2B5EF4-FFF2-40B4-BE49-F238E27FC236}">
                <a16:creationId xmlns:a16="http://schemas.microsoft.com/office/drawing/2014/main" id="{96FAD93C-8CDC-48E7-9882-29623CD62018}"/>
              </a:ext>
            </a:extLst>
          </p:cNvPr>
          <p:cNvSpPr>
            <a:spLocks noGrp="1"/>
          </p:cNvSpPr>
          <p:nvPr/>
        </p:nvSpPr>
        <p:spPr>
          <a:xfrm>
            <a:off x="1707022" y="3162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3050">
            <a:extLst>
              <a:ext uri="{FF2B5EF4-FFF2-40B4-BE49-F238E27FC236}">
                <a16:creationId xmlns:a16="http://schemas.microsoft.com/office/drawing/2014/main" id="{B99FE6A8-5754-4DBC-86AA-35295629B67B}"/>
              </a:ext>
            </a:extLst>
          </p:cNvPr>
          <p:cNvSpPr>
            <a:spLocks noGrp="1"/>
          </p:cNvSpPr>
          <p:nvPr/>
        </p:nvSpPr>
        <p:spPr>
          <a:xfrm>
            <a:off x="1615915" y="32679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3051">
            <a:extLst>
              <a:ext uri="{FF2B5EF4-FFF2-40B4-BE49-F238E27FC236}">
                <a16:creationId xmlns:a16="http://schemas.microsoft.com/office/drawing/2014/main" id="{AA3431CD-2D88-483F-A179-B63418B8C729}"/>
              </a:ext>
            </a:extLst>
          </p:cNvPr>
          <p:cNvSpPr>
            <a:spLocks noGrp="1"/>
          </p:cNvSpPr>
          <p:nvPr/>
        </p:nvSpPr>
        <p:spPr>
          <a:xfrm>
            <a:off x="173797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52">
            <a:extLst>
              <a:ext uri="{FF2B5EF4-FFF2-40B4-BE49-F238E27FC236}">
                <a16:creationId xmlns:a16="http://schemas.microsoft.com/office/drawing/2014/main" id="{A110795E-EADF-4390-80BE-C5E7E92A6611}"/>
              </a:ext>
            </a:extLst>
          </p:cNvPr>
          <p:cNvSpPr>
            <a:spLocks noGrp="1"/>
          </p:cNvSpPr>
          <p:nvPr/>
        </p:nvSpPr>
        <p:spPr>
          <a:xfrm>
            <a:off x="1671697" y="22209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53">
            <a:extLst>
              <a:ext uri="{FF2B5EF4-FFF2-40B4-BE49-F238E27FC236}">
                <a16:creationId xmlns:a16="http://schemas.microsoft.com/office/drawing/2014/main" id="{D6500ADE-058A-4B64-928C-E8990C257242}"/>
              </a:ext>
            </a:extLst>
          </p:cNvPr>
          <p:cNvSpPr>
            <a:spLocks noGrp="1"/>
          </p:cNvSpPr>
          <p:nvPr/>
        </p:nvSpPr>
        <p:spPr>
          <a:xfrm>
            <a:off x="1668300" y="2429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54">
            <a:extLst>
              <a:ext uri="{FF2B5EF4-FFF2-40B4-BE49-F238E27FC236}">
                <a16:creationId xmlns:a16="http://schemas.microsoft.com/office/drawing/2014/main" id="{6D7F6F36-9431-46C0-A150-73EA9D07E423}"/>
              </a:ext>
            </a:extLst>
          </p:cNvPr>
          <p:cNvSpPr>
            <a:spLocks noGrp="1"/>
          </p:cNvSpPr>
          <p:nvPr/>
        </p:nvSpPr>
        <p:spPr>
          <a:xfrm>
            <a:off x="1659989" y="22848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55">
            <a:extLst>
              <a:ext uri="{FF2B5EF4-FFF2-40B4-BE49-F238E27FC236}">
                <a16:creationId xmlns:a16="http://schemas.microsoft.com/office/drawing/2014/main" id="{446AC8B6-DDBC-4511-800E-AC73F00AED90}"/>
              </a:ext>
            </a:extLst>
          </p:cNvPr>
          <p:cNvSpPr>
            <a:spLocks noGrp="1"/>
          </p:cNvSpPr>
          <p:nvPr/>
        </p:nvSpPr>
        <p:spPr>
          <a:xfrm>
            <a:off x="1760966" y="21526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56">
            <a:extLst>
              <a:ext uri="{FF2B5EF4-FFF2-40B4-BE49-F238E27FC236}">
                <a16:creationId xmlns:a16="http://schemas.microsoft.com/office/drawing/2014/main" id="{0281A66B-D8D3-413A-BD70-082AA0DBF5A7}"/>
              </a:ext>
            </a:extLst>
          </p:cNvPr>
          <p:cNvSpPr>
            <a:spLocks noGrp="1"/>
          </p:cNvSpPr>
          <p:nvPr/>
        </p:nvSpPr>
        <p:spPr>
          <a:xfrm>
            <a:off x="163837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7">
            <a:extLst>
              <a:ext uri="{FF2B5EF4-FFF2-40B4-BE49-F238E27FC236}">
                <a16:creationId xmlns:a16="http://schemas.microsoft.com/office/drawing/2014/main" id="{78AE45C2-3C93-45E7-B60E-578BE699D4A0}"/>
              </a:ext>
            </a:extLst>
          </p:cNvPr>
          <p:cNvSpPr>
            <a:spLocks noGrp="1"/>
          </p:cNvSpPr>
          <p:nvPr/>
        </p:nvSpPr>
        <p:spPr>
          <a:xfrm>
            <a:off x="1739415" y="2291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58">
            <a:extLst>
              <a:ext uri="{FF2B5EF4-FFF2-40B4-BE49-F238E27FC236}">
                <a16:creationId xmlns:a16="http://schemas.microsoft.com/office/drawing/2014/main" id="{D4B25E49-4B5C-4D7E-BEE4-35C798F6906D}"/>
              </a:ext>
            </a:extLst>
          </p:cNvPr>
          <p:cNvSpPr>
            <a:spLocks noGrp="1"/>
          </p:cNvSpPr>
          <p:nvPr/>
        </p:nvSpPr>
        <p:spPr>
          <a:xfrm>
            <a:off x="1650294" y="2394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59">
            <a:extLst>
              <a:ext uri="{FF2B5EF4-FFF2-40B4-BE49-F238E27FC236}">
                <a16:creationId xmlns:a16="http://schemas.microsoft.com/office/drawing/2014/main" id="{24394A8A-0EFE-4655-B0A1-466EEDEDCE57}"/>
              </a:ext>
            </a:extLst>
          </p:cNvPr>
          <p:cNvSpPr>
            <a:spLocks noGrp="1"/>
          </p:cNvSpPr>
          <p:nvPr/>
        </p:nvSpPr>
        <p:spPr>
          <a:xfrm>
            <a:off x="1633315" y="20646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60">
            <a:extLst>
              <a:ext uri="{FF2B5EF4-FFF2-40B4-BE49-F238E27FC236}">
                <a16:creationId xmlns:a16="http://schemas.microsoft.com/office/drawing/2014/main" id="{3A88608D-FF5C-4F64-A892-0FF0BFBF8DD3}"/>
              </a:ext>
            </a:extLst>
          </p:cNvPr>
          <p:cNvSpPr>
            <a:spLocks noGrp="1"/>
          </p:cNvSpPr>
          <p:nvPr/>
        </p:nvSpPr>
        <p:spPr>
          <a:xfrm>
            <a:off x="1765502" y="32070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61">
            <a:extLst>
              <a:ext uri="{FF2B5EF4-FFF2-40B4-BE49-F238E27FC236}">
                <a16:creationId xmlns:a16="http://schemas.microsoft.com/office/drawing/2014/main" id="{E70BEBED-9EB6-430A-B0D8-36CFCBD4D878}"/>
              </a:ext>
            </a:extLst>
          </p:cNvPr>
          <p:cNvSpPr>
            <a:spLocks noGrp="1"/>
          </p:cNvSpPr>
          <p:nvPr/>
        </p:nvSpPr>
        <p:spPr>
          <a:xfrm>
            <a:off x="1669708" y="28090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062">
            <a:extLst>
              <a:ext uri="{FF2B5EF4-FFF2-40B4-BE49-F238E27FC236}">
                <a16:creationId xmlns:a16="http://schemas.microsoft.com/office/drawing/2014/main" id="{AC4B963C-F437-49CD-8485-5E302DA1031C}"/>
              </a:ext>
            </a:extLst>
          </p:cNvPr>
          <p:cNvSpPr>
            <a:spLocks noGrp="1"/>
          </p:cNvSpPr>
          <p:nvPr/>
        </p:nvSpPr>
        <p:spPr>
          <a:xfrm>
            <a:off x="1673143" y="1933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063">
            <a:extLst>
              <a:ext uri="{FF2B5EF4-FFF2-40B4-BE49-F238E27FC236}">
                <a16:creationId xmlns:a16="http://schemas.microsoft.com/office/drawing/2014/main" id="{C42A3FAB-A26A-4546-BDA0-8C2CA871E136}"/>
              </a:ext>
            </a:extLst>
          </p:cNvPr>
          <p:cNvSpPr>
            <a:spLocks noGrp="1"/>
          </p:cNvSpPr>
          <p:nvPr/>
        </p:nvSpPr>
        <p:spPr>
          <a:xfrm>
            <a:off x="1657025" y="3478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064">
            <a:extLst>
              <a:ext uri="{FF2B5EF4-FFF2-40B4-BE49-F238E27FC236}">
                <a16:creationId xmlns:a16="http://schemas.microsoft.com/office/drawing/2014/main" id="{3B0E3A8D-B590-4AAA-BC37-2600D6E16A5C}"/>
              </a:ext>
            </a:extLst>
          </p:cNvPr>
          <p:cNvSpPr>
            <a:spLocks noGrp="1"/>
          </p:cNvSpPr>
          <p:nvPr/>
        </p:nvSpPr>
        <p:spPr>
          <a:xfrm>
            <a:off x="1717928" y="2125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065">
            <a:extLst>
              <a:ext uri="{FF2B5EF4-FFF2-40B4-BE49-F238E27FC236}">
                <a16:creationId xmlns:a16="http://schemas.microsoft.com/office/drawing/2014/main" id="{A95A9097-192D-4147-8B71-CFE0FFA89377}"/>
              </a:ext>
            </a:extLst>
          </p:cNvPr>
          <p:cNvSpPr>
            <a:spLocks noGrp="1"/>
          </p:cNvSpPr>
          <p:nvPr/>
        </p:nvSpPr>
        <p:spPr>
          <a:xfrm>
            <a:off x="1691211" y="30551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066">
            <a:extLst>
              <a:ext uri="{FF2B5EF4-FFF2-40B4-BE49-F238E27FC236}">
                <a16:creationId xmlns:a16="http://schemas.microsoft.com/office/drawing/2014/main" id="{324D29AC-105F-4D55-91A4-7D2FB64F660D}"/>
              </a:ext>
            </a:extLst>
          </p:cNvPr>
          <p:cNvSpPr>
            <a:spLocks noGrp="1"/>
          </p:cNvSpPr>
          <p:nvPr/>
        </p:nvSpPr>
        <p:spPr>
          <a:xfrm>
            <a:off x="1741282" y="33668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067">
            <a:extLst>
              <a:ext uri="{FF2B5EF4-FFF2-40B4-BE49-F238E27FC236}">
                <a16:creationId xmlns:a16="http://schemas.microsoft.com/office/drawing/2014/main" id="{18EB5DF7-8913-41F3-BDA6-5969D3C6D814}"/>
              </a:ext>
            </a:extLst>
          </p:cNvPr>
          <p:cNvSpPr>
            <a:spLocks noGrp="1"/>
          </p:cNvSpPr>
          <p:nvPr/>
        </p:nvSpPr>
        <p:spPr>
          <a:xfrm>
            <a:off x="1685007" y="19644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068">
            <a:extLst>
              <a:ext uri="{FF2B5EF4-FFF2-40B4-BE49-F238E27FC236}">
                <a16:creationId xmlns:a16="http://schemas.microsoft.com/office/drawing/2014/main" id="{09FAC0D7-EF6E-4F39-81F4-0456EC3D0C92}"/>
              </a:ext>
            </a:extLst>
          </p:cNvPr>
          <p:cNvSpPr>
            <a:spLocks noGrp="1"/>
          </p:cNvSpPr>
          <p:nvPr/>
        </p:nvSpPr>
        <p:spPr>
          <a:xfrm>
            <a:off x="1655526" y="22367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069">
            <a:extLst>
              <a:ext uri="{FF2B5EF4-FFF2-40B4-BE49-F238E27FC236}">
                <a16:creationId xmlns:a16="http://schemas.microsoft.com/office/drawing/2014/main" id="{E2A84C20-5401-4D9D-8D17-7ACD17426253}"/>
              </a:ext>
            </a:extLst>
          </p:cNvPr>
          <p:cNvSpPr>
            <a:spLocks noGrp="1"/>
          </p:cNvSpPr>
          <p:nvPr/>
        </p:nvSpPr>
        <p:spPr>
          <a:xfrm>
            <a:off x="164222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070">
            <a:extLst>
              <a:ext uri="{FF2B5EF4-FFF2-40B4-BE49-F238E27FC236}">
                <a16:creationId xmlns:a16="http://schemas.microsoft.com/office/drawing/2014/main" id="{6CDBB32B-6536-4F83-A1E2-08AE37CEE00E}"/>
              </a:ext>
            </a:extLst>
          </p:cNvPr>
          <p:cNvSpPr>
            <a:spLocks noGrp="1"/>
          </p:cNvSpPr>
          <p:nvPr/>
        </p:nvSpPr>
        <p:spPr>
          <a:xfrm>
            <a:off x="1657166" y="30065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071">
            <a:extLst>
              <a:ext uri="{FF2B5EF4-FFF2-40B4-BE49-F238E27FC236}">
                <a16:creationId xmlns:a16="http://schemas.microsoft.com/office/drawing/2014/main" id="{08AD2FF4-1E42-4821-A3D8-264955E3429D}"/>
              </a:ext>
            </a:extLst>
          </p:cNvPr>
          <p:cNvSpPr>
            <a:spLocks noGrp="1"/>
          </p:cNvSpPr>
          <p:nvPr/>
        </p:nvSpPr>
        <p:spPr>
          <a:xfrm>
            <a:off x="1677201" y="2914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072">
            <a:extLst>
              <a:ext uri="{FF2B5EF4-FFF2-40B4-BE49-F238E27FC236}">
                <a16:creationId xmlns:a16="http://schemas.microsoft.com/office/drawing/2014/main" id="{04AE7AC2-54D6-4CBC-82A4-33D031284CFF}"/>
              </a:ext>
            </a:extLst>
          </p:cNvPr>
          <p:cNvSpPr>
            <a:spLocks noGrp="1"/>
          </p:cNvSpPr>
          <p:nvPr/>
        </p:nvSpPr>
        <p:spPr>
          <a:xfrm>
            <a:off x="1683213" y="3037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073">
            <a:extLst>
              <a:ext uri="{FF2B5EF4-FFF2-40B4-BE49-F238E27FC236}">
                <a16:creationId xmlns:a16="http://schemas.microsoft.com/office/drawing/2014/main" id="{5E32450D-C18B-46DF-A93B-5A32D3D218D5}"/>
              </a:ext>
            </a:extLst>
          </p:cNvPr>
          <p:cNvSpPr>
            <a:spLocks noGrp="1"/>
          </p:cNvSpPr>
          <p:nvPr/>
        </p:nvSpPr>
        <p:spPr>
          <a:xfrm>
            <a:off x="174372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074">
            <a:extLst>
              <a:ext uri="{FF2B5EF4-FFF2-40B4-BE49-F238E27FC236}">
                <a16:creationId xmlns:a16="http://schemas.microsoft.com/office/drawing/2014/main" id="{CBAEE5C1-A5FA-46F2-8A5A-7FB52FF1E019}"/>
              </a:ext>
            </a:extLst>
          </p:cNvPr>
          <p:cNvSpPr>
            <a:spLocks noGrp="1"/>
          </p:cNvSpPr>
          <p:nvPr/>
        </p:nvSpPr>
        <p:spPr>
          <a:xfrm>
            <a:off x="1755371" y="2648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075">
            <a:extLst>
              <a:ext uri="{FF2B5EF4-FFF2-40B4-BE49-F238E27FC236}">
                <a16:creationId xmlns:a16="http://schemas.microsoft.com/office/drawing/2014/main" id="{4B72DFFD-046F-43D2-A9B1-281573197312}"/>
              </a:ext>
            </a:extLst>
          </p:cNvPr>
          <p:cNvSpPr>
            <a:spLocks noGrp="1"/>
          </p:cNvSpPr>
          <p:nvPr/>
        </p:nvSpPr>
        <p:spPr>
          <a:xfrm>
            <a:off x="1637521" y="2140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076">
            <a:extLst>
              <a:ext uri="{FF2B5EF4-FFF2-40B4-BE49-F238E27FC236}">
                <a16:creationId xmlns:a16="http://schemas.microsoft.com/office/drawing/2014/main" id="{7AC958EA-F1D5-43FD-A454-4ED31D5429C6}"/>
              </a:ext>
            </a:extLst>
          </p:cNvPr>
          <p:cNvSpPr>
            <a:spLocks noGrp="1"/>
          </p:cNvSpPr>
          <p:nvPr/>
        </p:nvSpPr>
        <p:spPr>
          <a:xfrm>
            <a:off x="1615889" y="34248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077">
            <a:extLst>
              <a:ext uri="{FF2B5EF4-FFF2-40B4-BE49-F238E27FC236}">
                <a16:creationId xmlns:a16="http://schemas.microsoft.com/office/drawing/2014/main" id="{DC8E5DB4-B91E-46E8-AC1E-A8FF46779882}"/>
              </a:ext>
            </a:extLst>
          </p:cNvPr>
          <p:cNvSpPr>
            <a:spLocks noGrp="1"/>
          </p:cNvSpPr>
          <p:nvPr/>
        </p:nvSpPr>
        <p:spPr>
          <a:xfrm>
            <a:off x="174198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078">
            <a:extLst>
              <a:ext uri="{FF2B5EF4-FFF2-40B4-BE49-F238E27FC236}">
                <a16:creationId xmlns:a16="http://schemas.microsoft.com/office/drawing/2014/main" id="{23CDDD08-8DED-42BC-8453-E5E895D871BC}"/>
              </a:ext>
            </a:extLst>
          </p:cNvPr>
          <p:cNvSpPr>
            <a:spLocks noGrp="1"/>
          </p:cNvSpPr>
          <p:nvPr/>
        </p:nvSpPr>
        <p:spPr>
          <a:xfrm>
            <a:off x="159250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079">
            <a:extLst>
              <a:ext uri="{FF2B5EF4-FFF2-40B4-BE49-F238E27FC236}">
                <a16:creationId xmlns:a16="http://schemas.microsoft.com/office/drawing/2014/main" id="{7B4A3AD1-1C56-4FD5-B551-05F2A2AA6FD8}"/>
              </a:ext>
            </a:extLst>
          </p:cNvPr>
          <p:cNvSpPr>
            <a:spLocks noGrp="1"/>
          </p:cNvSpPr>
          <p:nvPr/>
        </p:nvSpPr>
        <p:spPr>
          <a:xfrm>
            <a:off x="1694171" y="31170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080">
            <a:extLst>
              <a:ext uri="{FF2B5EF4-FFF2-40B4-BE49-F238E27FC236}">
                <a16:creationId xmlns:a16="http://schemas.microsoft.com/office/drawing/2014/main" id="{96BDCB20-67F1-4101-9175-54FDD951B9B9}"/>
              </a:ext>
            </a:extLst>
          </p:cNvPr>
          <p:cNvSpPr>
            <a:spLocks noGrp="1"/>
          </p:cNvSpPr>
          <p:nvPr/>
        </p:nvSpPr>
        <p:spPr>
          <a:xfrm>
            <a:off x="1707005" y="3195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081">
            <a:extLst>
              <a:ext uri="{FF2B5EF4-FFF2-40B4-BE49-F238E27FC236}">
                <a16:creationId xmlns:a16="http://schemas.microsoft.com/office/drawing/2014/main" id="{2E6086E9-FDEE-4920-8EB6-7B40036DF1BA}"/>
              </a:ext>
            </a:extLst>
          </p:cNvPr>
          <p:cNvSpPr>
            <a:spLocks noGrp="1"/>
          </p:cNvSpPr>
          <p:nvPr/>
        </p:nvSpPr>
        <p:spPr>
          <a:xfrm>
            <a:off x="1723878" y="20689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082">
            <a:extLst>
              <a:ext uri="{FF2B5EF4-FFF2-40B4-BE49-F238E27FC236}">
                <a16:creationId xmlns:a16="http://schemas.microsoft.com/office/drawing/2014/main" id="{FD0EB29F-89D3-4F71-A4DA-7E6521A9E595}"/>
              </a:ext>
            </a:extLst>
          </p:cNvPr>
          <p:cNvSpPr>
            <a:spLocks noGrp="1"/>
          </p:cNvSpPr>
          <p:nvPr/>
        </p:nvSpPr>
        <p:spPr>
          <a:xfrm>
            <a:off x="1729371" y="2453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083">
            <a:extLst>
              <a:ext uri="{FF2B5EF4-FFF2-40B4-BE49-F238E27FC236}">
                <a16:creationId xmlns:a16="http://schemas.microsoft.com/office/drawing/2014/main" id="{0876398A-7B45-454E-94CE-D09369746E5C}"/>
              </a:ext>
            </a:extLst>
          </p:cNvPr>
          <p:cNvSpPr>
            <a:spLocks noGrp="1"/>
          </p:cNvSpPr>
          <p:nvPr/>
        </p:nvSpPr>
        <p:spPr>
          <a:xfrm>
            <a:off x="1702222" y="3004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084">
            <a:extLst>
              <a:ext uri="{FF2B5EF4-FFF2-40B4-BE49-F238E27FC236}">
                <a16:creationId xmlns:a16="http://schemas.microsoft.com/office/drawing/2014/main" id="{63EAB809-2939-4BE6-98B9-D3057E6886A6}"/>
              </a:ext>
            </a:extLst>
          </p:cNvPr>
          <p:cNvSpPr>
            <a:spLocks noGrp="1"/>
          </p:cNvSpPr>
          <p:nvPr/>
        </p:nvSpPr>
        <p:spPr>
          <a:xfrm>
            <a:off x="1614254" y="2904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085">
            <a:extLst>
              <a:ext uri="{FF2B5EF4-FFF2-40B4-BE49-F238E27FC236}">
                <a16:creationId xmlns:a16="http://schemas.microsoft.com/office/drawing/2014/main" id="{E078BCD1-E932-4A2A-B3F4-5C4C7F40A28C}"/>
              </a:ext>
            </a:extLst>
          </p:cNvPr>
          <p:cNvSpPr>
            <a:spLocks noGrp="1"/>
          </p:cNvSpPr>
          <p:nvPr/>
        </p:nvSpPr>
        <p:spPr>
          <a:xfrm>
            <a:off x="1646606" y="31613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086">
            <a:extLst>
              <a:ext uri="{FF2B5EF4-FFF2-40B4-BE49-F238E27FC236}">
                <a16:creationId xmlns:a16="http://schemas.microsoft.com/office/drawing/2014/main" id="{7EFDCF95-922E-4E5D-B9B6-CD63A5142DE4}"/>
              </a:ext>
            </a:extLst>
          </p:cNvPr>
          <p:cNvSpPr>
            <a:spLocks noGrp="1"/>
          </p:cNvSpPr>
          <p:nvPr/>
        </p:nvSpPr>
        <p:spPr>
          <a:xfrm>
            <a:off x="1588823" y="2737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087">
            <a:extLst>
              <a:ext uri="{FF2B5EF4-FFF2-40B4-BE49-F238E27FC236}">
                <a16:creationId xmlns:a16="http://schemas.microsoft.com/office/drawing/2014/main" id="{EFE6419B-17E1-45F6-9244-D92321ABD91B}"/>
              </a:ext>
            </a:extLst>
          </p:cNvPr>
          <p:cNvSpPr>
            <a:spLocks noGrp="1"/>
          </p:cNvSpPr>
          <p:nvPr/>
        </p:nvSpPr>
        <p:spPr>
          <a:xfrm>
            <a:off x="1763884" y="26052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088">
            <a:extLst>
              <a:ext uri="{FF2B5EF4-FFF2-40B4-BE49-F238E27FC236}">
                <a16:creationId xmlns:a16="http://schemas.microsoft.com/office/drawing/2014/main" id="{3FD13AE0-7B08-40B8-81FD-0CF2F3B71F52}"/>
              </a:ext>
            </a:extLst>
          </p:cNvPr>
          <p:cNvSpPr>
            <a:spLocks noGrp="1"/>
          </p:cNvSpPr>
          <p:nvPr/>
        </p:nvSpPr>
        <p:spPr>
          <a:xfrm>
            <a:off x="1648196" y="23094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089">
            <a:extLst>
              <a:ext uri="{FF2B5EF4-FFF2-40B4-BE49-F238E27FC236}">
                <a16:creationId xmlns:a16="http://schemas.microsoft.com/office/drawing/2014/main" id="{4B13F0DD-B6E8-4896-8EDE-9670C70535E0}"/>
              </a:ext>
            </a:extLst>
          </p:cNvPr>
          <p:cNvSpPr>
            <a:spLocks noGrp="1"/>
          </p:cNvSpPr>
          <p:nvPr/>
        </p:nvSpPr>
        <p:spPr>
          <a:xfrm>
            <a:off x="1707138" y="2677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090">
            <a:extLst>
              <a:ext uri="{FF2B5EF4-FFF2-40B4-BE49-F238E27FC236}">
                <a16:creationId xmlns:a16="http://schemas.microsoft.com/office/drawing/2014/main" id="{885C17FA-7122-491D-A9CF-BB07E6A2C21C}"/>
              </a:ext>
            </a:extLst>
          </p:cNvPr>
          <p:cNvSpPr>
            <a:spLocks noGrp="1"/>
          </p:cNvSpPr>
          <p:nvPr/>
        </p:nvSpPr>
        <p:spPr>
          <a:xfrm>
            <a:off x="1604941" y="31437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091">
            <a:extLst>
              <a:ext uri="{FF2B5EF4-FFF2-40B4-BE49-F238E27FC236}">
                <a16:creationId xmlns:a16="http://schemas.microsoft.com/office/drawing/2014/main" id="{DAF25C1A-C789-43DB-B182-3E934D6F635F}"/>
              </a:ext>
            </a:extLst>
          </p:cNvPr>
          <p:cNvSpPr>
            <a:spLocks noGrp="1"/>
          </p:cNvSpPr>
          <p:nvPr/>
        </p:nvSpPr>
        <p:spPr>
          <a:xfrm>
            <a:off x="1618582" y="34087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092">
            <a:extLst>
              <a:ext uri="{FF2B5EF4-FFF2-40B4-BE49-F238E27FC236}">
                <a16:creationId xmlns:a16="http://schemas.microsoft.com/office/drawing/2014/main" id="{660D7A96-544D-46EE-980A-593FCBA53913}"/>
              </a:ext>
            </a:extLst>
          </p:cNvPr>
          <p:cNvSpPr>
            <a:spLocks noGrp="1"/>
          </p:cNvSpPr>
          <p:nvPr/>
        </p:nvSpPr>
        <p:spPr>
          <a:xfrm>
            <a:off x="1750327" y="2253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093">
            <a:extLst>
              <a:ext uri="{FF2B5EF4-FFF2-40B4-BE49-F238E27FC236}">
                <a16:creationId xmlns:a16="http://schemas.microsoft.com/office/drawing/2014/main" id="{F6608B07-7371-42BE-9913-7F2CC88EF1BA}"/>
              </a:ext>
            </a:extLst>
          </p:cNvPr>
          <p:cNvSpPr>
            <a:spLocks noGrp="1"/>
          </p:cNvSpPr>
          <p:nvPr/>
        </p:nvSpPr>
        <p:spPr>
          <a:xfrm>
            <a:off x="166662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094">
            <a:extLst>
              <a:ext uri="{FF2B5EF4-FFF2-40B4-BE49-F238E27FC236}">
                <a16:creationId xmlns:a16="http://schemas.microsoft.com/office/drawing/2014/main" id="{91B090CB-E614-4B94-BF04-CEF6E971D7CC}"/>
              </a:ext>
            </a:extLst>
          </p:cNvPr>
          <p:cNvSpPr>
            <a:spLocks noGrp="1"/>
          </p:cNvSpPr>
          <p:nvPr/>
        </p:nvSpPr>
        <p:spPr>
          <a:xfrm>
            <a:off x="1597845" y="2176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095">
            <a:extLst>
              <a:ext uri="{FF2B5EF4-FFF2-40B4-BE49-F238E27FC236}">
                <a16:creationId xmlns:a16="http://schemas.microsoft.com/office/drawing/2014/main" id="{CC934CAE-CAD4-419F-96E4-AA2658F5A728}"/>
              </a:ext>
            </a:extLst>
          </p:cNvPr>
          <p:cNvSpPr>
            <a:spLocks noGrp="1"/>
          </p:cNvSpPr>
          <p:nvPr/>
        </p:nvSpPr>
        <p:spPr>
          <a:xfrm>
            <a:off x="164881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096">
            <a:extLst>
              <a:ext uri="{FF2B5EF4-FFF2-40B4-BE49-F238E27FC236}">
                <a16:creationId xmlns:a16="http://schemas.microsoft.com/office/drawing/2014/main" id="{1F613355-CE14-4119-AF55-E4DE45D9C3CB}"/>
              </a:ext>
            </a:extLst>
          </p:cNvPr>
          <p:cNvSpPr>
            <a:spLocks noGrp="1"/>
          </p:cNvSpPr>
          <p:nvPr/>
        </p:nvSpPr>
        <p:spPr>
          <a:xfrm>
            <a:off x="1612009" y="2583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097">
            <a:extLst>
              <a:ext uri="{FF2B5EF4-FFF2-40B4-BE49-F238E27FC236}">
                <a16:creationId xmlns:a16="http://schemas.microsoft.com/office/drawing/2014/main" id="{93D11D54-F046-4775-86BF-7121D63EC0E5}"/>
              </a:ext>
            </a:extLst>
          </p:cNvPr>
          <p:cNvSpPr>
            <a:spLocks noGrp="1"/>
          </p:cNvSpPr>
          <p:nvPr/>
        </p:nvSpPr>
        <p:spPr>
          <a:xfrm>
            <a:off x="1643556" y="31981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098">
            <a:extLst>
              <a:ext uri="{FF2B5EF4-FFF2-40B4-BE49-F238E27FC236}">
                <a16:creationId xmlns:a16="http://schemas.microsoft.com/office/drawing/2014/main" id="{43C6334C-72DB-4CE3-8D59-00BA1C001DB5}"/>
              </a:ext>
            </a:extLst>
          </p:cNvPr>
          <p:cNvSpPr>
            <a:spLocks noGrp="1"/>
          </p:cNvSpPr>
          <p:nvPr/>
        </p:nvSpPr>
        <p:spPr>
          <a:xfrm>
            <a:off x="1683167" y="33475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099">
            <a:extLst>
              <a:ext uri="{FF2B5EF4-FFF2-40B4-BE49-F238E27FC236}">
                <a16:creationId xmlns:a16="http://schemas.microsoft.com/office/drawing/2014/main" id="{D628442B-704A-4AF2-8E6B-09485A7A6B44}"/>
              </a:ext>
            </a:extLst>
          </p:cNvPr>
          <p:cNvSpPr>
            <a:spLocks noGrp="1"/>
          </p:cNvSpPr>
          <p:nvPr/>
        </p:nvSpPr>
        <p:spPr>
          <a:xfrm>
            <a:off x="1631926" y="2230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100">
            <a:extLst>
              <a:ext uri="{FF2B5EF4-FFF2-40B4-BE49-F238E27FC236}">
                <a16:creationId xmlns:a16="http://schemas.microsoft.com/office/drawing/2014/main" id="{AFCBD60B-42A0-41CD-BB66-4C9C8FA1FED2}"/>
              </a:ext>
            </a:extLst>
          </p:cNvPr>
          <p:cNvSpPr>
            <a:spLocks noGrp="1"/>
          </p:cNvSpPr>
          <p:nvPr/>
        </p:nvSpPr>
        <p:spPr>
          <a:xfrm>
            <a:off x="1713496" y="2052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101">
            <a:extLst>
              <a:ext uri="{FF2B5EF4-FFF2-40B4-BE49-F238E27FC236}">
                <a16:creationId xmlns:a16="http://schemas.microsoft.com/office/drawing/2014/main" id="{6A8FEB39-4EA4-45CD-91DC-850EF0F46BAA}"/>
              </a:ext>
            </a:extLst>
          </p:cNvPr>
          <p:cNvSpPr>
            <a:spLocks noGrp="1"/>
          </p:cNvSpPr>
          <p:nvPr/>
        </p:nvSpPr>
        <p:spPr>
          <a:xfrm>
            <a:off x="1694804" y="32641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102">
            <a:extLst>
              <a:ext uri="{FF2B5EF4-FFF2-40B4-BE49-F238E27FC236}">
                <a16:creationId xmlns:a16="http://schemas.microsoft.com/office/drawing/2014/main" id="{A80653A6-87A4-40AE-B0F9-BE2939FF7E68}"/>
              </a:ext>
            </a:extLst>
          </p:cNvPr>
          <p:cNvSpPr>
            <a:spLocks noGrp="1"/>
          </p:cNvSpPr>
          <p:nvPr/>
        </p:nvSpPr>
        <p:spPr>
          <a:xfrm>
            <a:off x="167214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103">
            <a:extLst>
              <a:ext uri="{FF2B5EF4-FFF2-40B4-BE49-F238E27FC236}">
                <a16:creationId xmlns:a16="http://schemas.microsoft.com/office/drawing/2014/main" id="{E1A0CF68-7AEB-4891-8F94-F52DDED2534B}"/>
              </a:ext>
            </a:extLst>
          </p:cNvPr>
          <p:cNvSpPr>
            <a:spLocks noGrp="1"/>
          </p:cNvSpPr>
          <p:nvPr/>
        </p:nvSpPr>
        <p:spPr>
          <a:xfrm>
            <a:off x="1716160" y="26903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104">
            <a:extLst>
              <a:ext uri="{FF2B5EF4-FFF2-40B4-BE49-F238E27FC236}">
                <a16:creationId xmlns:a16="http://schemas.microsoft.com/office/drawing/2014/main" id="{0B8D233C-19AC-4AC5-90F7-D9DB61CA5AB0}"/>
              </a:ext>
            </a:extLst>
          </p:cNvPr>
          <p:cNvSpPr>
            <a:spLocks noGrp="1"/>
          </p:cNvSpPr>
          <p:nvPr/>
        </p:nvSpPr>
        <p:spPr>
          <a:xfrm>
            <a:off x="1701381" y="21360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105">
            <a:extLst>
              <a:ext uri="{FF2B5EF4-FFF2-40B4-BE49-F238E27FC236}">
                <a16:creationId xmlns:a16="http://schemas.microsoft.com/office/drawing/2014/main" id="{A6F2D562-D2A1-46EF-B621-070168D24B1A}"/>
              </a:ext>
            </a:extLst>
          </p:cNvPr>
          <p:cNvSpPr>
            <a:spLocks noGrp="1"/>
          </p:cNvSpPr>
          <p:nvPr/>
        </p:nvSpPr>
        <p:spPr>
          <a:xfrm>
            <a:off x="1626728" y="25229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106">
            <a:extLst>
              <a:ext uri="{FF2B5EF4-FFF2-40B4-BE49-F238E27FC236}">
                <a16:creationId xmlns:a16="http://schemas.microsoft.com/office/drawing/2014/main" id="{519E2167-E2D4-4C0F-B1A2-54D7ACD81578}"/>
              </a:ext>
            </a:extLst>
          </p:cNvPr>
          <p:cNvSpPr>
            <a:spLocks noGrp="1"/>
          </p:cNvSpPr>
          <p:nvPr/>
        </p:nvSpPr>
        <p:spPr>
          <a:xfrm>
            <a:off x="1706473" y="26426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107">
            <a:extLst>
              <a:ext uri="{FF2B5EF4-FFF2-40B4-BE49-F238E27FC236}">
                <a16:creationId xmlns:a16="http://schemas.microsoft.com/office/drawing/2014/main" id="{C652E577-C54A-43C3-8306-FEDD7B8BBB3C}"/>
              </a:ext>
            </a:extLst>
          </p:cNvPr>
          <p:cNvSpPr>
            <a:spLocks noGrp="1"/>
          </p:cNvSpPr>
          <p:nvPr/>
        </p:nvSpPr>
        <p:spPr>
          <a:xfrm>
            <a:off x="1646213" y="2191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108">
            <a:extLst>
              <a:ext uri="{FF2B5EF4-FFF2-40B4-BE49-F238E27FC236}">
                <a16:creationId xmlns:a16="http://schemas.microsoft.com/office/drawing/2014/main" id="{69B313FD-FD18-46EB-8DB2-117FEADCA368}"/>
              </a:ext>
            </a:extLst>
          </p:cNvPr>
          <p:cNvSpPr>
            <a:spLocks noGrp="1"/>
          </p:cNvSpPr>
          <p:nvPr/>
        </p:nvSpPr>
        <p:spPr>
          <a:xfrm>
            <a:off x="1716671" y="2221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109">
            <a:extLst>
              <a:ext uri="{FF2B5EF4-FFF2-40B4-BE49-F238E27FC236}">
                <a16:creationId xmlns:a16="http://schemas.microsoft.com/office/drawing/2014/main" id="{9C0325FB-C668-442B-BDFB-34229D0F4B16}"/>
              </a:ext>
            </a:extLst>
          </p:cNvPr>
          <p:cNvSpPr>
            <a:spLocks noGrp="1"/>
          </p:cNvSpPr>
          <p:nvPr/>
        </p:nvSpPr>
        <p:spPr>
          <a:xfrm>
            <a:off x="1690683" y="2699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110">
            <a:extLst>
              <a:ext uri="{FF2B5EF4-FFF2-40B4-BE49-F238E27FC236}">
                <a16:creationId xmlns:a16="http://schemas.microsoft.com/office/drawing/2014/main" id="{1C1828F8-EC89-40A0-80E5-C7B7E851D67E}"/>
              </a:ext>
            </a:extLst>
          </p:cNvPr>
          <p:cNvSpPr>
            <a:spLocks noGrp="1"/>
          </p:cNvSpPr>
          <p:nvPr/>
        </p:nvSpPr>
        <p:spPr>
          <a:xfrm>
            <a:off x="1601063" y="24394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111">
            <a:extLst>
              <a:ext uri="{FF2B5EF4-FFF2-40B4-BE49-F238E27FC236}">
                <a16:creationId xmlns:a16="http://schemas.microsoft.com/office/drawing/2014/main" id="{90530B07-4C33-45AB-8B38-B2543D5F2242}"/>
              </a:ext>
            </a:extLst>
          </p:cNvPr>
          <p:cNvSpPr>
            <a:spLocks noGrp="1"/>
          </p:cNvSpPr>
          <p:nvPr/>
        </p:nvSpPr>
        <p:spPr>
          <a:xfrm>
            <a:off x="1715905" y="2841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112">
            <a:extLst>
              <a:ext uri="{FF2B5EF4-FFF2-40B4-BE49-F238E27FC236}">
                <a16:creationId xmlns:a16="http://schemas.microsoft.com/office/drawing/2014/main" id="{124959D7-9CD1-4B92-BEB4-CAC312AC5DC1}"/>
              </a:ext>
            </a:extLst>
          </p:cNvPr>
          <p:cNvSpPr>
            <a:spLocks noGrp="1"/>
          </p:cNvSpPr>
          <p:nvPr/>
        </p:nvSpPr>
        <p:spPr>
          <a:xfrm>
            <a:off x="1729843" y="23135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113">
            <a:extLst>
              <a:ext uri="{FF2B5EF4-FFF2-40B4-BE49-F238E27FC236}">
                <a16:creationId xmlns:a16="http://schemas.microsoft.com/office/drawing/2014/main" id="{C276665D-0A36-400E-A938-0CCD5425C790}"/>
              </a:ext>
            </a:extLst>
          </p:cNvPr>
          <p:cNvSpPr>
            <a:spLocks noGrp="1"/>
          </p:cNvSpPr>
          <p:nvPr/>
        </p:nvSpPr>
        <p:spPr>
          <a:xfrm>
            <a:off x="170918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114">
            <a:extLst>
              <a:ext uri="{FF2B5EF4-FFF2-40B4-BE49-F238E27FC236}">
                <a16:creationId xmlns:a16="http://schemas.microsoft.com/office/drawing/2014/main" id="{F5EB5399-9BFD-4403-B779-B83C09CBF2A1}"/>
              </a:ext>
            </a:extLst>
          </p:cNvPr>
          <p:cNvSpPr>
            <a:spLocks noGrp="1"/>
          </p:cNvSpPr>
          <p:nvPr/>
        </p:nvSpPr>
        <p:spPr>
          <a:xfrm>
            <a:off x="1674976" y="2680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115">
            <a:extLst>
              <a:ext uri="{FF2B5EF4-FFF2-40B4-BE49-F238E27FC236}">
                <a16:creationId xmlns:a16="http://schemas.microsoft.com/office/drawing/2014/main" id="{507B35B4-75A3-4144-B135-84737C87EAFA}"/>
              </a:ext>
            </a:extLst>
          </p:cNvPr>
          <p:cNvSpPr>
            <a:spLocks noGrp="1"/>
          </p:cNvSpPr>
          <p:nvPr/>
        </p:nvSpPr>
        <p:spPr>
          <a:xfrm>
            <a:off x="1634541" y="2229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116">
            <a:extLst>
              <a:ext uri="{FF2B5EF4-FFF2-40B4-BE49-F238E27FC236}">
                <a16:creationId xmlns:a16="http://schemas.microsoft.com/office/drawing/2014/main" id="{1857B18F-B9F2-4EE2-AD8B-DD43CAB092D8}"/>
              </a:ext>
            </a:extLst>
          </p:cNvPr>
          <p:cNvSpPr>
            <a:spLocks noGrp="1"/>
          </p:cNvSpPr>
          <p:nvPr/>
        </p:nvSpPr>
        <p:spPr>
          <a:xfrm>
            <a:off x="159869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117">
            <a:extLst>
              <a:ext uri="{FF2B5EF4-FFF2-40B4-BE49-F238E27FC236}">
                <a16:creationId xmlns:a16="http://schemas.microsoft.com/office/drawing/2014/main" id="{9E20313A-E771-4A77-87F3-AEF5BC177DD4}"/>
              </a:ext>
            </a:extLst>
          </p:cNvPr>
          <p:cNvSpPr>
            <a:spLocks noGrp="1"/>
          </p:cNvSpPr>
          <p:nvPr/>
        </p:nvSpPr>
        <p:spPr>
          <a:xfrm>
            <a:off x="1722811" y="26319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118">
            <a:extLst>
              <a:ext uri="{FF2B5EF4-FFF2-40B4-BE49-F238E27FC236}">
                <a16:creationId xmlns:a16="http://schemas.microsoft.com/office/drawing/2014/main" id="{26D42BA6-91D0-4A3D-B318-2176068A4B03}"/>
              </a:ext>
            </a:extLst>
          </p:cNvPr>
          <p:cNvSpPr>
            <a:spLocks noGrp="1"/>
          </p:cNvSpPr>
          <p:nvPr/>
        </p:nvSpPr>
        <p:spPr>
          <a:xfrm>
            <a:off x="174214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119">
            <a:extLst>
              <a:ext uri="{FF2B5EF4-FFF2-40B4-BE49-F238E27FC236}">
                <a16:creationId xmlns:a16="http://schemas.microsoft.com/office/drawing/2014/main" id="{921996FC-C145-4366-9882-9326CCBC2493}"/>
              </a:ext>
            </a:extLst>
          </p:cNvPr>
          <p:cNvSpPr>
            <a:spLocks noGrp="1"/>
          </p:cNvSpPr>
          <p:nvPr/>
        </p:nvSpPr>
        <p:spPr>
          <a:xfrm>
            <a:off x="172001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120">
            <a:extLst>
              <a:ext uri="{FF2B5EF4-FFF2-40B4-BE49-F238E27FC236}">
                <a16:creationId xmlns:a16="http://schemas.microsoft.com/office/drawing/2014/main" id="{85C79B02-FF09-438F-8756-EBBE3D7E1D91}"/>
              </a:ext>
            </a:extLst>
          </p:cNvPr>
          <p:cNvSpPr>
            <a:spLocks noGrp="1"/>
          </p:cNvSpPr>
          <p:nvPr/>
        </p:nvSpPr>
        <p:spPr>
          <a:xfrm>
            <a:off x="1635138" y="35377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121">
            <a:extLst>
              <a:ext uri="{FF2B5EF4-FFF2-40B4-BE49-F238E27FC236}">
                <a16:creationId xmlns:a16="http://schemas.microsoft.com/office/drawing/2014/main" id="{6CADD969-BDED-42F0-8D6F-8FD9574FF254}"/>
              </a:ext>
            </a:extLst>
          </p:cNvPr>
          <p:cNvSpPr>
            <a:spLocks noGrp="1"/>
          </p:cNvSpPr>
          <p:nvPr/>
        </p:nvSpPr>
        <p:spPr>
          <a:xfrm>
            <a:off x="1695341" y="27410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122">
            <a:extLst>
              <a:ext uri="{FF2B5EF4-FFF2-40B4-BE49-F238E27FC236}">
                <a16:creationId xmlns:a16="http://schemas.microsoft.com/office/drawing/2014/main" id="{43C606F0-A815-43CF-A3AA-6B34D8A8586E}"/>
              </a:ext>
            </a:extLst>
          </p:cNvPr>
          <p:cNvSpPr>
            <a:spLocks noGrp="1"/>
          </p:cNvSpPr>
          <p:nvPr/>
        </p:nvSpPr>
        <p:spPr>
          <a:xfrm>
            <a:off x="1610494" y="34966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123">
            <a:extLst>
              <a:ext uri="{FF2B5EF4-FFF2-40B4-BE49-F238E27FC236}">
                <a16:creationId xmlns:a16="http://schemas.microsoft.com/office/drawing/2014/main" id="{8F4448C3-5D70-45EC-8E98-347481CAA764}"/>
              </a:ext>
            </a:extLst>
          </p:cNvPr>
          <p:cNvSpPr>
            <a:spLocks noGrp="1"/>
          </p:cNvSpPr>
          <p:nvPr/>
        </p:nvSpPr>
        <p:spPr>
          <a:xfrm>
            <a:off x="1697416" y="25346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124">
            <a:extLst>
              <a:ext uri="{FF2B5EF4-FFF2-40B4-BE49-F238E27FC236}">
                <a16:creationId xmlns:a16="http://schemas.microsoft.com/office/drawing/2014/main" id="{2BE55E16-8D4D-448B-8CE2-18470A2B1BCE}"/>
              </a:ext>
            </a:extLst>
          </p:cNvPr>
          <p:cNvSpPr>
            <a:spLocks noGrp="1"/>
          </p:cNvSpPr>
          <p:nvPr/>
        </p:nvSpPr>
        <p:spPr>
          <a:xfrm>
            <a:off x="1703458" y="2194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125">
            <a:extLst>
              <a:ext uri="{FF2B5EF4-FFF2-40B4-BE49-F238E27FC236}">
                <a16:creationId xmlns:a16="http://schemas.microsoft.com/office/drawing/2014/main" id="{1D983640-5335-4FCE-B3A5-5C374AF33C8E}"/>
              </a:ext>
            </a:extLst>
          </p:cNvPr>
          <p:cNvSpPr>
            <a:spLocks noGrp="1"/>
          </p:cNvSpPr>
          <p:nvPr/>
        </p:nvSpPr>
        <p:spPr>
          <a:xfrm>
            <a:off x="1664979" y="3126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126">
            <a:extLst>
              <a:ext uri="{FF2B5EF4-FFF2-40B4-BE49-F238E27FC236}">
                <a16:creationId xmlns:a16="http://schemas.microsoft.com/office/drawing/2014/main" id="{EE455ADB-1BC0-45F9-BEC7-8AFE54C1CB9F}"/>
              </a:ext>
            </a:extLst>
          </p:cNvPr>
          <p:cNvSpPr>
            <a:spLocks noGrp="1"/>
          </p:cNvSpPr>
          <p:nvPr/>
        </p:nvSpPr>
        <p:spPr>
          <a:xfrm>
            <a:off x="1703585" y="228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127">
            <a:extLst>
              <a:ext uri="{FF2B5EF4-FFF2-40B4-BE49-F238E27FC236}">
                <a16:creationId xmlns:a16="http://schemas.microsoft.com/office/drawing/2014/main" id="{A48D2315-5176-43EC-805E-9D56CA0BA043}"/>
              </a:ext>
            </a:extLst>
          </p:cNvPr>
          <p:cNvSpPr>
            <a:spLocks noGrp="1"/>
          </p:cNvSpPr>
          <p:nvPr/>
        </p:nvSpPr>
        <p:spPr>
          <a:xfrm>
            <a:off x="1726977" y="3206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128">
            <a:extLst>
              <a:ext uri="{FF2B5EF4-FFF2-40B4-BE49-F238E27FC236}">
                <a16:creationId xmlns:a16="http://schemas.microsoft.com/office/drawing/2014/main" id="{BDEA6605-807E-4826-B485-5C58337C8F7C}"/>
              </a:ext>
            </a:extLst>
          </p:cNvPr>
          <p:cNvSpPr>
            <a:spLocks noGrp="1"/>
          </p:cNvSpPr>
          <p:nvPr/>
        </p:nvSpPr>
        <p:spPr>
          <a:xfrm>
            <a:off x="1741233" y="26470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129">
            <a:extLst>
              <a:ext uri="{FF2B5EF4-FFF2-40B4-BE49-F238E27FC236}">
                <a16:creationId xmlns:a16="http://schemas.microsoft.com/office/drawing/2014/main" id="{72A3F5A8-D873-4DD4-A540-ED0C939295B6}"/>
              </a:ext>
            </a:extLst>
          </p:cNvPr>
          <p:cNvSpPr>
            <a:spLocks noGrp="1"/>
          </p:cNvSpPr>
          <p:nvPr/>
        </p:nvSpPr>
        <p:spPr>
          <a:xfrm>
            <a:off x="1763786" y="3356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130">
            <a:extLst>
              <a:ext uri="{FF2B5EF4-FFF2-40B4-BE49-F238E27FC236}">
                <a16:creationId xmlns:a16="http://schemas.microsoft.com/office/drawing/2014/main" id="{16CD5F9A-7492-4B24-AEA0-965561EE6878}"/>
              </a:ext>
            </a:extLst>
          </p:cNvPr>
          <p:cNvSpPr>
            <a:spLocks noGrp="1"/>
          </p:cNvSpPr>
          <p:nvPr/>
        </p:nvSpPr>
        <p:spPr>
          <a:xfrm>
            <a:off x="1599389" y="2844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131">
            <a:extLst>
              <a:ext uri="{FF2B5EF4-FFF2-40B4-BE49-F238E27FC236}">
                <a16:creationId xmlns:a16="http://schemas.microsoft.com/office/drawing/2014/main" id="{570692BF-C83A-4EE0-824B-8A171F139A01}"/>
              </a:ext>
            </a:extLst>
          </p:cNvPr>
          <p:cNvSpPr>
            <a:spLocks noGrp="1"/>
          </p:cNvSpPr>
          <p:nvPr/>
        </p:nvSpPr>
        <p:spPr>
          <a:xfrm>
            <a:off x="1695517" y="2439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132">
            <a:extLst>
              <a:ext uri="{FF2B5EF4-FFF2-40B4-BE49-F238E27FC236}">
                <a16:creationId xmlns:a16="http://schemas.microsoft.com/office/drawing/2014/main" id="{222BDAB5-3F35-46E0-AE19-0F17E45F9EA3}"/>
              </a:ext>
            </a:extLst>
          </p:cNvPr>
          <p:cNvSpPr>
            <a:spLocks noGrp="1"/>
          </p:cNvSpPr>
          <p:nvPr/>
        </p:nvSpPr>
        <p:spPr>
          <a:xfrm>
            <a:off x="1649804" y="2253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133">
            <a:extLst>
              <a:ext uri="{FF2B5EF4-FFF2-40B4-BE49-F238E27FC236}">
                <a16:creationId xmlns:a16="http://schemas.microsoft.com/office/drawing/2014/main" id="{1356EF5D-335F-4B67-B344-3C67ECB99A3B}"/>
              </a:ext>
            </a:extLst>
          </p:cNvPr>
          <p:cNvSpPr>
            <a:spLocks noGrp="1"/>
          </p:cNvSpPr>
          <p:nvPr/>
        </p:nvSpPr>
        <p:spPr>
          <a:xfrm>
            <a:off x="1695502" y="3169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134">
            <a:extLst>
              <a:ext uri="{FF2B5EF4-FFF2-40B4-BE49-F238E27FC236}">
                <a16:creationId xmlns:a16="http://schemas.microsoft.com/office/drawing/2014/main" id="{49AA49B6-B182-4F80-B2F0-0AF11003D341}"/>
              </a:ext>
            </a:extLst>
          </p:cNvPr>
          <p:cNvSpPr>
            <a:spLocks noGrp="1"/>
          </p:cNvSpPr>
          <p:nvPr/>
        </p:nvSpPr>
        <p:spPr>
          <a:xfrm>
            <a:off x="1736932" y="2255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135">
            <a:extLst>
              <a:ext uri="{FF2B5EF4-FFF2-40B4-BE49-F238E27FC236}">
                <a16:creationId xmlns:a16="http://schemas.microsoft.com/office/drawing/2014/main" id="{FAABDDF5-EF3A-4972-BDC7-4BEF86E23963}"/>
              </a:ext>
            </a:extLst>
          </p:cNvPr>
          <p:cNvSpPr>
            <a:spLocks noGrp="1"/>
          </p:cNvSpPr>
          <p:nvPr/>
        </p:nvSpPr>
        <p:spPr>
          <a:xfrm>
            <a:off x="1739938" y="34647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136">
            <a:extLst>
              <a:ext uri="{FF2B5EF4-FFF2-40B4-BE49-F238E27FC236}">
                <a16:creationId xmlns:a16="http://schemas.microsoft.com/office/drawing/2014/main" id="{F113678C-EF30-47B7-9E4D-437047EB5492}"/>
              </a:ext>
            </a:extLst>
          </p:cNvPr>
          <p:cNvSpPr>
            <a:spLocks noGrp="1"/>
          </p:cNvSpPr>
          <p:nvPr/>
        </p:nvSpPr>
        <p:spPr>
          <a:xfrm>
            <a:off x="1608463" y="22037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137">
            <a:extLst>
              <a:ext uri="{FF2B5EF4-FFF2-40B4-BE49-F238E27FC236}">
                <a16:creationId xmlns:a16="http://schemas.microsoft.com/office/drawing/2014/main" id="{6F737A02-FEED-46FB-99E6-AE3A52853EB5}"/>
              </a:ext>
            </a:extLst>
          </p:cNvPr>
          <p:cNvSpPr>
            <a:spLocks noGrp="1"/>
          </p:cNvSpPr>
          <p:nvPr/>
        </p:nvSpPr>
        <p:spPr>
          <a:xfrm>
            <a:off x="1615976" y="25499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138">
            <a:extLst>
              <a:ext uri="{FF2B5EF4-FFF2-40B4-BE49-F238E27FC236}">
                <a16:creationId xmlns:a16="http://schemas.microsoft.com/office/drawing/2014/main" id="{515A3BCA-87AA-4580-980F-F7E3F72970C4}"/>
              </a:ext>
            </a:extLst>
          </p:cNvPr>
          <p:cNvSpPr>
            <a:spLocks noGrp="1"/>
          </p:cNvSpPr>
          <p:nvPr/>
        </p:nvSpPr>
        <p:spPr>
          <a:xfrm>
            <a:off x="1615948" y="2198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139">
            <a:extLst>
              <a:ext uri="{FF2B5EF4-FFF2-40B4-BE49-F238E27FC236}">
                <a16:creationId xmlns:a16="http://schemas.microsoft.com/office/drawing/2014/main" id="{F98756A4-2D38-40A5-8C16-E42B87047A30}"/>
              </a:ext>
            </a:extLst>
          </p:cNvPr>
          <p:cNvSpPr>
            <a:spLocks noGrp="1"/>
          </p:cNvSpPr>
          <p:nvPr/>
        </p:nvSpPr>
        <p:spPr>
          <a:xfrm>
            <a:off x="1710314" y="32775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140">
            <a:extLst>
              <a:ext uri="{FF2B5EF4-FFF2-40B4-BE49-F238E27FC236}">
                <a16:creationId xmlns:a16="http://schemas.microsoft.com/office/drawing/2014/main" id="{BF02E950-F246-40D6-9D0D-9D54FDE4E4E4}"/>
              </a:ext>
            </a:extLst>
          </p:cNvPr>
          <p:cNvSpPr>
            <a:spLocks noGrp="1"/>
          </p:cNvSpPr>
          <p:nvPr/>
        </p:nvSpPr>
        <p:spPr>
          <a:xfrm>
            <a:off x="1606762" y="24428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141">
            <a:extLst>
              <a:ext uri="{FF2B5EF4-FFF2-40B4-BE49-F238E27FC236}">
                <a16:creationId xmlns:a16="http://schemas.microsoft.com/office/drawing/2014/main" id="{135423D0-5DD9-4C27-9827-2C89502D296B}"/>
              </a:ext>
            </a:extLst>
          </p:cNvPr>
          <p:cNvSpPr>
            <a:spLocks noGrp="1"/>
          </p:cNvSpPr>
          <p:nvPr/>
        </p:nvSpPr>
        <p:spPr>
          <a:xfrm>
            <a:off x="1712341" y="288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142">
            <a:extLst>
              <a:ext uri="{FF2B5EF4-FFF2-40B4-BE49-F238E27FC236}">
                <a16:creationId xmlns:a16="http://schemas.microsoft.com/office/drawing/2014/main" id="{2F2400C6-1F29-4BA8-A954-A31F4CA33D9A}"/>
              </a:ext>
            </a:extLst>
          </p:cNvPr>
          <p:cNvSpPr>
            <a:spLocks noGrp="1"/>
          </p:cNvSpPr>
          <p:nvPr/>
        </p:nvSpPr>
        <p:spPr>
          <a:xfrm>
            <a:off x="1668769" y="28848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143">
            <a:extLst>
              <a:ext uri="{FF2B5EF4-FFF2-40B4-BE49-F238E27FC236}">
                <a16:creationId xmlns:a16="http://schemas.microsoft.com/office/drawing/2014/main" id="{5D98D9ED-0FDA-4614-A0E3-55E27B48FC45}"/>
              </a:ext>
            </a:extLst>
          </p:cNvPr>
          <p:cNvSpPr>
            <a:spLocks noGrp="1"/>
          </p:cNvSpPr>
          <p:nvPr/>
        </p:nvSpPr>
        <p:spPr>
          <a:xfrm>
            <a:off x="1653513" y="28895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144">
            <a:extLst>
              <a:ext uri="{FF2B5EF4-FFF2-40B4-BE49-F238E27FC236}">
                <a16:creationId xmlns:a16="http://schemas.microsoft.com/office/drawing/2014/main" id="{6FF23A7F-AF9F-49F0-9B8B-C1284336B316}"/>
              </a:ext>
            </a:extLst>
          </p:cNvPr>
          <p:cNvSpPr>
            <a:spLocks noGrp="1"/>
          </p:cNvSpPr>
          <p:nvPr/>
        </p:nvSpPr>
        <p:spPr>
          <a:xfrm>
            <a:off x="1614242" y="2848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145">
            <a:extLst>
              <a:ext uri="{FF2B5EF4-FFF2-40B4-BE49-F238E27FC236}">
                <a16:creationId xmlns:a16="http://schemas.microsoft.com/office/drawing/2014/main" id="{D80F06D0-EF03-4C73-8BA7-8974A635B285}"/>
              </a:ext>
            </a:extLst>
          </p:cNvPr>
          <p:cNvSpPr>
            <a:spLocks noGrp="1"/>
          </p:cNvSpPr>
          <p:nvPr/>
        </p:nvSpPr>
        <p:spPr>
          <a:xfrm>
            <a:off x="1669892" y="23149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146">
            <a:extLst>
              <a:ext uri="{FF2B5EF4-FFF2-40B4-BE49-F238E27FC236}">
                <a16:creationId xmlns:a16="http://schemas.microsoft.com/office/drawing/2014/main" id="{4AE938D5-D5EC-4D72-AF66-A5640A1DAE5A}"/>
              </a:ext>
            </a:extLst>
          </p:cNvPr>
          <p:cNvSpPr>
            <a:spLocks noGrp="1"/>
          </p:cNvSpPr>
          <p:nvPr/>
        </p:nvSpPr>
        <p:spPr>
          <a:xfrm>
            <a:off x="1639318" y="3626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147">
            <a:extLst>
              <a:ext uri="{FF2B5EF4-FFF2-40B4-BE49-F238E27FC236}">
                <a16:creationId xmlns:a16="http://schemas.microsoft.com/office/drawing/2014/main" id="{F377A266-47A8-4254-BC2F-2363F266DA29}"/>
              </a:ext>
            </a:extLst>
          </p:cNvPr>
          <p:cNvSpPr>
            <a:spLocks noGrp="1"/>
          </p:cNvSpPr>
          <p:nvPr/>
        </p:nvSpPr>
        <p:spPr>
          <a:xfrm>
            <a:off x="1751442" y="29523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148">
            <a:extLst>
              <a:ext uri="{FF2B5EF4-FFF2-40B4-BE49-F238E27FC236}">
                <a16:creationId xmlns:a16="http://schemas.microsoft.com/office/drawing/2014/main" id="{D9E86CAF-34E5-40AA-9313-41E4A5DE25EA}"/>
              </a:ext>
            </a:extLst>
          </p:cNvPr>
          <p:cNvSpPr>
            <a:spLocks noGrp="1"/>
          </p:cNvSpPr>
          <p:nvPr/>
        </p:nvSpPr>
        <p:spPr>
          <a:xfrm>
            <a:off x="1729599" y="2514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149">
            <a:extLst>
              <a:ext uri="{FF2B5EF4-FFF2-40B4-BE49-F238E27FC236}">
                <a16:creationId xmlns:a16="http://schemas.microsoft.com/office/drawing/2014/main" id="{78E05075-0031-4829-A4B9-4FAEC8FF3EFE}"/>
              </a:ext>
            </a:extLst>
          </p:cNvPr>
          <p:cNvSpPr>
            <a:spLocks noGrp="1"/>
          </p:cNvSpPr>
          <p:nvPr/>
        </p:nvSpPr>
        <p:spPr>
          <a:xfrm>
            <a:off x="1693685" y="30373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150">
            <a:extLst>
              <a:ext uri="{FF2B5EF4-FFF2-40B4-BE49-F238E27FC236}">
                <a16:creationId xmlns:a16="http://schemas.microsoft.com/office/drawing/2014/main" id="{3D4AA981-8AE8-4117-A799-A901F6030DE8}"/>
              </a:ext>
            </a:extLst>
          </p:cNvPr>
          <p:cNvSpPr>
            <a:spLocks noGrp="1"/>
          </p:cNvSpPr>
          <p:nvPr/>
        </p:nvSpPr>
        <p:spPr>
          <a:xfrm>
            <a:off x="161434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151">
            <a:extLst>
              <a:ext uri="{FF2B5EF4-FFF2-40B4-BE49-F238E27FC236}">
                <a16:creationId xmlns:a16="http://schemas.microsoft.com/office/drawing/2014/main" id="{C80EBFDA-C799-47F7-AE0E-FBEB05465ABA}"/>
              </a:ext>
            </a:extLst>
          </p:cNvPr>
          <p:cNvSpPr>
            <a:spLocks noGrp="1"/>
          </p:cNvSpPr>
          <p:nvPr/>
        </p:nvSpPr>
        <p:spPr>
          <a:xfrm>
            <a:off x="1646445" y="33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3152">
            <a:extLst>
              <a:ext uri="{FF2B5EF4-FFF2-40B4-BE49-F238E27FC236}">
                <a16:creationId xmlns:a16="http://schemas.microsoft.com/office/drawing/2014/main" id="{7E5CE723-AF95-4949-95CC-B9C757C37F35}"/>
              </a:ext>
            </a:extLst>
          </p:cNvPr>
          <p:cNvSpPr>
            <a:spLocks noGrp="1"/>
          </p:cNvSpPr>
          <p:nvPr/>
        </p:nvSpPr>
        <p:spPr>
          <a:xfrm>
            <a:off x="163616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3153">
            <a:extLst>
              <a:ext uri="{FF2B5EF4-FFF2-40B4-BE49-F238E27FC236}">
                <a16:creationId xmlns:a16="http://schemas.microsoft.com/office/drawing/2014/main" id="{B2FAB65A-465A-4278-8991-AABF75FDA4C3}"/>
              </a:ext>
            </a:extLst>
          </p:cNvPr>
          <p:cNvSpPr>
            <a:spLocks noGrp="1"/>
          </p:cNvSpPr>
          <p:nvPr/>
        </p:nvSpPr>
        <p:spPr>
          <a:xfrm>
            <a:off x="170893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3154">
            <a:extLst>
              <a:ext uri="{FF2B5EF4-FFF2-40B4-BE49-F238E27FC236}">
                <a16:creationId xmlns:a16="http://schemas.microsoft.com/office/drawing/2014/main" id="{F10B7EFE-4DBC-4069-A8B0-E4CC5B7605FE}"/>
              </a:ext>
            </a:extLst>
          </p:cNvPr>
          <p:cNvSpPr>
            <a:spLocks noGrp="1"/>
          </p:cNvSpPr>
          <p:nvPr/>
        </p:nvSpPr>
        <p:spPr>
          <a:xfrm>
            <a:off x="1991768" y="2129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3155">
            <a:extLst>
              <a:ext uri="{FF2B5EF4-FFF2-40B4-BE49-F238E27FC236}">
                <a16:creationId xmlns:a16="http://schemas.microsoft.com/office/drawing/2014/main" id="{292A49EC-D391-46E0-A472-35970C3E48EC}"/>
              </a:ext>
            </a:extLst>
          </p:cNvPr>
          <p:cNvSpPr>
            <a:spLocks noGrp="1"/>
          </p:cNvSpPr>
          <p:nvPr/>
        </p:nvSpPr>
        <p:spPr>
          <a:xfrm>
            <a:off x="1894616" y="20123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3156">
            <a:extLst>
              <a:ext uri="{FF2B5EF4-FFF2-40B4-BE49-F238E27FC236}">
                <a16:creationId xmlns:a16="http://schemas.microsoft.com/office/drawing/2014/main" id="{B370FA73-4F62-4DCE-984E-69069EC774D7}"/>
              </a:ext>
            </a:extLst>
          </p:cNvPr>
          <p:cNvSpPr>
            <a:spLocks noGrp="1"/>
          </p:cNvSpPr>
          <p:nvPr/>
        </p:nvSpPr>
        <p:spPr>
          <a:xfrm>
            <a:off x="2030732" y="21198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3157">
            <a:extLst>
              <a:ext uri="{FF2B5EF4-FFF2-40B4-BE49-F238E27FC236}">
                <a16:creationId xmlns:a16="http://schemas.microsoft.com/office/drawing/2014/main" id="{C1BDE97E-4CB9-4106-BA8D-87F300DD22D6}"/>
              </a:ext>
            </a:extLst>
          </p:cNvPr>
          <p:cNvSpPr>
            <a:spLocks noGrp="1"/>
          </p:cNvSpPr>
          <p:nvPr/>
        </p:nvSpPr>
        <p:spPr>
          <a:xfrm>
            <a:off x="1896047" y="34937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3158">
            <a:extLst>
              <a:ext uri="{FF2B5EF4-FFF2-40B4-BE49-F238E27FC236}">
                <a16:creationId xmlns:a16="http://schemas.microsoft.com/office/drawing/2014/main" id="{0BAABA37-60A5-4B7B-BF1B-2B128D434F86}"/>
              </a:ext>
            </a:extLst>
          </p:cNvPr>
          <p:cNvSpPr>
            <a:spLocks noGrp="1"/>
          </p:cNvSpPr>
          <p:nvPr/>
        </p:nvSpPr>
        <p:spPr>
          <a:xfrm>
            <a:off x="1980391" y="22496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3159">
            <a:extLst>
              <a:ext uri="{FF2B5EF4-FFF2-40B4-BE49-F238E27FC236}">
                <a16:creationId xmlns:a16="http://schemas.microsoft.com/office/drawing/2014/main" id="{02CBC3CA-71F7-4C99-89C8-12BDA6AAA6E5}"/>
              </a:ext>
            </a:extLst>
          </p:cNvPr>
          <p:cNvSpPr>
            <a:spLocks noGrp="1"/>
          </p:cNvSpPr>
          <p:nvPr/>
        </p:nvSpPr>
        <p:spPr>
          <a:xfrm>
            <a:off x="1982253" y="233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3160">
            <a:extLst>
              <a:ext uri="{FF2B5EF4-FFF2-40B4-BE49-F238E27FC236}">
                <a16:creationId xmlns:a16="http://schemas.microsoft.com/office/drawing/2014/main" id="{3D1DC4F2-5623-4A17-B97A-6C9F87C3CC23}"/>
              </a:ext>
            </a:extLst>
          </p:cNvPr>
          <p:cNvSpPr>
            <a:spLocks noGrp="1"/>
          </p:cNvSpPr>
          <p:nvPr/>
        </p:nvSpPr>
        <p:spPr>
          <a:xfrm>
            <a:off x="2051624" y="2150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3161">
            <a:extLst>
              <a:ext uri="{FF2B5EF4-FFF2-40B4-BE49-F238E27FC236}">
                <a16:creationId xmlns:a16="http://schemas.microsoft.com/office/drawing/2014/main" id="{506B1652-1643-4F3D-9E9D-0BEDE3F451BD}"/>
              </a:ext>
            </a:extLst>
          </p:cNvPr>
          <p:cNvSpPr>
            <a:spLocks noGrp="1"/>
          </p:cNvSpPr>
          <p:nvPr/>
        </p:nvSpPr>
        <p:spPr>
          <a:xfrm>
            <a:off x="1976643" y="22081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3162">
            <a:extLst>
              <a:ext uri="{FF2B5EF4-FFF2-40B4-BE49-F238E27FC236}">
                <a16:creationId xmlns:a16="http://schemas.microsoft.com/office/drawing/2014/main" id="{9A6E1E3A-D225-4393-A151-E55B338807AE}"/>
              </a:ext>
            </a:extLst>
          </p:cNvPr>
          <p:cNvSpPr>
            <a:spLocks noGrp="1"/>
          </p:cNvSpPr>
          <p:nvPr/>
        </p:nvSpPr>
        <p:spPr>
          <a:xfrm>
            <a:off x="1975527" y="3012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3163">
            <a:extLst>
              <a:ext uri="{FF2B5EF4-FFF2-40B4-BE49-F238E27FC236}">
                <a16:creationId xmlns:a16="http://schemas.microsoft.com/office/drawing/2014/main" id="{C5B78E33-9AF6-46AC-AB6C-FD783E7AFB33}"/>
              </a:ext>
            </a:extLst>
          </p:cNvPr>
          <p:cNvSpPr>
            <a:spLocks noGrp="1"/>
          </p:cNvSpPr>
          <p:nvPr/>
        </p:nvSpPr>
        <p:spPr>
          <a:xfrm>
            <a:off x="1975465" y="29328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3164">
            <a:extLst>
              <a:ext uri="{FF2B5EF4-FFF2-40B4-BE49-F238E27FC236}">
                <a16:creationId xmlns:a16="http://schemas.microsoft.com/office/drawing/2014/main" id="{7A93947C-E249-4721-9D5D-3EAC1EEA1A9A}"/>
              </a:ext>
            </a:extLst>
          </p:cNvPr>
          <p:cNvSpPr>
            <a:spLocks noGrp="1"/>
          </p:cNvSpPr>
          <p:nvPr/>
        </p:nvSpPr>
        <p:spPr>
          <a:xfrm>
            <a:off x="1935261" y="29722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3165">
            <a:extLst>
              <a:ext uri="{FF2B5EF4-FFF2-40B4-BE49-F238E27FC236}">
                <a16:creationId xmlns:a16="http://schemas.microsoft.com/office/drawing/2014/main" id="{86574833-DC92-4446-A3BA-512C1E70E143}"/>
              </a:ext>
            </a:extLst>
          </p:cNvPr>
          <p:cNvSpPr>
            <a:spLocks noGrp="1"/>
          </p:cNvSpPr>
          <p:nvPr/>
        </p:nvSpPr>
        <p:spPr>
          <a:xfrm>
            <a:off x="1884341" y="21650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3166">
            <a:extLst>
              <a:ext uri="{FF2B5EF4-FFF2-40B4-BE49-F238E27FC236}">
                <a16:creationId xmlns:a16="http://schemas.microsoft.com/office/drawing/2014/main" id="{B49D59AB-313D-4763-94E7-C77D6270478A}"/>
              </a:ext>
            </a:extLst>
          </p:cNvPr>
          <p:cNvSpPr>
            <a:spLocks noGrp="1"/>
          </p:cNvSpPr>
          <p:nvPr/>
        </p:nvSpPr>
        <p:spPr>
          <a:xfrm>
            <a:off x="2027477" y="2396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3167">
            <a:extLst>
              <a:ext uri="{FF2B5EF4-FFF2-40B4-BE49-F238E27FC236}">
                <a16:creationId xmlns:a16="http://schemas.microsoft.com/office/drawing/2014/main" id="{197B66D4-8FF2-44CC-823D-52CE1A9E1E6A}"/>
              </a:ext>
            </a:extLst>
          </p:cNvPr>
          <p:cNvSpPr>
            <a:spLocks noGrp="1"/>
          </p:cNvSpPr>
          <p:nvPr/>
        </p:nvSpPr>
        <p:spPr>
          <a:xfrm>
            <a:off x="1874524" y="2793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3168">
            <a:extLst>
              <a:ext uri="{FF2B5EF4-FFF2-40B4-BE49-F238E27FC236}">
                <a16:creationId xmlns:a16="http://schemas.microsoft.com/office/drawing/2014/main" id="{EE8672C6-9383-4331-A4F1-EDAE78C620E8}"/>
              </a:ext>
            </a:extLst>
          </p:cNvPr>
          <p:cNvSpPr>
            <a:spLocks noGrp="1"/>
          </p:cNvSpPr>
          <p:nvPr/>
        </p:nvSpPr>
        <p:spPr>
          <a:xfrm>
            <a:off x="2050379" y="22121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3169">
            <a:extLst>
              <a:ext uri="{FF2B5EF4-FFF2-40B4-BE49-F238E27FC236}">
                <a16:creationId xmlns:a16="http://schemas.microsoft.com/office/drawing/2014/main" id="{B751506A-3117-4140-B7E7-E812DD32EBD4}"/>
              </a:ext>
            </a:extLst>
          </p:cNvPr>
          <p:cNvSpPr>
            <a:spLocks noGrp="1"/>
          </p:cNvSpPr>
          <p:nvPr/>
        </p:nvSpPr>
        <p:spPr>
          <a:xfrm>
            <a:off x="2031900" y="22183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3170">
            <a:extLst>
              <a:ext uri="{FF2B5EF4-FFF2-40B4-BE49-F238E27FC236}">
                <a16:creationId xmlns:a16="http://schemas.microsoft.com/office/drawing/2014/main" id="{76F56902-FE7E-432A-B098-ABB414EE89CD}"/>
              </a:ext>
            </a:extLst>
          </p:cNvPr>
          <p:cNvSpPr>
            <a:spLocks noGrp="1"/>
          </p:cNvSpPr>
          <p:nvPr/>
        </p:nvSpPr>
        <p:spPr>
          <a:xfrm>
            <a:off x="1938664" y="31106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3171">
            <a:extLst>
              <a:ext uri="{FF2B5EF4-FFF2-40B4-BE49-F238E27FC236}">
                <a16:creationId xmlns:a16="http://schemas.microsoft.com/office/drawing/2014/main" id="{AB49479E-845D-490C-9F27-F233032EA7F8}"/>
              </a:ext>
            </a:extLst>
          </p:cNvPr>
          <p:cNvSpPr>
            <a:spLocks noGrp="1"/>
          </p:cNvSpPr>
          <p:nvPr/>
        </p:nvSpPr>
        <p:spPr>
          <a:xfrm>
            <a:off x="2007136" y="23030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3172">
            <a:extLst>
              <a:ext uri="{FF2B5EF4-FFF2-40B4-BE49-F238E27FC236}">
                <a16:creationId xmlns:a16="http://schemas.microsoft.com/office/drawing/2014/main" id="{37671726-DE12-480D-B4B3-8818B513E78E}"/>
              </a:ext>
            </a:extLst>
          </p:cNvPr>
          <p:cNvSpPr>
            <a:spLocks noGrp="1"/>
          </p:cNvSpPr>
          <p:nvPr/>
        </p:nvSpPr>
        <p:spPr>
          <a:xfrm>
            <a:off x="1922333" y="2358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3173">
            <a:extLst>
              <a:ext uri="{FF2B5EF4-FFF2-40B4-BE49-F238E27FC236}">
                <a16:creationId xmlns:a16="http://schemas.microsoft.com/office/drawing/2014/main" id="{DA65E061-D2F4-450E-B560-0A65E433D91E}"/>
              </a:ext>
            </a:extLst>
          </p:cNvPr>
          <p:cNvSpPr>
            <a:spLocks noGrp="1"/>
          </p:cNvSpPr>
          <p:nvPr/>
        </p:nvSpPr>
        <p:spPr>
          <a:xfrm>
            <a:off x="1881082" y="24158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3174">
            <a:extLst>
              <a:ext uri="{FF2B5EF4-FFF2-40B4-BE49-F238E27FC236}">
                <a16:creationId xmlns:a16="http://schemas.microsoft.com/office/drawing/2014/main" id="{F9A7E62B-BA45-4D47-B3FD-6BD50296B658}"/>
              </a:ext>
            </a:extLst>
          </p:cNvPr>
          <p:cNvSpPr>
            <a:spLocks noGrp="1"/>
          </p:cNvSpPr>
          <p:nvPr/>
        </p:nvSpPr>
        <p:spPr>
          <a:xfrm>
            <a:off x="2024702" y="28605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3175">
            <a:extLst>
              <a:ext uri="{FF2B5EF4-FFF2-40B4-BE49-F238E27FC236}">
                <a16:creationId xmlns:a16="http://schemas.microsoft.com/office/drawing/2014/main" id="{9B0E349E-F868-42E3-A761-E7DC769E3B39}"/>
              </a:ext>
            </a:extLst>
          </p:cNvPr>
          <p:cNvSpPr>
            <a:spLocks noGrp="1"/>
          </p:cNvSpPr>
          <p:nvPr/>
        </p:nvSpPr>
        <p:spPr>
          <a:xfrm>
            <a:off x="1894140" y="2385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3176">
            <a:extLst>
              <a:ext uri="{FF2B5EF4-FFF2-40B4-BE49-F238E27FC236}">
                <a16:creationId xmlns:a16="http://schemas.microsoft.com/office/drawing/2014/main" id="{98D386F7-B2E6-4CFC-AD29-EB2D164DFE59}"/>
              </a:ext>
            </a:extLst>
          </p:cNvPr>
          <p:cNvSpPr>
            <a:spLocks noGrp="1"/>
          </p:cNvSpPr>
          <p:nvPr/>
        </p:nvSpPr>
        <p:spPr>
          <a:xfrm>
            <a:off x="1909049" y="2611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3177">
            <a:extLst>
              <a:ext uri="{FF2B5EF4-FFF2-40B4-BE49-F238E27FC236}">
                <a16:creationId xmlns:a16="http://schemas.microsoft.com/office/drawing/2014/main" id="{FEBCAADD-C0AD-42D6-8E52-DF07FC464839}"/>
              </a:ext>
            </a:extLst>
          </p:cNvPr>
          <p:cNvSpPr>
            <a:spLocks noGrp="1"/>
          </p:cNvSpPr>
          <p:nvPr/>
        </p:nvSpPr>
        <p:spPr>
          <a:xfrm>
            <a:off x="1912573" y="21396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3178">
            <a:extLst>
              <a:ext uri="{FF2B5EF4-FFF2-40B4-BE49-F238E27FC236}">
                <a16:creationId xmlns:a16="http://schemas.microsoft.com/office/drawing/2014/main" id="{8BC1F51B-52A2-4B93-A422-F34805B6CA85}"/>
              </a:ext>
            </a:extLst>
          </p:cNvPr>
          <p:cNvSpPr>
            <a:spLocks noGrp="1"/>
          </p:cNvSpPr>
          <p:nvPr/>
        </p:nvSpPr>
        <p:spPr>
          <a:xfrm>
            <a:off x="2006951" y="3290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3179">
            <a:extLst>
              <a:ext uri="{FF2B5EF4-FFF2-40B4-BE49-F238E27FC236}">
                <a16:creationId xmlns:a16="http://schemas.microsoft.com/office/drawing/2014/main" id="{4A9D8E9B-B4C6-46D8-A840-81F706421BB2}"/>
              </a:ext>
            </a:extLst>
          </p:cNvPr>
          <p:cNvSpPr>
            <a:spLocks noGrp="1"/>
          </p:cNvSpPr>
          <p:nvPr/>
        </p:nvSpPr>
        <p:spPr>
          <a:xfrm>
            <a:off x="195972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3180">
            <a:extLst>
              <a:ext uri="{FF2B5EF4-FFF2-40B4-BE49-F238E27FC236}">
                <a16:creationId xmlns:a16="http://schemas.microsoft.com/office/drawing/2014/main" id="{8A28582A-1958-4C36-B3AA-53C25675DBAD}"/>
              </a:ext>
            </a:extLst>
          </p:cNvPr>
          <p:cNvSpPr>
            <a:spLocks noGrp="1"/>
          </p:cNvSpPr>
          <p:nvPr/>
        </p:nvSpPr>
        <p:spPr>
          <a:xfrm>
            <a:off x="1874170" y="31091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3181">
            <a:extLst>
              <a:ext uri="{FF2B5EF4-FFF2-40B4-BE49-F238E27FC236}">
                <a16:creationId xmlns:a16="http://schemas.microsoft.com/office/drawing/2014/main" id="{5351C751-E697-478A-996D-18991F51CB6C}"/>
              </a:ext>
            </a:extLst>
          </p:cNvPr>
          <p:cNvSpPr>
            <a:spLocks noGrp="1"/>
          </p:cNvSpPr>
          <p:nvPr/>
        </p:nvSpPr>
        <p:spPr>
          <a:xfrm>
            <a:off x="1897800" y="3135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3182">
            <a:extLst>
              <a:ext uri="{FF2B5EF4-FFF2-40B4-BE49-F238E27FC236}">
                <a16:creationId xmlns:a16="http://schemas.microsoft.com/office/drawing/2014/main" id="{7DB4225E-8486-4E7C-92AE-D29B5958301C}"/>
              </a:ext>
            </a:extLst>
          </p:cNvPr>
          <p:cNvSpPr>
            <a:spLocks noGrp="1"/>
          </p:cNvSpPr>
          <p:nvPr/>
        </p:nvSpPr>
        <p:spPr>
          <a:xfrm>
            <a:off x="1961115" y="21234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3183">
            <a:extLst>
              <a:ext uri="{FF2B5EF4-FFF2-40B4-BE49-F238E27FC236}">
                <a16:creationId xmlns:a16="http://schemas.microsoft.com/office/drawing/2014/main" id="{E5510492-749A-4976-B6DC-EC5354A47A68}"/>
              </a:ext>
            </a:extLst>
          </p:cNvPr>
          <p:cNvSpPr>
            <a:spLocks noGrp="1"/>
          </p:cNvSpPr>
          <p:nvPr/>
        </p:nvSpPr>
        <p:spPr>
          <a:xfrm>
            <a:off x="2025119" y="21131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3184">
            <a:extLst>
              <a:ext uri="{FF2B5EF4-FFF2-40B4-BE49-F238E27FC236}">
                <a16:creationId xmlns:a16="http://schemas.microsoft.com/office/drawing/2014/main" id="{00D17ACA-A132-44CE-8769-5191CF2A3553}"/>
              </a:ext>
            </a:extLst>
          </p:cNvPr>
          <p:cNvSpPr>
            <a:spLocks noGrp="1"/>
          </p:cNvSpPr>
          <p:nvPr/>
        </p:nvSpPr>
        <p:spPr>
          <a:xfrm>
            <a:off x="1943382" y="30056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3185">
            <a:extLst>
              <a:ext uri="{FF2B5EF4-FFF2-40B4-BE49-F238E27FC236}">
                <a16:creationId xmlns:a16="http://schemas.microsoft.com/office/drawing/2014/main" id="{8A351065-8CE4-41A0-96E9-6E2DD0C01F61}"/>
              </a:ext>
            </a:extLst>
          </p:cNvPr>
          <p:cNvSpPr>
            <a:spLocks noGrp="1"/>
          </p:cNvSpPr>
          <p:nvPr/>
        </p:nvSpPr>
        <p:spPr>
          <a:xfrm>
            <a:off x="1945337" y="25977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3186">
            <a:extLst>
              <a:ext uri="{FF2B5EF4-FFF2-40B4-BE49-F238E27FC236}">
                <a16:creationId xmlns:a16="http://schemas.microsoft.com/office/drawing/2014/main" id="{8E5A230C-F817-422C-BA90-80CE5E580C80}"/>
              </a:ext>
            </a:extLst>
          </p:cNvPr>
          <p:cNvSpPr>
            <a:spLocks noGrp="1"/>
          </p:cNvSpPr>
          <p:nvPr/>
        </p:nvSpPr>
        <p:spPr>
          <a:xfrm>
            <a:off x="189088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3187">
            <a:extLst>
              <a:ext uri="{FF2B5EF4-FFF2-40B4-BE49-F238E27FC236}">
                <a16:creationId xmlns:a16="http://schemas.microsoft.com/office/drawing/2014/main" id="{6E855ABC-D487-4572-ACBD-2D99B9B4D967}"/>
              </a:ext>
            </a:extLst>
          </p:cNvPr>
          <p:cNvSpPr>
            <a:spLocks noGrp="1"/>
          </p:cNvSpPr>
          <p:nvPr/>
        </p:nvSpPr>
        <p:spPr>
          <a:xfrm>
            <a:off x="2001327" y="312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3188">
            <a:extLst>
              <a:ext uri="{FF2B5EF4-FFF2-40B4-BE49-F238E27FC236}">
                <a16:creationId xmlns:a16="http://schemas.microsoft.com/office/drawing/2014/main" id="{E7A042A0-2E1B-4A12-9D1F-13C459CDD446}"/>
              </a:ext>
            </a:extLst>
          </p:cNvPr>
          <p:cNvSpPr>
            <a:spLocks noGrp="1"/>
          </p:cNvSpPr>
          <p:nvPr/>
        </p:nvSpPr>
        <p:spPr>
          <a:xfrm>
            <a:off x="1965494" y="19592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3189">
            <a:extLst>
              <a:ext uri="{FF2B5EF4-FFF2-40B4-BE49-F238E27FC236}">
                <a16:creationId xmlns:a16="http://schemas.microsoft.com/office/drawing/2014/main" id="{99D846E4-EC7E-4FBC-A378-BFD4EDA6EEC7}"/>
              </a:ext>
            </a:extLst>
          </p:cNvPr>
          <p:cNvSpPr>
            <a:spLocks noGrp="1"/>
          </p:cNvSpPr>
          <p:nvPr/>
        </p:nvSpPr>
        <p:spPr>
          <a:xfrm>
            <a:off x="190430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3190">
            <a:extLst>
              <a:ext uri="{FF2B5EF4-FFF2-40B4-BE49-F238E27FC236}">
                <a16:creationId xmlns:a16="http://schemas.microsoft.com/office/drawing/2014/main" id="{F23DD8AC-2884-453E-99FB-1966B30479FF}"/>
              </a:ext>
            </a:extLst>
          </p:cNvPr>
          <p:cNvSpPr>
            <a:spLocks noGrp="1"/>
          </p:cNvSpPr>
          <p:nvPr/>
        </p:nvSpPr>
        <p:spPr>
          <a:xfrm>
            <a:off x="2041922" y="25752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3191">
            <a:extLst>
              <a:ext uri="{FF2B5EF4-FFF2-40B4-BE49-F238E27FC236}">
                <a16:creationId xmlns:a16="http://schemas.microsoft.com/office/drawing/2014/main" id="{0994E513-FB5A-4534-992B-D7DDAA40CC32}"/>
              </a:ext>
            </a:extLst>
          </p:cNvPr>
          <p:cNvSpPr>
            <a:spLocks noGrp="1"/>
          </p:cNvSpPr>
          <p:nvPr/>
        </p:nvSpPr>
        <p:spPr>
          <a:xfrm>
            <a:off x="1968346" y="2720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3192">
            <a:extLst>
              <a:ext uri="{FF2B5EF4-FFF2-40B4-BE49-F238E27FC236}">
                <a16:creationId xmlns:a16="http://schemas.microsoft.com/office/drawing/2014/main" id="{DF608ACB-A935-43B6-9A4A-24003B0627F5}"/>
              </a:ext>
            </a:extLst>
          </p:cNvPr>
          <p:cNvSpPr>
            <a:spLocks noGrp="1"/>
          </p:cNvSpPr>
          <p:nvPr/>
        </p:nvSpPr>
        <p:spPr>
          <a:xfrm>
            <a:off x="1915107" y="20161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3193">
            <a:extLst>
              <a:ext uri="{FF2B5EF4-FFF2-40B4-BE49-F238E27FC236}">
                <a16:creationId xmlns:a16="http://schemas.microsoft.com/office/drawing/2014/main" id="{5D50343A-1460-4485-AF71-A8FB8CB83E0F}"/>
              </a:ext>
            </a:extLst>
          </p:cNvPr>
          <p:cNvSpPr>
            <a:spLocks noGrp="1"/>
          </p:cNvSpPr>
          <p:nvPr/>
        </p:nvSpPr>
        <p:spPr>
          <a:xfrm>
            <a:off x="2041277" y="2136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3194">
            <a:extLst>
              <a:ext uri="{FF2B5EF4-FFF2-40B4-BE49-F238E27FC236}">
                <a16:creationId xmlns:a16="http://schemas.microsoft.com/office/drawing/2014/main" id="{A8B72005-5196-4F0D-896B-2F8B6EE0BCA4}"/>
              </a:ext>
            </a:extLst>
          </p:cNvPr>
          <p:cNvSpPr>
            <a:spLocks noGrp="1"/>
          </p:cNvSpPr>
          <p:nvPr/>
        </p:nvSpPr>
        <p:spPr>
          <a:xfrm>
            <a:off x="1891648" y="25772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3195">
            <a:extLst>
              <a:ext uri="{FF2B5EF4-FFF2-40B4-BE49-F238E27FC236}">
                <a16:creationId xmlns:a16="http://schemas.microsoft.com/office/drawing/2014/main" id="{0CD90C1C-FA9D-44C7-92BD-38231295756C}"/>
              </a:ext>
            </a:extLst>
          </p:cNvPr>
          <p:cNvSpPr>
            <a:spLocks noGrp="1"/>
          </p:cNvSpPr>
          <p:nvPr/>
        </p:nvSpPr>
        <p:spPr>
          <a:xfrm>
            <a:off x="1873816" y="21866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3196">
            <a:extLst>
              <a:ext uri="{FF2B5EF4-FFF2-40B4-BE49-F238E27FC236}">
                <a16:creationId xmlns:a16="http://schemas.microsoft.com/office/drawing/2014/main" id="{E6E75657-E5CE-4A82-B1F4-0F9B361EE564}"/>
              </a:ext>
            </a:extLst>
          </p:cNvPr>
          <p:cNvSpPr>
            <a:spLocks noGrp="1"/>
          </p:cNvSpPr>
          <p:nvPr/>
        </p:nvSpPr>
        <p:spPr>
          <a:xfrm>
            <a:off x="2007598" y="1957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3197">
            <a:extLst>
              <a:ext uri="{FF2B5EF4-FFF2-40B4-BE49-F238E27FC236}">
                <a16:creationId xmlns:a16="http://schemas.microsoft.com/office/drawing/2014/main" id="{C0E307DD-B009-4795-979E-9DED9BD6AF4E}"/>
              </a:ext>
            </a:extLst>
          </p:cNvPr>
          <p:cNvSpPr>
            <a:spLocks noGrp="1"/>
          </p:cNvSpPr>
          <p:nvPr/>
        </p:nvSpPr>
        <p:spPr>
          <a:xfrm>
            <a:off x="2036750" y="2106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3198">
            <a:extLst>
              <a:ext uri="{FF2B5EF4-FFF2-40B4-BE49-F238E27FC236}">
                <a16:creationId xmlns:a16="http://schemas.microsoft.com/office/drawing/2014/main" id="{E9A4B672-A6A0-4882-A060-5EA8F0396BBF}"/>
              </a:ext>
            </a:extLst>
          </p:cNvPr>
          <p:cNvSpPr>
            <a:spLocks noGrp="1"/>
          </p:cNvSpPr>
          <p:nvPr/>
        </p:nvSpPr>
        <p:spPr>
          <a:xfrm>
            <a:off x="1997053" y="2338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3199">
            <a:extLst>
              <a:ext uri="{FF2B5EF4-FFF2-40B4-BE49-F238E27FC236}">
                <a16:creationId xmlns:a16="http://schemas.microsoft.com/office/drawing/2014/main" id="{DEE97077-8CF9-4376-AD4A-F231998658B1}"/>
              </a:ext>
            </a:extLst>
          </p:cNvPr>
          <p:cNvSpPr>
            <a:spLocks noGrp="1"/>
          </p:cNvSpPr>
          <p:nvPr/>
        </p:nvSpPr>
        <p:spPr>
          <a:xfrm>
            <a:off x="2030776" y="20540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3200">
            <a:extLst>
              <a:ext uri="{FF2B5EF4-FFF2-40B4-BE49-F238E27FC236}">
                <a16:creationId xmlns:a16="http://schemas.microsoft.com/office/drawing/2014/main" id="{B1513ED0-3626-4DEF-9C15-5FAF42E792DA}"/>
              </a:ext>
            </a:extLst>
          </p:cNvPr>
          <p:cNvSpPr>
            <a:spLocks noGrp="1"/>
          </p:cNvSpPr>
          <p:nvPr/>
        </p:nvSpPr>
        <p:spPr>
          <a:xfrm>
            <a:off x="1884932" y="27751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3201">
            <a:extLst>
              <a:ext uri="{FF2B5EF4-FFF2-40B4-BE49-F238E27FC236}">
                <a16:creationId xmlns:a16="http://schemas.microsoft.com/office/drawing/2014/main" id="{158CDB4D-98BC-478A-8158-058CD545946F}"/>
              </a:ext>
            </a:extLst>
          </p:cNvPr>
          <p:cNvSpPr>
            <a:spLocks noGrp="1"/>
          </p:cNvSpPr>
          <p:nvPr/>
        </p:nvSpPr>
        <p:spPr>
          <a:xfrm>
            <a:off x="2014608" y="2249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3202">
            <a:extLst>
              <a:ext uri="{FF2B5EF4-FFF2-40B4-BE49-F238E27FC236}">
                <a16:creationId xmlns:a16="http://schemas.microsoft.com/office/drawing/2014/main" id="{4A5C2C4C-558E-4821-A9F9-B52DE4374287}"/>
              </a:ext>
            </a:extLst>
          </p:cNvPr>
          <p:cNvSpPr>
            <a:spLocks noGrp="1"/>
          </p:cNvSpPr>
          <p:nvPr/>
        </p:nvSpPr>
        <p:spPr>
          <a:xfrm>
            <a:off x="1888724" y="25849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3203">
            <a:extLst>
              <a:ext uri="{FF2B5EF4-FFF2-40B4-BE49-F238E27FC236}">
                <a16:creationId xmlns:a16="http://schemas.microsoft.com/office/drawing/2014/main" id="{3F3735CB-17DB-4324-B424-06C2379BE465}"/>
              </a:ext>
            </a:extLst>
          </p:cNvPr>
          <p:cNvSpPr>
            <a:spLocks noGrp="1"/>
          </p:cNvSpPr>
          <p:nvPr/>
        </p:nvSpPr>
        <p:spPr>
          <a:xfrm>
            <a:off x="1880492" y="2179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3204">
            <a:extLst>
              <a:ext uri="{FF2B5EF4-FFF2-40B4-BE49-F238E27FC236}">
                <a16:creationId xmlns:a16="http://schemas.microsoft.com/office/drawing/2014/main" id="{BD86BA51-C56C-4C70-87A3-41240F6435A8}"/>
              </a:ext>
            </a:extLst>
          </p:cNvPr>
          <p:cNvSpPr>
            <a:spLocks noGrp="1"/>
          </p:cNvSpPr>
          <p:nvPr/>
        </p:nvSpPr>
        <p:spPr>
          <a:xfrm>
            <a:off x="1953162" y="22897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3205">
            <a:extLst>
              <a:ext uri="{FF2B5EF4-FFF2-40B4-BE49-F238E27FC236}">
                <a16:creationId xmlns:a16="http://schemas.microsoft.com/office/drawing/2014/main" id="{B8ED5A32-68D9-47F0-BF32-87EB08BD1DEF}"/>
              </a:ext>
            </a:extLst>
          </p:cNvPr>
          <p:cNvSpPr>
            <a:spLocks noGrp="1"/>
          </p:cNvSpPr>
          <p:nvPr/>
        </p:nvSpPr>
        <p:spPr>
          <a:xfrm>
            <a:off x="2044394" y="2493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3206">
            <a:extLst>
              <a:ext uri="{FF2B5EF4-FFF2-40B4-BE49-F238E27FC236}">
                <a16:creationId xmlns:a16="http://schemas.microsoft.com/office/drawing/2014/main" id="{CC6AF2CD-BFA3-4DC1-B18A-FBDCAF33151D}"/>
              </a:ext>
            </a:extLst>
          </p:cNvPr>
          <p:cNvSpPr>
            <a:spLocks noGrp="1"/>
          </p:cNvSpPr>
          <p:nvPr/>
        </p:nvSpPr>
        <p:spPr>
          <a:xfrm>
            <a:off x="1913986" y="2640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3207">
            <a:extLst>
              <a:ext uri="{FF2B5EF4-FFF2-40B4-BE49-F238E27FC236}">
                <a16:creationId xmlns:a16="http://schemas.microsoft.com/office/drawing/2014/main" id="{CA615256-74E8-406D-9355-1F4721094C51}"/>
              </a:ext>
            </a:extLst>
          </p:cNvPr>
          <p:cNvSpPr>
            <a:spLocks noGrp="1"/>
          </p:cNvSpPr>
          <p:nvPr/>
        </p:nvSpPr>
        <p:spPr>
          <a:xfrm>
            <a:off x="1936344" y="26637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3208">
            <a:extLst>
              <a:ext uri="{FF2B5EF4-FFF2-40B4-BE49-F238E27FC236}">
                <a16:creationId xmlns:a16="http://schemas.microsoft.com/office/drawing/2014/main" id="{4971A8AE-94C8-420A-B36A-72D98699528F}"/>
              </a:ext>
            </a:extLst>
          </p:cNvPr>
          <p:cNvSpPr>
            <a:spLocks noGrp="1"/>
          </p:cNvSpPr>
          <p:nvPr/>
        </p:nvSpPr>
        <p:spPr>
          <a:xfrm>
            <a:off x="2022976" y="26644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3209">
            <a:extLst>
              <a:ext uri="{FF2B5EF4-FFF2-40B4-BE49-F238E27FC236}">
                <a16:creationId xmlns:a16="http://schemas.microsoft.com/office/drawing/2014/main" id="{5DA3D520-87F3-4496-B144-47B48E7F7AF0}"/>
              </a:ext>
            </a:extLst>
          </p:cNvPr>
          <p:cNvSpPr>
            <a:spLocks noGrp="1"/>
          </p:cNvSpPr>
          <p:nvPr/>
        </p:nvSpPr>
        <p:spPr>
          <a:xfrm>
            <a:off x="1886154" y="26528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3210">
            <a:extLst>
              <a:ext uri="{FF2B5EF4-FFF2-40B4-BE49-F238E27FC236}">
                <a16:creationId xmlns:a16="http://schemas.microsoft.com/office/drawing/2014/main" id="{93E7E247-9E1C-4C91-97A6-C0CB64A4B7C5}"/>
              </a:ext>
            </a:extLst>
          </p:cNvPr>
          <p:cNvSpPr>
            <a:spLocks noGrp="1"/>
          </p:cNvSpPr>
          <p:nvPr/>
        </p:nvSpPr>
        <p:spPr>
          <a:xfrm>
            <a:off x="1980365" y="30919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3211">
            <a:extLst>
              <a:ext uri="{FF2B5EF4-FFF2-40B4-BE49-F238E27FC236}">
                <a16:creationId xmlns:a16="http://schemas.microsoft.com/office/drawing/2014/main" id="{6385DB90-187B-4472-8340-2C52A53F85C1}"/>
              </a:ext>
            </a:extLst>
          </p:cNvPr>
          <p:cNvSpPr>
            <a:spLocks noGrp="1"/>
          </p:cNvSpPr>
          <p:nvPr/>
        </p:nvSpPr>
        <p:spPr>
          <a:xfrm>
            <a:off x="1984005" y="20703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3212">
            <a:extLst>
              <a:ext uri="{FF2B5EF4-FFF2-40B4-BE49-F238E27FC236}">
                <a16:creationId xmlns:a16="http://schemas.microsoft.com/office/drawing/2014/main" id="{D0008B55-5804-43E1-8534-6A502C51B7E0}"/>
              </a:ext>
            </a:extLst>
          </p:cNvPr>
          <p:cNvSpPr>
            <a:spLocks noGrp="1"/>
          </p:cNvSpPr>
          <p:nvPr/>
        </p:nvSpPr>
        <p:spPr>
          <a:xfrm>
            <a:off x="1982108" y="22977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3213">
            <a:extLst>
              <a:ext uri="{FF2B5EF4-FFF2-40B4-BE49-F238E27FC236}">
                <a16:creationId xmlns:a16="http://schemas.microsoft.com/office/drawing/2014/main" id="{1FD9A438-6B10-442E-9336-34B9FED453BA}"/>
              </a:ext>
            </a:extLst>
          </p:cNvPr>
          <p:cNvSpPr>
            <a:spLocks noGrp="1"/>
          </p:cNvSpPr>
          <p:nvPr/>
        </p:nvSpPr>
        <p:spPr>
          <a:xfrm>
            <a:off x="1996110" y="2176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3214">
            <a:extLst>
              <a:ext uri="{FF2B5EF4-FFF2-40B4-BE49-F238E27FC236}">
                <a16:creationId xmlns:a16="http://schemas.microsoft.com/office/drawing/2014/main" id="{D1FB71C5-B615-4022-A95D-B5F200AA0BE4}"/>
              </a:ext>
            </a:extLst>
          </p:cNvPr>
          <p:cNvSpPr>
            <a:spLocks noGrp="1"/>
          </p:cNvSpPr>
          <p:nvPr/>
        </p:nvSpPr>
        <p:spPr>
          <a:xfrm>
            <a:off x="1996346" y="27894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3215">
            <a:extLst>
              <a:ext uri="{FF2B5EF4-FFF2-40B4-BE49-F238E27FC236}">
                <a16:creationId xmlns:a16="http://schemas.microsoft.com/office/drawing/2014/main" id="{F5F044BB-E120-4011-B0A2-9871C105FCE0}"/>
              </a:ext>
            </a:extLst>
          </p:cNvPr>
          <p:cNvSpPr>
            <a:spLocks noGrp="1"/>
          </p:cNvSpPr>
          <p:nvPr/>
        </p:nvSpPr>
        <p:spPr>
          <a:xfrm>
            <a:off x="1912447" y="196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3216">
            <a:extLst>
              <a:ext uri="{FF2B5EF4-FFF2-40B4-BE49-F238E27FC236}">
                <a16:creationId xmlns:a16="http://schemas.microsoft.com/office/drawing/2014/main" id="{FCE00AA6-0BAE-422C-B3F3-4AB4C529CBF6}"/>
              </a:ext>
            </a:extLst>
          </p:cNvPr>
          <p:cNvSpPr>
            <a:spLocks noGrp="1"/>
          </p:cNvSpPr>
          <p:nvPr/>
        </p:nvSpPr>
        <p:spPr>
          <a:xfrm>
            <a:off x="2040820" y="19250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3217">
            <a:extLst>
              <a:ext uri="{FF2B5EF4-FFF2-40B4-BE49-F238E27FC236}">
                <a16:creationId xmlns:a16="http://schemas.microsoft.com/office/drawing/2014/main" id="{80CCC7B6-6468-45A1-B7A2-B8AE0EEBA72D}"/>
              </a:ext>
            </a:extLst>
          </p:cNvPr>
          <p:cNvSpPr>
            <a:spLocks noGrp="1"/>
          </p:cNvSpPr>
          <p:nvPr/>
        </p:nvSpPr>
        <p:spPr>
          <a:xfrm>
            <a:off x="2006880" y="20555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3218">
            <a:extLst>
              <a:ext uri="{FF2B5EF4-FFF2-40B4-BE49-F238E27FC236}">
                <a16:creationId xmlns:a16="http://schemas.microsoft.com/office/drawing/2014/main" id="{4FC73E15-DD81-4AA6-8255-39C9D00D8425}"/>
              </a:ext>
            </a:extLst>
          </p:cNvPr>
          <p:cNvSpPr>
            <a:spLocks noGrp="1"/>
          </p:cNvSpPr>
          <p:nvPr/>
        </p:nvSpPr>
        <p:spPr>
          <a:xfrm>
            <a:off x="1928573" y="2231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3219">
            <a:extLst>
              <a:ext uri="{FF2B5EF4-FFF2-40B4-BE49-F238E27FC236}">
                <a16:creationId xmlns:a16="http://schemas.microsoft.com/office/drawing/2014/main" id="{C87064EC-CB95-406A-8260-BB8D9FFEA182}"/>
              </a:ext>
            </a:extLst>
          </p:cNvPr>
          <p:cNvSpPr>
            <a:spLocks noGrp="1"/>
          </p:cNvSpPr>
          <p:nvPr/>
        </p:nvSpPr>
        <p:spPr>
          <a:xfrm>
            <a:off x="1948580" y="2668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3220">
            <a:extLst>
              <a:ext uri="{FF2B5EF4-FFF2-40B4-BE49-F238E27FC236}">
                <a16:creationId xmlns:a16="http://schemas.microsoft.com/office/drawing/2014/main" id="{22C73D74-2E43-44D0-B40B-0C026A4837BB}"/>
              </a:ext>
            </a:extLst>
          </p:cNvPr>
          <p:cNvSpPr>
            <a:spLocks noGrp="1"/>
          </p:cNvSpPr>
          <p:nvPr/>
        </p:nvSpPr>
        <p:spPr>
          <a:xfrm>
            <a:off x="1888950" y="30517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3221">
            <a:extLst>
              <a:ext uri="{FF2B5EF4-FFF2-40B4-BE49-F238E27FC236}">
                <a16:creationId xmlns:a16="http://schemas.microsoft.com/office/drawing/2014/main" id="{7029A852-7FF8-4806-AAAE-07EA550D61B3}"/>
              </a:ext>
            </a:extLst>
          </p:cNvPr>
          <p:cNvSpPr>
            <a:spLocks noGrp="1"/>
          </p:cNvSpPr>
          <p:nvPr/>
        </p:nvSpPr>
        <p:spPr>
          <a:xfrm>
            <a:off x="1933648" y="26609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3222">
            <a:extLst>
              <a:ext uri="{FF2B5EF4-FFF2-40B4-BE49-F238E27FC236}">
                <a16:creationId xmlns:a16="http://schemas.microsoft.com/office/drawing/2014/main" id="{9C9A4E23-052D-46B7-8048-8F6CD1A91DF7}"/>
              </a:ext>
            </a:extLst>
          </p:cNvPr>
          <p:cNvSpPr>
            <a:spLocks noGrp="1"/>
          </p:cNvSpPr>
          <p:nvPr/>
        </p:nvSpPr>
        <p:spPr>
          <a:xfrm>
            <a:off x="1883628" y="24495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3223">
            <a:extLst>
              <a:ext uri="{FF2B5EF4-FFF2-40B4-BE49-F238E27FC236}">
                <a16:creationId xmlns:a16="http://schemas.microsoft.com/office/drawing/2014/main" id="{97248EEF-1CE8-4264-B955-CB3AF298E855}"/>
              </a:ext>
            </a:extLst>
          </p:cNvPr>
          <p:cNvSpPr>
            <a:spLocks noGrp="1"/>
          </p:cNvSpPr>
          <p:nvPr/>
        </p:nvSpPr>
        <p:spPr>
          <a:xfrm>
            <a:off x="2017017" y="30129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3224">
            <a:extLst>
              <a:ext uri="{FF2B5EF4-FFF2-40B4-BE49-F238E27FC236}">
                <a16:creationId xmlns:a16="http://schemas.microsoft.com/office/drawing/2014/main" id="{C86CD493-8E7B-45E2-8116-996595D5EC5B}"/>
              </a:ext>
            </a:extLst>
          </p:cNvPr>
          <p:cNvSpPr>
            <a:spLocks noGrp="1"/>
          </p:cNvSpPr>
          <p:nvPr/>
        </p:nvSpPr>
        <p:spPr>
          <a:xfrm>
            <a:off x="1982587" y="20681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3225">
            <a:extLst>
              <a:ext uri="{FF2B5EF4-FFF2-40B4-BE49-F238E27FC236}">
                <a16:creationId xmlns:a16="http://schemas.microsoft.com/office/drawing/2014/main" id="{31CA0335-A51A-4827-9DA8-CED4AD969360}"/>
              </a:ext>
            </a:extLst>
          </p:cNvPr>
          <p:cNvSpPr>
            <a:spLocks noGrp="1"/>
          </p:cNvSpPr>
          <p:nvPr/>
        </p:nvSpPr>
        <p:spPr>
          <a:xfrm>
            <a:off x="2018495" y="2781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3226">
            <a:extLst>
              <a:ext uri="{FF2B5EF4-FFF2-40B4-BE49-F238E27FC236}">
                <a16:creationId xmlns:a16="http://schemas.microsoft.com/office/drawing/2014/main" id="{660C393D-8CD3-4A06-BF97-658F48266443}"/>
              </a:ext>
            </a:extLst>
          </p:cNvPr>
          <p:cNvSpPr>
            <a:spLocks noGrp="1"/>
          </p:cNvSpPr>
          <p:nvPr/>
        </p:nvSpPr>
        <p:spPr>
          <a:xfrm>
            <a:off x="1969629" y="25861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3227">
            <a:extLst>
              <a:ext uri="{FF2B5EF4-FFF2-40B4-BE49-F238E27FC236}">
                <a16:creationId xmlns:a16="http://schemas.microsoft.com/office/drawing/2014/main" id="{3467D657-576D-4444-B38F-AD71DBAEF188}"/>
              </a:ext>
            </a:extLst>
          </p:cNvPr>
          <p:cNvSpPr>
            <a:spLocks noGrp="1"/>
          </p:cNvSpPr>
          <p:nvPr/>
        </p:nvSpPr>
        <p:spPr>
          <a:xfrm>
            <a:off x="1886608" y="20551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3228">
            <a:extLst>
              <a:ext uri="{FF2B5EF4-FFF2-40B4-BE49-F238E27FC236}">
                <a16:creationId xmlns:a16="http://schemas.microsoft.com/office/drawing/2014/main" id="{E986B7D9-946E-48DC-9AD1-CBE51A461611}"/>
              </a:ext>
            </a:extLst>
          </p:cNvPr>
          <p:cNvSpPr>
            <a:spLocks noGrp="1"/>
          </p:cNvSpPr>
          <p:nvPr/>
        </p:nvSpPr>
        <p:spPr>
          <a:xfrm>
            <a:off x="2023218" y="2999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3229">
            <a:extLst>
              <a:ext uri="{FF2B5EF4-FFF2-40B4-BE49-F238E27FC236}">
                <a16:creationId xmlns:a16="http://schemas.microsoft.com/office/drawing/2014/main" id="{36D9C5CE-24F7-4F8A-AAD8-E396CA376E27}"/>
              </a:ext>
            </a:extLst>
          </p:cNvPr>
          <p:cNvSpPr>
            <a:spLocks noGrp="1"/>
          </p:cNvSpPr>
          <p:nvPr/>
        </p:nvSpPr>
        <p:spPr>
          <a:xfrm>
            <a:off x="1897636" y="2626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3230">
            <a:extLst>
              <a:ext uri="{FF2B5EF4-FFF2-40B4-BE49-F238E27FC236}">
                <a16:creationId xmlns:a16="http://schemas.microsoft.com/office/drawing/2014/main" id="{F661F63C-198A-41ED-9B4A-EBCBFAC15F7A}"/>
              </a:ext>
            </a:extLst>
          </p:cNvPr>
          <p:cNvSpPr>
            <a:spLocks noGrp="1"/>
          </p:cNvSpPr>
          <p:nvPr/>
        </p:nvSpPr>
        <p:spPr>
          <a:xfrm>
            <a:off x="197800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3231">
            <a:extLst>
              <a:ext uri="{FF2B5EF4-FFF2-40B4-BE49-F238E27FC236}">
                <a16:creationId xmlns:a16="http://schemas.microsoft.com/office/drawing/2014/main" id="{AB6A405A-7701-4777-9410-3DF94E9272CD}"/>
              </a:ext>
            </a:extLst>
          </p:cNvPr>
          <p:cNvSpPr>
            <a:spLocks noGrp="1"/>
          </p:cNvSpPr>
          <p:nvPr/>
        </p:nvSpPr>
        <p:spPr>
          <a:xfrm>
            <a:off x="1945554" y="20489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3232">
            <a:extLst>
              <a:ext uri="{FF2B5EF4-FFF2-40B4-BE49-F238E27FC236}">
                <a16:creationId xmlns:a16="http://schemas.microsoft.com/office/drawing/2014/main" id="{F654A0ED-6A63-4D2A-8CFA-1A642955E0F4}"/>
              </a:ext>
            </a:extLst>
          </p:cNvPr>
          <p:cNvSpPr>
            <a:spLocks noGrp="1"/>
          </p:cNvSpPr>
          <p:nvPr/>
        </p:nvSpPr>
        <p:spPr>
          <a:xfrm>
            <a:off x="1906456" y="2448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3233">
            <a:extLst>
              <a:ext uri="{FF2B5EF4-FFF2-40B4-BE49-F238E27FC236}">
                <a16:creationId xmlns:a16="http://schemas.microsoft.com/office/drawing/2014/main" id="{2C1EFBCC-51FC-4891-B03D-07F643EC191A}"/>
              </a:ext>
            </a:extLst>
          </p:cNvPr>
          <p:cNvSpPr>
            <a:spLocks noGrp="1"/>
          </p:cNvSpPr>
          <p:nvPr/>
        </p:nvSpPr>
        <p:spPr>
          <a:xfrm>
            <a:off x="2017669" y="24125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3234">
            <a:extLst>
              <a:ext uri="{FF2B5EF4-FFF2-40B4-BE49-F238E27FC236}">
                <a16:creationId xmlns:a16="http://schemas.microsoft.com/office/drawing/2014/main" id="{5B03B732-DB7C-47B0-989C-9217ED4E8CF4}"/>
              </a:ext>
            </a:extLst>
          </p:cNvPr>
          <p:cNvSpPr>
            <a:spLocks noGrp="1"/>
          </p:cNvSpPr>
          <p:nvPr/>
        </p:nvSpPr>
        <p:spPr>
          <a:xfrm>
            <a:off x="1916015" y="21407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3235">
            <a:extLst>
              <a:ext uri="{FF2B5EF4-FFF2-40B4-BE49-F238E27FC236}">
                <a16:creationId xmlns:a16="http://schemas.microsoft.com/office/drawing/2014/main" id="{AB1DAFF7-576C-4668-9B0F-7131A806E408}"/>
              </a:ext>
            </a:extLst>
          </p:cNvPr>
          <p:cNvSpPr>
            <a:spLocks noGrp="1"/>
          </p:cNvSpPr>
          <p:nvPr/>
        </p:nvSpPr>
        <p:spPr>
          <a:xfrm>
            <a:off x="2018651" y="2806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3236">
            <a:extLst>
              <a:ext uri="{FF2B5EF4-FFF2-40B4-BE49-F238E27FC236}">
                <a16:creationId xmlns:a16="http://schemas.microsoft.com/office/drawing/2014/main" id="{9350348C-9F38-46D8-B861-2262AB4F0917}"/>
              </a:ext>
            </a:extLst>
          </p:cNvPr>
          <p:cNvSpPr>
            <a:spLocks noGrp="1"/>
          </p:cNvSpPr>
          <p:nvPr/>
        </p:nvSpPr>
        <p:spPr>
          <a:xfrm>
            <a:off x="1944783" y="2283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3237">
            <a:extLst>
              <a:ext uri="{FF2B5EF4-FFF2-40B4-BE49-F238E27FC236}">
                <a16:creationId xmlns:a16="http://schemas.microsoft.com/office/drawing/2014/main" id="{D4704B17-EC0C-4B51-9A50-2C6977A9730F}"/>
              </a:ext>
            </a:extLst>
          </p:cNvPr>
          <p:cNvSpPr>
            <a:spLocks noGrp="1"/>
          </p:cNvSpPr>
          <p:nvPr/>
        </p:nvSpPr>
        <p:spPr>
          <a:xfrm>
            <a:off x="2011458" y="2392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3238">
            <a:extLst>
              <a:ext uri="{FF2B5EF4-FFF2-40B4-BE49-F238E27FC236}">
                <a16:creationId xmlns:a16="http://schemas.microsoft.com/office/drawing/2014/main" id="{E91D0FF9-6573-42C0-B336-18B4658D1A7F}"/>
              </a:ext>
            </a:extLst>
          </p:cNvPr>
          <p:cNvSpPr>
            <a:spLocks noGrp="1"/>
          </p:cNvSpPr>
          <p:nvPr/>
        </p:nvSpPr>
        <p:spPr>
          <a:xfrm>
            <a:off x="1897914" y="2062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3239">
            <a:extLst>
              <a:ext uri="{FF2B5EF4-FFF2-40B4-BE49-F238E27FC236}">
                <a16:creationId xmlns:a16="http://schemas.microsoft.com/office/drawing/2014/main" id="{3B4A8219-0A6E-4FFD-A1B2-3BE280C589ED}"/>
              </a:ext>
            </a:extLst>
          </p:cNvPr>
          <p:cNvSpPr>
            <a:spLocks noGrp="1"/>
          </p:cNvSpPr>
          <p:nvPr/>
        </p:nvSpPr>
        <p:spPr>
          <a:xfrm>
            <a:off x="1992614" y="31543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3240">
            <a:extLst>
              <a:ext uri="{FF2B5EF4-FFF2-40B4-BE49-F238E27FC236}">
                <a16:creationId xmlns:a16="http://schemas.microsoft.com/office/drawing/2014/main" id="{DB3A384F-FE55-4BB5-8D7F-FAA27CD77E92}"/>
              </a:ext>
            </a:extLst>
          </p:cNvPr>
          <p:cNvSpPr>
            <a:spLocks noGrp="1"/>
          </p:cNvSpPr>
          <p:nvPr/>
        </p:nvSpPr>
        <p:spPr>
          <a:xfrm>
            <a:off x="1900939" y="2780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3241">
            <a:extLst>
              <a:ext uri="{FF2B5EF4-FFF2-40B4-BE49-F238E27FC236}">
                <a16:creationId xmlns:a16="http://schemas.microsoft.com/office/drawing/2014/main" id="{D6E90A74-02BF-4A3D-B020-006AEA2E3E98}"/>
              </a:ext>
            </a:extLst>
          </p:cNvPr>
          <p:cNvSpPr>
            <a:spLocks noGrp="1"/>
          </p:cNvSpPr>
          <p:nvPr/>
        </p:nvSpPr>
        <p:spPr>
          <a:xfrm>
            <a:off x="1888688" y="18658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3242">
            <a:extLst>
              <a:ext uri="{FF2B5EF4-FFF2-40B4-BE49-F238E27FC236}">
                <a16:creationId xmlns:a16="http://schemas.microsoft.com/office/drawing/2014/main" id="{EB7F3BDD-6719-4C68-A500-2BEBEA928CC5}"/>
              </a:ext>
            </a:extLst>
          </p:cNvPr>
          <p:cNvSpPr>
            <a:spLocks noGrp="1"/>
          </p:cNvSpPr>
          <p:nvPr/>
        </p:nvSpPr>
        <p:spPr>
          <a:xfrm>
            <a:off x="191472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3243">
            <a:extLst>
              <a:ext uri="{FF2B5EF4-FFF2-40B4-BE49-F238E27FC236}">
                <a16:creationId xmlns:a16="http://schemas.microsoft.com/office/drawing/2014/main" id="{9117E860-20F0-44A5-943B-A5DDACCAA618}"/>
              </a:ext>
            </a:extLst>
          </p:cNvPr>
          <p:cNvSpPr>
            <a:spLocks noGrp="1"/>
          </p:cNvSpPr>
          <p:nvPr/>
        </p:nvSpPr>
        <p:spPr>
          <a:xfrm>
            <a:off x="1929360" y="21091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3244">
            <a:extLst>
              <a:ext uri="{FF2B5EF4-FFF2-40B4-BE49-F238E27FC236}">
                <a16:creationId xmlns:a16="http://schemas.microsoft.com/office/drawing/2014/main" id="{94611001-AA9B-42C4-8C16-E9F6773B4C41}"/>
              </a:ext>
            </a:extLst>
          </p:cNvPr>
          <p:cNvSpPr>
            <a:spLocks noGrp="1"/>
          </p:cNvSpPr>
          <p:nvPr/>
        </p:nvSpPr>
        <p:spPr>
          <a:xfrm>
            <a:off x="1998344" y="3180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3245">
            <a:extLst>
              <a:ext uri="{FF2B5EF4-FFF2-40B4-BE49-F238E27FC236}">
                <a16:creationId xmlns:a16="http://schemas.microsoft.com/office/drawing/2014/main" id="{36024BC3-C7C8-4A80-826F-1D717004F0C1}"/>
              </a:ext>
            </a:extLst>
          </p:cNvPr>
          <p:cNvSpPr>
            <a:spLocks noGrp="1"/>
          </p:cNvSpPr>
          <p:nvPr/>
        </p:nvSpPr>
        <p:spPr>
          <a:xfrm>
            <a:off x="1946495" y="33244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3246">
            <a:extLst>
              <a:ext uri="{FF2B5EF4-FFF2-40B4-BE49-F238E27FC236}">
                <a16:creationId xmlns:a16="http://schemas.microsoft.com/office/drawing/2014/main" id="{EFFE1925-9523-4ABB-9745-AFCF712A5F39}"/>
              </a:ext>
            </a:extLst>
          </p:cNvPr>
          <p:cNvSpPr>
            <a:spLocks noGrp="1"/>
          </p:cNvSpPr>
          <p:nvPr/>
        </p:nvSpPr>
        <p:spPr>
          <a:xfrm>
            <a:off x="2029897" y="18896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3247">
            <a:extLst>
              <a:ext uri="{FF2B5EF4-FFF2-40B4-BE49-F238E27FC236}">
                <a16:creationId xmlns:a16="http://schemas.microsoft.com/office/drawing/2014/main" id="{4BF55192-81A3-481E-A223-2C0DEA08CBD6}"/>
              </a:ext>
            </a:extLst>
          </p:cNvPr>
          <p:cNvSpPr>
            <a:spLocks noGrp="1"/>
          </p:cNvSpPr>
          <p:nvPr/>
        </p:nvSpPr>
        <p:spPr>
          <a:xfrm>
            <a:off x="1956613" y="2089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3248">
            <a:extLst>
              <a:ext uri="{FF2B5EF4-FFF2-40B4-BE49-F238E27FC236}">
                <a16:creationId xmlns:a16="http://schemas.microsoft.com/office/drawing/2014/main" id="{787E7CFA-7F3D-4950-8C8B-F013F1C915A7}"/>
              </a:ext>
            </a:extLst>
          </p:cNvPr>
          <p:cNvSpPr>
            <a:spLocks noGrp="1"/>
          </p:cNvSpPr>
          <p:nvPr/>
        </p:nvSpPr>
        <p:spPr>
          <a:xfrm>
            <a:off x="2006497" y="1950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3249">
            <a:extLst>
              <a:ext uri="{FF2B5EF4-FFF2-40B4-BE49-F238E27FC236}">
                <a16:creationId xmlns:a16="http://schemas.microsoft.com/office/drawing/2014/main" id="{D35B86DC-F1AC-43DD-B296-80E67B4742FE}"/>
              </a:ext>
            </a:extLst>
          </p:cNvPr>
          <p:cNvSpPr>
            <a:spLocks noGrp="1"/>
          </p:cNvSpPr>
          <p:nvPr/>
        </p:nvSpPr>
        <p:spPr>
          <a:xfrm>
            <a:off x="194117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3250">
            <a:extLst>
              <a:ext uri="{FF2B5EF4-FFF2-40B4-BE49-F238E27FC236}">
                <a16:creationId xmlns:a16="http://schemas.microsoft.com/office/drawing/2014/main" id="{4D6774A8-6235-4018-9763-1A20E93EC2E0}"/>
              </a:ext>
            </a:extLst>
          </p:cNvPr>
          <p:cNvSpPr>
            <a:spLocks noGrp="1"/>
          </p:cNvSpPr>
          <p:nvPr/>
        </p:nvSpPr>
        <p:spPr>
          <a:xfrm>
            <a:off x="2035614" y="2904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3251">
            <a:extLst>
              <a:ext uri="{FF2B5EF4-FFF2-40B4-BE49-F238E27FC236}">
                <a16:creationId xmlns:a16="http://schemas.microsoft.com/office/drawing/2014/main" id="{F4C57D80-058B-42DE-8AE1-BD5609EAB4D0}"/>
              </a:ext>
            </a:extLst>
          </p:cNvPr>
          <p:cNvSpPr>
            <a:spLocks noGrp="1"/>
          </p:cNvSpPr>
          <p:nvPr/>
        </p:nvSpPr>
        <p:spPr>
          <a:xfrm>
            <a:off x="1934147" y="3023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3252">
            <a:extLst>
              <a:ext uri="{FF2B5EF4-FFF2-40B4-BE49-F238E27FC236}">
                <a16:creationId xmlns:a16="http://schemas.microsoft.com/office/drawing/2014/main" id="{245DCB37-54CB-49BA-A434-31CD4267AC92}"/>
              </a:ext>
            </a:extLst>
          </p:cNvPr>
          <p:cNvSpPr>
            <a:spLocks noGrp="1"/>
          </p:cNvSpPr>
          <p:nvPr/>
        </p:nvSpPr>
        <p:spPr>
          <a:xfrm>
            <a:off x="1874479" y="32689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3253">
            <a:extLst>
              <a:ext uri="{FF2B5EF4-FFF2-40B4-BE49-F238E27FC236}">
                <a16:creationId xmlns:a16="http://schemas.microsoft.com/office/drawing/2014/main" id="{FAC597F5-0FEB-4572-A055-6C6FBE077E34}"/>
              </a:ext>
            </a:extLst>
          </p:cNvPr>
          <p:cNvSpPr>
            <a:spLocks noGrp="1"/>
          </p:cNvSpPr>
          <p:nvPr/>
        </p:nvSpPr>
        <p:spPr>
          <a:xfrm>
            <a:off x="1924763" y="2436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3254">
            <a:extLst>
              <a:ext uri="{FF2B5EF4-FFF2-40B4-BE49-F238E27FC236}">
                <a16:creationId xmlns:a16="http://schemas.microsoft.com/office/drawing/2014/main" id="{A49264E0-AD3A-49AD-AACA-38B86287E5E5}"/>
              </a:ext>
            </a:extLst>
          </p:cNvPr>
          <p:cNvSpPr>
            <a:spLocks noGrp="1"/>
          </p:cNvSpPr>
          <p:nvPr/>
        </p:nvSpPr>
        <p:spPr>
          <a:xfrm>
            <a:off x="1941576" y="212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3255">
            <a:extLst>
              <a:ext uri="{FF2B5EF4-FFF2-40B4-BE49-F238E27FC236}">
                <a16:creationId xmlns:a16="http://schemas.microsoft.com/office/drawing/2014/main" id="{7509D932-8823-43BB-BCA7-7D4856CDD169}"/>
              </a:ext>
            </a:extLst>
          </p:cNvPr>
          <p:cNvSpPr>
            <a:spLocks noGrp="1"/>
          </p:cNvSpPr>
          <p:nvPr/>
        </p:nvSpPr>
        <p:spPr>
          <a:xfrm>
            <a:off x="1987166" y="210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3256">
            <a:extLst>
              <a:ext uri="{FF2B5EF4-FFF2-40B4-BE49-F238E27FC236}">
                <a16:creationId xmlns:a16="http://schemas.microsoft.com/office/drawing/2014/main" id="{D4EACE8E-B6E3-4E06-94C2-F659CFD98C45}"/>
              </a:ext>
            </a:extLst>
          </p:cNvPr>
          <p:cNvSpPr>
            <a:spLocks noGrp="1"/>
          </p:cNvSpPr>
          <p:nvPr/>
        </p:nvSpPr>
        <p:spPr>
          <a:xfrm>
            <a:off x="204853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3257">
            <a:extLst>
              <a:ext uri="{FF2B5EF4-FFF2-40B4-BE49-F238E27FC236}">
                <a16:creationId xmlns:a16="http://schemas.microsoft.com/office/drawing/2014/main" id="{F18AC7C9-6CB6-4445-A623-56A5E35901A9}"/>
              </a:ext>
            </a:extLst>
          </p:cNvPr>
          <p:cNvSpPr>
            <a:spLocks noGrp="1"/>
          </p:cNvSpPr>
          <p:nvPr/>
        </p:nvSpPr>
        <p:spPr>
          <a:xfrm>
            <a:off x="1891672" y="2384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3258">
            <a:extLst>
              <a:ext uri="{FF2B5EF4-FFF2-40B4-BE49-F238E27FC236}">
                <a16:creationId xmlns:a16="http://schemas.microsoft.com/office/drawing/2014/main" id="{C2D61011-6C1A-49D2-8681-94AC3FE30404}"/>
              </a:ext>
            </a:extLst>
          </p:cNvPr>
          <p:cNvSpPr>
            <a:spLocks noGrp="1"/>
          </p:cNvSpPr>
          <p:nvPr/>
        </p:nvSpPr>
        <p:spPr>
          <a:xfrm>
            <a:off x="1892554" y="32844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3259">
            <a:extLst>
              <a:ext uri="{FF2B5EF4-FFF2-40B4-BE49-F238E27FC236}">
                <a16:creationId xmlns:a16="http://schemas.microsoft.com/office/drawing/2014/main" id="{05D19E85-6919-4473-AF08-30ADF8C84DA9}"/>
              </a:ext>
            </a:extLst>
          </p:cNvPr>
          <p:cNvSpPr>
            <a:spLocks noGrp="1"/>
          </p:cNvSpPr>
          <p:nvPr/>
        </p:nvSpPr>
        <p:spPr>
          <a:xfrm>
            <a:off x="2037777" y="26604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3260">
            <a:extLst>
              <a:ext uri="{FF2B5EF4-FFF2-40B4-BE49-F238E27FC236}">
                <a16:creationId xmlns:a16="http://schemas.microsoft.com/office/drawing/2014/main" id="{56F2E84B-F409-4D3D-8650-EEFD88A3732E}"/>
              </a:ext>
            </a:extLst>
          </p:cNvPr>
          <p:cNvSpPr>
            <a:spLocks noGrp="1"/>
          </p:cNvSpPr>
          <p:nvPr/>
        </p:nvSpPr>
        <p:spPr>
          <a:xfrm>
            <a:off x="1893163" y="20577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3261">
            <a:extLst>
              <a:ext uri="{FF2B5EF4-FFF2-40B4-BE49-F238E27FC236}">
                <a16:creationId xmlns:a16="http://schemas.microsoft.com/office/drawing/2014/main" id="{AED31561-7315-4C2F-AF62-058B11320A6E}"/>
              </a:ext>
            </a:extLst>
          </p:cNvPr>
          <p:cNvSpPr>
            <a:spLocks noGrp="1"/>
          </p:cNvSpPr>
          <p:nvPr/>
        </p:nvSpPr>
        <p:spPr>
          <a:xfrm>
            <a:off x="2017974" y="22505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3262">
            <a:extLst>
              <a:ext uri="{FF2B5EF4-FFF2-40B4-BE49-F238E27FC236}">
                <a16:creationId xmlns:a16="http://schemas.microsoft.com/office/drawing/2014/main" id="{EBFC7412-D40C-4744-BD42-E4F248065CF7}"/>
              </a:ext>
            </a:extLst>
          </p:cNvPr>
          <p:cNvSpPr>
            <a:spLocks noGrp="1"/>
          </p:cNvSpPr>
          <p:nvPr/>
        </p:nvSpPr>
        <p:spPr>
          <a:xfrm>
            <a:off x="1886313" y="30640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3263">
            <a:extLst>
              <a:ext uri="{FF2B5EF4-FFF2-40B4-BE49-F238E27FC236}">
                <a16:creationId xmlns:a16="http://schemas.microsoft.com/office/drawing/2014/main" id="{5A4F7027-ECAF-4256-9E14-352CB9A83962}"/>
              </a:ext>
            </a:extLst>
          </p:cNvPr>
          <p:cNvSpPr>
            <a:spLocks noGrp="1"/>
          </p:cNvSpPr>
          <p:nvPr/>
        </p:nvSpPr>
        <p:spPr>
          <a:xfrm>
            <a:off x="2007786" y="2800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3264">
            <a:extLst>
              <a:ext uri="{FF2B5EF4-FFF2-40B4-BE49-F238E27FC236}">
                <a16:creationId xmlns:a16="http://schemas.microsoft.com/office/drawing/2014/main" id="{1153059C-381E-41F2-8549-6D17CB8EAA95}"/>
              </a:ext>
            </a:extLst>
          </p:cNvPr>
          <p:cNvSpPr>
            <a:spLocks noGrp="1"/>
          </p:cNvSpPr>
          <p:nvPr/>
        </p:nvSpPr>
        <p:spPr>
          <a:xfrm>
            <a:off x="1914497" y="25218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3265">
            <a:extLst>
              <a:ext uri="{FF2B5EF4-FFF2-40B4-BE49-F238E27FC236}">
                <a16:creationId xmlns:a16="http://schemas.microsoft.com/office/drawing/2014/main" id="{2B297A78-CE60-4FFA-95B0-0343725A5DA0}"/>
              </a:ext>
            </a:extLst>
          </p:cNvPr>
          <p:cNvSpPr>
            <a:spLocks noGrp="1"/>
          </p:cNvSpPr>
          <p:nvPr/>
        </p:nvSpPr>
        <p:spPr>
          <a:xfrm>
            <a:off x="2006150" y="2800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3266">
            <a:extLst>
              <a:ext uri="{FF2B5EF4-FFF2-40B4-BE49-F238E27FC236}">
                <a16:creationId xmlns:a16="http://schemas.microsoft.com/office/drawing/2014/main" id="{37EA9A2B-E248-4CA5-A7CC-5EF27744109A}"/>
              </a:ext>
            </a:extLst>
          </p:cNvPr>
          <p:cNvSpPr>
            <a:spLocks noGrp="1"/>
          </p:cNvSpPr>
          <p:nvPr/>
        </p:nvSpPr>
        <p:spPr>
          <a:xfrm>
            <a:off x="1921785" y="2548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3267">
            <a:extLst>
              <a:ext uri="{FF2B5EF4-FFF2-40B4-BE49-F238E27FC236}">
                <a16:creationId xmlns:a16="http://schemas.microsoft.com/office/drawing/2014/main" id="{D9BEDDCA-730C-43E7-8A71-3F9C165A3B7D}"/>
              </a:ext>
            </a:extLst>
          </p:cNvPr>
          <p:cNvSpPr>
            <a:spLocks noGrp="1"/>
          </p:cNvSpPr>
          <p:nvPr/>
        </p:nvSpPr>
        <p:spPr>
          <a:xfrm>
            <a:off x="1939856" y="23046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3268">
            <a:extLst>
              <a:ext uri="{FF2B5EF4-FFF2-40B4-BE49-F238E27FC236}">
                <a16:creationId xmlns:a16="http://schemas.microsoft.com/office/drawing/2014/main" id="{7931FB5E-2DE1-4E0A-85FD-25B3DEDB4C32}"/>
              </a:ext>
            </a:extLst>
          </p:cNvPr>
          <p:cNvSpPr>
            <a:spLocks noGrp="1"/>
          </p:cNvSpPr>
          <p:nvPr/>
        </p:nvSpPr>
        <p:spPr>
          <a:xfrm>
            <a:off x="2051838" y="2654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3269">
            <a:extLst>
              <a:ext uri="{FF2B5EF4-FFF2-40B4-BE49-F238E27FC236}">
                <a16:creationId xmlns:a16="http://schemas.microsoft.com/office/drawing/2014/main" id="{B59C3388-78C9-4A4D-A370-73C9F962E100}"/>
              </a:ext>
            </a:extLst>
          </p:cNvPr>
          <p:cNvSpPr>
            <a:spLocks noGrp="1"/>
          </p:cNvSpPr>
          <p:nvPr/>
        </p:nvSpPr>
        <p:spPr>
          <a:xfrm>
            <a:off x="1955166" y="3139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3270">
            <a:extLst>
              <a:ext uri="{FF2B5EF4-FFF2-40B4-BE49-F238E27FC236}">
                <a16:creationId xmlns:a16="http://schemas.microsoft.com/office/drawing/2014/main" id="{11A7C5AB-6BBF-4096-91F0-4212882400AE}"/>
              </a:ext>
            </a:extLst>
          </p:cNvPr>
          <p:cNvSpPr>
            <a:spLocks noGrp="1"/>
          </p:cNvSpPr>
          <p:nvPr/>
        </p:nvSpPr>
        <p:spPr>
          <a:xfrm>
            <a:off x="2005445" y="3335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3271">
            <a:extLst>
              <a:ext uri="{FF2B5EF4-FFF2-40B4-BE49-F238E27FC236}">
                <a16:creationId xmlns:a16="http://schemas.microsoft.com/office/drawing/2014/main" id="{DDCBCFA0-8586-469D-A2CB-822EC8ED381D}"/>
              </a:ext>
            </a:extLst>
          </p:cNvPr>
          <p:cNvSpPr>
            <a:spLocks noGrp="1"/>
          </p:cNvSpPr>
          <p:nvPr/>
        </p:nvSpPr>
        <p:spPr>
          <a:xfrm>
            <a:off x="1971617" y="2160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3272">
            <a:extLst>
              <a:ext uri="{FF2B5EF4-FFF2-40B4-BE49-F238E27FC236}">
                <a16:creationId xmlns:a16="http://schemas.microsoft.com/office/drawing/2014/main" id="{5AF6B331-2639-4576-B711-6038CE1C41C8}"/>
              </a:ext>
            </a:extLst>
          </p:cNvPr>
          <p:cNvSpPr>
            <a:spLocks noGrp="1"/>
          </p:cNvSpPr>
          <p:nvPr/>
        </p:nvSpPr>
        <p:spPr>
          <a:xfrm>
            <a:off x="190176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3273">
            <a:extLst>
              <a:ext uri="{FF2B5EF4-FFF2-40B4-BE49-F238E27FC236}">
                <a16:creationId xmlns:a16="http://schemas.microsoft.com/office/drawing/2014/main" id="{E0E5038C-F20D-44BE-9E02-43C76B9A9C26}"/>
              </a:ext>
            </a:extLst>
          </p:cNvPr>
          <p:cNvSpPr>
            <a:spLocks noGrp="1"/>
          </p:cNvSpPr>
          <p:nvPr/>
        </p:nvSpPr>
        <p:spPr>
          <a:xfrm>
            <a:off x="1993699" y="21824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3274">
            <a:extLst>
              <a:ext uri="{FF2B5EF4-FFF2-40B4-BE49-F238E27FC236}">
                <a16:creationId xmlns:a16="http://schemas.microsoft.com/office/drawing/2014/main" id="{5A2B552C-0DC8-4D21-9070-54009A291333}"/>
              </a:ext>
            </a:extLst>
          </p:cNvPr>
          <p:cNvSpPr>
            <a:spLocks noGrp="1"/>
          </p:cNvSpPr>
          <p:nvPr/>
        </p:nvSpPr>
        <p:spPr>
          <a:xfrm>
            <a:off x="202419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3275">
            <a:extLst>
              <a:ext uri="{FF2B5EF4-FFF2-40B4-BE49-F238E27FC236}">
                <a16:creationId xmlns:a16="http://schemas.microsoft.com/office/drawing/2014/main" id="{3E5E2DB5-CBE0-432E-B7CB-4D4DBEAE492A}"/>
              </a:ext>
            </a:extLst>
          </p:cNvPr>
          <p:cNvSpPr>
            <a:spLocks noGrp="1"/>
          </p:cNvSpPr>
          <p:nvPr/>
        </p:nvSpPr>
        <p:spPr>
          <a:xfrm>
            <a:off x="2003841" y="25607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3276">
            <a:extLst>
              <a:ext uri="{FF2B5EF4-FFF2-40B4-BE49-F238E27FC236}">
                <a16:creationId xmlns:a16="http://schemas.microsoft.com/office/drawing/2014/main" id="{AAAC1F38-612B-487D-825F-9A8D0F7DA74B}"/>
              </a:ext>
            </a:extLst>
          </p:cNvPr>
          <p:cNvSpPr>
            <a:spLocks noGrp="1"/>
          </p:cNvSpPr>
          <p:nvPr/>
        </p:nvSpPr>
        <p:spPr>
          <a:xfrm>
            <a:off x="1990918" y="29324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3277">
            <a:extLst>
              <a:ext uri="{FF2B5EF4-FFF2-40B4-BE49-F238E27FC236}">
                <a16:creationId xmlns:a16="http://schemas.microsoft.com/office/drawing/2014/main" id="{8831E374-C5E9-459C-A58E-DDD34472321E}"/>
              </a:ext>
            </a:extLst>
          </p:cNvPr>
          <p:cNvSpPr>
            <a:spLocks noGrp="1"/>
          </p:cNvSpPr>
          <p:nvPr/>
        </p:nvSpPr>
        <p:spPr>
          <a:xfrm>
            <a:off x="2019275" y="26818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3278">
            <a:extLst>
              <a:ext uri="{FF2B5EF4-FFF2-40B4-BE49-F238E27FC236}">
                <a16:creationId xmlns:a16="http://schemas.microsoft.com/office/drawing/2014/main" id="{2B965A60-5A64-4255-8E9A-D626A9121BEB}"/>
              </a:ext>
            </a:extLst>
          </p:cNvPr>
          <p:cNvSpPr>
            <a:spLocks noGrp="1"/>
          </p:cNvSpPr>
          <p:nvPr/>
        </p:nvSpPr>
        <p:spPr>
          <a:xfrm>
            <a:off x="1990372" y="2740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3279">
            <a:extLst>
              <a:ext uri="{FF2B5EF4-FFF2-40B4-BE49-F238E27FC236}">
                <a16:creationId xmlns:a16="http://schemas.microsoft.com/office/drawing/2014/main" id="{A20F1BBF-C1F7-42FC-B083-7753C0C635D9}"/>
              </a:ext>
            </a:extLst>
          </p:cNvPr>
          <p:cNvSpPr>
            <a:spLocks noGrp="1"/>
          </p:cNvSpPr>
          <p:nvPr/>
        </p:nvSpPr>
        <p:spPr>
          <a:xfrm>
            <a:off x="1875446" y="20340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3280">
            <a:extLst>
              <a:ext uri="{FF2B5EF4-FFF2-40B4-BE49-F238E27FC236}">
                <a16:creationId xmlns:a16="http://schemas.microsoft.com/office/drawing/2014/main" id="{92D6120F-8F02-4386-BC9D-A2F39D0FCFF4}"/>
              </a:ext>
            </a:extLst>
          </p:cNvPr>
          <p:cNvSpPr>
            <a:spLocks noGrp="1"/>
          </p:cNvSpPr>
          <p:nvPr/>
        </p:nvSpPr>
        <p:spPr>
          <a:xfrm>
            <a:off x="2037490" y="20299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3281">
            <a:extLst>
              <a:ext uri="{FF2B5EF4-FFF2-40B4-BE49-F238E27FC236}">
                <a16:creationId xmlns:a16="http://schemas.microsoft.com/office/drawing/2014/main" id="{03FB1C24-65C3-4D33-A8EB-798023F69F52}"/>
              </a:ext>
            </a:extLst>
          </p:cNvPr>
          <p:cNvSpPr>
            <a:spLocks noGrp="1"/>
          </p:cNvSpPr>
          <p:nvPr/>
        </p:nvSpPr>
        <p:spPr>
          <a:xfrm>
            <a:off x="193086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3282">
            <a:extLst>
              <a:ext uri="{FF2B5EF4-FFF2-40B4-BE49-F238E27FC236}">
                <a16:creationId xmlns:a16="http://schemas.microsoft.com/office/drawing/2014/main" id="{8CFB6705-06B4-4E7A-8D6E-A0014EC0724B}"/>
              </a:ext>
            </a:extLst>
          </p:cNvPr>
          <p:cNvSpPr>
            <a:spLocks noGrp="1"/>
          </p:cNvSpPr>
          <p:nvPr/>
        </p:nvSpPr>
        <p:spPr>
          <a:xfrm>
            <a:off x="1985735" y="24128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3283">
            <a:extLst>
              <a:ext uri="{FF2B5EF4-FFF2-40B4-BE49-F238E27FC236}">
                <a16:creationId xmlns:a16="http://schemas.microsoft.com/office/drawing/2014/main" id="{14DBE9B4-928E-4343-9133-FE26D3286656}"/>
              </a:ext>
            </a:extLst>
          </p:cNvPr>
          <p:cNvSpPr>
            <a:spLocks noGrp="1"/>
          </p:cNvSpPr>
          <p:nvPr/>
        </p:nvSpPr>
        <p:spPr>
          <a:xfrm>
            <a:off x="1958469" y="212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3284">
            <a:extLst>
              <a:ext uri="{FF2B5EF4-FFF2-40B4-BE49-F238E27FC236}">
                <a16:creationId xmlns:a16="http://schemas.microsoft.com/office/drawing/2014/main" id="{A1A2327B-FC30-4C89-90DD-F1773449AC5D}"/>
              </a:ext>
            </a:extLst>
          </p:cNvPr>
          <p:cNvSpPr>
            <a:spLocks noGrp="1"/>
          </p:cNvSpPr>
          <p:nvPr/>
        </p:nvSpPr>
        <p:spPr>
          <a:xfrm>
            <a:off x="1950836" y="263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3285">
            <a:extLst>
              <a:ext uri="{FF2B5EF4-FFF2-40B4-BE49-F238E27FC236}">
                <a16:creationId xmlns:a16="http://schemas.microsoft.com/office/drawing/2014/main" id="{9B73E2AE-17DB-4A19-A029-A302A663944F}"/>
              </a:ext>
            </a:extLst>
          </p:cNvPr>
          <p:cNvSpPr>
            <a:spLocks noGrp="1"/>
          </p:cNvSpPr>
          <p:nvPr/>
        </p:nvSpPr>
        <p:spPr>
          <a:xfrm>
            <a:off x="2010715" y="25770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3286">
            <a:extLst>
              <a:ext uri="{FF2B5EF4-FFF2-40B4-BE49-F238E27FC236}">
                <a16:creationId xmlns:a16="http://schemas.microsoft.com/office/drawing/2014/main" id="{256EF347-5094-4969-9EBA-B4A62D6174DC}"/>
              </a:ext>
            </a:extLst>
          </p:cNvPr>
          <p:cNvSpPr>
            <a:spLocks noGrp="1"/>
          </p:cNvSpPr>
          <p:nvPr/>
        </p:nvSpPr>
        <p:spPr>
          <a:xfrm>
            <a:off x="1967254" y="2181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3287">
            <a:extLst>
              <a:ext uri="{FF2B5EF4-FFF2-40B4-BE49-F238E27FC236}">
                <a16:creationId xmlns:a16="http://schemas.microsoft.com/office/drawing/2014/main" id="{CD7143D6-C2D3-443D-8EEF-90B3DBE0D86C}"/>
              </a:ext>
            </a:extLst>
          </p:cNvPr>
          <p:cNvSpPr>
            <a:spLocks noGrp="1"/>
          </p:cNvSpPr>
          <p:nvPr/>
        </p:nvSpPr>
        <p:spPr>
          <a:xfrm>
            <a:off x="1893420" y="2227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3288">
            <a:extLst>
              <a:ext uri="{FF2B5EF4-FFF2-40B4-BE49-F238E27FC236}">
                <a16:creationId xmlns:a16="http://schemas.microsoft.com/office/drawing/2014/main" id="{98493D74-3530-4C15-A3CF-37C6BF069754}"/>
              </a:ext>
            </a:extLst>
          </p:cNvPr>
          <p:cNvSpPr>
            <a:spLocks noGrp="1"/>
          </p:cNvSpPr>
          <p:nvPr/>
        </p:nvSpPr>
        <p:spPr>
          <a:xfrm>
            <a:off x="2014902" y="26665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3289">
            <a:extLst>
              <a:ext uri="{FF2B5EF4-FFF2-40B4-BE49-F238E27FC236}">
                <a16:creationId xmlns:a16="http://schemas.microsoft.com/office/drawing/2014/main" id="{299921AF-8F81-4148-864F-87A60F28E1B5}"/>
              </a:ext>
            </a:extLst>
          </p:cNvPr>
          <p:cNvSpPr>
            <a:spLocks noGrp="1"/>
          </p:cNvSpPr>
          <p:nvPr/>
        </p:nvSpPr>
        <p:spPr>
          <a:xfrm>
            <a:off x="1935510" y="20416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3290">
            <a:extLst>
              <a:ext uri="{FF2B5EF4-FFF2-40B4-BE49-F238E27FC236}">
                <a16:creationId xmlns:a16="http://schemas.microsoft.com/office/drawing/2014/main" id="{196D1731-2F8C-463B-9ED3-08BA7FD7BB0E}"/>
              </a:ext>
            </a:extLst>
          </p:cNvPr>
          <p:cNvSpPr>
            <a:spLocks noGrp="1"/>
          </p:cNvSpPr>
          <p:nvPr/>
        </p:nvSpPr>
        <p:spPr>
          <a:xfrm>
            <a:off x="1906357" y="24926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3291">
            <a:extLst>
              <a:ext uri="{FF2B5EF4-FFF2-40B4-BE49-F238E27FC236}">
                <a16:creationId xmlns:a16="http://schemas.microsoft.com/office/drawing/2014/main" id="{59DCE393-5361-4A9E-B1E3-226F9D241F2B}"/>
              </a:ext>
            </a:extLst>
          </p:cNvPr>
          <p:cNvSpPr>
            <a:spLocks noGrp="1"/>
          </p:cNvSpPr>
          <p:nvPr/>
        </p:nvSpPr>
        <p:spPr>
          <a:xfrm>
            <a:off x="1895811" y="23016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3292">
            <a:extLst>
              <a:ext uri="{FF2B5EF4-FFF2-40B4-BE49-F238E27FC236}">
                <a16:creationId xmlns:a16="http://schemas.microsoft.com/office/drawing/2014/main" id="{8C11F84E-2FFD-4D3E-BDF4-1925E49F9881}"/>
              </a:ext>
            </a:extLst>
          </p:cNvPr>
          <p:cNvSpPr>
            <a:spLocks noGrp="1"/>
          </p:cNvSpPr>
          <p:nvPr/>
        </p:nvSpPr>
        <p:spPr>
          <a:xfrm>
            <a:off x="190447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3293">
            <a:extLst>
              <a:ext uri="{FF2B5EF4-FFF2-40B4-BE49-F238E27FC236}">
                <a16:creationId xmlns:a16="http://schemas.microsoft.com/office/drawing/2014/main" id="{5A494907-CFEA-4B86-BC62-1FF5A442A998}"/>
              </a:ext>
            </a:extLst>
          </p:cNvPr>
          <p:cNvSpPr>
            <a:spLocks noGrp="1"/>
          </p:cNvSpPr>
          <p:nvPr/>
        </p:nvSpPr>
        <p:spPr>
          <a:xfrm>
            <a:off x="2044076" y="245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3294">
            <a:extLst>
              <a:ext uri="{FF2B5EF4-FFF2-40B4-BE49-F238E27FC236}">
                <a16:creationId xmlns:a16="http://schemas.microsoft.com/office/drawing/2014/main" id="{382A8058-03F9-4613-8FFF-D61A2208C144}"/>
              </a:ext>
            </a:extLst>
          </p:cNvPr>
          <p:cNvSpPr>
            <a:spLocks noGrp="1"/>
          </p:cNvSpPr>
          <p:nvPr/>
        </p:nvSpPr>
        <p:spPr>
          <a:xfrm>
            <a:off x="1971974" y="21972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3295">
            <a:extLst>
              <a:ext uri="{FF2B5EF4-FFF2-40B4-BE49-F238E27FC236}">
                <a16:creationId xmlns:a16="http://schemas.microsoft.com/office/drawing/2014/main" id="{D63FD6A0-E789-493A-B63A-7238C4DC5127}"/>
              </a:ext>
            </a:extLst>
          </p:cNvPr>
          <p:cNvSpPr>
            <a:spLocks noGrp="1"/>
          </p:cNvSpPr>
          <p:nvPr/>
        </p:nvSpPr>
        <p:spPr>
          <a:xfrm>
            <a:off x="1898381" y="19163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3296">
            <a:extLst>
              <a:ext uri="{FF2B5EF4-FFF2-40B4-BE49-F238E27FC236}">
                <a16:creationId xmlns:a16="http://schemas.microsoft.com/office/drawing/2014/main" id="{73193BDC-F483-45DF-BA93-8994B0BBE397}"/>
              </a:ext>
            </a:extLst>
          </p:cNvPr>
          <p:cNvSpPr>
            <a:spLocks noGrp="1"/>
          </p:cNvSpPr>
          <p:nvPr/>
        </p:nvSpPr>
        <p:spPr>
          <a:xfrm>
            <a:off x="2001241" y="2734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3297">
            <a:extLst>
              <a:ext uri="{FF2B5EF4-FFF2-40B4-BE49-F238E27FC236}">
                <a16:creationId xmlns:a16="http://schemas.microsoft.com/office/drawing/2014/main" id="{BBA4F5AF-B8A1-4A39-BBCC-81CD1508B8CA}"/>
              </a:ext>
            </a:extLst>
          </p:cNvPr>
          <p:cNvSpPr>
            <a:spLocks noGrp="1"/>
          </p:cNvSpPr>
          <p:nvPr/>
        </p:nvSpPr>
        <p:spPr>
          <a:xfrm>
            <a:off x="200471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3298">
            <a:extLst>
              <a:ext uri="{FF2B5EF4-FFF2-40B4-BE49-F238E27FC236}">
                <a16:creationId xmlns:a16="http://schemas.microsoft.com/office/drawing/2014/main" id="{C9737894-F951-4C70-9EE5-A5AF14240474}"/>
              </a:ext>
            </a:extLst>
          </p:cNvPr>
          <p:cNvSpPr>
            <a:spLocks noGrp="1"/>
          </p:cNvSpPr>
          <p:nvPr/>
        </p:nvSpPr>
        <p:spPr>
          <a:xfrm>
            <a:off x="2050313" y="35950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3299">
            <a:extLst>
              <a:ext uri="{FF2B5EF4-FFF2-40B4-BE49-F238E27FC236}">
                <a16:creationId xmlns:a16="http://schemas.microsoft.com/office/drawing/2014/main" id="{9442BDA3-5A4F-4583-A60B-A8AB48C9D37F}"/>
              </a:ext>
            </a:extLst>
          </p:cNvPr>
          <p:cNvSpPr>
            <a:spLocks noGrp="1"/>
          </p:cNvSpPr>
          <p:nvPr/>
        </p:nvSpPr>
        <p:spPr>
          <a:xfrm>
            <a:off x="1881475" y="27268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3300">
            <a:extLst>
              <a:ext uri="{FF2B5EF4-FFF2-40B4-BE49-F238E27FC236}">
                <a16:creationId xmlns:a16="http://schemas.microsoft.com/office/drawing/2014/main" id="{608BA64E-98BE-4E16-A99E-218897F8D1AF}"/>
              </a:ext>
            </a:extLst>
          </p:cNvPr>
          <p:cNvSpPr>
            <a:spLocks noGrp="1"/>
          </p:cNvSpPr>
          <p:nvPr/>
        </p:nvSpPr>
        <p:spPr>
          <a:xfrm>
            <a:off x="1939830" y="24619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3301">
            <a:extLst>
              <a:ext uri="{FF2B5EF4-FFF2-40B4-BE49-F238E27FC236}">
                <a16:creationId xmlns:a16="http://schemas.microsoft.com/office/drawing/2014/main" id="{50ACBF75-590C-49E2-8011-1F0FABDC4976}"/>
              </a:ext>
            </a:extLst>
          </p:cNvPr>
          <p:cNvSpPr>
            <a:spLocks noGrp="1"/>
          </p:cNvSpPr>
          <p:nvPr/>
        </p:nvSpPr>
        <p:spPr>
          <a:xfrm>
            <a:off x="1946096" y="35123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3302">
            <a:extLst>
              <a:ext uri="{FF2B5EF4-FFF2-40B4-BE49-F238E27FC236}">
                <a16:creationId xmlns:a16="http://schemas.microsoft.com/office/drawing/2014/main" id="{AB8D9291-B44C-48FD-8C04-1AB7BF20B573}"/>
              </a:ext>
            </a:extLst>
          </p:cNvPr>
          <p:cNvSpPr>
            <a:spLocks noGrp="1"/>
          </p:cNvSpPr>
          <p:nvPr/>
        </p:nvSpPr>
        <p:spPr>
          <a:xfrm>
            <a:off x="1973918" y="2399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3303">
            <a:extLst>
              <a:ext uri="{FF2B5EF4-FFF2-40B4-BE49-F238E27FC236}">
                <a16:creationId xmlns:a16="http://schemas.microsoft.com/office/drawing/2014/main" id="{2636D948-84F7-4C8C-B773-D7E6AAF9093A}"/>
              </a:ext>
            </a:extLst>
          </p:cNvPr>
          <p:cNvSpPr>
            <a:spLocks noGrp="1"/>
          </p:cNvSpPr>
          <p:nvPr/>
        </p:nvSpPr>
        <p:spPr>
          <a:xfrm>
            <a:off x="1963722" y="225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3304">
            <a:extLst>
              <a:ext uri="{FF2B5EF4-FFF2-40B4-BE49-F238E27FC236}">
                <a16:creationId xmlns:a16="http://schemas.microsoft.com/office/drawing/2014/main" id="{CD9D9BB2-BC78-4494-AEB2-DFFF08619D9A}"/>
              </a:ext>
            </a:extLst>
          </p:cNvPr>
          <p:cNvSpPr>
            <a:spLocks noGrp="1"/>
          </p:cNvSpPr>
          <p:nvPr/>
        </p:nvSpPr>
        <p:spPr>
          <a:xfrm>
            <a:off x="1920100" y="20345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3305">
            <a:extLst>
              <a:ext uri="{FF2B5EF4-FFF2-40B4-BE49-F238E27FC236}">
                <a16:creationId xmlns:a16="http://schemas.microsoft.com/office/drawing/2014/main" id="{0CFD88A9-12F5-4F02-AFB4-21F42A49093B}"/>
              </a:ext>
            </a:extLst>
          </p:cNvPr>
          <p:cNvSpPr>
            <a:spLocks noGrp="1"/>
          </p:cNvSpPr>
          <p:nvPr/>
        </p:nvSpPr>
        <p:spPr>
          <a:xfrm>
            <a:off x="2014510" y="21836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3306">
            <a:extLst>
              <a:ext uri="{FF2B5EF4-FFF2-40B4-BE49-F238E27FC236}">
                <a16:creationId xmlns:a16="http://schemas.microsoft.com/office/drawing/2014/main" id="{663CFF2A-FBB6-41AA-8480-3CB6116261BB}"/>
              </a:ext>
            </a:extLst>
          </p:cNvPr>
          <p:cNvSpPr>
            <a:spLocks noGrp="1"/>
          </p:cNvSpPr>
          <p:nvPr/>
        </p:nvSpPr>
        <p:spPr>
          <a:xfrm>
            <a:off x="1882766" y="318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3307">
            <a:extLst>
              <a:ext uri="{FF2B5EF4-FFF2-40B4-BE49-F238E27FC236}">
                <a16:creationId xmlns:a16="http://schemas.microsoft.com/office/drawing/2014/main" id="{22E8C2D8-C46A-4E79-85E3-E3A6A01A0217}"/>
              </a:ext>
            </a:extLst>
          </p:cNvPr>
          <p:cNvSpPr>
            <a:spLocks noGrp="1"/>
          </p:cNvSpPr>
          <p:nvPr/>
        </p:nvSpPr>
        <p:spPr>
          <a:xfrm>
            <a:off x="1991410" y="2577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3308">
            <a:extLst>
              <a:ext uri="{FF2B5EF4-FFF2-40B4-BE49-F238E27FC236}">
                <a16:creationId xmlns:a16="http://schemas.microsoft.com/office/drawing/2014/main" id="{299DA54B-144E-4CEF-BB66-0B66649AEF70}"/>
              </a:ext>
            </a:extLst>
          </p:cNvPr>
          <p:cNvSpPr>
            <a:spLocks noGrp="1"/>
          </p:cNvSpPr>
          <p:nvPr/>
        </p:nvSpPr>
        <p:spPr>
          <a:xfrm>
            <a:off x="1967669" y="33532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3309">
            <a:extLst>
              <a:ext uri="{FF2B5EF4-FFF2-40B4-BE49-F238E27FC236}">
                <a16:creationId xmlns:a16="http://schemas.microsoft.com/office/drawing/2014/main" id="{13FF8BFC-CF75-4F00-9A6A-CA2FADCE98EA}"/>
              </a:ext>
            </a:extLst>
          </p:cNvPr>
          <p:cNvSpPr>
            <a:spLocks noGrp="1"/>
          </p:cNvSpPr>
          <p:nvPr/>
        </p:nvSpPr>
        <p:spPr>
          <a:xfrm>
            <a:off x="1966056" y="2965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3310">
            <a:extLst>
              <a:ext uri="{FF2B5EF4-FFF2-40B4-BE49-F238E27FC236}">
                <a16:creationId xmlns:a16="http://schemas.microsoft.com/office/drawing/2014/main" id="{1D834F51-8936-4315-AFE7-3425F589C0C4}"/>
              </a:ext>
            </a:extLst>
          </p:cNvPr>
          <p:cNvSpPr>
            <a:spLocks noGrp="1"/>
          </p:cNvSpPr>
          <p:nvPr/>
        </p:nvSpPr>
        <p:spPr>
          <a:xfrm>
            <a:off x="1936984" y="24792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3311">
            <a:extLst>
              <a:ext uri="{FF2B5EF4-FFF2-40B4-BE49-F238E27FC236}">
                <a16:creationId xmlns:a16="http://schemas.microsoft.com/office/drawing/2014/main" id="{311CCFB4-F999-4E16-9B80-4C1D6AB7EB56}"/>
              </a:ext>
            </a:extLst>
          </p:cNvPr>
          <p:cNvSpPr>
            <a:spLocks noGrp="1"/>
          </p:cNvSpPr>
          <p:nvPr/>
        </p:nvSpPr>
        <p:spPr>
          <a:xfrm>
            <a:off x="2009373" y="21449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3312">
            <a:extLst>
              <a:ext uri="{FF2B5EF4-FFF2-40B4-BE49-F238E27FC236}">
                <a16:creationId xmlns:a16="http://schemas.microsoft.com/office/drawing/2014/main" id="{D32A7772-74AA-43AA-BA87-95AA09BA8BB9}"/>
              </a:ext>
            </a:extLst>
          </p:cNvPr>
          <p:cNvSpPr>
            <a:spLocks noGrp="1"/>
          </p:cNvSpPr>
          <p:nvPr/>
        </p:nvSpPr>
        <p:spPr>
          <a:xfrm>
            <a:off x="1932658" y="27915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3313">
            <a:extLst>
              <a:ext uri="{FF2B5EF4-FFF2-40B4-BE49-F238E27FC236}">
                <a16:creationId xmlns:a16="http://schemas.microsoft.com/office/drawing/2014/main" id="{CCFE33F4-0B10-4A4C-8A0B-79D1ED409F3F}"/>
              </a:ext>
            </a:extLst>
          </p:cNvPr>
          <p:cNvSpPr>
            <a:spLocks noGrp="1"/>
          </p:cNvSpPr>
          <p:nvPr/>
        </p:nvSpPr>
        <p:spPr>
          <a:xfrm>
            <a:off x="1933436" y="22568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3314">
            <a:extLst>
              <a:ext uri="{FF2B5EF4-FFF2-40B4-BE49-F238E27FC236}">
                <a16:creationId xmlns:a16="http://schemas.microsoft.com/office/drawing/2014/main" id="{9FF213F2-69BE-4F91-AEC1-AC77C414579F}"/>
              </a:ext>
            </a:extLst>
          </p:cNvPr>
          <p:cNvSpPr>
            <a:spLocks noGrp="1"/>
          </p:cNvSpPr>
          <p:nvPr/>
        </p:nvSpPr>
        <p:spPr>
          <a:xfrm>
            <a:off x="1971221" y="3472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3315">
            <a:extLst>
              <a:ext uri="{FF2B5EF4-FFF2-40B4-BE49-F238E27FC236}">
                <a16:creationId xmlns:a16="http://schemas.microsoft.com/office/drawing/2014/main" id="{B6A0CAD6-0105-488E-BE56-C27E89A5FC4C}"/>
              </a:ext>
            </a:extLst>
          </p:cNvPr>
          <p:cNvSpPr>
            <a:spLocks noGrp="1"/>
          </p:cNvSpPr>
          <p:nvPr/>
        </p:nvSpPr>
        <p:spPr>
          <a:xfrm>
            <a:off x="1986282" y="21609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3316">
            <a:extLst>
              <a:ext uri="{FF2B5EF4-FFF2-40B4-BE49-F238E27FC236}">
                <a16:creationId xmlns:a16="http://schemas.microsoft.com/office/drawing/2014/main" id="{41EE7258-2EFB-465A-99BE-CD1421A90330}"/>
              </a:ext>
            </a:extLst>
          </p:cNvPr>
          <p:cNvSpPr>
            <a:spLocks noGrp="1"/>
          </p:cNvSpPr>
          <p:nvPr/>
        </p:nvSpPr>
        <p:spPr>
          <a:xfrm>
            <a:off x="2000080" y="25778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3317">
            <a:extLst>
              <a:ext uri="{FF2B5EF4-FFF2-40B4-BE49-F238E27FC236}">
                <a16:creationId xmlns:a16="http://schemas.microsoft.com/office/drawing/2014/main" id="{2F1062D3-DF92-4EF7-A19C-8EEEEC9E50C9}"/>
              </a:ext>
            </a:extLst>
          </p:cNvPr>
          <p:cNvSpPr>
            <a:spLocks noGrp="1"/>
          </p:cNvSpPr>
          <p:nvPr/>
        </p:nvSpPr>
        <p:spPr>
          <a:xfrm>
            <a:off x="1972137" y="2161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3318">
            <a:extLst>
              <a:ext uri="{FF2B5EF4-FFF2-40B4-BE49-F238E27FC236}">
                <a16:creationId xmlns:a16="http://schemas.microsoft.com/office/drawing/2014/main" id="{BF31819E-AE82-4167-A80C-61F1DD81B673}"/>
              </a:ext>
            </a:extLst>
          </p:cNvPr>
          <p:cNvSpPr>
            <a:spLocks noGrp="1"/>
          </p:cNvSpPr>
          <p:nvPr/>
        </p:nvSpPr>
        <p:spPr>
          <a:xfrm>
            <a:off x="1901374" y="25919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3319">
            <a:extLst>
              <a:ext uri="{FF2B5EF4-FFF2-40B4-BE49-F238E27FC236}">
                <a16:creationId xmlns:a16="http://schemas.microsoft.com/office/drawing/2014/main" id="{71AD261A-5013-43BE-8D84-A98F7F579D30}"/>
              </a:ext>
            </a:extLst>
          </p:cNvPr>
          <p:cNvSpPr>
            <a:spLocks noGrp="1"/>
          </p:cNvSpPr>
          <p:nvPr/>
        </p:nvSpPr>
        <p:spPr>
          <a:xfrm>
            <a:off x="1938790" y="2432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3320">
            <a:extLst>
              <a:ext uri="{FF2B5EF4-FFF2-40B4-BE49-F238E27FC236}">
                <a16:creationId xmlns:a16="http://schemas.microsoft.com/office/drawing/2014/main" id="{85814ADB-36C4-4B49-8C8A-E570333BEE5E}"/>
              </a:ext>
            </a:extLst>
          </p:cNvPr>
          <p:cNvSpPr>
            <a:spLocks noGrp="1"/>
          </p:cNvSpPr>
          <p:nvPr/>
        </p:nvSpPr>
        <p:spPr>
          <a:xfrm>
            <a:off x="2044676" y="28560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3321">
            <a:extLst>
              <a:ext uri="{FF2B5EF4-FFF2-40B4-BE49-F238E27FC236}">
                <a16:creationId xmlns:a16="http://schemas.microsoft.com/office/drawing/2014/main" id="{6771F213-67AF-4E3B-965B-F38E1FCD59B8}"/>
              </a:ext>
            </a:extLst>
          </p:cNvPr>
          <p:cNvSpPr>
            <a:spLocks noGrp="1"/>
          </p:cNvSpPr>
          <p:nvPr/>
        </p:nvSpPr>
        <p:spPr>
          <a:xfrm>
            <a:off x="1931811" y="27896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3322">
            <a:extLst>
              <a:ext uri="{FF2B5EF4-FFF2-40B4-BE49-F238E27FC236}">
                <a16:creationId xmlns:a16="http://schemas.microsoft.com/office/drawing/2014/main" id="{F7956C7F-EAD1-4AD4-B0DB-7F3861215EC3}"/>
              </a:ext>
            </a:extLst>
          </p:cNvPr>
          <p:cNvSpPr>
            <a:spLocks noGrp="1"/>
          </p:cNvSpPr>
          <p:nvPr/>
        </p:nvSpPr>
        <p:spPr>
          <a:xfrm>
            <a:off x="1887346" y="27100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3323">
            <a:extLst>
              <a:ext uri="{FF2B5EF4-FFF2-40B4-BE49-F238E27FC236}">
                <a16:creationId xmlns:a16="http://schemas.microsoft.com/office/drawing/2014/main" id="{2BBCCE5A-F16D-4C81-A4D4-A3992BA56EE2}"/>
              </a:ext>
            </a:extLst>
          </p:cNvPr>
          <p:cNvSpPr>
            <a:spLocks noGrp="1"/>
          </p:cNvSpPr>
          <p:nvPr/>
        </p:nvSpPr>
        <p:spPr>
          <a:xfrm>
            <a:off x="2041220" y="24172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3324">
            <a:extLst>
              <a:ext uri="{FF2B5EF4-FFF2-40B4-BE49-F238E27FC236}">
                <a16:creationId xmlns:a16="http://schemas.microsoft.com/office/drawing/2014/main" id="{3CA8A2F6-109C-42ED-8FE7-0FC236D1C398}"/>
              </a:ext>
            </a:extLst>
          </p:cNvPr>
          <p:cNvSpPr>
            <a:spLocks noGrp="1"/>
          </p:cNvSpPr>
          <p:nvPr/>
        </p:nvSpPr>
        <p:spPr>
          <a:xfrm>
            <a:off x="1967399" y="21445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3325">
            <a:extLst>
              <a:ext uri="{FF2B5EF4-FFF2-40B4-BE49-F238E27FC236}">
                <a16:creationId xmlns:a16="http://schemas.microsoft.com/office/drawing/2014/main" id="{A25B2AB3-6BFE-41F3-8242-2D0A45F38FC2}"/>
              </a:ext>
            </a:extLst>
          </p:cNvPr>
          <p:cNvSpPr>
            <a:spLocks noGrp="1"/>
          </p:cNvSpPr>
          <p:nvPr/>
        </p:nvSpPr>
        <p:spPr>
          <a:xfrm>
            <a:off x="2041112" y="35370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3326">
            <a:extLst>
              <a:ext uri="{FF2B5EF4-FFF2-40B4-BE49-F238E27FC236}">
                <a16:creationId xmlns:a16="http://schemas.microsoft.com/office/drawing/2014/main" id="{DB1FE12E-427C-4C64-8BA6-F0A2E0B868C9}"/>
              </a:ext>
            </a:extLst>
          </p:cNvPr>
          <p:cNvSpPr>
            <a:spLocks noGrp="1"/>
          </p:cNvSpPr>
          <p:nvPr/>
        </p:nvSpPr>
        <p:spPr>
          <a:xfrm>
            <a:off x="1890401" y="24236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3327">
            <a:extLst>
              <a:ext uri="{FF2B5EF4-FFF2-40B4-BE49-F238E27FC236}">
                <a16:creationId xmlns:a16="http://schemas.microsoft.com/office/drawing/2014/main" id="{73836266-E3CA-491E-B8FA-85E3E0C7264A}"/>
              </a:ext>
            </a:extLst>
          </p:cNvPr>
          <p:cNvSpPr>
            <a:spLocks noGrp="1"/>
          </p:cNvSpPr>
          <p:nvPr/>
        </p:nvSpPr>
        <p:spPr>
          <a:xfrm>
            <a:off x="1987808" y="24376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3328">
            <a:extLst>
              <a:ext uri="{FF2B5EF4-FFF2-40B4-BE49-F238E27FC236}">
                <a16:creationId xmlns:a16="http://schemas.microsoft.com/office/drawing/2014/main" id="{58D46EED-1BE5-421B-BB36-9B917F6842F8}"/>
              </a:ext>
            </a:extLst>
          </p:cNvPr>
          <p:cNvSpPr>
            <a:spLocks noGrp="1"/>
          </p:cNvSpPr>
          <p:nvPr/>
        </p:nvSpPr>
        <p:spPr>
          <a:xfrm>
            <a:off x="1900547" y="23985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3329">
            <a:extLst>
              <a:ext uri="{FF2B5EF4-FFF2-40B4-BE49-F238E27FC236}">
                <a16:creationId xmlns:a16="http://schemas.microsoft.com/office/drawing/2014/main" id="{A6DAD36F-6C1C-4FDC-A703-4FC7C42A4F63}"/>
              </a:ext>
            </a:extLst>
          </p:cNvPr>
          <p:cNvSpPr>
            <a:spLocks noGrp="1"/>
          </p:cNvSpPr>
          <p:nvPr/>
        </p:nvSpPr>
        <p:spPr>
          <a:xfrm>
            <a:off x="2006604" y="2503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3330">
            <a:extLst>
              <a:ext uri="{FF2B5EF4-FFF2-40B4-BE49-F238E27FC236}">
                <a16:creationId xmlns:a16="http://schemas.microsoft.com/office/drawing/2014/main" id="{B6C9451D-539A-4D4B-8BC8-6218C35C9FA6}"/>
              </a:ext>
            </a:extLst>
          </p:cNvPr>
          <p:cNvSpPr>
            <a:spLocks noGrp="1"/>
          </p:cNvSpPr>
          <p:nvPr/>
        </p:nvSpPr>
        <p:spPr>
          <a:xfrm>
            <a:off x="1997776" y="37357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3331">
            <a:extLst>
              <a:ext uri="{FF2B5EF4-FFF2-40B4-BE49-F238E27FC236}">
                <a16:creationId xmlns:a16="http://schemas.microsoft.com/office/drawing/2014/main" id="{A46E213C-6E38-49DE-BABA-CC0A77C26599}"/>
              </a:ext>
            </a:extLst>
          </p:cNvPr>
          <p:cNvSpPr>
            <a:spLocks noGrp="1"/>
          </p:cNvSpPr>
          <p:nvPr/>
        </p:nvSpPr>
        <p:spPr>
          <a:xfrm>
            <a:off x="189256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3332">
            <a:extLst>
              <a:ext uri="{FF2B5EF4-FFF2-40B4-BE49-F238E27FC236}">
                <a16:creationId xmlns:a16="http://schemas.microsoft.com/office/drawing/2014/main" id="{AF53ABA3-99D8-44C6-A507-991C1792D606}"/>
              </a:ext>
            </a:extLst>
          </p:cNvPr>
          <p:cNvSpPr>
            <a:spLocks noGrp="1"/>
          </p:cNvSpPr>
          <p:nvPr/>
        </p:nvSpPr>
        <p:spPr>
          <a:xfrm>
            <a:off x="201058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3333">
            <a:extLst>
              <a:ext uri="{FF2B5EF4-FFF2-40B4-BE49-F238E27FC236}">
                <a16:creationId xmlns:a16="http://schemas.microsoft.com/office/drawing/2014/main" id="{EDCDDF42-AE6B-46B8-AE12-58225A6BACE7}"/>
              </a:ext>
            </a:extLst>
          </p:cNvPr>
          <p:cNvSpPr>
            <a:spLocks noGrp="1"/>
          </p:cNvSpPr>
          <p:nvPr/>
        </p:nvSpPr>
        <p:spPr>
          <a:xfrm>
            <a:off x="252149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3334">
            <a:extLst>
              <a:ext uri="{FF2B5EF4-FFF2-40B4-BE49-F238E27FC236}">
                <a16:creationId xmlns:a16="http://schemas.microsoft.com/office/drawing/2014/main" id="{21308C51-7C79-4A86-BB17-0D1F1EE0A2A6}"/>
              </a:ext>
            </a:extLst>
          </p:cNvPr>
          <p:cNvSpPr>
            <a:spLocks noGrp="1"/>
          </p:cNvSpPr>
          <p:nvPr/>
        </p:nvSpPr>
        <p:spPr>
          <a:xfrm>
            <a:off x="249887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3335">
            <a:extLst>
              <a:ext uri="{FF2B5EF4-FFF2-40B4-BE49-F238E27FC236}">
                <a16:creationId xmlns:a16="http://schemas.microsoft.com/office/drawing/2014/main" id="{C3B15D8B-1D05-42CA-90F8-5058AF59D90B}"/>
              </a:ext>
            </a:extLst>
          </p:cNvPr>
          <p:cNvSpPr>
            <a:spLocks noGrp="1"/>
          </p:cNvSpPr>
          <p:nvPr/>
        </p:nvSpPr>
        <p:spPr>
          <a:xfrm>
            <a:off x="2520350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3336">
            <a:extLst>
              <a:ext uri="{FF2B5EF4-FFF2-40B4-BE49-F238E27FC236}">
                <a16:creationId xmlns:a16="http://schemas.microsoft.com/office/drawing/2014/main" id="{F5A9E971-D3D8-41FE-81AB-7CF9A3173E42}"/>
              </a:ext>
            </a:extLst>
          </p:cNvPr>
          <p:cNvSpPr>
            <a:spLocks noGrp="1"/>
          </p:cNvSpPr>
          <p:nvPr/>
        </p:nvSpPr>
        <p:spPr>
          <a:xfrm>
            <a:off x="252372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3337">
            <a:extLst>
              <a:ext uri="{FF2B5EF4-FFF2-40B4-BE49-F238E27FC236}">
                <a16:creationId xmlns:a16="http://schemas.microsoft.com/office/drawing/2014/main" id="{CCFFD6B7-AE5C-4B32-A5D0-083381A13EC9}"/>
              </a:ext>
            </a:extLst>
          </p:cNvPr>
          <p:cNvSpPr>
            <a:spLocks noGrp="1"/>
          </p:cNvSpPr>
          <p:nvPr/>
        </p:nvSpPr>
        <p:spPr>
          <a:xfrm>
            <a:off x="2645281" y="28364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3338">
            <a:extLst>
              <a:ext uri="{FF2B5EF4-FFF2-40B4-BE49-F238E27FC236}">
                <a16:creationId xmlns:a16="http://schemas.microsoft.com/office/drawing/2014/main" id="{4671859F-6A7A-48AA-BFC5-5CDDEDB3F375}"/>
              </a:ext>
            </a:extLst>
          </p:cNvPr>
          <p:cNvSpPr>
            <a:spLocks noGrp="1"/>
          </p:cNvSpPr>
          <p:nvPr/>
        </p:nvSpPr>
        <p:spPr>
          <a:xfrm>
            <a:off x="26345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3339">
            <a:extLst>
              <a:ext uri="{FF2B5EF4-FFF2-40B4-BE49-F238E27FC236}">
                <a16:creationId xmlns:a16="http://schemas.microsoft.com/office/drawing/2014/main" id="{372FEA96-B1AE-4D10-84C0-CEDE085B2893}"/>
              </a:ext>
            </a:extLst>
          </p:cNvPr>
          <p:cNvSpPr>
            <a:spLocks noGrp="1"/>
          </p:cNvSpPr>
          <p:nvPr/>
        </p:nvSpPr>
        <p:spPr>
          <a:xfrm>
            <a:off x="250304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3340">
            <a:extLst>
              <a:ext uri="{FF2B5EF4-FFF2-40B4-BE49-F238E27FC236}">
                <a16:creationId xmlns:a16="http://schemas.microsoft.com/office/drawing/2014/main" id="{AA006C6A-9FE7-471C-A6AB-8E5D69863D30}"/>
              </a:ext>
            </a:extLst>
          </p:cNvPr>
          <p:cNvSpPr>
            <a:spLocks noGrp="1"/>
          </p:cNvSpPr>
          <p:nvPr/>
        </p:nvSpPr>
        <p:spPr>
          <a:xfrm>
            <a:off x="2613415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3341">
            <a:extLst>
              <a:ext uri="{FF2B5EF4-FFF2-40B4-BE49-F238E27FC236}">
                <a16:creationId xmlns:a16="http://schemas.microsoft.com/office/drawing/2014/main" id="{8A412367-0FD9-4D69-8EC9-4BF1D698C551}"/>
              </a:ext>
            </a:extLst>
          </p:cNvPr>
          <p:cNvSpPr>
            <a:spLocks noGrp="1"/>
          </p:cNvSpPr>
          <p:nvPr/>
        </p:nvSpPr>
        <p:spPr>
          <a:xfrm>
            <a:off x="252719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3342">
            <a:extLst>
              <a:ext uri="{FF2B5EF4-FFF2-40B4-BE49-F238E27FC236}">
                <a16:creationId xmlns:a16="http://schemas.microsoft.com/office/drawing/2014/main" id="{F97E7777-4AAC-47C1-9239-C3A4095EE796}"/>
              </a:ext>
            </a:extLst>
          </p:cNvPr>
          <p:cNvSpPr>
            <a:spLocks noGrp="1"/>
          </p:cNvSpPr>
          <p:nvPr/>
        </p:nvSpPr>
        <p:spPr>
          <a:xfrm>
            <a:off x="2563540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3343">
            <a:extLst>
              <a:ext uri="{FF2B5EF4-FFF2-40B4-BE49-F238E27FC236}">
                <a16:creationId xmlns:a16="http://schemas.microsoft.com/office/drawing/2014/main" id="{3D86EDE1-46ED-41B5-8071-8B78570F78AE}"/>
              </a:ext>
            </a:extLst>
          </p:cNvPr>
          <p:cNvSpPr>
            <a:spLocks noGrp="1"/>
          </p:cNvSpPr>
          <p:nvPr/>
        </p:nvSpPr>
        <p:spPr>
          <a:xfrm>
            <a:off x="2652064" y="22291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3344">
            <a:extLst>
              <a:ext uri="{FF2B5EF4-FFF2-40B4-BE49-F238E27FC236}">
                <a16:creationId xmlns:a16="http://schemas.microsoft.com/office/drawing/2014/main" id="{67430BCE-EBD7-464A-890C-FE3A8980FA99}"/>
              </a:ext>
            </a:extLst>
          </p:cNvPr>
          <p:cNvSpPr>
            <a:spLocks noGrp="1"/>
          </p:cNvSpPr>
          <p:nvPr/>
        </p:nvSpPr>
        <p:spPr>
          <a:xfrm>
            <a:off x="2664027" y="25402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3345">
            <a:extLst>
              <a:ext uri="{FF2B5EF4-FFF2-40B4-BE49-F238E27FC236}">
                <a16:creationId xmlns:a16="http://schemas.microsoft.com/office/drawing/2014/main" id="{309B08AA-7D36-406D-B631-9D77BAEC1EF6}"/>
              </a:ext>
            </a:extLst>
          </p:cNvPr>
          <p:cNvSpPr>
            <a:spLocks noGrp="1"/>
          </p:cNvSpPr>
          <p:nvPr/>
        </p:nvSpPr>
        <p:spPr>
          <a:xfrm>
            <a:off x="2559811" y="22160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3346">
            <a:extLst>
              <a:ext uri="{FF2B5EF4-FFF2-40B4-BE49-F238E27FC236}">
                <a16:creationId xmlns:a16="http://schemas.microsoft.com/office/drawing/2014/main" id="{70F17C23-8D53-4D74-A04D-1B767C880B14}"/>
              </a:ext>
            </a:extLst>
          </p:cNvPr>
          <p:cNvSpPr>
            <a:spLocks noGrp="1"/>
          </p:cNvSpPr>
          <p:nvPr/>
        </p:nvSpPr>
        <p:spPr>
          <a:xfrm>
            <a:off x="262799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3347">
            <a:extLst>
              <a:ext uri="{FF2B5EF4-FFF2-40B4-BE49-F238E27FC236}">
                <a16:creationId xmlns:a16="http://schemas.microsoft.com/office/drawing/2014/main" id="{021CBCE2-B5B0-4DF8-A22B-19AF074752F7}"/>
              </a:ext>
            </a:extLst>
          </p:cNvPr>
          <p:cNvSpPr>
            <a:spLocks noGrp="1"/>
          </p:cNvSpPr>
          <p:nvPr/>
        </p:nvSpPr>
        <p:spPr>
          <a:xfrm>
            <a:off x="2590541" y="3318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3348">
            <a:extLst>
              <a:ext uri="{FF2B5EF4-FFF2-40B4-BE49-F238E27FC236}">
                <a16:creationId xmlns:a16="http://schemas.microsoft.com/office/drawing/2014/main" id="{F139BD30-D642-45E0-B25B-DD7FCC422F88}"/>
              </a:ext>
            </a:extLst>
          </p:cNvPr>
          <p:cNvSpPr>
            <a:spLocks noGrp="1"/>
          </p:cNvSpPr>
          <p:nvPr/>
        </p:nvSpPr>
        <p:spPr>
          <a:xfrm>
            <a:off x="2619229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3349">
            <a:extLst>
              <a:ext uri="{FF2B5EF4-FFF2-40B4-BE49-F238E27FC236}">
                <a16:creationId xmlns:a16="http://schemas.microsoft.com/office/drawing/2014/main" id="{34418980-ED82-4BD4-AEF2-CE9F16010B9C}"/>
              </a:ext>
            </a:extLst>
          </p:cNvPr>
          <p:cNvSpPr>
            <a:spLocks noGrp="1"/>
          </p:cNvSpPr>
          <p:nvPr/>
        </p:nvSpPr>
        <p:spPr>
          <a:xfrm>
            <a:off x="251306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3350">
            <a:extLst>
              <a:ext uri="{FF2B5EF4-FFF2-40B4-BE49-F238E27FC236}">
                <a16:creationId xmlns:a16="http://schemas.microsoft.com/office/drawing/2014/main" id="{685E5434-F3FD-4621-80D0-6799638BE075}"/>
              </a:ext>
            </a:extLst>
          </p:cNvPr>
          <p:cNvSpPr>
            <a:spLocks noGrp="1"/>
          </p:cNvSpPr>
          <p:nvPr/>
        </p:nvSpPr>
        <p:spPr>
          <a:xfrm>
            <a:off x="2661374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3351">
            <a:extLst>
              <a:ext uri="{FF2B5EF4-FFF2-40B4-BE49-F238E27FC236}">
                <a16:creationId xmlns:a16="http://schemas.microsoft.com/office/drawing/2014/main" id="{8C2B98F6-369A-4D9A-A705-4A474660D256}"/>
              </a:ext>
            </a:extLst>
          </p:cNvPr>
          <p:cNvSpPr>
            <a:spLocks noGrp="1"/>
          </p:cNvSpPr>
          <p:nvPr/>
        </p:nvSpPr>
        <p:spPr>
          <a:xfrm>
            <a:off x="2582237" y="22904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3352">
            <a:extLst>
              <a:ext uri="{FF2B5EF4-FFF2-40B4-BE49-F238E27FC236}">
                <a16:creationId xmlns:a16="http://schemas.microsoft.com/office/drawing/2014/main" id="{AAC8B497-C211-4D3C-BC80-388604A3CE87}"/>
              </a:ext>
            </a:extLst>
          </p:cNvPr>
          <p:cNvSpPr>
            <a:spLocks noGrp="1"/>
          </p:cNvSpPr>
          <p:nvPr/>
        </p:nvSpPr>
        <p:spPr>
          <a:xfrm>
            <a:off x="2594449" y="24065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3353">
            <a:extLst>
              <a:ext uri="{FF2B5EF4-FFF2-40B4-BE49-F238E27FC236}">
                <a16:creationId xmlns:a16="http://schemas.microsoft.com/office/drawing/2014/main" id="{1FB52725-0475-4DD8-9694-31606BA2861D}"/>
              </a:ext>
            </a:extLst>
          </p:cNvPr>
          <p:cNvSpPr>
            <a:spLocks noGrp="1"/>
          </p:cNvSpPr>
          <p:nvPr/>
        </p:nvSpPr>
        <p:spPr>
          <a:xfrm>
            <a:off x="2643946" y="33115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3354">
            <a:extLst>
              <a:ext uri="{FF2B5EF4-FFF2-40B4-BE49-F238E27FC236}">
                <a16:creationId xmlns:a16="http://schemas.microsoft.com/office/drawing/2014/main" id="{568A47CA-17A7-48CD-A26B-A22F62785158}"/>
              </a:ext>
            </a:extLst>
          </p:cNvPr>
          <p:cNvSpPr>
            <a:spLocks noGrp="1"/>
          </p:cNvSpPr>
          <p:nvPr/>
        </p:nvSpPr>
        <p:spPr>
          <a:xfrm>
            <a:off x="253686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3355">
            <a:extLst>
              <a:ext uri="{FF2B5EF4-FFF2-40B4-BE49-F238E27FC236}">
                <a16:creationId xmlns:a16="http://schemas.microsoft.com/office/drawing/2014/main" id="{F7FC431B-60B7-4D10-9918-F7AF62CF0065}"/>
              </a:ext>
            </a:extLst>
          </p:cNvPr>
          <p:cNvSpPr>
            <a:spLocks noGrp="1"/>
          </p:cNvSpPr>
          <p:nvPr/>
        </p:nvSpPr>
        <p:spPr>
          <a:xfrm>
            <a:off x="2553229" y="24879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3356">
            <a:extLst>
              <a:ext uri="{FF2B5EF4-FFF2-40B4-BE49-F238E27FC236}">
                <a16:creationId xmlns:a16="http://schemas.microsoft.com/office/drawing/2014/main" id="{E8D1F84B-FFB4-4CC1-9450-5C3748A48802}"/>
              </a:ext>
            </a:extLst>
          </p:cNvPr>
          <p:cNvSpPr>
            <a:spLocks noGrp="1"/>
          </p:cNvSpPr>
          <p:nvPr/>
        </p:nvSpPr>
        <p:spPr>
          <a:xfrm>
            <a:off x="2611021" y="25425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3357">
            <a:extLst>
              <a:ext uri="{FF2B5EF4-FFF2-40B4-BE49-F238E27FC236}">
                <a16:creationId xmlns:a16="http://schemas.microsoft.com/office/drawing/2014/main" id="{E330D0C1-D596-4D79-BD48-E35ACD79A5ED}"/>
              </a:ext>
            </a:extLst>
          </p:cNvPr>
          <p:cNvSpPr>
            <a:spLocks noGrp="1"/>
          </p:cNvSpPr>
          <p:nvPr/>
        </p:nvSpPr>
        <p:spPr>
          <a:xfrm>
            <a:off x="249629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3358">
            <a:extLst>
              <a:ext uri="{FF2B5EF4-FFF2-40B4-BE49-F238E27FC236}">
                <a16:creationId xmlns:a16="http://schemas.microsoft.com/office/drawing/2014/main" id="{134F8B14-1EAF-4F0A-A046-EDC7538194E5}"/>
              </a:ext>
            </a:extLst>
          </p:cNvPr>
          <p:cNvSpPr>
            <a:spLocks noGrp="1"/>
          </p:cNvSpPr>
          <p:nvPr/>
        </p:nvSpPr>
        <p:spPr>
          <a:xfrm>
            <a:off x="249600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3359">
            <a:extLst>
              <a:ext uri="{FF2B5EF4-FFF2-40B4-BE49-F238E27FC236}">
                <a16:creationId xmlns:a16="http://schemas.microsoft.com/office/drawing/2014/main" id="{D86DEFC9-2E30-4D4B-B24F-6AA22BB92CB2}"/>
              </a:ext>
            </a:extLst>
          </p:cNvPr>
          <p:cNvSpPr>
            <a:spLocks noGrp="1"/>
          </p:cNvSpPr>
          <p:nvPr/>
        </p:nvSpPr>
        <p:spPr>
          <a:xfrm>
            <a:off x="2530676" y="33721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3360">
            <a:extLst>
              <a:ext uri="{FF2B5EF4-FFF2-40B4-BE49-F238E27FC236}">
                <a16:creationId xmlns:a16="http://schemas.microsoft.com/office/drawing/2014/main" id="{257DE43F-4BEB-453F-A01C-0683C85B775D}"/>
              </a:ext>
            </a:extLst>
          </p:cNvPr>
          <p:cNvSpPr>
            <a:spLocks noGrp="1"/>
          </p:cNvSpPr>
          <p:nvPr/>
        </p:nvSpPr>
        <p:spPr>
          <a:xfrm>
            <a:off x="262721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3361">
            <a:extLst>
              <a:ext uri="{FF2B5EF4-FFF2-40B4-BE49-F238E27FC236}">
                <a16:creationId xmlns:a16="http://schemas.microsoft.com/office/drawing/2014/main" id="{C2DF8088-90F7-46AF-A54E-0B6053B6E0A6}"/>
              </a:ext>
            </a:extLst>
          </p:cNvPr>
          <p:cNvSpPr>
            <a:spLocks noGrp="1"/>
          </p:cNvSpPr>
          <p:nvPr/>
        </p:nvSpPr>
        <p:spPr>
          <a:xfrm>
            <a:off x="2520309" y="3471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3362">
            <a:extLst>
              <a:ext uri="{FF2B5EF4-FFF2-40B4-BE49-F238E27FC236}">
                <a16:creationId xmlns:a16="http://schemas.microsoft.com/office/drawing/2014/main" id="{247E9AA1-064A-4031-B833-D8D42784522D}"/>
              </a:ext>
            </a:extLst>
          </p:cNvPr>
          <p:cNvSpPr>
            <a:spLocks noGrp="1"/>
          </p:cNvSpPr>
          <p:nvPr/>
        </p:nvSpPr>
        <p:spPr>
          <a:xfrm>
            <a:off x="2528926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3363">
            <a:extLst>
              <a:ext uri="{FF2B5EF4-FFF2-40B4-BE49-F238E27FC236}">
                <a16:creationId xmlns:a16="http://schemas.microsoft.com/office/drawing/2014/main" id="{C87396AD-F3E5-44A1-A2A7-96067D3B5B3E}"/>
              </a:ext>
            </a:extLst>
          </p:cNvPr>
          <p:cNvSpPr>
            <a:spLocks noGrp="1"/>
          </p:cNvSpPr>
          <p:nvPr/>
        </p:nvSpPr>
        <p:spPr>
          <a:xfrm>
            <a:off x="251315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3364">
            <a:extLst>
              <a:ext uri="{FF2B5EF4-FFF2-40B4-BE49-F238E27FC236}">
                <a16:creationId xmlns:a16="http://schemas.microsoft.com/office/drawing/2014/main" id="{057CB652-ACCD-499A-9F31-6D57756DE721}"/>
              </a:ext>
            </a:extLst>
          </p:cNvPr>
          <p:cNvSpPr>
            <a:spLocks noGrp="1"/>
          </p:cNvSpPr>
          <p:nvPr/>
        </p:nvSpPr>
        <p:spPr>
          <a:xfrm>
            <a:off x="2637647" y="34750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3365">
            <a:extLst>
              <a:ext uri="{FF2B5EF4-FFF2-40B4-BE49-F238E27FC236}">
                <a16:creationId xmlns:a16="http://schemas.microsoft.com/office/drawing/2014/main" id="{CEF28431-60CA-49F6-BBCE-1A2DA6B73394}"/>
              </a:ext>
            </a:extLst>
          </p:cNvPr>
          <p:cNvSpPr>
            <a:spLocks noGrp="1"/>
          </p:cNvSpPr>
          <p:nvPr/>
        </p:nvSpPr>
        <p:spPr>
          <a:xfrm>
            <a:off x="265191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3366">
            <a:extLst>
              <a:ext uri="{FF2B5EF4-FFF2-40B4-BE49-F238E27FC236}">
                <a16:creationId xmlns:a16="http://schemas.microsoft.com/office/drawing/2014/main" id="{0B3886A3-9F61-42B9-8B01-A6219A3F6969}"/>
              </a:ext>
            </a:extLst>
          </p:cNvPr>
          <p:cNvSpPr>
            <a:spLocks noGrp="1"/>
          </p:cNvSpPr>
          <p:nvPr/>
        </p:nvSpPr>
        <p:spPr>
          <a:xfrm>
            <a:off x="2658433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3367">
            <a:extLst>
              <a:ext uri="{FF2B5EF4-FFF2-40B4-BE49-F238E27FC236}">
                <a16:creationId xmlns:a16="http://schemas.microsoft.com/office/drawing/2014/main" id="{E91BDEF5-2325-4BD8-9238-44A7EDCEB0C8}"/>
              </a:ext>
            </a:extLst>
          </p:cNvPr>
          <p:cNvSpPr>
            <a:spLocks noGrp="1"/>
          </p:cNvSpPr>
          <p:nvPr/>
        </p:nvSpPr>
        <p:spPr>
          <a:xfrm>
            <a:off x="259982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3368">
            <a:extLst>
              <a:ext uri="{FF2B5EF4-FFF2-40B4-BE49-F238E27FC236}">
                <a16:creationId xmlns:a16="http://schemas.microsoft.com/office/drawing/2014/main" id="{96805140-722E-486B-A1CA-22181B42B15B}"/>
              </a:ext>
            </a:extLst>
          </p:cNvPr>
          <p:cNvSpPr>
            <a:spLocks noGrp="1"/>
          </p:cNvSpPr>
          <p:nvPr/>
        </p:nvSpPr>
        <p:spPr>
          <a:xfrm>
            <a:off x="251721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3369">
            <a:extLst>
              <a:ext uri="{FF2B5EF4-FFF2-40B4-BE49-F238E27FC236}">
                <a16:creationId xmlns:a16="http://schemas.microsoft.com/office/drawing/2014/main" id="{2715F6B4-4DDD-4C29-BF0C-A5971273DACF}"/>
              </a:ext>
            </a:extLst>
          </p:cNvPr>
          <p:cNvSpPr>
            <a:spLocks noGrp="1"/>
          </p:cNvSpPr>
          <p:nvPr/>
        </p:nvSpPr>
        <p:spPr>
          <a:xfrm>
            <a:off x="251035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3370">
            <a:extLst>
              <a:ext uri="{FF2B5EF4-FFF2-40B4-BE49-F238E27FC236}">
                <a16:creationId xmlns:a16="http://schemas.microsoft.com/office/drawing/2014/main" id="{F5FE68E9-AD61-4EB8-8A2F-BAB42BFDA1F1}"/>
              </a:ext>
            </a:extLst>
          </p:cNvPr>
          <p:cNvSpPr>
            <a:spLocks noGrp="1"/>
          </p:cNvSpPr>
          <p:nvPr/>
        </p:nvSpPr>
        <p:spPr>
          <a:xfrm>
            <a:off x="2580008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3371">
            <a:extLst>
              <a:ext uri="{FF2B5EF4-FFF2-40B4-BE49-F238E27FC236}">
                <a16:creationId xmlns:a16="http://schemas.microsoft.com/office/drawing/2014/main" id="{9B30CD2A-79DD-4A47-BD0F-1272B321F65C}"/>
              </a:ext>
            </a:extLst>
          </p:cNvPr>
          <p:cNvSpPr>
            <a:spLocks noGrp="1"/>
          </p:cNvSpPr>
          <p:nvPr/>
        </p:nvSpPr>
        <p:spPr>
          <a:xfrm>
            <a:off x="258113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3372">
            <a:extLst>
              <a:ext uri="{FF2B5EF4-FFF2-40B4-BE49-F238E27FC236}">
                <a16:creationId xmlns:a16="http://schemas.microsoft.com/office/drawing/2014/main" id="{B54EC047-94DE-4699-8795-B01D2DA38614}"/>
              </a:ext>
            </a:extLst>
          </p:cNvPr>
          <p:cNvSpPr>
            <a:spLocks noGrp="1"/>
          </p:cNvSpPr>
          <p:nvPr/>
        </p:nvSpPr>
        <p:spPr>
          <a:xfrm>
            <a:off x="2517418" y="30242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3373">
            <a:extLst>
              <a:ext uri="{FF2B5EF4-FFF2-40B4-BE49-F238E27FC236}">
                <a16:creationId xmlns:a16="http://schemas.microsoft.com/office/drawing/2014/main" id="{6B485B1E-1DD2-4273-BC31-BDBA8D5FC60E}"/>
              </a:ext>
            </a:extLst>
          </p:cNvPr>
          <p:cNvSpPr>
            <a:spLocks noGrp="1"/>
          </p:cNvSpPr>
          <p:nvPr/>
        </p:nvSpPr>
        <p:spPr>
          <a:xfrm>
            <a:off x="261263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3374">
            <a:extLst>
              <a:ext uri="{FF2B5EF4-FFF2-40B4-BE49-F238E27FC236}">
                <a16:creationId xmlns:a16="http://schemas.microsoft.com/office/drawing/2014/main" id="{962AEBB6-FE43-4947-88FE-35C575106D62}"/>
              </a:ext>
            </a:extLst>
          </p:cNvPr>
          <p:cNvSpPr>
            <a:spLocks noGrp="1"/>
          </p:cNvSpPr>
          <p:nvPr/>
        </p:nvSpPr>
        <p:spPr>
          <a:xfrm>
            <a:off x="2625924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3375">
            <a:extLst>
              <a:ext uri="{FF2B5EF4-FFF2-40B4-BE49-F238E27FC236}">
                <a16:creationId xmlns:a16="http://schemas.microsoft.com/office/drawing/2014/main" id="{9653D4A7-F418-4C9F-93F9-BE247B8B16D1}"/>
              </a:ext>
            </a:extLst>
          </p:cNvPr>
          <p:cNvSpPr>
            <a:spLocks noGrp="1"/>
          </p:cNvSpPr>
          <p:nvPr/>
        </p:nvSpPr>
        <p:spPr>
          <a:xfrm>
            <a:off x="26282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3376">
            <a:extLst>
              <a:ext uri="{FF2B5EF4-FFF2-40B4-BE49-F238E27FC236}">
                <a16:creationId xmlns:a16="http://schemas.microsoft.com/office/drawing/2014/main" id="{878C8302-C1E8-41D4-A348-5C82192ED1D0}"/>
              </a:ext>
            </a:extLst>
          </p:cNvPr>
          <p:cNvSpPr>
            <a:spLocks noGrp="1"/>
          </p:cNvSpPr>
          <p:nvPr/>
        </p:nvSpPr>
        <p:spPr>
          <a:xfrm>
            <a:off x="26155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3377">
            <a:extLst>
              <a:ext uri="{FF2B5EF4-FFF2-40B4-BE49-F238E27FC236}">
                <a16:creationId xmlns:a16="http://schemas.microsoft.com/office/drawing/2014/main" id="{A0740CBF-1FE2-4101-BA2C-DAF8F8A3902B}"/>
              </a:ext>
            </a:extLst>
          </p:cNvPr>
          <p:cNvSpPr>
            <a:spLocks noGrp="1"/>
          </p:cNvSpPr>
          <p:nvPr/>
        </p:nvSpPr>
        <p:spPr>
          <a:xfrm>
            <a:off x="26379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3378">
            <a:extLst>
              <a:ext uri="{FF2B5EF4-FFF2-40B4-BE49-F238E27FC236}">
                <a16:creationId xmlns:a16="http://schemas.microsoft.com/office/drawing/2014/main" id="{54660239-613D-4E0E-9AE8-BC6570E9CC2E}"/>
              </a:ext>
            </a:extLst>
          </p:cNvPr>
          <p:cNvSpPr>
            <a:spLocks noGrp="1"/>
          </p:cNvSpPr>
          <p:nvPr/>
        </p:nvSpPr>
        <p:spPr>
          <a:xfrm>
            <a:off x="25492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3379">
            <a:extLst>
              <a:ext uri="{FF2B5EF4-FFF2-40B4-BE49-F238E27FC236}">
                <a16:creationId xmlns:a16="http://schemas.microsoft.com/office/drawing/2014/main" id="{953796E8-1402-4D42-96F6-4CE24C1955E0}"/>
              </a:ext>
            </a:extLst>
          </p:cNvPr>
          <p:cNvSpPr>
            <a:spLocks noGrp="1"/>
          </p:cNvSpPr>
          <p:nvPr/>
        </p:nvSpPr>
        <p:spPr>
          <a:xfrm>
            <a:off x="2556039" y="33405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3380">
            <a:extLst>
              <a:ext uri="{FF2B5EF4-FFF2-40B4-BE49-F238E27FC236}">
                <a16:creationId xmlns:a16="http://schemas.microsoft.com/office/drawing/2014/main" id="{BA2C4028-4277-4A0D-A079-C202EEB165E1}"/>
              </a:ext>
            </a:extLst>
          </p:cNvPr>
          <p:cNvSpPr>
            <a:spLocks noGrp="1"/>
          </p:cNvSpPr>
          <p:nvPr/>
        </p:nvSpPr>
        <p:spPr>
          <a:xfrm>
            <a:off x="261480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3381">
            <a:extLst>
              <a:ext uri="{FF2B5EF4-FFF2-40B4-BE49-F238E27FC236}">
                <a16:creationId xmlns:a16="http://schemas.microsoft.com/office/drawing/2014/main" id="{651545E9-3F39-4DBB-9B01-4675EFDF5CC3}"/>
              </a:ext>
            </a:extLst>
          </p:cNvPr>
          <p:cNvSpPr>
            <a:spLocks noGrp="1"/>
          </p:cNvSpPr>
          <p:nvPr/>
        </p:nvSpPr>
        <p:spPr>
          <a:xfrm>
            <a:off x="2493989" y="26549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3382">
            <a:extLst>
              <a:ext uri="{FF2B5EF4-FFF2-40B4-BE49-F238E27FC236}">
                <a16:creationId xmlns:a16="http://schemas.microsoft.com/office/drawing/2014/main" id="{F9005AAD-126B-4A28-AC31-B47ACFA71F8A}"/>
              </a:ext>
            </a:extLst>
          </p:cNvPr>
          <p:cNvSpPr>
            <a:spLocks noGrp="1"/>
          </p:cNvSpPr>
          <p:nvPr/>
        </p:nvSpPr>
        <p:spPr>
          <a:xfrm>
            <a:off x="2555761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3383">
            <a:extLst>
              <a:ext uri="{FF2B5EF4-FFF2-40B4-BE49-F238E27FC236}">
                <a16:creationId xmlns:a16="http://schemas.microsoft.com/office/drawing/2014/main" id="{EFFC9D89-642C-47D4-81E1-F3B9F094F3B6}"/>
              </a:ext>
            </a:extLst>
          </p:cNvPr>
          <p:cNvSpPr>
            <a:spLocks noGrp="1"/>
          </p:cNvSpPr>
          <p:nvPr/>
        </p:nvSpPr>
        <p:spPr>
          <a:xfrm>
            <a:off x="256123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3384">
            <a:extLst>
              <a:ext uri="{FF2B5EF4-FFF2-40B4-BE49-F238E27FC236}">
                <a16:creationId xmlns:a16="http://schemas.microsoft.com/office/drawing/2014/main" id="{83333595-8C51-4C24-99D1-4DE130D6B521}"/>
              </a:ext>
            </a:extLst>
          </p:cNvPr>
          <p:cNvSpPr>
            <a:spLocks noGrp="1"/>
          </p:cNvSpPr>
          <p:nvPr/>
        </p:nvSpPr>
        <p:spPr>
          <a:xfrm>
            <a:off x="25629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3385">
            <a:extLst>
              <a:ext uri="{FF2B5EF4-FFF2-40B4-BE49-F238E27FC236}">
                <a16:creationId xmlns:a16="http://schemas.microsoft.com/office/drawing/2014/main" id="{048CA718-6920-4BFF-9DCD-FC59696EC2EC}"/>
              </a:ext>
            </a:extLst>
          </p:cNvPr>
          <p:cNvSpPr>
            <a:spLocks noGrp="1"/>
          </p:cNvSpPr>
          <p:nvPr/>
        </p:nvSpPr>
        <p:spPr>
          <a:xfrm>
            <a:off x="255655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3386">
            <a:extLst>
              <a:ext uri="{FF2B5EF4-FFF2-40B4-BE49-F238E27FC236}">
                <a16:creationId xmlns:a16="http://schemas.microsoft.com/office/drawing/2014/main" id="{1C131C8C-EA26-4628-A3D7-CEC3418BB45C}"/>
              </a:ext>
            </a:extLst>
          </p:cNvPr>
          <p:cNvSpPr>
            <a:spLocks noGrp="1"/>
          </p:cNvSpPr>
          <p:nvPr/>
        </p:nvSpPr>
        <p:spPr>
          <a:xfrm>
            <a:off x="2632256" y="2274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3387">
            <a:extLst>
              <a:ext uri="{FF2B5EF4-FFF2-40B4-BE49-F238E27FC236}">
                <a16:creationId xmlns:a16="http://schemas.microsoft.com/office/drawing/2014/main" id="{7B253B65-2838-457D-B87B-A1F3F64A3B29}"/>
              </a:ext>
            </a:extLst>
          </p:cNvPr>
          <p:cNvSpPr>
            <a:spLocks noGrp="1"/>
          </p:cNvSpPr>
          <p:nvPr/>
        </p:nvSpPr>
        <p:spPr>
          <a:xfrm>
            <a:off x="254948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3388">
            <a:extLst>
              <a:ext uri="{FF2B5EF4-FFF2-40B4-BE49-F238E27FC236}">
                <a16:creationId xmlns:a16="http://schemas.microsoft.com/office/drawing/2014/main" id="{5E7747A6-9B82-4B21-B652-148B65AEF4C3}"/>
              </a:ext>
            </a:extLst>
          </p:cNvPr>
          <p:cNvSpPr>
            <a:spLocks noGrp="1"/>
          </p:cNvSpPr>
          <p:nvPr/>
        </p:nvSpPr>
        <p:spPr>
          <a:xfrm>
            <a:off x="2635127" y="24622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3389">
            <a:extLst>
              <a:ext uri="{FF2B5EF4-FFF2-40B4-BE49-F238E27FC236}">
                <a16:creationId xmlns:a16="http://schemas.microsoft.com/office/drawing/2014/main" id="{66E1D434-98F5-4BEF-990A-047E97B9A53C}"/>
              </a:ext>
            </a:extLst>
          </p:cNvPr>
          <p:cNvSpPr>
            <a:spLocks noGrp="1"/>
          </p:cNvSpPr>
          <p:nvPr/>
        </p:nvSpPr>
        <p:spPr>
          <a:xfrm>
            <a:off x="259887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3390">
            <a:extLst>
              <a:ext uri="{FF2B5EF4-FFF2-40B4-BE49-F238E27FC236}">
                <a16:creationId xmlns:a16="http://schemas.microsoft.com/office/drawing/2014/main" id="{8D5A0FAE-D87C-46EC-99A1-2B0B9D4FD3CF}"/>
              </a:ext>
            </a:extLst>
          </p:cNvPr>
          <p:cNvSpPr>
            <a:spLocks noGrp="1"/>
          </p:cNvSpPr>
          <p:nvPr/>
        </p:nvSpPr>
        <p:spPr>
          <a:xfrm>
            <a:off x="2619121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3391">
            <a:extLst>
              <a:ext uri="{FF2B5EF4-FFF2-40B4-BE49-F238E27FC236}">
                <a16:creationId xmlns:a16="http://schemas.microsoft.com/office/drawing/2014/main" id="{B3A1B5DA-53FB-4E11-A153-315F5D7246F6}"/>
              </a:ext>
            </a:extLst>
          </p:cNvPr>
          <p:cNvSpPr>
            <a:spLocks noGrp="1"/>
          </p:cNvSpPr>
          <p:nvPr/>
        </p:nvSpPr>
        <p:spPr>
          <a:xfrm>
            <a:off x="2596389" y="37096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3392">
            <a:extLst>
              <a:ext uri="{FF2B5EF4-FFF2-40B4-BE49-F238E27FC236}">
                <a16:creationId xmlns:a16="http://schemas.microsoft.com/office/drawing/2014/main" id="{20C74C32-18EA-48CB-8AEE-1B03D3693369}"/>
              </a:ext>
            </a:extLst>
          </p:cNvPr>
          <p:cNvSpPr>
            <a:spLocks noGrp="1"/>
          </p:cNvSpPr>
          <p:nvPr/>
        </p:nvSpPr>
        <p:spPr>
          <a:xfrm>
            <a:off x="2522898" y="24622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3393">
            <a:extLst>
              <a:ext uri="{FF2B5EF4-FFF2-40B4-BE49-F238E27FC236}">
                <a16:creationId xmlns:a16="http://schemas.microsoft.com/office/drawing/2014/main" id="{003C2122-B154-4BE5-89AE-FA955C620D64}"/>
              </a:ext>
            </a:extLst>
          </p:cNvPr>
          <p:cNvSpPr>
            <a:spLocks noGrp="1"/>
          </p:cNvSpPr>
          <p:nvPr/>
        </p:nvSpPr>
        <p:spPr>
          <a:xfrm>
            <a:off x="2601145" y="3184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3394">
            <a:extLst>
              <a:ext uri="{FF2B5EF4-FFF2-40B4-BE49-F238E27FC236}">
                <a16:creationId xmlns:a16="http://schemas.microsoft.com/office/drawing/2014/main" id="{0544CFBE-2A67-4752-AAAF-C5D27A5A0A39}"/>
              </a:ext>
            </a:extLst>
          </p:cNvPr>
          <p:cNvSpPr>
            <a:spLocks noGrp="1"/>
          </p:cNvSpPr>
          <p:nvPr/>
        </p:nvSpPr>
        <p:spPr>
          <a:xfrm>
            <a:off x="254459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3395">
            <a:extLst>
              <a:ext uri="{FF2B5EF4-FFF2-40B4-BE49-F238E27FC236}">
                <a16:creationId xmlns:a16="http://schemas.microsoft.com/office/drawing/2014/main" id="{92082748-BB20-4D6A-86E2-1B7A0AED6A58}"/>
              </a:ext>
            </a:extLst>
          </p:cNvPr>
          <p:cNvSpPr>
            <a:spLocks noGrp="1"/>
          </p:cNvSpPr>
          <p:nvPr/>
        </p:nvSpPr>
        <p:spPr>
          <a:xfrm>
            <a:off x="259191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3396">
            <a:extLst>
              <a:ext uri="{FF2B5EF4-FFF2-40B4-BE49-F238E27FC236}">
                <a16:creationId xmlns:a16="http://schemas.microsoft.com/office/drawing/2014/main" id="{9AAF1FDB-7390-4471-A0F7-D1204786AEBC}"/>
              </a:ext>
            </a:extLst>
          </p:cNvPr>
          <p:cNvSpPr>
            <a:spLocks noGrp="1"/>
          </p:cNvSpPr>
          <p:nvPr/>
        </p:nvSpPr>
        <p:spPr>
          <a:xfrm>
            <a:off x="254794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3397">
            <a:extLst>
              <a:ext uri="{FF2B5EF4-FFF2-40B4-BE49-F238E27FC236}">
                <a16:creationId xmlns:a16="http://schemas.microsoft.com/office/drawing/2014/main" id="{7DF69937-35DF-405E-B175-30B7C2332CC0}"/>
              </a:ext>
            </a:extLst>
          </p:cNvPr>
          <p:cNvSpPr>
            <a:spLocks noGrp="1"/>
          </p:cNvSpPr>
          <p:nvPr/>
        </p:nvSpPr>
        <p:spPr>
          <a:xfrm>
            <a:off x="2660235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3398">
            <a:extLst>
              <a:ext uri="{FF2B5EF4-FFF2-40B4-BE49-F238E27FC236}">
                <a16:creationId xmlns:a16="http://schemas.microsoft.com/office/drawing/2014/main" id="{645047CD-495C-4DB6-AC14-3634D6D8DBE2}"/>
              </a:ext>
            </a:extLst>
          </p:cNvPr>
          <p:cNvSpPr>
            <a:spLocks noGrp="1"/>
          </p:cNvSpPr>
          <p:nvPr/>
        </p:nvSpPr>
        <p:spPr>
          <a:xfrm>
            <a:off x="260015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3399">
            <a:extLst>
              <a:ext uri="{FF2B5EF4-FFF2-40B4-BE49-F238E27FC236}">
                <a16:creationId xmlns:a16="http://schemas.microsoft.com/office/drawing/2014/main" id="{82C2DF7B-C7AB-43E0-85FE-B2D0BA2F14BF}"/>
              </a:ext>
            </a:extLst>
          </p:cNvPr>
          <p:cNvSpPr>
            <a:spLocks noGrp="1"/>
          </p:cNvSpPr>
          <p:nvPr/>
        </p:nvSpPr>
        <p:spPr>
          <a:xfrm>
            <a:off x="256505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3400">
            <a:extLst>
              <a:ext uri="{FF2B5EF4-FFF2-40B4-BE49-F238E27FC236}">
                <a16:creationId xmlns:a16="http://schemas.microsoft.com/office/drawing/2014/main" id="{A16AE93B-17E7-4627-BC5B-AF73FA0AD7E8}"/>
              </a:ext>
            </a:extLst>
          </p:cNvPr>
          <p:cNvSpPr>
            <a:spLocks noGrp="1"/>
          </p:cNvSpPr>
          <p:nvPr/>
        </p:nvSpPr>
        <p:spPr>
          <a:xfrm>
            <a:off x="255263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3401">
            <a:extLst>
              <a:ext uri="{FF2B5EF4-FFF2-40B4-BE49-F238E27FC236}">
                <a16:creationId xmlns:a16="http://schemas.microsoft.com/office/drawing/2014/main" id="{8F5B8871-AA52-4CE2-A3F3-52476F879AC7}"/>
              </a:ext>
            </a:extLst>
          </p:cNvPr>
          <p:cNvSpPr>
            <a:spLocks noGrp="1"/>
          </p:cNvSpPr>
          <p:nvPr/>
        </p:nvSpPr>
        <p:spPr>
          <a:xfrm>
            <a:off x="2552698" y="29911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3402">
            <a:extLst>
              <a:ext uri="{FF2B5EF4-FFF2-40B4-BE49-F238E27FC236}">
                <a16:creationId xmlns:a16="http://schemas.microsoft.com/office/drawing/2014/main" id="{7D43A347-0760-4F20-8955-9FFF1BE29DF1}"/>
              </a:ext>
            </a:extLst>
          </p:cNvPr>
          <p:cNvSpPr>
            <a:spLocks noGrp="1"/>
          </p:cNvSpPr>
          <p:nvPr/>
        </p:nvSpPr>
        <p:spPr>
          <a:xfrm>
            <a:off x="26420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3403">
            <a:extLst>
              <a:ext uri="{FF2B5EF4-FFF2-40B4-BE49-F238E27FC236}">
                <a16:creationId xmlns:a16="http://schemas.microsoft.com/office/drawing/2014/main" id="{D9D1F0EF-6A2E-4575-987E-0B8F0F5E4719}"/>
              </a:ext>
            </a:extLst>
          </p:cNvPr>
          <p:cNvSpPr>
            <a:spLocks noGrp="1"/>
          </p:cNvSpPr>
          <p:nvPr/>
        </p:nvSpPr>
        <p:spPr>
          <a:xfrm>
            <a:off x="2581493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3404">
            <a:extLst>
              <a:ext uri="{FF2B5EF4-FFF2-40B4-BE49-F238E27FC236}">
                <a16:creationId xmlns:a16="http://schemas.microsoft.com/office/drawing/2014/main" id="{09365ADA-A514-4186-8111-952D1E9904D9}"/>
              </a:ext>
            </a:extLst>
          </p:cNvPr>
          <p:cNvSpPr>
            <a:spLocks noGrp="1"/>
          </p:cNvSpPr>
          <p:nvPr/>
        </p:nvSpPr>
        <p:spPr>
          <a:xfrm>
            <a:off x="2574274" y="25769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3405">
            <a:extLst>
              <a:ext uri="{FF2B5EF4-FFF2-40B4-BE49-F238E27FC236}">
                <a16:creationId xmlns:a16="http://schemas.microsoft.com/office/drawing/2014/main" id="{B1E3DBF4-9020-48A8-B069-BCD929133314}"/>
              </a:ext>
            </a:extLst>
          </p:cNvPr>
          <p:cNvSpPr>
            <a:spLocks noGrp="1"/>
          </p:cNvSpPr>
          <p:nvPr/>
        </p:nvSpPr>
        <p:spPr>
          <a:xfrm>
            <a:off x="249422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3406">
            <a:extLst>
              <a:ext uri="{FF2B5EF4-FFF2-40B4-BE49-F238E27FC236}">
                <a16:creationId xmlns:a16="http://schemas.microsoft.com/office/drawing/2014/main" id="{D723B642-41B6-4E64-AFF8-E8A9C997BFCE}"/>
              </a:ext>
            </a:extLst>
          </p:cNvPr>
          <p:cNvSpPr>
            <a:spLocks noGrp="1"/>
          </p:cNvSpPr>
          <p:nvPr/>
        </p:nvSpPr>
        <p:spPr>
          <a:xfrm>
            <a:off x="2647211" y="3519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3407">
            <a:extLst>
              <a:ext uri="{FF2B5EF4-FFF2-40B4-BE49-F238E27FC236}">
                <a16:creationId xmlns:a16="http://schemas.microsoft.com/office/drawing/2014/main" id="{FEA8501B-5E62-402E-B688-11C4E04DD069}"/>
              </a:ext>
            </a:extLst>
          </p:cNvPr>
          <p:cNvSpPr>
            <a:spLocks noGrp="1"/>
          </p:cNvSpPr>
          <p:nvPr/>
        </p:nvSpPr>
        <p:spPr>
          <a:xfrm>
            <a:off x="2528743" y="3152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3408">
            <a:extLst>
              <a:ext uri="{FF2B5EF4-FFF2-40B4-BE49-F238E27FC236}">
                <a16:creationId xmlns:a16="http://schemas.microsoft.com/office/drawing/2014/main" id="{68C93EE8-57E4-48EF-B56C-FE54F9C1034A}"/>
              </a:ext>
            </a:extLst>
          </p:cNvPr>
          <p:cNvSpPr>
            <a:spLocks noGrp="1"/>
          </p:cNvSpPr>
          <p:nvPr/>
        </p:nvSpPr>
        <p:spPr>
          <a:xfrm>
            <a:off x="2532696" y="36825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3409">
            <a:extLst>
              <a:ext uri="{FF2B5EF4-FFF2-40B4-BE49-F238E27FC236}">
                <a16:creationId xmlns:a16="http://schemas.microsoft.com/office/drawing/2014/main" id="{46A8C229-54B3-4698-9913-68D199E1AF4A}"/>
              </a:ext>
            </a:extLst>
          </p:cNvPr>
          <p:cNvSpPr>
            <a:spLocks noGrp="1"/>
          </p:cNvSpPr>
          <p:nvPr/>
        </p:nvSpPr>
        <p:spPr>
          <a:xfrm>
            <a:off x="263466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3410">
            <a:extLst>
              <a:ext uri="{FF2B5EF4-FFF2-40B4-BE49-F238E27FC236}">
                <a16:creationId xmlns:a16="http://schemas.microsoft.com/office/drawing/2014/main" id="{85F37C16-3F99-47B0-8FE5-2BF63F8FCC44}"/>
              </a:ext>
            </a:extLst>
          </p:cNvPr>
          <p:cNvSpPr>
            <a:spLocks noGrp="1"/>
          </p:cNvSpPr>
          <p:nvPr/>
        </p:nvSpPr>
        <p:spPr>
          <a:xfrm>
            <a:off x="2554162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3411">
            <a:extLst>
              <a:ext uri="{FF2B5EF4-FFF2-40B4-BE49-F238E27FC236}">
                <a16:creationId xmlns:a16="http://schemas.microsoft.com/office/drawing/2014/main" id="{5DFA3D12-2AD2-4E12-91AE-09F64D9C1152}"/>
              </a:ext>
            </a:extLst>
          </p:cNvPr>
          <p:cNvSpPr>
            <a:spLocks noGrp="1"/>
          </p:cNvSpPr>
          <p:nvPr/>
        </p:nvSpPr>
        <p:spPr>
          <a:xfrm>
            <a:off x="265011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3412">
            <a:extLst>
              <a:ext uri="{FF2B5EF4-FFF2-40B4-BE49-F238E27FC236}">
                <a16:creationId xmlns:a16="http://schemas.microsoft.com/office/drawing/2014/main" id="{62814620-41FE-4017-93AF-76A5815C99B6}"/>
              </a:ext>
            </a:extLst>
          </p:cNvPr>
          <p:cNvSpPr>
            <a:spLocks noGrp="1"/>
          </p:cNvSpPr>
          <p:nvPr/>
        </p:nvSpPr>
        <p:spPr>
          <a:xfrm>
            <a:off x="264255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3413">
            <a:extLst>
              <a:ext uri="{FF2B5EF4-FFF2-40B4-BE49-F238E27FC236}">
                <a16:creationId xmlns:a16="http://schemas.microsoft.com/office/drawing/2014/main" id="{62596DE4-F86A-4EDD-8031-9D2A328C13A9}"/>
              </a:ext>
            </a:extLst>
          </p:cNvPr>
          <p:cNvSpPr>
            <a:spLocks noGrp="1"/>
          </p:cNvSpPr>
          <p:nvPr/>
        </p:nvSpPr>
        <p:spPr>
          <a:xfrm>
            <a:off x="2536396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3414">
            <a:extLst>
              <a:ext uri="{FF2B5EF4-FFF2-40B4-BE49-F238E27FC236}">
                <a16:creationId xmlns:a16="http://schemas.microsoft.com/office/drawing/2014/main" id="{52D0CB0F-29D4-4D82-ACF2-D586F8EFB609}"/>
              </a:ext>
            </a:extLst>
          </p:cNvPr>
          <p:cNvSpPr>
            <a:spLocks noGrp="1"/>
          </p:cNvSpPr>
          <p:nvPr/>
        </p:nvSpPr>
        <p:spPr>
          <a:xfrm>
            <a:off x="2527765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3415">
            <a:extLst>
              <a:ext uri="{FF2B5EF4-FFF2-40B4-BE49-F238E27FC236}">
                <a16:creationId xmlns:a16="http://schemas.microsoft.com/office/drawing/2014/main" id="{F5F99EA5-6C75-473E-8F75-23E20EF3D578}"/>
              </a:ext>
            </a:extLst>
          </p:cNvPr>
          <p:cNvSpPr>
            <a:spLocks noGrp="1"/>
          </p:cNvSpPr>
          <p:nvPr/>
        </p:nvSpPr>
        <p:spPr>
          <a:xfrm>
            <a:off x="2606693" y="2370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3416">
            <a:extLst>
              <a:ext uri="{FF2B5EF4-FFF2-40B4-BE49-F238E27FC236}">
                <a16:creationId xmlns:a16="http://schemas.microsoft.com/office/drawing/2014/main" id="{836836A1-B762-4B66-991C-F9487D3FE43B}"/>
              </a:ext>
            </a:extLst>
          </p:cNvPr>
          <p:cNvSpPr>
            <a:spLocks noGrp="1"/>
          </p:cNvSpPr>
          <p:nvPr/>
        </p:nvSpPr>
        <p:spPr>
          <a:xfrm>
            <a:off x="255850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3417">
            <a:extLst>
              <a:ext uri="{FF2B5EF4-FFF2-40B4-BE49-F238E27FC236}">
                <a16:creationId xmlns:a16="http://schemas.microsoft.com/office/drawing/2014/main" id="{FE681D9C-ECEB-494A-B324-90D32540FDF7}"/>
              </a:ext>
            </a:extLst>
          </p:cNvPr>
          <p:cNvSpPr>
            <a:spLocks noGrp="1"/>
          </p:cNvSpPr>
          <p:nvPr/>
        </p:nvSpPr>
        <p:spPr>
          <a:xfrm>
            <a:off x="2603200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3418">
            <a:extLst>
              <a:ext uri="{FF2B5EF4-FFF2-40B4-BE49-F238E27FC236}">
                <a16:creationId xmlns:a16="http://schemas.microsoft.com/office/drawing/2014/main" id="{7F9267B9-C9DE-4141-B5F3-717E9F450F72}"/>
              </a:ext>
            </a:extLst>
          </p:cNvPr>
          <p:cNvSpPr>
            <a:spLocks noGrp="1"/>
          </p:cNvSpPr>
          <p:nvPr/>
        </p:nvSpPr>
        <p:spPr>
          <a:xfrm>
            <a:off x="2646237" y="34600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3419">
            <a:extLst>
              <a:ext uri="{FF2B5EF4-FFF2-40B4-BE49-F238E27FC236}">
                <a16:creationId xmlns:a16="http://schemas.microsoft.com/office/drawing/2014/main" id="{578437C6-E41A-4EF0-A30C-5B56F280CF2F}"/>
              </a:ext>
            </a:extLst>
          </p:cNvPr>
          <p:cNvSpPr>
            <a:spLocks noGrp="1"/>
          </p:cNvSpPr>
          <p:nvPr/>
        </p:nvSpPr>
        <p:spPr>
          <a:xfrm>
            <a:off x="2498189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3420">
            <a:extLst>
              <a:ext uri="{FF2B5EF4-FFF2-40B4-BE49-F238E27FC236}">
                <a16:creationId xmlns:a16="http://schemas.microsoft.com/office/drawing/2014/main" id="{080A84D7-3425-46E2-9FEC-7864E4A4088B}"/>
              </a:ext>
            </a:extLst>
          </p:cNvPr>
          <p:cNvSpPr>
            <a:spLocks noGrp="1"/>
          </p:cNvSpPr>
          <p:nvPr/>
        </p:nvSpPr>
        <p:spPr>
          <a:xfrm>
            <a:off x="250205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3421">
            <a:extLst>
              <a:ext uri="{FF2B5EF4-FFF2-40B4-BE49-F238E27FC236}">
                <a16:creationId xmlns:a16="http://schemas.microsoft.com/office/drawing/2014/main" id="{6FEE3ABA-D37F-4A91-829A-FE776E96A99C}"/>
              </a:ext>
            </a:extLst>
          </p:cNvPr>
          <p:cNvSpPr>
            <a:spLocks noGrp="1"/>
          </p:cNvSpPr>
          <p:nvPr/>
        </p:nvSpPr>
        <p:spPr>
          <a:xfrm>
            <a:off x="253635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3422">
            <a:extLst>
              <a:ext uri="{FF2B5EF4-FFF2-40B4-BE49-F238E27FC236}">
                <a16:creationId xmlns:a16="http://schemas.microsoft.com/office/drawing/2014/main" id="{32C0913D-24FF-42AD-826C-260645DE9199}"/>
              </a:ext>
            </a:extLst>
          </p:cNvPr>
          <p:cNvSpPr>
            <a:spLocks noGrp="1"/>
          </p:cNvSpPr>
          <p:nvPr/>
        </p:nvSpPr>
        <p:spPr>
          <a:xfrm>
            <a:off x="2636133" y="25708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3423">
            <a:extLst>
              <a:ext uri="{FF2B5EF4-FFF2-40B4-BE49-F238E27FC236}">
                <a16:creationId xmlns:a16="http://schemas.microsoft.com/office/drawing/2014/main" id="{52A92BB0-6AC7-416E-9B3F-FB9E52F73033}"/>
              </a:ext>
            </a:extLst>
          </p:cNvPr>
          <p:cNvSpPr>
            <a:spLocks noGrp="1"/>
          </p:cNvSpPr>
          <p:nvPr/>
        </p:nvSpPr>
        <p:spPr>
          <a:xfrm>
            <a:off x="266880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3424">
            <a:extLst>
              <a:ext uri="{FF2B5EF4-FFF2-40B4-BE49-F238E27FC236}">
                <a16:creationId xmlns:a16="http://schemas.microsoft.com/office/drawing/2014/main" id="{D8EA571B-3438-4F06-8FFE-F5CCD70C7DF6}"/>
              </a:ext>
            </a:extLst>
          </p:cNvPr>
          <p:cNvSpPr>
            <a:spLocks noGrp="1"/>
          </p:cNvSpPr>
          <p:nvPr/>
        </p:nvSpPr>
        <p:spPr>
          <a:xfrm>
            <a:off x="2629997" y="3745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3425">
            <a:extLst>
              <a:ext uri="{FF2B5EF4-FFF2-40B4-BE49-F238E27FC236}">
                <a16:creationId xmlns:a16="http://schemas.microsoft.com/office/drawing/2014/main" id="{D4E685C9-AFAE-487F-9834-D7ED89253BA7}"/>
              </a:ext>
            </a:extLst>
          </p:cNvPr>
          <p:cNvSpPr>
            <a:spLocks noGrp="1"/>
          </p:cNvSpPr>
          <p:nvPr/>
        </p:nvSpPr>
        <p:spPr>
          <a:xfrm>
            <a:off x="254236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3426">
            <a:extLst>
              <a:ext uri="{FF2B5EF4-FFF2-40B4-BE49-F238E27FC236}">
                <a16:creationId xmlns:a16="http://schemas.microsoft.com/office/drawing/2014/main" id="{036E2E04-580B-4A97-8D89-C02F1027665C}"/>
              </a:ext>
            </a:extLst>
          </p:cNvPr>
          <p:cNvSpPr>
            <a:spLocks noGrp="1"/>
          </p:cNvSpPr>
          <p:nvPr/>
        </p:nvSpPr>
        <p:spPr>
          <a:xfrm>
            <a:off x="2542701" y="3495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3427">
            <a:extLst>
              <a:ext uri="{FF2B5EF4-FFF2-40B4-BE49-F238E27FC236}">
                <a16:creationId xmlns:a16="http://schemas.microsoft.com/office/drawing/2014/main" id="{04988C7F-51A3-4A6F-8C64-229C3A362932}"/>
              </a:ext>
            </a:extLst>
          </p:cNvPr>
          <p:cNvSpPr>
            <a:spLocks noGrp="1"/>
          </p:cNvSpPr>
          <p:nvPr/>
        </p:nvSpPr>
        <p:spPr>
          <a:xfrm>
            <a:off x="255753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3428">
            <a:extLst>
              <a:ext uri="{FF2B5EF4-FFF2-40B4-BE49-F238E27FC236}">
                <a16:creationId xmlns:a16="http://schemas.microsoft.com/office/drawing/2014/main" id="{5F142B25-2B6E-46B1-A2E4-AC94551C94C8}"/>
              </a:ext>
            </a:extLst>
          </p:cNvPr>
          <p:cNvSpPr>
            <a:spLocks noGrp="1"/>
          </p:cNvSpPr>
          <p:nvPr/>
        </p:nvSpPr>
        <p:spPr>
          <a:xfrm>
            <a:off x="2544376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3429">
            <a:extLst>
              <a:ext uri="{FF2B5EF4-FFF2-40B4-BE49-F238E27FC236}">
                <a16:creationId xmlns:a16="http://schemas.microsoft.com/office/drawing/2014/main" id="{2D97A636-4809-4F29-875B-3D70B3A5D572}"/>
              </a:ext>
            </a:extLst>
          </p:cNvPr>
          <p:cNvSpPr>
            <a:spLocks noGrp="1"/>
          </p:cNvSpPr>
          <p:nvPr/>
        </p:nvSpPr>
        <p:spPr>
          <a:xfrm>
            <a:off x="259665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3430">
            <a:extLst>
              <a:ext uri="{FF2B5EF4-FFF2-40B4-BE49-F238E27FC236}">
                <a16:creationId xmlns:a16="http://schemas.microsoft.com/office/drawing/2014/main" id="{5D647EBD-0376-40EC-AE5D-45C39A425217}"/>
              </a:ext>
            </a:extLst>
          </p:cNvPr>
          <p:cNvSpPr>
            <a:spLocks noGrp="1"/>
          </p:cNvSpPr>
          <p:nvPr/>
        </p:nvSpPr>
        <p:spPr>
          <a:xfrm>
            <a:off x="2588526" y="23016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3431">
            <a:extLst>
              <a:ext uri="{FF2B5EF4-FFF2-40B4-BE49-F238E27FC236}">
                <a16:creationId xmlns:a16="http://schemas.microsoft.com/office/drawing/2014/main" id="{93079721-30D3-4609-BFB9-C7E27EAA1A96}"/>
              </a:ext>
            </a:extLst>
          </p:cNvPr>
          <p:cNvSpPr>
            <a:spLocks noGrp="1"/>
          </p:cNvSpPr>
          <p:nvPr/>
        </p:nvSpPr>
        <p:spPr>
          <a:xfrm>
            <a:off x="254814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3432">
            <a:extLst>
              <a:ext uri="{FF2B5EF4-FFF2-40B4-BE49-F238E27FC236}">
                <a16:creationId xmlns:a16="http://schemas.microsoft.com/office/drawing/2014/main" id="{C8F8CBFC-D9FE-42CD-8B51-05B295030BAD}"/>
              </a:ext>
            </a:extLst>
          </p:cNvPr>
          <p:cNvSpPr>
            <a:spLocks noGrp="1"/>
          </p:cNvSpPr>
          <p:nvPr/>
        </p:nvSpPr>
        <p:spPr>
          <a:xfrm>
            <a:off x="2628894" y="2894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3433">
            <a:extLst>
              <a:ext uri="{FF2B5EF4-FFF2-40B4-BE49-F238E27FC236}">
                <a16:creationId xmlns:a16="http://schemas.microsoft.com/office/drawing/2014/main" id="{27687740-4EFB-4307-BC08-E0FE6DFE32B5}"/>
              </a:ext>
            </a:extLst>
          </p:cNvPr>
          <p:cNvSpPr>
            <a:spLocks noGrp="1"/>
          </p:cNvSpPr>
          <p:nvPr/>
        </p:nvSpPr>
        <p:spPr>
          <a:xfrm>
            <a:off x="2670915" y="24622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3434">
            <a:extLst>
              <a:ext uri="{FF2B5EF4-FFF2-40B4-BE49-F238E27FC236}">
                <a16:creationId xmlns:a16="http://schemas.microsoft.com/office/drawing/2014/main" id="{7F3EDF5B-02F4-4EF0-9C97-9CC8811CD580}"/>
              </a:ext>
            </a:extLst>
          </p:cNvPr>
          <p:cNvSpPr>
            <a:spLocks noGrp="1"/>
          </p:cNvSpPr>
          <p:nvPr/>
        </p:nvSpPr>
        <p:spPr>
          <a:xfrm>
            <a:off x="259559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3435">
            <a:extLst>
              <a:ext uri="{FF2B5EF4-FFF2-40B4-BE49-F238E27FC236}">
                <a16:creationId xmlns:a16="http://schemas.microsoft.com/office/drawing/2014/main" id="{7B6C6D6D-EADB-4B98-8607-DDBA5CA9DA75}"/>
              </a:ext>
            </a:extLst>
          </p:cNvPr>
          <p:cNvSpPr>
            <a:spLocks noGrp="1"/>
          </p:cNvSpPr>
          <p:nvPr/>
        </p:nvSpPr>
        <p:spPr>
          <a:xfrm>
            <a:off x="254246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3436">
            <a:extLst>
              <a:ext uri="{FF2B5EF4-FFF2-40B4-BE49-F238E27FC236}">
                <a16:creationId xmlns:a16="http://schemas.microsoft.com/office/drawing/2014/main" id="{A4862466-0EF6-453C-84E9-24E74D24D506}"/>
              </a:ext>
            </a:extLst>
          </p:cNvPr>
          <p:cNvSpPr>
            <a:spLocks noGrp="1"/>
          </p:cNvSpPr>
          <p:nvPr/>
        </p:nvSpPr>
        <p:spPr>
          <a:xfrm>
            <a:off x="2591102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3437">
            <a:extLst>
              <a:ext uri="{FF2B5EF4-FFF2-40B4-BE49-F238E27FC236}">
                <a16:creationId xmlns:a16="http://schemas.microsoft.com/office/drawing/2014/main" id="{BB39A5A8-C5A7-44B4-BBDA-6B5C73F5A6CD}"/>
              </a:ext>
            </a:extLst>
          </p:cNvPr>
          <p:cNvSpPr>
            <a:spLocks noGrp="1"/>
          </p:cNvSpPr>
          <p:nvPr/>
        </p:nvSpPr>
        <p:spPr>
          <a:xfrm>
            <a:off x="2546122" y="22267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3438">
            <a:extLst>
              <a:ext uri="{FF2B5EF4-FFF2-40B4-BE49-F238E27FC236}">
                <a16:creationId xmlns:a16="http://schemas.microsoft.com/office/drawing/2014/main" id="{6AE778AB-3401-4291-A656-D643E62E57C2}"/>
              </a:ext>
            </a:extLst>
          </p:cNvPr>
          <p:cNvSpPr>
            <a:spLocks noGrp="1"/>
          </p:cNvSpPr>
          <p:nvPr/>
        </p:nvSpPr>
        <p:spPr>
          <a:xfrm>
            <a:off x="2614693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3439">
            <a:extLst>
              <a:ext uri="{FF2B5EF4-FFF2-40B4-BE49-F238E27FC236}">
                <a16:creationId xmlns:a16="http://schemas.microsoft.com/office/drawing/2014/main" id="{096ECC1B-4DCE-4EAB-BA56-01C727B94349}"/>
              </a:ext>
            </a:extLst>
          </p:cNvPr>
          <p:cNvSpPr>
            <a:spLocks noGrp="1"/>
          </p:cNvSpPr>
          <p:nvPr/>
        </p:nvSpPr>
        <p:spPr>
          <a:xfrm>
            <a:off x="2557540" y="2824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3440">
            <a:extLst>
              <a:ext uri="{FF2B5EF4-FFF2-40B4-BE49-F238E27FC236}">
                <a16:creationId xmlns:a16="http://schemas.microsoft.com/office/drawing/2014/main" id="{EA21CF56-E12E-4960-B22E-39E8CE87572E}"/>
              </a:ext>
            </a:extLst>
          </p:cNvPr>
          <p:cNvSpPr>
            <a:spLocks noGrp="1"/>
          </p:cNvSpPr>
          <p:nvPr/>
        </p:nvSpPr>
        <p:spPr>
          <a:xfrm>
            <a:off x="2598935" y="3072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3441">
            <a:extLst>
              <a:ext uri="{FF2B5EF4-FFF2-40B4-BE49-F238E27FC236}">
                <a16:creationId xmlns:a16="http://schemas.microsoft.com/office/drawing/2014/main" id="{AAFC8273-CE8C-455A-BB5E-1B3B09FDE232}"/>
              </a:ext>
            </a:extLst>
          </p:cNvPr>
          <p:cNvSpPr>
            <a:spLocks noGrp="1"/>
          </p:cNvSpPr>
          <p:nvPr/>
        </p:nvSpPr>
        <p:spPr>
          <a:xfrm>
            <a:off x="252209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3442">
            <a:extLst>
              <a:ext uri="{FF2B5EF4-FFF2-40B4-BE49-F238E27FC236}">
                <a16:creationId xmlns:a16="http://schemas.microsoft.com/office/drawing/2014/main" id="{5DA5288B-5A17-47A2-945C-2D5CAF6F17B1}"/>
              </a:ext>
            </a:extLst>
          </p:cNvPr>
          <p:cNvSpPr>
            <a:spLocks noGrp="1"/>
          </p:cNvSpPr>
          <p:nvPr/>
        </p:nvSpPr>
        <p:spPr>
          <a:xfrm>
            <a:off x="2613331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3443">
            <a:extLst>
              <a:ext uri="{FF2B5EF4-FFF2-40B4-BE49-F238E27FC236}">
                <a16:creationId xmlns:a16="http://schemas.microsoft.com/office/drawing/2014/main" id="{BC9810F2-F565-457D-A842-05121A1C324E}"/>
              </a:ext>
            </a:extLst>
          </p:cNvPr>
          <p:cNvSpPr>
            <a:spLocks noGrp="1"/>
          </p:cNvSpPr>
          <p:nvPr/>
        </p:nvSpPr>
        <p:spPr>
          <a:xfrm>
            <a:off x="2671490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3444">
            <a:extLst>
              <a:ext uri="{FF2B5EF4-FFF2-40B4-BE49-F238E27FC236}">
                <a16:creationId xmlns:a16="http://schemas.microsoft.com/office/drawing/2014/main" id="{627E3C78-DBE5-4DEA-B5A1-B22AA0F63B15}"/>
              </a:ext>
            </a:extLst>
          </p:cNvPr>
          <p:cNvSpPr>
            <a:spLocks noGrp="1"/>
          </p:cNvSpPr>
          <p:nvPr/>
        </p:nvSpPr>
        <p:spPr>
          <a:xfrm>
            <a:off x="257876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3445">
            <a:extLst>
              <a:ext uri="{FF2B5EF4-FFF2-40B4-BE49-F238E27FC236}">
                <a16:creationId xmlns:a16="http://schemas.microsoft.com/office/drawing/2014/main" id="{B9CCC1C1-5B55-439F-9CAC-341618BB39AD}"/>
              </a:ext>
            </a:extLst>
          </p:cNvPr>
          <p:cNvSpPr>
            <a:spLocks noGrp="1"/>
          </p:cNvSpPr>
          <p:nvPr/>
        </p:nvSpPr>
        <p:spPr>
          <a:xfrm>
            <a:off x="259977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3446">
            <a:extLst>
              <a:ext uri="{FF2B5EF4-FFF2-40B4-BE49-F238E27FC236}">
                <a16:creationId xmlns:a16="http://schemas.microsoft.com/office/drawing/2014/main" id="{B99D5E72-79B8-4384-8CDE-42648FFC4BEA}"/>
              </a:ext>
            </a:extLst>
          </p:cNvPr>
          <p:cNvSpPr>
            <a:spLocks noGrp="1"/>
          </p:cNvSpPr>
          <p:nvPr/>
        </p:nvSpPr>
        <p:spPr>
          <a:xfrm>
            <a:off x="2546375" y="30442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3447">
            <a:extLst>
              <a:ext uri="{FF2B5EF4-FFF2-40B4-BE49-F238E27FC236}">
                <a16:creationId xmlns:a16="http://schemas.microsoft.com/office/drawing/2014/main" id="{E7675431-A29B-4CF0-992C-07A5CC9CD328}"/>
              </a:ext>
            </a:extLst>
          </p:cNvPr>
          <p:cNvSpPr>
            <a:spLocks noGrp="1"/>
          </p:cNvSpPr>
          <p:nvPr/>
        </p:nvSpPr>
        <p:spPr>
          <a:xfrm>
            <a:off x="250842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3448">
            <a:extLst>
              <a:ext uri="{FF2B5EF4-FFF2-40B4-BE49-F238E27FC236}">
                <a16:creationId xmlns:a16="http://schemas.microsoft.com/office/drawing/2014/main" id="{B7D93BBC-DE4B-45A9-BE1C-F24983CCF79A}"/>
              </a:ext>
            </a:extLst>
          </p:cNvPr>
          <p:cNvSpPr>
            <a:spLocks noGrp="1"/>
          </p:cNvSpPr>
          <p:nvPr/>
        </p:nvSpPr>
        <p:spPr>
          <a:xfrm>
            <a:off x="252270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3449">
            <a:extLst>
              <a:ext uri="{FF2B5EF4-FFF2-40B4-BE49-F238E27FC236}">
                <a16:creationId xmlns:a16="http://schemas.microsoft.com/office/drawing/2014/main" id="{1DA0A759-0385-4654-BDBB-A67A5C596DA6}"/>
              </a:ext>
            </a:extLst>
          </p:cNvPr>
          <p:cNvSpPr>
            <a:spLocks noGrp="1"/>
          </p:cNvSpPr>
          <p:nvPr/>
        </p:nvSpPr>
        <p:spPr>
          <a:xfrm>
            <a:off x="2571518" y="36688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3450">
            <a:extLst>
              <a:ext uri="{FF2B5EF4-FFF2-40B4-BE49-F238E27FC236}">
                <a16:creationId xmlns:a16="http://schemas.microsoft.com/office/drawing/2014/main" id="{5845ECFB-C527-471F-AF99-5DD4B3C910DE}"/>
              </a:ext>
            </a:extLst>
          </p:cNvPr>
          <p:cNvSpPr>
            <a:spLocks noGrp="1"/>
          </p:cNvSpPr>
          <p:nvPr/>
        </p:nvSpPr>
        <p:spPr>
          <a:xfrm>
            <a:off x="262329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3451">
            <a:extLst>
              <a:ext uri="{FF2B5EF4-FFF2-40B4-BE49-F238E27FC236}">
                <a16:creationId xmlns:a16="http://schemas.microsoft.com/office/drawing/2014/main" id="{AE81B85A-8FF3-44DF-BA8D-E1A0734D399F}"/>
              </a:ext>
            </a:extLst>
          </p:cNvPr>
          <p:cNvSpPr>
            <a:spLocks noGrp="1"/>
          </p:cNvSpPr>
          <p:nvPr/>
        </p:nvSpPr>
        <p:spPr>
          <a:xfrm>
            <a:off x="262784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3452">
            <a:extLst>
              <a:ext uri="{FF2B5EF4-FFF2-40B4-BE49-F238E27FC236}">
                <a16:creationId xmlns:a16="http://schemas.microsoft.com/office/drawing/2014/main" id="{684D3000-1D9E-4731-BBF4-9C6911512D89}"/>
              </a:ext>
            </a:extLst>
          </p:cNvPr>
          <p:cNvSpPr>
            <a:spLocks noGrp="1"/>
          </p:cNvSpPr>
          <p:nvPr/>
        </p:nvSpPr>
        <p:spPr>
          <a:xfrm>
            <a:off x="2639719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3453">
            <a:extLst>
              <a:ext uri="{FF2B5EF4-FFF2-40B4-BE49-F238E27FC236}">
                <a16:creationId xmlns:a16="http://schemas.microsoft.com/office/drawing/2014/main" id="{095498D1-D4CB-449F-BCD9-21CF118365A7}"/>
              </a:ext>
            </a:extLst>
          </p:cNvPr>
          <p:cNvSpPr>
            <a:spLocks noGrp="1"/>
          </p:cNvSpPr>
          <p:nvPr/>
        </p:nvSpPr>
        <p:spPr>
          <a:xfrm>
            <a:off x="262567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3454">
            <a:extLst>
              <a:ext uri="{FF2B5EF4-FFF2-40B4-BE49-F238E27FC236}">
                <a16:creationId xmlns:a16="http://schemas.microsoft.com/office/drawing/2014/main" id="{7AEAEF60-7D63-43E8-8B67-AD9AC09DCCC6}"/>
              </a:ext>
            </a:extLst>
          </p:cNvPr>
          <p:cNvSpPr>
            <a:spLocks noGrp="1"/>
          </p:cNvSpPr>
          <p:nvPr/>
        </p:nvSpPr>
        <p:spPr>
          <a:xfrm>
            <a:off x="252675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3455">
            <a:extLst>
              <a:ext uri="{FF2B5EF4-FFF2-40B4-BE49-F238E27FC236}">
                <a16:creationId xmlns:a16="http://schemas.microsoft.com/office/drawing/2014/main" id="{CDA13B3C-5EFA-4E48-AC14-2875A5DC4972}"/>
              </a:ext>
            </a:extLst>
          </p:cNvPr>
          <p:cNvSpPr>
            <a:spLocks noGrp="1"/>
          </p:cNvSpPr>
          <p:nvPr/>
        </p:nvSpPr>
        <p:spPr>
          <a:xfrm>
            <a:off x="266327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3456">
            <a:extLst>
              <a:ext uri="{FF2B5EF4-FFF2-40B4-BE49-F238E27FC236}">
                <a16:creationId xmlns:a16="http://schemas.microsoft.com/office/drawing/2014/main" id="{73A380B8-4A1A-4E68-A802-19136418BAE3}"/>
              </a:ext>
            </a:extLst>
          </p:cNvPr>
          <p:cNvSpPr>
            <a:spLocks noGrp="1"/>
          </p:cNvSpPr>
          <p:nvPr/>
        </p:nvSpPr>
        <p:spPr>
          <a:xfrm>
            <a:off x="2625573" y="31153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3457">
            <a:extLst>
              <a:ext uri="{FF2B5EF4-FFF2-40B4-BE49-F238E27FC236}">
                <a16:creationId xmlns:a16="http://schemas.microsoft.com/office/drawing/2014/main" id="{C6E077DB-D8F0-4BAB-A871-0DE74D50BE40}"/>
              </a:ext>
            </a:extLst>
          </p:cNvPr>
          <p:cNvSpPr>
            <a:spLocks noGrp="1"/>
          </p:cNvSpPr>
          <p:nvPr/>
        </p:nvSpPr>
        <p:spPr>
          <a:xfrm>
            <a:off x="256816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3458">
            <a:extLst>
              <a:ext uri="{FF2B5EF4-FFF2-40B4-BE49-F238E27FC236}">
                <a16:creationId xmlns:a16="http://schemas.microsoft.com/office/drawing/2014/main" id="{03B99110-A134-4FEB-9660-9B86D042470D}"/>
              </a:ext>
            </a:extLst>
          </p:cNvPr>
          <p:cNvSpPr>
            <a:spLocks noGrp="1"/>
          </p:cNvSpPr>
          <p:nvPr/>
        </p:nvSpPr>
        <p:spPr>
          <a:xfrm>
            <a:off x="256181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3459">
            <a:extLst>
              <a:ext uri="{FF2B5EF4-FFF2-40B4-BE49-F238E27FC236}">
                <a16:creationId xmlns:a16="http://schemas.microsoft.com/office/drawing/2014/main" id="{58F06288-49A7-412E-A978-A3DBBE8231BC}"/>
              </a:ext>
            </a:extLst>
          </p:cNvPr>
          <p:cNvSpPr>
            <a:spLocks noGrp="1"/>
          </p:cNvSpPr>
          <p:nvPr/>
        </p:nvSpPr>
        <p:spPr>
          <a:xfrm>
            <a:off x="263408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3460">
            <a:extLst>
              <a:ext uri="{FF2B5EF4-FFF2-40B4-BE49-F238E27FC236}">
                <a16:creationId xmlns:a16="http://schemas.microsoft.com/office/drawing/2014/main" id="{7821723E-7942-45DA-B45D-613FB7C91D36}"/>
              </a:ext>
            </a:extLst>
          </p:cNvPr>
          <p:cNvSpPr>
            <a:spLocks noGrp="1"/>
          </p:cNvSpPr>
          <p:nvPr/>
        </p:nvSpPr>
        <p:spPr>
          <a:xfrm>
            <a:off x="24998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3461">
            <a:extLst>
              <a:ext uri="{FF2B5EF4-FFF2-40B4-BE49-F238E27FC236}">
                <a16:creationId xmlns:a16="http://schemas.microsoft.com/office/drawing/2014/main" id="{F7B761B9-2284-4C8B-AF1D-5E68BE105ACE}"/>
              </a:ext>
            </a:extLst>
          </p:cNvPr>
          <p:cNvSpPr>
            <a:spLocks noGrp="1"/>
          </p:cNvSpPr>
          <p:nvPr/>
        </p:nvSpPr>
        <p:spPr>
          <a:xfrm>
            <a:off x="263028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3462">
            <a:extLst>
              <a:ext uri="{FF2B5EF4-FFF2-40B4-BE49-F238E27FC236}">
                <a16:creationId xmlns:a16="http://schemas.microsoft.com/office/drawing/2014/main" id="{6AD0BD66-78BA-4DE3-9726-872C088C70BB}"/>
              </a:ext>
            </a:extLst>
          </p:cNvPr>
          <p:cNvSpPr>
            <a:spLocks noGrp="1"/>
          </p:cNvSpPr>
          <p:nvPr/>
        </p:nvSpPr>
        <p:spPr>
          <a:xfrm>
            <a:off x="2590434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3463">
            <a:extLst>
              <a:ext uri="{FF2B5EF4-FFF2-40B4-BE49-F238E27FC236}">
                <a16:creationId xmlns:a16="http://schemas.microsoft.com/office/drawing/2014/main" id="{CEC172B5-D724-4A99-A2B5-44ECB2A29852}"/>
              </a:ext>
            </a:extLst>
          </p:cNvPr>
          <p:cNvSpPr>
            <a:spLocks noGrp="1"/>
          </p:cNvSpPr>
          <p:nvPr/>
        </p:nvSpPr>
        <p:spPr>
          <a:xfrm>
            <a:off x="261161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3464">
            <a:extLst>
              <a:ext uri="{FF2B5EF4-FFF2-40B4-BE49-F238E27FC236}">
                <a16:creationId xmlns:a16="http://schemas.microsoft.com/office/drawing/2014/main" id="{165AA2E3-12FA-4088-B74E-2C865B2FDEF0}"/>
              </a:ext>
            </a:extLst>
          </p:cNvPr>
          <p:cNvSpPr>
            <a:spLocks noGrp="1"/>
          </p:cNvSpPr>
          <p:nvPr/>
        </p:nvSpPr>
        <p:spPr>
          <a:xfrm>
            <a:off x="2617595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3465">
            <a:extLst>
              <a:ext uri="{FF2B5EF4-FFF2-40B4-BE49-F238E27FC236}">
                <a16:creationId xmlns:a16="http://schemas.microsoft.com/office/drawing/2014/main" id="{F6594596-11F2-45F7-A183-1865E5BA9BA6}"/>
              </a:ext>
            </a:extLst>
          </p:cNvPr>
          <p:cNvSpPr>
            <a:spLocks noGrp="1"/>
          </p:cNvSpPr>
          <p:nvPr/>
        </p:nvSpPr>
        <p:spPr>
          <a:xfrm>
            <a:off x="261376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3466">
            <a:extLst>
              <a:ext uri="{FF2B5EF4-FFF2-40B4-BE49-F238E27FC236}">
                <a16:creationId xmlns:a16="http://schemas.microsoft.com/office/drawing/2014/main" id="{4A0E7836-459C-4CFF-A018-7565859788F5}"/>
              </a:ext>
            </a:extLst>
          </p:cNvPr>
          <p:cNvSpPr>
            <a:spLocks noGrp="1"/>
          </p:cNvSpPr>
          <p:nvPr/>
        </p:nvSpPr>
        <p:spPr>
          <a:xfrm>
            <a:off x="2669919" y="28063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3467">
            <a:extLst>
              <a:ext uri="{FF2B5EF4-FFF2-40B4-BE49-F238E27FC236}">
                <a16:creationId xmlns:a16="http://schemas.microsoft.com/office/drawing/2014/main" id="{19728DA9-2CB0-4E6E-93C3-8E177908C460}"/>
              </a:ext>
            </a:extLst>
          </p:cNvPr>
          <p:cNvSpPr>
            <a:spLocks noGrp="1"/>
          </p:cNvSpPr>
          <p:nvPr/>
        </p:nvSpPr>
        <p:spPr>
          <a:xfrm>
            <a:off x="2519118" y="23016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3468">
            <a:extLst>
              <a:ext uri="{FF2B5EF4-FFF2-40B4-BE49-F238E27FC236}">
                <a16:creationId xmlns:a16="http://schemas.microsoft.com/office/drawing/2014/main" id="{70785EA1-732C-4D3E-A44D-D269E7EC857D}"/>
              </a:ext>
            </a:extLst>
          </p:cNvPr>
          <p:cNvSpPr>
            <a:spLocks noGrp="1"/>
          </p:cNvSpPr>
          <p:nvPr/>
        </p:nvSpPr>
        <p:spPr>
          <a:xfrm>
            <a:off x="2640639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3469">
            <a:extLst>
              <a:ext uri="{FF2B5EF4-FFF2-40B4-BE49-F238E27FC236}">
                <a16:creationId xmlns:a16="http://schemas.microsoft.com/office/drawing/2014/main" id="{974F53F8-ABB6-4AD4-8444-5E6AF10B55CC}"/>
              </a:ext>
            </a:extLst>
          </p:cNvPr>
          <p:cNvSpPr>
            <a:spLocks noGrp="1"/>
          </p:cNvSpPr>
          <p:nvPr/>
        </p:nvSpPr>
        <p:spPr>
          <a:xfrm>
            <a:off x="2522657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3470">
            <a:extLst>
              <a:ext uri="{FF2B5EF4-FFF2-40B4-BE49-F238E27FC236}">
                <a16:creationId xmlns:a16="http://schemas.microsoft.com/office/drawing/2014/main" id="{31B10DE9-8A26-4E4A-A4D0-30869392E647}"/>
              </a:ext>
            </a:extLst>
          </p:cNvPr>
          <p:cNvSpPr>
            <a:spLocks noGrp="1"/>
          </p:cNvSpPr>
          <p:nvPr/>
        </p:nvSpPr>
        <p:spPr>
          <a:xfrm>
            <a:off x="2567243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3471">
            <a:extLst>
              <a:ext uri="{FF2B5EF4-FFF2-40B4-BE49-F238E27FC236}">
                <a16:creationId xmlns:a16="http://schemas.microsoft.com/office/drawing/2014/main" id="{E8C48567-4681-49E9-B26D-283AB464753B}"/>
              </a:ext>
            </a:extLst>
          </p:cNvPr>
          <p:cNvSpPr>
            <a:spLocks noGrp="1"/>
          </p:cNvSpPr>
          <p:nvPr/>
        </p:nvSpPr>
        <p:spPr>
          <a:xfrm>
            <a:off x="2503450" y="37166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3472">
            <a:extLst>
              <a:ext uri="{FF2B5EF4-FFF2-40B4-BE49-F238E27FC236}">
                <a16:creationId xmlns:a16="http://schemas.microsoft.com/office/drawing/2014/main" id="{3135D4D2-C3DC-426A-A54C-1A6D7E519A62}"/>
              </a:ext>
            </a:extLst>
          </p:cNvPr>
          <p:cNvSpPr>
            <a:spLocks noGrp="1"/>
          </p:cNvSpPr>
          <p:nvPr/>
        </p:nvSpPr>
        <p:spPr>
          <a:xfrm>
            <a:off x="257828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3473">
            <a:extLst>
              <a:ext uri="{FF2B5EF4-FFF2-40B4-BE49-F238E27FC236}">
                <a16:creationId xmlns:a16="http://schemas.microsoft.com/office/drawing/2014/main" id="{22A6E345-5356-4C56-8685-1D70694E02C7}"/>
              </a:ext>
            </a:extLst>
          </p:cNvPr>
          <p:cNvSpPr>
            <a:spLocks noGrp="1"/>
          </p:cNvSpPr>
          <p:nvPr/>
        </p:nvSpPr>
        <p:spPr>
          <a:xfrm>
            <a:off x="2589703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3474">
            <a:extLst>
              <a:ext uri="{FF2B5EF4-FFF2-40B4-BE49-F238E27FC236}">
                <a16:creationId xmlns:a16="http://schemas.microsoft.com/office/drawing/2014/main" id="{6558B22C-5353-4AD0-9600-427B760B68C4}"/>
              </a:ext>
            </a:extLst>
          </p:cNvPr>
          <p:cNvSpPr>
            <a:spLocks noGrp="1"/>
          </p:cNvSpPr>
          <p:nvPr/>
        </p:nvSpPr>
        <p:spPr>
          <a:xfrm>
            <a:off x="256168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3475">
            <a:extLst>
              <a:ext uri="{FF2B5EF4-FFF2-40B4-BE49-F238E27FC236}">
                <a16:creationId xmlns:a16="http://schemas.microsoft.com/office/drawing/2014/main" id="{BADC5C11-6BE9-4F09-8DB5-5A4B285EC495}"/>
              </a:ext>
            </a:extLst>
          </p:cNvPr>
          <p:cNvSpPr>
            <a:spLocks noGrp="1"/>
          </p:cNvSpPr>
          <p:nvPr/>
        </p:nvSpPr>
        <p:spPr>
          <a:xfrm>
            <a:off x="250304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3476">
            <a:extLst>
              <a:ext uri="{FF2B5EF4-FFF2-40B4-BE49-F238E27FC236}">
                <a16:creationId xmlns:a16="http://schemas.microsoft.com/office/drawing/2014/main" id="{B1E21DE4-1E9E-45D2-A442-5E347A5AE19F}"/>
              </a:ext>
            </a:extLst>
          </p:cNvPr>
          <p:cNvSpPr>
            <a:spLocks noGrp="1"/>
          </p:cNvSpPr>
          <p:nvPr/>
        </p:nvSpPr>
        <p:spPr>
          <a:xfrm>
            <a:off x="254009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3477">
            <a:extLst>
              <a:ext uri="{FF2B5EF4-FFF2-40B4-BE49-F238E27FC236}">
                <a16:creationId xmlns:a16="http://schemas.microsoft.com/office/drawing/2014/main" id="{3E265143-5EAD-4390-8FBE-F4440C98A76C}"/>
              </a:ext>
            </a:extLst>
          </p:cNvPr>
          <p:cNvSpPr>
            <a:spLocks noGrp="1"/>
          </p:cNvSpPr>
          <p:nvPr/>
        </p:nvSpPr>
        <p:spPr>
          <a:xfrm>
            <a:off x="2630164" y="3335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3478">
            <a:extLst>
              <a:ext uri="{FF2B5EF4-FFF2-40B4-BE49-F238E27FC236}">
                <a16:creationId xmlns:a16="http://schemas.microsoft.com/office/drawing/2014/main" id="{7D247436-5E0B-45CC-A5E6-F40E7545B422}"/>
              </a:ext>
            </a:extLst>
          </p:cNvPr>
          <p:cNvSpPr>
            <a:spLocks noGrp="1"/>
          </p:cNvSpPr>
          <p:nvPr/>
        </p:nvSpPr>
        <p:spPr>
          <a:xfrm>
            <a:off x="249934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3479">
            <a:extLst>
              <a:ext uri="{FF2B5EF4-FFF2-40B4-BE49-F238E27FC236}">
                <a16:creationId xmlns:a16="http://schemas.microsoft.com/office/drawing/2014/main" id="{E4E7C0EE-B133-44A3-A189-DDC120717B07}"/>
              </a:ext>
            </a:extLst>
          </p:cNvPr>
          <p:cNvSpPr>
            <a:spLocks noGrp="1"/>
          </p:cNvSpPr>
          <p:nvPr/>
        </p:nvSpPr>
        <p:spPr>
          <a:xfrm>
            <a:off x="2631252" y="2653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3480">
            <a:extLst>
              <a:ext uri="{FF2B5EF4-FFF2-40B4-BE49-F238E27FC236}">
                <a16:creationId xmlns:a16="http://schemas.microsoft.com/office/drawing/2014/main" id="{0CC8A046-99A6-4E0E-8742-FE5CE5FC813A}"/>
              </a:ext>
            </a:extLst>
          </p:cNvPr>
          <p:cNvSpPr>
            <a:spLocks noGrp="1"/>
          </p:cNvSpPr>
          <p:nvPr/>
        </p:nvSpPr>
        <p:spPr>
          <a:xfrm>
            <a:off x="2611453" y="36825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3481">
            <a:extLst>
              <a:ext uri="{FF2B5EF4-FFF2-40B4-BE49-F238E27FC236}">
                <a16:creationId xmlns:a16="http://schemas.microsoft.com/office/drawing/2014/main" id="{8B1BF15F-90AC-404D-B09A-2935E8F460C6}"/>
              </a:ext>
            </a:extLst>
          </p:cNvPr>
          <p:cNvSpPr>
            <a:spLocks noGrp="1"/>
          </p:cNvSpPr>
          <p:nvPr/>
        </p:nvSpPr>
        <p:spPr>
          <a:xfrm>
            <a:off x="2513994" y="27897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3482">
            <a:extLst>
              <a:ext uri="{FF2B5EF4-FFF2-40B4-BE49-F238E27FC236}">
                <a16:creationId xmlns:a16="http://schemas.microsoft.com/office/drawing/2014/main" id="{65AB7459-4E38-486E-83C9-A4C3B3F409B7}"/>
              </a:ext>
            </a:extLst>
          </p:cNvPr>
          <p:cNvSpPr>
            <a:spLocks noGrp="1"/>
          </p:cNvSpPr>
          <p:nvPr/>
        </p:nvSpPr>
        <p:spPr>
          <a:xfrm>
            <a:off x="2526075" y="33102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3483">
            <a:extLst>
              <a:ext uri="{FF2B5EF4-FFF2-40B4-BE49-F238E27FC236}">
                <a16:creationId xmlns:a16="http://schemas.microsoft.com/office/drawing/2014/main" id="{461CF889-DA63-4ACA-9A71-55C99851ADC8}"/>
              </a:ext>
            </a:extLst>
          </p:cNvPr>
          <p:cNvSpPr>
            <a:spLocks noGrp="1"/>
          </p:cNvSpPr>
          <p:nvPr/>
        </p:nvSpPr>
        <p:spPr>
          <a:xfrm>
            <a:off x="2649053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3484">
            <a:extLst>
              <a:ext uri="{FF2B5EF4-FFF2-40B4-BE49-F238E27FC236}">
                <a16:creationId xmlns:a16="http://schemas.microsoft.com/office/drawing/2014/main" id="{27967927-96BA-400E-B9F5-EF1F52768AAC}"/>
              </a:ext>
            </a:extLst>
          </p:cNvPr>
          <p:cNvSpPr>
            <a:spLocks noGrp="1"/>
          </p:cNvSpPr>
          <p:nvPr/>
        </p:nvSpPr>
        <p:spPr>
          <a:xfrm>
            <a:off x="260696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3485">
            <a:extLst>
              <a:ext uri="{FF2B5EF4-FFF2-40B4-BE49-F238E27FC236}">
                <a16:creationId xmlns:a16="http://schemas.microsoft.com/office/drawing/2014/main" id="{C6496663-0454-46DC-913A-490A4A84D05B}"/>
              </a:ext>
            </a:extLst>
          </p:cNvPr>
          <p:cNvSpPr>
            <a:spLocks noGrp="1"/>
          </p:cNvSpPr>
          <p:nvPr/>
        </p:nvSpPr>
        <p:spPr>
          <a:xfrm>
            <a:off x="252187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3486">
            <a:extLst>
              <a:ext uri="{FF2B5EF4-FFF2-40B4-BE49-F238E27FC236}">
                <a16:creationId xmlns:a16="http://schemas.microsoft.com/office/drawing/2014/main" id="{F0425436-FD87-4CE6-8A0A-1F59DD37AA9B}"/>
              </a:ext>
            </a:extLst>
          </p:cNvPr>
          <p:cNvSpPr>
            <a:spLocks noGrp="1"/>
          </p:cNvSpPr>
          <p:nvPr/>
        </p:nvSpPr>
        <p:spPr>
          <a:xfrm>
            <a:off x="2568306" y="29176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3487">
            <a:extLst>
              <a:ext uri="{FF2B5EF4-FFF2-40B4-BE49-F238E27FC236}">
                <a16:creationId xmlns:a16="http://schemas.microsoft.com/office/drawing/2014/main" id="{C1D0B5F4-DD63-4523-9C66-31CED6B837A1}"/>
              </a:ext>
            </a:extLst>
          </p:cNvPr>
          <p:cNvSpPr>
            <a:spLocks noGrp="1"/>
          </p:cNvSpPr>
          <p:nvPr/>
        </p:nvSpPr>
        <p:spPr>
          <a:xfrm>
            <a:off x="260640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3488">
            <a:extLst>
              <a:ext uri="{FF2B5EF4-FFF2-40B4-BE49-F238E27FC236}">
                <a16:creationId xmlns:a16="http://schemas.microsoft.com/office/drawing/2014/main" id="{894BAE7F-EB91-429D-842B-BF86E8A54779}"/>
              </a:ext>
            </a:extLst>
          </p:cNvPr>
          <p:cNvSpPr>
            <a:spLocks noGrp="1"/>
          </p:cNvSpPr>
          <p:nvPr/>
        </p:nvSpPr>
        <p:spPr>
          <a:xfrm>
            <a:off x="25611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3489">
            <a:extLst>
              <a:ext uri="{FF2B5EF4-FFF2-40B4-BE49-F238E27FC236}">
                <a16:creationId xmlns:a16="http://schemas.microsoft.com/office/drawing/2014/main" id="{98DF6884-B035-4ACE-8409-250D3BFCA5BF}"/>
              </a:ext>
            </a:extLst>
          </p:cNvPr>
          <p:cNvSpPr>
            <a:spLocks noGrp="1"/>
          </p:cNvSpPr>
          <p:nvPr/>
        </p:nvSpPr>
        <p:spPr>
          <a:xfrm>
            <a:off x="2597600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3490">
            <a:extLst>
              <a:ext uri="{FF2B5EF4-FFF2-40B4-BE49-F238E27FC236}">
                <a16:creationId xmlns:a16="http://schemas.microsoft.com/office/drawing/2014/main" id="{6FBFD8BA-607F-40C2-9F8A-E4069D6602E7}"/>
              </a:ext>
            </a:extLst>
          </p:cNvPr>
          <p:cNvSpPr>
            <a:spLocks noGrp="1"/>
          </p:cNvSpPr>
          <p:nvPr/>
        </p:nvSpPr>
        <p:spPr>
          <a:xfrm>
            <a:off x="2541082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3491">
            <a:extLst>
              <a:ext uri="{FF2B5EF4-FFF2-40B4-BE49-F238E27FC236}">
                <a16:creationId xmlns:a16="http://schemas.microsoft.com/office/drawing/2014/main" id="{FEBAB994-D4BA-441E-8FFF-7B21F8184C95}"/>
              </a:ext>
            </a:extLst>
          </p:cNvPr>
          <p:cNvSpPr>
            <a:spLocks noGrp="1"/>
          </p:cNvSpPr>
          <p:nvPr/>
        </p:nvSpPr>
        <p:spPr>
          <a:xfrm>
            <a:off x="257761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3492">
            <a:extLst>
              <a:ext uri="{FF2B5EF4-FFF2-40B4-BE49-F238E27FC236}">
                <a16:creationId xmlns:a16="http://schemas.microsoft.com/office/drawing/2014/main" id="{EE3E8B6C-81BD-41B1-BA1F-A65F83758157}"/>
              </a:ext>
            </a:extLst>
          </p:cNvPr>
          <p:cNvSpPr>
            <a:spLocks noGrp="1"/>
          </p:cNvSpPr>
          <p:nvPr/>
        </p:nvSpPr>
        <p:spPr>
          <a:xfrm>
            <a:off x="2655624" y="25314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3493">
            <a:extLst>
              <a:ext uri="{FF2B5EF4-FFF2-40B4-BE49-F238E27FC236}">
                <a16:creationId xmlns:a16="http://schemas.microsoft.com/office/drawing/2014/main" id="{04019796-B439-4E09-B168-BF68B4738478}"/>
              </a:ext>
            </a:extLst>
          </p:cNvPr>
          <p:cNvSpPr>
            <a:spLocks noGrp="1"/>
          </p:cNvSpPr>
          <p:nvPr/>
        </p:nvSpPr>
        <p:spPr>
          <a:xfrm>
            <a:off x="2543060" y="21411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3494">
            <a:extLst>
              <a:ext uri="{FF2B5EF4-FFF2-40B4-BE49-F238E27FC236}">
                <a16:creationId xmlns:a16="http://schemas.microsoft.com/office/drawing/2014/main" id="{358CA0AF-8B65-4E33-AE07-139AB4A275BF}"/>
              </a:ext>
            </a:extLst>
          </p:cNvPr>
          <p:cNvSpPr>
            <a:spLocks noGrp="1"/>
          </p:cNvSpPr>
          <p:nvPr/>
        </p:nvSpPr>
        <p:spPr>
          <a:xfrm>
            <a:off x="25864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3495">
            <a:extLst>
              <a:ext uri="{FF2B5EF4-FFF2-40B4-BE49-F238E27FC236}">
                <a16:creationId xmlns:a16="http://schemas.microsoft.com/office/drawing/2014/main" id="{0721D9B0-4154-4D7A-860E-A617F0DB93EF}"/>
              </a:ext>
            </a:extLst>
          </p:cNvPr>
          <p:cNvSpPr>
            <a:spLocks noGrp="1"/>
          </p:cNvSpPr>
          <p:nvPr/>
        </p:nvSpPr>
        <p:spPr>
          <a:xfrm>
            <a:off x="264361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3496">
            <a:extLst>
              <a:ext uri="{FF2B5EF4-FFF2-40B4-BE49-F238E27FC236}">
                <a16:creationId xmlns:a16="http://schemas.microsoft.com/office/drawing/2014/main" id="{32EB5FB9-1D61-4D47-B1D5-2BB22322ED86}"/>
              </a:ext>
            </a:extLst>
          </p:cNvPr>
          <p:cNvSpPr>
            <a:spLocks noGrp="1"/>
          </p:cNvSpPr>
          <p:nvPr/>
        </p:nvSpPr>
        <p:spPr>
          <a:xfrm>
            <a:off x="254873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3497">
            <a:extLst>
              <a:ext uri="{FF2B5EF4-FFF2-40B4-BE49-F238E27FC236}">
                <a16:creationId xmlns:a16="http://schemas.microsoft.com/office/drawing/2014/main" id="{06049F4A-3A5F-4D53-B021-799738C31277}"/>
              </a:ext>
            </a:extLst>
          </p:cNvPr>
          <p:cNvSpPr>
            <a:spLocks noGrp="1"/>
          </p:cNvSpPr>
          <p:nvPr/>
        </p:nvSpPr>
        <p:spPr>
          <a:xfrm>
            <a:off x="254811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3498">
            <a:extLst>
              <a:ext uri="{FF2B5EF4-FFF2-40B4-BE49-F238E27FC236}">
                <a16:creationId xmlns:a16="http://schemas.microsoft.com/office/drawing/2014/main" id="{5FD11043-7572-41B5-9F53-2F26CB1C6B1A}"/>
              </a:ext>
            </a:extLst>
          </p:cNvPr>
          <p:cNvSpPr>
            <a:spLocks noGrp="1"/>
          </p:cNvSpPr>
          <p:nvPr/>
        </p:nvSpPr>
        <p:spPr>
          <a:xfrm>
            <a:off x="2549648" y="29406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3499">
            <a:extLst>
              <a:ext uri="{FF2B5EF4-FFF2-40B4-BE49-F238E27FC236}">
                <a16:creationId xmlns:a16="http://schemas.microsoft.com/office/drawing/2014/main" id="{81D7E65D-93C2-4419-A9B1-BDB1CC024DF4}"/>
              </a:ext>
            </a:extLst>
          </p:cNvPr>
          <p:cNvSpPr>
            <a:spLocks noGrp="1"/>
          </p:cNvSpPr>
          <p:nvPr/>
        </p:nvSpPr>
        <p:spPr>
          <a:xfrm>
            <a:off x="263767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3500">
            <a:extLst>
              <a:ext uri="{FF2B5EF4-FFF2-40B4-BE49-F238E27FC236}">
                <a16:creationId xmlns:a16="http://schemas.microsoft.com/office/drawing/2014/main" id="{4E83CE42-0D09-4BC5-AF3E-BF63BF2C8679}"/>
              </a:ext>
            </a:extLst>
          </p:cNvPr>
          <p:cNvSpPr>
            <a:spLocks noGrp="1"/>
          </p:cNvSpPr>
          <p:nvPr/>
        </p:nvSpPr>
        <p:spPr>
          <a:xfrm>
            <a:off x="2621813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3501">
            <a:extLst>
              <a:ext uri="{FF2B5EF4-FFF2-40B4-BE49-F238E27FC236}">
                <a16:creationId xmlns:a16="http://schemas.microsoft.com/office/drawing/2014/main" id="{89216DFC-37DE-4A3B-AE2F-1D52CF493691}"/>
              </a:ext>
            </a:extLst>
          </p:cNvPr>
          <p:cNvSpPr>
            <a:spLocks noGrp="1"/>
          </p:cNvSpPr>
          <p:nvPr/>
        </p:nvSpPr>
        <p:spPr>
          <a:xfrm>
            <a:off x="2629814" y="36021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3502">
            <a:extLst>
              <a:ext uri="{FF2B5EF4-FFF2-40B4-BE49-F238E27FC236}">
                <a16:creationId xmlns:a16="http://schemas.microsoft.com/office/drawing/2014/main" id="{0F595304-3C94-4A09-BC47-5C61323A1182}"/>
              </a:ext>
            </a:extLst>
          </p:cNvPr>
          <p:cNvSpPr>
            <a:spLocks noGrp="1"/>
          </p:cNvSpPr>
          <p:nvPr/>
        </p:nvSpPr>
        <p:spPr>
          <a:xfrm>
            <a:off x="2575086" y="29393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3503">
            <a:extLst>
              <a:ext uri="{FF2B5EF4-FFF2-40B4-BE49-F238E27FC236}">
                <a16:creationId xmlns:a16="http://schemas.microsoft.com/office/drawing/2014/main" id="{E8128D5C-7E98-41EA-B398-A67BE9A3C052}"/>
              </a:ext>
            </a:extLst>
          </p:cNvPr>
          <p:cNvSpPr>
            <a:spLocks noGrp="1"/>
          </p:cNvSpPr>
          <p:nvPr/>
        </p:nvSpPr>
        <p:spPr>
          <a:xfrm>
            <a:off x="2502983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3504">
            <a:extLst>
              <a:ext uri="{FF2B5EF4-FFF2-40B4-BE49-F238E27FC236}">
                <a16:creationId xmlns:a16="http://schemas.microsoft.com/office/drawing/2014/main" id="{5BB67EC9-1D74-4AAC-B3E7-9E361C54A42A}"/>
              </a:ext>
            </a:extLst>
          </p:cNvPr>
          <p:cNvSpPr>
            <a:spLocks noGrp="1"/>
          </p:cNvSpPr>
          <p:nvPr/>
        </p:nvSpPr>
        <p:spPr>
          <a:xfrm>
            <a:off x="2500964" y="37033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3505">
            <a:extLst>
              <a:ext uri="{FF2B5EF4-FFF2-40B4-BE49-F238E27FC236}">
                <a16:creationId xmlns:a16="http://schemas.microsoft.com/office/drawing/2014/main" id="{45FCE878-4B21-443A-803E-66E41F6C7CFE}"/>
              </a:ext>
            </a:extLst>
          </p:cNvPr>
          <p:cNvSpPr>
            <a:spLocks noGrp="1"/>
          </p:cNvSpPr>
          <p:nvPr/>
        </p:nvSpPr>
        <p:spPr>
          <a:xfrm>
            <a:off x="2590220" y="3741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3506">
            <a:extLst>
              <a:ext uri="{FF2B5EF4-FFF2-40B4-BE49-F238E27FC236}">
                <a16:creationId xmlns:a16="http://schemas.microsoft.com/office/drawing/2014/main" id="{3A88203C-B68F-40A7-931D-50E74713E832}"/>
              </a:ext>
            </a:extLst>
          </p:cNvPr>
          <p:cNvSpPr>
            <a:spLocks noGrp="1"/>
          </p:cNvSpPr>
          <p:nvPr/>
        </p:nvSpPr>
        <p:spPr>
          <a:xfrm>
            <a:off x="25967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3507">
            <a:extLst>
              <a:ext uri="{FF2B5EF4-FFF2-40B4-BE49-F238E27FC236}">
                <a16:creationId xmlns:a16="http://schemas.microsoft.com/office/drawing/2014/main" id="{2E114BC9-29DE-494D-AFE3-E227E6D67366}"/>
              </a:ext>
            </a:extLst>
          </p:cNvPr>
          <p:cNvSpPr>
            <a:spLocks noGrp="1"/>
          </p:cNvSpPr>
          <p:nvPr/>
        </p:nvSpPr>
        <p:spPr>
          <a:xfrm>
            <a:off x="2653429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3508">
            <a:extLst>
              <a:ext uri="{FF2B5EF4-FFF2-40B4-BE49-F238E27FC236}">
                <a16:creationId xmlns:a16="http://schemas.microsoft.com/office/drawing/2014/main" id="{29E95388-8713-43EC-A609-AA6DC9906651}"/>
              </a:ext>
            </a:extLst>
          </p:cNvPr>
          <p:cNvSpPr>
            <a:spLocks noGrp="1"/>
          </p:cNvSpPr>
          <p:nvPr/>
        </p:nvSpPr>
        <p:spPr>
          <a:xfrm>
            <a:off x="2529624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3509">
            <a:extLst>
              <a:ext uri="{FF2B5EF4-FFF2-40B4-BE49-F238E27FC236}">
                <a16:creationId xmlns:a16="http://schemas.microsoft.com/office/drawing/2014/main" id="{C32E4438-AFE9-4496-BB70-E73672274099}"/>
              </a:ext>
            </a:extLst>
          </p:cNvPr>
          <p:cNvSpPr>
            <a:spLocks noGrp="1"/>
          </p:cNvSpPr>
          <p:nvPr/>
        </p:nvSpPr>
        <p:spPr>
          <a:xfrm>
            <a:off x="2631716" y="29461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3510">
            <a:extLst>
              <a:ext uri="{FF2B5EF4-FFF2-40B4-BE49-F238E27FC236}">
                <a16:creationId xmlns:a16="http://schemas.microsoft.com/office/drawing/2014/main" id="{ECF20BC1-B93D-45D8-85C9-531778BF95E5}"/>
              </a:ext>
            </a:extLst>
          </p:cNvPr>
          <p:cNvSpPr>
            <a:spLocks noGrp="1"/>
          </p:cNvSpPr>
          <p:nvPr/>
        </p:nvSpPr>
        <p:spPr>
          <a:xfrm>
            <a:off x="252739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3511">
            <a:extLst>
              <a:ext uri="{FF2B5EF4-FFF2-40B4-BE49-F238E27FC236}">
                <a16:creationId xmlns:a16="http://schemas.microsoft.com/office/drawing/2014/main" id="{476522E7-9E88-4A86-BCEE-3C981A8FB628}"/>
              </a:ext>
            </a:extLst>
          </p:cNvPr>
          <p:cNvSpPr>
            <a:spLocks noGrp="1"/>
          </p:cNvSpPr>
          <p:nvPr/>
        </p:nvSpPr>
        <p:spPr>
          <a:xfrm>
            <a:off x="2538372" y="35540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3512">
            <a:extLst>
              <a:ext uri="{FF2B5EF4-FFF2-40B4-BE49-F238E27FC236}">
                <a16:creationId xmlns:a16="http://schemas.microsoft.com/office/drawing/2014/main" id="{344BD9D9-89F7-4851-99B5-7A3A7743D1B6}"/>
              </a:ext>
            </a:extLst>
          </p:cNvPr>
          <p:cNvSpPr>
            <a:spLocks noGrp="1"/>
          </p:cNvSpPr>
          <p:nvPr/>
        </p:nvSpPr>
        <p:spPr>
          <a:xfrm>
            <a:off x="287964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3513">
            <a:extLst>
              <a:ext uri="{FF2B5EF4-FFF2-40B4-BE49-F238E27FC236}">
                <a16:creationId xmlns:a16="http://schemas.microsoft.com/office/drawing/2014/main" id="{6EC654B6-9560-432A-9B24-9049989BD897}"/>
              </a:ext>
            </a:extLst>
          </p:cNvPr>
          <p:cNvSpPr>
            <a:spLocks noGrp="1"/>
          </p:cNvSpPr>
          <p:nvPr/>
        </p:nvSpPr>
        <p:spPr>
          <a:xfrm>
            <a:off x="2941830" y="2331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3514">
            <a:extLst>
              <a:ext uri="{FF2B5EF4-FFF2-40B4-BE49-F238E27FC236}">
                <a16:creationId xmlns:a16="http://schemas.microsoft.com/office/drawing/2014/main" id="{DFDCC6C1-53BE-4D0B-AAFB-E4F5B8C4ECB4}"/>
              </a:ext>
            </a:extLst>
          </p:cNvPr>
          <p:cNvSpPr>
            <a:spLocks noGrp="1"/>
          </p:cNvSpPr>
          <p:nvPr/>
        </p:nvSpPr>
        <p:spPr>
          <a:xfrm>
            <a:off x="293358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3515">
            <a:extLst>
              <a:ext uri="{FF2B5EF4-FFF2-40B4-BE49-F238E27FC236}">
                <a16:creationId xmlns:a16="http://schemas.microsoft.com/office/drawing/2014/main" id="{03DA4D6B-F3D0-480D-923D-9F47810B7372}"/>
              </a:ext>
            </a:extLst>
          </p:cNvPr>
          <p:cNvSpPr>
            <a:spLocks noGrp="1"/>
          </p:cNvSpPr>
          <p:nvPr/>
        </p:nvSpPr>
        <p:spPr>
          <a:xfrm>
            <a:off x="2849508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3516">
            <a:extLst>
              <a:ext uri="{FF2B5EF4-FFF2-40B4-BE49-F238E27FC236}">
                <a16:creationId xmlns:a16="http://schemas.microsoft.com/office/drawing/2014/main" id="{0DD96D26-5141-4ED7-BC08-4EF4869542A2}"/>
              </a:ext>
            </a:extLst>
          </p:cNvPr>
          <p:cNvSpPr>
            <a:spLocks noGrp="1"/>
          </p:cNvSpPr>
          <p:nvPr/>
        </p:nvSpPr>
        <p:spPr>
          <a:xfrm>
            <a:off x="2823940" y="2648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3517">
            <a:extLst>
              <a:ext uri="{FF2B5EF4-FFF2-40B4-BE49-F238E27FC236}">
                <a16:creationId xmlns:a16="http://schemas.microsoft.com/office/drawing/2014/main" id="{15F312A4-94FC-44C9-91FE-F55861B582BC}"/>
              </a:ext>
            </a:extLst>
          </p:cNvPr>
          <p:cNvSpPr>
            <a:spLocks noGrp="1"/>
          </p:cNvSpPr>
          <p:nvPr/>
        </p:nvSpPr>
        <p:spPr>
          <a:xfrm>
            <a:off x="283516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3518">
            <a:extLst>
              <a:ext uri="{FF2B5EF4-FFF2-40B4-BE49-F238E27FC236}">
                <a16:creationId xmlns:a16="http://schemas.microsoft.com/office/drawing/2014/main" id="{5768CBCE-07CB-4163-A91D-6E11B6A78857}"/>
              </a:ext>
            </a:extLst>
          </p:cNvPr>
          <p:cNvSpPr>
            <a:spLocks noGrp="1"/>
          </p:cNvSpPr>
          <p:nvPr/>
        </p:nvSpPr>
        <p:spPr>
          <a:xfrm>
            <a:off x="287082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3519">
            <a:extLst>
              <a:ext uri="{FF2B5EF4-FFF2-40B4-BE49-F238E27FC236}">
                <a16:creationId xmlns:a16="http://schemas.microsoft.com/office/drawing/2014/main" id="{79966433-B873-493E-8371-6038C68940A1}"/>
              </a:ext>
            </a:extLst>
          </p:cNvPr>
          <p:cNvSpPr>
            <a:spLocks noGrp="1"/>
          </p:cNvSpPr>
          <p:nvPr/>
        </p:nvSpPr>
        <p:spPr>
          <a:xfrm>
            <a:off x="290955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3520">
            <a:extLst>
              <a:ext uri="{FF2B5EF4-FFF2-40B4-BE49-F238E27FC236}">
                <a16:creationId xmlns:a16="http://schemas.microsoft.com/office/drawing/2014/main" id="{D8121EFA-0C05-40AE-9991-3495C21188DA}"/>
              </a:ext>
            </a:extLst>
          </p:cNvPr>
          <p:cNvSpPr>
            <a:spLocks noGrp="1"/>
          </p:cNvSpPr>
          <p:nvPr/>
        </p:nvSpPr>
        <p:spPr>
          <a:xfrm>
            <a:off x="2788255" y="32329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3521">
            <a:extLst>
              <a:ext uri="{FF2B5EF4-FFF2-40B4-BE49-F238E27FC236}">
                <a16:creationId xmlns:a16="http://schemas.microsoft.com/office/drawing/2014/main" id="{2077B471-574C-4E5C-B7AE-73C8F8DA020A}"/>
              </a:ext>
            </a:extLst>
          </p:cNvPr>
          <p:cNvSpPr>
            <a:spLocks noGrp="1"/>
          </p:cNvSpPr>
          <p:nvPr/>
        </p:nvSpPr>
        <p:spPr>
          <a:xfrm>
            <a:off x="290856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3522">
            <a:extLst>
              <a:ext uri="{FF2B5EF4-FFF2-40B4-BE49-F238E27FC236}">
                <a16:creationId xmlns:a16="http://schemas.microsoft.com/office/drawing/2014/main" id="{CC277D98-9596-4EDD-AE83-E55B76312EF1}"/>
              </a:ext>
            </a:extLst>
          </p:cNvPr>
          <p:cNvSpPr>
            <a:spLocks noGrp="1"/>
          </p:cNvSpPr>
          <p:nvPr/>
        </p:nvSpPr>
        <p:spPr>
          <a:xfrm>
            <a:off x="2786500" y="28182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3523">
            <a:extLst>
              <a:ext uri="{FF2B5EF4-FFF2-40B4-BE49-F238E27FC236}">
                <a16:creationId xmlns:a16="http://schemas.microsoft.com/office/drawing/2014/main" id="{C76434CC-854E-496B-A5E3-531A47D350CC}"/>
              </a:ext>
            </a:extLst>
          </p:cNvPr>
          <p:cNvSpPr>
            <a:spLocks noGrp="1"/>
          </p:cNvSpPr>
          <p:nvPr/>
        </p:nvSpPr>
        <p:spPr>
          <a:xfrm>
            <a:off x="2902114" y="25820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3524">
            <a:extLst>
              <a:ext uri="{FF2B5EF4-FFF2-40B4-BE49-F238E27FC236}">
                <a16:creationId xmlns:a16="http://schemas.microsoft.com/office/drawing/2014/main" id="{A03ED498-A13B-468B-8BA7-97E5D3D3682D}"/>
              </a:ext>
            </a:extLst>
          </p:cNvPr>
          <p:cNvSpPr>
            <a:spLocks noGrp="1"/>
          </p:cNvSpPr>
          <p:nvPr/>
        </p:nvSpPr>
        <p:spPr>
          <a:xfrm>
            <a:off x="2942834" y="2865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3525">
            <a:extLst>
              <a:ext uri="{FF2B5EF4-FFF2-40B4-BE49-F238E27FC236}">
                <a16:creationId xmlns:a16="http://schemas.microsoft.com/office/drawing/2014/main" id="{9F0C272D-C4C5-4DC8-BF64-1E889E7D67FC}"/>
              </a:ext>
            </a:extLst>
          </p:cNvPr>
          <p:cNvSpPr>
            <a:spLocks noGrp="1"/>
          </p:cNvSpPr>
          <p:nvPr/>
        </p:nvSpPr>
        <p:spPr>
          <a:xfrm>
            <a:off x="2830342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3526">
            <a:extLst>
              <a:ext uri="{FF2B5EF4-FFF2-40B4-BE49-F238E27FC236}">
                <a16:creationId xmlns:a16="http://schemas.microsoft.com/office/drawing/2014/main" id="{03E86903-C607-4D01-9D36-785EBA23B69B}"/>
              </a:ext>
            </a:extLst>
          </p:cNvPr>
          <p:cNvSpPr>
            <a:spLocks noGrp="1"/>
          </p:cNvSpPr>
          <p:nvPr/>
        </p:nvSpPr>
        <p:spPr>
          <a:xfrm>
            <a:off x="2813489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3527">
            <a:extLst>
              <a:ext uri="{FF2B5EF4-FFF2-40B4-BE49-F238E27FC236}">
                <a16:creationId xmlns:a16="http://schemas.microsoft.com/office/drawing/2014/main" id="{F2AA85DA-6F01-42BA-B961-745FBBB04ABE}"/>
              </a:ext>
            </a:extLst>
          </p:cNvPr>
          <p:cNvSpPr>
            <a:spLocks noGrp="1"/>
          </p:cNvSpPr>
          <p:nvPr/>
        </p:nvSpPr>
        <p:spPr>
          <a:xfrm>
            <a:off x="279260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3528">
            <a:extLst>
              <a:ext uri="{FF2B5EF4-FFF2-40B4-BE49-F238E27FC236}">
                <a16:creationId xmlns:a16="http://schemas.microsoft.com/office/drawing/2014/main" id="{FFE55F06-A848-462B-9757-E9F6D8216EDE}"/>
              </a:ext>
            </a:extLst>
          </p:cNvPr>
          <p:cNvSpPr>
            <a:spLocks noGrp="1"/>
          </p:cNvSpPr>
          <p:nvPr/>
        </p:nvSpPr>
        <p:spPr>
          <a:xfrm>
            <a:off x="282993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3529">
            <a:extLst>
              <a:ext uri="{FF2B5EF4-FFF2-40B4-BE49-F238E27FC236}">
                <a16:creationId xmlns:a16="http://schemas.microsoft.com/office/drawing/2014/main" id="{65ADF86F-40A9-4B31-95F7-3581E5CAB194}"/>
              </a:ext>
            </a:extLst>
          </p:cNvPr>
          <p:cNvSpPr>
            <a:spLocks noGrp="1"/>
          </p:cNvSpPr>
          <p:nvPr/>
        </p:nvSpPr>
        <p:spPr>
          <a:xfrm>
            <a:off x="295062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3530">
            <a:extLst>
              <a:ext uri="{FF2B5EF4-FFF2-40B4-BE49-F238E27FC236}">
                <a16:creationId xmlns:a16="http://schemas.microsoft.com/office/drawing/2014/main" id="{B66C19E2-281E-4944-9BED-47E16A20FE14}"/>
              </a:ext>
            </a:extLst>
          </p:cNvPr>
          <p:cNvSpPr>
            <a:spLocks noGrp="1"/>
          </p:cNvSpPr>
          <p:nvPr/>
        </p:nvSpPr>
        <p:spPr>
          <a:xfrm>
            <a:off x="2831865" y="1900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3531">
            <a:extLst>
              <a:ext uri="{FF2B5EF4-FFF2-40B4-BE49-F238E27FC236}">
                <a16:creationId xmlns:a16="http://schemas.microsoft.com/office/drawing/2014/main" id="{CD8A5D60-8ABF-4D65-8CFE-CEB0925FE777}"/>
              </a:ext>
            </a:extLst>
          </p:cNvPr>
          <p:cNvSpPr>
            <a:spLocks noGrp="1"/>
          </p:cNvSpPr>
          <p:nvPr/>
        </p:nvSpPr>
        <p:spPr>
          <a:xfrm>
            <a:off x="2800594" y="2301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3532">
            <a:extLst>
              <a:ext uri="{FF2B5EF4-FFF2-40B4-BE49-F238E27FC236}">
                <a16:creationId xmlns:a16="http://schemas.microsoft.com/office/drawing/2014/main" id="{24660049-DAAF-4795-9F7E-4D7ED4258663}"/>
              </a:ext>
            </a:extLst>
          </p:cNvPr>
          <p:cNvSpPr>
            <a:spLocks noGrp="1"/>
          </p:cNvSpPr>
          <p:nvPr/>
        </p:nvSpPr>
        <p:spPr>
          <a:xfrm>
            <a:off x="2838539" y="2863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3533">
            <a:extLst>
              <a:ext uri="{FF2B5EF4-FFF2-40B4-BE49-F238E27FC236}">
                <a16:creationId xmlns:a16="http://schemas.microsoft.com/office/drawing/2014/main" id="{A4CBFFEB-E234-41BD-A965-1A1D48C6D9FB}"/>
              </a:ext>
            </a:extLst>
          </p:cNvPr>
          <p:cNvSpPr>
            <a:spLocks noGrp="1"/>
          </p:cNvSpPr>
          <p:nvPr/>
        </p:nvSpPr>
        <p:spPr>
          <a:xfrm>
            <a:off x="2845093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3534">
            <a:extLst>
              <a:ext uri="{FF2B5EF4-FFF2-40B4-BE49-F238E27FC236}">
                <a16:creationId xmlns:a16="http://schemas.microsoft.com/office/drawing/2014/main" id="{0C1D78B1-122C-458E-B20A-9855E123A415}"/>
              </a:ext>
            </a:extLst>
          </p:cNvPr>
          <p:cNvSpPr>
            <a:spLocks noGrp="1"/>
          </p:cNvSpPr>
          <p:nvPr/>
        </p:nvSpPr>
        <p:spPr>
          <a:xfrm>
            <a:off x="2928449" y="22053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3535">
            <a:extLst>
              <a:ext uri="{FF2B5EF4-FFF2-40B4-BE49-F238E27FC236}">
                <a16:creationId xmlns:a16="http://schemas.microsoft.com/office/drawing/2014/main" id="{A8549311-1793-4BE2-BBCE-45CE5FBA982D}"/>
              </a:ext>
            </a:extLst>
          </p:cNvPr>
          <p:cNvSpPr>
            <a:spLocks noGrp="1"/>
          </p:cNvSpPr>
          <p:nvPr/>
        </p:nvSpPr>
        <p:spPr>
          <a:xfrm>
            <a:off x="2916426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3536">
            <a:extLst>
              <a:ext uri="{FF2B5EF4-FFF2-40B4-BE49-F238E27FC236}">
                <a16:creationId xmlns:a16="http://schemas.microsoft.com/office/drawing/2014/main" id="{B2E5D55D-6002-48B1-AEE8-2CC90F669036}"/>
              </a:ext>
            </a:extLst>
          </p:cNvPr>
          <p:cNvSpPr>
            <a:spLocks noGrp="1"/>
          </p:cNvSpPr>
          <p:nvPr/>
        </p:nvSpPr>
        <p:spPr>
          <a:xfrm>
            <a:off x="2784209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3537">
            <a:extLst>
              <a:ext uri="{FF2B5EF4-FFF2-40B4-BE49-F238E27FC236}">
                <a16:creationId xmlns:a16="http://schemas.microsoft.com/office/drawing/2014/main" id="{4F7E34C2-723C-48BC-AB8A-8171B76FEC1E}"/>
              </a:ext>
            </a:extLst>
          </p:cNvPr>
          <p:cNvSpPr>
            <a:spLocks noGrp="1"/>
          </p:cNvSpPr>
          <p:nvPr/>
        </p:nvSpPr>
        <p:spPr>
          <a:xfrm>
            <a:off x="294062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3538">
            <a:extLst>
              <a:ext uri="{FF2B5EF4-FFF2-40B4-BE49-F238E27FC236}">
                <a16:creationId xmlns:a16="http://schemas.microsoft.com/office/drawing/2014/main" id="{E94013B6-61EA-4262-917C-64802E217B41}"/>
              </a:ext>
            </a:extLst>
          </p:cNvPr>
          <p:cNvSpPr>
            <a:spLocks noGrp="1"/>
          </p:cNvSpPr>
          <p:nvPr/>
        </p:nvSpPr>
        <p:spPr>
          <a:xfrm>
            <a:off x="2836557" y="2911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3539">
            <a:extLst>
              <a:ext uri="{FF2B5EF4-FFF2-40B4-BE49-F238E27FC236}">
                <a16:creationId xmlns:a16="http://schemas.microsoft.com/office/drawing/2014/main" id="{74D61EA4-C008-4EE9-9619-79D1D36530B9}"/>
              </a:ext>
            </a:extLst>
          </p:cNvPr>
          <p:cNvSpPr>
            <a:spLocks noGrp="1"/>
          </p:cNvSpPr>
          <p:nvPr/>
        </p:nvSpPr>
        <p:spPr>
          <a:xfrm>
            <a:off x="2828010" y="33421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3540">
            <a:extLst>
              <a:ext uri="{FF2B5EF4-FFF2-40B4-BE49-F238E27FC236}">
                <a16:creationId xmlns:a16="http://schemas.microsoft.com/office/drawing/2014/main" id="{72054246-B143-474A-B242-4C6CE283E9DA}"/>
              </a:ext>
            </a:extLst>
          </p:cNvPr>
          <p:cNvSpPr>
            <a:spLocks noGrp="1"/>
          </p:cNvSpPr>
          <p:nvPr/>
        </p:nvSpPr>
        <p:spPr>
          <a:xfrm>
            <a:off x="2873352" y="31962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3541">
            <a:extLst>
              <a:ext uri="{FF2B5EF4-FFF2-40B4-BE49-F238E27FC236}">
                <a16:creationId xmlns:a16="http://schemas.microsoft.com/office/drawing/2014/main" id="{61BE9A9A-932E-4942-B0BF-91EE8BD042A5}"/>
              </a:ext>
            </a:extLst>
          </p:cNvPr>
          <p:cNvSpPr>
            <a:spLocks noGrp="1"/>
          </p:cNvSpPr>
          <p:nvPr/>
        </p:nvSpPr>
        <p:spPr>
          <a:xfrm>
            <a:off x="293406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3542">
            <a:extLst>
              <a:ext uri="{FF2B5EF4-FFF2-40B4-BE49-F238E27FC236}">
                <a16:creationId xmlns:a16="http://schemas.microsoft.com/office/drawing/2014/main" id="{42610380-9711-4AB9-8B09-E90231C6AF83}"/>
              </a:ext>
            </a:extLst>
          </p:cNvPr>
          <p:cNvSpPr>
            <a:spLocks noGrp="1"/>
          </p:cNvSpPr>
          <p:nvPr/>
        </p:nvSpPr>
        <p:spPr>
          <a:xfrm>
            <a:off x="292946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3543">
            <a:extLst>
              <a:ext uri="{FF2B5EF4-FFF2-40B4-BE49-F238E27FC236}">
                <a16:creationId xmlns:a16="http://schemas.microsoft.com/office/drawing/2014/main" id="{DAA72C7A-F5E9-419C-B93E-9406E44D9F88}"/>
              </a:ext>
            </a:extLst>
          </p:cNvPr>
          <p:cNvSpPr>
            <a:spLocks noGrp="1"/>
          </p:cNvSpPr>
          <p:nvPr/>
        </p:nvSpPr>
        <p:spPr>
          <a:xfrm>
            <a:off x="2863067" y="3266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3544">
            <a:extLst>
              <a:ext uri="{FF2B5EF4-FFF2-40B4-BE49-F238E27FC236}">
                <a16:creationId xmlns:a16="http://schemas.microsoft.com/office/drawing/2014/main" id="{857DD343-F96A-4C62-B931-EBAAC91B2BD9}"/>
              </a:ext>
            </a:extLst>
          </p:cNvPr>
          <p:cNvSpPr>
            <a:spLocks noGrp="1"/>
          </p:cNvSpPr>
          <p:nvPr/>
        </p:nvSpPr>
        <p:spPr>
          <a:xfrm>
            <a:off x="291183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3545">
            <a:extLst>
              <a:ext uri="{FF2B5EF4-FFF2-40B4-BE49-F238E27FC236}">
                <a16:creationId xmlns:a16="http://schemas.microsoft.com/office/drawing/2014/main" id="{F064AE42-96A0-43E6-996A-6141DA8F421D}"/>
              </a:ext>
            </a:extLst>
          </p:cNvPr>
          <p:cNvSpPr>
            <a:spLocks noGrp="1"/>
          </p:cNvSpPr>
          <p:nvPr/>
        </p:nvSpPr>
        <p:spPr>
          <a:xfrm>
            <a:off x="2935676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3546">
            <a:extLst>
              <a:ext uri="{FF2B5EF4-FFF2-40B4-BE49-F238E27FC236}">
                <a16:creationId xmlns:a16="http://schemas.microsoft.com/office/drawing/2014/main" id="{90EEEFE4-8D20-4422-84B6-F9F09E4FFB69}"/>
              </a:ext>
            </a:extLst>
          </p:cNvPr>
          <p:cNvSpPr>
            <a:spLocks noGrp="1"/>
          </p:cNvSpPr>
          <p:nvPr/>
        </p:nvSpPr>
        <p:spPr>
          <a:xfrm>
            <a:off x="287447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3547">
            <a:extLst>
              <a:ext uri="{FF2B5EF4-FFF2-40B4-BE49-F238E27FC236}">
                <a16:creationId xmlns:a16="http://schemas.microsoft.com/office/drawing/2014/main" id="{CE73BD5A-AC42-4BCB-B681-85D14024B6CA}"/>
              </a:ext>
            </a:extLst>
          </p:cNvPr>
          <p:cNvSpPr>
            <a:spLocks noGrp="1"/>
          </p:cNvSpPr>
          <p:nvPr/>
        </p:nvSpPr>
        <p:spPr>
          <a:xfrm>
            <a:off x="290137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3548">
            <a:extLst>
              <a:ext uri="{FF2B5EF4-FFF2-40B4-BE49-F238E27FC236}">
                <a16:creationId xmlns:a16="http://schemas.microsoft.com/office/drawing/2014/main" id="{45A524A2-832C-48CC-94C2-CE906F036F0E}"/>
              </a:ext>
            </a:extLst>
          </p:cNvPr>
          <p:cNvSpPr>
            <a:spLocks noGrp="1"/>
          </p:cNvSpPr>
          <p:nvPr/>
        </p:nvSpPr>
        <p:spPr>
          <a:xfrm>
            <a:off x="287682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3549">
            <a:extLst>
              <a:ext uri="{FF2B5EF4-FFF2-40B4-BE49-F238E27FC236}">
                <a16:creationId xmlns:a16="http://schemas.microsoft.com/office/drawing/2014/main" id="{05664B3A-86B9-4C0E-8F6A-C9C3EECBD06B}"/>
              </a:ext>
            </a:extLst>
          </p:cNvPr>
          <p:cNvSpPr>
            <a:spLocks noGrp="1"/>
          </p:cNvSpPr>
          <p:nvPr/>
        </p:nvSpPr>
        <p:spPr>
          <a:xfrm>
            <a:off x="290125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3550">
            <a:extLst>
              <a:ext uri="{FF2B5EF4-FFF2-40B4-BE49-F238E27FC236}">
                <a16:creationId xmlns:a16="http://schemas.microsoft.com/office/drawing/2014/main" id="{913FA323-1AAB-41B0-9C7C-233F22B68A9F}"/>
              </a:ext>
            </a:extLst>
          </p:cNvPr>
          <p:cNvSpPr>
            <a:spLocks noGrp="1"/>
          </p:cNvSpPr>
          <p:nvPr/>
        </p:nvSpPr>
        <p:spPr>
          <a:xfrm>
            <a:off x="282864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3551">
            <a:extLst>
              <a:ext uri="{FF2B5EF4-FFF2-40B4-BE49-F238E27FC236}">
                <a16:creationId xmlns:a16="http://schemas.microsoft.com/office/drawing/2014/main" id="{9DAD7F78-109F-4778-9C46-9DFD36F89E32}"/>
              </a:ext>
            </a:extLst>
          </p:cNvPr>
          <p:cNvSpPr>
            <a:spLocks noGrp="1"/>
          </p:cNvSpPr>
          <p:nvPr/>
        </p:nvSpPr>
        <p:spPr>
          <a:xfrm>
            <a:off x="2924746" y="20608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3552">
            <a:extLst>
              <a:ext uri="{FF2B5EF4-FFF2-40B4-BE49-F238E27FC236}">
                <a16:creationId xmlns:a16="http://schemas.microsoft.com/office/drawing/2014/main" id="{B4FF0CA7-6264-4669-AE33-92357875CA6E}"/>
              </a:ext>
            </a:extLst>
          </p:cNvPr>
          <p:cNvSpPr>
            <a:spLocks noGrp="1"/>
          </p:cNvSpPr>
          <p:nvPr/>
        </p:nvSpPr>
        <p:spPr>
          <a:xfrm>
            <a:off x="2862449" y="35326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3553">
            <a:extLst>
              <a:ext uri="{FF2B5EF4-FFF2-40B4-BE49-F238E27FC236}">
                <a16:creationId xmlns:a16="http://schemas.microsoft.com/office/drawing/2014/main" id="{D14F8E83-F77D-4CFA-AE07-9DA998E62935}"/>
              </a:ext>
            </a:extLst>
          </p:cNvPr>
          <p:cNvSpPr>
            <a:spLocks noGrp="1"/>
          </p:cNvSpPr>
          <p:nvPr/>
        </p:nvSpPr>
        <p:spPr>
          <a:xfrm>
            <a:off x="293410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3554">
            <a:extLst>
              <a:ext uri="{FF2B5EF4-FFF2-40B4-BE49-F238E27FC236}">
                <a16:creationId xmlns:a16="http://schemas.microsoft.com/office/drawing/2014/main" id="{49AC501B-BDD8-4139-B368-1C3E8329F96B}"/>
              </a:ext>
            </a:extLst>
          </p:cNvPr>
          <p:cNvSpPr>
            <a:spLocks noGrp="1"/>
          </p:cNvSpPr>
          <p:nvPr/>
        </p:nvSpPr>
        <p:spPr>
          <a:xfrm>
            <a:off x="289617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3555">
            <a:extLst>
              <a:ext uri="{FF2B5EF4-FFF2-40B4-BE49-F238E27FC236}">
                <a16:creationId xmlns:a16="http://schemas.microsoft.com/office/drawing/2014/main" id="{2944E82D-1D66-4E7B-8540-C00841B7E8FB}"/>
              </a:ext>
            </a:extLst>
          </p:cNvPr>
          <p:cNvSpPr>
            <a:spLocks noGrp="1"/>
          </p:cNvSpPr>
          <p:nvPr/>
        </p:nvSpPr>
        <p:spPr>
          <a:xfrm>
            <a:off x="2809494" y="22393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3556">
            <a:extLst>
              <a:ext uri="{FF2B5EF4-FFF2-40B4-BE49-F238E27FC236}">
                <a16:creationId xmlns:a16="http://schemas.microsoft.com/office/drawing/2014/main" id="{AE052FA4-788B-48E6-82B8-0C411E2E4002}"/>
              </a:ext>
            </a:extLst>
          </p:cNvPr>
          <p:cNvSpPr>
            <a:spLocks noGrp="1"/>
          </p:cNvSpPr>
          <p:nvPr/>
        </p:nvSpPr>
        <p:spPr>
          <a:xfrm>
            <a:off x="291082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3557">
            <a:extLst>
              <a:ext uri="{FF2B5EF4-FFF2-40B4-BE49-F238E27FC236}">
                <a16:creationId xmlns:a16="http://schemas.microsoft.com/office/drawing/2014/main" id="{97EDC034-2376-490E-8A75-D0665A457BDB}"/>
              </a:ext>
            </a:extLst>
          </p:cNvPr>
          <p:cNvSpPr>
            <a:spLocks noGrp="1"/>
          </p:cNvSpPr>
          <p:nvPr/>
        </p:nvSpPr>
        <p:spPr>
          <a:xfrm>
            <a:off x="290750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3558">
            <a:extLst>
              <a:ext uri="{FF2B5EF4-FFF2-40B4-BE49-F238E27FC236}">
                <a16:creationId xmlns:a16="http://schemas.microsoft.com/office/drawing/2014/main" id="{6704CD4B-86AE-4EB8-ACB3-4979E438E4EC}"/>
              </a:ext>
            </a:extLst>
          </p:cNvPr>
          <p:cNvSpPr>
            <a:spLocks noGrp="1"/>
          </p:cNvSpPr>
          <p:nvPr/>
        </p:nvSpPr>
        <p:spPr>
          <a:xfrm>
            <a:off x="2857188" y="31541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3559">
            <a:extLst>
              <a:ext uri="{FF2B5EF4-FFF2-40B4-BE49-F238E27FC236}">
                <a16:creationId xmlns:a16="http://schemas.microsoft.com/office/drawing/2014/main" id="{0255B2D3-FED0-4E92-A832-C99E8B35A882}"/>
              </a:ext>
            </a:extLst>
          </p:cNvPr>
          <p:cNvSpPr>
            <a:spLocks noGrp="1"/>
          </p:cNvSpPr>
          <p:nvPr/>
        </p:nvSpPr>
        <p:spPr>
          <a:xfrm>
            <a:off x="2926492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3560">
            <a:extLst>
              <a:ext uri="{FF2B5EF4-FFF2-40B4-BE49-F238E27FC236}">
                <a16:creationId xmlns:a16="http://schemas.microsoft.com/office/drawing/2014/main" id="{7143CA73-27FE-4939-9F63-E8740DC1FA2E}"/>
              </a:ext>
            </a:extLst>
          </p:cNvPr>
          <p:cNvSpPr>
            <a:spLocks noGrp="1"/>
          </p:cNvSpPr>
          <p:nvPr/>
        </p:nvSpPr>
        <p:spPr>
          <a:xfrm>
            <a:off x="2897418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3561">
            <a:extLst>
              <a:ext uri="{FF2B5EF4-FFF2-40B4-BE49-F238E27FC236}">
                <a16:creationId xmlns:a16="http://schemas.microsoft.com/office/drawing/2014/main" id="{45CA875E-C639-4E62-B52F-8FD0B8515653}"/>
              </a:ext>
            </a:extLst>
          </p:cNvPr>
          <p:cNvSpPr>
            <a:spLocks noGrp="1"/>
          </p:cNvSpPr>
          <p:nvPr/>
        </p:nvSpPr>
        <p:spPr>
          <a:xfrm>
            <a:off x="2809975" y="2301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3562">
            <a:extLst>
              <a:ext uri="{FF2B5EF4-FFF2-40B4-BE49-F238E27FC236}">
                <a16:creationId xmlns:a16="http://schemas.microsoft.com/office/drawing/2014/main" id="{CFC3828E-5024-44C7-A878-70D12B78B2B7}"/>
              </a:ext>
            </a:extLst>
          </p:cNvPr>
          <p:cNvSpPr>
            <a:spLocks noGrp="1"/>
          </p:cNvSpPr>
          <p:nvPr/>
        </p:nvSpPr>
        <p:spPr>
          <a:xfrm>
            <a:off x="2948464" y="32189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3563">
            <a:extLst>
              <a:ext uri="{FF2B5EF4-FFF2-40B4-BE49-F238E27FC236}">
                <a16:creationId xmlns:a16="http://schemas.microsoft.com/office/drawing/2014/main" id="{731FF988-371E-4370-B60C-D16A092877C7}"/>
              </a:ext>
            </a:extLst>
          </p:cNvPr>
          <p:cNvSpPr>
            <a:spLocks noGrp="1"/>
          </p:cNvSpPr>
          <p:nvPr/>
        </p:nvSpPr>
        <p:spPr>
          <a:xfrm>
            <a:off x="287211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3564">
            <a:extLst>
              <a:ext uri="{FF2B5EF4-FFF2-40B4-BE49-F238E27FC236}">
                <a16:creationId xmlns:a16="http://schemas.microsoft.com/office/drawing/2014/main" id="{D8F6B9FC-8D6D-42B9-A0E6-B456EE168C2A}"/>
              </a:ext>
            </a:extLst>
          </p:cNvPr>
          <p:cNvSpPr>
            <a:spLocks noGrp="1"/>
          </p:cNvSpPr>
          <p:nvPr/>
        </p:nvSpPr>
        <p:spPr>
          <a:xfrm>
            <a:off x="2805885" y="23558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3565">
            <a:extLst>
              <a:ext uri="{FF2B5EF4-FFF2-40B4-BE49-F238E27FC236}">
                <a16:creationId xmlns:a16="http://schemas.microsoft.com/office/drawing/2014/main" id="{7E9D4415-9D92-4FC2-A9A7-DFD6347C50D1}"/>
              </a:ext>
            </a:extLst>
          </p:cNvPr>
          <p:cNvSpPr>
            <a:spLocks noGrp="1"/>
          </p:cNvSpPr>
          <p:nvPr/>
        </p:nvSpPr>
        <p:spPr>
          <a:xfrm>
            <a:off x="2824063" y="24487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3566">
            <a:extLst>
              <a:ext uri="{FF2B5EF4-FFF2-40B4-BE49-F238E27FC236}">
                <a16:creationId xmlns:a16="http://schemas.microsoft.com/office/drawing/2014/main" id="{CABD6BC2-E79C-4775-8DE3-805BFB563422}"/>
              </a:ext>
            </a:extLst>
          </p:cNvPr>
          <p:cNvSpPr>
            <a:spLocks noGrp="1"/>
          </p:cNvSpPr>
          <p:nvPr/>
        </p:nvSpPr>
        <p:spPr>
          <a:xfrm>
            <a:off x="2917984" y="2567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3567">
            <a:extLst>
              <a:ext uri="{FF2B5EF4-FFF2-40B4-BE49-F238E27FC236}">
                <a16:creationId xmlns:a16="http://schemas.microsoft.com/office/drawing/2014/main" id="{A69D9975-DEFA-4C47-94DE-B9836981B7E0}"/>
              </a:ext>
            </a:extLst>
          </p:cNvPr>
          <p:cNvSpPr>
            <a:spLocks noGrp="1"/>
          </p:cNvSpPr>
          <p:nvPr/>
        </p:nvSpPr>
        <p:spPr>
          <a:xfrm>
            <a:off x="2958075" y="26021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3568">
            <a:extLst>
              <a:ext uri="{FF2B5EF4-FFF2-40B4-BE49-F238E27FC236}">
                <a16:creationId xmlns:a16="http://schemas.microsoft.com/office/drawing/2014/main" id="{44CF1314-2248-4D77-AA8C-20D0C6BCD439}"/>
              </a:ext>
            </a:extLst>
          </p:cNvPr>
          <p:cNvSpPr>
            <a:spLocks noGrp="1"/>
          </p:cNvSpPr>
          <p:nvPr/>
        </p:nvSpPr>
        <p:spPr>
          <a:xfrm>
            <a:off x="2903977" y="29210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3569">
            <a:extLst>
              <a:ext uri="{FF2B5EF4-FFF2-40B4-BE49-F238E27FC236}">
                <a16:creationId xmlns:a16="http://schemas.microsoft.com/office/drawing/2014/main" id="{B00BDBEA-2C9D-4B13-9496-4B7A5D7F7027}"/>
              </a:ext>
            </a:extLst>
          </p:cNvPr>
          <p:cNvSpPr>
            <a:spLocks noGrp="1"/>
          </p:cNvSpPr>
          <p:nvPr/>
        </p:nvSpPr>
        <p:spPr>
          <a:xfrm>
            <a:off x="289886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3570">
            <a:extLst>
              <a:ext uri="{FF2B5EF4-FFF2-40B4-BE49-F238E27FC236}">
                <a16:creationId xmlns:a16="http://schemas.microsoft.com/office/drawing/2014/main" id="{1D134D55-8D82-4E71-BD4C-AB0AA589196F}"/>
              </a:ext>
            </a:extLst>
          </p:cNvPr>
          <p:cNvSpPr>
            <a:spLocks noGrp="1"/>
          </p:cNvSpPr>
          <p:nvPr/>
        </p:nvSpPr>
        <p:spPr>
          <a:xfrm>
            <a:off x="2866234" y="37023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3571">
            <a:extLst>
              <a:ext uri="{FF2B5EF4-FFF2-40B4-BE49-F238E27FC236}">
                <a16:creationId xmlns:a16="http://schemas.microsoft.com/office/drawing/2014/main" id="{AEBD573A-1F1A-43ED-9120-C89805F63AD7}"/>
              </a:ext>
            </a:extLst>
          </p:cNvPr>
          <p:cNvSpPr>
            <a:spLocks noGrp="1"/>
          </p:cNvSpPr>
          <p:nvPr/>
        </p:nvSpPr>
        <p:spPr>
          <a:xfrm>
            <a:off x="2881028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3572">
            <a:extLst>
              <a:ext uri="{FF2B5EF4-FFF2-40B4-BE49-F238E27FC236}">
                <a16:creationId xmlns:a16="http://schemas.microsoft.com/office/drawing/2014/main" id="{7FF2D07F-FF1D-4B0C-ACC2-5283A9C90F5B}"/>
              </a:ext>
            </a:extLst>
          </p:cNvPr>
          <p:cNvSpPr>
            <a:spLocks noGrp="1"/>
          </p:cNvSpPr>
          <p:nvPr/>
        </p:nvSpPr>
        <p:spPr>
          <a:xfrm>
            <a:off x="2851564" y="24381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3573">
            <a:extLst>
              <a:ext uri="{FF2B5EF4-FFF2-40B4-BE49-F238E27FC236}">
                <a16:creationId xmlns:a16="http://schemas.microsoft.com/office/drawing/2014/main" id="{72C226B3-78E3-400A-BA81-EB95DA53BC18}"/>
              </a:ext>
            </a:extLst>
          </p:cNvPr>
          <p:cNvSpPr>
            <a:spLocks noGrp="1"/>
          </p:cNvSpPr>
          <p:nvPr/>
        </p:nvSpPr>
        <p:spPr>
          <a:xfrm>
            <a:off x="285055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3574">
            <a:extLst>
              <a:ext uri="{FF2B5EF4-FFF2-40B4-BE49-F238E27FC236}">
                <a16:creationId xmlns:a16="http://schemas.microsoft.com/office/drawing/2014/main" id="{159B54E6-E716-411C-9F61-301E3ECC5724}"/>
              </a:ext>
            </a:extLst>
          </p:cNvPr>
          <p:cNvSpPr>
            <a:spLocks noGrp="1"/>
          </p:cNvSpPr>
          <p:nvPr/>
        </p:nvSpPr>
        <p:spPr>
          <a:xfrm>
            <a:off x="294126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3575">
            <a:extLst>
              <a:ext uri="{FF2B5EF4-FFF2-40B4-BE49-F238E27FC236}">
                <a16:creationId xmlns:a16="http://schemas.microsoft.com/office/drawing/2014/main" id="{5C2C1AA6-DDF0-468D-9ABE-5001C0DB3CA4}"/>
              </a:ext>
            </a:extLst>
          </p:cNvPr>
          <p:cNvSpPr>
            <a:spLocks noGrp="1"/>
          </p:cNvSpPr>
          <p:nvPr/>
        </p:nvSpPr>
        <p:spPr>
          <a:xfrm>
            <a:off x="2912105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3576">
            <a:extLst>
              <a:ext uri="{FF2B5EF4-FFF2-40B4-BE49-F238E27FC236}">
                <a16:creationId xmlns:a16="http://schemas.microsoft.com/office/drawing/2014/main" id="{AADFA91D-2064-4883-82C3-232BB83725F5}"/>
              </a:ext>
            </a:extLst>
          </p:cNvPr>
          <p:cNvSpPr>
            <a:spLocks noGrp="1"/>
          </p:cNvSpPr>
          <p:nvPr/>
        </p:nvSpPr>
        <p:spPr>
          <a:xfrm>
            <a:off x="286702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3577">
            <a:extLst>
              <a:ext uri="{FF2B5EF4-FFF2-40B4-BE49-F238E27FC236}">
                <a16:creationId xmlns:a16="http://schemas.microsoft.com/office/drawing/2014/main" id="{3E132D02-4E2E-48C5-BAD9-41F87BB44423}"/>
              </a:ext>
            </a:extLst>
          </p:cNvPr>
          <p:cNvSpPr>
            <a:spLocks noGrp="1"/>
          </p:cNvSpPr>
          <p:nvPr/>
        </p:nvSpPr>
        <p:spPr>
          <a:xfrm>
            <a:off x="2847312" y="28598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3578">
            <a:extLst>
              <a:ext uri="{FF2B5EF4-FFF2-40B4-BE49-F238E27FC236}">
                <a16:creationId xmlns:a16="http://schemas.microsoft.com/office/drawing/2014/main" id="{5AEC0CC7-B459-44D7-97C9-453414C4E002}"/>
              </a:ext>
            </a:extLst>
          </p:cNvPr>
          <p:cNvSpPr>
            <a:spLocks noGrp="1"/>
          </p:cNvSpPr>
          <p:nvPr/>
        </p:nvSpPr>
        <p:spPr>
          <a:xfrm>
            <a:off x="2849491" y="2449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3579">
            <a:extLst>
              <a:ext uri="{FF2B5EF4-FFF2-40B4-BE49-F238E27FC236}">
                <a16:creationId xmlns:a16="http://schemas.microsoft.com/office/drawing/2014/main" id="{5B77402D-A1F5-4EA4-8D07-C7E97B32F6E1}"/>
              </a:ext>
            </a:extLst>
          </p:cNvPr>
          <p:cNvSpPr>
            <a:spLocks noGrp="1"/>
          </p:cNvSpPr>
          <p:nvPr/>
        </p:nvSpPr>
        <p:spPr>
          <a:xfrm>
            <a:off x="295259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3580">
            <a:extLst>
              <a:ext uri="{FF2B5EF4-FFF2-40B4-BE49-F238E27FC236}">
                <a16:creationId xmlns:a16="http://schemas.microsoft.com/office/drawing/2014/main" id="{4CCD488F-74C1-4C3F-A17D-16B91143A9A9}"/>
              </a:ext>
            </a:extLst>
          </p:cNvPr>
          <p:cNvSpPr>
            <a:spLocks noGrp="1"/>
          </p:cNvSpPr>
          <p:nvPr/>
        </p:nvSpPr>
        <p:spPr>
          <a:xfrm>
            <a:off x="290004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3581">
            <a:extLst>
              <a:ext uri="{FF2B5EF4-FFF2-40B4-BE49-F238E27FC236}">
                <a16:creationId xmlns:a16="http://schemas.microsoft.com/office/drawing/2014/main" id="{17738F2C-71C2-4A71-89E3-C25C00AFA5A4}"/>
              </a:ext>
            </a:extLst>
          </p:cNvPr>
          <p:cNvSpPr>
            <a:spLocks noGrp="1"/>
          </p:cNvSpPr>
          <p:nvPr/>
        </p:nvSpPr>
        <p:spPr>
          <a:xfrm>
            <a:off x="2830073" y="26331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3582">
            <a:extLst>
              <a:ext uri="{FF2B5EF4-FFF2-40B4-BE49-F238E27FC236}">
                <a16:creationId xmlns:a16="http://schemas.microsoft.com/office/drawing/2014/main" id="{E993222C-6166-42A7-8459-1B1B7B7D4FA6}"/>
              </a:ext>
            </a:extLst>
          </p:cNvPr>
          <p:cNvSpPr>
            <a:spLocks noGrp="1"/>
          </p:cNvSpPr>
          <p:nvPr/>
        </p:nvSpPr>
        <p:spPr>
          <a:xfrm>
            <a:off x="294944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3583">
            <a:extLst>
              <a:ext uri="{FF2B5EF4-FFF2-40B4-BE49-F238E27FC236}">
                <a16:creationId xmlns:a16="http://schemas.microsoft.com/office/drawing/2014/main" id="{119903B4-5820-4C8C-B8E6-F42E8657674B}"/>
              </a:ext>
            </a:extLst>
          </p:cNvPr>
          <p:cNvSpPr>
            <a:spLocks noGrp="1"/>
          </p:cNvSpPr>
          <p:nvPr/>
        </p:nvSpPr>
        <p:spPr>
          <a:xfrm>
            <a:off x="2887135" y="1916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3584">
            <a:extLst>
              <a:ext uri="{FF2B5EF4-FFF2-40B4-BE49-F238E27FC236}">
                <a16:creationId xmlns:a16="http://schemas.microsoft.com/office/drawing/2014/main" id="{6AAF46A2-9D4B-4F21-87B1-7D173DE07D5E}"/>
              </a:ext>
            </a:extLst>
          </p:cNvPr>
          <p:cNvSpPr>
            <a:spLocks noGrp="1"/>
          </p:cNvSpPr>
          <p:nvPr/>
        </p:nvSpPr>
        <p:spPr>
          <a:xfrm>
            <a:off x="2820880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3585">
            <a:extLst>
              <a:ext uri="{FF2B5EF4-FFF2-40B4-BE49-F238E27FC236}">
                <a16:creationId xmlns:a16="http://schemas.microsoft.com/office/drawing/2014/main" id="{00AB25D0-E87D-4114-8DD9-50B95BE62C58}"/>
              </a:ext>
            </a:extLst>
          </p:cNvPr>
          <p:cNvSpPr>
            <a:spLocks noGrp="1"/>
          </p:cNvSpPr>
          <p:nvPr/>
        </p:nvSpPr>
        <p:spPr>
          <a:xfrm>
            <a:off x="2900727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3586">
            <a:extLst>
              <a:ext uri="{FF2B5EF4-FFF2-40B4-BE49-F238E27FC236}">
                <a16:creationId xmlns:a16="http://schemas.microsoft.com/office/drawing/2014/main" id="{F3C42B7A-2674-412E-9A0A-576A255EFF6C}"/>
              </a:ext>
            </a:extLst>
          </p:cNvPr>
          <p:cNvSpPr>
            <a:spLocks noGrp="1"/>
          </p:cNvSpPr>
          <p:nvPr/>
        </p:nvSpPr>
        <p:spPr>
          <a:xfrm>
            <a:off x="2933481" y="35357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3587">
            <a:extLst>
              <a:ext uri="{FF2B5EF4-FFF2-40B4-BE49-F238E27FC236}">
                <a16:creationId xmlns:a16="http://schemas.microsoft.com/office/drawing/2014/main" id="{A92078FE-D4AF-4A2A-8D2E-3FF0BE5CD439}"/>
              </a:ext>
            </a:extLst>
          </p:cNvPr>
          <p:cNvSpPr>
            <a:spLocks noGrp="1"/>
          </p:cNvSpPr>
          <p:nvPr/>
        </p:nvSpPr>
        <p:spPr>
          <a:xfrm>
            <a:off x="2831635" y="26576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3588">
            <a:extLst>
              <a:ext uri="{FF2B5EF4-FFF2-40B4-BE49-F238E27FC236}">
                <a16:creationId xmlns:a16="http://schemas.microsoft.com/office/drawing/2014/main" id="{B44FB99F-A52D-458A-9B4D-7857BE195063}"/>
              </a:ext>
            </a:extLst>
          </p:cNvPr>
          <p:cNvSpPr>
            <a:spLocks noGrp="1"/>
          </p:cNvSpPr>
          <p:nvPr/>
        </p:nvSpPr>
        <p:spPr>
          <a:xfrm>
            <a:off x="282705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3589">
            <a:extLst>
              <a:ext uri="{FF2B5EF4-FFF2-40B4-BE49-F238E27FC236}">
                <a16:creationId xmlns:a16="http://schemas.microsoft.com/office/drawing/2014/main" id="{D12A5052-451E-4B02-8991-22E33BD4BE1C}"/>
              </a:ext>
            </a:extLst>
          </p:cNvPr>
          <p:cNvSpPr>
            <a:spLocks noGrp="1"/>
          </p:cNvSpPr>
          <p:nvPr/>
        </p:nvSpPr>
        <p:spPr>
          <a:xfrm>
            <a:off x="2897851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3590">
            <a:extLst>
              <a:ext uri="{FF2B5EF4-FFF2-40B4-BE49-F238E27FC236}">
                <a16:creationId xmlns:a16="http://schemas.microsoft.com/office/drawing/2014/main" id="{380DA82B-F7C5-49F2-ACC8-E3C119A02517}"/>
              </a:ext>
            </a:extLst>
          </p:cNvPr>
          <p:cNvSpPr>
            <a:spLocks noGrp="1"/>
          </p:cNvSpPr>
          <p:nvPr/>
        </p:nvSpPr>
        <p:spPr>
          <a:xfrm>
            <a:off x="2941630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3591">
            <a:extLst>
              <a:ext uri="{FF2B5EF4-FFF2-40B4-BE49-F238E27FC236}">
                <a16:creationId xmlns:a16="http://schemas.microsoft.com/office/drawing/2014/main" id="{40007D67-E7CE-4ADE-8C02-79C3371F4108}"/>
              </a:ext>
            </a:extLst>
          </p:cNvPr>
          <p:cNvSpPr>
            <a:spLocks noGrp="1"/>
          </p:cNvSpPr>
          <p:nvPr/>
        </p:nvSpPr>
        <p:spPr>
          <a:xfrm>
            <a:off x="2790956" y="20733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3592">
            <a:extLst>
              <a:ext uri="{FF2B5EF4-FFF2-40B4-BE49-F238E27FC236}">
                <a16:creationId xmlns:a16="http://schemas.microsoft.com/office/drawing/2014/main" id="{8761F71E-6903-4D61-80DA-3AF2B56307EC}"/>
              </a:ext>
            </a:extLst>
          </p:cNvPr>
          <p:cNvSpPr>
            <a:spLocks noGrp="1"/>
          </p:cNvSpPr>
          <p:nvPr/>
        </p:nvSpPr>
        <p:spPr>
          <a:xfrm>
            <a:off x="288293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3593">
            <a:extLst>
              <a:ext uri="{FF2B5EF4-FFF2-40B4-BE49-F238E27FC236}">
                <a16:creationId xmlns:a16="http://schemas.microsoft.com/office/drawing/2014/main" id="{3A56BD35-53A1-4DC5-80A6-4543A05C8400}"/>
              </a:ext>
            </a:extLst>
          </p:cNvPr>
          <p:cNvSpPr>
            <a:spLocks noGrp="1"/>
          </p:cNvSpPr>
          <p:nvPr/>
        </p:nvSpPr>
        <p:spPr>
          <a:xfrm>
            <a:off x="2849054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3594">
            <a:extLst>
              <a:ext uri="{FF2B5EF4-FFF2-40B4-BE49-F238E27FC236}">
                <a16:creationId xmlns:a16="http://schemas.microsoft.com/office/drawing/2014/main" id="{6DA4A6F7-8BFC-4E33-9636-2E1426D1F04C}"/>
              </a:ext>
            </a:extLst>
          </p:cNvPr>
          <p:cNvSpPr>
            <a:spLocks noGrp="1"/>
          </p:cNvSpPr>
          <p:nvPr/>
        </p:nvSpPr>
        <p:spPr>
          <a:xfrm>
            <a:off x="2818928" y="23704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3595">
            <a:extLst>
              <a:ext uri="{FF2B5EF4-FFF2-40B4-BE49-F238E27FC236}">
                <a16:creationId xmlns:a16="http://schemas.microsoft.com/office/drawing/2014/main" id="{83578895-73E9-4CE8-BEEC-7445EFD7E6B7}"/>
              </a:ext>
            </a:extLst>
          </p:cNvPr>
          <p:cNvSpPr>
            <a:spLocks noGrp="1"/>
          </p:cNvSpPr>
          <p:nvPr/>
        </p:nvSpPr>
        <p:spPr>
          <a:xfrm>
            <a:off x="288378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3596">
            <a:extLst>
              <a:ext uri="{FF2B5EF4-FFF2-40B4-BE49-F238E27FC236}">
                <a16:creationId xmlns:a16="http://schemas.microsoft.com/office/drawing/2014/main" id="{B82FE993-6E4A-4A46-A5A0-C26B40D3116A}"/>
              </a:ext>
            </a:extLst>
          </p:cNvPr>
          <p:cNvSpPr>
            <a:spLocks noGrp="1"/>
          </p:cNvSpPr>
          <p:nvPr/>
        </p:nvSpPr>
        <p:spPr>
          <a:xfrm>
            <a:off x="287438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3597">
            <a:extLst>
              <a:ext uri="{FF2B5EF4-FFF2-40B4-BE49-F238E27FC236}">
                <a16:creationId xmlns:a16="http://schemas.microsoft.com/office/drawing/2014/main" id="{B1F2FF3D-9728-4106-91F9-A0F44224E9AB}"/>
              </a:ext>
            </a:extLst>
          </p:cNvPr>
          <p:cNvSpPr>
            <a:spLocks noGrp="1"/>
          </p:cNvSpPr>
          <p:nvPr/>
        </p:nvSpPr>
        <p:spPr>
          <a:xfrm>
            <a:off x="2815832" y="31635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3598">
            <a:extLst>
              <a:ext uri="{FF2B5EF4-FFF2-40B4-BE49-F238E27FC236}">
                <a16:creationId xmlns:a16="http://schemas.microsoft.com/office/drawing/2014/main" id="{1274A821-7C0A-4CAA-AC88-ACD6F5B2776C}"/>
              </a:ext>
            </a:extLst>
          </p:cNvPr>
          <p:cNvSpPr>
            <a:spLocks noGrp="1"/>
          </p:cNvSpPr>
          <p:nvPr/>
        </p:nvSpPr>
        <p:spPr>
          <a:xfrm>
            <a:off x="2851467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3599">
            <a:extLst>
              <a:ext uri="{FF2B5EF4-FFF2-40B4-BE49-F238E27FC236}">
                <a16:creationId xmlns:a16="http://schemas.microsoft.com/office/drawing/2014/main" id="{5CE682CE-27DF-4B80-B639-2E83DD028B6D}"/>
              </a:ext>
            </a:extLst>
          </p:cNvPr>
          <p:cNvSpPr>
            <a:spLocks noGrp="1"/>
          </p:cNvSpPr>
          <p:nvPr/>
        </p:nvSpPr>
        <p:spPr>
          <a:xfrm>
            <a:off x="278410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3600">
            <a:extLst>
              <a:ext uri="{FF2B5EF4-FFF2-40B4-BE49-F238E27FC236}">
                <a16:creationId xmlns:a16="http://schemas.microsoft.com/office/drawing/2014/main" id="{7B116BD7-1B9A-44C7-A940-B148FCA2BEF8}"/>
              </a:ext>
            </a:extLst>
          </p:cNvPr>
          <p:cNvSpPr>
            <a:spLocks noGrp="1"/>
          </p:cNvSpPr>
          <p:nvPr/>
        </p:nvSpPr>
        <p:spPr>
          <a:xfrm>
            <a:off x="2843003" y="29386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3601">
            <a:extLst>
              <a:ext uri="{FF2B5EF4-FFF2-40B4-BE49-F238E27FC236}">
                <a16:creationId xmlns:a16="http://schemas.microsoft.com/office/drawing/2014/main" id="{CF0FCC7B-9368-4505-8672-E64DF1DFE337}"/>
              </a:ext>
            </a:extLst>
          </p:cNvPr>
          <p:cNvSpPr>
            <a:spLocks noGrp="1"/>
          </p:cNvSpPr>
          <p:nvPr/>
        </p:nvSpPr>
        <p:spPr>
          <a:xfrm>
            <a:off x="2886593" y="1917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3602">
            <a:extLst>
              <a:ext uri="{FF2B5EF4-FFF2-40B4-BE49-F238E27FC236}">
                <a16:creationId xmlns:a16="http://schemas.microsoft.com/office/drawing/2014/main" id="{9A581ACC-F126-4F6D-938B-48311C04944E}"/>
              </a:ext>
            </a:extLst>
          </p:cNvPr>
          <p:cNvSpPr>
            <a:spLocks noGrp="1"/>
          </p:cNvSpPr>
          <p:nvPr/>
        </p:nvSpPr>
        <p:spPr>
          <a:xfrm>
            <a:off x="2824475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3603">
            <a:extLst>
              <a:ext uri="{FF2B5EF4-FFF2-40B4-BE49-F238E27FC236}">
                <a16:creationId xmlns:a16="http://schemas.microsoft.com/office/drawing/2014/main" id="{D0EDCB4B-3BCD-4FE9-BD20-F79C8663C9E4}"/>
              </a:ext>
            </a:extLst>
          </p:cNvPr>
          <p:cNvSpPr>
            <a:spLocks noGrp="1"/>
          </p:cNvSpPr>
          <p:nvPr/>
        </p:nvSpPr>
        <p:spPr>
          <a:xfrm>
            <a:off x="2944747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3604">
            <a:extLst>
              <a:ext uri="{FF2B5EF4-FFF2-40B4-BE49-F238E27FC236}">
                <a16:creationId xmlns:a16="http://schemas.microsoft.com/office/drawing/2014/main" id="{F90A163A-1113-41FB-9849-7977904A488A}"/>
              </a:ext>
            </a:extLst>
          </p:cNvPr>
          <p:cNvSpPr>
            <a:spLocks noGrp="1"/>
          </p:cNvSpPr>
          <p:nvPr/>
        </p:nvSpPr>
        <p:spPr>
          <a:xfrm>
            <a:off x="291183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3605">
            <a:extLst>
              <a:ext uri="{FF2B5EF4-FFF2-40B4-BE49-F238E27FC236}">
                <a16:creationId xmlns:a16="http://schemas.microsoft.com/office/drawing/2014/main" id="{FB172379-C228-4F95-97D1-FB3EEB0364FE}"/>
              </a:ext>
            </a:extLst>
          </p:cNvPr>
          <p:cNvSpPr>
            <a:spLocks noGrp="1"/>
          </p:cNvSpPr>
          <p:nvPr/>
        </p:nvSpPr>
        <p:spPr>
          <a:xfrm>
            <a:off x="2915616" y="1980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3606">
            <a:extLst>
              <a:ext uri="{FF2B5EF4-FFF2-40B4-BE49-F238E27FC236}">
                <a16:creationId xmlns:a16="http://schemas.microsoft.com/office/drawing/2014/main" id="{C1BA74A7-BE7D-4DCB-8061-A410DCB6055B}"/>
              </a:ext>
            </a:extLst>
          </p:cNvPr>
          <p:cNvSpPr>
            <a:spLocks noGrp="1"/>
          </p:cNvSpPr>
          <p:nvPr/>
        </p:nvSpPr>
        <p:spPr>
          <a:xfrm>
            <a:off x="279304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3607">
            <a:extLst>
              <a:ext uri="{FF2B5EF4-FFF2-40B4-BE49-F238E27FC236}">
                <a16:creationId xmlns:a16="http://schemas.microsoft.com/office/drawing/2014/main" id="{FA32CC07-5C4E-4760-B6EA-A144665100D3}"/>
              </a:ext>
            </a:extLst>
          </p:cNvPr>
          <p:cNvSpPr>
            <a:spLocks noGrp="1"/>
          </p:cNvSpPr>
          <p:nvPr/>
        </p:nvSpPr>
        <p:spPr>
          <a:xfrm>
            <a:off x="2793062" y="321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3608">
            <a:extLst>
              <a:ext uri="{FF2B5EF4-FFF2-40B4-BE49-F238E27FC236}">
                <a16:creationId xmlns:a16="http://schemas.microsoft.com/office/drawing/2014/main" id="{A58185AA-0A72-4814-AF2B-4C44109A0255}"/>
              </a:ext>
            </a:extLst>
          </p:cNvPr>
          <p:cNvSpPr>
            <a:spLocks noGrp="1"/>
          </p:cNvSpPr>
          <p:nvPr/>
        </p:nvSpPr>
        <p:spPr>
          <a:xfrm>
            <a:off x="293815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3609">
            <a:extLst>
              <a:ext uri="{FF2B5EF4-FFF2-40B4-BE49-F238E27FC236}">
                <a16:creationId xmlns:a16="http://schemas.microsoft.com/office/drawing/2014/main" id="{674F9707-EE31-401F-8CDD-350E2D2CAA72}"/>
              </a:ext>
            </a:extLst>
          </p:cNvPr>
          <p:cNvSpPr>
            <a:spLocks noGrp="1"/>
          </p:cNvSpPr>
          <p:nvPr/>
        </p:nvSpPr>
        <p:spPr>
          <a:xfrm>
            <a:off x="279831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3610">
            <a:extLst>
              <a:ext uri="{FF2B5EF4-FFF2-40B4-BE49-F238E27FC236}">
                <a16:creationId xmlns:a16="http://schemas.microsoft.com/office/drawing/2014/main" id="{108AAD4C-7272-4EE7-BF4B-DAEEED4D781C}"/>
              </a:ext>
            </a:extLst>
          </p:cNvPr>
          <p:cNvSpPr>
            <a:spLocks noGrp="1"/>
          </p:cNvSpPr>
          <p:nvPr/>
        </p:nvSpPr>
        <p:spPr>
          <a:xfrm>
            <a:off x="2852723" y="347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3611">
            <a:extLst>
              <a:ext uri="{FF2B5EF4-FFF2-40B4-BE49-F238E27FC236}">
                <a16:creationId xmlns:a16="http://schemas.microsoft.com/office/drawing/2014/main" id="{F6EA5C72-4EA1-4EA9-A73E-B85C13C73B5D}"/>
              </a:ext>
            </a:extLst>
          </p:cNvPr>
          <p:cNvSpPr>
            <a:spLocks noGrp="1"/>
          </p:cNvSpPr>
          <p:nvPr/>
        </p:nvSpPr>
        <p:spPr>
          <a:xfrm>
            <a:off x="2825713" y="2824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3612">
            <a:extLst>
              <a:ext uri="{FF2B5EF4-FFF2-40B4-BE49-F238E27FC236}">
                <a16:creationId xmlns:a16="http://schemas.microsoft.com/office/drawing/2014/main" id="{38E89015-4FF4-433E-A4AD-87C99F8AFD9F}"/>
              </a:ext>
            </a:extLst>
          </p:cNvPr>
          <p:cNvSpPr>
            <a:spLocks noGrp="1"/>
          </p:cNvSpPr>
          <p:nvPr/>
        </p:nvSpPr>
        <p:spPr>
          <a:xfrm>
            <a:off x="2844236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3613">
            <a:extLst>
              <a:ext uri="{FF2B5EF4-FFF2-40B4-BE49-F238E27FC236}">
                <a16:creationId xmlns:a16="http://schemas.microsoft.com/office/drawing/2014/main" id="{E336F206-9F95-4B97-91A2-D332734FF482}"/>
              </a:ext>
            </a:extLst>
          </p:cNvPr>
          <p:cNvSpPr>
            <a:spLocks noGrp="1"/>
          </p:cNvSpPr>
          <p:nvPr/>
        </p:nvSpPr>
        <p:spPr>
          <a:xfrm>
            <a:off x="2917912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3614">
            <a:extLst>
              <a:ext uri="{FF2B5EF4-FFF2-40B4-BE49-F238E27FC236}">
                <a16:creationId xmlns:a16="http://schemas.microsoft.com/office/drawing/2014/main" id="{D0A695C2-A805-489E-8964-5D49C71B3218}"/>
              </a:ext>
            </a:extLst>
          </p:cNvPr>
          <p:cNvSpPr>
            <a:spLocks noGrp="1"/>
          </p:cNvSpPr>
          <p:nvPr/>
        </p:nvSpPr>
        <p:spPr>
          <a:xfrm>
            <a:off x="285044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3615">
            <a:extLst>
              <a:ext uri="{FF2B5EF4-FFF2-40B4-BE49-F238E27FC236}">
                <a16:creationId xmlns:a16="http://schemas.microsoft.com/office/drawing/2014/main" id="{FE366A14-EC28-4EA4-85FF-13D2B87B5A2B}"/>
              </a:ext>
            </a:extLst>
          </p:cNvPr>
          <p:cNvSpPr>
            <a:spLocks noGrp="1"/>
          </p:cNvSpPr>
          <p:nvPr/>
        </p:nvSpPr>
        <p:spPr>
          <a:xfrm>
            <a:off x="284574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3616">
            <a:extLst>
              <a:ext uri="{FF2B5EF4-FFF2-40B4-BE49-F238E27FC236}">
                <a16:creationId xmlns:a16="http://schemas.microsoft.com/office/drawing/2014/main" id="{914D88E8-F136-464A-A4E2-7542AD8D6EEB}"/>
              </a:ext>
            </a:extLst>
          </p:cNvPr>
          <p:cNvSpPr>
            <a:spLocks noGrp="1"/>
          </p:cNvSpPr>
          <p:nvPr/>
        </p:nvSpPr>
        <p:spPr>
          <a:xfrm>
            <a:off x="2807935" y="2286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3617">
            <a:extLst>
              <a:ext uri="{FF2B5EF4-FFF2-40B4-BE49-F238E27FC236}">
                <a16:creationId xmlns:a16="http://schemas.microsoft.com/office/drawing/2014/main" id="{A2A416F1-DF46-4F90-8936-C20B14492D10}"/>
              </a:ext>
            </a:extLst>
          </p:cNvPr>
          <p:cNvSpPr>
            <a:spLocks noGrp="1"/>
          </p:cNvSpPr>
          <p:nvPr/>
        </p:nvSpPr>
        <p:spPr>
          <a:xfrm>
            <a:off x="2857986" y="24381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3618">
            <a:extLst>
              <a:ext uri="{FF2B5EF4-FFF2-40B4-BE49-F238E27FC236}">
                <a16:creationId xmlns:a16="http://schemas.microsoft.com/office/drawing/2014/main" id="{9F5F6273-E9B6-463E-95E0-41EA9DD9DB05}"/>
              </a:ext>
            </a:extLst>
          </p:cNvPr>
          <p:cNvSpPr>
            <a:spLocks noGrp="1"/>
          </p:cNvSpPr>
          <p:nvPr/>
        </p:nvSpPr>
        <p:spPr>
          <a:xfrm>
            <a:off x="2944658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3619">
            <a:extLst>
              <a:ext uri="{FF2B5EF4-FFF2-40B4-BE49-F238E27FC236}">
                <a16:creationId xmlns:a16="http://schemas.microsoft.com/office/drawing/2014/main" id="{D1A06717-DC12-4FDC-B35B-018A048AA01C}"/>
              </a:ext>
            </a:extLst>
          </p:cNvPr>
          <p:cNvSpPr>
            <a:spLocks noGrp="1"/>
          </p:cNvSpPr>
          <p:nvPr/>
        </p:nvSpPr>
        <p:spPr>
          <a:xfrm>
            <a:off x="2957915" y="3170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3620">
            <a:extLst>
              <a:ext uri="{FF2B5EF4-FFF2-40B4-BE49-F238E27FC236}">
                <a16:creationId xmlns:a16="http://schemas.microsoft.com/office/drawing/2014/main" id="{44DA1E6F-F8BE-4A76-94BF-AC84C301C692}"/>
              </a:ext>
            </a:extLst>
          </p:cNvPr>
          <p:cNvSpPr>
            <a:spLocks noGrp="1"/>
          </p:cNvSpPr>
          <p:nvPr/>
        </p:nvSpPr>
        <p:spPr>
          <a:xfrm>
            <a:off x="2829935" y="23980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3621">
            <a:extLst>
              <a:ext uri="{FF2B5EF4-FFF2-40B4-BE49-F238E27FC236}">
                <a16:creationId xmlns:a16="http://schemas.microsoft.com/office/drawing/2014/main" id="{DD6AE4D2-2B8C-4DB3-BE85-61CDB2A0147A}"/>
              </a:ext>
            </a:extLst>
          </p:cNvPr>
          <p:cNvSpPr>
            <a:spLocks noGrp="1"/>
          </p:cNvSpPr>
          <p:nvPr/>
        </p:nvSpPr>
        <p:spPr>
          <a:xfrm>
            <a:off x="293589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3622">
            <a:extLst>
              <a:ext uri="{FF2B5EF4-FFF2-40B4-BE49-F238E27FC236}">
                <a16:creationId xmlns:a16="http://schemas.microsoft.com/office/drawing/2014/main" id="{47A10B18-5C56-4168-B6AB-18589C8C656E}"/>
              </a:ext>
            </a:extLst>
          </p:cNvPr>
          <p:cNvSpPr>
            <a:spLocks noGrp="1"/>
          </p:cNvSpPr>
          <p:nvPr/>
        </p:nvSpPr>
        <p:spPr>
          <a:xfrm>
            <a:off x="2908211" y="2301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3623">
            <a:extLst>
              <a:ext uri="{FF2B5EF4-FFF2-40B4-BE49-F238E27FC236}">
                <a16:creationId xmlns:a16="http://schemas.microsoft.com/office/drawing/2014/main" id="{6C9527BF-19AA-4466-A94C-95229628D689}"/>
              </a:ext>
            </a:extLst>
          </p:cNvPr>
          <p:cNvSpPr>
            <a:spLocks noGrp="1"/>
          </p:cNvSpPr>
          <p:nvPr/>
        </p:nvSpPr>
        <p:spPr>
          <a:xfrm>
            <a:off x="280097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3624">
            <a:extLst>
              <a:ext uri="{FF2B5EF4-FFF2-40B4-BE49-F238E27FC236}">
                <a16:creationId xmlns:a16="http://schemas.microsoft.com/office/drawing/2014/main" id="{BD367401-90E5-40D6-BD9C-7FFF9EA4FC47}"/>
              </a:ext>
            </a:extLst>
          </p:cNvPr>
          <p:cNvSpPr>
            <a:spLocks noGrp="1"/>
          </p:cNvSpPr>
          <p:nvPr/>
        </p:nvSpPr>
        <p:spPr>
          <a:xfrm>
            <a:off x="2795404" y="24015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3625">
            <a:extLst>
              <a:ext uri="{FF2B5EF4-FFF2-40B4-BE49-F238E27FC236}">
                <a16:creationId xmlns:a16="http://schemas.microsoft.com/office/drawing/2014/main" id="{85D2E3D3-EB70-485E-B7C6-125C75B9D9B0}"/>
              </a:ext>
            </a:extLst>
          </p:cNvPr>
          <p:cNvSpPr>
            <a:spLocks noGrp="1"/>
          </p:cNvSpPr>
          <p:nvPr/>
        </p:nvSpPr>
        <p:spPr>
          <a:xfrm>
            <a:off x="2817844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3626">
            <a:extLst>
              <a:ext uri="{FF2B5EF4-FFF2-40B4-BE49-F238E27FC236}">
                <a16:creationId xmlns:a16="http://schemas.microsoft.com/office/drawing/2014/main" id="{B2B1818F-8F04-4FC2-BEAD-59EE5CBFA5D0}"/>
              </a:ext>
            </a:extLst>
          </p:cNvPr>
          <p:cNvSpPr>
            <a:spLocks noGrp="1"/>
          </p:cNvSpPr>
          <p:nvPr/>
        </p:nvSpPr>
        <p:spPr>
          <a:xfrm>
            <a:off x="2865346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3627">
            <a:extLst>
              <a:ext uri="{FF2B5EF4-FFF2-40B4-BE49-F238E27FC236}">
                <a16:creationId xmlns:a16="http://schemas.microsoft.com/office/drawing/2014/main" id="{4C89E1CA-D7B4-45C5-A935-2667F21ECD19}"/>
              </a:ext>
            </a:extLst>
          </p:cNvPr>
          <p:cNvSpPr>
            <a:spLocks noGrp="1"/>
          </p:cNvSpPr>
          <p:nvPr/>
        </p:nvSpPr>
        <p:spPr>
          <a:xfrm>
            <a:off x="294397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3628">
            <a:extLst>
              <a:ext uri="{FF2B5EF4-FFF2-40B4-BE49-F238E27FC236}">
                <a16:creationId xmlns:a16="http://schemas.microsoft.com/office/drawing/2014/main" id="{A1F7C1BF-2ECD-466B-B7E1-75DACBFDB7FD}"/>
              </a:ext>
            </a:extLst>
          </p:cNvPr>
          <p:cNvSpPr>
            <a:spLocks noGrp="1"/>
          </p:cNvSpPr>
          <p:nvPr/>
        </p:nvSpPr>
        <p:spPr>
          <a:xfrm>
            <a:off x="2791218" y="29854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3629">
            <a:extLst>
              <a:ext uri="{FF2B5EF4-FFF2-40B4-BE49-F238E27FC236}">
                <a16:creationId xmlns:a16="http://schemas.microsoft.com/office/drawing/2014/main" id="{89E7361E-2297-4A9A-A616-F80C7DB4E5B2}"/>
              </a:ext>
            </a:extLst>
          </p:cNvPr>
          <p:cNvSpPr>
            <a:spLocks noGrp="1"/>
          </p:cNvSpPr>
          <p:nvPr/>
        </p:nvSpPr>
        <p:spPr>
          <a:xfrm>
            <a:off x="280649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3630">
            <a:extLst>
              <a:ext uri="{FF2B5EF4-FFF2-40B4-BE49-F238E27FC236}">
                <a16:creationId xmlns:a16="http://schemas.microsoft.com/office/drawing/2014/main" id="{6CDBC22C-E540-4AA1-8848-6FF00EEF4DBA}"/>
              </a:ext>
            </a:extLst>
          </p:cNvPr>
          <p:cNvSpPr>
            <a:spLocks noGrp="1"/>
          </p:cNvSpPr>
          <p:nvPr/>
        </p:nvSpPr>
        <p:spPr>
          <a:xfrm>
            <a:off x="280434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3631">
            <a:extLst>
              <a:ext uri="{FF2B5EF4-FFF2-40B4-BE49-F238E27FC236}">
                <a16:creationId xmlns:a16="http://schemas.microsoft.com/office/drawing/2014/main" id="{28583FA0-F86F-4EBF-95C7-5467DAE395C3}"/>
              </a:ext>
            </a:extLst>
          </p:cNvPr>
          <p:cNvSpPr>
            <a:spLocks noGrp="1"/>
          </p:cNvSpPr>
          <p:nvPr/>
        </p:nvSpPr>
        <p:spPr>
          <a:xfrm>
            <a:off x="286843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3632">
            <a:extLst>
              <a:ext uri="{FF2B5EF4-FFF2-40B4-BE49-F238E27FC236}">
                <a16:creationId xmlns:a16="http://schemas.microsoft.com/office/drawing/2014/main" id="{6ED5459D-A509-482E-8B2D-D9FF8E8EA3F9}"/>
              </a:ext>
            </a:extLst>
          </p:cNvPr>
          <p:cNvSpPr>
            <a:spLocks noGrp="1"/>
          </p:cNvSpPr>
          <p:nvPr/>
        </p:nvSpPr>
        <p:spPr>
          <a:xfrm>
            <a:off x="279616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3633">
            <a:extLst>
              <a:ext uri="{FF2B5EF4-FFF2-40B4-BE49-F238E27FC236}">
                <a16:creationId xmlns:a16="http://schemas.microsoft.com/office/drawing/2014/main" id="{C9F4F54C-B6B2-47A5-8D0A-A2FDFFB62EE2}"/>
              </a:ext>
            </a:extLst>
          </p:cNvPr>
          <p:cNvSpPr>
            <a:spLocks noGrp="1"/>
          </p:cNvSpPr>
          <p:nvPr/>
        </p:nvSpPr>
        <p:spPr>
          <a:xfrm>
            <a:off x="2872442" y="26739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3634">
            <a:extLst>
              <a:ext uri="{FF2B5EF4-FFF2-40B4-BE49-F238E27FC236}">
                <a16:creationId xmlns:a16="http://schemas.microsoft.com/office/drawing/2014/main" id="{0F332DC7-7D4F-4518-B8C3-B4BFBDB8489B}"/>
              </a:ext>
            </a:extLst>
          </p:cNvPr>
          <p:cNvSpPr>
            <a:spLocks noGrp="1"/>
          </p:cNvSpPr>
          <p:nvPr/>
        </p:nvSpPr>
        <p:spPr>
          <a:xfrm>
            <a:off x="2850581" y="1919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3635">
            <a:extLst>
              <a:ext uri="{FF2B5EF4-FFF2-40B4-BE49-F238E27FC236}">
                <a16:creationId xmlns:a16="http://schemas.microsoft.com/office/drawing/2014/main" id="{7512D71F-BA94-427B-BF65-BDE0A49081C0}"/>
              </a:ext>
            </a:extLst>
          </p:cNvPr>
          <p:cNvSpPr>
            <a:spLocks noGrp="1"/>
          </p:cNvSpPr>
          <p:nvPr/>
        </p:nvSpPr>
        <p:spPr>
          <a:xfrm>
            <a:off x="2872396" y="33553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3636">
            <a:extLst>
              <a:ext uri="{FF2B5EF4-FFF2-40B4-BE49-F238E27FC236}">
                <a16:creationId xmlns:a16="http://schemas.microsoft.com/office/drawing/2014/main" id="{85E5A015-D3F0-4B6D-91E9-F823E705BE95}"/>
              </a:ext>
            </a:extLst>
          </p:cNvPr>
          <p:cNvSpPr>
            <a:spLocks noGrp="1"/>
          </p:cNvSpPr>
          <p:nvPr/>
        </p:nvSpPr>
        <p:spPr>
          <a:xfrm>
            <a:off x="289516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3637">
            <a:extLst>
              <a:ext uri="{FF2B5EF4-FFF2-40B4-BE49-F238E27FC236}">
                <a16:creationId xmlns:a16="http://schemas.microsoft.com/office/drawing/2014/main" id="{6E2B46DB-7C0A-4798-BF13-9FEE79E7A694}"/>
              </a:ext>
            </a:extLst>
          </p:cNvPr>
          <p:cNvSpPr>
            <a:spLocks noGrp="1"/>
          </p:cNvSpPr>
          <p:nvPr/>
        </p:nvSpPr>
        <p:spPr>
          <a:xfrm>
            <a:off x="292264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3638">
            <a:extLst>
              <a:ext uri="{FF2B5EF4-FFF2-40B4-BE49-F238E27FC236}">
                <a16:creationId xmlns:a16="http://schemas.microsoft.com/office/drawing/2014/main" id="{AC63591F-16DC-442A-AC0E-EDDBFE703CD6}"/>
              </a:ext>
            </a:extLst>
          </p:cNvPr>
          <p:cNvSpPr>
            <a:spLocks noGrp="1"/>
          </p:cNvSpPr>
          <p:nvPr/>
        </p:nvSpPr>
        <p:spPr>
          <a:xfrm>
            <a:off x="2893147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3639">
            <a:extLst>
              <a:ext uri="{FF2B5EF4-FFF2-40B4-BE49-F238E27FC236}">
                <a16:creationId xmlns:a16="http://schemas.microsoft.com/office/drawing/2014/main" id="{AF71427B-5E73-4631-86FA-CFB1888ED109}"/>
              </a:ext>
            </a:extLst>
          </p:cNvPr>
          <p:cNvSpPr>
            <a:spLocks noGrp="1"/>
          </p:cNvSpPr>
          <p:nvPr/>
        </p:nvSpPr>
        <p:spPr>
          <a:xfrm>
            <a:off x="280291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3640">
            <a:extLst>
              <a:ext uri="{FF2B5EF4-FFF2-40B4-BE49-F238E27FC236}">
                <a16:creationId xmlns:a16="http://schemas.microsoft.com/office/drawing/2014/main" id="{CCA2A7DB-5BF0-468E-9740-FDA645252C55}"/>
              </a:ext>
            </a:extLst>
          </p:cNvPr>
          <p:cNvSpPr>
            <a:spLocks noGrp="1"/>
          </p:cNvSpPr>
          <p:nvPr/>
        </p:nvSpPr>
        <p:spPr>
          <a:xfrm>
            <a:off x="293748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3641">
            <a:extLst>
              <a:ext uri="{FF2B5EF4-FFF2-40B4-BE49-F238E27FC236}">
                <a16:creationId xmlns:a16="http://schemas.microsoft.com/office/drawing/2014/main" id="{FB853233-C682-4234-9450-B7C633748CFB}"/>
              </a:ext>
            </a:extLst>
          </p:cNvPr>
          <p:cNvSpPr>
            <a:spLocks noGrp="1"/>
          </p:cNvSpPr>
          <p:nvPr/>
        </p:nvSpPr>
        <p:spPr>
          <a:xfrm>
            <a:off x="2957328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3642">
            <a:extLst>
              <a:ext uri="{FF2B5EF4-FFF2-40B4-BE49-F238E27FC236}">
                <a16:creationId xmlns:a16="http://schemas.microsoft.com/office/drawing/2014/main" id="{12D6FDBE-E60C-418A-845C-A87365526621}"/>
              </a:ext>
            </a:extLst>
          </p:cNvPr>
          <p:cNvSpPr>
            <a:spLocks noGrp="1"/>
          </p:cNvSpPr>
          <p:nvPr/>
        </p:nvSpPr>
        <p:spPr>
          <a:xfrm>
            <a:off x="2933571" y="3735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3643">
            <a:extLst>
              <a:ext uri="{FF2B5EF4-FFF2-40B4-BE49-F238E27FC236}">
                <a16:creationId xmlns:a16="http://schemas.microsoft.com/office/drawing/2014/main" id="{3974C61B-C3F8-4D15-9191-D117C023F599}"/>
              </a:ext>
            </a:extLst>
          </p:cNvPr>
          <p:cNvSpPr>
            <a:spLocks noGrp="1"/>
          </p:cNvSpPr>
          <p:nvPr/>
        </p:nvSpPr>
        <p:spPr>
          <a:xfrm>
            <a:off x="2955504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3644">
            <a:extLst>
              <a:ext uri="{FF2B5EF4-FFF2-40B4-BE49-F238E27FC236}">
                <a16:creationId xmlns:a16="http://schemas.microsoft.com/office/drawing/2014/main" id="{87530FCB-838D-482E-9623-12534352D56F}"/>
              </a:ext>
            </a:extLst>
          </p:cNvPr>
          <p:cNvSpPr>
            <a:spLocks noGrp="1"/>
          </p:cNvSpPr>
          <p:nvPr/>
        </p:nvSpPr>
        <p:spPr>
          <a:xfrm>
            <a:off x="289738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3645">
            <a:extLst>
              <a:ext uri="{FF2B5EF4-FFF2-40B4-BE49-F238E27FC236}">
                <a16:creationId xmlns:a16="http://schemas.microsoft.com/office/drawing/2014/main" id="{19D8B7CE-B8C6-4962-B6F6-2ECE41C44CF5}"/>
              </a:ext>
            </a:extLst>
          </p:cNvPr>
          <p:cNvSpPr>
            <a:spLocks noGrp="1"/>
          </p:cNvSpPr>
          <p:nvPr/>
        </p:nvSpPr>
        <p:spPr>
          <a:xfrm>
            <a:off x="282860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3646">
            <a:extLst>
              <a:ext uri="{FF2B5EF4-FFF2-40B4-BE49-F238E27FC236}">
                <a16:creationId xmlns:a16="http://schemas.microsoft.com/office/drawing/2014/main" id="{973BF373-CDB4-4468-86EE-A83C165215D5}"/>
              </a:ext>
            </a:extLst>
          </p:cNvPr>
          <p:cNvSpPr>
            <a:spLocks noGrp="1"/>
          </p:cNvSpPr>
          <p:nvPr/>
        </p:nvSpPr>
        <p:spPr>
          <a:xfrm>
            <a:off x="2849705" y="29462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3647">
            <a:extLst>
              <a:ext uri="{FF2B5EF4-FFF2-40B4-BE49-F238E27FC236}">
                <a16:creationId xmlns:a16="http://schemas.microsoft.com/office/drawing/2014/main" id="{28A92A3D-5CBE-4B61-8244-66605031490D}"/>
              </a:ext>
            </a:extLst>
          </p:cNvPr>
          <p:cNvSpPr>
            <a:spLocks noGrp="1"/>
          </p:cNvSpPr>
          <p:nvPr/>
        </p:nvSpPr>
        <p:spPr>
          <a:xfrm>
            <a:off x="280716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3648">
            <a:extLst>
              <a:ext uri="{FF2B5EF4-FFF2-40B4-BE49-F238E27FC236}">
                <a16:creationId xmlns:a16="http://schemas.microsoft.com/office/drawing/2014/main" id="{5E7EE1DA-7945-4920-8CCD-9C33FC7B2AD4}"/>
              </a:ext>
            </a:extLst>
          </p:cNvPr>
          <p:cNvSpPr>
            <a:spLocks noGrp="1"/>
          </p:cNvSpPr>
          <p:nvPr/>
        </p:nvSpPr>
        <p:spPr>
          <a:xfrm>
            <a:off x="2809929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3649">
            <a:extLst>
              <a:ext uri="{FF2B5EF4-FFF2-40B4-BE49-F238E27FC236}">
                <a16:creationId xmlns:a16="http://schemas.microsoft.com/office/drawing/2014/main" id="{C02A702D-E748-4030-8645-1F0ABB230100}"/>
              </a:ext>
            </a:extLst>
          </p:cNvPr>
          <p:cNvSpPr>
            <a:spLocks noGrp="1"/>
          </p:cNvSpPr>
          <p:nvPr/>
        </p:nvSpPr>
        <p:spPr>
          <a:xfrm>
            <a:off x="2892988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3650">
            <a:extLst>
              <a:ext uri="{FF2B5EF4-FFF2-40B4-BE49-F238E27FC236}">
                <a16:creationId xmlns:a16="http://schemas.microsoft.com/office/drawing/2014/main" id="{2C42724A-C647-4648-BD07-63DEE16E95D5}"/>
              </a:ext>
            </a:extLst>
          </p:cNvPr>
          <p:cNvSpPr>
            <a:spLocks noGrp="1"/>
          </p:cNvSpPr>
          <p:nvPr/>
        </p:nvSpPr>
        <p:spPr>
          <a:xfrm>
            <a:off x="278766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3651">
            <a:extLst>
              <a:ext uri="{FF2B5EF4-FFF2-40B4-BE49-F238E27FC236}">
                <a16:creationId xmlns:a16="http://schemas.microsoft.com/office/drawing/2014/main" id="{B249CA76-E79B-4B7E-9FEE-86CC49E13638}"/>
              </a:ext>
            </a:extLst>
          </p:cNvPr>
          <p:cNvSpPr>
            <a:spLocks noGrp="1"/>
          </p:cNvSpPr>
          <p:nvPr/>
        </p:nvSpPr>
        <p:spPr>
          <a:xfrm>
            <a:off x="2896140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3652">
            <a:extLst>
              <a:ext uri="{FF2B5EF4-FFF2-40B4-BE49-F238E27FC236}">
                <a16:creationId xmlns:a16="http://schemas.microsoft.com/office/drawing/2014/main" id="{31DA5F5E-373D-48D5-9DAC-EFCA23D49709}"/>
              </a:ext>
            </a:extLst>
          </p:cNvPr>
          <p:cNvSpPr>
            <a:spLocks noGrp="1"/>
          </p:cNvSpPr>
          <p:nvPr/>
        </p:nvSpPr>
        <p:spPr>
          <a:xfrm>
            <a:off x="2933522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3653">
            <a:extLst>
              <a:ext uri="{FF2B5EF4-FFF2-40B4-BE49-F238E27FC236}">
                <a16:creationId xmlns:a16="http://schemas.microsoft.com/office/drawing/2014/main" id="{841A622D-2607-493B-9434-71B3C6A135A3}"/>
              </a:ext>
            </a:extLst>
          </p:cNvPr>
          <p:cNvSpPr>
            <a:spLocks noGrp="1"/>
          </p:cNvSpPr>
          <p:nvPr/>
        </p:nvSpPr>
        <p:spPr>
          <a:xfrm>
            <a:off x="292015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3654">
            <a:extLst>
              <a:ext uri="{FF2B5EF4-FFF2-40B4-BE49-F238E27FC236}">
                <a16:creationId xmlns:a16="http://schemas.microsoft.com/office/drawing/2014/main" id="{239020A5-0B21-4B05-9B40-6E757247287A}"/>
              </a:ext>
            </a:extLst>
          </p:cNvPr>
          <p:cNvSpPr>
            <a:spLocks noGrp="1"/>
          </p:cNvSpPr>
          <p:nvPr/>
        </p:nvSpPr>
        <p:spPr>
          <a:xfrm>
            <a:off x="2859595" y="3139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3655">
            <a:extLst>
              <a:ext uri="{FF2B5EF4-FFF2-40B4-BE49-F238E27FC236}">
                <a16:creationId xmlns:a16="http://schemas.microsoft.com/office/drawing/2014/main" id="{FA6D2BE7-ECE5-4993-946B-0241D15D6952}"/>
              </a:ext>
            </a:extLst>
          </p:cNvPr>
          <p:cNvSpPr>
            <a:spLocks noGrp="1"/>
          </p:cNvSpPr>
          <p:nvPr/>
        </p:nvSpPr>
        <p:spPr>
          <a:xfrm>
            <a:off x="284639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3656">
            <a:extLst>
              <a:ext uri="{FF2B5EF4-FFF2-40B4-BE49-F238E27FC236}">
                <a16:creationId xmlns:a16="http://schemas.microsoft.com/office/drawing/2014/main" id="{5B471368-3DE9-4779-841F-F86EA2F3ABC9}"/>
              </a:ext>
            </a:extLst>
          </p:cNvPr>
          <p:cNvSpPr>
            <a:spLocks noGrp="1"/>
          </p:cNvSpPr>
          <p:nvPr/>
        </p:nvSpPr>
        <p:spPr>
          <a:xfrm>
            <a:off x="2949098" y="31475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3657">
            <a:extLst>
              <a:ext uri="{FF2B5EF4-FFF2-40B4-BE49-F238E27FC236}">
                <a16:creationId xmlns:a16="http://schemas.microsoft.com/office/drawing/2014/main" id="{717A07B2-1FD0-44C8-9ADB-126345719A62}"/>
              </a:ext>
            </a:extLst>
          </p:cNvPr>
          <p:cNvSpPr>
            <a:spLocks noGrp="1"/>
          </p:cNvSpPr>
          <p:nvPr/>
        </p:nvSpPr>
        <p:spPr>
          <a:xfrm>
            <a:off x="2887487" y="36118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3658">
            <a:extLst>
              <a:ext uri="{FF2B5EF4-FFF2-40B4-BE49-F238E27FC236}">
                <a16:creationId xmlns:a16="http://schemas.microsoft.com/office/drawing/2014/main" id="{F479536C-CD49-4D76-B817-AF501FA2979B}"/>
              </a:ext>
            </a:extLst>
          </p:cNvPr>
          <p:cNvSpPr>
            <a:spLocks noGrp="1"/>
          </p:cNvSpPr>
          <p:nvPr/>
        </p:nvSpPr>
        <p:spPr>
          <a:xfrm>
            <a:off x="2907689" y="24719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3659">
            <a:extLst>
              <a:ext uri="{FF2B5EF4-FFF2-40B4-BE49-F238E27FC236}">
                <a16:creationId xmlns:a16="http://schemas.microsoft.com/office/drawing/2014/main" id="{1DFFF98C-45D2-4C93-AD02-17E6D233B5A4}"/>
              </a:ext>
            </a:extLst>
          </p:cNvPr>
          <p:cNvSpPr>
            <a:spLocks noGrp="1"/>
          </p:cNvSpPr>
          <p:nvPr/>
        </p:nvSpPr>
        <p:spPr>
          <a:xfrm>
            <a:off x="285829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3660">
            <a:extLst>
              <a:ext uri="{FF2B5EF4-FFF2-40B4-BE49-F238E27FC236}">
                <a16:creationId xmlns:a16="http://schemas.microsoft.com/office/drawing/2014/main" id="{58A255CC-E06C-4CDB-B9C2-436A191C43D4}"/>
              </a:ext>
            </a:extLst>
          </p:cNvPr>
          <p:cNvSpPr>
            <a:spLocks noGrp="1"/>
          </p:cNvSpPr>
          <p:nvPr/>
        </p:nvSpPr>
        <p:spPr>
          <a:xfrm>
            <a:off x="291013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3661">
            <a:extLst>
              <a:ext uri="{FF2B5EF4-FFF2-40B4-BE49-F238E27FC236}">
                <a16:creationId xmlns:a16="http://schemas.microsoft.com/office/drawing/2014/main" id="{42CEA24C-D40D-4793-918C-E6935FD766FD}"/>
              </a:ext>
            </a:extLst>
          </p:cNvPr>
          <p:cNvSpPr>
            <a:spLocks noGrp="1"/>
          </p:cNvSpPr>
          <p:nvPr/>
        </p:nvSpPr>
        <p:spPr>
          <a:xfrm>
            <a:off x="290501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3662">
            <a:extLst>
              <a:ext uri="{FF2B5EF4-FFF2-40B4-BE49-F238E27FC236}">
                <a16:creationId xmlns:a16="http://schemas.microsoft.com/office/drawing/2014/main" id="{C59917CB-B163-4F2E-80D1-686DCF3A3BD6}"/>
              </a:ext>
            </a:extLst>
          </p:cNvPr>
          <p:cNvSpPr>
            <a:spLocks noGrp="1"/>
          </p:cNvSpPr>
          <p:nvPr/>
        </p:nvSpPr>
        <p:spPr>
          <a:xfrm>
            <a:off x="2874867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3663">
            <a:extLst>
              <a:ext uri="{FF2B5EF4-FFF2-40B4-BE49-F238E27FC236}">
                <a16:creationId xmlns:a16="http://schemas.microsoft.com/office/drawing/2014/main" id="{F6244242-752E-4AB4-8CFA-DB3F86CA77FD}"/>
              </a:ext>
            </a:extLst>
          </p:cNvPr>
          <p:cNvSpPr>
            <a:spLocks noGrp="1"/>
          </p:cNvSpPr>
          <p:nvPr/>
        </p:nvSpPr>
        <p:spPr>
          <a:xfrm>
            <a:off x="294971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3664">
            <a:extLst>
              <a:ext uri="{FF2B5EF4-FFF2-40B4-BE49-F238E27FC236}">
                <a16:creationId xmlns:a16="http://schemas.microsoft.com/office/drawing/2014/main" id="{A6FBC432-E419-438F-BFE9-4D1C436109C9}"/>
              </a:ext>
            </a:extLst>
          </p:cNvPr>
          <p:cNvSpPr>
            <a:spLocks noGrp="1"/>
          </p:cNvSpPr>
          <p:nvPr/>
        </p:nvSpPr>
        <p:spPr>
          <a:xfrm>
            <a:off x="2860631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3665">
            <a:extLst>
              <a:ext uri="{FF2B5EF4-FFF2-40B4-BE49-F238E27FC236}">
                <a16:creationId xmlns:a16="http://schemas.microsoft.com/office/drawing/2014/main" id="{7CA6750C-00A7-48DC-8668-BCDC1C383AB5}"/>
              </a:ext>
            </a:extLst>
          </p:cNvPr>
          <p:cNvSpPr>
            <a:spLocks noGrp="1"/>
          </p:cNvSpPr>
          <p:nvPr/>
        </p:nvSpPr>
        <p:spPr>
          <a:xfrm>
            <a:off x="2861351" y="24066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3666">
            <a:extLst>
              <a:ext uri="{FF2B5EF4-FFF2-40B4-BE49-F238E27FC236}">
                <a16:creationId xmlns:a16="http://schemas.microsoft.com/office/drawing/2014/main" id="{FEB720EC-FA7B-4C3E-8C22-D8130CF99E9C}"/>
              </a:ext>
            </a:extLst>
          </p:cNvPr>
          <p:cNvSpPr>
            <a:spLocks noGrp="1"/>
          </p:cNvSpPr>
          <p:nvPr/>
        </p:nvSpPr>
        <p:spPr>
          <a:xfrm>
            <a:off x="2910358" y="3339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3667">
            <a:extLst>
              <a:ext uri="{FF2B5EF4-FFF2-40B4-BE49-F238E27FC236}">
                <a16:creationId xmlns:a16="http://schemas.microsoft.com/office/drawing/2014/main" id="{7A6BB899-8062-435B-A096-2DA8D462579D}"/>
              </a:ext>
            </a:extLst>
          </p:cNvPr>
          <p:cNvSpPr>
            <a:spLocks noGrp="1"/>
          </p:cNvSpPr>
          <p:nvPr/>
        </p:nvSpPr>
        <p:spPr>
          <a:xfrm>
            <a:off x="2854838" y="24421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3668">
            <a:extLst>
              <a:ext uri="{FF2B5EF4-FFF2-40B4-BE49-F238E27FC236}">
                <a16:creationId xmlns:a16="http://schemas.microsoft.com/office/drawing/2014/main" id="{4BAF95AA-34D2-4EB3-A4C3-5AD8B0BCFFA4}"/>
              </a:ext>
            </a:extLst>
          </p:cNvPr>
          <p:cNvSpPr>
            <a:spLocks noGrp="1"/>
          </p:cNvSpPr>
          <p:nvPr/>
        </p:nvSpPr>
        <p:spPr>
          <a:xfrm>
            <a:off x="2916632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3669">
            <a:extLst>
              <a:ext uri="{FF2B5EF4-FFF2-40B4-BE49-F238E27FC236}">
                <a16:creationId xmlns:a16="http://schemas.microsoft.com/office/drawing/2014/main" id="{035E208A-F7DD-4E37-88A4-BE8A06F53D92}"/>
              </a:ext>
            </a:extLst>
          </p:cNvPr>
          <p:cNvSpPr>
            <a:spLocks noGrp="1"/>
          </p:cNvSpPr>
          <p:nvPr/>
        </p:nvSpPr>
        <p:spPr>
          <a:xfrm>
            <a:off x="2891955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3670">
            <a:extLst>
              <a:ext uri="{FF2B5EF4-FFF2-40B4-BE49-F238E27FC236}">
                <a16:creationId xmlns:a16="http://schemas.microsoft.com/office/drawing/2014/main" id="{353D12A4-CD28-4025-AB7A-E7E659B6C11C}"/>
              </a:ext>
            </a:extLst>
          </p:cNvPr>
          <p:cNvSpPr>
            <a:spLocks noGrp="1"/>
          </p:cNvSpPr>
          <p:nvPr/>
        </p:nvSpPr>
        <p:spPr>
          <a:xfrm>
            <a:off x="2800997" y="31687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3671">
            <a:extLst>
              <a:ext uri="{FF2B5EF4-FFF2-40B4-BE49-F238E27FC236}">
                <a16:creationId xmlns:a16="http://schemas.microsoft.com/office/drawing/2014/main" id="{068247D7-1BD1-4140-82AD-0E5C92491CCE}"/>
              </a:ext>
            </a:extLst>
          </p:cNvPr>
          <p:cNvSpPr>
            <a:spLocks noGrp="1"/>
          </p:cNvSpPr>
          <p:nvPr/>
        </p:nvSpPr>
        <p:spPr>
          <a:xfrm>
            <a:off x="2810745" y="25907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3672">
            <a:extLst>
              <a:ext uri="{FF2B5EF4-FFF2-40B4-BE49-F238E27FC236}">
                <a16:creationId xmlns:a16="http://schemas.microsoft.com/office/drawing/2014/main" id="{96431CF5-7CE3-406C-B4C5-B5B131A22E38}"/>
              </a:ext>
            </a:extLst>
          </p:cNvPr>
          <p:cNvSpPr>
            <a:spLocks noGrp="1"/>
          </p:cNvSpPr>
          <p:nvPr/>
        </p:nvSpPr>
        <p:spPr>
          <a:xfrm>
            <a:off x="290413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3673">
            <a:extLst>
              <a:ext uri="{FF2B5EF4-FFF2-40B4-BE49-F238E27FC236}">
                <a16:creationId xmlns:a16="http://schemas.microsoft.com/office/drawing/2014/main" id="{30314A12-09E1-4F6A-8B31-963ACE5F94E4}"/>
              </a:ext>
            </a:extLst>
          </p:cNvPr>
          <p:cNvSpPr>
            <a:spLocks noGrp="1"/>
          </p:cNvSpPr>
          <p:nvPr/>
        </p:nvSpPr>
        <p:spPr>
          <a:xfrm>
            <a:off x="280913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3674">
            <a:extLst>
              <a:ext uri="{FF2B5EF4-FFF2-40B4-BE49-F238E27FC236}">
                <a16:creationId xmlns:a16="http://schemas.microsoft.com/office/drawing/2014/main" id="{C7A278AB-A657-408C-B8E4-618649171815}"/>
              </a:ext>
            </a:extLst>
          </p:cNvPr>
          <p:cNvSpPr>
            <a:spLocks noGrp="1"/>
          </p:cNvSpPr>
          <p:nvPr/>
        </p:nvSpPr>
        <p:spPr>
          <a:xfrm>
            <a:off x="2793811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3675">
            <a:extLst>
              <a:ext uri="{FF2B5EF4-FFF2-40B4-BE49-F238E27FC236}">
                <a16:creationId xmlns:a16="http://schemas.microsoft.com/office/drawing/2014/main" id="{D9982FC7-BB74-4F7C-A8BE-6B706A7FB222}"/>
              </a:ext>
            </a:extLst>
          </p:cNvPr>
          <p:cNvSpPr>
            <a:spLocks noGrp="1"/>
          </p:cNvSpPr>
          <p:nvPr/>
        </p:nvSpPr>
        <p:spPr>
          <a:xfrm>
            <a:off x="280866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3676">
            <a:extLst>
              <a:ext uri="{FF2B5EF4-FFF2-40B4-BE49-F238E27FC236}">
                <a16:creationId xmlns:a16="http://schemas.microsoft.com/office/drawing/2014/main" id="{80BD42B1-4827-4953-86D1-188D88FBBD7B}"/>
              </a:ext>
            </a:extLst>
          </p:cNvPr>
          <p:cNvSpPr>
            <a:spLocks noGrp="1"/>
          </p:cNvSpPr>
          <p:nvPr/>
        </p:nvSpPr>
        <p:spPr>
          <a:xfrm>
            <a:off x="2839040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3677">
            <a:extLst>
              <a:ext uri="{FF2B5EF4-FFF2-40B4-BE49-F238E27FC236}">
                <a16:creationId xmlns:a16="http://schemas.microsoft.com/office/drawing/2014/main" id="{65424071-974A-4899-9F69-6214A48921B3}"/>
              </a:ext>
            </a:extLst>
          </p:cNvPr>
          <p:cNvSpPr>
            <a:spLocks noGrp="1"/>
          </p:cNvSpPr>
          <p:nvPr/>
        </p:nvSpPr>
        <p:spPr>
          <a:xfrm>
            <a:off x="2855710" y="325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3678">
            <a:extLst>
              <a:ext uri="{FF2B5EF4-FFF2-40B4-BE49-F238E27FC236}">
                <a16:creationId xmlns:a16="http://schemas.microsoft.com/office/drawing/2014/main" id="{91795A65-2E96-4398-B816-C62D5D12F642}"/>
              </a:ext>
            </a:extLst>
          </p:cNvPr>
          <p:cNvSpPr>
            <a:spLocks noGrp="1"/>
          </p:cNvSpPr>
          <p:nvPr/>
        </p:nvSpPr>
        <p:spPr>
          <a:xfrm>
            <a:off x="2806285" y="292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3679">
            <a:extLst>
              <a:ext uri="{FF2B5EF4-FFF2-40B4-BE49-F238E27FC236}">
                <a16:creationId xmlns:a16="http://schemas.microsoft.com/office/drawing/2014/main" id="{679F388E-EF4E-4EFC-A4AA-E7A91B6B7F90}"/>
              </a:ext>
            </a:extLst>
          </p:cNvPr>
          <p:cNvSpPr>
            <a:spLocks noGrp="1"/>
          </p:cNvSpPr>
          <p:nvPr/>
        </p:nvSpPr>
        <p:spPr>
          <a:xfrm>
            <a:off x="281737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3680">
            <a:extLst>
              <a:ext uri="{FF2B5EF4-FFF2-40B4-BE49-F238E27FC236}">
                <a16:creationId xmlns:a16="http://schemas.microsoft.com/office/drawing/2014/main" id="{1A6430E0-8BD0-4E16-87C2-A9D4592D25E1}"/>
              </a:ext>
            </a:extLst>
          </p:cNvPr>
          <p:cNvSpPr>
            <a:spLocks noGrp="1"/>
          </p:cNvSpPr>
          <p:nvPr/>
        </p:nvSpPr>
        <p:spPr>
          <a:xfrm>
            <a:off x="2956012" y="28586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3681">
            <a:extLst>
              <a:ext uri="{FF2B5EF4-FFF2-40B4-BE49-F238E27FC236}">
                <a16:creationId xmlns:a16="http://schemas.microsoft.com/office/drawing/2014/main" id="{7A71E635-5062-437B-99BC-862E8715F287}"/>
              </a:ext>
            </a:extLst>
          </p:cNvPr>
          <p:cNvSpPr>
            <a:spLocks noGrp="1"/>
          </p:cNvSpPr>
          <p:nvPr/>
        </p:nvSpPr>
        <p:spPr>
          <a:xfrm>
            <a:off x="2876143" y="2976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3682">
            <a:extLst>
              <a:ext uri="{FF2B5EF4-FFF2-40B4-BE49-F238E27FC236}">
                <a16:creationId xmlns:a16="http://schemas.microsoft.com/office/drawing/2014/main" id="{9A9A1E0D-15C1-4F3A-A928-95199F10433F}"/>
              </a:ext>
            </a:extLst>
          </p:cNvPr>
          <p:cNvSpPr>
            <a:spLocks noGrp="1"/>
          </p:cNvSpPr>
          <p:nvPr/>
        </p:nvSpPr>
        <p:spPr>
          <a:xfrm>
            <a:off x="292345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3683">
            <a:extLst>
              <a:ext uri="{FF2B5EF4-FFF2-40B4-BE49-F238E27FC236}">
                <a16:creationId xmlns:a16="http://schemas.microsoft.com/office/drawing/2014/main" id="{D0C4F990-A3FC-4611-9799-DB4F460A736E}"/>
              </a:ext>
            </a:extLst>
          </p:cNvPr>
          <p:cNvSpPr>
            <a:spLocks noGrp="1"/>
          </p:cNvSpPr>
          <p:nvPr/>
        </p:nvSpPr>
        <p:spPr>
          <a:xfrm>
            <a:off x="2822320" y="33361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3684">
            <a:extLst>
              <a:ext uri="{FF2B5EF4-FFF2-40B4-BE49-F238E27FC236}">
                <a16:creationId xmlns:a16="http://schemas.microsoft.com/office/drawing/2014/main" id="{49E62E92-7EC6-428C-8730-CA6073CC0701}"/>
              </a:ext>
            </a:extLst>
          </p:cNvPr>
          <p:cNvSpPr>
            <a:spLocks noGrp="1"/>
          </p:cNvSpPr>
          <p:nvPr/>
        </p:nvSpPr>
        <p:spPr>
          <a:xfrm>
            <a:off x="2782892" y="35861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3685">
            <a:extLst>
              <a:ext uri="{FF2B5EF4-FFF2-40B4-BE49-F238E27FC236}">
                <a16:creationId xmlns:a16="http://schemas.microsoft.com/office/drawing/2014/main" id="{E889411A-1A57-409D-BE54-90BDC2BFAB53}"/>
              </a:ext>
            </a:extLst>
          </p:cNvPr>
          <p:cNvSpPr>
            <a:spLocks noGrp="1"/>
          </p:cNvSpPr>
          <p:nvPr/>
        </p:nvSpPr>
        <p:spPr>
          <a:xfrm>
            <a:off x="282940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3686">
            <a:extLst>
              <a:ext uri="{FF2B5EF4-FFF2-40B4-BE49-F238E27FC236}">
                <a16:creationId xmlns:a16="http://schemas.microsoft.com/office/drawing/2014/main" id="{6657A0E2-9D68-4645-9D47-884A7C67171F}"/>
              </a:ext>
            </a:extLst>
          </p:cNvPr>
          <p:cNvSpPr>
            <a:spLocks noGrp="1"/>
          </p:cNvSpPr>
          <p:nvPr/>
        </p:nvSpPr>
        <p:spPr>
          <a:xfrm>
            <a:off x="292604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3687">
            <a:extLst>
              <a:ext uri="{FF2B5EF4-FFF2-40B4-BE49-F238E27FC236}">
                <a16:creationId xmlns:a16="http://schemas.microsoft.com/office/drawing/2014/main" id="{0ACA5CD4-346A-4C78-A394-0BD1A1B2F997}"/>
              </a:ext>
            </a:extLst>
          </p:cNvPr>
          <p:cNvSpPr>
            <a:spLocks noGrp="1"/>
          </p:cNvSpPr>
          <p:nvPr/>
        </p:nvSpPr>
        <p:spPr>
          <a:xfrm>
            <a:off x="289952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3688">
            <a:extLst>
              <a:ext uri="{FF2B5EF4-FFF2-40B4-BE49-F238E27FC236}">
                <a16:creationId xmlns:a16="http://schemas.microsoft.com/office/drawing/2014/main" id="{AE5CCFD0-0AD5-46FA-82CA-6503D024132A}"/>
              </a:ext>
            </a:extLst>
          </p:cNvPr>
          <p:cNvSpPr>
            <a:spLocks noGrp="1"/>
          </p:cNvSpPr>
          <p:nvPr/>
        </p:nvSpPr>
        <p:spPr>
          <a:xfrm>
            <a:off x="2923650" y="2994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3689">
            <a:extLst>
              <a:ext uri="{FF2B5EF4-FFF2-40B4-BE49-F238E27FC236}">
                <a16:creationId xmlns:a16="http://schemas.microsoft.com/office/drawing/2014/main" id="{E0B143B7-E7EF-4DB9-B1C1-B2E43D1C539C}"/>
              </a:ext>
            </a:extLst>
          </p:cNvPr>
          <p:cNvSpPr>
            <a:spLocks noGrp="1"/>
          </p:cNvSpPr>
          <p:nvPr/>
        </p:nvSpPr>
        <p:spPr>
          <a:xfrm>
            <a:off x="281150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3690">
            <a:extLst>
              <a:ext uri="{FF2B5EF4-FFF2-40B4-BE49-F238E27FC236}">
                <a16:creationId xmlns:a16="http://schemas.microsoft.com/office/drawing/2014/main" id="{BC3ADDE7-5D07-4D6F-91F9-3D34E654AF82}"/>
              </a:ext>
            </a:extLst>
          </p:cNvPr>
          <p:cNvSpPr>
            <a:spLocks noGrp="1"/>
          </p:cNvSpPr>
          <p:nvPr/>
        </p:nvSpPr>
        <p:spPr>
          <a:xfrm>
            <a:off x="2801522" y="3609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3691">
            <a:extLst>
              <a:ext uri="{FF2B5EF4-FFF2-40B4-BE49-F238E27FC236}">
                <a16:creationId xmlns:a16="http://schemas.microsoft.com/office/drawing/2014/main" id="{599E1BA5-EC2C-4895-A0C0-DA6CEFEAA06C}"/>
              </a:ext>
            </a:extLst>
          </p:cNvPr>
          <p:cNvSpPr>
            <a:spLocks noGrp="1"/>
          </p:cNvSpPr>
          <p:nvPr/>
        </p:nvSpPr>
        <p:spPr>
          <a:xfrm>
            <a:off x="313313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3692">
            <a:extLst>
              <a:ext uri="{FF2B5EF4-FFF2-40B4-BE49-F238E27FC236}">
                <a16:creationId xmlns:a16="http://schemas.microsoft.com/office/drawing/2014/main" id="{E8C4D363-A35B-471E-85EB-90968C69BC4D}"/>
              </a:ext>
            </a:extLst>
          </p:cNvPr>
          <p:cNvSpPr>
            <a:spLocks noGrp="1"/>
          </p:cNvSpPr>
          <p:nvPr/>
        </p:nvSpPr>
        <p:spPr>
          <a:xfrm>
            <a:off x="320980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3693">
            <a:extLst>
              <a:ext uri="{FF2B5EF4-FFF2-40B4-BE49-F238E27FC236}">
                <a16:creationId xmlns:a16="http://schemas.microsoft.com/office/drawing/2014/main" id="{1E97FB24-1A79-4AC9-B44B-47D6A281D72E}"/>
              </a:ext>
            </a:extLst>
          </p:cNvPr>
          <p:cNvSpPr>
            <a:spLocks noGrp="1"/>
          </p:cNvSpPr>
          <p:nvPr/>
        </p:nvSpPr>
        <p:spPr>
          <a:xfrm>
            <a:off x="323779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3694">
            <a:extLst>
              <a:ext uri="{FF2B5EF4-FFF2-40B4-BE49-F238E27FC236}">
                <a16:creationId xmlns:a16="http://schemas.microsoft.com/office/drawing/2014/main" id="{3F7DD88F-69AE-441C-871C-61183F4DD204}"/>
              </a:ext>
            </a:extLst>
          </p:cNvPr>
          <p:cNvSpPr>
            <a:spLocks noGrp="1"/>
          </p:cNvSpPr>
          <p:nvPr/>
        </p:nvSpPr>
        <p:spPr>
          <a:xfrm>
            <a:off x="3144926" y="3532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3695">
            <a:extLst>
              <a:ext uri="{FF2B5EF4-FFF2-40B4-BE49-F238E27FC236}">
                <a16:creationId xmlns:a16="http://schemas.microsoft.com/office/drawing/2014/main" id="{DDCF2E8F-C593-4BFA-92EE-382CA4A61F83}"/>
              </a:ext>
            </a:extLst>
          </p:cNvPr>
          <p:cNvSpPr>
            <a:spLocks noGrp="1"/>
          </p:cNvSpPr>
          <p:nvPr/>
        </p:nvSpPr>
        <p:spPr>
          <a:xfrm>
            <a:off x="3237792" y="2639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3696">
            <a:extLst>
              <a:ext uri="{FF2B5EF4-FFF2-40B4-BE49-F238E27FC236}">
                <a16:creationId xmlns:a16="http://schemas.microsoft.com/office/drawing/2014/main" id="{493096B9-A357-472B-91E7-B44B6C1CC2A0}"/>
              </a:ext>
            </a:extLst>
          </p:cNvPr>
          <p:cNvSpPr>
            <a:spLocks noGrp="1"/>
          </p:cNvSpPr>
          <p:nvPr/>
        </p:nvSpPr>
        <p:spPr>
          <a:xfrm>
            <a:off x="323418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3697">
            <a:extLst>
              <a:ext uri="{FF2B5EF4-FFF2-40B4-BE49-F238E27FC236}">
                <a16:creationId xmlns:a16="http://schemas.microsoft.com/office/drawing/2014/main" id="{1269E148-6BED-44C8-96AD-6A9FA4736B7E}"/>
              </a:ext>
            </a:extLst>
          </p:cNvPr>
          <p:cNvSpPr>
            <a:spLocks noGrp="1"/>
          </p:cNvSpPr>
          <p:nvPr/>
        </p:nvSpPr>
        <p:spPr>
          <a:xfrm>
            <a:off x="311969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3698">
            <a:extLst>
              <a:ext uri="{FF2B5EF4-FFF2-40B4-BE49-F238E27FC236}">
                <a16:creationId xmlns:a16="http://schemas.microsoft.com/office/drawing/2014/main" id="{70B7A6C3-17C9-4085-AC3D-3A34677AEFE6}"/>
              </a:ext>
            </a:extLst>
          </p:cNvPr>
          <p:cNvSpPr>
            <a:spLocks noGrp="1"/>
          </p:cNvSpPr>
          <p:nvPr/>
        </p:nvSpPr>
        <p:spPr>
          <a:xfrm>
            <a:off x="316681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3699">
            <a:extLst>
              <a:ext uri="{FF2B5EF4-FFF2-40B4-BE49-F238E27FC236}">
                <a16:creationId xmlns:a16="http://schemas.microsoft.com/office/drawing/2014/main" id="{A61A655E-CF16-49D7-9C04-FA908A15D359}"/>
              </a:ext>
            </a:extLst>
          </p:cNvPr>
          <p:cNvSpPr>
            <a:spLocks noGrp="1"/>
          </p:cNvSpPr>
          <p:nvPr/>
        </p:nvSpPr>
        <p:spPr>
          <a:xfrm>
            <a:off x="3193125" y="33978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3700">
            <a:extLst>
              <a:ext uri="{FF2B5EF4-FFF2-40B4-BE49-F238E27FC236}">
                <a16:creationId xmlns:a16="http://schemas.microsoft.com/office/drawing/2014/main" id="{0E497ADA-030A-4438-9CF6-ABF1B519B8E4}"/>
              </a:ext>
            </a:extLst>
          </p:cNvPr>
          <p:cNvSpPr>
            <a:spLocks noGrp="1"/>
          </p:cNvSpPr>
          <p:nvPr/>
        </p:nvSpPr>
        <p:spPr>
          <a:xfrm>
            <a:off x="318790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3701">
            <a:extLst>
              <a:ext uri="{FF2B5EF4-FFF2-40B4-BE49-F238E27FC236}">
                <a16:creationId xmlns:a16="http://schemas.microsoft.com/office/drawing/2014/main" id="{4CA343FB-7767-46C7-83FC-6D90017FF49F}"/>
              </a:ext>
            </a:extLst>
          </p:cNvPr>
          <p:cNvSpPr>
            <a:spLocks noGrp="1"/>
          </p:cNvSpPr>
          <p:nvPr/>
        </p:nvSpPr>
        <p:spPr>
          <a:xfrm>
            <a:off x="3072657" y="26676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3702">
            <a:extLst>
              <a:ext uri="{FF2B5EF4-FFF2-40B4-BE49-F238E27FC236}">
                <a16:creationId xmlns:a16="http://schemas.microsoft.com/office/drawing/2014/main" id="{3635BC04-85E4-4066-9E9F-79B216618501}"/>
              </a:ext>
            </a:extLst>
          </p:cNvPr>
          <p:cNvSpPr>
            <a:spLocks noGrp="1"/>
          </p:cNvSpPr>
          <p:nvPr/>
        </p:nvSpPr>
        <p:spPr>
          <a:xfrm>
            <a:off x="321210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3703">
            <a:extLst>
              <a:ext uri="{FF2B5EF4-FFF2-40B4-BE49-F238E27FC236}">
                <a16:creationId xmlns:a16="http://schemas.microsoft.com/office/drawing/2014/main" id="{FFBF40A5-7995-4A75-864E-5A9805A65045}"/>
              </a:ext>
            </a:extLst>
          </p:cNvPr>
          <p:cNvSpPr>
            <a:spLocks noGrp="1"/>
          </p:cNvSpPr>
          <p:nvPr/>
        </p:nvSpPr>
        <p:spPr>
          <a:xfrm>
            <a:off x="316632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3704">
            <a:extLst>
              <a:ext uri="{FF2B5EF4-FFF2-40B4-BE49-F238E27FC236}">
                <a16:creationId xmlns:a16="http://schemas.microsoft.com/office/drawing/2014/main" id="{6B7A31D2-4C16-48ED-96D8-DBDED6D6101D}"/>
              </a:ext>
            </a:extLst>
          </p:cNvPr>
          <p:cNvSpPr>
            <a:spLocks noGrp="1"/>
          </p:cNvSpPr>
          <p:nvPr/>
        </p:nvSpPr>
        <p:spPr>
          <a:xfrm>
            <a:off x="3202104" y="2336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3705">
            <a:extLst>
              <a:ext uri="{FF2B5EF4-FFF2-40B4-BE49-F238E27FC236}">
                <a16:creationId xmlns:a16="http://schemas.microsoft.com/office/drawing/2014/main" id="{A3F20E2F-E99E-46D0-AA04-EB64A64EDA1E}"/>
              </a:ext>
            </a:extLst>
          </p:cNvPr>
          <p:cNvSpPr>
            <a:spLocks noGrp="1"/>
          </p:cNvSpPr>
          <p:nvPr/>
        </p:nvSpPr>
        <p:spPr>
          <a:xfrm>
            <a:off x="3229471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3706">
            <a:extLst>
              <a:ext uri="{FF2B5EF4-FFF2-40B4-BE49-F238E27FC236}">
                <a16:creationId xmlns:a16="http://schemas.microsoft.com/office/drawing/2014/main" id="{06C22287-C6A4-4EA2-9956-ED22D8ADD33E}"/>
              </a:ext>
            </a:extLst>
          </p:cNvPr>
          <p:cNvSpPr>
            <a:spLocks noGrp="1"/>
          </p:cNvSpPr>
          <p:nvPr/>
        </p:nvSpPr>
        <p:spPr>
          <a:xfrm>
            <a:off x="316025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3707">
            <a:extLst>
              <a:ext uri="{FF2B5EF4-FFF2-40B4-BE49-F238E27FC236}">
                <a16:creationId xmlns:a16="http://schemas.microsoft.com/office/drawing/2014/main" id="{0DAC1B88-FF4E-4052-934E-2E2038B798A8}"/>
              </a:ext>
            </a:extLst>
          </p:cNvPr>
          <p:cNvSpPr>
            <a:spLocks noGrp="1"/>
          </p:cNvSpPr>
          <p:nvPr/>
        </p:nvSpPr>
        <p:spPr>
          <a:xfrm>
            <a:off x="3141958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3708">
            <a:extLst>
              <a:ext uri="{FF2B5EF4-FFF2-40B4-BE49-F238E27FC236}">
                <a16:creationId xmlns:a16="http://schemas.microsoft.com/office/drawing/2014/main" id="{DF7CED31-B2E7-428B-BD84-680A7AA303F4}"/>
              </a:ext>
            </a:extLst>
          </p:cNvPr>
          <p:cNvSpPr>
            <a:spLocks noGrp="1"/>
          </p:cNvSpPr>
          <p:nvPr/>
        </p:nvSpPr>
        <p:spPr>
          <a:xfrm>
            <a:off x="308437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3709">
            <a:extLst>
              <a:ext uri="{FF2B5EF4-FFF2-40B4-BE49-F238E27FC236}">
                <a16:creationId xmlns:a16="http://schemas.microsoft.com/office/drawing/2014/main" id="{9FA9D548-6A3A-4A4D-97CA-A0A7F191D480}"/>
              </a:ext>
            </a:extLst>
          </p:cNvPr>
          <p:cNvSpPr>
            <a:spLocks noGrp="1"/>
          </p:cNvSpPr>
          <p:nvPr/>
        </p:nvSpPr>
        <p:spPr>
          <a:xfrm>
            <a:off x="316219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3710">
            <a:extLst>
              <a:ext uri="{FF2B5EF4-FFF2-40B4-BE49-F238E27FC236}">
                <a16:creationId xmlns:a16="http://schemas.microsoft.com/office/drawing/2014/main" id="{19420897-CCB2-4576-845A-7BAD4A633A93}"/>
              </a:ext>
            </a:extLst>
          </p:cNvPr>
          <p:cNvSpPr>
            <a:spLocks noGrp="1"/>
          </p:cNvSpPr>
          <p:nvPr/>
        </p:nvSpPr>
        <p:spPr>
          <a:xfrm>
            <a:off x="317534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3711">
            <a:extLst>
              <a:ext uri="{FF2B5EF4-FFF2-40B4-BE49-F238E27FC236}">
                <a16:creationId xmlns:a16="http://schemas.microsoft.com/office/drawing/2014/main" id="{C165747C-8117-43B9-A800-9CB69CCE66FC}"/>
              </a:ext>
            </a:extLst>
          </p:cNvPr>
          <p:cNvSpPr>
            <a:spLocks noGrp="1"/>
          </p:cNvSpPr>
          <p:nvPr/>
        </p:nvSpPr>
        <p:spPr>
          <a:xfrm>
            <a:off x="3128851" y="2569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3712">
            <a:extLst>
              <a:ext uri="{FF2B5EF4-FFF2-40B4-BE49-F238E27FC236}">
                <a16:creationId xmlns:a16="http://schemas.microsoft.com/office/drawing/2014/main" id="{E9BF04E5-62C6-46E7-AFCF-BA0586E804A1}"/>
              </a:ext>
            </a:extLst>
          </p:cNvPr>
          <p:cNvSpPr>
            <a:spLocks noGrp="1"/>
          </p:cNvSpPr>
          <p:nvPr/>
        </p:nvSpPr>
        <p:spPr>
          <a:xfrm>
            <a:off x="314375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3713">
            <a:extLst>
              <a:ext uri="{FF2B5EF4-FFF2-40B4-BE49-F238E27FC236}">
                <a16:creationId xmlns:a16="http://schemas.microsoft.com/office/drawing/2014/main" id="{AF61B2F4-FE40-4445-A9DE-4A7248C12AF0}"/>
              </a:ext>
            </a:extLst>
          </p:cNvPr>
          <p:cNvSpPr>
            <a:spLocks noGrp="1"/>
          </p:cNvSpPr>
          <p:nvPr/>
        </p:nvSpPr>
        <p:spPr>
          <a:xfrm>
            <a:off x="3229887" y="2205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3714">
            <a:extLst>
              <a:ext uri="{FF2B5EF4-FFF2-40B4-BE49-F238E27FC236}">
                <a16:creationId xmlns:a16="http://schemas.microsoft.com/office/drawing/2014/main" id="{7E28C019-4C56-4F36-9CDE-4B6A527F683A}"/>
              </a:ext>
            </a:extLst>
          </p:cNvPr>
          <p:cNvSpPr>
            <a:spLocks noGrp="1"/>
          </p:cNvSpPr>
          <p:nvPr/>
        </p:nvSpPr>
        <p:spPr>
          <a:xfrm>
            <a:off x="3103847" y="25425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3715">
            <a:extLst>
              <a:ext uri="{FF2B5EF4-FFF2-40B4-BE49-F238E27FC236}">
                <a16:creationId xmlns:a16="http://schemas.microsoft.com/office/drawing/2014/main" id="{3E66A19B-B2D6-4C30-BE0B-FD119AD5661F}"/>
              </a:ext>
            </a:extLst>
          </p:cNvPr>
          <p:cNvSpPr>
            <a:spLocks noGrp="1"/>
          </p:cNvSpPr>
          <p:nvPr/>
        </p:nvSpPr>
        <p:spPr>
          <a:xfrm>
            <a:off x="3077921" y="2976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3716">
            <a:extLst>
              <a:ext uri="{FF2B5EF4-FFF2-40B4-BE49-F238E27FC236}">
                <a16:creationId xmlns:a16="http://schemas.microsoft.com/office/drawing/2014/main" id="{C317A9E1-D038-477B-83DA-9E3B810CE97A}"/>
              </a:ext>
            </a:extLst>
          </p:cNvPr>
          <p:cNvSpPr>
            <a:spLocks noGrp="1"/>
          </p:cNvSpPr>
          <p:nvPr/>
        </p:nvSpPr>
        <p:spPr>
          <a:xfrm>
            <a:off x="314024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3717">
            <a:extLst>
              <a:ext uri="{FF2B5EF4-FFF2-40B4-BE49-F238E27FC236}">
                <a16:creationId xmlns:a16="http://schemas.microsoft.com/office/drawing/2014/main" id="{65635A84-711E-44F2-99DF-888B1B5C68E7}"/>
              </a:ext>
            </a:extLst>
          </p:cNvPr>
          <p:cNvSpPr>
            <a:spLocks noGrp="1"/>
          </p:cNvSpPr>
          <p:nvPr/>
        </p:nvSpPr>
        <p:spPr>
          <a:xfrm>
            <a:off x="3134219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3718">
            <a:extLst>
              <a:ext uri="{FF2B5EF4-FFF2-40B4-BE49-F238E27FC236}">
                <a16:creationId xmlns:a16="http://schemas.microsoft.com/office/drawing/2014/main" id="{ECC3B6AB-CDA4-4BBD-9CC9-C8A44E715D80}"/>
              </a:ext>
            </a:extLst>
          </p:cNvPr>
          <p:cNvSpPr>
            <a:spLocks noGrp="1"/>
          </p:cNvSpPr>
          <p:nvPr/>
        </p:nvSpPr>
        <p:spPr>
          <a:xfrm>
            <a:off x="3178053" y="33117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3719">
            <a:extLst>
              <a:ext uri="{FF2B5EF4-FFF2-40B4-BE49-F238E27FC236}">
                <a16:creationId xmlns:a16="http://schemas.microsoft.com/office/drawing/2014/main" id="{EB08E766-CE0B-42DE-9A7F-51A4BCB6D5B3}"/>
              </a:ext>
            </a:extLst>
          </p:cNvPr>
          <p:cNvSpPr>
            <a:spLocks noGrp="1"/>
          </p:cNvSpPr>
          <p:nvPr/>
        </p:nvSpPr>
        <p:spPr>
          <a:xfrm>
            <a:off x="3222752" y="31962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3720">
            <a:extLst>
              <a:ext uri="{FF2B5EF4-FFF2-40B4-BE49-F238E27FC236}">
                <a16:creationId xmlns:a16="http://schemas.microsoft.com/office/drawing/2014/main" id="{68327E92-C4C9-4423-A833-ACEABF430D85}"/>
              </a:ext>
            </a:extLst>
          </p:cNvPr>
          <p:cNvSpPr>
            <a:spLocks noGrp="1"/>
          </p:cNvSpPr>
          <p:nvPr/>
        </p:nvSpPr>
        <p:spPr>
          <a:xfrm>
            <a:off x="313033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3721">
            <a:extLst>
              <a:ext uri="{FF2B5EF4-FFF2-40B4-BE49-F238E27FC236}">
                <a16:creationId xmlns:a16="http://schemas.microsoft.com/office/drawing/2014/main" id="{0AAC392F-E68D-420F-8545-DA2940E291BE}"/>
              </a:ext>
            </a:extLst>
          </p:cNvPr>
          <p:cNvSpPr>
            <a:spLocks noGrp="1"/>
          </p:cNvSpPr>
          <p:nvPr/>
        </p:nvSpPr>
        <p:spPr>
          <a:xfrm>
            <a:off x="308616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3722">
            <a:extLst>
              <a:ext uri="{FF2B5EF4-FFF2-40B4-BE49-F238E27FC236}">
                <a16:creationId xmlns:a16="http://schemas.microsoft.com/office/drawing/2014/main" id="{7B101056-D6EA-48C7-86E9-0CC6B248DD38}"/>
              </a:ext>
            </a:extLst>
          </p:cNvPr>
          <p:cNvSpPr>
            <a:spLocks noGrp="1"/>
          </p:cNvSpPr>
          <p:nvPr/>
        </p:nvSpPr>
        <p:spPr>
          <a:xfrm>
            <a:off x="3197998" y="3056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3723">
            <a:extLst>
              <a:ext uri="{FF2B5EF4-FFF2-40B4-BE49-F238E27FC236}">
                <a16:creationId xmlns:a16="http://schemas.microsoft.com/office/drawing/2014/main" id="{ED07F300-CF3A-446E-842C-BC14D6DCA3B0}"/>
              </a:ext>
            </a:extLst>
          </p:cNvPr>
          <p:cNvSpPr>
            <a:spLocks noGrp="1"/>
          </p:cNvSpPr>
          <p:nvPr/>
        </p:nvSpPr>
        <p:spPr>
          <a:xfrm>
            <a:off x="3169737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3724">
            <a:extLst>
              <a:ext uri="{FF2B5EF4-FFF2-40B4-BE49-F238E27FC236}">
                <a16:creationId xmlns:a16="http://schemas.microsoft.com/office/drawing/2014/main" id="{C85D8858-CEBD-48C8-A6D7-CD03CBD0682D}"/>
              </a:ext>
            </a:extLst>
          </p:cNvPr>
          <p:cNvSpPr>
            <a:spLocks noGrp="1"/>
          </p:cNvSpPr>
          <p:nvPr/>
        </p:nvSpPr>
        <p:spPr>
          <a:xfrm>
            <a:off x="3189222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3725">
            <a:extLst>
              <a:ext uri="{FF2B5EF4-FFF2-40B4-BE49-F238E27FC236}">
                <a16:creationId xmlns:a16="http://schemas.microsoft.com/office/drawing/2014/main" id="{1BDBC921-0988-4F97-BE2E-B10AC8EF5018}"/>
              </a:ext>
            </a:extLst>
          </p:cNvPr>
          <p:cNvSpPr>
            <a:spLocks noGrp="1"/>
          </p:cNvSpPr>
          <p:nvPr/>
        </p:nvSpPr>
        <p:spPr>
          <a:xfrm>
            <a:off x="322019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3726">
            <a:extLst>
              <a:ext uri="{FF2B5EF4-FFF2-40B4-BE49-F238E27FC236}">
                <a16:creationId xmlns:a16="http://schemas.microsoft.com/office/drawing/2014/main" id="{0BC34AFD-AC37-425B-8060-03DC0B552DF0}"/>
              </a:ext>
            </a:extLst>
          </p:cNvPr>
          <p:cNvSpPr>
            <a:spLocks noGrp="1"/>
          </p:cNvSpPr>
          <p:nvPr/>
        </p:nvSpPr>
        <p:spPr>
          <a:xfrm>
            <a:off x="320416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3727">
            <a:extLst>
              <a:ext uri="{FF2B5EF4-FFF2-40B4-BE49-F238E27FC236}">
                <a16:creationId xmlns:a16="http://schemas.microsoft.com/office/drawing/2014/main" id="{650E5FEF-24C1-4BD7-AFD9-0C5CCD278BA8}"/>
              </a:ext>
            </a:extLst>
          </p:cNvPr>
          <p:cNvSpPr>
            <a:spLocks noGrp="1"/>
          </p:cNvSpPr>
          <p:nvPr/>
        </p:nvSpPr>
        <p:spPr>
          <a:xfrm>
            <a:off x="320718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3728">
            <a:extLst>
              <a:ext uri="{FF2B5EF4-FFF2-40B4-BE49-F238E27FC236}">
                <a16:creationId xmlns:a16="http://schemas.microsoft.com/office/drawing/2014/main" id="{2CA76BBE-90DA-42ED-BCE6-4D2065DE83C0}"/>
              </a:ext>
            </a:extLst>
          </p:cNvPr>
          <p:cNvSpPr>
            <a:spLocks noGrp="1"/>
          </p:cNvSpPr>
          <p:nvPr/>
        </p:nvSpPr>
        <p:spPr>
          <a:xfrm>
            <a:off x="321163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3729">
            <a:extLst>
              <a:ext uri="{FF2B5EF4-FFF2-40B4-BE49-F238E27FC236}">
                <a16:creationId xmlns:a16="http://schemas.microsoft.com/office/drawing/2014/main" id="{835DEE74-C5BC-4C77-86E7-8BE47BF53A1B}"/>
              </a:ext>
            </a:extLst>
          </p:cNvPr>
          <p:cNvSpPr>
            <a:spLocks noGrp="1"/>
          </p:cNvSpPr>
          <p:nvPr/>
        </p:nvSpPr>
        <p:spPr>
          <a:xfrm>
            <a:off x="321655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3730">
            <a:extLst>
              <a:ext uri="{FF2B5EF4-FFF2-40B4-BE49-F238E27FC236}">
                <a16:creationId xmlns:a16="http://schemas.microsoft.com/office/drawing/2014/main" id="{7F263CC8-7608-4520-854D-9993E5C1750C}"/>
              </a:ext>
            </a:extLst>
          </p:cNvPr>
          <p:cNvSpPr>
            <a:spLocks noGrp="1"/>
          </p:cNvSpPr>
          <p:nvPr/>
        </p:nvSpPr>
        <p:spPr>
          <a:xfrm>
            <a:off x="3139571" y="2060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3731">
            <a:extLst>
              <a:ext uri="{FF2B5EF4-FFF2-40B4-BE49-F238E27FC236}">
                <a16:creationId xmlns:a16="http://schemas.microsoft.com/office/drawing/2014/main" id="{E83C3A65-3D8A-40DF-AC9D-5F8503404962}"/>
              </a:ext>
            </a:extLst>
          </p:cNvPr>
          <p:cNvSpPr>
            <a:spLocks noGrp="1"/>
          </p:cNvSpPr>
          <p:nvPr/>
        </p:nvSpPr>
        <p:spPr>
          <a:xfrm>
            <a:off x="3181746" y="2676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3732">
            <a:extLst>
              <a:ext uri="{FF2B5EF4-FFF2-40B4-BE49-F238E27FC236}">
                <a16:creationId xmlns:a16="http://schemas.microsoft.com/office/drawing/2014/main" id="{A0D791D1-F68B-4578-8756-D91B4DA14F10}"/>
              </a:ext>
            </a:extLst>
          </p:cNvPr>
          <p:cNvSpPr>
            <a:spLocks noGrp="1"/>
          </p:cNvSpPr>
          <p:nvPr/>
        </p:nvSpPr>
        <p:spPr>
          <a:xfrm>
            <a:off x="313625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3733">
            <a:extLst>
              <a:ext uri="{FF2B5EF4-FFF2-40B4-BE49-F238E27FC236}">
                <a16:creationId xmlns:a16="http://schemas.microsoft.com/office/drawing/2014/main" id="{44CCA35A-F8D6-4CA3-A778-0B758E61C52C}"/>
              </a:ext>
            </a:extLst>
          </p:cNvPr>
          <p:cNvSpPr>
            <a:spLocks noGrp="1"/>
          </p:cNvSpPr>
          <p:nvPr/>
        </p:nvSpPr>
        <p:spPr>
          <a:xfrm>
            <a:off x="316233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3734">
            <a:extLst>
              <a:ext uri="{FF2B5EF4-FFF2-40B4-BE49-F238E27FC236}">
                <a16:creationId xmlns:a16="http://schemas.microsoft.com/office/drawing/2014/main" id="{86ECEB16-9B41-420A-ADFC-12234D386873}"/>
              </a:ext>
            </a:extLst>
          </p:cNvPr>
          <p:cNvSpPr>
            <a:spLocks noGrp="1"/>
          </p:cNvSpPr>
          <p:nvPr/>
        </p:nvSpPr>
        <p:spPr>
          <a:xfrm>
            <a:off x="311700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3735">
            <a:extLst>
              <a:ext uri="{FF2B5EF4-FFF2-40B4-BE49-F238E27FC236}">
                <a16:creationId xmlns:a16="http://schemas.microsoft.com/office/drawing/2014/main" id="{7A3E10F4-E5FC-4A90-81F6-C4A25930696C}"/>
              </a:ext>
            </a:extLst>
          </p:cNvPr>
          <p:cNvSpPr>
            <a:spLocks noGrp="1"/>
          </p:cNvSpPr>
          <p:nvPr/>
        </p:nvSpPr>
        <p:spPr>
          <a:xfrm>
            <a:off x="318733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3736">
            <a:extLst>
              <a:ext uri="{FF2B5EF4-FFF2-40B4-BE49-F238E27FC236}">
                <a16:creationId xmlns:a16="http://schemas.microsoft.com/office/drawing/2014/main" id="{36DC4562-BDA8-4A2C-93EC-0FB371089674}"/>
              </a:ext>
            </a:extLst>
          </p:cNvPr>
          <p:cNvSpPr>
            <a:spLocks noGrp="1"/>
          </p:cNvSpPr>
          <p:nvPr/>
        </p:nvSpPr>
        <p:spPr>
          <a:xfrm>
            <a:off x="314235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3737">
            <a:extLst>
              <a:ext uri="{FF2B5EF4-FFF2-40B4-BE49-F238E27FC236}">
                <a16:creationId xmlns:a16="http://schemas.microsoft.com/office/drawing/2014/main" id="{F6AEA5A4-6486-4C0E-B101-329D87DCB55B}"/>
              </a:ext>
            </a:extLst>
          </p:cNvPr>
          <p:cNvSpPr>
            <a:spLocks noGrp="1"/>
          </p:cNvSpPr>
          <p:nvPr/>
        </p:nvSpPr>
        <p:spPr>
          <a:xfrm>
            <a:off x="3164767" y="2219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3738">
            <a:extLst>
              <a:ext uri="{FF2B5EF4-FFF2-40B4-BE49-F238E27FC236}">
                <a16:creationId xmlns:a16="http://schemas.microsoft.com/office/drawing/2014/main" id="{A4210FDD-9DD9-4372-80B2-255B48D9B99A}"/>
              </a:ext>
            </a:extLst>
          </p:cNvPr>
          <p:cNvSpPr>
            <a:spLocks noGrp="1"/>
          </p:cNvSpPr>
          <p:nvPr/>
        </p:nvSpPr>
        <p:spPr>
          <a:xfrm>
            <a:off x="315011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3739">
            <a:extLst>
              <a:ext uri="{FF2B5EF4-FFF2-40B4-BE49-F238E27FC236}">
                <a16:creationId xmlns:a16="http://schemas.microsoft.com/office/drawing/2014/main" id="{4D4EC313-25EE-4D5A-9828-0FB381D89BD0}"/>
              </a:ext>
            </a:extLst>
          </p:cNvPr>
          <p:cNvSpPr>
            <a:spLocks noGrp="1"/>
          </p:cNvSpPr>
          <p:nvPr/>
        </p:nvSpPr>
        <p:spPr>
          <a:xfrm>
            <a:off x="322009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3740">
            <a:extLst>
              <a:ext uri="{FF2B5EF4-FFF2-40B4-BE49-F238E27FC236}">
                <a16:creationId xmlns:a16="http://schemas.microsoft.com/office/drawing/2014/main" id="{138B3718-4158-424C-8670-C02A1AD66820}"/>
              </a:ext>
            </a:extLst>
          </p:cNvPr>
          <p:cNvSpPr>
            <a:spLocks noGrp="1"/>
          </p:cNvSpPr>
          <p:nvPr/>
        </p:nvSpPr>
        <p:spPr>
          <a:xfrm>
            <a:off x="3148676" y="23016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3741">
            <a:extLst>
              <a:ext uri="{FF2B5EF4-FFF2-40B4-BE49-F238E27FC236}">
                <a16:creationId xmlns:a16="http://schemas.microsoft.com/office/drawing/2014/main" id="{56A6555C-9D6A-457B-B48D-7767AD22B7EF}"/>
              </a:ext>
            </a:extLst>
          </p:cNvPr>
          <p:cNvSpPr>
            <a:spLocks noGrp="1"/>
          </p:cNvSpPr>
          <p:nvPr/>
        </p:nvSpPr>
        <p:spPr>
          <a:xfrm>
            <a:off x="320774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3742">
            <a:extLst>
              <a:ext uri="{FF2B5EF4-FFF2-40B4-BE49-F238E27FC236}">
                <a16:creationId xmlns:a16="http://schemas.microsoft.com/office/drawing/2014/main" id="{07CA4EA3-81BF-40AF-8912-B1F34EFC0E04}"/>
              </a:ext>
            </a:extLst>
          </p:cNvPr>
          <p:cNvSpPr>
            <a:spLocks noGrp="1"/>
          </p:cNvSpPr>
          <p:nvPr/>
        </p:nvSpPr>
        <p:spPr>
          <a:xfrm>
            <a:off x="318017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3743">
            <a:extLst>
              <a:ext uri="{FF2B5EF4-FFF2-40B4-BE49-F238E27FC236}">
                <a16:creationId xmlns:a16="http://schemas.microsoft.com/office/drawing/2014/main" id="{7054046C-4A32-4B5A-B53F-7F2A1B14106E}"/>
              </a:ext>
            </a:extLst>
          </p:cNvPr>
          <p:cNvSpPr>
            <a:spLocks noGrp="1"/>
          </p:cNvSpPr>
          <p:nvPr/>
        </p:nvSpPr>
        <p:spPr>
          <a:xfrm>
            <a:off x="3184734" y="19709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3744">
            <a:extLst>
              <a:ext uri="{FF2B5EF4-FFF2-40B4-BE49-F238E27FC236}">
                <a16:creationId xmlns:a16="http://schemas.microsoft.com/office/drawing/2014/main" id="{013E5DCE-5B51-4676-BA2D-66AC3475C62D}"/>
              </a:ext>
            </a:extLst>
          </p:cNvPr>
          <p:cNvSpPr>
            <a:spLocks noGrp="1"/>
          </p:cNvSpPr>
          <p:nvPr/>
        </p:nvSpPr>
        <p:spPr>
          <a:xfrm>
            <a:off x="3119556" y="2360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3745">
            <a:extLst>
              <a:ext uri="{FF2B5EF4-FFF2-40B4-BE49-F238E27FC236}">
                <a16:creationId xmlns:a16="http://schemas.microsoft.com/office/drawing/2014/main" id="{54257DEE-EF78-4359-8AD7-F1C8AC2E0824}"/>
              </a:ext>
            </a:extLst>
          </p:cNvPr>
          <p:cNvSpPr>
            <a:spLocks noGrp="1"/>
          </p:cNvSpPr>
          <p:nvPr/>
        </p:nvSpPr>
        <p:spPr>
          <a:xfrm>
            <a:off x="3123375" y="2497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3746">
            <a:extLst>
              <a:ext uri="{FF2B5EF4-FFF2-40B4-BE49-F238E27FC236}">
                <a16:creationId xmlns:a16="http://schemas.microsoft.com/office/drawing/2014/main" id="{1D325FC4-F51D-464F-9395-1DE13AD55202}"/>
              </a:ext>
            </a:extLst>
          </p:cNvPr>
          <p:cNvSpPr>
            <a:spLocks noGrp="1"/>
          </p:cNvSpPr>
          <p:nvPr/>
        </p:nvSpPr>
        <p:spPr>
          <a:xfrm>
            <a:off x="3220912" y="26021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3747">
            <a:extLst>
              <a:ext uri="{FF2B5EF4-FFF2-40B4-BE49-F238E27FC236}">
                <a16:creationId xmlns:a16="http://schemas.microsoft.com/office/drawing/2014/main" id="{916ECDE7-0332-4770-A53C-272A0671A494}"/>
              </a:ext>
            </a:extLst>
          </p:cNvPr>
          <p:cNvSpPr>
            <a:spLocks noGrp="1"/>
          </p:cNvSpPr>
          <p:nvPr/>
        </p:nvSpPr>
        <p:spPr>
          <a:xfrm>
            <a:off x="3081269" y="26457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3748">
            <a:extLst>
              <a:ext uri="{FF2B5EF4-FFF2-40B4-BE49-F238E27FC236}">
                <a16:creationId xmlns:a16="http://schemas.microsoft.com/office/drawing/2014/main" id="{6500C19B-316B-41D8-AF1D-CC872B073D90}"/>
              </a:ext>
            </a:extLst>
          </p:cNvPr>
          <p:cNvSpPr>
            <a:spLocks noGrp="1"/>
          </p:cNvSpPr>
          <p:nvPr/>
        </p:nvSpPr>
        <p:spPr>
          <a:xfrm>
            <a:off x="3184148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3749">
            <a:extLst>
              <a:ext uri="{FF2B5EF4-FFF2-40B4-BE49-F238E27FC236}">
                <a16:creationId xmlns:a16="http://schemas.microsoft.com/office/drawing/2014/main" id="{C346861B-8F25-4B63-BD33-9C05F4456021}"/>
              </a:ext>
            </a:extLst>
          </p:cNvPr>
          <p:cNvSpPr>
            <a:spLocks noGrp="1"/>
          </p:cNvSpPr>
          <p:nvPr/>
        </p:nvSpPr>
        <p:spPr>
          <a:xfrm>
            <a:off x="3131659" y="36955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3750">
            <a:extLst>
              <a:ext uri="{FF2B5EF4-FFF2-40B4-BE49-F238E27FC236}">
                <a16:creationId xmlns:a16="http://schemas.microsoft.com/office/drawing/2014/main" id="{F68BF32E-4A3B-4343-A6C4-17E1105E0E96}"/>
              </a:ext>
            </a:extLst>
          </p:cNvPr>
          <p:cNvSpPr>
            <a:spLocks noGrp="1"/>
          </p:cNvSpPr>
          <p:nvPr/>
        </p:nvSpPr>
        <p:spPr>
          <a:xfrm>
            <a:off x="3092990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3751">
            <a:extLst>
              <a:ext uri="{FF2B5EF4-FFF2-40B4-BE49-F238E27FC236}">
                <a16:creationId xmlns:a16="http://schemas.microsoft.com/office/drawing/2014/main" id="{FD90E5C0-5FC3-4D45-AF3A-9409A23ADD7B}"/>
              </a:ext>
            </a:extLst>
          </p:cNvPr>
          <p:cNvSpPr>
            <a:spLocks noGrp="1"/>
          </p:cNvSpPr>
          <p:nvPr/>
        </p:nvSpPr>
        <p:spPr>
          <a:xfrm>
            <a:off x="3134172" y="25023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3752">
            <a:extLst>
              <a:ext uri="{FF2B5EF4-FFF2-40B4-BE49-F238E27FC236}">
                <a16:creationId xmlns:a16="http://schemas.microsoft.com/office/drawing/2014/main" id="{DE24FE21-2DE6-4730-9BE4-9CB17C0D42AB}"/>
              </a:ext>
            </a:extLst>
          </p:cNvPr>
          <p:cNvSpPr>
            <a:spLocks noGrp="1"/>
          </p:cNvSpPr>
          <p:nvPr/>
        </p:nvSpPr>
        <p:spPr>
          <a:xfrm>
            <a:off x="311941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3753">
            <a:extLst>
              <a:ext uri="{FF2B5EF4-FFF2-40B4-BE49-F238E27FC236}">
                <a16:creationId xmlns:a16="http://schemas.microsoft.com/office/drawing/2014/main" id="{4D4E560D-C584-45E3-8367-D3C79412D810}"/>
              </a:ext>
            </a:extLst>
          </p:cNvPr>
          <p:cNvSpPr>
            <a:spLocks noGrp="1"/>
          </p:cNvSpPr>
          <p:nvPr/>
        </p:nvSpPr>
        <p:spPr>
          <a:xfrm>
            <a:off x="317223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3754">
            <a:extLst>
              <a:ext uri="{FF2B5EF4-FFF2-40B4-BE49-F238E27FC236}">
                <a16:creationId xmlns:a16="http://schemas.microsoft.com/office/drawing/2014/main" id="{CEA9F6AF-C463-4B2C-9D1D-624213988B3F}"/>
              </a:ext>
            </a:extLst>
          </p:cNvPr>
          <p:cNvSpPr>
            <a:spLocks noGrp="1"/>
          </p:cNvSpPr>
          <p:nvPr/>
        </p:nvSpPr>
        <p:spPr>
          <a:xfrm>
            <a:off x="309318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3755">
            <a:extLst>
              <a:ext uri="{FF2B5EF4-FFF2-40B4-BE49-F238E27FC236}">
                <a16:creationId xmlns:a16="http://schemas.microsoft.com/office/drawing/2014/main" id="{B47F7D7F-5EDA-40EF-92BC-4A9FB8BC3F17}"/>
              </a:ext>
            </a:extLst>
          </p:cNvPr>
          <p:cNvSpPr>
            <a:spLocks noGrp="1"/>
          </p:cNvSpPr>
          <p:nvPr/>
        </p:nvSpPr>
        <p:spPr>
          <a:xfrm>
            <a:off x="308538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3756">
            <a:extLst>
              <a:ext uri="{FF2B5EF4-FFF2-40B4-BE49-F238E27FC236}">
                <a16:creationId xmlns:a16="http://schemas.microsoft.com/office/drawing/2014/main" id="{3D2CE24E-A0A1-4322-BEFE-DF7B71C17B18}"/>
              </a:ext>
            </a:extLst>
          </p:cNvPr>
          <p:cNvSpPr>
            <a:spLocks noGrp="1"/>
          </p:cNvSpPr>
          <p:nvPr/>
        </p:nvSpPr>
        <p:spPr>
          <a:xfrm>
            <a:off x="3080796" y="26067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3757">
            <a:extLst>
              <a:ext uri="{FF2B5EF4-FFF2-40B4-BE49-F238E27FC236}">
                <a16:creationId xmlns:a16="http://schemas.microsoft.com/office/drawing/2014/main" id="{9707E97F-DA65-4C22-A7AB-011B3C0B1B6E}"/>
              </a:ext>
            </a:extLst>
          </p:cNvPr>
          <p:cNvSpPr>
            <a:spLocks noGrp="1"/>
          </p:cNvSpPr>
          <p:nvPr/>
        </p:nvSpPr>
        <p:spPr>
          <a:xfrm>
            <a:off x="3156221" y="2769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3758">
            <a:extLst>
              <a:ext uri="{FF2B5EF4-FFF2-40B4-BE49-F238E27FC236}">
                <a16:creationId xmlns:a16="http://schemas.microsoft.com/office/drawing/2014/main" id="{7D2D99FE-5E87-4DE0-BFCA-727E8D4B5533}"/>
              </a:ext>
            </a:extLst>
          </p:cNvPr>
          <p:cNvSpPr>
            <a:spLocks noGrp="1"/>
          </p:cNvSpPr>
          <p:nvPr/>
        </p:nvSpPr>
        <p:spPr>
          <a:xfrm>
            <a:off x="314852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3759">
            <a:extLst>
              <a:ext uri="{FF2B5EF4-FFF2-40B4-BE49-F238E27FC236}">
                <a16:creationId xmlns:a16="http://schemas.microsoft.com/office/drawing/2014/main" id="{89ACB120-D3A6-4FFF-B732-6E07AD843BBA}"/>
              </a:ext>
            </a:extLst>
          </p:cNvPr>
          <p:cNvSpPr>
            <a:spLocks noGrp="1"/>
          </p:cNvSpPr>
          <p:nvPr/>
        </p:nvSpPr>
        <p:spPr>
          <a:xfrm>
            <a:off x="321053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3760">
            <a:extLst>
              <a:ext uri="{FF2B5EF4-FFF2-40B4-BE49-F238E27FC236}">
                <a16:creationId xmlns:a16="http://schemas.microsoft.com/office/drawing/2014/main" id="{F562D198-87A0-4EF4-B202-813E0057D6BE}"/>
              </a:ext>
            </a:extLst>
          </p:cNvPr>
          <p:cNvSpPr>
            <a:spLocks noGrp="1"/>
          </p:cNvSpPr>
          <p:nvPr/>
        </p:nvSpPr>
        <p:spPr>
          <a:xfrm>
            <a:off x="3155345" y="2194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3761">
            <a:extLst>
              <a:ext uri="{FF2B5EF4-FFF2-40B4-BE49-F238E27FC236}">
                <a16:creationId xmlns:a16="http://schemas.microsoft.com/office/drawing/2014/main" id="{0DBC89C2-9F8B-4AD5-8E11-48B1234E294B}"/>
              </a:ext>
            </a:extLst>
          </p:cNvPr>
          <p:cNvSpPr>
            <a:spLocks noGrp="1"/>
          </p:cNvSpPr>
          <p:nvPr/>
        </p:nvSpPr>
        <p:spPr>
          <a:xfrm>
            <a:off x="3112138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3762">
            <a:extLst>
              <a:ext uri="{FF2B5EF4-FFF2-40B4-BE49-F238E27FC236}">
                <a16:creationId xmlns:a16="http://schemas.microsoft.com/office/drawing/2014/main" id="{E81588DA-EB01-4A39-9968-21376E6674AA}"/>
              </a:ext>
            </a:extLst>
          </p:cNvPr>
          <p:cNvSpPr>
            <a:spLocks noGrp="1"/>
          </p:cNvSpPr>
          <p:nvPr/>
        </p:nvSpPr>
        <p:spPr>
          <a:xfrm>
            <a:off x="3207461" y="203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3763">
            <a:extLst>
              <a:ext uri="{FF2B5EF4-FFF2-40B4-BE49-F238E27FC236}">
                <a16:creationId xmlns:a16="http://schemas.microsoft.com/office/drawing/2014/main" id="{9E44CDB9-94D9-4AEC-BB7D-348343B373F5}"/>
              </a:ext>
            </a:extLst>
          </p:cNvPr>
          <p:cNvSpPr>
            <a:spLocks noGrp="1"/>
          </p:cNvSpPr>
          <p:nvPr/>
        </p:nvSpPr>
        <p:spPr>
          <a:xfrm>
            <a:off x="3091843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3764">
            <a:extLst>
              <a:ext uri="{FF2B5EF4-FFF2-40B4-BE49-F238E27FC236}">
                <a16:creationId xmlns:a16="http://schemas.microsoft.com/office/drawing/2014/main" id="{A24B62D7-01F4-449E-BADE-31577855A227}"/>
              </a:ext>
            </a:extLst>
          </p:cNvPr>
          <p:cNvSpPr>
            <a:spLocks noGrp="1"/>
          </p:cNvSpPr>
          <p:nvPr/>
        </p:nvSpPr>
        <p:spPr>
          <a:xfrm>
            <a:off x="323224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3765">
            <a:extLst>
              <a:ext uri="{FF2B5EF4-FFF2-40B4-BE49-F238E27FC236}">
                <a16:creationId xmlns:a16="http://schemas.microsoft.com/office/drawing/2014/main" id="{183A5CC1-4B90-492D-8FC3-1F16F8248D71}"/>
              </a:ext>
            </a:extLst>
          </p:cNvPr>
          <p:cNvSpPr>
            <a:spLocks noGrp="1"/>
          </p:cNvSpPr>
          <p:nvPr/>
        </p:nvSpPr>
        <p:spPr>
          <a:xfrm>
            <a:off x="3244853" y="3102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3766">
            <a:extLst>
              <a:ext uri="{FF2B5EF4-FFF2-40B4-BE49-F238E27FC236}">
                <a16:creationId xmlns:a16="http://schemas.microsoft.com/office/drawing/2014/main" id="{F15938DF-D4DF-41AD-B0FE-1259D746E107}"/>
              </a:ext>
            </a:extLst>
          </p:cNvPr>
          <p:cNvSpPr>
            <a:spLocks noGrp="1"/>
          </p:cNvSpPr>
          <p:nvPr/>
        </p:nvSpPr>
        <p:spPr>
          <a:xfrm>
            <a:off x="318195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3767">
            <a:extLst>
              <a:ext uri="{FF2B5EF4-FFF2-40B4-BE49-F238E27FC236}">
                <a16:creationId xmlns:a16="http://schemas.microsoft.com/office/drawing/2014/main" id="{1177F6F2-731B-464D-8A1A-7F0C87FA1080}"/>
              </a:ext>
            </a:extLst>
          </p:cNvPr>
          <p:cNvSpPr>
            <a:spLocks noGrp="1"/>
          </p:cNvSpPr>
          <p:nvPr/>
        </p:nvSpPr>
        <p:spPr>
          <a:xfrm>
            <a:off x="3068352" y="29439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3768">
            <a:extLst>
              <a:ext uri="{FF2B5EF4-FFF2-40B4-BE49-F238E27FC236}">
                <a16:creationId xmlns:a16="http://schemas.microsoft.com/office/drawing/2014/main" id="{9B27AE91-2290-4563-8919-260CCFD4F77B}"/>
              </a:ext>
            </a:extLst>
          </p:cNvPr>
          <p:cNvSpPr>
            <a:spLocks noGrp="1"/>
          </p:cNvSpPr>
          <p:nvPr/>
        </p:nvSpPr>
        <p:spPr>
          <a:xfrm>
            <a:off x="3113114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3769">
            <a:extLst>
              <a:ext uri="{FF2B5EF4-FFF2-40B4-BE49-F238E27FC236}">
                <a16:creationId xmlns:a16="http://schemas.microsoft.com/office/drawing/2014/main" id="{10A7374B-9FDD-41A4-8FA5-BCC836648571}"/>
              </a:ext>
            </a:extLst>
          </p:cNvPr>
          <p:cNvSpPr>
            <a:spLocks noGrp="1"/>
          </p:cNvSpPr>
          <p:nvPr/>
        </p:nvSpPr>
        <p:spPr>
          <a:xfrm>
            <a:off x="3230448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3770">
            <a:extLst>
              <a:ext uri="{FF2B5EF4-FFF2-40B4-BE49-F238E27FC236}">
                <a16:creationId xmlns:a16="http://schemas.microsoft.com/office/drawing/2014/main" id="{DF7B74AB-A8EF-4C0C-B892-928CE8012407}"/>
              </a:ext>
            </a:extLst>
          </p:cNvPr>
          <p:cNvSpPr>
            <a:spLocks noGrp="1"/>
          </p:cNvSpPr>
          <p:nvPr/>
        </p:nvSpPr>
        <p:spPr>
          <a:xfrm>
            <a:off x="3084410" y="23420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3771">
            <a:extLst>
              <a:ext uri="{FF2B5EF4-FFF2-40B4-BE49-F238E27FC236}">
                <a16:creationId xmlns:a16="http://schemas.microsoft.com/office/drawing/2014/main" id="{9796F2A2-7AF2-491E-B028-0C09048F8AC9}"/>
              </a:ext>
            </a:extLst>
          </p:cNvPr>
          <p:cNvSpPr>
            <a:spLocks noGrp="1"/>
          </p:cNvSpPr>
          <p:nvPr/>
        </p:nvSpPr>
        <p:spPr>
          <a:xfrm>
            <a:off x="314439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3772">
            <a:extLst>
              <a:ext uri="{FF2B5EF4-FFF2-40B4-BE49-F238E27FC236}">
                <a16:creationId xmlns:a16="http://schemas.microsoft.com/office/drawing/2014/main" id="{2CE57040-2E5F-4D2C-B04B-C37B38AA2DA2}"/>
              </a:ext>
            </a:extLst>
          </p:cNvPr>
          <p:cNvSpPr>
            <a:spLocks noGrp="1"/>
          </p:cNvSpPr>
          <p:nvPr/>
        </p:nvSpPr>
        <p:spPr>
          <a:xfrm>
            <a:off x="316446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3773">
            <a:extLst>
              <a:ext uri="{FF2B5EF4-FFF2-40B4-BE49-F238E27FC236}">
                <a16:creationId xmlns:a16="http://schemas.microsoft.com/office/drawing/2014/main" id="{1E2B636C-8D5B-459B-9A2C-8F568DEA47CC}"/>
              </a:ext>
            </a:extLst>
          </p:cNvPr>
          <p:cNvSpPr>
            <a:spLocks noGrp="1"/>
          </p:cNvSpPr>
          <p:nvPr/>
        </p:nvSpPr>
        <p:spPr>
          <a:xfrm>
            <a:off x="3242160" y="237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3774">
            <a:extLst>
              <a:ext uri="{FF2B5EF4-FFF2-40B4-BE49-F238E27FC236}">
                <a16:creationId xmlns:a16="http://schemas.microsoft.com/office/drawing/2014/main" id="{3AC7E5B1-5237-40A5-8527-931E84FE43F0}"/>
              </a:ext>
            </a:extLst>
          </p:cNvPr>
          <p:cNvSpPr>
            <a:spLocks noGrp="1"/>
          </p:cNvSpPr>
          <p:nvPr/>
        </p:nvSpPr>
        <p:spPr>
          <a:xfrm>
            <a:off x="317557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3775">
            <a:extLst>
              <a:ext uri="{FF2B5EF4-FFF2-40B4-BE49-F238E27FC236}">
                <a16:creationId xmlns:a16="http://schemas.microsoft.com/office/drawing/2014/main" id="{B010711A-883C-4461-BFD2-2A1D63FF048D}"/>
              </a:ext>
            </a:extLst>
          </p:cNvPr>
          <p:cNvSpPr>
            <a:spLocks noGrp="1"/>
          </p:cNvSpPr>
          <p:nvPr/>
        </p:nvSpPr>
        <p:spPr>
          <a:xfrm>
            <a:off x="313277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3776">
            <a:extLst>
              <a:ext uri="{FF2B5EF4-FFF2-40B4-BE49-F238E27FC236}">
                <a16:creationId xmlns:a16="http://schemas.microsoft.com/office/drawing/2014/main" id="{71858930-9F77-46FA-AF07-A8B808814144}"/>
              </a:ext>
            </a:extLst>
          </p:cNvPr>
          <p:cNvSpPr>
            <a:spLocks noGrp="1"/>
          </p:cNvSpPr>
          <p:nvPr/>
        </p:nvSpPr>
        <p:spPr>
          <a:xfrm>
            <a:off x="3199374" y="27814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3777">
            <a:extLst>
              <a:ext uri="{FF2B5EF4-FFF2-40B4-BE49-F238E27FC236}">
                <a16:creationId xmlns:a16="http://schemas.microsoft.com/office/drawing/2014/main" id="{3CC84BA4-C668-470B-953A-B61889DE8662}"/>
              </a:ext>
            </a:extLst>
          </p:cNvPr>
          <p:cNvSpPr>
            <a:spLocks noGrp="1"/>
          </p:cNvSpPr>
          <p:nvPr/>
        </p:nvSpPr>
        <p:spPr>
          <a:xfrm>
            <a:off x="3070694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3778">
            <a:extLst>
              <a:ext uri="{FF2B5EF4-FFF2-40B4-BE49-F238E27FC236}">
                <a16:creationId xmlns:a16="http://schemas.microsoft.com/office/drawing/2014/main" id="{C85023CE-2F59-483C-BB3B-7CEE18E7BB29}"/>
              </a:ext>
            </a:extLst>
          </p:cNvPr>
          <p:cNvSpPr>
            <a:spLocks noGrp="1"/>
          </p:cNvSpPr>
          <p:nvPr/>
        </p:nvSpPr>
        <p:spPr>
          <a:xfrm>
            <a:off x="307839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3779">
            <a:extLst>
              <a:ext uri="{FF2B5EF4-FFF2-40B4-BE49-F238E27FC236}">
                <a16:creationId xmlns:a16="http://schemas.microsoft.com/office/drawing/2014/main" id="{19E372FC-569B-466D-934E-03EA03F3D832}"/>
              </a:ext>
            </a:extLst>
          </p:cNvPr>
          <p:cNvSpPr>
            <a:spLocks noGrp="1"/>
          </p:cNvSpPr>
          <p:nvPr/>
        </p:nvSpPr>
        <p:spPr>
          <a:xfrm>
            <a:off x="316245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3780">
            <a:extLst>
              <a:ext uri="{FF2B5EF4-FFF2-40B4-BE49-F238E27FC236}">
                <a16:creationId xmlns:a16="http://schemas.microsoft.com/office/drawing/2014/main" id="{057902CD-E8FA-4E0D-9385-AFECFE0FDC45}"/>
              </a:ext>
            </a:extLst>
          </p:cNvPr>
          <p:cNvSpPr>
            <a:spLocks noGrp="1"/>
          </p:cNvSpPr>
          <p:nvPr/>
        </p:nvSpPr>
        <p:spPr>
          <a:xfrm>
            <a:off x="322708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3781">
            <a:extLst>
              <a:ext uri="{FF2B5EF4-FFF2-40B4-BE49-F238E27FC236}">
                <a16:creationId xmlns:a16="http://schemas.microsoft.com/office/drawing/2014/main" id="{9CE9886D-66A6-4BAD-8405-DF00CFD72FE6}"/>
              </a:ext>
            </a:extLst>
          </p:cNvPr>
          <p:cNvSpPr>
            <a:spLocks noGrp="1"/>
          </p:cNvSpPr>
          <p:nvPr/>
        </p:nvSpPr>
        <p:spPr>
          <a:xfrm>
            <a:off x="3132380" y="3273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3782">
            <a:extLst>
              <a:ext uri="{FF2B5EF4-FFF2-40B4-BE49-F238E27FC236}">
                <a16:creationId xmlns:a16="http://schemas.microsoft.com/office/drawing/2014/main" id="{31E7FA94-304E-4152-A5DB-540723FFC711}"/>
              </a:ext>
            </a:extLst>
          </p:cNvPr>
          <p:cNvSpPr>
            <a:spLocks noGrp="1"/>
          </p:cNvSpPr>
          <p:nvPr/>
        </p:nvSpPr>
        <p:spPr>
          <a:xfrm>
            <a:off x="3182161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3783">
            <a:extLst>
              <a:ext uri="{FF2B5EF4-FFF2-40B4-BE49-F238E27FC236}">
                <a16:creationId xmlns:a16="http://schemas.microsoft.com/office/drawing/2014/main" id="{51CEE28A-0C4E-4588-A906-D9B59C4ED055}"/>
              </a:ext>
            </a:extLst>
          </p:cNvPr>
          <p:cNvSpPr>
            <a:spLocks noGrp="1"/>
          </p:cNvSpPr>
          <p:nvPr/>
        </p:nvSpPr>
        <p:spPr>
          <a:xfrm>
            <a:off x="319570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3784">
            <a:extLst>
              <a:ext uri="{FF2B5EF4-FFF2-40B4-BE49-F238E27FC236}">
                <a16:creationId xmlns:a16="http://schemas.microsoft.com/office/drawing/2014/main" id="{CCFAD5E4-D046-47DF-B0A4-8949C086B537}"/>
              </a:ext>
            </a:extLst>
          </p:cNvPr>
          <p:cNvSpPr>
            <a:spLocks noGrp="1"/>
          </p:cNvSpPr>
          <p:nvPr/>
        </p:nvSpPr>
        <p:spPr>
          <a:xfrm>
            <a:off x="31166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3785">
            <a:extLst>
              <a:ext uri="{FF2B5EF4-FFF2-40B4-BE49-F238E27FC236}">
                <a16:creationId xmlns:a16="http://schemas.microsoft.com/office/drawing/2014/main" id="{74346D79-7DF2-4489-9687-855FA2211A8A}"/>
              </a:ext>
            </a:extLst>
          </p:cNvPr>
          <p:cNvSpPr>
            <a:spLocks noGrp="1"/>
          </p:cNvSpPr>
          <p:nvPr/>
        </p:nvSpPr>
        <p:spPr>
          <a:xfrm>
            <a:off x="310016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3786">
            <a:extLst>
              <a:ext uri="{FF2B5EF4-FFF2-40B4-BE49-F238E27FC236}">
                <a16:creationId xmlns:a16="http://schemas.microsoft.com/office/drawing/2014/main" id="{158001E0-5D2C-4D25-A6EA-3A736FA9B6B0}"/>
              </a:ext>
            </a:extLst>
          </p:cNvPr>
          <p:cNvSpPr>
            <a:spLocks noGrp="1"/>
          </p:cNvSpPr>
          <p:nvPr/>
        </p:nvSpPr>
        <p:spPr>
          <a:xfrm>
            <a:off x="3091237" y="29974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3787">
            <a:extLst>
              <a:ext uri="{FF2B5EF4-FFF2-40B4-BE49-F238E27FC236}">
                <a16:creationId xmlns:a16="http://schemas.microsoft.com/office/drawing/2014/main" id="{4B145E0A-18AD-45C0-87B2-335E28E42506}"/>
              </a:ext>
            </a:extLst>
          </p:cNvPr>
          <p:cNvSpPr>
            <a:spLocks noGrp="1"/>
          </p:cNvSpPr>
          <p:nvPr/>
        </p:nvSpPr>
        <p:spPr>
          <a:xfrm>
            <a:off x="3122116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3788">
            <a:extLst>
              <a:ext uri="{FF2B5EF4-FFF2-40B4-BE49-F238E27FC236}">
                <a16:creationId xmlns:a16="http://schemas.microsoft.com/office/drawing/2014/main" id="{F1E0A2BA-AAA6-4E82-A31F-320C58EC568C}"/>
              </a:ext>
            </a:extLst>
          </p:cNvPr>
          <p:cNvSpPr>
            <a:spLocks noGrp="1"/>
          </p:cNvSpPr>
          <p:nvPr/>
        </p:nvSpPr>
        <p:spPr>
          <a:xfrm>
            <a:off x="3133725" y="23016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3789">
            <a:extLst>
              <a:ext uri="{FF2B5EF4-FFF2-40B4-BE49-F238E27FC236}">
                <a16:creationId xmlns:a16="http://schemas.microsoft.com/office/drawing/2014/main" id="{B1843BDB-B7E7-4CDD-B4D2-F141EA456816}"/>
              </a:ext>
            </a:extLst>
          </p:cNvPr>
          <p:cNvSpPr>
            <a:spLocks noGrp="1"/>
          </p:cNvSpPr>
          <p:nvPr/>
        </p:nvSpPr>
        <p:spPr>
          <a:xfrm>
            <a:off x="3140813" y="34715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3790">
            <a:extLst>
              <a:ext uri="{FF2B5EF4-FFF2-40B4-BE49-F238E27FC236}">
                <a16:creationId xmlns:a16="http://schemas.microsoft.com/office/drawing/2014/main" id="{67607C8B-5F43-4790-9849-04EB1BE2A06A}"/>
              </a:ext>
            </a:extLst>
          </p:cNvPr>
          <p:cNvSpPr>
            <a:spLocks noGrp="1"/>
          </p:cNvSpPr>
          <p:nvPr/>
        </p:nvSpPr>
        <p:spPr>
          <a:xfrm>
            <a:off x="3234815" y="2473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3791">
            <a:extLst>
              <a:ext uri="{FF2B5EF4-FFF2-40B4-BE49-F238E27FC236}">
                <a16:creationId xmlns:a16="http://schemas.microsoft.com/office/drawing/2014/main" id="{9244094E-BAED-411E-99EC-8D6645ADB78A}"/>
              </a:ext>
            </a:extLst>
          </p:cNvPr>
          <p:cNvSpPr>
            <a:spLocks noGrp="1"/>
          </p:cNvSpPr>
          <p:nvPr/>
        </p:nvSpPr>
        <p:spPr>
          <a:xfrm>
            <a:off x="3215300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3792">
            <a:extLst>
              <a:ext uri="{FF2B5EF4-FFF2-40B4-BE49-F238E27FC236}">
                <a16:creationId xmlns:a16="http://schemas.microsoft.com/office/drawing/2014/main" id="{4F9276B4-096F-403A-9BC2-4FE0557FAFF7}"/>
              </a:ext>
            </a:extLst>
          </p:cNvPr>
          <p:cNvSpPr>
            <a:spLocks noGrp="1"/>
          </p:cNvSpPr>
          <p:nvPr/>
        </p:nvSpPr>
        <p:spPr>
          <a:xfrm>
            <a:off x="321426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3793">
            <a:extLst>
              <a:ext uri="{FF2B5EF4-FFF2-40B4-BE49-F238E27FC236}">
                <a16:creationId xmlns:a16="http://schemas.microsoft.com/office/drawing/2014/main" id="{30890D4A-6B90-4A0B-A159-A25DEAEB395D}"/>
              </a:ext>
            </a:extLst>
          </p:cNvPr>
          <p:cNvSpPr>
            <a:spLocks noGrp="1"/>
          </p:cNvSpPr>
          <p:nvPr/>
        </p:nvSpPr>
        <p:spPr>
          <a:xfrm>
            <a:off x="3077885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3794">
            <a:extLst>
              <a:ext uri="{FF2B5EF4-FFF2-40B4-BE49-F238E27FC236}">
                <a16:creationId xmlns:a16="http://schemas.microsoft.com/office/drawing/2014/main" id="{9FD429E9-9808-45F3-B295-F81D60A261F7}"/>
              </a:ext>
            </a:extLst>
          </p:cNvPr>
          <p:cNvSpPr>
            <a:spLocks noGrp="1"/>
          </p:cNvSpPr>
          <p:nvPr/>
        </p:nvSpPr>
        <p:spPr>
          <a:xfrm>
            <a:off x="3067413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3795">
            <a:extLst>
              <a:ext uri="{FF2B5EF4-FFF2-40B4-BE49-F238E27FC236}">
                <a16:creationId xmlns:a16="http://schemas.microsoft.com/office/drawing/2014/main" id="{F2A6F848-1D8F-4F75-AEC5-F29B9E8512F7}"/>
              </a:ext>
            </a:extLst>
          </p:cNvPr>
          <p:cNvSpPr>
            <a:spLocks noGrp="1"/>
          </p:cNvSpPr>
          <p:nvPr/>
        </p:nvSpPr>
        <p:spPr>
          <a:xfrm>
            <a:off x="3201012" y="2034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3796">
            <a:extLst>
              <a:ext uri="{FF2B5EF4-FFF2-40B4-BE49-F238E27FC236}">
                <a16:creationId xmlns:a16="http://schemas.microsoft.com/office/drawing/2014/main" id="{488AA71F-07DD-410D-8F50-BEAA1BD5EA60}"/>
              </a:ext>
            </a:extLst>
          </p:cNvPr>
          <p:cNvSpPr>
            <a:spLocks noGrp="1"/>
          </p:cNvSpPr>
          <p:nvPr/>
        </p:nvSpPr>
        <p:spPr>
          <a:xfrm>
            <a:off x="3212103" y="24381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3797">
            <a:extLst>
              <a:ext uri="{FF2B5EF4-FFF2-40B4-BE49-F238E27FC236}">
                <a16:creationId xmlns:a16="http://schemas.microsoft.com/office/drawing/2014/main" id="{C1B1C90A-79A9-470B-86CD-7C3C82DD43A6}"/>
              </a:ext>
            </a:extLst>
          </p:cNvPr>
          <p:cNvSpPr>
            <a:spLocks noGrp="1"/>
          </p:cNvSpPr>
          <p:nvPr/>
        </p:nvSpPr>
        <p:spPr>
          <a:xfrm>
            <a:off x="312953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3798">
            <a:extLst>
              <a:ext uri="{FF2B5EF4-FFF2-40B4-BE49-F238E27FC236}">
                <a16:creationId xmlns:a16="http://schemas.microsoft.com/office/drawing/2014/main" id="{F06DC64B-29E0-431A-B148-3F68649DF462}"/>
              </a:ext>
            </a:extLst>
          </p:cNvPr>
          <p:cNvSpPr>
            <a:spLocks noGrp="1"/>
          </p:cNvSpPr>
          <p:nvPr/>
        </p:nvSpPr>
        <p:spPr>
          <a:xfrm>
            <a:off x="3243092" y="27299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3799">
            <a:extLst>
              <a:ext uri="{FF2B5EF4-FFF2-40B4-BE49-F238E27FC236}">
                <a16:creationId xmlns:a16="http://schemas.microsoft.com/office/drawing/2014/main" id="{5B313FBF-A41B-43A3-8FE5-4703BDBE438E}"/>
              </a:ext>
            </a:extLst>
          </p:cNvPr>
          <p:cNvSpPr>
            <a:spLocks noGrp="1"/>
          </p:cNvSpPr>
          <p:nvPr/>
        </p:nvSpPr>
        <p:spPr>
          <a:xfrm>
            <a:off x="3109217" y="2398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3800">
            <a:extLst>
              <a:ext uri="{FF2B5EF4-FFF2-40B4-BE49-F238E27FC236}">
                <a16:creationId xmlns:a16="http://schemas.microsoft.com/office/drawing/2014/main" id="{C03EE6CB-96B8-4F5B-A3E1-1705C3DE9B5C}"/>
              </a:ext>
            </a:extLst>
          </p:cNvPr>
          <p:cNvSpPr>
            <a:spLocks noGrp="1"/>
          </p:cNvSpPr>
          <p:nvPr/>
        </p:nvSpPr>
        <p:spPr>
          <a:xfrm>
            <a:off x="323106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3801">
            <a:extLst>
              <a:ext uri="{FF2B5EF4-FFF2-40B4-BE49-F238E27FC236}">
                <a16:creationId xmlns:a16="http://schemas.microsoft.com/office/drawing/2014/main" id="{1E8816B1-3632-47F7-9603-CD02E2F95E1A}"/>
              </a:ext>
            </a:extLst>
          </p:cNvPr>
          <p:cNvSpPr>
            <a:spLocks noGrp="1"/>
          </p:cNvSpPr>
          <p:nvPr/>
        </p:nvSpPr>
        <p:spPr>
          <a:xfrm>
            <a:off x="316742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3802">
            <a:extLst>
              <a:ext uri="{FF2B5EF4-FFF2-40B4-BE49-F238E27FC236}">
                <a16:creationId xmlns:a16="http://schemas.microsoft.com/office/drawing/2014/main" id="{08ED7592-52D2-4F7F-98CC-D4C20BA117B4}"/>
              </a:ext>
            </a:extLst>
          </p:cNvPr>
          <p:cNvSpPr>
            <a:spLocks noGrp="1"/>
          </p:cNvSpPr>
          <p:nvPr/>
        </p:nvSpPr>
        <p:spPr>
          <a:xfrm>
            <a:off x="31661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3803">
            <a:extLst>
              <a:ext uri="{FF2B5EF4-FFF2-40B4-BE49-F238E27FC236}">
                <a16:creationId xmlns:a16="http://schemas.microsoft.com/office/drawing/2014/main" id="{738D7231-667C-43EA-8038-96D738A8C2B2}"/>
              </a:ext>
            </a:extLst>
          </p:cNvPr>
          <p:cNvSpPr>
            <a:spLocks noGrp="1"/>
          </p:cNvSpPr>
          <p:nvPr/>
        </p:nvSpPr>
        <p:spPr>
          <a:xfrm>
            <a:off x="3106887" y="23057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3804">
            <a:extLst>
              <a:ext uri="{FF2B5EF4-FFF2-40B4-BE49-F238E27FC236}">
                <a16:creationId xmlns:a16="http://schemas.microsoft.com/office/drawing/2014/main" id="{A7D31CAF-E9F0-4328-9317-723230148772}"/>
              </a:ext>
            </a:extLst>
          </p:cNvPr>
          <p:cNvSpPr>
            <a:spLocks noGrp="1"/>
          </p:cNvSpPr>
          <p:nvPr/>
        </p:nvSpPr>
        <p:spPr>
          <a:xfrm>
            <a:off x="3178831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3805">
            <a:extLst>
              <a:ext uri="{FF2B5EF4-FFF2-40B4-BE49-F238E27FC236}">
                <a16:creationId xmlns:a16="http://schemas.microsoft.com/office/drawing/2014/main" id="{1574A257-76AD-400C-97F5-C3B730A38CCE}"/>
              </a:ext>
            </a:extLst>
          </p:cNvPr>
          <p:cNvSpPr>
            <a:spLocks noGrp="1"/>
          </p:cNvSpPr>
          <p:nvPr/>
        </p:nvSpPr>
        <p:spPr>
          <a:xfrm>
            <a:off x="3208177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3806">
            <a:extLst>
              <a:ext uri="{FF2B5EF4-FFF2-40B4-BE49-F238E27FC236}">
                <a16:creationId xmlns:a16="http://schemas.microsoft.com/office/drawing/2014/main" id="{18CBFA0C-45E0-4262-8B5C-1E7D3F3F6444}"/>
              </a:ext>
            </a:extLst>
          </p:cNvPr>
          <p:cNvSpPr>
            <a:spLocks noGrp="1"/>
          </p:cNvSpPr>
          <p:nvPr/>
        </p:nvSpPr>
        <p:spPr>
          <a:xfrm>
            <a:off x="324471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3807">
            <a:extLst>
              <a:ext uri="{FF2B5EF4-FFF2-40B4-BE49-F238E27FC236}">
                <a16:creationId xmlns:a16="http://schemas.microsoft.com/office/drawing/2014/main" id="{F5AE3ABC-75E7-457C-8062-2C7580FDF7CB}"/>
              </a:ext>
            </a:extLst>
          </p:cNvPr>
          <p:cNvSpPr>
            <a:spLocks noGrp="1"/>
          </p:cNvSpPr>
          <p:nvPr/>
        </p:nvSpPr>
        <p:spPr>
          <a:xfrm>
            <a:off x="3223478" y="2459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3808">
            <a:extLst>
              <a:ext uri="{FF2B5EF4-FFF2-40B4-BE49-F238E27FC236}">
                <a16:creationId xmlns:a16="http://schemas.microsoft.com/office/drawing/2014/main" id="{14CF66BE-0153-4689-A1AF-CE4AB1D63652}"/>
              </a:ext>
            </a:extLst>
          </p:cNvPr>
          <p:cNvSpPr>
            <a:spLocks noGrp="1"/>
          </p:cNvSpPr>
          <p:nvPr/>
        </p:nvSpPr>
        <p:spPr>
          <a:xfrm>
            <a:off x="308611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3809">
            <a:extLst>
              <a:ext uri="{FF2B5EF4-FFF2-40B4-BE49-F238E27FC236}">
                <a16:creationId xmlns:a16="http://schemas.microsoft.com/office/drawing/2014/main" id="{52750073-4900-4327-A570-F861CB6F1673}"/>
              </a:ext>
            </a:extLst>
          </p:cNvPr>
          <p:cNvSpPr>
            <a:spLocks noGrp="1"/>
          </p:cNvSpPr>
          <p:nvPr/>
        </p:nvSpPr>
        <p:spPr>
          <a:xfrm>
            <a:off x="322026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3810">
            <a:extLst>
              <a:ext uri="{FF2B5EF4-FFF2-40B4-BE49-F238E27FC236}">
                <a16:creationId xmlns:a16="http://schemas.microsoft.com/office/drawing/2014/main" id="{4A52A9A6-7C02-40ED-9B37-54865148580F}"/>
              </a:ext>
            </a:extLst>
          </p:cNvPr>
          <p:cNvSpPr>
            <a:spLocks noGrp="1"/>
          </p:cNvSpPr>
          <p:nvPr/>
        </p:nvSpPr>
        <p:spPr>
          <a:xfrm>
            <a:off x="3222288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3811">
            <a:extLst>
              <a:ext uri="{FF2B5EF4-FFF2-40B4-BE49-F238E27FC236}">
                <a16:creationId xmlns:a16="http://schemas.microsoft.com/office/drawing/2014/main" id="{F970BF31-2D75-4BEA-8743-124F283109EE}"/>
              </a:ext>
            </a:extLst>
          </p:cNvPr>
          <p:cNvSpPr>
            <a:spLocks noGrp="1"/>
          </p:cNvSpPr>
          <p:nvPr/>
        </p:nvSpPr>
        <p:spPr>
          <a:xfrm>
            <a:off x="3154954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3812">
            <a:extLst>
              <a:ext uri="{FF2B5EF4-FFF2-40B4-BE49-F238E27FC236}">
                <a16:creationId xmlns:a16="http://schemas.microsoft.com/office/drawing/2014/main" id="{12DD16CF-CF20-4669-A494-7403B355ED8F}"/>
              </a:ext>
            </a:extLst>
          </p:cNvPr>
          <p:cNvSpPr>
            <a:spLocks noGrp="1"/>
          </p:cNvSpPr>
          <p:nvPr/>
        </p:nvSpPr>
        <p:spPr>
          <a:xfrm>
            <a:off x="3166399" y="26450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3813">
            <a:extLst>
              <a:ext uri="{FF2B5EF4-FFF2-40B4-BE49-F238E27FC236}">
                <a16:creationId xmlns:a16="http://schemas.microsoft.com/office/drawing/2014/main" id="{10A6B853-097A-4A64-9529-247C5346F731}"/>
              </a:ext>
            </a:extLst>
          </p:cNvPr>
          <p:cNvSpPr>
            <a:spLocks noGrp="1"/>
          </p:cNvSpPr>
          <p:nvPr/>
        </p:nvSpPr>
        <p:spPr>
          <a:xfrm>
            <a:off x="314953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3814">
            <a:extLst>
              <a:ext uri="{FF2B5EF4-FFF2-40B4-BE49-F238E27FC236}">
                <a16:creationId xmlns:a16="http://schemas.microsoft.com/office/drawing/2014/main" id="{5190EC4A-6A8B-4FAE-ABCC-6737734F594F}"/>
              </a:ext>
            </a:extLst>
          </p:cNvPr>
          <p:cNvSpPr>
            <a:spLocks noGrp="1"/>
          </p:cNvSpPr>
          <p:nvPr/>
        </p:nvSpPr>
        <p:spPr>
          <a:xfrm>
            <a:off x="3093546" y="3398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3815">
            <a:extLst>
              <a:ext uri="{FF2B5EF4-FFF2-40B4-BE49-F238E27FC236}">
                <a16:creationId xmlns:a16="http://schemas.microsoft.com/office/drawing/2014/main" id="{C6857190-9C31-4CF9-8E0D-58E8A21D937B}"/>
              </a:ext>
            </a:extLst>
          </p:cNvPr>
          <p:cNvSpPr>
            <a:spLocks noGrp="1"/>
          </p:cNvSpPr>
          <p:nvPr/>
        </p:nvSpPr>
        <p:spPr>
          <a:xfrm>
            <a:off x="323655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3816">
            <a:extLst>
              <a:ext uri="{FF2B5EF4-FFF2-40B4-BE49-F238E27FC236}">
                <a16:creationId xmlns:a16="http://schemas.microsoft.com/office/drawing/2014/main" id="{36850D7B-959A-4131-BE0B-51D0B356795B}"/>
              </a:ext>
            </a:extLst>
          </p:cNvPr>
          <p:cNvSpPr>
            <a:spLocks noGrp="1"/>
          </p:cNvSpPr>
          <p:nvPr/>
        </p:nvSpPr>
        <p:spPr>
          <a:xfrm>
            <a:off x="310377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3817">
            <a:extLst>
              <a:ext uri="{FF2B5EF4-FFF2-40B4-BE49-F238E27FC236}">
                <a16:creationId xmlns:a16="http://schemas.microsoft.com/office/drawing/2014/main" id="{B32B5DBE-2023-4291-90ED-1A768C52955D}"/>
              </a:ext>
            </a:extLst>
          </p:cNvPr>
          <p:cNvSpPr>
            <a:spLocks noGrp="1"/>
          </p:cNvSpPr>
          <p:nvPr/>
        </p:nvSpPr>
        <p:spPr>
          <a:xfrm>
            <a:off x="315160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3818">
            <a:extLst>
              <a:ext uri="{FF2B5EF4-FFF2-40B4-BE49-F238E27FC236}">
                <a16:creationId xmlns:a16="http://schemas.microsoft.com/office/drawing/2014/main" id="{D4947A86-2326-431A-9396-647C28E1C374}"/>
              </a:ext>
            </a:extLst>
          </p:cNvPr>
          <p:cNvSpPr>
            <a:spLocks noGrp="1"/>
          </p:cNvSpPr>
          <p:nvPr/>
        </p:nvSpPr>
        <p:spPr>
          <a:xfrm>
            <a:off x="321237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3819">
            <a:extLst>
              <a:ext uri="{FF2B5EF4-FFF2-40B4-BE49-F238E27FC236}">
                <a16:creationId xmlns:a16="http://schemas.microsoft.com/office/drawing/2014/main" id="{E0B930E3-2FED-494A-9CD3-61D78EF04F87}"/>
              </a:ext>
            </a:extLst>
          </p:cNvPr>
          <p:cNvSpPr>
            <a:spLocks noGrp="1"/>
          </p:cNvSpPr>
          <p:nvPr/>
        </p:nvSpPr>
        <p:spPr>
          <a:xfrm>
            <a:off x="312804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3820">
            <a:extLst>
              <a:ext uri="{FF2B5EF4-FFF2-40B4-BE49-F238E27FC236}">
                <a16:creationId xmlns:a16="http://schemas.microsoft.com/office/drawing/2014/main" id="{6F8F0720-4DD6-43B6-990D-3F9ACD0B4296}"/>
              </a:ext>
            </a:extLst>
          </p:cNvPr>
          <p:cNvSpPr>
            <a:spLocks noGrp="1"/>
          </p:cNvSpPr>
          <p:nvPr/>
        </p:nvSpPr>
        <p:spPr>
          <a:xfrm>
            <a:off x="3240771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3821">
            <a:extLst>
              <a:ext uri="{FF2B5EF4-FFF2-40B4-BE49-F238E27FC236}">
                <a16:creationId xmlns:a16="http://schemas.microsoft.com/office/drawing/2014/main" id="{0FE2A149-2856-4B9B-8624-7C80F3EFAB68}"/>
              </a:ext>
            </a:extLst>
          </p:cNvPr>
          <p:cNvSpPr>
            <a:spLocks noGrp="1"/>
          </p:cNvSpPr>
          <p:nvPr/>
        </p:nvSpPr>
        <p:spPr>
          <a:xfrm>
            <a:off x="3123202" y="36369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3822">
            <a:extLst>
              <a:ext uri="{FF2B5EF4-FFF2-40B4-BE49-F238E27FC236}">
                <a16:creationId xmlns:a16="http://schemas.microsoft.com/office/drawing/2014/main" id="{4C632DCA-AD60-49E2-9BF3-CDB6F2653E5E}"/>
              </a:ext>
            </a:extLst>
          </p:cNvPr>
          <p:cNvSpPr>
            <a:spLocks noGrp="1"/>
          </p:cNvSpPr>
          <p:nvPr/>
        </p:nvSpPr>
        <p:spPr>
          <a:xfrm>
            <a:off x="3103755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3823">
            <a:extLst>
              <a:ext uri="{FF2B5EF4-FFF2-40B4-BE49-F238E27FC236}">
                <a16:creationId xmlns:a16="http://schemas.microsoft.com/office/drawing/2014/main" id="{1599498E-6CC1-496F-BF09-766453E4AE1D}"/>
              </a:ext>
            </a:extLst>
          </p:cNvPr>
          <p:cNvSpPr>
            <a:spLocks noGrp="1"/>
          </p:cNvSpPr>
          <p:nvPr/>
        </p:nvSpPr>
        <p:spPr>
          <a:xfrm>
            <a:off x="315284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3824">
            <a:extLst>
              <a:ext uri="{FF2B5EF4-FFF2-40B4-BE49-F238E27FC236}">
                <a16:creationId xmlns:a16="http://schemas.microsoft.com/office/drawing/2014/main" id="{C2A4039D-BD7A-41D0-96B3-5AF85B2C7134}"/>
              </a:ext>
            </a:extLst>
          </p:cNvPr>
          <p:cNvSpPr>
            <a:spLocks noGrp="1"/>
          </p:cNvSpPr>
          <p:nvPr/>
        </p:nvSpPr>
        <p:spPr>
          <a:xfrm>
            <a:off x="3092329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3825">
            <a:extLst>
              <a:ext uri="{FF2B5EF4-FFF2-40B4-BE49-F238E27FC236}">
                <a16:creationId xmlns:a16="http://schemas.microsoft.com/office/drawing/2014/main" id="{CD80B7CB-E0D4-459B-8A9C-33FBCC30043F}"/>
              </a:ext>
            </a:extLst>
          </p:cNvPr>
          <p:cNvSpPr>
            <a:spLocks noGrp="1"/>
          </p:cNvSpPr>
          <p:nvPr/>
        </p:nvSpPr>
        <p:spPr>
          <a:xfrm>
            <a:off x="3159931" y="29776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3826">
            <a:extLst>
              <a:ext uri="{FF2B5EF4-FFF2-40B4-BE49-F238E27FC236}">
                <a16:creationId xmlns:a16="http://schemas.microsoft.com/office/drawing/2014/main" id="{B033E772-CE08-42AC-9823-CC8C4E60BFAD}"/>
              </a:ext>
            </a:extLst>
          </p:cNvPr>
          <p:cNvSpPr>
            <a:spLocks noGrp="1"/>
          </p:cNvSpPr>
          <p:nvPr/>
        </p:nvSpPr>
        <p:spPr>
          <a:xfrm>
            <a:off x="309051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3827">
            <a:extLst>
              <a:ext uri="{FF2B5EF4-FFF2-40B4-BE49-F238E27FC236}">
                <a16:creationId xmlns:a16="http://schemas.microsoft.com/office/drawing/2014/main" id="{E44A321C-E8C8-4323-98A3-462BD51725F6}"/>
              </a:ext>
            </a:extLst>
          </p:cNvPr>
          <p:cNvSpPr>
            <a:spLocks noGrp="1"/>
          </p:cNvSpPr>
          <p:nvPr/>
        </p:nvSpPr>
        <p:spPr>
          <a:xfrm>
            <a:off x="3111946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3828">
            <a:extLst>
              <a:ext uri="{FF2B5EF4-FFF2-40B4-BE49-F238E27FC236}">
                <a16:creationId xmlns:a16="http://schemas.microsoft.com/office/drawing/2014/main" id="{6083A40B-4A2F-4553-A3F2-2F2CA60E3203}"/>
              </a:ext>
            </a:extLst>
          </p:cNvPr>
          <p:cNvSpPr>
            <a:spLocks noGrp="1"/>
          </p:cNvSpPr>
          <p:nvPr/>
        </p:nvSpPr>
        <p:spPr>
          <a:xfrm>
            <a:off x="3081286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3829">
            <a:extLst>
              <a:ext uri="{FF2B5EF4-FFF2-40B4-BE49-F238E27FC236}">
                <a16:creationId xmlns:a16="http://schemas.microsoft.com/office/drawing/2014/main" id="{35A35292-8E8A-4087-BDA7-D97EA81F7FE6}"/>
              </a:ext>
            </a:extLst>
          </p:cNvPr>
          <p:cNvSpPr>
            <a:spLocks noGrp="1"/>
          </p:cNvSpPr>
          <p:nvPr/>
        </p:nvSpPr>
        <p:spPr>
          <a:xfrm>
            <a:off x="3239667" y="37367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3830">
            <a:extLst>
              <a:ext uri="{FF2B5EF4-FFF2-40B4-BE49-F238E27FC236}">
                <a16:creationId xmlns:a16="http://schemas.microsoft.com/office/drawing/2014/main" id="{1AB43E76-AC20-4785-958F-A5D238A1C391}"/>
              </a:ext>
            </a:extLst>
          </p:cNvPr>
          <p:cNvSpPr>
            <a:spLocks noGrp="1"/>
          </p:cNvSpPr>
          <p:nvPr/>
        </p:nvSpPr>
        <p:spPr>
          <a:xfrm>
            <a:off x="3130439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3831">
            <a:extLst>
              <a:ext uri="{FF2B5EF4-FFF2-40B4-BE49-F238E27FC236}">
                <a16:creationId xmlns:a16="http://schemas.microsoft.com/office/drawing/2014/main" id="{953E0628-345B-4E46-9B4C-2C83FC40A683}"/>
              </a:ext>
            </a:extLst>
          </p:cNvPr>
          <p:cNvSpPr>
            <a:spLocks noGrp="1"/>
          </p:cNvSpPr>
          <p:nvPr/>
        </p:nvSpPr>
        <p:spPr>
          <a:xfrm>
            <a:off x="3077474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3832">
            <a:extLst>
              <a:ext uri="{FF2B5EF4-FFF2-40B4-BE49-F238E27FC236}">
                <a16:creationId xmlns:a16="http://schemas.microsoft.com/office/drawing/2014/main" id="{2C848F49-F9F2-4944-84FA-543D46532F09}"/>
              </a:ext>
            </a:extLst>
          </p:cNvPr>
          <p:cNvSpPr>
            <a:spLocks noGrp="1"/>
          </p:cNvSpPr>
          <p:nvPr/>
        </p:nvSpPr>
        <p:spPr>
          <a:xfrm>
            <a:off x="315145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3833">
            <a:extLst>
              <a:ext uri="{FF2B5EF4-FFF2-40B4-BE49-F238E27FC236}">
                <a16:creationId xmlns:a16="http://schemas.microsoft.com/office/drawing/2014/main" id="{0612B257-3C54-4DA4-A4DD-1DCB48E4371B}"/>
              </a:ext>
            </a:extLst>
          </p:cNvPr>
          <p:cNvSpPr>
            <a:spLocks noGrp="1"/>
          </p:cNvSpPr>
          <p:nvPr/>
        </p:nvSpPr>
        <p:spPr>
          <a:xfrm>
            <a:off x="3125951" y="3254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3834">
            <a:extLst>
              <a:ext uri="{FF2B5EF4-FFF2-40B4-BE49-F238E27FC236}">
                <a16:creationId xmlns:a16="http://schemas.microsoft.com/office/drawing/2014/main" id="{5B511C5D-BB6F-403D-AD40-FCFF3368F0B7}"/>
              </a:ext>
            </a:extLst>
          </p:cNvPr>
          <p:cNvSpPr>
            <a:spLocks noGrp="1"/>
          </p:cNvSpPr>
          <p:nvPr/>
        </p:nvSpPr>
        <p:spPr>
          <a:xfrm>
            <a:off x="3117855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3835">
            <a:extLst>
              <a:ext uri="{FF2B5EF4-FFF2-40B4-BE49-F238E27FC236}">
                <a16:creationId xmlns:a16="http://schemas.microsoft.com/office/drawing/2014/main" id="{6A209DE4-EBC8-48A6-B572-3AFD8EACA15B}"/>
              </a:ext>
            </a:extLst>
          </p:cNvPr>
          <p:cNvSpPr>
            <a:spLocks noGrp="1"/>
          </p:cNvSpPr>
          <p:nvPr/>
        </p:nvSpPr>
        <p:spPr>
          <a:xfrm>
            <a:off x="3186337" y="31498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3836">
            <a:extLst>
              <a:ext uri="{FF2B5EF4-FFF2-40B4-BE49-F238E27FC236}">
                <a16:creationId xmlns:a16="http://schemas.microsoft.com/office/drawing/2014/main" id="{893AD3C0-B898-4E3A-BFE3-0195F58F69A6}"/>
              </a:ext>
            </a:extLst>
          </p:cNvPr>
          <p:cNvSpPr>
            <a:spLocks noGrp="1"/>
          </p:cNvSpPr>
          <p:nvPr/>
        </p:nvSpPr>
        <p:spPr>
          <a:xfrm>
            <a:off x="3104845" y="3168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3837">
            <a:extLst>
              <a:ext uri="{FF2B5EF4-FFF2-40B4-BE49-F238E27FC236}">
                <a16:creationId xmlns:a16="http://schemas.microsoft.com/office/drawing/2014/main" id="{C6E9B3B4-1F35-4241-BFF1-8865511946DD}"/>
              </a:ext>
            </a:extLst>
          </p:cNvPr>
          <p:cNvSpPr>
            <a:spLocks noGrp="1"/>
          </p:cNvSpPr>
          <p:nvPr/>
        </p:nvSpPr>
        <p:spPr>
          <a:xfrm>
            <a:off x="3183888" y="26747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3838">
            <a:extLst>
              <a:ext uri="{FF2B5EF4-FFF2-40B4-BE49-F238E27FC236}">
                <a16:creationId xmlns:a16="http://schemas.microsoft.com/office/drawing/2014/main" id="{3CF39719-F3A7-496E-94A2-A786D8D676BD}"/>
              </a:ext>
            </a:extLst>
          </p:cNvPr>
          <p:cNvSpPr>
            <a:spLocks noGrp="1"/>
          </p:cNvSpPr>
          <p:nvPr/>
        </p:nvSpPr>
        <p:spPr>
          <a:xfrm>
            <a:off x="308005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3839">
            <a:extLst>
              <a:ext uri="{FF2B5EF4-FFF2-40B4-BE49-F238E27FC236}">
                <a16:creationId xmlns:a16="http://schemas.microsoft.com/office/drawing/2014/main" id="{72122E55-B83B-446F-A3D0-C0D27D7F30DA}"/>
              </a:ext>
            </a:extLst>
          </p:cNvPr>
          <p:cNvSpPr>
            <a:spLocks noGrp="1"/>
          </p:cNvSpPr>
          <p:nvPr/>
        </p:nvSpPr>
        <p:spPr>
          <a:xfrm>
            <a:off x="3212311" y="18603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3840">
            <a:extLst>
              <a:ext uri="{FF2B5EF4-FFF2-40B4-BE49-F238E27FC236}">
                <a16:creationId xmlns:a16="http://schemas.microsoft.com/office/drawing/2014/main" id="{81FF4570-9FF7-4DB7-85BD-A1F47207CE29}"/>
              </a:ext>
            </a:extLst>
          </p:cNvPr>
          <p:cNvSpPr>
            <a:spLocks noGrp="1"/>
          </p:cNvSpPr>
          <p:nvPr/>
        </p:nvSpPr>
        <p:spPr>
          <a:xfrm>
            <a:off x="31647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3841">
            <a:extLst>
              <a:ext uri="{FF2B5EF4-FFF2-40B4-BE49-F238E27FC236}">
                <a16:creationId xmlns:a16="http://schemas.microsoft.com/office/drawing/2014/main" id="{CB4CAB7B-627E-4E6E-9622-21A2BCAAB346}"/>
              </a:ext>
            </a:extLst>
          </p:cNvPr>
          <p:cNvSpPr>
            <a:spLocks noGrp="1"/>
          </p:cNvSpPr>
          <p:nvPr/>
        </p:nvSpPr>
        <p:spPr>
          <a:xfrm>
            <a:off x="3195023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3842">
            <a:extLst>
              <a:ext uri="{FF2B5EF4-FFF2-40B4-BE49-F238E27FC236}">
                <a16:creationId xmlns:a16="http://schemas.microsoft.com/office/drawing/2014/main" id="{A8A627FE-D185-4A0E-864F-27AF766A508F}"/>
              </a:ext>
            </a:extLst>
          </p:cNvPr>
          <p:cNvSpPr>
            <a:spLocks noGrp="1"/>
          </p:cNvSpPr>
          <p:nvPr/>
        </p:nvSpPr>
        <p:spPr>
          <a:xfrm>
            <a:off x="321257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3843">
            <a:extLst>
              <a:ext uri="{FF2B5EF4-FFF2-40B4-BE49-F238E27FC236}">
                <a16:creationId xmlns:a16="http://schemas.microsoft.com/office/drawing/2014/main" id="{A0507245-5982-41F3-A838-278D4B30F680}"/>
              </a:ext>
            </a:extLst>
          </p:cNvPr>
          <p:cNvSpPr>
            <a:spLocks noGrp="1"/>
          </p:cNvSpPr>
          <p:nvPr/>
        </p:nvSpPr>
        <p:spPr>
          <a:xfrm>
            <a:off x="3216329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3844">
            <a:extLst>
              <a:ext uri="{FF2B5EF4-FFF2-40B4-BE49-F238E27FC236}">
                <a16:creationId xmlns:a16="http://schemas.microsoft.com/office/drawing/2014/main" id="{696DE1F5-5590-49DC-A067-2F878D7ED239}"/>
              </a:ext>
            </a:extLst>
          </p:cNvPr>
          <p:cNvSpPr>
            <a:spLocks noGrp="1"/>
          </p:cNvSpPr>
          <p:nvPr/>
        </p:nvSpPr>
        <p:spPr>
          <a:xfrm>
            <a:off x="3126198" y="23160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3845">
            <a:extLst>
              <a:ext uri="{FF2B5EF4-FFF2-40B4-BE49-F238E27FC236}">
                <a16:creationId xmlns:a16="http://schemas.microsoft.com/office/drawing/2014/main" id="{FA13D9D2-D6A3-4223-9D1E-7C2E0F880C1C}"/>
              </a:ext>
            </a:extLst>
          </p:cNvPr>
          <p:cNvSpPr>
            <a:spLocks noGrp="1"/>
          </p:cNvSpPr>
          <p:nvPr/>
        </p:nvSpPr>
        <p:spPr>
          <a:xfrm>
            <a:off x="3087429" y="33912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3846">
            <a:extLst>
              <a:ext uri="{FF2B5EF4-FFF2-40B4-BE49-F238E27FC236}">
                <a16:creationId xmlns:a16="http://schemas.microsoft.com/office/drawing/2014/main" id="{B4837527-9807-4356-A053-B6CB7FEE11A3}"/>
              </a:ext>
            </a:extLst>
          </p:cNvPr>
          <p:cNvSpPr>
            <a:spLocks noGrp="1"/>
          </p:cNvSpPr>
          <p:nvPr/>
        </p:nvSpPr>
        <p:spPr>
          <a:xfrm>
            <a:off x="3118151" y="2544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3847">
            <a:extLst>
              <a:ext uri="{FF2B5EF4-FFF2-40B4-BE49-F238E27FC236}">
                <a16:creationId xmlns:a16="http://schemas.microsoft.com/office/drawing/2014/main" id="{1DDFA13B-4208-4C64-A1AA-6C4E67EDB9B0}"/>
              </a:ext>
            </a:extLst>
          </p:cNvPr>
          <p:cNvSpPr>
            <a:spLocks noGrp="1"/>
          </p:cNvSpPr>
          <p:nvPr/>
        </p:nvSpPr>
        <p:spPr>
          <a:xfrm>
            <a:off x="317194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3848">
            <a:extLst>
              <a:ext uri="{FF2B5EF4-FFF2-40B4-BE49-F238E27FC236}">
                <a16:creationId xmlns:a16="http://schemas.microsoft.com/office/drawing/2014/main" id="{35F44C72-C4D3-45C4-82BA-B5CF80C80970}"/>
              </a:ext>
            </a:extLst>
          </p:cNvPr>
          <p:cNvSpPr>
            <a:spLocks noGrp="1"/>
          </p:cNvSpPr>
          <p:nvPr/>
        </p:nvSpPr>
        <p:spPr>
          <a:xfrm>
            <a:off x="318110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3849">
            <a:extLst>
              <a:ext uri="{FF2B5EF4-FFF2-40B4-BE49-F238E27FC236}">
                <a16:creationId xmlns:a16="http://schemas.microsoft.com/office/drawing/2014/main" id="{B93E3016-85C5-4D69-9466-BFFB84721041}"/>
              </a:ext>
            </a:extLst>
          </p:cNvPr>
          <p:cNvSpPr>
            <a:spLocks noGrp="1"/>
          </p:cNvSpPr>
          <p:nvPr/>
        </p:nvSpPr>
        <p:spPr>
          <a:xfrm>
            <a:off x="31055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3850">
            <a:extLst>
              <a:ext uri="{FF2B5EF4-FFF2-40B4-BE49-F238E27FC236}">
                <a16:creationId xmlns:a16="http://schemas.microsoft.com/office/drawing/2014/main" id="{90669A9C-96D9-40DE-8843-97F8823EC1C4}"/>
              </a:ext>
            </a:extLst>
          </p:cNvPr>
          <p:cNvSpPr>
            <a:spLocks noGrp="1"/>
          </p:cNvSpPr>
          <p:nvPr/>
        </p:nvSpPr>
        <p:spPr>
          <a:xfrm>
            <a:off x="3170204" y="32971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3851">
            <a:extLst>
              <a:ext uri="{FF2B5EF4-FFF2-40B4-BE49-F238E27FC236}">
                <a16:creationId xmlns:a16="http://schemas.microsoft.com/office/drawing/2014/main" id="{2152412A-8F01-4AC8-B1CE-DFAC5E5CFBF4}"/>
              </a:ext>
            </a:extLst>
          </p:cNvPr>
          <p:cNvSpPr>
            <a:spLocks noGrp="1"/>
          </p:cNvSpPr>
          <p:nvPr/>
        </p:nvSpPr>
        <p:spPr>
          <a:xfrm>
            <a:off x="3177042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3852">
            <a:extLst>
              <a:ext uri="{FF2B5EF4-FFF2-40B4-BE49-F238E27FC236}">
                <a16:creationId xmlns:a16="http://schemas.microsoft.com/office/drawing/2014/main" id="{D9695550-005C-4866-AF6E-08E1BE022F63}"/>
              </a:ext>
            </a:extLst>
          </p:cNvPr>
          <p:cNvSpPr>
            <a:spLocks noGrp="1"/>
          </p:cNvSpPr>
          <p:nvPr/>
        </p:nvSpPr>
        <p:spPr>
          <a:xfrm>
            <a:off x="313504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3853">
            <a:extLst>
              <a:ext uri="{FF2B5EF4-FFF2-40B4-BE49-F238E27FC236}">
                <a16:creationId xmlns:a16="http://schemas.microsoft.com/office/drawing/2014/main" id="{68A3D3F4-8E71-4317-B8EC-901135CF1A76}"/>
              </a:ext>
            </a:extLst>
          </p:cNvPr>
          <p:cNvSpPr>
            <a:spLocks noGrp="1"/>
          </p:cNvSpPr>
          <p:nvPr/>
        </p:nvSpPr>
        <p:spPr>
          <a:xfrm>
            <a:off x="3199118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3854">
            <a:extLst>
              <a:ext uri="{FF2B5EF4-FFF2-40B4-BE49-F238E27FC236}">
                <a16:creationId xmlns:a16="http://schemas.microsoft.com/office/drawing/2014/main" id="{23B8819B-DB6C-4013-ABB2-EDA4D40D67E8}"/>
              </a:ext>
            </a:extLst>
          </p:cNvPr>
          <p:cNvSpPr>
            <a:spLocks noGrp="1"/>
          </p:cNvSpPr>
          <p:nvPr/>
        </p:nvSpPr>
        <p:spPr>
          <a:xfrm>
            <a:off x="316970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3855">
            <a:extLst>
              <a:ext uri="{FF2B5EF4-FFF2-40B4-BE49-F238E27FC236}">
                <a16:creationId xmlns:a16="http://schemas.microsoft.com/office/drawing/2014/main" id="{B76F9EE9-6840-4A0C-94BB-557B5D1B4E7F}"/>
              </a:ext>
            </a:extLst>
          </p:cNvPr>
          <p:cNvSpPr>
            <a:spLocks noGrp="1"/>
          </p:cNvSpPr>
          <p:nvPr/>
        </p:nvSpPr>
        <p:spPr>
          <a:xfrm>
            <a:off x="309776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3856">
            <a:extLst>
              <a:ext uri="{FF2B5EF4-FFF2-40B4-BE49-F238E27FC236}">
                <a16:creationId xmlns:a16="http://schemas.microsoft.com/office/drawing/2014/main" id="{87E598B4-442E-452C-A0EB-9C5887767473}"/>
              </a:ext>
            </a:extLst>
          </p:cNvPr>
          <p:cNvSpPr>
            <a:spLocks noGrp="1"/>
          </p:cNvSpPr>
          <p:nvPr/>
        </p:nvSpPr>
        <p:spPr>
          <a:xfrm>
            <a:off x="3209461" y="29554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6" name="data_3857">
            <a:extLst>
              <a:ext uri="{FF2B5EF4-FFF2-40B4-BE49-F238E27FC236}">
                <a16:creationId xmlns:a16="http://schemas.microsoft.com/office/drawing/2014/main" id="{2CF2944F-4D80-459D-9AEE-7F0EF8ABF203}"/>
              </a:ext>
            </a:extLst>
          </p:cNvPr>
          <p:cNvSpPr>
            <a:spLocks noGrp="1"/>
          </p:cNvSpPr>
          <p:nvPr/>
        </p:nvSpPr>
        <p:spPr>
          <a:xfrm>
            <a:off x="3197559" y="26537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7" name="data_3858">
            <a:extLst>
              <a:ext uri="{FF2B5EF4-FFF2-40B4-BE49-F238E27FC236}">
                <a16:creationId xmlns:a16="http://schemas.microsoft.com/office/drawing/2014/main" id="{2E016B66-C751-4197-99BC-A63D179D7BC6}"/>
              </a:ext>
            </a:extLst>
          </p:cNvPr>
          <p:cNvSpPr>
            <a:spLocks noGrp="1"/>
          </p:cNvSpPr>
          <p:nvPr/>
        </p:nvSpPr>
        <p:spPr>
          <a:xfrm>
            <a:off x="324443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8" name="data_3859">
            <a:extLst>
              <a:ext uri="{FF2B5EF4-FFF2-40B4-BE49-F238E27FC236}">
                <a16:creationId xmlns:a16="http://schemas.microsoft.com/office/drawing/2014/main" id="{8824F5F4-17FF-412B-89F3-0D64866D8B03}"/>
              </a:ext>
            </a:extLst>
          </p:cNvPr>
          <p:cNvSpPr>
            <a:spLocks noGrp="1"/>
          </p:cNvSpPr>
          <p:nvPr/>
        </p:nvSpPr>
        <p:spPr>
          <a:xfrm>
            <a:off x="3167786" y="2408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9" name="data_3860">
            <a:extLst>
              <a:ext uri="{FF2B5EF4-FFF2-40B4-BE49-F238E27FC236}">
                <a16:creationId xmlns:a16="http://schemas.microsoft.com/office/drawing/2014/main" id="{AAD72982-3B34-499C-B1F3-034EF6AD5017}"/>
              </a:ext>
            </a:extLst>
          </p:cNvPr>
          <p:cNvSpPr>
            <a:spLocks noGrp="1"/>
          </p:cNvSpPr>
          <p:nvPr/>
        </p:nvSpPr>
        <p:spPr>
          <a:xfrm>
            <a:off x="3232660" y="25907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0" name="data_3861">
            <a:extLst>
              <a:ext uri="{FF2B5EF4-FFF2-40B4-BE49-F238E27FC236}">
                <a16:creationId xmlns:a16="http://schemas.microsoft.com/office/drawing/2014/main" id="{9DD5D40F-836E-4C10-B589-8C350690F065}"/>
              </a:ext>
            </a:extLst>
          </p:cNvPr>
          <p:cNvSpPr>
            <a:spLocks noGrp="1"/>
          </p:cNvSpPr>
          <p:nvPr/>
        </p:nvSpPr>
        <p:spPr>
          <a:xfrm>
            <a:off x="315736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1" name="data_3862">
            <a:extLst>
              <a:ext uri="{FF2B5EF4-FFF2-40B4-BE49-F238E27FC236}">
                <a16:creationId xmlns:a16="http://schemas.microsoft.com/office/drawing/2014/main" id="{B283160D-FBFA-44F2-94DB-6576B55033AC}"/>
              </a:ext>
            </a:extLst>
          </p:cNvPr>
          <p:cNvSpPr>
            <a:spLocks noGrp="1"/>
          </p:cNvSpPr>
          <p:nvPr/>
        </p:nvSpPr>
        <p:spPr>
          <a:xfrm>
            <a:off x="3179331" y="33361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2" name="data_3863">
            <a:extLst>
              <a:ext uri="{FF2B5EF4-FFF2-40B4-BE49-F238E27FC236}">
                <a16:creationId xmlns:a16="http://schemas.microsoft.com/office/drawing/2014/main" id="{44F91537-1A54-484E-8928-B7A3805E936F}"/>
              </a:ext>
            </a:extLst>
          </p:cNvPr>
          <p:cNvSpPr>
            <a:spLocks noGrp="1"/>
          </p:cNvSpPr>
          <p:nvPr/>
        </p:nvSpPr>
        <p:spPr>
          <a:xfrm>
            <a:off x="3097140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3" name="data_3864">
            <a:extLst>
              <a:ext uri="{FF2B5EF4-FFF2-40B4-BE49-F238E27FC236}">
                <a16:creationId xmlns:a16="http://schemas.microsoft.com/office/drawing/2014/main" id="{CC85970C-3AA9-4E88-9006-C2256F5E7261}"/>
              </a:ext>
            </a:extLst>
          </p:cNvPr>
          <p:cNvSpPr>
            <a:spLocks noGrp="1"/>
          </p:cNvSpPr>
          <p:nvPr/>
        </p:nvSpPr>
        <p:spPr>
          <a:xfrm>
            <a:off x="32271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4" name="data_3865">
            <a:extLst>
              <a:ext uri="{FF2B5EF4-FFF2-40B4-BE49-F238E27FC236}">
                <a16:creationId xmlns:a16="http://schemas.microsoft.com/office/drawing/2014/main" id="{4BFDE794-F2D2-4EB0-BF96-FEC92592C6B5}"/>
              </a:ext>
            </a:extLst>
          </p:cNvPr>
          <p:cNvSpPr>
            <a:spLocks noGrp="1"/>
          </p:cNvSpPr>
          <p:nvPr/>
        </p:nvSpPr>
        <p:spPr>
          <a:xfrm>
            <a:off x="31404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5" name="data_3866">
            <a:extLst>
              <a:ext uri="{FF2B5EF4-FFF2-40B4-BE49-F238E27FC236}">
                <a16:creationId xmlns:a16="http://schemas.microsoft.com/office/drawing/2014/main" id="{54EEE46C-0007-4267-8072-6D6319063BD6}"/>
              </a:ext>
            </a:extLst>
          </p:cNvPr>
          <p:cNvSpPr>
            <a:spLocks noGrp="1"/>
          </p:cNvSpPr>
          <p:nvPr/>
        </p:nvSpPr>
        <p:spPr>
          <a:xfrm>
            <a:off x="32068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6" name="data_3867">
            <a:extLst>
              <a:ext uri="{FF2B5EF4-FFF2-40B4-BE49-F238E27FC236}">
                <a16:creationId xmlns:a16="http://schemas.microsoft.com/office/drawing/2014/main" id="{4489807D-0872-4EB4-8D04-D15CB7CBD10B}"/>
              </a:ext>
            </a:extLst>
          </p:cNvPr>
          <p:cNvSpPr>
            <a:spLocks noGrp="1"/>
          </p:cNvSpPr>
          <p:nvPr/>
        </p:nvSpPr>
        <p:spPr>
          <a:xfrm>
            <a:off x="3070230" y="32636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7" name="data_3868">
            <a:extLst>
              <a:ext uri="{FF2B5EF4-FFF2-40B4-BE49-F238E27FC236}">
                <a16:creationId xmlns:a16="http://schemas.microsoft.com/office/drawing/2014/main" id="{DECA2D6A-E34E-4211-9227-3CAE3350ACD9}"/>
              </a:ext>
            </a:extLst>
          </p:cNvPr>
          <p:cNvSpPr>
            <a:spLocks noGrp="1"/>
          </p:cNvSpPr>
          <p:nvPr/>
        </p:nvSpPr>
        <p:spPr>
          <a:xfrm>
            <a:off x="316025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8" name="data_3869">
            <a:extLst>
              <a:ext uri="{FF2B5EF4-FFF2-40B4-BE49-F238E27FC236}">
                <a16:creationId xmlns:a16="http://schemas.microsoft.com/office/drawing/2014/main" id="{708ECF33-2CEB-4007-BC3A-A16B6C758283}"/>
              </a:ext>
            </a:extLst>
          </p:cNvPr>
          <p:cNvSpPr>
            <a:spLocks noGrp="1"/>
          </p:cNvSpPr>
          <p:nvPr/>
        </p:nvSpPr>
        <p:spPr>
          <a:xfrm>
            <a:off x="3159088" y="35173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9" name="data_3870">
            <a:extLst>
              <a:ext uri="{FF2B5EF4-FFF2-40B4-BE49-F238E27FC236}">
                <a16:creationId xmlns:a16="http://schemas.microsoft.com/office/drawing/2014/main" id="{1874450A-9E68-4769-81CF-9E9CF39CE7D5}"/>
              </a:ext>
            </a:extLst>
          </p:cNvPr>
          <p:cNvSpPr>
            <a:spLocks noGrp="1"/>
          </p:cNvSpPr>
          <p:nvPr/>
        </p:nvSpPr>
        <p:spPr>
          <a:xfrm>
            <a:off x="37347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0" name="data_3871">
            <a:extLst>
              <a:ext uri="{FF2B5EF4-FFF2-40B4-BE49-F238E27FC236}">
                <a16:creationId xmlns:a16="http://schemas.microsoft.com/office/drawing/2014/main" id="{BC878F1E-4095-486A-B86C-36D225B5111C}"/>
              </a:ext>
            </a:extLst>
          </p:cNvPr>
          <p:cNvSpPr>
            <a:spLocks noGrp="1"/>
          </p:cNvSpPr>
          <p:nvPr/>
        </p:nvSpPr>
        <p:spPr>
          <a:xfrm>
            <a:off x="373738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1" name="data_3872">
            <a:extLst>
              <a:ext uri="{FF2B5EF4-FFF2-40B4-BE49-F238E27FC236}">
                <a16:creationId xmlns:a16="http://schemas.microsoft.com/office/drawing/2014/main" id="{DF38E00E-2AA2-4A02-90D9-9DC181303BD6}"/>
              </a:ext>
            </a:extLst>
          </p:cNvPr>
          <p:cNvSpPr>
            <a:spLocks noGrp="1"/>
          </p:cNvSpPr>
          <p:nvPr/>
        </p:nvSpPr>
        <p:spPr>
          <a:xfrm>
            <a:off x="376846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2" name="data_3873">
            <a:extLst>
              <a:ext uri="{FF2B5EF4-FFF2-40B4-BE49-F238E27FC236}">
                <a16:creationId xmlns:a16="http://schemas.microsoft.com/office/drawing/2014/main" id="{233B1E50-507C-4AE7-8F51-188A9229BFAF}"/>
              </a:ext>
            </a:extLst>
          </p:cNvPr>
          <p:cNvSpPr>
            <a:spLocks noGrp="1"/>
          </p:cNvSpPr>
          <p:nvPr/>
        </p:nvSpPr>
        <p:spPr>
          <a:xfrm>
            <a:off x="379491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3" name="data_3874">
            <a:extLst>
              <a:ext uri="{FF2B5EF4-FFF2-40B4-BE49-F238E27FC236}">
                <a16:creationId xmlns:a16="http://schemas.microsoft.com/office/drawing/2014/main" id="{CD8CDCE5-A325-4418-8AC5-69FBDEDECBD1}"/>
              </a:ext>
            </a:extLst>
          </p:cNvPr>
          <p:cNvSpPr>
            <a:spLocks noGrp="1"/>
          </p:cNvSpPr>
          <p:nvPr/>
        </p:nvSpPr>
        <p:spPr>
          <a:xfrm>
            <a:off x="3739396" y="30368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4" name="data_3875">
            <a:extLst>
              <a:ext uri="{FF2B5EF4-FFF2-40B4-BE49-F238E27FC236}">
                <a16:creationId xmlns:a16="http://schemas.microsoft.com/office/drawing/2014/main" id="{5964C493-DB89-4305-83C0-1ACE0A41E532}"/>
              </a:ext>
            </a:extLst>
          </p:cNvPr>
          <p:cNvSpPr>
            <a:spLocks noGrp="1"/>
          </p:cNvSpPr>
          <p:nvPr/>
        </p:nvSpPr>
        <p:spPr>
          <a:xfrm>
            <a:off x="384988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5" name="data_3876">
            <a:extLst>
              <a:ext uri="{FF2B5EF4-FFF2-40B4-BE49-F238E27FC236}">
                <a16:creationId xmlns:a16="http://schemas.microsoft.com/office/drawing/2014/main" id="{D8523D5E-8684-4BF1-AD61-138CBB142557}"/>
              </a:ext>
            </a:extLst>
          </p:cNvPr>
          <p:cNvSpPr>
            <a:spLocks noGrp="1"/>
          </p:cNvSpPr>
          <p:nvPr/>
        </p:nvSpPr>
        <p:spPr>
          <a:xfrm>
            <a:off x="373863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6" name="data_3877">
            <a:extLst>
              <a:ext uri="{FF2B5EF4-FFF2-40B4-BE49-F238E27FC236}">
                <a16:creationId xmlns:a16="http://schemas.microsoft.com/office/drawing/2014/main" id="{7AF496F9-BD69-4202-918A-CA8F5540FFA7}"/>
              </a:ext>
            </a:extLst>
          </p:cNvPr>
          <p:cNvSpPr>
            <a:spLocks noGrp="1"/>
          </p:cNvSpPr>
          <p:nvPr/>
        </p:nvSpPr>
        <p:spPr>
          <a:xfrm>
            <a:off x="3794729" y="23016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7" name="data_3878">
            <a:extLst>
              <a:ext uri="{FF2B5EF4-FFF2-40B4-BE49-F238E27FC236}">
                <a16:creationId xmlns:a16="http://schemas.microsoft.com/office/drawing/2014/main" id="{C6C4667B-7F93-4C82-A323-E53708913C02}"/>
              </a:ext>
            </a:extLst>
          </p:cNvPr>
          <p:cNvSpPr>
            <a:spLocks noGrp="1"/>
          </p:cNvSpPr>
          <p:nvPr/>
        </p:nvSpPr>
        <p:spPr>
          <a:xfrm>
            <a:off x="380660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8" name="data_3879">
            <a:extLst>
              <a:ext uri="{FF2B5EF4-FFF2-40B4-BE49-F238E27FC236}">
                <a16:creationId xmlns:a16="http://schemas.microsoft.com/office/drawing/2014/main" id="{37728EDF-5286-4B2E-B209-1B2787FAE4D8}"/>
              </a:ext>
            </a:extLst>
          </p:cNvPr>
          <p:cNvSpPr>
            <a:spLocks noGrp="1"/>
          </p:cNvSpPr>
          <p:nvPr/>
        </p:nvSpPr>
        <p:spPr>
          <a:xfrm>
            <a:off x="3808647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9" name="data_3880">
            <a:extLst>
              <a:ext uri="{FF2B5EF4-FFF2-40B4-BE49-F238E27FC236}">
                <a16:creationId xmlns:a16="http://schemas.microsoft.com/office/drawing/2014/main" id="{9A2C444F-EA76-4004-B27E-60ABBB3EBF62}"/>
              </a:ext>
            </a:extLst>
          </p:cNvPr>
          <p:cNvSpPr>
            <a:spLocks noGrp="1"/>
          </p:cNvSpPr>
          <p:nvPr/>
        </p:nvSpPr>
        <p:spPr>
          <a:xfrm>
            <a:off x="3840989" y="33902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0" name="data_3881">
            <a:extLst>
              <a:ext uri="{FF2B5EF4-FFF2-40B4-BE49-F238E27FC236}">
                <a16:creationId xmlns:a16="http://schemas.microsoft.com/office/drawing/2014/main" id="{57C6DB2E-FE4D-4406-85C6-067288897BF2}"/>
              </a:ext>
            </a:extLst>
          </p:cNvPr>
          <p:cNvSpPr>
            <a:spLocks noGrp="1"/>
          </p:cNvSpPr>
          <p:nvPr/>
        </p:nvSpPr>
        <p:spPr>
          <a:xfrm>
            <a:off x="3849191" y="29164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1" name="data_3882">
            <a:extLst>
              <a:ext uri="{FF2B5EF4-FFF2-40B4-BE49-F238E27FC236}">
                <a16:creationId xmlns:a16="http://schemas.microsoft.com/office/drawing/2014/main" id="{6753C2A7-1691-4493-8838-E2FDD73F3AB8}"/>
              </a:ext>
            </a:extLst>
          </p:cNvPr>
          <p:cNvSpPr>
            <a:spLocks noGrp="1"/>
          </p:cNvSpPr>
          <p:nvPr/>
        </p:nvSpPr>
        <p:spPr>
          <a:xfrm>
            <a:off x="3824487" y="22160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2" name="data_3883">
            <a:extLst>
              <a:ext uri="{FF2B5EF4-FFF2-40B4-BE49-F238E27FC236}">
                <a16:creationId xmlns:a16="http://schemas.microsoft.com/office/drawing/2014/main" id="{9920836F-9DD4-45D5-96BE-D117D28F4582}"/>
              </a:ext>
            </a:extLst>
          </p:cNvPr>
          <p:cNvSpPr>
            <a:spLocks noGrp="1"/>
          </p:cNvSpPr>
          <p:nvPr/>
        </p:nvSpPr>
        <p:spPr>
          <a:xfrm>
            <a:off x="37847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3" name="data_3884">
            <a:extLst>
              <a:ext uri="{FF2B5EF4-FFF2-40B4-BE49-F238E27FC236}">
                <a16:creationId xmlns:a16="http://schemas.microsoft.com/office/drawing/2014/main" id="{31EFDDFD-D42C-4D29-9118-B01D72C09DAC}"/>
              </a:ext>
            </a:extLst>
          </p:cNvPr>
          <p:cNvSpPr>
            <a:spLocks noGrp="1"/>
          </p:cNvSpPr>
          <p:nvPr/>
        </p:nvSpPr>
        <p:spPr>
          <a:xfrm>
            <a:off x="38436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4" name="data_3885">
            <a:extLst>
              <a:ext uri="{FF2B5EF4-FFF2-40B4-BE49-F238E27FC236}">
                <a16:creationId xmlns:a16="http://schemas.microsoft.com/office/drawing/2014/main" id="{8045FE6B-3F79-4C2C-A145-112A61D5F4D8}"/>
              </a:ext>
            </a:extLst>
          </p:cNvPr>
          <p:cNvSpPr>
            <a:spLocks noGrp="1"/>
          </p:cNvSpPr>
          <p:nvPr/>
        </p:nvSpPr>
        <p:spPr>
          <a:xfrm>
            <a:off x="3792336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5" name="data_3886">
            <a:extLst>
              <a:ext uri="{FF2B5EF4-FFF2-40B4-BE49-F238E27FC236}">
                <a16:creationId xmlns:a16="http://schemas.microsoft.com/office/drawing/2014/main" id="{ADFF6BF0-3BC2-4B93-B86B-FAD56F2CDA8F}"/>
              </a:ext>
            </a:extLst>
          </p:cNvPr>
          <p:cNvSpPr>
            <a:spLocks noGrp="1"/>
          </p:cNvSpPr>
          <p:nvPr/>
        </p:nvSpPr>
        <p:spPr>
          <a:xfrm>
            <a:off x="369805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6" name="data_3887">
            <a:extLst>
              <a:ext uri="{FF2B5EF4-FFF2-40B4-BE49-F238E27FC236}">
                <a16:creationId xmlns:a16="http://schemas.microsoft.com/office/drawing/2014/main" id="{756371AC-2C77-4D3C-B367-E2378D1D0FC0}"/>
              </a:ext>
            </a:extLst>
          </p:cNvPr>
          <p:cNvSpPr>
            <a:spLocks noGrp="1"/>
          </p:cNvSpPr>
          <p:nvPr/>
        </p:nvSpPr>
        <p:spPr>
          <a:xfrm>
            <a:off x="374948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7" name="data_3888">
            <a:extLst>
              <a:ext uri="{FF2B5EF4-FFF2-40B4-BE49-F238E27FC236}">
                <a16:creationId xmlns:a16="http://schemas.microsoft.com/office/drawing/2014/main" id="{20041C60-0F9C-4D36-A4AA-D67E7D4CC56A}"/>
              </a:ext>
            </a:extLst>
          </p:cNvPr>
          <p:cNvSpPr>
            <a:spLocks noGrp="1"/>
          </p:cNvSpPr>
          <p:nvPr/>
        </p:nvSpPr>
        <p:spPr>
          <a:xfrm>
            <a:off x="3859952" y="34986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8" name="data_3889">
            <a:extLst>
              <a:ext uri="{FF2B5EF4-FFF2-40B4-BE49-F238E27FC236}">
                <a16:creationId xmlns:a16="http://schemas.microsoft.com/office/drawing/2014/main" id="{F2BB4694-B75D-4BD4-8F3B-67C92FF0ADB2}"/>
              </a:ext>
            </a:extLst>
          </p:cNvPr>
          <p:cNvSpPr>
            <a:spLocks noGrp="1"/>
          </p:cNvSpPr>
          <p:nvPr/>
        </p:nvSpPr>
        <p:spPr>
          <a:xfrm>
            <a:off x="3695625" y="30103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9" name="data_3890">
            <a:extLst>
              <a:ext uri="{FF2B5EF4-FFF2-40B4-BE49-F238E27FC236}">
                <a16:creationId xmlns:a16="http://schemas.microsoft.com/office/drawing/2014/main" id="{5335ECFF-3AA6-4D75-B0DD-D990E9109985}"/>
              </a:ext>
            </a:extLst>
          </p:cNvPr>
          <p:cNvSpPr>
            <a:spLocks noGrp="1"/>
          </p:cNvSpPr>
          <p:nvPr/>
        </p:nvSpPr>
        <p:spPr>
          <a:xfrm>
            <a:off x="38325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0" name="data_3891">
            <a:extLst>
              <a:ext uri="{FF2B5EF4-FFF2-40B4-BE49-F238E27FC236}">
                <a16:creationId xmlns:a16="http://schemas.microsoft.com/office/drawing/2014/main" id="{B7C7677A-AEA7-4396-A95D-E77D43D15233}"/>
              </a:ext>
            </a:extLst>
          </p:cNvPr>
          <p:cNvSpPr>
            <a:spLocks noGrp="1"/>
          </p:cNvSpPr>
          <p:nvPr/>
        </p:nvSpPr>
        <p:spPr>
          <a:xfrm>
            <a:off x="381966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1" name="data_3892">
            <a:extLst>
              <a:ext uri="{FF2B5EF4-FFF2-40B4-BE49-F238E27FC236}">
                <a16:creationId xmlns:a16="http://schemas.microsoft.com/office/drawing/2014/main" id="{080F9976-336F-46C6-A90D-48E7101A6074}"/>
              </a:ext>
            </a:extLst>
          </p:cNvPr>
          <p:cNvSpPr>
            <a:spLocks noGrp="1"/>
          </p:cNvSpPr>
          <p:nvPr/>
        </p:nvSpPr>
        <p:spPr>
          <a:xfrm>
            <a:off x="3806645" y="33614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2" name="data_3893">
            <a:extLst>
              <a:ext uri="{FF2B5EF4-FFF2-40B4-BE49-F238E27FC236}">
                <a16:creationId xmlns:a16="http://schemas.microsoft.com/office/drawing/2014/main" id="{BED37440-0648-4491-9C98-19BB07B818C8}"/>
              </a:ext>
            </a:extLst>
          </p:cNvPr>
          <p:cNvSpPr>
            <a:spLocks noGrp="1"/>
          </p:cNvSpPr>
          <p:nvPr/>
        </p:nvSpPr>
        <p:spPr>
          <a:xfrm>
            <a:off x="3859202" y="25425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3" name="data_3894">
            <a:extLst>
              <a:ext uri="{FF2B5EF4-FFF2-40B4-BE49-F238E27FC236}">
                <a16:creationId xmlns:a16="http://schemas.microsoft.com/office/drawing/2014/main" id="{F320DE3B-C2D2-4952-8E6C-33FD187BD5F7}"/>
              </a:ext>
            </a:extLst>
          </p:cNvPr>
          <p:cNvSpPr>
            <a:spLocks noGrp="1"/>
          </p:cNvSpPr>
          <p:nvPr/>
        </p:nvSpPr>
        <p:spPr>
          <a:xfrm>
            <a:off x="385003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4" name="data_3895">
            <a:extLst>
              <a:ext uri="{FF2B5EF4-FFF2-40B4-BE49-F238E27FC236}">
                <a16:creationId xmlns:a16="http://schemas.microsoft.com/office/drawing/2014/main" id="{B6DEF85B-428A-47E4-A93E-3F80A6522790}"/>
              </a:ext>
            </a:extLst>
          </p:cNvPr>
          <p:cNvSpPr>
            <a:spLocks noGrp="1"/>
          </p:cNvSpPr>
          <p:nvPr/>
        </p:nvSpPr>
        <p:spPr>
          <a:xfrm>
            <a:off x="379342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5" name="data_3896">
            <a:extLst>
              <a:ext uri="{FF2B5EF4-FFF2-40B4-BE49-F238E27FC236}">
                <a16:creationId xmlns:a16="http://schemas.microsoft.com/office/drawing/2014/main" id="{1E8A9A5C-B245-4CF4-8552-D7455D25FB11}"/>
              </a:ext>
            </a:extLst>
          </p:cNvPr>
          <p:cNvSpPr>
            <a:spLocks noGrp="1"/>
          </p:cNvSpPr>
          <p:nvPr/>
        </p:nvSpPr>
        <p:spPr>
          <a:xfrm>
            <a:off x="37624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6" name="data_3897">
            <a:extLst>
              <a:ext uri="{FF2B5EF4-FFF2-40B4-BE49-F238E27FC236}">
                <a16:creationId xmlns:a16="http://schemas.microsoft.com/office/drawing/2014/main" id="{BE0D1CD8-FD63-4C5D-85CF-3453FB6F7C2D}"/>
              </a:ext>
            </a:extLst>
          </p:cNvPr>
          <p:cNvSpPr>
            <a:spLocks noGrp="1"/>
          </p:cNvSpPr>
          <p:nvPr/>
        </p:nvSpPr>
        <p:spPr>
          <a:xfrm>
            <a:off x="374292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7" name="data_3898">
            <a:extLst>
              <a:ext uri="{FF2B5EF4-FFF2-40B4-BE49-F238E27FC236}">
                <a16:creationId xmlns:a16="http://schemas.microsoft.com/office/drawing/2014/main" id="{1DF9FF00-3FE6-430B-A4A3-803182661030}"/>
              </a:ext>
            </a:extLst>
          </p:cNvPr>
          <p:cNvSpPr>
            <a:spLocks noGrp="1"/>
          </p:cNvSpPr>
          <p:nvPr/>
        </p:nvSpPr>
        <p:spPr>
          <a:xfrm>
            <a:off x="3741567" y="3471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8" name="data_3899">
            <a:extLst>
              <a:ext uri="{FF2B5EF4-FFF2-40B4-BE49-F238E27FC236}">
                <a16:creationId xmlns:a16="http://schemas.microsoft.com/office/drawing/2014/main" id="{C3D89925-767F-4CF8-9208-2F46AC1C129B}"/>
              </a:ext>
            </a:extLst>
          </p:cNvPr>
          <p:cNvSpPr>
            <a:spLocks noGrp="1"/>
          </p:cNvSpPr>
          <p:nvPr/>
        </p:nvSpPr>
        <p:spPr>
          <a:xfrm>
            <a:off x="3712811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9" name="data_3900">
            <a:extLst>
              <a:ext uri="{FF2B5EF4-FFF2-40B4-BE49-F238E27FC236}">
                <a16:creationId xmlns:a16="http://schemas.microsoft.com/office/drawing/2014/main" id="{BF0B3B28-5AAE-4F27-953F-67FA9FD34E82}"/>
              </a:ext>
            </a:extLst>
          </p:cNvPr>
          <p:cNvSpPr>
            <a:spLocks noGrp="1"/>
          </p:cNvSpPr>
          <p:nvPr/>
        </p:nvSpPr>
        <p:spPr>
          <a:xfrm>
            <a:off x="370669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0" name="data_3901">
            <a:extLst>
              <a:ext uri="{FF2B5EF4-FFF2-40B4-BE49-F238E27FC236}">
                <a16:creationId xmlns:a16="http://schemas.microsoft.com/office/drawing/2014/main" id="{156EECA2-891A-4D18-AD2D-21FF5B4F0DB9}"/>
              </a:ext>
            </a:extLst>
          </p:cNvPr>
          <p:cNvSpPr>
            <a:spLocks noGrp="1"/>
          </p:cNvSpPr>
          <p:nvPr/>
        </p:nvSpPr>
        <p:spPr>
          <a:xfrm>
            <a:off x="3835497" y="36603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1" name="data_3902">
            <a:extLst>
              <a:ext uri="{FF2B5EF4-FFF2-40B4-BE49-F238E27FC236}">
                <a16:creationId xmlns:a16="http://schemas.microsoft.com/office/drawing/2014/main" id="{A224CA1B-E821-48B6-A726-364B5E2259B4}"/>
              </a:ext>
            </a:extLst>
          </p:cNvPr>
          <p:cNvSpPr>
            <a:spLocks noGrp="1"/>
          </p:cNvSpPr>
          <p:nvPr/>
        </p:nvSpPr>
        <p:spPr>
          <a:xfrm>
            <a:off x="380466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2" name="data_3903">
            <a:extLst>
              <a:ext uri="{FF2B5EF4-FFF2-40B4-BE49-F238E27FC236}">
                <a16:creationId xmlns:a16="http://schemas.microsoft.com/office/drawing/2014/main" id="{19EE6F3F-7110-4BDF-A9D9-914F5A63980F}"/>
              </a:ext>
            </a:extLst>
          </p:cNvPr>
          <p:cNvSpPr>
            <a:spLocks noGrp="1"/>
          </p:cNvSpPr>
          <p:nvPr/>
        </p:nvSpPr>
        <p:spPr>
          <a:xfrm>
            <a:off x="37412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3" name="data_3904">
            <a:extLst>
              <a:ext uri="{FF2B5EF4-FFF2-40B4-BE49-F238E27FC236}">
                <a16:creationId xmlns:a16="http://schemas.microsoft.com/office/drawing/2014/main" id="{4A810B43-D2D8-4C78-86E9-1A5A4F3E995C}"/>
              </a:ext>
            </a:extLst>
          </p:cNvPr>
          <p:cNvSpPr>
            <a:spLocks noGrp="1"/>
          </p:cNvSpPr>
          <p:nvPr/>
        </p:nvSpPr>
        <p:spPr>
          <a:xfrm>
            <a:off x="373340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4" name="data_3905">
            <a:extLst>
              <a:ext uri="{FF2B5EF4-FFF2-40B4-BE49-F238E27FC236}">
                <a16:creationId xmlns:a16="http://schemas.microsoft.com/office/drawing/2014/main" id="{EC210EF7-6DA6-49D1-BDC9-56CF6AAD868C}"/>
              </a:ext>
            </a:extLst>
          </p:cNvPr>
          <p:cNvSpPr>
            <a:spLocks noGrp="1"/>
          </p:cNvSpPr>
          <p:nvPr/>
        </p:nvSpPr>
        <p:spPr>
          <a:xfrm>
            <a:off x="38447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5" name="data_3906">
            <a:extLst>
              <a:ext uri="{FF2B5EF4-FFF2-40B4-BE49-F238E27FC236}">
                <a16:creationId xmlns:a16="http://schemas.microsoft.com/office/drawing/2014/main" id="{A314D59E-CBB2-4664-9577-3F0607378B34}"/>
              </a:ext>
            </a:extLst>
          </p:cNvPr>
          <p:cNvSpPr>
            <a:spLocks noGrp="1"/>
          </p:cNvSpPr>
          <p:nvPr/>
        </p:nvSpPr>
        <p:spPr>
          <a:xfrm>
            <a:off x="386097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6" name="data_3907">
            <a:extLst>
              <a:ext uri="{FF2B5EF4-FFF2-40B4-BE49-F238E27FC236}">
                <a16:creationId xmlns:a16="http://schemas.microsoft.com/office/drawing/2014/main" id="{5C8A0BB0-3C2E-44EA-840B-ABE3E2F96465}"/>
              </a:ext>
            </a:extLst>
          </p:cNvPr>
          <p:cNvSpPr>
            <a:spLocks noGrp="1"/>
          </p:cNvSpPr>
          <p:nvPr/>
        </p:nvSpPr>
        <p:spPr>
          <a:xfrm>
            <a:off x="3827173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7" name="data_3908">
            <a:extLst>
              <a:ext uri="{FF2B5EF4-FFF2-40B4-BE49-F238E27FC236}">
                <a16:creationId xmlns:a16="http://schemas.microsoft.com/office/drawing/2014/main" id="{617EF28A-AD0E-4AA3-9D31-E9C5C3271840}"/>
              </a:ext>
            </a:extLst>
          </p:cNvPr>
          <p:cNvSpPr>
            <a:spLocks noGrp="1"/>
          </p:cNvSpPr>
          <p:nvPr/>
        </p:nvSpPr>
        <p:spPr>
          <a:xfrm>
            <a:off x="37107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8" name="data_3909">
            <a:extLst>
              <a:ext uri="{FF2B5EF4-FFF2-40B4-BE49-F238E27FC236}">
                <a16:creationId xmlns:a16="http://schemas.microsoft.com/office/drawing/2014/main" id="{EB3B23F8-E687-4FD4-8B89-93C2AF80076A}"/>
              </a:ext>
            </a:extLst>
          </p:cNvPr>
          <p:cNvSpPr>
            <a:spLocks noGrp="1"/>
          </p:cNvSpPr>
          <p:nvPr/>
        </p:nvSpPr>
        <p:spPr>
          <a:xfrm>
            <a:off x="3828669" y="36664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9" name="data_3910">
            <a:extLst>
              <a:ext uri="{FF2B5EF4-FFF2-40B4-BE49-F238E27FC236}">
                <a16:creationId xmlns:a16="http://schemas.microsoft.com/office/drawing/2014/main" id="{26869001-BE39-435F-95F4-897F03E9C238}"/>
              </a:ext>
            </a:extLst>
          </p:cNvPr>
          <p:cNvSpPr>
            <a:spLocks noGrp="1"/>
          </p:cNvSpPr>
          <p:nvPr/>
        </p:nvSpPr>
        <p:spPr>
          <a:xfrm>
            <a:off x="373155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0" name="data_3911">
            <a:extLst>
              <a:ext uri="{FF2B5EF4-FFF2-40B4-BE49-F238E27FC236}">
                <a16:creationId xmlns:a16="http://schemas.microsoft.com/office/drawing/2014/main" id="{491C3308-F5AF-4FC3-B744-A3F11556D627}"/>
              </a:ext>
            </a:extLst>
          </p:cNvPr>
          <p:cNvSpPr>
            <a:spLocks noGrp="1"/>
          </p:cNvSpPr>
          <p:nvPr/>
        </p:nvSpPr>
        <p:spPr>
          <a:xfrm>
            <a:off x="3709762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1" name="data_3912">
            <a:extLst>
              <a:ext uri="{FF2B5EF4-FFF2-40B4-BE49-F238E27FC236}">
                <a16:creationId xmlns:a16="http://schemas.microsoft.com/office/drawing/2014/main" id="{38265863-856B-4B7E-9A0B-DE07ED4FE3ED}"/>
              </a:ext>
            </a:extLst>
          </p:cNvPr>
          <p:cNvSpPr>
            <a:spLocks noGrp="1"/>
          </p:cNvSpPr>
          <p:nvPr/>
        </p:nvSpPr>
        <p:spPr>
          <a:xfrm>
            <a:off x="382732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2" name="data_3913">
            <a:extLst>
              <a:ext uri="{FF2B5EF4-FFF2-40B4-BE49-F238E27FC236}">
                <a16:creationId xmlns:a16="http://schemas.microsoft.com/office/drawing/2014/main" id="{F74B7B04-0896-4573-B47D-8F859455FFB8}"/>
              </a:ext>
            </a:extLst>
          </p:cNvPr>
          <p:cNvSpPr>
            <a:spLocks noGrp="1"/>
          </p:cNvSpPr>
          <p:nvPr/>
        </p:nvSpPr>
        <p:spPr>
          <a:xfrm>
            <a:off x="370407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3" name="data_3914">
            <a:extLst>
              <a:ext uri="{FF2B5EF4-FFF2-40B4-BE49-F238E27FC236}">
                <a16:creationId xmlns:a16="http://schemas.microsoft.com/office/drawing/2014/main" id="{942F3EE0-3FC8-433C-A52F-200A847CCB30}"/>
              </a:ext>
            </a:extLst>
          </p:cNvPr>
          <p:cNvSpPr>
            <a:spLocks noGrp="1"/>
          </p:cNvSpPr>
          <p:nvPr/>
        </p:nvSpPr>
        <p:spPr>
          <a:xfrm>
            <a:off x="386018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4" name="data_3915">
            <a:extLst>
              <a:ext uri="{FF2B5EF4-FFF2-40B4-BE49-F238E27FC236}">
                <a16:creationId xmlns:a16="http://schemas.microsoft.com/office/drawing/2014/main" id="{27B10CEA-B908-49D0-8E4D-C8FE8A150589}"/>
              </a:ext>
            </a:extLst>
          </p:cNvPr>
          <p:cNvSpPr>
            <a:spLocks noGrp="1"/>
          </p:cNvSpPr>
          <p:nvPr/>
        </p:nvSpPr>
        <p:spPr>
          <a:xfrm>
            <a:off x="376184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5" name="data_3916">
            <a:extLst>
              <a:ext uri="{FF2B5EF4-FFF2-40B4-BE49-F238E27FC236}">
                <a16:creationId xmlns:a16="http://schemas.microsoft.com/office/drawing/2014/main" id="{118F9CFC-7E64-4A6A-8E48-1C0F423D0645}"/>
              </a:ext>
            </a:extLst>
          </p:cNvPr>
          <p:cNvSpPr>
            <a:spLocks noGrp="1"/>
          </p:cNvSpPr>
          <p:nvPr/>
        </p:nvSpPr>
        <p:spPr>
          <a:xfrm>
            <a:off x="3827376" y="33843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6" name="data_3917">
            <a:extLst>
              <a:ext uri="{FF2B5EF4-FFF2-40B4-BE49-F238E27FC236}">
                <a16:creationId xmlns:a16="http://schemas.microsoft.com/office/drawing/2014/main" id="{672ACB79-4732-4480-8A1C-657D31DF4BEB}"/>
              </a:ext>
            </a:extLst>
          </p:cNvPr>
          <p:cNvSpPr>
            <a:spLocks noGrp="1"/>
          </p:cNvSpPr>
          <p:nvPr/>
        </p:nvSpPr>
        <p:spPr>
          <a:xfrm>
            <a:off x="370512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7" name="data_3918">
            <a:extLst>
              <a:ext uri="{FF2B5EF4-FFF2-40B4-BE49-F238E27FC236}">
                <a16:creationId xmlns:a16="http://schemas.microsoft.com/office/drawing/2014/main" id="{1307560C-2C0C-48F4-A7BF-77AB2CB115BA}"/>
              </a:ext>
            </a:extLst>
          </p:cNvPr>
          <p:cNvSpPr>
            <a:spLocks noGrp="1"/>
          </p:cNvSpPr>
          <p:nvPr/>
        </p:nvSpPr>
        <p:spPr>
          <a:xfrm>
            <a:off x="3827585" y="36825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8" name="data_3919">
            <a:extLst>
              <a:ext uri="{FF2B5EF4-FFF2-40B4-BE49-F238E27FC236}">
                <a16:creationId xmlns:a16="http://schemas.microsoft.com/office/drawing/2014/main" id="{FAEF3226-905B-4F50-AA79-316271E4DFCC}"/>
              </a:ext>
            </a:extLst>
          </p:cNvPr>
          <p:cNvSpPr>
            <a:spLocks noGrp="1"/>
          </p:cNvSpPr>
          <p:nvPr/>
        </p:nvSpPr>
        <p:spPr>
          <a:xfrm>
            <a:off x="3699294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9" name="data_3920">
            <a:extLst>
              <a:ext uri="{FF2B5EF4-FFF2-40B4-BE49-F238E27FC236}">
                <a16:creationId xmlns:a16="http://schemas.microsoft.com/office/drawing/2014/main" id="{2DBFE5E1-1A19-414C-895B-FB89E4240D97}"/>
              </a:ext>
            </a:extLst>
          </p:cNvPr>
          <p:cNvSpPr>
            <a:spLocks noGrp="1"/>
          </p:cNvSpPr>
          <p:nvPr/>
        </p:nvSpPr>
        <p:spPr>
          <a:xfrm>
            <a:off x="379840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0" name="data_3921">
            <a:extLst>
              <a:ext uri="{FF2B5EF4-FFF2-40B4-BE49-F238E27FC236}">
                <a16:creationId xmlns:a16="http://schemas.microsoft.com/office/drawing/2014/main" id="{CEF19CED-F33D-4037-A398-F3EA5DE72799}"/>
              </a:ext>
            </a:extLst>
          </p:cNvPr>
          <p:cNvSpPr>
            <a:spLocks noGrp="1"/>
          </p:cNvSpPr>
          <p:nvPr/>
        </p:nvSpPr>
        <p:spPr>
          <a:xfrm>
            <a:off x="372004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1" name="data_3922">
            <a:extLst>
              <a:ext uri="{FF2B5EF4-FFF2-40B4-BE49-F238E27FC236}">
                <a16:creationId xmlns:a16="http://schemas.microsoft.com/office/drawing/2014/main" id="{FE5A70EE-848E-4BC3-92FD-DC25A6CE0CD1}"/>
              </a:ext>
            </a:extLst>
          </p:cNvPr>
          <p:cNvSpPr>
            <a:spLocks noGrp="1"/>
          </p:cNvSpPr>
          <p:nvPr/>
        </p:nvSpPr>
        <p:spPr>
          <a:xfrm>
            <a:off x="371266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2" name="data_3923">
            <a:extLst>
              <a:ext uri="{FF2B5EF4-FFF2-40B4-BE49-F238E27FC236}">
                <a16:creationId xmlns:a16="http://schemas.microsoft.com/office/drawing/2014/main" id="{138F29AB-CE1D-48D5-B34D-EA6D666D7C5E}"/>
              </a:ext>
            </a:extLst>
          </p:cNvPr>
          <p:cNvSpPr>
            <a:spLocks noGrp="1"/>
          </p:cNvSpPr>
          <p:nvPr/>
        </p:nvSpPr>
        <p:spPr>
          <a:xfrm>
            <a:off x="3731185" y="32925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3" name="data_3924">
            <a:extLst>
              <a:ext uri="{FF2B5EF4-FFF2-40B4-BE49-F238E27FC236}">
                <a16:creationId xmlns:a16="http://schemas.microsoft.com/office/drawing/2014/main" id="{032CFC53-2328-491F-8898-8A9AE696C7B8}"/>
              </a:ext>
            </a:extLst>
          </p:cNvPr>
          <p:cNvSpPr>
            <a:spLocks noGrp="1"/>
          </p:cNvSpPr>
          <p:nvPr/>
        </p:nvSpPr>
        <p:spPr>
          <a:xfrm>
            <a:off x="381247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4" name="data_3925">
            <a:extLst>
              <a:ext uri="{FF2B5EF4-FFF2-40B4-BE49-F238E27FC236}">
                <a16:creationId xmlns:a16="http://schemas.microsoft.com/office/drawing/2014/main" id="{6C273AEC-A50E-46B9-989E-E0454527B55F}"/>
              </a:ext>
            </a:extLst>
          </p:cNvPr>
          <p:cNvSpPr>
            <a:spLocks noGrp="1"/>
          </p:cNvSpPr>
          <p:nvPr/>
        </p:nvSpPr>
        <p:spPr>
          <a:xfrm>
            <a:off x="3811896" y="3639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5" name="data_3926">
            <a:extLst>
              <a:ext uri="{FF2B5EF4-FFF2-40B4-BE49-F238E27FC236}">
                <a16:creationId xmlns:a16="http://schemas.microsoft.com/office/drawing/2014/main" id="{7D24FE47-A6B9-4359-8C70-26473D0067BE}"/>
              </a:ext>
            </a:extLst>
          </p:cNvPr>
          <p:cNvSpPr>
            <a:spLocks noGrp="1"/>
          </p:cNvSpPr>
          <p:nvPr/>
        </p:nvSpPr>
        <p:spPr>
          <a:xfrm>
            <a:off x="378067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6" name="data_3927">
            <a:extLst>
              <a:ext uri="{FF2B5EF4-FFF2-40B4-BE49-F238E27FC236}">
                <a16:creationId xmlns:a16="http://schemas.microsoft.com/office/drawing/2014/main" id="{D3E789B1-5139-4437-B420-B63CE08DF940}"/>
              </a:ext>
            </a:extLst>
          </p:cNvPr>
          <p:cNvSpPr>
            <a:spLocks noGrp="1"/>
          </p:cNvSpPr>
          <p:nvPr/>
        </p:nvSpPr>
        <p:spPr>
          <a:xfrm>
            <a:off x="3710351" y="36865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7" name="data_3928">
            <a:extLst>
              <a:ext uri="{FF2B5EF4-FFF2-40B4-BE49-F238E27FC236}">
                <a16:creationId xmlns:a16="http://schemas.microsoft.com/office/drawing/2014/main" id="{A3C758B8-58E1-4B62-8F66-B30BB0F8C018}"/>
              </a:ext>
            </a:extLst>
          </p:cNvPr>
          <p:cNvSpPr>
            <a:spLocks noGrp="1"/>
          </p:cNvSpPr>
          <p:nvPr/>
        </p:nvSpPr>
        <p:spPr>
          <a:xfrm>
            <a:off x="3717214" y="37096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8" name="data_3929">
            <a:extLst>
              <a:ext uri="{FF2B5EF4-FFF2-40B4-BE49-F238E27FC236}">
                <a16:creationId xmlns:a16="http://schemas.microsoft.com/office/drawing/2014/main" id="{625F68D8-8A98-480E-9E41-317C035C0C40}"/>
              </a:ext>
            </a:extLst>
          </p:cNvPr>
          <p:cNvSpPr>
            <a:spLocks noGrp="1"/>
          </p:cNvSpPr>
          <p:nvPr/>
        </p:nvSpPr>
        <p:spPr>
          <a:xfrm>
            <a:off x="3734539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9" name="data_3930">
            <a:extLst>
              <a:ext uri="{FF2B5EF4-FFF2-40B4-BE49-F238E27FC236}">
                <a16:creationId xmlns:a16="http://schemas.microsoft.com/office/drawing/2014/main" id="{A64069E5-B649-4142-84ED-F01F70D49E2B}"/>
              </a:ext>
            </a:extLst>
          </p:cNvPr>
          <p:cNvSpPr>
            <a:spLocks noGrp="1"/>
          </p:cNvSpPr>
          <p:nvPr/>
        </p:nvSpPr>
        <p:spPr>
          <a:xfrm>
            <a:off x="3720874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0" name="data_3931">
            <a:extLst>
              <a:ext uri="{FF2B5EF4-FFF2-40B4-BE49-F238E27FC236}">
                <a16:creationId xmlns:a16="http://schemas.microsoft.com/office/drawing/2014/main" id="{2839E8FD-CC30-4315-8DED-860B1D5B8EAE}"/>
              </a:ext>
            </a:extLst>
          </p:cNvPr>
          <p:cNvSpPr>
            <a:spLocks noGrp="1"/>
          </p:cNvSpPr>
          <p:nvPr/>
        </p:nvSpPr>
        <p:spPr>
          <a:xfrm>
            <a:off x="383800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1" name="data_3932">
            <a:extLst>
              <a:ext uri="{FF2B5EF4-FFF2-40B4-BE49-F238E27FC236}">
                <a16:creationId xmlns:a16="http://schemas.microsoft.com/office/drawing/2014/main" id="{18A49EE3-C0D0-4FE2-9DD5-D24F70DE3EF3}"/>
              </a:ext>
            </a:extLst>
          </p:cNvPr>
          <p:cNvSpPr>
            <a:spLocks noGrp="1"/>
          </p:cNvSpPr>
          <p:nvPr/>
        </p:nvSpPr>
        <p:spPr>
          <a:xfrm>
            <a:off x="372381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2" name="data_3933">
            <a:extLst>
              <a:ext uri="{FF2B5EF4-FFF2-40B4-BE49-F238E27FC236}">
                <a16:creationId xmlns:a16="http://schemas.microsoft.com/office/drawing/2014/main" id="{1CDB79D3-B008-4EE1-B526-0E6E46A484FA}"/>
              </a:ext>
            </a:extLst>
          </p:cNvPr>
          <p:cNvSpPr>
            <a:spLocks noGrp="1"/>
          </p:cNvSpPr>
          <p:nvPr/>
        </p:nvSpPr>
        <p:spPr>
          <a:xfrm>
            <a:off x="378371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3" name="data_3934">
            <a:extLst>
              <a:ext uri="{FF2B5EF4-FFF2-40B4-BE49-F238E27FC236}">
                <a16:creationId xmlns:a16="http://schemas.microsoft.com/office/drawing/2014/main" id="{8CEAF490-48C5-4BB2-822E-906A790D6DA9}"/>
              </a:ext>
            </a:extLst>
          </p:cNvPr>
          <p:cNvSpPr>
            <a:spLocks noGrp="1"/>
          </p:cNvSpPr>
          <p:nvPr/>
        </p:nvSpPr>
        <p:spPr>
          <a:xfrm>
            <a:off x="3776992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4" name="data_3935">
            <a:extLst>
              <a:ext uri="{FF2B5EF4-FFF2-40B4-BE49-F238E27FC236}">
                <a16:creationId xmlns:a16="http://schemas.microsoft.com/office/drawing/2014/main" id="{87473276-F273-403B-83D6-40B43698F6A0}"/>
              </a:ext>
            </a:extLst>
          </p:cNvPr>
          <p:cNvSpPr>
            <a:spLocks noGrp="1"/>
          </p:cNvSpPr>
          <p:nvPr/>
        </p:nvSpPr>
        <p:spPr>
          <a:xfrm>
            <a:off x="369105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5" name="data_3936">
            <a:extLst>
              <a:ext uri="{FF2B5EF4-FFF2-40B4-BE49-F238E27FC236}">
                <a16:creationId xmlns:a16="http://schemas.microsoft.com/office/drawing/2014/main" id="{09FDF89A-A9B5-423F-8BBD-546FED50C840}"/>
              </a:ext>
            </a:extLst>
          </p:cNvPr>
          <p:cNvSpPr>
            <a:spLocks noGrp="1"/>
          </p:cNvSpPr>
          <p:nvPr/>
        </p:nvSpPr>
        <p:spPr>
          <a:xfrm>
            <a:off x="385800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6" name="data_3937">
            <a:extLst>
              <a:ext uri="{FF2B5EF4-FFF2-40B4-BE49-F238E27FC236}">
                <a16:creationId xmlns:a16="http://schemas.microsoft.com/office/drawing/2014/main" id="{857BA04F-C174-4239-B96F-930BBFADD89E}"/>
              </a:ext>
            </a:extLst>
          </p:cNvPr>
          <p:cNvSpPr>
            <a:spLocks noGrp="1"/>
          </p:cNvSpPr>
          <p:nvPr/>
        </p:nvSpPr>
        <p:spPr>
          <a:xfrm>
            <a:off x="369886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7" name="data_3938">
            <a:extLst>
              <a:ext uri="{FF2B5EF4-FFF2-40B4-BE49-F238E27FC236}">
                <a16:creationId xmlns:a16="http://schemas.microsoft.com/office/drawing/2014/main" id="{ACF772A2-3C78-4E3C-A655-E152AF74546F}"/>
              </a:ext>
            </a:extLst>
          </p:cNvPr>
          <p:cNvSpPr>
            <a:spLocks noGrp="1"/>
          </p:cNvSpPr>
          <p:nvPr/>
        </p:nvSpPr>
        <p:spPr>
          <a:xfrm>
            <a:off x="3757360" y="3517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8" name="data_3939">
            <a:extLst>
              <a:ext uri="{FF2B5EF4-FFF2-40B4-BE49-F238E27FC236}">
                <a16:creationId xmlns:a16="http://schemas.microsoft.com/office/drawing/2014/main" id="{B3C951D2-9D96-41A0-8D1F-EA04293F687F}"/>
              </a:ext>
            </a:extLst>
          </p:cNvPr>
          <p:cNvSpPr>
            <a:spLocks noGrp="1"/>
          </p:cNvSpPr>
          <p:nvPr/>
        </p:nvSpPr>
        <p:spPr>
          <a:xfrm>
            <a:off x="378838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9" name="data_3940">
            <a:extLst>
              <a:ext uri="{FF2B5EF4-FFF2-40B4-BE49-F238E27FC236}">
                <a16:creationId xmlns:a16="http://schemas.microsoft.com/office/drawing/2014/main" id="{75DB49C3-8200-496A-B8E2-ED36BBC75055}"/>
              </a:ext>
            </a:extLst>
          </p:cNvPr>
          <p:cNvSpPr>
            <a:spLocks noGrp="1"/>
          </p:cNvSpPr>
          <p:nvPr/>
        </p:nvSpPr>
        <p:spPr>
          <a:xfrm>
            <a:off x="3804576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0" name="data_3941">
            <a:extLst>
              <a:ext uri="{FF2B5EF4-FFF2-40B4-BE49-F238E27FC236}">
                <a16:creationId xmlns:a16="http://schemas.microsoft.com/office/drawing/2014/main" id="{CF2F6B92-855B-4804-8D61-A518C9E6B9C7}"/>
              </a:ext>
            </a:extLst>
          </p:cNvPr>
          <p:cNvSpPr>
            <a:spLocks noGrp="1"/>
          </p:cNvSpPr>
          <p:nvPr/>
        </p:nvSpPr>
        <p:spPr>
          <a:xfrm>
            <a:off x="3827157" y="36779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1" name="data_3942">
            <a:extLst>
              <a:ext uri="{FF2B5EF4-FFF2-40B4-BE49-F238E27FC236}">
                <a16:creationId xmlns:a16="http://schemas.microsoft.com/office/drawing/2014/main" id="{B630F456-C870-46E9-A7B9-237513C10EE0}"/>
              </a:ext>
            </a:extLst>
          </p:cNvPr>
          <p:cNvSpPr>
            <a:spLocks noGrp="1"/>
          </p:cNvSpPr>
          <p:nvPr/>
        </p:nvSpPr>
        <p:spPr>
          <a:xfrm>
            <a:off x="38124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2" name="data_3943">
            <a:extLst>
              <a:ext uri="{FF2B5EF4-FFF2-40B4-BE49-F238E27FC236}">
                <a16:creationId xmlns:a16="http://schemas.microsoft.com/office/drawing/2014/main" id="{BAF70422-0797-4E79-A9B6-1E8F7AF93421}"/>
              </a:ext>
            </a:extLst>
          </p:cNvPr>
          <p:cNvSpPr>
            <a:spLocks noGrp="1"/>
          </p:cNvSpPr>
          <p:nvPr/>
        </p:nvSpPr>
        <p:spPr>
          <a:xfrm>
            <a:off x="3790742" y="3693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3" name="data_3944">
            <a:extLst>
              <a:ext uri="{FF2B5EF4-FFF2-40B4-BE49-F238E27FC236}">
                <a16:creationId xmlns:a16="http://schemas.microsoft.com/office/drawing/2014/main" id="{CE8D53B4-BC5F-40F6-B04C-20A8E5B4C5F6}"/>
              </a:ext>
            </a:extLst>
          </p:cNvPr>
          <p:cNvSpPr>
            <a:spLocks noGrp="1"/>
          </p:cNvSpPr>
          <p:nvPr/>
        </p:nvSpPr>
        <p:spPr>
          <a:xfrm>
            <a:off x="3742971" y="3489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4" name="data_3945">
            <a:extLst>
              <a:ext uri="{FF2B5EF4-FFF2-40B4-BE49-F238E27FC236}">
                <a16:creationId xmlns:a16="http://schemas.microsoft.com/office/drawing/2014/main" id="{F076D498-2A06-4728-A665-DC686631E16E}"/>
              </a:ext>
            </a:extLst>
          </p:cNvPr>
          <p:cNvSpPr>
            <a:spLocks noGrp="1"/>
          </p:cNvSpPr>
          <p:nvPr/>
        </p:nvSpPr>
        <p:spPr>
          <a:xfrm>
            <a:off x="370172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5" name="data_3946">
            <a:extLst>
              <a:ext uri="{FF2B5EF4-FFF2-40B4-BE49-F238E27FC236}">
                <a16:creationId xmlns:a16="http://schemas.microsoft.com/office/drawing/2014/main" id="{8E321A8B-3048-4FBA-BEC6-D69A5C386BF6}"/>
              </a:ext>
            </a:extLst>
          </p:cNvPr>
          <p:cNvSpPr>
            <a:spLocks noGrp="1"/>
          </p:cNvSpPr>
          <p:nvPr/>
        </p:nvSpPr>
        <p:spPr>
          <a:xfrm>
            <a:off x="376337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6" name="data_3947">
            <a:extLst>
              <a:ext uri="{FF2B5EF4-FFF2-40B4-BE49-F238E27FC236}">
                <a16:creationId xmlns:a16="http://schemas.microsoft.com/office/drawing/2014/main" id="{52B08E2D-5207-41D3-AEEF-09B2C98FB63F}"/>
              </a:ext>
            </a:extLst>
          </p:cNvPr>
          <p:cNvSpPr>
            <a:spLocks noGrp="1"/>
          </p:cNvSpPr>
          <p:nvPr/>
        </p:nvSpPr>
        <p:spPr>
          <a:xfrm>
            <a:off x="3810361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7" name="data_3948">
            <a:extLst>
              <a:ext uri="{FF2B5EF4-FFF2-40B4-BE49-F238E27FC236}">
                <a16:creationId xmlns:a16="http://schemas.microsoft.com/office/drawing/2014/main" id="{8B50758D-4E30-4884-BC2D-CBFE942F0917}"/>
              </a:ext>
            </a:extLst>
          </p:cNvPr>
          <p:cNvSpPr>
            <a:spLocks noGrp="1"/>
          </p:cNvSpPr>
          <p:nvPr/>
        </p:nvSpPr>
        <p:spPr>
          <a:xfrm>
            <a:off x="371817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8" name="data_3949">
            <a:extLst>
              <a:ext uri="{FF2B5EF4-FFF2-40B4-BE49-F238E27FC236}">
                <a16:creationId xmlns:a16="http://schemas.microsoft.com/office/drawing/2014/main" id="{D850E979-1C9F-49A5-955C-473D6AFC4541}"/>
              </a:ext>
            </a:extLst>
          </p:cNvPr>
          <p:cNvSpPr>
            <a:spLocks noGrp="1"/>
          </p:cNvSpPr>
          <p:nvPr/>
        </p:nvSpPr>
        <p:spPr>
          <a:xfrm>
            <a:off x="381289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9" name="data_3950">
            <a:extLst>
              <a:ext uri="{FF2B5EF4-FFF2-40B4-BE49-F238E27FC236}">
                <a16:creationId xmlns:a16="http://schemas.microsoft.com/office/drawing/2014/main" id="{92ECE094-4A96-4AD7-A805-D7197A430556}"/>
              </a:ext>
            </a:extLst>
          </p:cNvPr>
          <p:cNvSpPr>
            <a:spLocks noGrp="1"/>
          </p:cNvSpPr>
          <p:nvPr/>
        </p:nvSpPr>
        <p:spPr>
          <a:xfrm>
            <a:off x="3742544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0" name="data_3951">
            <a:extLst>
              <a:ext uri="{FF2B5EF4-FFF2-40B4-BE49-F238E27FC236}">
                <a16:creationId xmlns:a16="http://schemas.microsoft.com/office/drawing/2014/main" id="{FA7E8A39-84FD-4D2F-8184-AB4C2A7E18B2}"/>
              </a:ext>
            </a:extLst>
          </p:cNvPr>
          <p:cNvSpPr>
            <a:spLocks noGrp="1"/>
          </p:cNvSpPr>
          <p:nvPr/>
        </p:nvSpPr>
        <p:spPr>
          <a:xfrm>
            <a:off x="3726860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1" name="data_3952">
            <a:extLst>
              <a:ext uri="{FF2B5EF4-FFF2-40B4-BE49-F238E27FC236}">
                <a16:creationId xmlns:a16="http://schemas.microsoft.com/office/drawing/2014/main" id="{16E853A7-1B05-4FCE-A6CE-8BA325FB9A1D}"/>
              </a:ext>
            </a:extLst>
          </p:cNvPr>
          <p:cNvSpPr>
            <a:spLocks noGrp="1"/>
          </p:cNvSpPr>
          <p:nvPr/>
        </p:nvSpPr>
        <p:spPr>
          <a:xfrm>
            <a:off x="3804034" y="36091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2" name="data_3953">
            <a:extLst>
              <a:ext uri="{FF2B5EF4-FFF2-40B4-BE49-F238E27FC236}">
                <a16:creationId xmlns:a16="http://schemas.microsoft.com/office/drawing/2014/main" id="{1A68A496-56A2-4992-A5A9-EEE6ACE603A1}"/>
              </a:ext>
            </a:extLst>
          </p:cNvPr>
          <p:cNvSpPr>
            <a:spLocks noGrp="1"/>
          </p:cNvSpPr>
          <p:nvPr/>
        </p:nvSpPr>
        <p:spPr>
          <a:xfrm>
            <a:off x="385382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3" name="data_3954">
            <a:extLst>
              <a:ext uri="{FF2B5EF4-FFF2-40B4-BE49-F238E27FC236}">
                <a16:creationId xmlns:a16="http://schemas.microsoft.com/office/drawing/2014/main" id="{12FFD3AA-F3FB-4894-BF87-B6269DC8B724}"/>
              </a:ext>
            </a:extLst>
          </p:cNvPr>
          <p:cNvSpPr>
            <a:spLocks noGrp="1"/>
          </p:cNvSpPr>
          <p:nvPr/>
        </p:nvSpPr>
        <p:spPr>
          <a:xfrm>
            <a:off x="369413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4" name="data_3955">
            <a:extLst>
              <a:ext uri="{FF2B5EF4-FFF2-40B4-BE49-F238E27FC236}">
                <a16:creationId xmlns:a16="http://schemas.microsoft.com/office/drawing/2014/main" id="{C30C5224-62AE-455F-A2BA-92A7AC26C456}"/>
              </a:ext>
            </a:extLst>
          </p:cNvPr>
          <p:cNvSpPr>
            <a:spLocks noGrp="1"/>
          </p:cNvSpPr>
          <p:nvPr/>
        </p:nvSpPr>
        <p:spPr>
          <a:xfrm>
            <a:off x="3798562" y="37353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5" name="data_3956">
            <a:extLst>
              <a:ext uri="{FF2B5EF4-FFF2-40B4-BE49-F238E27FC236}">
                <a16:creationId xmlns:a16="http://schemas.microsoft.com/office/drawing/2014/main" id="{CE070326-70B6-4258-A198-859E297571F9}"/>
              </a:ext>
            </a:extLst>
          </p:cNvPr>
          <p:cNvSpPr>
            <a:spLocks noGrp="1"/>
          </p:cNvSpPr>
          <p:nvPr/>
        </p:nvSpPr>
        <p:spPr>
          <a:xfrm>
            <a:off x="3823531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6" name="data_3957">
            <a:extLst>
              <a:ext uri="{FF2B5EF4-FFF2-40B4-BE49-F238E27FC236}">
                <a16:creationId xmlns:a16="http://schemas.microsoft.com/office/drawing/2014/main" id="{0D27D4AD-408D-4135-8471-C7CC535DA6D1}"/>
              </a:ext>
            </a:extLst>
          </p:cNvPr>
          <p:cNvSpPr>
            <a:spLocks noGrp="1"/>
          </p:cNvSpPr>
          <p:nvPr/>
        </p:nvSpPr>
        <p:spPr>
          <a:xfrm>
            <a:off x="373953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7" name="data_3958">
            <a:extLst>
              <a:ext uri="{FF2B5EF4-FFF2-40B4-BE49-F238E27FC236}">
                <a16:creationId xmlns:a16="http://schemas.microsoft.com/office/drawing/2014/main" id="{6392ADC6-9C96-4AC8-8E85-6113E99B515A}"/>
              </a:ext>
            </a:extLst>
          </p:cNvPr>
          <p:cNvSpPr>
            <a:spLocks noGrp="1"/>
          </p:cNvSpPr>
          <p:nvPr/>
        </p:nvSpPr>
        <p:spPr>
          <a:xfrm>
            <a:off x="383606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8" name="data_3959">
            <a:extLst>
              <a:ext uri="{FF2B5EF4-FFF2-40B4-BE49-F238E27FC236}">
                <a16:creationId xmlns:a16="http://schemas.microsoft.com/office/drawing/2014/main" id="{31AD1FB4-E74B-473A-9B59-859730744242}"/>
              </a:ext>
            </a:extLst>
          </p:cNvPr>
          <p:cNvSpPr>
            <a:spLocks noGrp="1"/>
          </p:cNvSpPr>
          <p:nvPr/>
        </p:nvSpPr>
        <p:spPr>
          <a:xfrm>
            <a:off x="3806906" y="25708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9" name="data_3960">
            <a:extLst>
              <a:ext uri="{FF2B5EF4-FFF2-40B4-BE49-F238E27FC236}">
                <a16:creationId xmlns:a16="http://schemas.microsoft.com/office/drawing/2014/main" id="{7B24E59A-FD6E-42EE-9082-1F0B032A8A01}"/>
              </a:ext>
            </a:extLst>
          </p:cNvPr>
          <p:cNvSpPr>
            <a:spLocks noGrp="1"/>
          </p:cNvSpPr>
          <p:nvPr/>
        </p:nvSpPr>
        <p:spPr>
          <a:xfrm>
            <a:off x="38172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0" name="data_3961">
            <a:extLst>
              <a:ext uri="{FF2B5EF4-FFF2-40B4-BE49-F238E27FC236}">
                <a16:creationId xmlns:a16="http://schemas.microsoft.com/office/drawing/2014/main" id="{5A9AC475-E24B-42B5-8676-12EFF8971CA9}"/>
              </a:ext>
            </a:extLst>
          </p:cNvPr>
          <p:cNvSpPr>
            <a:spLocks noGrp="1"/>
          </p:cNvSpPr>
          <p:nvPr/>
        </p:nvSpPr>
        <p:spPr>
          <a:xfrm>
            <a:off x="3845251" y="3745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1" name="data_3962">
            <a:extLst>
              <a:ext uri="{FF2B5EF4-FFF2-40B4-BE49-F238E27FC236}">
                <a16:creationId xmlns:a16="http://schemas.microsoft.com/office/drawing/2014/main" id="{1AA95AD2-D0F9-4203-8D35-77652898ABB1}"/>
              </a:ext>
            </a:extLst>
          </p:cNvPr>
          <p:cNvSpPr>
            <a:spLocks noGrp="1"/>
          </p:cNvSpPr>
          <p:nvPr/>
        </p:nvSpPr>
        <p:spPr>
          <a:xfrm>
            <a:off x="377543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2" name="data_3963">
            <a:extLst>
              <a:ext uri="{FF2B5EF4-FFF2-40B4-BE49-F238E27FC236}">
                <a16:creationId xmlns:a16="http://schemas.microsoft.com/office/drawing/2014/main" id="{EEE61481-EDB3-4D95-9D87-3E13100AF2AA}"/>
              </a:ext>
            </a:extLst>
          </p:cNvPr>
          <p:cNvSpPr>
            <a:spLocks noGrp="1"/>
          </p:cNvSpPr>
          <p:nvPr/>
        </p:nvSpPr>
        <p:spPr>
          <a:xfrm>
            <a:off x="384075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3" name="data_3964">
            <a:extLst>
              <a:ext uri="{FF2B5EF4-FFF2-40B4-BE49-F238E27FC236}">
                <a16:creationId xmlns:a16="http://schemas.microsoft.com/office/drawing/2014/main" id="{94183755-F41F-49DF-BB1F-63AA6DC351D7}"/>
              </a:ext>
            </a:extLst>
          </p:cNvPr>
          <p:cNvSpPr>
            <a:spLocks noGrp="1"/>
          </p:cNvSpPr>
          <p:nvPr/>
        </p:nvSpPr>
        <p:spPr>
          <a:xfrm>
            <a:off x="380940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4" name="data_3965">
            <a:extLst>
              <a:ext uri="{FF2B5EF4-FFF2-40B4-BE49-F238E27FC236}">
                <a16:creationId xmlns:a16="http://schemas.microsoft.com/office/drawing/2014/main" id="{70C64AE8-34FB-477D-83BD-4430E014DB85}"/>
              </a:ext>
            </a:extLst>
          </p:cNvPr>
          <p:cNvSpPr>
            <a:spLocks noGrp="1"/>
          </p:cNvSpPr>
          <p:nvPr/>
        </p:nvSpPr>
        <p:spPr>
          <a:xfrm>
            <a:off x="3731666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5" name="data_3966">
            <a:extLst>
              <a:ext uri="{FF2B5EF4-FFF2-40B4-BE49-F238E27FC236}">
                <a16:creationId xmlns:a16="http://schemas.microsoft.com/office/drawing/2014/main" id="{8955C4E0-E668-4D4F-969F-B629D3B2C1DF}"/>
              </a:ext>
            </a:extLst>
          </p:cNvPr>
          <p:cNvSpPr>
            <a:spLocks noGrp="1"/>
          </p:cNvSpPr>
          <p:nvPr/>
        </p:nvSpPr>
        <p:spPr>
          <a:xfrm>
            <a:off x="384737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6" name="data_3967">
            <a:extLst>
              <a:ext uri="{FF2B5EF4-FFF2-40B4-BE49-F238E27FC236}">
                <a16:creationId xmlns:a16="http://schemas.microsoft.com/office/drawing/2014/main" id="{A2B97A5F-C21D-4EA1-A507-57A56A346F34}"/>
              </a:ext>
            </a:extLst>
          </p:cNvPr>
          <p:cNvSpPr>
            <a:spLocks noGrp="1"/>
          </p:cNvSpPr>
          <p:nvPr/>
        </p:nvSpPr>
        <p:spPr>
          <a:xfrm>
            <a:off x="3750124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7" name="data_3968">
            <a:extLst>
              <a:ext uri="{FF2B5EF4-FFF2-40B4-BE49-F238E27FC236}">
                <a16:creationId xmlns:a16="http://schemas.microsoft.com/office/drawing/2014/main" id="{88B65A08-FB12-4949-98BA-DCABEC944FE7}"/>
              </a:ext>
            </a:extLst>
          </p:cNvPr>
          <p:cNvSpPr>
            <a:spLocks noGrp="1"/>
          </p:cNvSpPr>
          <p:nvPr/>
        </p:nvSpPr>
        <p:spPr>
          <a:xfrm>
            <a:off x="369605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8" name="data_3969">
            <a:extLst>
              <a:ext uri="{FF2B5EF4-FFF2-40B4-BE49-F238E27FC236}">
                <a16:creationId xmlns:a16="http://schemas.microsoft.com/office/drawing/2014/main" id="{82658A56-D7F4-4959-B1D6-A36B0E98ADF6}"/>
              </a:ext>
            </a:extLst>
          </p:cNvPr>
          <p:cNvSpPr>
            <a:spLocks noGrp="1"/>
          </p:cNvSpPr>
          <p:nvPr/>
        </p:nvSpPr>
        <p:spPr>
          <a:xfrm>
            <a:off x="3709053" y="37272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9" name="data_3970">
            <a:extLst>
              <a:ext uri="{FF2B5EF4-FFF2-40B4-BE49-F238E27FC236}">
                <a16:creationId xmlns:a16="http://schemas.microsoft.com/office/drawing/2014/main" id="{E693E4C4-4656-4B47-860A-D63F772E5818}"/>
              </a:ext>
            </a:extLst>
          </p:cNvPr>
          <p:cNvSpPr>
            <a:spLocks noGrp="1"/>
          </p:cNvSpPr>
          <p:nvPr/>
        </p:nvSpPr>
        <p:spPr>
          <a:xfrm>
            <a:off x="3724979" y="28083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0" name="data_3971">
            <a:extLst>
              <a:ext uri="{FF2B5EF4-FFF2-40B4-BE49-F238E27FC236}">
                <a16:creationId xmlns:a16="http://schemas.microsoft.com/office/drawing/2014/main" id="{5FFD2EDF-88F1-4310-9DF5-E39FA2552368}"/>
              </a:ext>
            </a:extLst>
          </p:cNvPr>
          <p:cNvSpPr>
            <a:spLocks noGrp="1"/>
          </p:cNvSpPr>
          <p:nvPr/>
        </p:nvSpPr>
        <p:spPr>
          <a:xfrm>
            <a:off x="374580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1" name="data_3972">
            <a:extLst>
              <a:ext uri="{FF2B5EF4-FFF2-40B4-BE49-F238E27FC236}">
                <a16:creationId xmlns:a16="http://schemas.microsoft.com/office/drawing/2014/main" id="{BC3FAB9E-9E83-4B02-8FFE-F8D5D261AD79}"/>
              </a:ext>
            </a:extLst>
          </p:cNvPr>
          <p:cNvSpPr>
            <a:spLocks noGrp="1"/>
          </p:cNvSpPr>
          <p:nvPr/>
        </p:nvSpPr>
        <p:spPr>
          <a:xfrm>
            <a:off x="380236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2" name="data_3973">
            <a:extLst>
              <a:ext uri="{FF2B5EF4-FFF2-40B4-BE49-F238E27FC236}">
                <a16:creationId xmlns:a16="http://schemas.microsoft.com/office/drawing/2014/main" id="{95311443-AC7C-4065-BB9B-3FEDE9E98F16}"/>
              </a:ext>
            </a:extLst>
          </p:cNvPr>
          <p:cNvSpPr>
            <a:spLocks noGrp="1"/>
          </p:cNvSpPr>
          <p:nvPr/>
        </p:nvSpPr>
        <p:spPr>
          <a:xfrm>
            <a:off x="3721866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3" name="data_3974">
            <a:extLst>
              <a:ext uri="{FF2B5EF4-FFF2-40B4-BE49-F238E27FC236}">
                <a16:creationId xmlns:a16="http://schemas.microsoft.com/office/drawing/2014/main" id="{73697795-82F4-410A-965B-0AB0EBAE4B0C}"/>
              </a:ext>
            </a:extLst>
          </p:cNvPr>
          <p:cNvSpPr>
            <a:spLocks noGrp="1"/>
          </p:cNvSpPr>
          <p:nvPr/>
        </p:nvSpPr>
        <p:spPr>
          <a:xfrm>
            <a:off x="3807431" y="35868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4" name="data_3975">
            <a:extLst>
              <a:ext uri="{FF2B5EF4-FFF2-40B4-BE49-F238E27FC236}">
                <a16:creationId xmlns:a16="http://schemas.microsoft.com/office/drawing/2014/main" id="{F5BF39B3-2B08-4068-96D3-0ABEF38E24D6}"/>
              </a:ext>
            </a:extLst>
          </p:cNvPr>
          <p:cNvSpPr>
            <a:spLocks noGrp="1"/>
          </p:cNvSpPr>
          <p:nvPr/>
        </p:nvSpPr>
        <p:spPr>
          <a:xfrm>
            <a:off x="3863643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5" name="data_3976">
            <a:extLst>
              <a:ext uri="{FF2B5EF4-FFF2-40B4-BE49-F238E27FC236}">
                <a16:creationId xmlns:a16="http://schemas.microsoft.com/office/drawing/2014/main" id="{28ECE133-E0B6-41E8-9165-AAF3C37BA1E3}"/>
              </a:ext>
            </a:extLst>
          </p:cNvPr>
          <p:cNvSpPr>
            <a:spLocks noGrp="1"/>
          </p:cNvSpPr>
          <p:nvPr/>
        </p:nvSpPr>
        <p:spPr>
          <a:xfrm>
            <a:off x="3863700" y="31668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6" name="data_3977">
            <a:extLst>
              <a:ext uri="{FF2B5EF4-FFF2-40B4-BE49-F238E27FC236}">
                <a16:creationId xmlns:a16="http://schemas.microsoft.com/office/drawing/2014/main" id="{60773DFB-108B-44DA-BA31-0558E083FA8F}"/>
              </a:ext>
            </a:extLst>
          </p:cNvPr>
          <p:cNvSpPr>
            <a:spLocks noGrp="1"/>
          </p:cNvSpPr>
          <p:nvPr/>
        </p:nvSpPr>
        <p:spPr>
          <a:xfrm>
            <a:off x="3752646" y="3072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7" name="data_3978">
            <a:extLst>
              <a:ext uri="{FF2B5EF4-FFF2-40B4-BE49-F238E27FC236}">
                <a16:creationId xmlns:a16="http://schemas.microsoft.com/office/drawing/2014/main" id="{F4F17334-1235-4F68-B974-4825334E43E6}"/>
              </a:ext>
            </a:extLst>
          </p:cNvPr>
          <p:cNvSpPr>
            <a:spLocks noGrp="1"/>
          </p:cNvSpPr>
          <p:nvPr/>
        </p:nvSpPr>
        <p:spPr>
          <a:xfrm>
            <a:off x="37212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8" name="data_3979">
            <a:extLst>
              <a:ext uri="{FF2B5EF4-FFF2-40B4-BE49-F238E27FC236}">
                <a16:creationId xmlns:a16="http://schemas.microsoft.com/office/drawing/2014/main" id="{D0F2EA68-B8A8-4F8A-848F-4D6C171B7A5F}"/>
              </a:ext>
            </a:extLst>
          </p:cNvPr>
          <p:cNvSpPr>
            <a:spLocks noGrp="1"/>
          </p:cNvSpPr>
          <p:nvPr/>
        </p:nvSpPr>
        <p:spPr>
          <a:xfrm>
            <a:off x="3790171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9" name="data_3980">
            <a:extLst>
              <a:ext uri="{FF2B5EF4-FFF2-40B4-BE49-F238E27FC236}">
                <a16:creationId xmlns:a16="http://schemas.microsoft.com/office/drawing/2014/main" id="{FF582A24-8ADB-4020-8504-3951E73338CB}"/>
              </a:ext>
            </a:extLst>
          </p:cNvPr>
          <p:cNvSpPr>
            <a:spLocks noGrp="1"/>
          </p:cNvSpPr>
          <p:nvPr/>
        </p:nvSpPr>
        <p:spPr>
          <a:xfrm>
            <a:off x="3795260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0" name="data_3981">
            <a:extLst>
              <a:ext uri="{FF2B5EF4-FFF2-40B4-BE49-F238E27FC236}">
                <a16:creationId xmlns:a16="http://schemas.microsoft.com/office/drawing/2014/main" id="{88483C42-7A8E-4611-8842-56B2FD5BDE09}"/>
              </a:ext>
            </a:extLst>
          </p:cNvPr>
          <p:cNvSpPr>
            <a:spLocks noGrp="1"/>
          </p:cNvSpPr>
          <p:nvPr/>
        </p:nvSpPr>
        <p:spPr>
          <a:xfrm>
            <a:off x="386246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1" name="data_3982">
            <a:extLst>
              <a:ext uri="{FF2B5EF4-FFF2-40B4-BE49-F238E27FC236}">
                <a16:creationId xmlns:a16="http://schemas.microsoft.com/office/drawing/2014/main" id="{5B6EC3D1-454E-4D44-AFC5-64F6FCB83F23}"/>
              </a:ext>
            </a:extLst>
          </p:cNvPr>
          <p:cNvSpPr>
            <a:spLocks noGrp="1"/>
          </p:cNvSpPr>
          <p:nvPr/>
        </p:nvSpPr>
        <p:spPr>
          <a:xfrm>
            <a:off x="381839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2" name="data_3983">
            <a:extLst>
              <a:ext uri="{FF2B5EF4-FFF2-40B4-BE49-F238E27FC236}">
                <a16:creationId xmlns:a16="http://schemas.microsoft.com/office/drawing/2014/main" id="{035E2354-C525-44C5-B9C7-5A958D552644}"/>
              </a:ext>
            </a:extLst>
          </p:cNvPr>
          <p:cNvSpPr>
            <a:spLocks noGrp="1"/>
          </p:cNvSpPr>
          <p:nvPr/>
        </p:nvSpPr>
        <p:spPr>
          <a:xfrm>
            <a:off x="3711349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3" name="data_3984">
            <a:extLst>
              <a:ext uri="{FF2B5EF4-FFF2-40B4-BE49-F238E27FC236}">
                <a16:creationId xmlns:a16="http://schemas.microsoft.com/office/drawing/2014/main" id="{D4A0638A-510E-4C94-8CB7-04B90EA8542B}"/>
              </a:ext>
            </a:extLst>
          </p:cNvPr>
          <p:cNvSpPr>
            <a:spLocks noGrp="1"/>
          </p:cNvSpPr>
          <p:nvPr/>
        </p:nvSpPr>
        <p:spPr>
          <a:xfrm>
            <a:off x="376670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4" name="data_3985">
            <a:extLst>
              <a:ext uri="{FF2B5EF4-FFF2-40B4-BE49-F238E27FC236}">
                <a16:creationId xmlns:a16="http://schemas.microsoft.com/office/drawing/2014/main" id="{122E0C20-A73E-41AC-B736-FE1E5DA56566}"/>
              </a:ext>
            </a:extLst>
          </p:cNvPr>
          <p:cNvSpPr>
            <a:spLocks noGrp="1"/>
          </p:cNvSpPr>
          <p:nvPr/>
        </p:nvSpPr>
        <p:spPr>
          <a:xfrm>
            <a:off x="376871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5" name="data_3986">
            <a:extLst>
              <a:ext uri="{FF2B5EF4-FFF2-40B4-BE49-F238E27FC236}">
                <a16:creationId xmlns:a16="http://schemas.microsoft.com/office/drawing/2014/main" id="{46859F19-FFED-42C0-8141-2D1538DC7838}"/>
              </a:ext>
            </a:extLst>
          </p:cNvPr>
          <p:cNvSpPr>
            <a:spLocks noGrp="1"/>
          </p:cNvSpPr>
          <p:nvPr/>
        </p:nvSpPr>
        <p:spPr>
          <a:xfrm>
            <a:off x="3809449" y="37249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6" name="data_3987">
            <a:extLst>
              <a:ext uri="{FF2B5EF4-FFF2-40B4-BE49-F238E27FC236}">
                <a16:creationId xmlns:a16="http://schemas.microsoft.com/office/drawing/2014/main" id="{6FA4FF42-EF67-4647-95A1-4F856B143526}"/>
              </a:ext>
            </a:extLst>
          </p:cNvPr>
          <p:cNvSpPr>
            <a:spLocks noGrp="1"/>
          </p:cNvSpPr>
          <p:nvPr/>
        </p:nvSpPr>
        <p:spPr>
          <a:xfrm>
            <a:off x="380591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7" name="data_3988">
            <a:extLst>
              <a:ext uri="{FF2B5EF4-FFF2-40B4-BE49-F238E27FC236}">
                <a16:creationId xmlns:a16="http://schemas.microsoft.com/office/drawing/2014/main" id="{B11CC056-0512-420A-B663-1609F366F4AA}"/>
              </a:ext>
            </a:extLst>
          </p:cNvPr>
          <p:cNvSpPr>
            <a:spLocks noGrp="1"/>
          </p:cNvSpPr>
          <p:nvPr/>
        </p:nvSpPr>
        <p:spPr>
          <a:xfrm>
            <a:off x="383092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8" name="data_3989">
            <a:extLst>
              <a:ext uri="{FF2B5EF4-FFF2-40B4-BE49-F238E27FC236}">
                <a16:creationId xmlns:a16="http://schemas.microsoft.com/office/drawing/2014/main" id="{C84EFF41-37F0-4509-9638-F9D82D1C7896}"/>
              </a:ext>
            </a:extLst>
          </p:cNvPr>
          <p:cNvSpPr>
            <a:spLocks noGrp="1"/>
          </p:cNvSpPr>
          <p:nvPr/>
        </p:nvSpPr>
        <p:spPr>
          <a:xfrm>
            <a:off x="3775741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9" name="data_3990">
            <a:extLst>
              <a:ext uri="{FF2B5EF4-FFF2-40B4-BE49-F238E27FC236}">
                <a16:creationId xmlns:a16="http://schemas.microsoft.com/office/drawing/2014/main" id="{72A5DA6D-4D4F-4C30-B530-6DD6BA30B3A1}"/>
              </a:ext>
            </a:extLst>
          </p:cNvPr>
          <p:cNvSpPr>
            <a:spLocks noGrp="1"/>
          </p:cNvSpPr>
          <p:nvPr/>
        </p:nvSpPr>
        <p:spPr>
          <a:xfrm>
            <a:off x="385161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0" name="data_3991">
            <a:extLst>
              <a:ext uri="{FF2B5EF4-FFF2-40B4-BE49-F238E27FC236}">
                <a16:creationId xmlns:a16="http://schemas.microsoft.com/office/drawing/2014/main" id="{DB541E16-390A-47D8-8E41-10EBE0A58B18}"/>
              </a:ext>
            </a:extLst>
          </p:cNvPr>
          <p:cNvSpPr>
            <a:spLocks noGrp="1"/>
          </p:cNvSpPr>
          <p:nvPr/>
        </p:nvSpPr>
        <p:spPr>
          <a:xfrm>
            <a:off x="370338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1" name="data_3992">
            <a:extLst>
              <a:ext uri="{FF2B5EF4-FFF2-40B4-BE49-F238E27FC236}">
                <a16:creationId xmlns:a16="http://schemas.microsoft.com/office/drawing/2014/main" id="{E8FDD180-92FF-4FD9-99F3-DCB29355C9BB}"/>
              </a:ext>
            </a:extLst>
          </p:cNvPr>
          <p:cNvSpPr>
            <a:spLocks noGrp="1"/>
          </p:cNvSpPr>
          <p:nvPr/>
        </p:nvSpPr>
        <p:spPr>
          <a:xfrm>
            <a:off x="376688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2" name="data_3993">
            <a:extLst>
              <a:ext uri="{FF2B5EF4-FFF2-40B4-BE49-F238E27FC236}">
                <a16:creationId xmlns:a16="http://schemas.microsoft.com/office/drawing/2014/main" id="{C891E49A-2D55-41F0-A6D6-4A25646D4E06}"/>
              </a:ext>
            </a:extLst>
          </p:cNvPr>
          <p:cNvSpPr>
            <a:spLocks noGrp="1"/>
          </p:cNvSpPr>
          <p:nvPr/>
        </p:nvSpPr>
        <p:spPr>
          <a:xfrm>
            <a:off x="3772508" y="3500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3" name="data_3994">
            <a:extLst>
              <a:ext uri="{FF2B5EF4-FFF2-40B4-BE49-F238E27FC236}">
                <a16:creationId xmlns:a16="http://schemas.microsoft.com/office/drawing/2014/main" id="{E7252D9A-48E1-464E-8AA4-83D26FC51EEF}"/>
              </a:ext>
            </a:extLst>
          </p:cNvPr>
          <p:cNvSpPr>
            <a:spLocks noGrp="1"/>
          </p:cNvSpPr>
          <p:nvPr/>
        </p:nvSpPr>
        <p:spPr>
          <a:xfrm>
            <a:off x="384261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4" name="data_3995">
            <a:extLst>
              <a:ext uri="{FF2B5EF4-FFF2-40B4-BE49-F238E27FC236}">
                <a16:creationId xmlns:a16="http://schemas.microsoft.com/office/drawing/2014/main" id="{A0437107-E82B-4B1A-90B1-B66817D2FD67}"/>
              </a:ext>
            </a:extLst>
          </p:cNvPr>
          <p:cNvSpPr>
            <a:spLocks noGrp="1"/>
          </p:cNvSpPr>
          <p:nvPr/>
        </p:nvSpPr>
        <p:spPr>
          <a:xfrm>
            <a:off x="37938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5" name="data_3996">
            <a:extLst>
              <a:ext uri="{FF2B5EF4-FFF2-40B4-BE49-F238E27FC236}">
                <a16:creationId xmlns:a16="http://schemas.microsoft.com/office/drawing/2014/main" id="{6BA7E101-6A43-4415-A0C9-FD5DCBC1487C}"/>
              </a:ext>
            </a:extLst>
          </p:cNvPr>
          <p:cNvSpPr>
            <a:spLocks noGrp="1"/>
          </p:cNvSpPr>
          <p:nvPr/>
        </p:nvSpPr>
        <p:spPr>
          <a:xfrm>
            <a:off x="369363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6" name="data_3997">
            <a:extLst>
              <a:ext uri="{FF2B5EF4-FFF2-40B4-BE49-F238E27FC236}">
                <a16:creationId xmlns:a16="http://schemas.microsoft.com/office/drawing/2014/main" id="{7C307DB3-35A6-4AC3-9125-D48FF4815590}"/>
              </a:ext>
            </a:extLst>
          </p:cNvPr>
          <p:cNvSpPr>
            <a:spLocks noGrp="1"/>
          </p:cNvSpPr>
          <p:nvPr/>
        </p:nvSpPr>
        <p:spPr>
          <a:xfrm>
            <a:off x="374227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7" name="data_3998">
            <a:extLst>
              <a:ext uri="{FF2B5EF4-FFF2-40B4-BE49-F238E27FC236}">
                <a16:creationId xmlns:a16="http://schemas.microsoft.com/office/drawing/2014/main" id="{D423E958-7BCD-4371-8D1F-E19921C9E3B6}"/>
              </a:ext>
            </a:extLst>
          </p:cNvPr>
          <p:cNvSpPr>
            <a:spLocks noGrp="1"/>
          </p:cNvSpPr>
          <p:nvPr/>
        </p:nvSpPr>
        <p:spPr>
          <a:xfrm>
            <a:off x="373161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8" name="data_3999">
            <a:extLst>
              <a:ext uri="{FF2B5EF4-FFF2-40B4-BE49-F238E27FC236}">
                <a16:creationId xmlns:a16="http://schemas.microsoft.com/office/drawing/2014/main" id="{DD93CE69-84ED-40EB-B624-48D43866D60B}"/>
              </a:ext>
            </a:extLst>
          </p:cNvPr>
          <p:cNvSpPr>
            <a:spLocks noGrp="1"/>
          </p:cNvSpPr>
          <p:nvPr/>
        </p:nvSpPr>
        <p:spPr>
          <a:xfrm>
            <a:off x="3701166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9" name="data_4000">
            <a:extLst>
              <a:ext uri="{FF2B5EF4-FFF2-40B4-BE49-F238E27FC236}">
                <a16:creationId xmlns:a16="http://schemas.microsoft.com/office/drawing/2014/main" id="{E56BBBAB-FB60-4FF2-A643-AC785987CB21}"/>
              </a:ext>
            </a:extLst>
          </p:cNvPr>
          <p:cNvSpPr>
            <a:spLocks noGrp="1"/>
          </p:cNvSpPr>
          <p:nvPr/>
        </p:nvSpPr>
        <p:spPr>
          <a:xfrm>
            <a:off x="386119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0" name="data_4001">
            <a:extLst>
              <a:ext uri="{FF2B5EF4-FFF2-40B4-BE49-F238E27FC236}">
                <a16:creationId xmlns:a16="http://schemas.microsoft.com/office/drawing/2014/main" id="{B122766D-9009-436E-8CBB-C45C9BEC544E}"/>
              </a:ext>
            </a:extLst>
          </p:cNvPr>
          <p:cNvSpPr>
            <a:spLocks noGrp="1"/>
          </p:cNvSpPr>
          <p:nvPr/>
        </p:nvSpPr>
        <p:spPr>
          <a:xfrm>
            <a:off x="3744754" y="27833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1" name="data_4002">
            <a:extLst>
              <a:ext uri="{FF2B5EF4-FFF2-40B4-BE49-F238E27FC236}">
                <a16:creationId xmlns:a16="http://schemas.microsoft.com/office/drawing/2014/main" id="{37470ECB-522F-4006-A610-D7C6DA3940B7}"/>
              </a:ext>
            </a:extLst>
          </p:cNvPr>
          <p:cNvSpPr>
            <a:spLocks noGrp="1"/>
          </p:cNvSpPr>
          <p:nvPr/>
        </p:nvSpPr>
        <p:spPr>
          <a:xfrm>
            <a:off x="370910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2" name="data_4003">
            <a:extLst>
              <a:ext uri="{FF2B5EF4-FFF2-40B4-BE49-F238E27FC236}">
                <a16:creationId xmlns:a16="http://schemas.microsoft.com/office/drawing/2014/main" id="{4DF56BF2-DFBE-4124-91A5-A47451D1C450}"/>
              </a:ext>
            </a:extLst>
          </p:cNvPr>
          <p:cNvSpPr>
            <a:spLocks noGrp="1"/>
          </p:cNvSpPr>
          <p:nvPr/>
        </p:nvSpPr>
        <p:spPr>
          <a:xfrm>
            <a:off x="3721832" y="30620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3" name="data_4004">
            <a:extLst>
              <a:ext uri="{FF2B5EF4-FFF2-40B4-BE49-F238E27FC236}">
                <a16:creationId xmlns:a16="http://schemas.microsoft.com/office/drawing/2014/main" id="{CDF5380D-CA7F-4C6B-9926-D9215C268A4F}"/>
              </a:ext>
            </a:extLst>
          </p:cNvPr>
          <p:cNvSpPr>
            <a:spLocks noGrp="1"/>
          </p:cNvSpPr>
          <p:nvPr/>
        </p:nvSpPr>
        <p:spPr>
          <a:xfrm>
            <a:off x="3851556" y="3345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4" name="data_4005">
            <a:extLst>
              <a:ext uri="{FF2B5EF4-FFF2-40B4-BE49-F238E27FC236}">
                <a16:creationId xmlns:a16="http://schemas.microsoft.com/office/drawing/2014/main" id="{814DCD56-A491-4580-9DA6-350761D12610}"/>
              </a:ext>
            </a:extLst>
          </p:cNvPr>
          <p:cNvSpPr>
            <a:spLocks noGrp="1"/>
          </p:cNvSpPr>
          <p:nvPr/>
        </p:nvSpPr>
        <p:spPr>
          <a:xfrm>
            <a:off x="3814766" y="1819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5" name="data_4006">
            <a:extLst>
              <a:ext uri="{FF2B5EF4-FFF2-40B4-BE49-F238E27FC236}">
                <a16:creationId xmlns:a16="http://schemas.microsoft.com/office/drawing/2014/main" id="{91823B0E-FF99-4A23-97A3-036E37BD4ABA}"/>
              </a:ext>
            </a:extLst>
          </p:cNvPr>
          <p:cNvSpPr>
            <a:spLocks noGrp="1"/>
          </p:cNvSpPr>
          <p:nvPr/>
        </p:nvSpPr>
        <p:spPr>
          <a:xfrm>
            <a:off x="3709789" y="3425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6" name="data_4007">
            <a:extLst>
              <a:ext uri="{FF2B5EF4-FFF2-40B4-BE49-F238E27FC236}">
                <a16:creationId xmlns:a16="http://schemas.microsoft.com/office/drawing/2014/main" id="{439C7FAB-D1EA-4B07-8E17-DFE3D95B21C2}"/>
              </a:ext>
            </a:extLst>
          </p:cNvPr>
          <p:cNvSpPr>
            <a:spLocks noGrp="1"/>
          </p:cNvSpPr>
          <p:nvPr/>
        </p:nvSpPr>
        <p:spPr>
          <a:xfrm>
            <a:off x="3730215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7" name="data_4008">
            <a:extLst>
              <a:ext uri="{FF2B5EF4-FFF2-40B4-BE49-F238E27FC236}">
                <a16:creationId xmlns:a16="http://schemas.microsoft.com/office/drawing/2014/main" id="{FB3E0E45-F052-4CB9-8EEA-216B7CF2E62D}"/>
              </a:ext>
            </a:extLst>
          </p:cNvPr>
          <p:cNvSpPr>
            <a:spLocks noGrp="1"/>
          </p:cNvSpPr>
          <p:nvPr/>
        </p:nvSpPr>
        <p:spPr>
          <a:xfrm>
            <a:off x="379471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8" name="data_4009">
            <a:extLst>
              <a:ext uri="{FF2B5EF4-FFF2-40B4-BE49-F238E27FC236}">
                <a16:creationId xmlns:a16="http://schemas.microsoft.com/office/drawing/2014/main" id="{DDBECC33-F9A3-466F-A3FE-06AA22555C62}"/>
              </a:ext>
            </a:extLst>
          </p:cNvPr>
          <p:cNvSpPr>
            <a:spLocks noGrp="1"/>
          </p:cNvSpPr>
          <p:nvPr/>
        </p:nvSpPr>
        <p:spPr>
          <a:xfrm>
            <a:off x="370188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9" name="data_4010">
            <a:extLst>
              <a:ext uri="{FF2B5EF4-FFF2-40B4-BE49-F238E27FC236}">
                <a16:creationId xmlns:a16="http://schemas.microsoft.com/office/drawing/2014/main" id="{BEA86CE6-C5FD-48F9-9A82-3DDF303F9AFD}"/>
              </a:ext>
            </a:extLst>
          </p:cNvPr>
          <p:cNvSpPr>
            <a:spLocks noGrp="1"/>
          </p:cNvSpPr>
          <p:nvPr/>
        </p:nvSpPr>
        <p:spPr>
          <a:xfrm>
            <a:off x="369339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0" name="data_4011">
            <a:extLst>
              <a:ext uri="{FF2B5EF4-FFF2-40B4-BE49-F238E27FC236}">
                <a16:creationId xmlns:a16="http://schemas.microsoft.com/office/drawing/2014/main" id="{2ACD6B74-7ABD-4FA3-BD2A-13E4CF04675F}"/>
              </a:ext>
            </a:extLst>
          </p:cNvPr>
          <p:cNvSpPr>
            <a:spLocks noGrp="1"/>
          </p:cNvSpPr>
          <p:nvPr/>
        </p:nvSpPr>
        <p:spPr>
          <a:xfrm>
            <a:off x="375104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1" name="data_4012">
            <a:extLst>
              <a:ext uri="{FF2B5EF4-FFF2-40B4-BE49-F238E27FC236}">
                <a16:creationId xmlns:a16="http://schemas.microsoft.com/office/drawing/2014/main" id="{E17FED8D-A15F-45A8-B389-36FAF7E19661}"/>
              </a:ext>
            </a:extLst>
          </p:cNvPr>
          <p:cNvSpPr>
            <a:spLocks noGrp="1"/>
          </p:cNvSpPr>
          <p:nvPr/>
        </p:nvSpPr>
        <p:spPr>
          <a:xfrm>
            <a:off x="385289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2" name="data_4013">
            <a:extLst>
              <a:ext uri="{FF2B5EF4-FFF2-40B4-BE49-F238E27FC236}">
                <a16:creationId xmlns:a16="http://schemas.microsoft.com/office/drawing/2014/main" id="{04543F89-CC4B-41DC-A548-860FA5BD4038}"/>
              </a:ext>
            </a:extLst>
          </p:cNvPr>
          <p:cNvSpPr>
            <a:spLocks noGrp="1"/>
          </p:cNvSpPr>
          <p:nvPr/>
        </p:nvSpPr>
        <p:spPr>
          <a:xfrm>
            <a:off x="371912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3" name="data_4014">
            <a:extLst>
              <a:ext uri="{FF2B5EF4-FFF2-40B4-BE49-F238E27FC236}">
                <a16:creationId xmlns:a16="http://schemas.microsoft.com/office/drawing/2014/main" id="{F1EBDC66-D8E6-4F9D-A49E-BDB92F128E05}"/>
              </a:ext>
            </a:extLst>
          </p:cNvPr>
          <p:cNvSpPr>
            <a:spLocks noGrp="1"/>
          </p:cNvSpPr>
          <p:nvPr/>
        </p:nvSpPr>
        <p:spPr>
          <a:xfrm>
            <a:off x="3835995" y="36118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4" name="data_4015">
            <a:extLst>
              <a:ext uri="{FF2B5EF4-FFF2-40B4-BE49-F238E27FC236}">
                <a16:creationId xmlns:a16="http://schemas.microsoft.com/office/drawing/2014/main" id="{5BDFDAAA-CDAE-4C44-A5F1-DDC5B2A23E01}"/>
              </a:ext>
            </a:extLst>
          </p:cNvPr>
          <p:cNvSpPr>
            <a:spLocks noGrp="1"/>
          </p:cNvSpPr>
          <p:nvPr/>
        </p:nvSpPr>
        <p:spPr>
          <a:xfrm>
            <a:off x="374950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5" name="data_4016">
            <a:extLst>
              <a:ext uri="{FF2B5EF4-FFF2-40B4-BE49-F238E27FC236}">
                <a16:creationId xmlns:a16="http://schemas.microsoft.com/office/drawing/2014/main" id="{FD460B03-C849-4B0C-BE2A-DF1BA494A81C}"/>
              </a:ext>
            </a:extLst>
          </p:cNvPr>
          <p:cNvSpPr>
            <a:spLocks noGrp="1"/>
          </p:cNvSpPr>
          <p:nvPr/>
        </p:nvSpPr>
        <p:spPr>
          <a:xfrm>
            <a:off x="3758884" y="3612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6" name="data_4017">
            <a:extLst>
              <a:ext uri="{FF2B5EF4-FFF2-40B4-BE49-F238E27FC236}">
                <a16:creationId xmlns:a16="http://schemas.microsoft.com/office/drawing/2014/main" id="{5856BFBF-FFA2-426A-B383-66F2B19184B6}"/>
              </a:ext>
            </a:extLst>
          </p:cNvPr>
          <p:cNvSpPr>
            <a:spLocks noGrp="1"/>
          </p:cNvSpPr>
          <p:nvPr/>
        </p:nvSpPr>
        <p:spPr>
          <a:xfrm>
            <a:off x="374117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7" name="data_4018">
            <a:extLst>
              <a:ext uri="{FF2B5EF4-FFF2-40B4-BE49-F238E27FC236}">
                <a16:creationId xmlns:a16="http://schemas.microsoft.com/office/drawing/2014/main" id="{8E2F256F-58E2-49FE-A996-E896D4086AC8}"/>
              </a:ext>
            </a:extLst>
          </p:cNvPr>
          <p:cNvSpPr>
            <a:spLocks noGrp="1"/>
          </p:cNvSpPr>
          <p:nvPr/>
        </p:nvSpPr>
        <p:spPr>
          <a:xfrm>
            <a:off x="385373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8" name="data_4019">
            <a:extLst>
              <a:ext uri="{FF2B5EF4-FFF2-40B4-BE49-F238E27FC236}">
                <a16:creationId xmlns:a16="http://schemas.microsoft.com/office/drawing/2014/main" id="{CD8AA554-2B91-4B45-8C64-0084D70A82FB}"/>
              </a:ext>
            </a:extLst>
          </p:cNvPr>
          <p:cNvSpPr>
            <a:spLocks noGrp="1"/>
          </p:cNvSpPr>
          <p:nvPr/>
        </p:nvSpPr>
        <p:spPr>
          <a:xfrm>
            <a:off x="373025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9" name="data_4020">
            <a:extLst>
              <a:ext uri="{FF2B5EF4-FFF2-40B4-BE49-F238E27FC236}">
                <a16:creationId xmlns:a16="http://schemas.microsoft.com/office/drawing/2014/main" id="{56436DD8-C9AF-47CF-9B62-56337FA21C4D}"/>
              </a:ext>
            </a:extLst>
          </p:cNvPr>
          <p:cNvSpPr>
            <a:spLocks noGrp="1"/>
          </p:cNvSpPr>
          <p:nvPr/>
        </p:nvSpPr>
        <p:spPr>
          <a:xfrm>
            <a:off x="3703943" y="31045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0" name="data_4021">
            <a:extLst>
              <a:ext uri="{FF2B5EF4-FFF2-40B4-BE49-F238E27FC236}">
                <a16:creationId xmlns:a16="http://schemas.microsoft.com/office/drawing/2014/main" id="{C0EEFDE4-6A70-4600-9FA9-6BBAA44F0316}"/>
              </a:ext>
            </a:extLst>
          </p:cNvPr>
          <p:cNvSpPr>
            <a:spLocks noGrp="1"/>
          </p:cNvSpPr>
          <p:nvPr/>
        </p:nvSpPr>
        <p:spPr>
          <a:xfrm>
            <a:off x="374300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1" name="data_4022">
            <a:extLst>
              <a:ext uri="{FF2B5EF4-FFF2-40B4-BE49-F238E27FC236}">
                <a16:creationId xmlns:a16="http://schemas.microsoft.com/office/drawing/2014/main" id="{F13EB0C0-EB42-4B46-9C3C-F14629EA19F2}"/>
              </a:ext>
            </a:extLst>
          </p:cNvPr>
          <p:cNvSpPr>
            <a:spLocks noGrp="1"/>
          </p:cNvSpPr>
          <p:nvPr/>
        </p:nvSpPr>
        <p:spPr>
          <a:xfrm>
            <a:off x="382873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2" name="data_4023">
            <a:extLst>
              <a:ext uri="{FF2B5EF4-FFF2-40B4-BE49-F238E27FC236}">
                <a16:creationId xmlns:a16="http://schemas.microsoft.com/office/drawing/2014/main" id="{F6DDCA30-A4E6-4C55-9ECE-B6863D148969}"/>
              </a:ext>
            </a:extLst>
          </p:cNvPr>
          <p:cNvSpPr>
            <a:spLocks noGrp="1"/>
          </p:cNvSpPr>
          <p:nvPr/>
        </p:nvSpPr>
        <p:spPr>
          <a:xfrm>
            <a:off x="3737066" y="37123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3" name="data_4024">
            <a:extLst>
              <a:ext uri="{FF2B5EF4-FFF2-40B4-BE49-F238E27FC236}">
                <a16:creationId xmlns:a16="http://schemas.microsoft.com/office/drawing/2014/main" id="{25B877E5-0EFA-477D-8EA4-5F12E590FDBF}"/>
              </a:ext>
            </a:extLst>
          </p:cNvPr>
          <p:cNvSpPr>
            <a:spLocks noGrp="1"/>
          </p:cNvSpPr>
          <p:nvPr/>
        </p:nvSpPr>
        <p:spPr>
          <a:xfrm>
            <a:off x="384394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4" name="data_4025">
            <a:extLst>
              <a:ext uri="{FF2B5EF4-FFF2-40B4-BE49-F238E27FC236}">
                <a16:creationId xmlns:a16="http://schemas.microsoft.com/office/drawing/2014/main" id="{7B0FE49B-96F0-4B0B-AD8B-EC166804088E}"/>
              </a:ext>
            </a:extLst>
          </p:cNvPr>
          <p:cNvSpPr>
            <a:spLocks noGrp="1"/>
          </p:cNvSpPr>
          <p:nvPr/>
        </p:nvSpPr>
        <p:spPr>
          <a:xfrm>
            <a:off x="3796087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5" name="data_4026">
            <a:extLst>
              <a:ext uri="{FF2B5EF4-FFF2-40B4-BE49-F238E27FC236}">
                <a16:creationId xmlns:a16="http://schemas.microsoft.com/office/drawing/2014/main" id="{A91A29E9-14DD-47ED-B8E0-0BA05C6DBE4C}"/>
              </a:ext>
            </a:extLst>
          </p:cNvPr>
          <p:cNvSpPr>
            <a:spLocks noGrp="1"/>
          </p:cNvSpPr>
          <p:nvPr/>
        </p:nvSpPr>
        <p:spPr>
          <a:xfrm>
            <a:off x="3838347" y="3265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6" name="data_4027">
            <a:extLst>
              <a:ext uri="{FF2B5EF4-FFF2-40B4-BE49-F238E27FC236}">
                <a16:creationId xmlns:a16="http://schemas.microsoft.com/office/drawing/2014/main" id="{5E1CED7A-D3B3-446C-9C21-77CF8109A057}"/>
              </a:ext>
            </a:extLst>
          </p:cNvPr>
          <p:cNvSpPr>
            <a:spLocks noGrp="1"/>
          </p:cNvSpPr>
          <p:nvPr/>
        </p:nvSpPr>
        <p:spPr>
          <a:xfrm>
            <a:off x="3857397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7" name="data_4028">
            <a:extLst>
              <a:ext uri="{FF2B5EF4-FFF2-40B4-BE49-F238E27FC236}">
                <a16:creationId xmlns:a16="http://schemas.microsoft.com/office/drawing/2014/main" id="{AF3A07AB-06A2-4223-8CFF-80F97D1AB791}"/>
              </a:ext>
            </a:extLst>
          </p:cNvPr>
          <p:cNvSpPr>
            <a:spLocks noGrp="1"/>
          </p:cNvSpPr>
          <p:nvPr/>
        </p:nvSpPr>
        <p:spPr>
          <a:xfrm>
            <a:off x="381580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8" name="data_4029">
            <a:extLst>
              <a:ext uri="{FF2B5EF4-FFF2-40B4-BE49-F238E27FC236}">
                <a16:creationId xmlns:a16="http://schemas.microsoft.com/office/drawing/2014/main" id="{6A60E3BC-D264-4395-A83B-BECFDE7E191E}"/>
              </a:ext>
            </a:extLst>
          </p:cNvPr>
          <p:cNvSpPr>
            <a:spLocks noGrp="1"/>
          </p:cNvSpPr>
          <p:nvPr/>
        </p:nvSpPr>
        <p:spPr>
          <a:xfrm>
            <a:off x="3759684" y="30600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9" name="data_4030">
            <a:extLst>
              <a:ext uri="{FF2B5EF4-FFF2-40B4-BE49-F238E27FC236}">
                <a16:creationId xmlns:a16="http://schemas.microsoft.com/office/drawing/2014/main" id="{6CF84FA9-CFE9-4E5D-B7CA-AD20360D0C43}"/>
              </a:ext>
            </a:extLst>
          </p:cNvPr>
          <p:cNvSpPr>
            <a:spLocks noGrp="1"/>
          </p:cNvSpPr>
          <p:nvPr/>
        </p:nvSpPr>
        <p:spPr>
          <a:xfrm>
            <a:off x="3807009" y="21411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0" name="data_4031">
            <a:extLst>
              <a:ext uri="{FF2B5EF4-FFF2-40B4-BE49-F238E27FC236}">
                <a16:creationId xmlns:a16="http://schemas.microsoft.com/office/drawing/2014/main" id="{C9F53968-546D-4377-B4B7-0E7E4A7572BE}"/>
              </a:ext>
            </a:extLst>
          </p:cNvPr>
          <p:cNvSpPr>
            <a:spLocks noGrp="1"/>
          </p:cNvSpPr>
          <p:nvPr/>
        </p:nvSpPr>
        <p:spPr>
          <a:xfrm>
            <a:off x="380140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1" name="data_4032">
            <a:extLst>
              <a:ext uri="{FF2B5EF4-FFF2-40B4-BE49-F238E27FC236}">
                <a16:creationId xmlns:a16="http://schemas.microsoft.com/office/drawing/2014/main" id="{34F0ECEC-B9B7-4D18-873F-F599CCF9B4E8}"/>
              </a:ext>
            </a:extLst>
          </p:cNvPr>
          <p:cNvSpPr>
            <a:spLocks noGrp="1"/>
          </p:cNvSpPr>
          <p:nvPr/>
        </p:nvSpPr>
        <p:spPr>
          <a:xfrm>
            <a:off x="373121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2" name="data_4033">
            <a:extLst>
              <a:ext uri="{FF2B5EF4-FFF2-40B4-BE49-F238E27FC236}">
                <a16:creationId xmlns:a16="http://schemas.microsoft.com/office/drawing/2014/main" id="{B0D41538-ED46-4430-8613-00B84AC6AC2C}"/>
              </a:ext>
            </a:extLst>
          </p:cNvPr>
          <p:cNvSpPr>
            <a:spLocks noGrp="1"/>
          </p:cNvSpPr>
          <p:nvPr/>
        </p:nvSpPr>
        <p:spPr>
          <a:xfrm>
            <a:off x="377909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3" name="data_4034">
            <a:extLst>
              <a:ext uri="{FF2B5EF4-FFF2-40B4-BE49-F238E27FC236}">
                <a16:creationId xmlns:a16="http://schemas.microsoft.com/office/drawing/2014/main" id="{664BC61F-FEB4-4C6F-B0D4-853BCF70D36E}"/>
              </a:ext>
            </a:extLst>
          </p:cNvPr>
          <p:cNvSpPr>
            <a:spLocks noGrp="1"/>
          </p:cNvSpPr>
          <p:nvPr/>
        </p:nvSpPr>
        <p:spPr>
          <a:xfrm>
            <a:off x="3726978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4" name="data_4035">
            <a:extLst>
              <a:ext uri="{FF2B5EF4-FFF2-40B4-BE49-F238E27FC236}">
                <a16:creationId xmlns:a16="http://schemas.microsoft.com/office/drawing/2014/main" id="{A3537229-39CA-497B-BF70-E45C7FD060C4}"/>
              </a:ext>
            </a:extLst>
          </p:cNvPr>
          <p:cNvSpPr>
            <a:spLocks noGrp="1"/>
          </p:cNvSpPr>
          <p:nvPr/>
        </p:nvSpPr>
        <p:spPr>
          <a:xfrm>
            <a:off x="3759544" y="29406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5" name="data_4036">
            <a:extLst>
              <a:ext uri="{FF2B5EF4-FFF2-40B4-BE49-F238E27FC236}">
                <a16:creationId xmlns:a16="http://schemas.microsoft.com/office/drawing/2014/main" id="{14C928BA-78E2-4075-AD36-07A7F3954943}"/>
              </a:ext>
            </a:extLst>
          </p:cNvPr>
          <p:cNvSpPr>
            <a:spLocks noGrp="1"/>
          </p:cNvSpPr>
          <p:nvPr/>
        </p:nvSpPr>
        <p:spPr>
          <a:xfrm>
            <a:off x="3862512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6" name="data_4037">
            <a:extLst>
              <a:ext uri="{FF2B5EF4-FFF2-40B4-BE49-F238E27FC236}">
                <a16:creationId xmlns:a16="http://schemas.microsoft.com/office/drawing/2014/main" id="{E55765CE-167B-46D7-90DE-20A61F05C331}"/>
              </a:ext>
            </a:extLst>
          </p:cNvPr>
          <p:cNvSpPr>
            <a:spLocks noGrp="1"/>
          </p:cNvSpPr>
          <p:nvPr/>
        </p:nvSpPr>
        <p:spPr>
          <a:xfrm>
            <a:off x="3779991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7" name="data_4038">
            <a:extLst>
              <a:ext uri="{FF2B5EF4-FFF2-40B4-BE49-F238E27FC236}">
                <a16:creationId xmlns:a16="http://schemas.microsoft.com/office/drawing/2014/main" id="{C5878823-B14E-4687-98A1-CBBD0241F6BC}"/>
              </a:ext>
            </a:extLst>
          </p:cNvPr>
          <p:cNvSpPr>
            <a:spLocks noGrp="1"/>
          </p:cNvSpPr>
          <p:nvPr/>
        </p:nvSpPr>
        <p:spPr>
          <a:xfrm>
            <a:off x="3807024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8" name="data_4039">
            <a:extLst>
              <a:ext uri="{FF2B5EF4-FFF2-40B4-BE49-F238E27FC236}">
                <a16:creationId xmlns:a16="http://schemas.microsoft.com/office/drawing/2014/main" id="{2A135529-ABE2-4732-B5AC-B7A09B3A61E6}"/>
              </a:ext>
            </a:extLst>
          </p:cNvPr>
          <p:cNvSpPr>
            <a:spLocks noGrp="1"/>
          </p:cNvSpPr>
          <p:nvPr/>
        </p:nvSpPr>
        <p:spPr>
          <a:xfrm>
            <a:off x="3780328" y="35082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9" name="data_4040">
            <a:extLst>
              <a:ext uri="{FF2B5EF4-FFF2-40B4-BE49-F238E27FC236}">
                <a16:creationId xmlns:a16="http://schemas.microsoft.com/office/drawing/2014/main" id="{0F41A856-57B6-45AB-A08F-E55D6E218CCB}"/>
              </a:ext>
            </a:extLst>
          </p:cNvPr>
          <p:cNvSpPr>
            <a:spLocks noGrp="1"/>
          </p:cNvSpPr>
          <p:nvPr/>
        </p:nvSpPr>
        <p:spPr>
          <a:xfrm>
            <a:off x="3814030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0" name="data_4041">
            <a:extLst>
              <a:ext uri="{FF2B5EF4-FFF2-40B4-BE49-F238E27FC236}">
                <a16:creationId xmlns:a16="http://schemas.microsoft.com/office/drawing/2014/main" id="{7CA37D70-5ADC-4241-980E-FDC297EFC91D}"/>
              </a:ext>
            </a:extLst>
          </p:cNvPr>
          <p:cNvSpPr>
            <a:spLocks noGrp="1"/>
          </p:cNvSpPr>
          <p:nvPr/>
        </p:nvSpPr>
        <p:spPr>
          <a:xfrm>
            <a:off x="3747332" y="37454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1" name="data_4042">
            <a:extLst>
              <a:ext uri="{FF2B5EF4-FFF2-40B4-BE49-F238E27FC236}">
                <a16:creationId xmlns:a16="http://schemas.microsoft.com/office/drawing/2014/main" id="{E4685ED9-C9DF-46C7-8D00-7EE75C0F804E}"/>
              </a:ext>
            </a:extLst>
          </p:cNvPr>
          <p:cNvSpPr>
            <a:spLocks noGrp="1"/>
          </p:cNvSpPr>
          <p:nvPr/>
        </p:nvSpPr>
        <p:spPr>
          <a:xfrm>
            <a:off x="3702485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2" name="data_4043">
            <a:extLst>
              <a:ext uri="{FF2B5EF4-FFF2-40B4-BE49-F238E27FC236}">
                <a16:creationId xmlns:a16="http://schemas.microsoft.com/office/drawing/2014/main" id="{42DEA9AB-9D31-4548-9406-C9E5962CCAD8}"/>
              </a:ext>
            </a:extLst>
          </p:cNvPr>
          <p:cNvSpPr>
            <a:spLocks noGrp="1"/>
          </p:cNvSpPr>
          <p:nvPr/>
        </p:nvSpPr>
        <p:spPr>
          <a:xfrm>
            <a:off x="3724236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3" name="data_4044">
            <a:extLst>
              <a:ext uri="{FF2B5EF4-FFF2-40B4-BE49-F238E27FC236}">
                <a16:creationId xmlns:a16="http://schemas.microsoft.com/office/drawing/2014/main" id="{018D7D4D-D395-4CD0-9286-D5834D2E5F1F}"/>
              </a:ext>
            </a:extLst>
          </p:cNvPr>
          <p:cNvSpPr>
            <a:spLocks noGrp="1"/>
          </p:cNvSpPr>
          <p:nvPr/>
        </p:nvSpPr>
        <p:spPr>
          <a:xfrm>
            <a:off x="3822349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4" name="data_4045">
            <a:extLst>
              <a:ext uri="{FF2B5EF4-FFF2-40B4-BE49-F238E27FC236}">
                <a16:creationId xmlns:a16="http://schemas.microsoft.com/office/drawing/2014/main" id="{A9B2F7A9-A913-48AE-9E79-3B443779967A}"/>
              </a:ext>
            </a:extLst>
          </p:cNvPr>
          <p:cNvSpPr>
            <a:spLocks noGrp="1"/>
          </p:cNvSpPr>
          <p:nvPr/>
        </p:nvSpPr>
        <p:spPr>
          <a:xfrm>
            <a:off x="380220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5" name="data_4046">
            <a:extLst>
              <a:ext uri="{FF2B5EF4-FFF2-40B4-BE49-F238E27FC236}">
                <a16:creationId xmlns:a16="http://schemas.microsoft.com/office/drawing/2014/main" id="{8D4EEB9A-6CB9-4E08-ADC6-0589D5E67E3B}"/>
              </a:ext>
            </a:extLst>
          </p:cNvPr>
          <p:cNvSpPr>
            <a:spLocks noGrp="1"/>
          </p:cNvSpPr>
          <p:nvPr/>
        </p:nvSpPr>
        <p:spPr>
          <a:xfrm>
            <a:off x="3836374" y="36933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6" name="data_4047">
            <a:extLst>
              <a:ext uri="{FF2B5EF4-FFF2-40B4-BE49-F238E27FC236}">
                <a16:creationId xmlns:a16="http://schemas.microsoft.com/office/drawing/2014/main" id="{D3C58DA6-EF9F-4DA0-91B0-B2D1FC550816}"/>
              </a:ext>
            </a:extLst>
          </p:cNvPr>
          <p:cNvSpPr>
            <a:spLocks noGrp="1"/>
          </p:cNvSpPr>
          <p:nvPr/>
        </p:nvSpPr>
        <p:spPr>
          <a:xfrm>
            <a:off x="3748723" y="3746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7" name="data_4048">
            <a:extLst>
              <a:ext uri="{FF2B5EF4-FFF2-40B4-BE49-F238E27FC236}">
                <a16:creationId xmlns:a16="http://schemas.microsoft.com/office/drawing/2014/main" id="{815903AE-5846-4B4E-A1F7-5544FA74ABC4}"/>
              </a:ext>
            </a:extLst>
          </p:cNvPr>
          <p:cNvSpPr>
            <a:spLocks noGrp="1"/>
          </p:cNvSpPr>
          <p:nvPr/>
        </p:nvSpPr>
        <p:spPr>
          <a:xfrm>
            <a:off x="3848758" y="36091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8" name="data_4049">
            <a:extLst>
              <a:ext uri="{FF2B5EF4-FFF2-40B4-BE49-F238E27FC236}">
                <a16:creationId xmlns:a16="http://schemas.microsoft.com/office/drawing/2014/main" id="{19CD425D-9707-4669-BD75-B97E864DC078}"/>
              </a:ext>
            </a:extLst>
          </p:cNvPr>
          <p:cNvSpPr>
            <a:spLocks noGrp="1"/>
          </p:cNvSpPr>
          <p:nvPr/>
        </p:nvSpPr>
        <p:spPr>
          <a:xfrm>
            <a:off x="409797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9" name="data_4050">
            <a:extLst>
              <a:ext uri="{FF2B5EF4-FFF2-40B4-BE49-F238E27FC236}">
                <a16:creationId xmlns:a16="http://schemas.microsoft.com/office/drawing/2014/main" id="{A87D1437-DBC7-4A2F-BBE5-50EC907A5FE7}"/>
              </a:ext>
            </a:extLst>
          </p:cNvPr>
          <p:cNvSpPr>
            <a:spLocks noGrp="1"/>
          </p:cNvSpPr>
          <p:nvPr/>
        </p:nvSpPr>
        <p:spPr>
          <a:xfrm>
            <a:off x="4045983" y="2331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0" name="data_4051">
            <a:extLst>
              <a:ext uri="{FF2B5EF4-FFF2-40B4-BE49-F238E27FC236}">
                <a16:creationId xmlns:a16="http://schemas.microsoft.com/office/drawing/2014/main" id="{CA0B8EDE-A47E-42B8-B23D-122EECE201E2}"/>
              </a:ext>
            </a:extLst>
          </p:cNvPr>
          <p:cNvSpPr>
            <a:spLocks noGrp="1"/>
          </p:cNvSpPr>
          <p:nvPr/>
        </p:nvSpPr>
        <p:spPr>
          <a:xfrm>
            <a:off x="399579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1" name="data_4052">
            <a:extLst>
              <a:ext uri="{FF2B5EF4-FFF2-40B4-BE49-F238E27FC236}">
                <a16:creationId xmlns:a16="http://schemas.microsoft.com/office/drawing/2014/main" id="{79C21F60-0BAD-414B-B55D-A48242E7B298}"/>
              </a:ext>
            </a:extLst>
          </p:cNvPr>
          <p:cNvSpPr>
            <a:spLocks noGrp="1"/>
          </p:cNvSpPr>
          <p:nvPr/>
        </p:nvSpPr>
        <p:spPr>
          <a:xfrm>
            <a:off x="4081018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2" name="data_4053">
            <a:extLst>
              <a:ext uri="{FF2B5EF4-FFF2-40B4-BE49-F238E27FC236}">
                <a16:creationId xmlns:a16="http://schemas.microsoft.com/office/drawing/2014/main" id="{E2476F21-F576-4A1A-84AC-2EAEAEB8A773}"/>
              </a:ext>
            </a:extLst>
          </p:cNvPr>
          <p:cNvSpPr>
            <a:spLocks noGrp="1"/>
          </p:cNvSpPr>
          <p:nvPr/>
        </p:nvSpPr>
        <p:spPr>
          <a:xfrm>
            <a:off x="4076406" y="2648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3" name="data_4054">
            <a:extLst>
              <a:ext uri="{FF2B5EF4-FFF2-40B4-BE49-F238E27FC236}">
                <a16:creationId xmlns:a16="http://schemas.microsoft.com/office/drawing/2014/main" id="{7A300422-263B-4709-B415-6C90C020B414}"/>
              </a:ext>
            </a:extLst>
          </p:cNvPr>
          <p:cNvSpPr>
            <a:spLocks noGrp="1"/>
          </p:cNvSpPr>
          <p:nvPr/>
        </p:nvSpPr>
        <p:spPr>
          <a:xfrm>
            <a:off x="402397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4" name="data_4055">
            <a:extLst>
              <a:ext uri="{FF2B5EF4-FFF2-40B4-BE49-F238E27FC236}">
                <a16:creationId xmlns:a16="http://schemas.microsoft.com/office/drawing/2014/main" id="{2B0667F8-3501-48D0-8AF4-0A58ACD70EF6}"/>
              </a:ext>
            </a:extLst>
          </p:cNvPr>
          <p:cNvSpPr>
            <a:spLocks noGrp="1"/>
          </p:cNvSpPr>
          <p:nvPr/>
        </p:nvSpPr>
        <p:spPr>
          <a:xfrm>
            <a:off x="401867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5" name="data_4056">
            <a:extLst>
              <a:ext uri="{FF2B5EF4-FFF2-40B4-BE49-F238E27FC236}">
                <a16:creationId xmlns:a16="http://schemas.microsoft.com/office/drawing/2014/main" id="{F7493F3E-DD26-4F5F-AEE5-3C4366300DD6}"/>
              </a:ext>
            </a:extLst>
          </p:cNvPr>
          <p:cNvSpPr>
            <a:spLocks noGrp="1"/>
          </p:cNvSpPr>
          <p:nvPr/>
        </p:nvSpPr>
        <p:spPr>
          <a:xfrm>
            <a:off x="410406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6" name="data_4057">
            <a:extLst>
              <a:ext uri="{FF2B5EF4-FFF2-40B4-BE49-F238E27FC236}">
                <a16:creationId xmlns:a16="http://schemas.microsoft.com/office/drawing/2014/main" id="{39B32801-3D87-4D11-9502-6BB02B0843E2}"/>
              </a:ext>
            </a:extLst>
          </p:cNvPr>
          <p:cNvSpPr>
            <a:spLocks noGrp="1"/>
          </p:cNvSpPr>
          <p:nvPr/>
        </p:nvSpPr>
        <p:spPr>
          <a:xfrm>
            <a:off x="3991902" y="3714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7" name="data_4058">
            <a:extLst>
              <a:ext uri="{FF2B5EF4-FFF2-40B4-BE49-F238E27FC236}">
                <a16:creationId xmlns:a16="http://schemas.microsoft.com/office/drawing/2014/main" id="{8491872E-46C0-4F4B-90B0-6A1AFC842131}"/>
              </a:ext>
            </a:extLst>
          </p:cNvPr>
          <p:cNvSpPr>
            <a:spLocks noGrp="1"/>
          </p:cNvSpPr>
          <p:nvPr/>
        </p:nvSpPr>
        <p:spPr>
          <a:xfrm>
            <a:off x="409141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8" name="data_4059">
            <a:extLst>
              <a:ext uri="{FF2B5EF4-FFF2-40B4-BE49-F238E27FC236}">
                <a16:creationId xmlns:a16="http://schemas.microsoft.com/office/drawing/2014/main" id="{8B4F6CBB-DD57-44AE-95BC-EE0746F35350}"/>
              </a:ext>
            </a:extLst>
          </p:cNvPr>
          <p:cNvSpPr>
            <a:spLocks noGrp="1"/>
          </p:cNvSpPr>
          <p:nvPr/>
        </p:nvSpPr>
        <p:spPr>
          <a:xfrm>
            <a:off x="4037189" y="28182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9" name="data_4060">
            <a:extLst>
              <a:ext uri="{FF2B5EF4-FFF2-40B4-BE49-F238E27FC236}">
                <a16:creationId xmlns:a16="http://schemas.microsoft.com/office/drawing/2014/main" id="{D7514CB3-2B81-4B25-A726-19A41D8272AE}"/>
              </a:ext>
            </a:extLst>
          </p:cNvPr>
          <p:cNvSpPr>
            <a:spLocks noGrp="1"/>
          </p:cNvSpPr>
          <p:nvPr/>
        </p:nvSpPr>
        <p:spPr>
          <a:xfrm>
            <a:off x="4089973" y="25820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0" name="data_4061">
            <a:extLst>
              <a:ext uri="{FF2B5EF4-FFF2-40B4-BE49-F238E27FC236}">
                <a16:creationId xmlns:a16="http://schemas.microsoft.com/office/drawing/2014/main" id="{7CCFD9AD-030A-4876-858B-CE0EF58F0DD0}"/>
              </a:ext>
            </a:extLst>
          </p:cNvPr>
          <p:cNvSpPr>
            <a:spLocks noGrp="1"/>
          </p:cNvSpPr>
          <p:nvPr/>
        </p:nvSpPr>
        <p:spPr>
          <a:xfrm>
            <a:off x="4067767" y="2865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1" name="data_4062">
            <a:extLst>
              <a:ext uri="{FF2B5EF4-FFF2-40B4-BE49-F238E27FC236}">
                <a16:creationId xmlns:a16="http://schemas.microsoft.com/office/drawing/2014/main" id="{67F285C2-72E6-4990-B18F-A6A13176682F}"/>
              </a:ext>
            </a:extLst>
          </p:cNvPr>
          <p:cNvSpPr>
            <a:spLocks noGrp="1"/>
          </p:cNvSpPr>
          <p:nvPr/>
        </p:nvSpPr>
        <p:spPr>
          <a:xfrm>
            <a:off x="4057662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2" name="data_4063">
            <a:extLst>
              <a:ext uri="{FF2B5EF4-FFF2-40B4-BE49-F238E27FC236}">
                <a16:creationId xmlns:a16="http://schemas.microsoft.com/office/drawing/2014/main" id="{ABE4FB6D-3D43-47B0-8EE7-BF2C9BEF5202}"/>
              </a:ext>
            </a:extLst>
          </p:cNvPr>
          <p:cNvSpPr>
            <a:spLocks noGrp="1"/>
          </p:cNvSpPr>
          <p:nvPr/>
        </p:nvSpPr>
        <p:spPr>
          <a:xfrm>
            <a:off x="3988101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3" name="data_4064">
            <a:extLst>
              <a:ext uri="{FF2B5EF4-FFF2-40B4-BE49-F238E27FC236}">
                <a16:creationId xmlns:a16="http://schemas.microsoft.com/office/drawing/2014/main" id="{BFC6A779-E26C-4033-86C2-FCDBDC9519FF}"/>
              </a:ext>
            </a:extLst>
          </p:cNvPr>
          <p:cNvSpPr>
            <a:spLocks noGrp="1"/>
          </p:cNvSpPr>
          <p:nvPr/>
        </p:nvSpPr>
        <p:spPr>
          <a:xfrm>
            <a:off x="4090184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4" name="data_4065">
            <a:extLst>
              <a:ext uri="{FF2B5EF4-FFF2-40B4-BE49-F238E27FC236}">
                <a16:creationId xmlns:a16="http://schemas.microsoft.com/office/drawing/2014/main" id="{C2AF7101-D6DE-4AEC-89A4-4EBCB6D4D907}"/>
              </a:ext>
            </a:extLst>
          </p:cNvPr>
          <p:cNvSpPr>
            <a:spLocks noGrp="1"/>
          </p:cNvSpPr>
          <p:nvPr/>
        </p:nvSpPr>
        <p:spPr>
          <a:xfrm>
            <a:off x="4026415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5" name="data_4066">
            <a:extLst>
              <a:ext uri="{FF2B5EF4-FFF2-40B4-BE49-F238E27FC236}">
                <a16:creationId xmlns:a16="http://schemas.microsoft.com/office/drawing/2014/main" id="{11A4F68B-5DE9-40B1-B561-B3F60C016D46}"/>
              </a:ext>
            </a:extLst>
          </p:cNvPr>
          <p:cNvSpPr>
            <a:spLocks noGrp="1"/>
          </p:cNvSpPr>
          <p:nvPr/>
        </p:nvSpPr>
        <p:spPr>
          <a:xfrm>
            <a:off x="398496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6" name="data_4067">
            <a:extLst>
              <a:ext uri="{FF2B5EF4-FFF2-40B4-BE49-F238E27FC236}">
                <a16:creationId xmlns:a16="http://schemas.microsoft.com/office/drawing/2014/main" id="{16BFD496-D279-433B-9F15-4F5F13C451C3}"/>
              </a:ext>
            </a:extLst>
          </p:cNvPr>
          <p:cNvSpPr>
            <a:spLocks noGrp="1"/>
          </p:cNvSpPr>
          <p:nvPr/>
        </p:nvSpPr>
        <p:spPr>
          <a:xfrm>
            <a:off x="4123328" y="1900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7" name="data_4068">
            <a:extLst>
              <a:ext uri="{FF2B5EF4-FFF2-40B4-BE49-F238E27FC236}">
                <a16:creationId xmlns:a16="http://schemas.microsoft.com/office/drawing/2014/main" id="{74AF5338-7C06-4F71-A9B7-C774E4E3112A}"/>
              </a:ext>
            </a:extLst>
          </p:cNvPr>
          <p:cNvSpPr>
            <a:spLocks noGrp="1"/>
          </p:cNvSpPr>
          <p:nvPr/>
        </p:nvSpPr>
        <p:spPr>
          <a:xfrm>
            <a:off x="4042952" y="26308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8" name="data_4069">
            <a:extLst>
              <a:ext uri="{FF2B5EF4-FFF2-40B4-BE49-F238E27FC236}">
                <a16:creationId xmlns:a16="http://schemas.microsoft.com/office/drawing/2014/main" id="{17AD146C-CB7F-4A87-8EAD-11C251BA5750}"/>
              </a:ext>
            </a:extLst>
          </p:cNvPr>
          <p:cNvSpPr>
            <a:spLocks noGrp="1"/>
          </p:cNvSpPr>
          <p:nvPr/>
        </p:nvSpPr>
        <p:spPr>
          <a:xfrm>
            <a:off x="4091657" y="343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9" name="data_4070">
            <a:extLst>
              <a:ext uri="{FF2B5EF4-FFF2-40B4-BE49-F238E27FC236}">
                <a16:creationId xmlns:a16="http://schemas.microsoft.com/office/drawing/2014/main" id="{E8F0DE16-10A4-46C7-98D3-A31FDE02A9C5}"/>
              </a:ext>
            </a:extLst>
          </p:cNvPr>
          <p:cNvSpPr>
            <a:spLocks noGrp="1"/>
          </p:cNvSpPr>
          <p:nvPr/>
        </p:nvSpPr>
        <p:spPr>
          <a:xfrm>
            <a:off x="4132205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0" name="data_4071">
            <a:extLst>
              <a:ext uri="{FF2B5EF4-FFF2-40B4-BE49-F238E27FC236}">
                <a16:creationId xmlns:a16="http://schemas.microsoft.com/office/drawing/2014/main" id="{D52A635D-B900-42A1-877C-8C5B18B951C5}"/>
              </a:ext>
            </a:extLst>
          </p:cNvPr>
          <p:cNvSpPr>
            <a:spLocks noGrp="1"/>
          </p:cNvSpPr>
          <p:nvPr/>
        </p:nvSpPr>
        <p:spPr>
          <a:xfrm>
            <a:off x="4130554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1" name="data_4072">
            <a:extLst>
              <a:ext uri="{FF2B5EF4-FFF2-40B4-BE49-F238E27FC236}">
                <a16:creationId xmlns:a16="http://schemas.microsoft.com/office/drawing/2014/main" id="{6239E7CC-F3F0-4A8C-9E30-BF19F7553C97}"/>
              </a:ext>
            </a:extLst>
          </p:cNvPr>
          <p:cNvSpPr>
            <a:spLocks noGrp="1"/>
          </p:cNvSpPr>
          <p:nvPr/>
        </p:nvSpPr>
        <p:spPr>
          <a:xfrm>
            <a:off x="3985377" y="25425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2" name="data_4073">
            <a:extLst>
              <a:ext uri="{FF2B5EF4-FFF2-40B4-BE49-F238E27FC236}">
                <a16:creationId xmlns:a16="http://schemas.microsoft.com/office/drawing/2014/main" id="{77BEE405-C048-41CB-B5E6-A911B29D4739}"/>
              </a:ext>
            </a:extLst>
          </p:cNvPr>
          <p:cNvSpPr>
            <a:spLocks noGrp="1"/>
          </p:cNvSpPr>
          <p:nvPr/>
        </p:nvSpPr>
        <p:spPr>
          <a:xfrm>
            <a:off x="4064372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3" name="data_4074">
            <a:extLst>
              <a:ext uri="{FF2B5EF4-FFF2-40B4-BE49-F238E27FC236}">
                <a16:creationId xmlns:a16="http://schemas.microsoft.com/office/drawing/2014/main" id="{0D8A2C69-E9C8-4A38-8A49-2A55D4DEC41C}"/>
              </a:ext>
            </a:extLst>
          </p:cNvPr>
          <p:cNvSpPr>
            <a:spLocks noGrp="1"/>
          </p:cNvSpPr>
          <p:nvPr/>
        </p:nvSpPr>
        <p:spPr>
          <a:xfrm>
            <a:off x="415143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4" name="data_4075">
            <a:extLst>
              <a:ext uri="{FF2B5EF4-FFF2-40B4-BE49-F238E27FC236}">
                <a16:creationId xmlns:a16="http://schemas.microsoft.com/office/drawing/2014/main" id="{E85CD8D9-E1EF-4475-A795-10913C097B6C}"/>
              </a:ext>
            </a:extLst>
          </p:cNvPr>
          <p:cNvSpPr>
            <a:spLocks noGrp="1"/>
          </p:cNvSpPr>
          <p:nvPr/>
        </p:nvSpPr>
        <p:spPr>
          <a:xfrm>
            <a:off x="4132654" y="3682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5" name="data_4076">
            <a:extLst>
              <a:ext uri="{FF2B5EF4-FFF2-40B4-BE49-F238E27FC236}">
                <a16:creationId xmlns:a16="http://schemas.microsoft.com/office/drawing/2014/main" id="{A591A85B-C9F5-4D4E-BBDF-F5FF95C03A8E}"/>
              </a:ext>
            </a:extLst>
          </p:cNvPr>
          <p:cNvSpPr>
            <a:spLocks noGrp="1"/>
          </p:cNvSpPr>
          <p:nvPr/>
        </p:nvSpPr>
        <p:spPr>
          <a:xfrm>
            <a:off x="4036026" y="33421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6" name="data_4077">
            <a:extLst>
              <a:ext uri="{FF2B5EF4-FFF2-40B4-BE49-F238E27FC236}">
                <a16:creationId xmlns:a16="http://schemas.microsoft.com/office/drawing/2014/main" id="{7187D08C-61E5-4FAB-ADDC-16092163ECE4}"/>
              </a:ext>
            </a:extLst>
          </p:cNvPr>
          <p:cNvSpPr>
            <a:spLocks noGrp="1"/>
          </p:cNvSpPr>
          <p:nvPr/>
        </p:nvSpPr>
        <p:spPr>
          <a:xfrm>
            <a:off x="4055710" y="36461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7" name="data_4078">
            <a:extLst>
              <a:ext uri="{FF2B5EF4-FFF2-40B4-BE49-F238E27FC236}">
                <a16:creationId xmlns:a16="http://schemas.microsoft.com/office/drawing/2014/main" id="{B2CC6D23-CEAD-4DF5-9F42-7997655FEB05}"/>
              </a:ext>
            </a:extLst>
          </p:cNvPr>
          <p:cNvSpPr>
            <a:spLocks noGrp="1"/>
          </p:cNvSpPr>
          <p:nvPr/>
        </p:nvSpPr>
        <p:spPr>
          <a:xfrm>
            <a:off x="412350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8" name="data_4079">
            <a:extLst>
              <a:ext uri="{FF2B5EF4-FFF2-40B4-BE49-F238E27FC236}">
                <a16:creationId xmlns:a16="http://schemas.microsoft.com/office/drawing/2014/main" id="{75D5D892-4BF1-4517-BD76-A6BFED5E55FC}"/>
              </a:ext>
            </a:extLst>
          </p:cNvPr>
          <p:cNvSpPr>
            <a:spLocks noGrp="1"/>
          </p:cNvSpPr>
          <p:nvPr/>
        </p:nvSpPr>
        <p:spPr>
          <a:xfrm>
            <a:off x="413869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9" name="data_4080">
            <a:extLst>
              <a:ext uri="{FF2B5EF4-FFF2-40B4-BE49-F238E27FC236}">
                <a16:creationId xmlns:a16="http://schemas.microsoft.com/office/drawing/2014/main" id="{D06152A1-9466-4E62-8174-7FE5732F2DD1}"/>
              </a:ext>
            </a:extLst>
          </p:cNvPr>
          <p:cNvSpPr>
            <a:spLocks noGrp="1"/>
          </p:cNvSpPr>
          <p:nvPr/>
        </p:nvSpPr>
        <p:spPr>
          <a:xfrm>
            <a:off x="4080766" y="339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0" name="data_4081">
            <a:extLst>
              <a:ext uri="{FF2B5EF4-FFF2-40B4-BE49-F238E27FC236}">
                <a16:creationId xmlns:a16="http://schemas.microsoft.com/office/drawing/2014/main" id="{EEAAB8F1-6C5A-4876-B8B0-91174C2D840A}"/>
              </a:ext>
            </a:extLst>
          </p:cNvPr>
          <p:cNvSpPr>
            <a:spLocks noGrp="1"/>
          </p:cNvSpPr>
          <p:nvPr/>
        </p:nvSpPr>
        <p:spPr>
          <a:xfrm>
            <a:off x="412703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1" name="data_4082">
            <a:extLst>
              <a:ext uri="{FF2B5EF4-FFF2-40B4-BE49-F238E27FC236}">
                <a16:creationId xmlns:a16="http://schemas.microsoft.com/office/drawing/2014/main" id="{05267B81-EA5A-48A9-8AE6-B857BC237CBA}"/>
              </a:ext>
            </a:extLst>
          </p:cNvPr>
          <p:cNvSpPr>
            <a:spLocks noGrp="1"/>
          </p:cNvSpPr>
          <p:nvPr/>
        </p:nvSpPr>
        <p:spPr>
          <a:xfrm>
            <a:off x="4050774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2" name="data_4083">
            <a:extLst>
              <a:ext uri="{FF2B5EF4-FFF2-40B4-BE49-F238E27FC236}">
                <a16:creationId xmlns:a16="http://schemas.microsoft.com/office/drawing/2014/main" id="{9BCDA5A2-9F2B-4938-8DD2-960643008EB1}"/>
              </a:ext>
            </a:extLst>
          </p:cNvPr>
          <p:cNvSpPr>
            <a:spLocks noGrp="1"/>
          </p:cNvSpPr>
          <p:nvPr/>
        </p:nvSpPr>
        <p:spPr>
          <a:xfrm>
            <a:off x="4140288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3" name="data_4084">
            <a:extLst>
              <a:ext uri="{FF2B5EF4-FFF2-40B4-BE49-F238E27FC236}">
                <a16:creationId xmlns:a16="http://schemas.microsoft.com/office/drawing/2014/main" id="{1401AAE7-3A53-4444-9779-43C62A7711E7}"/>
              </a:ext>
            </a:extLst>
          </p:cNvPr>
          <p:cNvSpPr>
            <a:spLocks noGrp="1"/>
          </p:cNvSpPr>
          <p:nvPr/>
        </p:nvSpPr>
        <p:spPr>
          <a:xfrm>
            <a:off x="406027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4" name="data_4085">
            <a:extLst>
              <a:ext uri="{FF2B5EF4-FFF2-40B4-BE49-F238E27FC236}">
                <a16:creationId xmlns:a16="http://schemas.microsoft.com/office/drawing/2014/main" id="{88F737A8-D397-4B0D-B840-4092146266C1}"/>
              </a:ext>
            </a:extLst>
          </p:cNvPr>
          <p:cNvSpPr>
            <a:spLocks noGrp="1"/>
          </p:cNvSpPr>
          <p:nvPr/>
        </p:nvSpPr>
        <p:spPr>
          <a:xfrm>
            <a:off x="408913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5" name="data_4086">
            <a:extLst>
              <a:ext uri="{FF2B5EF4-FFF2-40B4-BE49-F238E27FC236}">
                <a16:creationId xmlns:a16="http://schemas.microsoft.com/office/drawing/2014/main" id="{AE314F51-2BD1-47D6-9733-B35AFDDFD97B}"/>
              </a:ext>
            </a:extLst>
          </p:cNvPr>
          <p:cNvSpPr>
            <a:spLocks noGrp="1"/>
          </p:cNvSpPr>
          <p:nvPr/>
        </p:nvSpPr>
        <p:spPr>
          <a:xfrm>
            <a:off x="401484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6" name="data_4087">
            <a:extLst>
              <a:ext uri="{FF2B5EF4-FFF2-40B4-BE49-F238E27FC236}">
                <a16:creationId xmlns:a16="http://schemas.microsoft.com/office/drawing/2014/main" id="{BEF62BCB-2A7D-4DDC-98D3-281312124B8E}"/>
              </a:ext>
            </a:extLst>
          </p:cNvPr>
          <p:cNvSpPr>
            <a:spLocks noGrp="1"/>
          </p:cNvSpPr>
          <p:nvPr/>
        </p:nvSpPr>
        <p:spPr>
          <a:xfrm>
            <a:off x="411171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7" name="data_4088">
            <a:extLst>
              <a:ext uri="{FF2B5EF4-FFF2-40B4-BE49-F238E27FC236}">
                <a16:creationId xmlns:a16="http://schemas.microsoft.com/office/drawing/2014/main" id="{9FD59527-DBE2-46FC-B475-1081D647CADB}"/>
              </a:ext>
            </a:extLst>
          </p:cNvPr>
          <p:cNvSpPr>
            <a:spLocks noGrp="1"/>
          </p:cNvSpPr>
          <p:nvPr/>
        </p:nvSpPr>
        <p:spPr>
          <a:xfrm>
            <a:off x="4142870" y="20608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8" name="data_4089">
            <a:extLst>
              <a:ext uri="{FF2B5EF4-FFF2-40B4-BE49-F238E27FC236}">
                <a16:creationId xmlns:a16="http://schemas.microsoft.com/office/drawing/2014/main" id="{A395AD6A-05CB-4CD9-9E75-0AB202E9953E}"/>
              </a:ext>
            </a:extLst>
          </p:cNvPr>
          <p:cNvSpPr>
            <a:spLocks noGrp="1"/>
          </p:cNvSpPr>
          <p:nvPr/>
        </p:nvSpPr>
        <p:spPr>
          <a:xfrm>
            <a:off x="4089707" y="35326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9" name="data_4090">
            <a:extLst>
              <a:ext uri="{FF2B5EF4-FFF2-40B4-BE49-F238E27FC236}">
                <a16:creationId xmlns:a16="http://schemas.microsoft.com/office/drawing/2014/main" id="{3830BF1E-6C58-4420-A0E8-231D9C460D16}"/>
              </a:ext>
            </a:extLst>
          </p:cNvPr>
          <p:cNvSpPr>
            <a:spLocks noGrp="1"/>
          </p:cNvSpPr>
          <p:nvPr/>
        </p:nvSpPr>
        <p:spPr>
          <a:xfrm>
            <a:off x="409010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0" name="data_4091">
            <a:extLst>
              <a:ext uri="{FF2B5EF4-FFF2-40B4-BE49-F238E27FC236}">
                <a16:creationId xmlns:a16="http://schemas.microsoft.com/office/drawing/2014/main" id="{721F81F8-EB1E-4804-964A-4DAD0F690A99}"/>
              </a:ext>
            </a:extLst>
          </p:cNvPr>
          <p:cNvSpPr>
            <a:spLocks noGrp="1"/>
          </p:cNvSpPr>
          <p:nvPr/>
        </p:nvSpPr>
        <p:spPr>
          <a:xfrm>
            <a:off x="400453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1" name="data_4092">
            <a:extLst>
              <a:ext uri="{FF2B5EF4-FFF2-40B4-BE49-F238E27FC236}">
                <a16:creationId xmlns:a16="http://schemas.microsoft.com/office/drawing/2014/main" id="{42053C95-9700-4EBB-B13C-BA000748DB66}"/>
              </a:ext>
            </a:extLst>
          </p:cNvPr>
          <p:cNvSpPr>
            <a:spLocks noGrp="1"/>
          </p:cNvSpPr>
          <p:nvPr/>
        </p:nvSpPr>
        <p:spPr>
          <a:xfrm>
            <a:off x="4032702" y="22393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2" name="data_4093">
            <a:extLst>
              <a:ext uri="{FF2B5EF4-FFF2-40B4-BE49-F238E27FC236}">
                <a16:creationId xmlns:a16="http://schemas.microsoft.com/office/drawing/2014/main" id="{44983738-2668-45ED-A0DC-137EE5C58A38}"/>
              </a:ext>
            </a:extLst>
          </p:cNvPr>
          <p:cNvSpPr>
            <a:spLocks noGrp="1"/>
          </p:cNvSpPr>
          <p:nvPr/>
        </p:nvSpPr>
        <p:spPr>
          <a:xfrm>
            <a:off x="401824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3" name="data_4094">
            <a:extLst>
              <a:ext uri="{FF2B5EF4-FFF2-40B4-BE49-F238E27FC236}">
                <a16:creationId xmlns:a16="http://schemas.microsoft.com/office/drawing/2014/main" id="{C9ABD912-B452-497A-909C-DA30B9FBCC57}"/>
              </a:ext>
            </a:extLst>
          </p:cNvPr>
          <p:cNvSpPr>
            <a:spLocks noGrp="1"/>
          </p:cNvSpPr>
          <p:nvPr/>
        </p:nvSpPr>
        <p:spPr>
          <a:xfrm>
            <a:off x="399132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4" name="data_4095">
            <a:extLst>
              <a:ext uri="{FF2B5EF4-FFF2-40B4-BE49-F238E27FC236}">
                <a16:creationId xmlns:a16="http://schemas.microsoft.com/office/drawing/2014/main" id="{2B380A73-1736-4AB9-B5DE-5726B1D4FE8B}"/>
              </a:ext>
            </a:extLst>
          </p:cNvPr>
          <p:cNvSpPr>
            <a:spLocks noGrp="1"/>
          </p:cNvSpPr>
          <p:nvPr/>
        </p:nvSpPr>
        <p:spPr>
          <a:xfrm>
            <a:off x="4115719" y="33584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5" name="data_4096">
            <a:extLst>
              <a:ext uri="{FF2B5EF4-FFF2-40B4-BE49-F238E27FC236}">
                <a16:creationId xmlns:a16="http://schemas.microsoft.com/office/drawing/2014/main" id="{90647F90-E786-4CB7-9A16-64BD202017B9}"/>
              </a:ext>
            </a:extLst>
          </p:cNvPr>
          <p:cNvSpPr>
            <a:spLocks noGrp="1"/>
          </p:cNvSpPr>
          <p:nvPr/>
        </p:nvSpPr>
        <p:spPr>
          <a:xfrm>
            <a:off x="4100125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6" name="data_4097">
            <a:extLst>
              <a:ext uri="{FF2B5EF4-FFF2-40B4-BE49-F238E27FC236}">
                <a16:creationId xmlns:a16="http://schemas.microsoft.com/office/drawing/2014/main" id="{B59629C9-6A60-464E-8B28-9892BB65EAC5}"/>
              </a:ext>
            </a:extLst>
          </p:cNvPr>
          <p:cNvSpPr>
            <a:spLocks noGrp="1"/>
          </p:cNvSpPr>
          <p:nvPr/>
        </p:nvSpPr>
        <p:spPr>
          <a:xfrm>
            <a:off x="413197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7" name="data_4098">
            <a:extLst>
              <a:ext uri="{FF2B5EF4-FFF2-40B4-BE49-F238E27FC236}">
                <a16:creationId xmlns:a16="http://schemas.microsoft.com/office/drawing/2014/main" id="{6BB3DF7C-0B22-4AB1-A12B-60F8F3FFCA08}"/>
              </a:ext>
            </a:extLst>
          </p:cNvPr>
          <p:cNvSpPr>
            <a:spLocks noGrp="1"/>
          </p:cNvSpPr>
          <p:nvPr/>
        </p:nvSpPr>
        <p:spPr>
          <a:xfrm>
            <a:off x="4127143" y="2301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8" name="data_4099">
            <a:extLst>
              <a:ext uri="{FF2B5EF4-FFF2-40B4-BE49-F238E27FC236}">
                <a16:creationId xmlns:a16="http://schemas.microsoft.com/office/drawing/2014/main" id="{AD66863B-BA16-4B40-902B-029D68244E69}"/>
              </a:ext>
            </a:extLst>
          </p:cNvPr>
          <p:cNvSpPr>
            <a:spLocks noGrp="1"/>
          </p:cNvSpPr>
          <p:nvPr/>
        </p:nvSpPr>
        <p:spPr>
          <a:xfrm>
            <a:off x="411910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9" name="data_4100">
            <a:extLst>
              <a:ext uri="{FF2B5EF4-FFF2-40B4-BE49-F238E27FC236}">
                <a16:creationId xmlns:a16="http://schemas.microsoft.com/office/drawing/2014/main" id="{F8342191-95B1-406A-BD20-AE40E1C1847C}"/>
              </a:ext>
            </a:extLst>
          </p:cNvPr>
          <p:cNvSpPr>
            <a:spLocks noGrp="1"/>
          </p:cNvSpPr>
          <p:nvPr/>
        </p:nvSpPr>
        <p:spPr>
          <a:xfrm>
            <a:off x="411747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0" name="data_4101">
            <a:extLst>
              <a:ext uri="{FF2B5EF4-FFF2-40B4-BE49-F238E27FC236}">
                <a16:creationId xmlns:a16="http://schemas.microsoft.com/office/drawing/2014/main" id="{006AA0B7-FBCF-450C-A82D-EE529476B6D5}"/>
              </a:ext>
            </a:extLst>
          </p:cNvPr>
          <p:cNvSpPr>
            <a:spLocks noGrp="1"/>
          </p:cNvSpPr>
          <p:nvPr/>
        </p:nvSpPr>
        <p:spPr>
          <a:xfrm>
            <a:off x="4120141" y="2657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1" name="data_4102">
            <a:extLst>
              <a:ext uri="{FF2B5EF4-FFF2-40B4-BE49-F238E27FC236}">
                <a16:creationId xmlns:a16="http://schemas.microsoft.com/office/drawing/2014/main" id="{2763AFD1-D281-465B-B2B3-020DC38837A5}"/>
              </a:ext>
            </a:extLst>
          </p:cNvPr>
          <p:cNvSpPr>
            <a:spLocks noGrp="1"/>
          </p:cNvSpPr>
          <p:nvPr/>
        </p:nvSpPr>
        <p:spPr>
          <a:xfrm>
            <a:off x="4083931" y="33945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2" name="data_4103">
            <a:extLst>
              <a:ext uri="{FF2B5EF4-FFF2-40B4-BE49-F238E27FC236}">
                <a16:creationId xmlns:a16="http://schemas.microsoft.com/office/drawing/2014/main" id="{1194D739-9CBF-4416-B9F9-9DB39F0791CA}"/>
              </a:ext>
            </a:extLst>
          </p:cNvPr>
          <p:cNvSpPr>
            <a:spLocks noGrp="1"/>
          </p:cNvSpPr>
          <p:nvPr/>
        </p:nvSpPr>
        <p:spPr>
          <a:xfrm>
            <a:off x="4058575" y="2567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3" name="data_4104">
            <a:extLst>
              <a:ext uri="{FF2B5EF4-FFF2-40B4-BE49-F238E27FC236}">
                <a16:creationId xmlns:a16="http://schemas.microsoft.com/office/drawing/2014/main" id="{AC71A340-5C83-4B63-99D3-B3AAB5A65429}"/>
              </a:ext>
            </a:extLst>
          </p:cNvPr>
          <p:cNvSpPr>
            <a:spLocks noGrp="1"/>
          </p:cNvSpPr>
          <p:nvPr/>
        </p:nvSpPr>
        <p:spPr>
          <a:xfrm>
            <a:off x="4039618" y="36014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4" name="data_4105">
            <a:extLst>
              <a:ext uri="{FF2B5EF4-FFF2-40B4-BE49-F238E27FC236}">
                <a16:creationId xmlns:a16="http://schemas.microsoft.com/office/drawing/2014/main" id="{C0029AA1-BE56-402F-8004-DF2A7E60B2A5}"/>
              </a:ext>
            </a:extLst>
          </p:cNvPr>
          <p:cNvSpPr>
            <a:spLocks noGrp="1"/>
          </p:cNvSpPr>
          <p:nvPr/>
        </p:nvSpPr>
        <p:spPr>
          <a:xfrm>
            <a:off x="4126257" y="3609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5" name="data_4106">
            <a:extLst>
              <a:ext uri="{FF2B5EF4-FFF2-40B4-BE49-F238E27FC236}">
                <a16:creationId xmlns:a16="http://schemas.microsoft.com/office/drawing/2014/main" id="{7CD923AF-FB1E-4DEE-8D3E-8965CDDD0F3E}"/>
              </a:ext>
            </a:extLst>
          </p:cNvPr>
          <p:cNvSpPr>
            <a:spLocks noGrp="1"/>
          </p:cNvSpPr>
          <p:nvPr/>
        </p:nvSpPr>
        <p:spPr>
          <a:xfrm>
            <a:off x="413660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6" name="data_4107">
            <a:extLst>
              <a:ext uri="{FF2B5EF4-FFF2-40B4-BE49-F238E27FC236}">
                <a16:creationId xmlns:a16="http://schemas.microsoft.com/office/drawing/2014/main" id="{7D5372E2-0FCD-47C0-BD6D-B97E23140B0F}"/>
              </a:ext>
            </a:extLst>
          </p:cNvPr>
          <p:cNvSpPr>
            <a:spLocks noGrp="1"/>
          </p:cNvSpPr>
          <p:nvPr/>
        </p:nvSpPr>
        <p:spPr>
          <a:xfrm>
            <a:off x="4076499" y="3719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7" name="data_4108">
            <a:extLst>
              <a:ext uri="{FF2B5EF4-FFF2-40B4-BE49-F238E27FC236}">
                <a16:creationId xmlns:a16="http://schemas.microsoft.com/office/drawing/2014/main" id="{BADB6FF1-8EC0-4BC1-8CDB-069DB3AACE75}"/>
              </a:ext>
            </a:extLst>
          </p:cNvPr>
          <p:cNvSpPr>
            <a:spLocks noGrp="1"/>
          </p:cNvSpPr>
          <p:nvPr/>
        </p:nvSpPr>
        <p:spPr>
          <a:xfrm>
            <a:off x="4094394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8" name="data_4109">
            <a:extLst>
              <a:ext uri="{FF2B5EF4-FFF2-40B4-BE49-F238E27FC236}">
                <a16:creationId xmlns:a16="http://schemas.microsoft.com/office/drawing/2014/main" id="{CD64367C-2FB8-4906-8D43-2C84E60294D3}"/>
              </a:ext>
            </a:extLst>
          </p:cNvPr>
          <p:cNvSpPr>
            <a:spLocks noGrp="1"/>
          </p:cNvSpPr>
          <p:nvPr/>
        </p:nvSpPr>
        <p:spPr>
          <a:xfrm>
            <a:off x="4085698" y="31847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9" name="data_4110">
            <a:extLst>
              <a:ext uri="{FF2B5EF4-FFF2-40B4-BE49-F238E27FC236}">
                <a16:creationId xmlns:a16="http://schemas.microsoft.com/office/drawing/2014/main" id="{A73C84AA-B876-4284-8BEF-17DB81B89895}"/>
              </a:ext>
            </a:extLst>
          </p:cNvPr>
          <p:cNvSpPr>
            <a:spLocks noGrp="1"/>
          </p:cNvSpPr>
          <p:nvPr/>
        </p:nvSpPr>
        <p:spPr>
          <a:xfrm>
            <a:off x="412070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0" name="data_4111">
            <a:extLst>
              <a:ext uri="{FF2B5EF4-FFF2-40B4-BE49-F238E27FC236}">
                <a16:creationId xmlns:a16="http://schemas.microsoft.com/office/drawing/2014/main" id="{5C69BBA0-8C46-4690-AD1A-2231F98F4131}"/>
              </a:ext>
            </a:extLst>
          </p:cNvPr>
          <p:cNvSpPr>
            <a:spLocks noGrp="1"/>
          </p:cNvSpPr>
          <p:nvPr/>
        </p:nvSpPr>
        <p:spPr>
          <a:xfrm>
            <a:off x="4060206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1" name="data_4112">
            <a:extLst>
              <a:ext uri="{FF2B5EF4-FFF2-40B4-BE49-F238E27FC236}">
                <a16:creationId xmlns:a16="http://schemas.microsoft.com/office/drawing/2014/main" id="{89F25B10-2892-472D-8B88-544A275673FB}"/>
              </a:ext>
            </a:extLst>
          </p:cNvPr>
          <p:cNvSpPr>
            <a:spLocks noGrp="1"/>
          </p:cNvSpPr>
          <p:nvPr/>
        </p:nvSpPr>
        <p:spPr>
          <a:xfrm>
            <a:off x="410351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2" name="data_4113">
            <a:extLst>
              <a:ext uri="{FF2B5EF4-FFF2-40B4-BE49-F238E27FC236}">
                <a16:creationId xmlns:a16="http://schemas.microsoft.com/office/drawing/2014/main" id="{1CD68C62-AE6B-470B-AE5F-0388D715FD91}"/>
              </a:ext>
            </a:extLst>
          </p:cNvPr>
          <p:cNvSpPr>
            <a:spLocks noGrp="1"/>
          </p:cNvSpPr>
          <p:nvPr/>
        </p:nvSpPr>
        <p:spPr>
          <a:xfrm>
            <a:off x="403627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3" name="data_4114">
            <a:extLst>
              <a:ext uri="{FF2B5EF4-FFF2-40B4-BE49-F238E27FC236}">
                <a16:creationId xmlns:a16="http://schemas.microsoft.com/office/drawing/2014/main" id="{FE339C25-5A36-49A1-96A4-3BE330EFFEE3}"/>
              </a:ext>
            </a:extLst>
          </p:cNvPr>
          <p:cNvSpPr>
            <a:spLocks noGrp="1"/>
          </p:cNvSpPr>
          <p:nvPr/>
        </p:nvSpPr>
        <p:spPr>
          <a:xfrm>
            <a:off x="4028442" y="302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4" name="data_4115">
            <a:extLst>
              <a:ext uri="{FF2B5EF4-FFF2-40B4-BE49-F238E27FC236}">
                <a16:creationId xmlns:a16="http://schemas.microsoft.com/office/drawing/2014/main" id="{50218A62-F571-4E36-A461-514460185F4A}"/>
              </a:ext>
            </a:extLst>
          </p:cNvPr>
          <p:cNvSpPr>
            <a:spLocks noGrp="1"/>
          </p:cNvSpPr>
          <p:nvPr/>
        </p:nvSpPr>
        <p:spPr>
          <a:xfrm>
            <a:off x="4127411" y="30619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5" name="data_4116">
            <a:extLst>
              <a:ext uri="{FF2B5EF4-FFF2-40B4-BE49-F238E27FC236}">
                <a16:creationId xmlns:a16="http://schemas.microsoft.com/office/drawing/2014/main" id="{40BEDA39-31E0-42A7-BFA3-79D7FB0ED117}"/>
              </a:ext>
            </a:extLst>
          </p:cNvPr>
          <p:cNvSpPr>
            <a:spLocks noGrp="1"/>
          </p:cNvSpPr>
          <p:nvPr/>
        </p:nvSpPr>
        <p:spPr>
          <a:xfrm>
            <a:off x="402019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6" name="data_4117">
            <a:extLst>
              <a:ext uri="{FF2B5EF4-FFF2-40B4-BE49-F238E27FC236}">
                <a16:creationId xmlns:a16="http://schemas.microsoft.com/office/drawing/2014/main" id="{CE27A398-9B1F-4B60-B658-CE95A7F16E24}"/>
              </a:ext>
            </a:extLst>
          </p:cNvPr>
          <p:cNvSpPr>
            <a:spLocks noGrp="1"/>
          </p:cNvSpPr>
          <p:nvPr/>
        </p:nvSpPr>
        <p:spPr>
          <a:xfrm>
            <a:off x="4067356" y="246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7" name="data_4118">
            <a:extLst>
              <a:ext uri="{FF2B5EF4-FFF2-40B4-BE49-F238E27FC236}">
                <a16:creationId xmlns:a16="http://schemas.microsoft.com/office/drawing/2014/main" id="{3E46DEC0-7E43-42AE-900B-A575073C8B6C}"/>
              </a:ext>
            </a:extLst>
          </p:cNvPr>
          <p:cNvSpPr>
            <a:spLocks noGrp="1"/>
          </p:cNvSpPr>
          <p:nvPr/>
        </p:nvSpPr>
        <p:spPr>
          <a:xfrm>
            <a:off x="4094329" y="26331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8" name="data_4119">
            <a:extLst>
              <a:ext uri="{FF2B5EF4-FFF2-40B4-BE49-F238E27FC236}">
                <a16:creationId xmlns:a16="http://schemas.microsoft.com/office/drawing/2014/main" id="{B3240E9F-52FD-406D-AE84-486102343BDD}"/>
              </a:ext>
            </a:extLst>
          </p:cNvPr>
          <p:cNvSpPr>
            <a:spLocks noGrp="1"/>
          </p:cNvSpPr>
          <p:nvPr/>
        </p:nvSpPr>
        <p:spPr>
          <a:xfrm>
            <a:off x="4092620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9" name="data_4120">
            <a:extLst>
              <a:ext uri="{FF2B5EF4-FFF2-40B4-BE49-F238E27FC236}">
                <a16:creationId xmlns:a16="http://schemas.microsoft.com/office/drawing/2014/main" id="{58377997-7390-41F7-8ECF-80F51A2F642A}"/>
              </a:ext>
            </a:extLst>
          </p:cNvPr>
          <p:cNvSpPr>
            <a:spLocks noGrp="1"/>
          </p:cNvSpPr>
          <p:nvPr/>
        </p:nvSpPr>
        <p:spPr>
          <a:xfrm>
            <a:off x="4122680" y="1916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0" name="data_4121">
            <a:extLst>
              <a:ext uri="{FF2B5EF4-FFF2-40B4-BE49-F238E27FC236}">
                <a16:creationId xmlns:a16="http://schemas.microsoft.com/office/drawing/2014/main" id="{12C95529-3BC8-431B-A501-3ED1D18B2EEB}"/>
              </a:ext>
            </a:extLst>
          </p:cNvPr>
          <p:cNvSpPr>
            <a:spLocks noGrp="1"/>
          </p:cNvSpPr>
          <p:nvPr/>
        </p:nvSpPr>
        <p:spPr>
          <a:xfrm>
            <a:off x="4048820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1" name="data_4122">
            <a:extLst>
              <a:ext uri="{FF2B5EF4-FFF2-40B4-BE49-F238E27FC236}">
                <a16:creationId xmlns:a16="http://schemas.microsoft.com/office/drawing/2014/main" id="{C6254BB8-83CE-453B-8814-76B23F455D12}"/>
              </a:ext>
            </a:extLst>
          </p:cNvPr>
          <p:cNvSpPr>
            <a:spLocks noGrp="1"/>
          </p:cNvSpPr>
          <p:nvPr/>
        </p:nvSpPr>
        <p:spPr>
          <a:xfrm>
            <a:off x="4146911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2" name="data_4123">
            <a:extLst>
              <a:ext uri="{FF2B5EF4-FFF2-40B4-BE49-F238E27FC236}">
                <a16:creationId xmlns:a16="http://schemas.microsoft.com/office/drawing/2014/main" id="{0E70E23D-7E9A-4E50-9585-E436A206F146}"/>
              </a:ext>
            </a:extLst>
          </p:cNvPr>
          <p:cNvSpPr>
            <a:spLocks noGrp="1"/>
          </p:cNvSpPr>
          <p:nvPr/>
        </p:nvSpPr>
        <p:spPr>
          <a:xfrm>
            <a:off x="4139862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3" name="data_4124">
            <a:extLst>
              <a:ext uri="{FF2B5EF4-FFF2-40B4-BE49-F238E27FC236}">
                <a16:creationId xmlns:a16="http://schemas.microsoft.com/office/drawing/2014/main" id="{E266149E-40BB-4D5A-9EDE-318BDA19997C}"/>
              </a:ext>
            </a:extLst>
          </p:cNvPr>
          <p:cNvSpPr>
            <a:spLocks noGrp="1"/>
          </p:cNvSpPr>
          <p:nvPr/>
        </p:nvSpPr>
        <p:spPr>
          <a:xfrm>
            <a:off x="4095123" y="3417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4" name="data_4125">
            <a:extLst>
              <a:ext uri="{FF2B5EF4-FFF2-40B4-BE49-F238E27FC236}">
                <a16:creationId xmlns:a16="http://schemas.microsoft.com/office/drawing/2014/main" id="{A541C36A-C7FD-42B9-B542-9129068C3364}"/>
              </a:ext>
            </a:extLst>
          </p:cNvPr>
          <p:cNvSpPr>
            <a:spLocks noGrp="1"/>
          </p:cNvSpPr>
          <p:nvPr/>
        </p:nvSpPr>
        <p:spPr>
          <a:xfrm>
            <a:off x="410844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5" name="data_4126">
            <a:extLst>
              <a:ext uri="{FF2B5EF4-FFF2-40B4-BE49-F238E27FC236}">
                <a16:creationId xmlns:a16="http://schemas.microsoft.com/office/drawing/2014/main" id="{49FC5EEF-8424-4FED-972B-6AEEC924357E}"/>
              </a:ext>
            </a:extLst>
          </p:cNvPr>
          <p:cNvSpPr>
            <a:spLocks noGrp="1"/>
          </p:cNvSpPr>
          <p:nvPr/>
        </p:nvSpPr>
        <p:spPr>
          <a:xfrm>
            <a:off x="4087556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6" name="data_4127">
            <a:extLst>
              <a:ext uri="{FF2B5EF4-FFF2-40B4-BE49-F238E27FC236}">
                <a16:creationId xmlns:a16="http://schemas.microsoft.com/office/drawing/2014/main" id="{7F56DBF8-9811-4502-A259-A489AFE784E2}"/>
              </a:ext>
            </a:extLst>
          </p:cNvPr>
          <p:cNvSpPr>
            <a:spLocks noGrp="1"/>
          </p:cNvSpPr>
          <p:nvPr/>
        </p:nvSpPr>
        <p:spPr>
          <a:xfrm>
            <a:off x="4062021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7" name="data_4128">
            <a:extLst>
              <a:ext uri="{FF2B5EF4-FFF2-40B4-BE49-F238E27FC236}">
                <a16:creationId xmlns:a16="http://schemas.microsoft.com/office/drawing/2014/main" id="{C53B1720-9CEC-4EFB-AC54-DFD804A89285}"/>
              </a:ext>
            </a:extLst>
          </p:cNvPr>
          <p:cNvSpPr>
            <a:spLocks noGrp="1"/>
          </p:cNvSpPr>
          <p:nvPr/>
        </p:nvSpPr>
        <p:spPr>
          <a:xfrm>
            <a:off x="3983919" y="20733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8" name="data_4129">
            <a:extLst>
              <a:ext uri="{FF2B5EF4-FFF2-40B4-BE49-F238E27FC236}">
                <a16:creationId xmlns:a16="http://schemas.microsoft.com/office/drawing/2014/main" id="{1B645895-AC77-4AB9-A631-9391F8459698}"/>
              </a:ext>
            </a:extLst>
          </p:cNvPr>
          <p:cNvSpPr>
            <a:spLocks noGrp="1"/>
          </p:cNvSpPr>
          <p:nvPr/>
        </p:nvSpPr>
        <p:spPr>
          <a:xfrm>
            <a:off x="4021780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9" name="data_4130">
            <a:extLst>
              <a:ext uri="{FF2B5EF4-FFF2-40B4-BE49-F238E27FC236}">
                <a16:creationId xmlns:a16="http://schemas.microsoft.com/office/drawing/2014/main" id="{FE80FD7E-3815-43C5-BAB9-28BCDD0EFD82}"/>
              </a:ext>
            </a:extLst>
          </p:cNvPr>
          <p:cNvSpPr>
            <a:spLocks noGrp="1"/>
          </p:cNvSpPr>
          <p:nvPr/>
        </p:nvSpPr>
        <p:spPr>
          <a:xfrm>
            <a:off x="4029594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0" name="data_4131">
            <a:extLst>
              <a:ext uri="{FF2B5EF4-FFF2-40B4-BE49-F238E27FC236}">
                <a16:creationId xmlns:a16="http://schemas.microsoft.com/office/drawing/2014/main" id="{A4736783-BA0A-4A0D-BEBF-45A98A78B96A}"/>
              </a:ext>
            </a:extLst>
          </p:cNvPr>
          <p:cNvSpPr>
            <a:spLocks noGrp="1"/>
          </p:cNvSpPr>
          <p:nvPr/>
        </p:nvSpPr>
        <p:spPr>
          <a:xfrm>
            <a:off x="4131317" y="347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1" name="data_4132">
            <a:extLst>
              <a:ext uri="{FF2B5EF4-FFF2-40B4-BE49-F238E27FC236}">
                <a16:creationId xmlns:a16="http://schemas.microsoft.com/office/drawing/2014/main" id="{4977D90F-ED67-4761-BCF4-04F53B941536}"/>
              </a:ext>
            </a:extLst>
          </p:cNvPr>
          <p:cNvSpPr>
            <a:spLocks noGrp="1"/>
          </p:cNvSpPr>
          <p:nvPr/>
        </p:nvSpPr>
        <p:spPr>
          <a:xfrm>
            <a:off x="412497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2" name="data_4133">
            <a:extLst>
              <a:ext uri="{FF2B5EF4-FFF2-40B4-BE49-F238E27FC236}">
                <a16:creationId xmlns:a16="http://schemas.microsoft.com/office/drawing/2014/main" id="{B877D1F5-A1C1-4BC1-A22E-7FF54C51F6BB}"/>
              </a:ext>
            </a:extLst>
          </p:cNvPr>
          <p:cNvSpPr>
            <a:spLocks noGrp="1"/>
          </p:cNvSpPr>
          <p:nvPr/>
        </p:nvSpPr>
        <p:spPr>
          <a:xfrm>
            <a:off x="398228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3" name="data_4134">
            <a:extLst>
              <a:ext uri="{FF2B5EF4-FFF2-40B4-BE49-F238E27FC236}">
                <a16:creationId xmlns:a16="http://schemas.microsoft.com/office/drawing/2014/main" id="{CFC4A3EF-3602-4473-ABEB-FE226B624CCE}"/>
              </a:ext>
            </a:extLst>
          </p:cNvPr>
          <p:cNvSpPr>
            <a:spLocks noGrp="1"/>
          </p:cNvSpPr>
          <p:nvPr/>
        </p:nvSpPr>
        <p:spPr>
          <a:xfrm>
            <a:off x="4106133" y="35460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4" name="data_4135">
            <a:extLst>
              <a:ext uri="{FF2B5EF4-FFF2-40B4-BE49-F238E27FC236}">
                <a16:creationId xmlns:a16="http://schemas.microsoft.com/office/drawing/2014/main" id="{ACD71BDF-A7F0-4ED0-9876-082261DEDAE6}"/>
              </a:ext>
            </a:extLst>
          </p:cNvPr>
          <p:cNvSpPr>
            <a:spLocks noGrp="1"/>
          </p:cNvSpPr>
          <p:nvPr/>
        </p:nvSpPr>
        <p:spPr>
          <a:xfrm>
            <a:off x="4080930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5" name="data_4136">
            <a:extLst>
              <a:ext uri="{FF2B5EF4-FFF2-40B4-BE49-F238E27FC236}">
                <a16:creationId xmlns:a16="http://schemas.microsoft.com/office/drawing/2014/main" id="{9A5C33F9-5286-4AA7-B52B-268D7787399B}"/>
              </a:ext>
            </a:extLst>
          </p:cNvPr>
          <p:cNvSpPr>
            <a:spLocks noGrp="1"/>
          </p:cNvSpPr>
          <p:nvPr/>
        </p:nvSpPr>
        <p:spPr>
          <a:xfrm>
            <a:off x="408569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6" name="data_4137">
            <a:extLst>
              <a:ext uri="{FF2B5EF4-FFF2-40B4-BE49-F238E27FC236}">
                <a16:creationId xmlns:a16="http://schemas.microsoft.com/office/drawing/2014/main" id="{55CD81DE-4832-47F3-81B3-34334511CCC0}"/>
              </a:ext>
            </a:extLst>
          </p:cNvPr>
          <p:cNvSpPr>
            <a:spLocks noGrp="1"/>
          </p:cNvSpPr>
          <p:nvPr/>
        </p:nvSpPr>
        <p:spPr>
          <a:xfrm>
            <a:off x="3990320" y="3291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7" name="data_4138">
            <a:extLst>
              <a:ext uri="{FF2B5EF4-FFF2-40B4-BE49-F238E27FC236}">
                <a16:creationId xmlns:a16="http://schemas.microsoft.com/office/drawing/2014/main" id="{3324D395-E4F3-4E16-9706-95E7AEE71C95}"/>
              </a:ext>
            </a:extLst>
          </p:cNvPr>
          <p:cNvSpPr>
            <a:spLocks noGrp="1"/>
          </p:cNvSpPr>
          <p:nvPr/>
        </p:nvSpPr>
        <p:spPr>
          <a:xfrm>
            <a:off x="4057410" y="1917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8" name="data_4139">
            <a:extLst>
              <a:ext uri="{FF2B5EF4-FFF2-40B4-BE49-F238E27FC236}">
                <a16:creationId xmlns:a16="http://schemas.microsoft.com/office/drawing/2014/main" id="{EC30E008-4E65-4FAA-8286-B1785C6A42BE}"/>
              </a:ext>
            </a:extLst>
          </p:cNvPr>
          <p:cNvSpPr>
            <a:spLocks noGrp="1"/>
          </p:cNvSpPr>
          <p:nvPr/>
        </p:nvSpPr>
        <p:spPr>
          <a:xfrm>
            <a:off x="408595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9" name="data_4140">
            <a:extLst>
              <a:ext uri="{FF2B5EF4-FFF2-40B4-BE49-F238E27FC236}">
                <a16:creationId xmlns:a16="http://schemas.microsoft.com/office/drawing/2014/main" id="{25B9DAE7-DB34-43CB-A250-6A49F04D0240}"/>
              </a:ext>
            </a:extLst>
          </p:cNvPr>
          <p:cNvSpPr>
            <a:spLocks noGrp="1"/>
          </p:cNvSpPr>
          <p:nvPr/>
        </p:nvSpPr>
        <p:spPr>
          <a:xfrm>
            <a:off x="3980013" y="3104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0" name="data_4141">
            <a:extLst>
              <a:ext uri="{FF2B5EF4-FFF2-40B4-BE49-F238E27FC236}">
                <a16:creationId xmlns:a16="http://schemas.microsoft.com/office/drawing/2014/main" id="{49A402B7-5773-41D7-8950-5018D7C647FE}"/>
              </a:ext>
            </a:extLst>
          </p:cNvPr>
          <p:cNvSpPr>
            <a:spLocks noGrp="1"/>
          </p:cNvSpPr>
          <p:nvPr/>
        </p:nvSpPr>
        <p:spPr>
          <a:xfrm>
            <a:off x="4073949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1" name="data_4142">
            <a:extLst>
              <a:ext uri="{FF2B5EF4-FFF2-40B4-BE49-F238E27FC236}">
                <a16:creationId xmlns:a16="http://schemas.microsoft.com/office/drawing/2014/main" id="{2416CCE3-0675-444D-812D-8F5026222D7D}"/>
              </a:ext>
            </a:extLst>
          </p:cNvPr>
          <p:cNvSpPr>
            <a:spLocks noGrp="1"/>
          </p:cNvSpPr>
          <p:nvPr/>
        </p:nvSpPr>
        <p:spPr>
          <a:xfrm>
            <a:off x="4104574" y="1980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2" name="data_4143">
            <a:extLst>
              <a:ext uri="{FF2B5EF4-FFF2-40B4-BE49-F238E27FC236}">
                <a16:creationId xmlns:a16="http://schemas.microsoft.com/office/drawing/2014/main" id="{D71CFA73-4023-4296-9824-11F8A550B1F7}"/>
              </a:ext>
            </a:extLst>
          </p:cNvPr>
          <p:cNvSpPr>
            <a:spLocks noGrp="1"/>
          </p:cNvSpPr>
          <p:nvPr/>
        </p:nvSpPr>
        <p:spPr>
          <a:xfrm>
            <a:off x="400211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3" name="data_4144">
            <a:extLst>
              <a:ext uri="{FF2B5EF4-FFF2-40B4-BE49-F238E27FC236}">
                <a16:creationId xmlns:a16="http://schemas.microsoft.com/office/drawing/2014/main" id="{D438569D-C421-440D-AEF6-8868BDF4E789}"/>
              </a:ext>
            </a:extLst>
          </p:cNvPr>
          <p:cNvSpPr>
            <a:spLocks noGrp="1"/>
          </p:cNvSpPr>
          <p:nvPr/>
        </p:nvSpPr>
        <p:spPr>
          <a:xfrm>
            <a:off x="4075628" y="321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4" name="data_4145">
            <a:extLst>
              <a:ext uri="{FF2B5EF4-FFF2-40B4-BE49-F238E27FC236}">
                <a16:creationId xmlns:a16="http://schemas.microsoft.com/office/drawing/2014/main" id="{E0E258D2-AAFD-4D4D-A5C5-393EBD547044}"/>
              </a:ext>
            </a:extLst>
          </p:cNvPr>
          <p:cNvSpPr>
            <a:spLocks noGrp="1"/>
          </p:cNvSpPr>
          <p:nvPr/>
        </p:nvSpPr>
        <p:spPr>
          <a:xfrm>
            <a:off x="3995153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5" name="data_4146">
            <a:extLst>
              <a:ext uri="{FF2B5EF4-FFF2-40B4-BE49-F238E27FC236}">
                <a16:creationId xmlns:a16="http://schemas.microsoft.com/office/drawing/2014/main" id="{06170ECF-8EEF-4102-8B4F-B34DC97FF3DD}"/>
              </a:ext>
            </a:extLst>
          </p:cNvPr>
          <p:cNvSpPr>
            <a:spLocks noGrp="1"/>
          </p:cNvSpPr>
          <p:nvPr/>
        </p:nvSpPr>
        <p:spPr>
          <a:xfrm>
            <a:off x="4040266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6" name="data_4147">
            <a:extLst>
              <a:ext uri="{FF2B5EF4-FFF2-40B4-BE49-F238E27FC236}">
                <a16:creationId xmlns:a16="http://schemas.microsoft.com/office/drawing/2014/main" id="{8F64CFB3-9E18-414A-8D98-BBBBBA35CCD6}"/>
              </a:ext>
            </a:extLst>
          </p:cNvPr>
          <p:cNvSpPr>
            <a:spLocks noGrp="1"/>
          </p:cNvSpPr>
          <p:nvPr/>
        </p:nvSpPr>
        <p:spPr>
          <a:xfrm>
            <a:off x="4060958" y="347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7" name="data_4148">
            <a:extLst>
              <a:ext uri="{FF2B5EF4-FFF2-40B4-BE49-F238E27FC236}">
                <a16:creationId xmlns:a16="http://schemas.microsoft.com/office/drawing/2014/main" id="{3B7287FC-663B-4DF9-9B24-9D2E01C3D524}"/>
              </a:ext>
            </a:extLst>
          </p:cNvPr>
          <p:cNvSpPr>
            <a:spLocks noGrp="1"/>
          </p:cNvSpPr>
          <p:nvPr/>
        </p:nvSpPr>
        <p:spPr>
          <a:xfrm>
            <a:off x="3974006" y="3082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8" name="data_4149">
            <a:extLst>
              <a:ext uri="{FF2B5EF4-FFF2-40B4-BE49-F238E27FC236}">
                <a16:creationId xmlns:a16="http://schemas.microsoft.com/office/drawing/2014/main" id="{B3662A52-6570-478D-AC16-BDFC1373FED3}"/>
              </a:ext>
            </a:extLst>
          </p:cNvPr>
          <p:cNvSpPr>
            <a:spLocks noGrp="1"/>
          </p:cNvSpPr>
          <p:nvPr/>
        </p:nvSpPr>
        <p:spPr>
          <a:xfrm>
            <a:off x="4128568" y="29867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9" name="data_4150">
            <a:extLst>
              <a:ext uri="{FF2B5EF4-FFF2-40B4-BE49-F238E27FC236}">
                <a16:creationId xmlns:a16="http://schemas.microsoft.com/office/drawing/2014/main" id="{BE106D5D-A906-4472-B4A5-57D4C7A8BFFC}"/>
              </a:ext>
            </a:extLst>
          </p:cNvPr>
          <p:cNvSpPr>
            <a:spLocks noGrp="1"/>
          </p:cNvSpPr>
          <p:nvPr/>
        </p:nvSpPr>
        <p:spPr>
          <a:xfrm>
            <a:off x="3989145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0" name="data_4151">
            <a:extLst>
              <a:ext uri="{FF2B5EF4-FFF2-40B4-BE49-F238E27FC236}">
                <a16:creationId xmlns:a16="http://schemas.microsoft.com/office/drawing/2014/main" id="{3D5C5BE2-20D1-4479-9B5C-20110A825CEB}"/>
              </a:ext>
            </a:extLst>
          </p:cNvPr>
          <p:cNvSpPr>
            <a:spLocks noGrp="1"/>
          </p:cNvSpPr>
          <p:nvPr/>
        </p:nvSpPr>
        <p:spPr>
          <a:xfrm>
            <a:off x="397955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1" name="data_4152">
            <a:extLst>
              <a:ext uri="{FF2B5EF4-FFF2-40B4-BE49-F238E27FC236}">
                <a16:creationId xmlns:a16="http://schemas.microsoft.com/office/drawing/2014/main" id="{50E7929D-4814-47CA-86AE-B754303DCE9B}"/>
              </a:ext>
            </a:extLst>
          </p:cNvPr>
          <p:cNvSpPr>
            <a:spLocks noGrp="1"/>
          </p:cNvSpPr>
          <p:nvPr/>
        </p:nvSpPr>
        <p:spPr>
          <a:xfrm>
            <a:off x="4145405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2" name="data_4153">
            <a:extLst>
              <a:ext uri="{FF2B5EF4-FFF2-40B4-BE49-F238E27FC236}">
                <a16:creationId xmlns:a16="http://schemas.microsoft.com/office/drawing/2014/main" id="{6448C7AF-7834-4044-9381-858A20138D94}"/>
              </a:ext>
            </a:extLst>
          </p:cNvPr>
          <p:cNvSpPr>
            <a:spLocks noGrp="1"/>
          </p:cNvSpPr>
          <p:nvPr/>
        </p:nvSpPr>
        <p:spPr>
          <a:xfrm>
            <a:off x="4106615" y="3739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3" name="data_4154">
            <a:extLst>
              <a:ext uri="{FF2B5EF4-FFF2-40B4-BE49-F238E27FC236}">
                <a16:creationId xmlns:a16="http://schemas.microsoft.com/office/drawing/2014/main" id="{DF161021-F04C-482E-AAD5-178CA870919E}"/>
              </a:ext>
            </a:extLst>
          </p:cNvPr>
          <p:cNvSpPr>
            <a:spLocks noGrp="1"/>
          </p:cNvSpPr>
          <p:nvPr/>
        </p:nvSpPr>
        <p:spPr>
          <a:xfrm>
            <a:off x="3983583" y="24381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4" name="data_4155">
            <a:extLst>
              <a:ext uri="{FF2B5EF4-FFF2-40B4-BE49-F238E27FC236}">
                <a16:creationId xmlns:a16="http://schemas.microsoft.com/office/drawing/2014/main" id="{02B9844C-5B89-4FB9-8188-E281BFACD058}"/>
              </a:ext>
            </a:extLst>
          </p:cNvPr>
          <p:cNvSpPr>
            <a:spLocks noGrp="1"/>
          </p:cNvSpPr>
          <p:nvPr/>
        </p:nvSpPr>
        <p:spPr>
          <a:xfrm>
            <a:off x="405772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5" name="data_4156">
            <a:extLst>
              <a:ext uri="{FF2B5EF4-FFF2-40B4-BE49-F238E27FC236}">
                <a16:creationId xmlns:a16="http://schemas.microsoft.com/office/drawing/2014/main" id="{ED48FBA6-2491-48C6-938F-BA338BCC89A3}"/>
              </a:ext>
            </a:extLst>
          </p:cNvPr>
          <p:cNvSpPr>
            <a:spLocks noGrp="1"/>
          </p:cNvSpPr>
          <p:nvPr/>
        </p:nvSpPr>
        <p:spPr>
          <a:xfrm>
            <a:off x="4058018" y="32408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6" name="data_4157">
            <a:extLst>
              <a:ext uri="{FF2B5EF4-FFF2-40B4-BE49-F238E27FC236}">
                <a16:creationId xmlns:a16="http://schemas.microsoft.com/office/drawing/2014/main" id="{C3CF0660-D9D7-40A8-9831-72B10785E13D}"/>
              </a:ext>
            </a:extLst>
          </p:cNvPr>
          <p:cNvSpPr>
            <a:spLocks noGrp="1"/>
          </p:cNvSpPr>
          <p:nvPr/>
        </p:nvSpPr>
        <p:spPr>
          <a:xfrm>
            <a:off x="4080949" y="23980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7" name="data_4158">
            <a:extLst>
              <a:ext uri="{FF2B5EF4-FFF2-40B4-BE49-F238E27FC236}">
                <a16:creationId xmlns:a16="http://schemas.microsoft.com/office/drawing/2014/main" id="{F66D8D55-9504-44C6-96F8-274A688948A5}"/>
              </a:ext>
            </a:extLst>
          </p:cNvPr>
          <p:cNvSpPr>
            <a:spLocks noGrp="1"/>
          </p:cNvSpPr>
          <p:nvPr/>
        </p:nvSpPr>
        <p:spPr>
          <a:xfrm>
            <a:off x="408160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8" name="data_4159">
            <a:extLst>
              <a:ext uri="{FF2B5EF4-FFF2-40B4-BE49-F238E27FC236}">
                <a16:creationId xmlns:a16="http://schemas.microsoft.com/office/drawing/2014/main" id="{99923333-89E4-4854-83B4-4EC1BBA52D97}"/>
              </a:ext>
            </a:extLst>
          </p:cNvPr>
          <p:cNvSpPr>
            <a:spLocks noGrp="1"/>
          </p:cNvSpPr>
          <p:nvPr/>
        </p:nvSpPr>
        <p:spPr>
          <a:xfrm>
            <a:off x="4033775" y="3505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9" name="data_4160">
            <a:extLst>
              <a:ext uri="{FF2B5EF4-FFF2-40B4-BE49-F238E27FC236}">
                <a16:creationId xmlns:a16="http://schemas.microsoft.com/office/drawing/2014/main" id="{05FDF962-F870-43DF-9612-35ACDC8D723E}"/>
              </a:ext>
            </a:extLst>
          </p:cNvPr>
          <p:cNvSpPr>
            <a:spLocks noGrp="1"/>
          </p:cNvSpPr>
          <p:nvPr/>
        </p:nvSpPr>
        <p:spPr>
          <a:xfrm>
            <a:off x="412301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0" name="data_4161">
            <a:extLst>
              <a:ext uri="{FF2B5EF4-FFF2-40B4-BE49-F238E27FC236}">
                <a16:creationId xmlns:a16="http://schemas.microsoft.com/office/drawing/2014/main" id="{5F84152C-140F-4745-9606-A38B29651F4B}"/>
              </a:ext>
            </a:extLst>
          </p:cNvPr>
          <p:cNvSpPr>
            <a:spLocks noGrp="1"/>
          </p:cNvSpPr>
          <p:nvPr/>
        </p:nvSpPr>
        <p:spPr>
          <a:xfrm>
            <a:off x="4032566" y="24687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1" name="data_4162">
            <a:extLst>
              <a:ext uri="{FF2B5EF4-FFF2-40B4-BE49-F238E27FC236}">
                <a16:creationId xmlns:a16="http://schemas.microsoft.com/office/drawing/2014/main" id="{12DC7FBC-B7C3-4753-AE95-8371DBA68D7D}"/>
              </a:ext>
            </a:extLst>
          </p:cNvPr>
          <p:cNvSpPr>
            <a:spLocks noGrp="1"/>
          </p:cNvSpPr>
          <p:nvPr/>
        </p:nvSpPr>
        <p:spPr>
          <a:xfrm>
            <a:off x="4124304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2" name="data_4163">
            <a:extLst>
              <a:ext uri="{FF2B5EF4-FFF2-40B4-BE49-F238E27FC236}">
                <a16:creationId xmlns:a16="http://schemas.microsoft.com/office/drawing/2014/main" id="{8729BB69-58F9-4F0F-B667-56E89D2CA116}"/>
              </a:ext>
            </a:extLst>
          </p:cNvPr>
          <p:cNvSpPr>
            <a:spLocks noGrp="1"/>
          </p:cNvSpPr>
          <p:nvPr/>
        </p:nvSpPr>
        <p:spPr>
          <a:xfrm>
            <a:off x="3996392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3" name="data_4164">
            <a:extLst>
              <a:ext uri="{FF2B5EF4-FFF2-40B4-BE49-F238E27FC236}">
                <a16:creationId xmlns:a16="http://schemas.microsoft.com/office/drawing/2014/main" id="{F93614F0-E98A-4C30-9429-0512874E047F}"/>
              </a:ext>
            </a:extLst>
          </p:cNvPr>
          <p:cNvSpPr>
            <a:spLocks noGrp="1"/>
          </p:cNvSpPr>
          <p:nvPr/>
        </p:nvSpPr>
        <p:spPr>
          <a:xfrm>
            <a:off x="4141139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4" name="data_4165">
            <a:extLst>
              <a:ext uri="{FF2B5EF4-FFF2-40B4-BE49-F238E27FC236}">
                <a16:creationId xmlns:a16="http://schemas.microsoft.com/office/drawing/2014/main" id="{916E730B-E66D-4168-80C2-47C79EB91D98}"/>
              </a:ext>
            </a:extLst>
          </p:cNvPr>
          <p:cNvSpPr>
            <a:spLocks noGrp="1"/>
          </p:cNvSpPr>
          <p:nvPr/>
        </p:nvSpPr>
        <p:spPr>
          <a:xfrm>
            <a:off x="4134710" y="31296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5" name="data_4166">
            <a:extLst>
              <a:ext uri="{FF2B5EF4-FFF2-40B4-BE49-F238E27FC236}">
                <a16:creationId xmlns:a16="http://schemas.microsoft.com/office/drawing/2014/main" id="{56A3A045-9A80-401D-B6DF-4D7B5F57FCA9}"/>
              </a:ext>
            </a:extLst>
          </p:cNvPr>
          <p:cNvSpPr>
            <a:spLocks noGrp="1"/>
          </p:cNvSpPr>
          <p:nvPr/>
        </p:nvSpPr>
        <p:spPr>
          <a:xfrm>
            <a:off x="4029528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6" name="data_4167">
            <a:extLst>
              <a:ext uri="{FF2B5EF4-FFF2-40B4-BE49-F238E27FC236}">
                <a16:creationId xmlns:a16="http://schemas.microsoft.com/office/drawing/2014/main" id="{20EA451D-04DF-40CA-B328-306CB9281C57}"/>
              </a:ext>
            </a:extLst>
          </p:cNvPr>
          <p:cNvSpPr>
            <a:spLocks noGrp="1"/>
          </p:cNvSpPr>
          <p:nvPr/>
        </p:nvSpPr>
        <p:spPr>
          <a:xfrm>
            <a:off x="400156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7" name="data_4168">
            <a:extLst>
              <a:ext uri="{FF2B5EF4-FFF2-40B4-BE49-F238E27FC236}">
                <a16:creationId xmlns:a16="http://schemas.microsoft.com/office/drawing/2014/main" id="{96C9695A-CBC9-42FC-89CA-81550535FDF2}"/>
              </a:ext>
            </a:extLst>
          </p:cNvPr>
          <p:cNvSpPr>
            <a:spLocks noGrp="1"/>
          </p:cNvSpPr>
          <p:nvPr/>
        </p:nvSpPr>
        <p:spPr>
          <a:xfrm>
            <a:off x="4105778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8" name="data_4169">
            <a:extLst>
              <a:ext uri="{FF2B5EF4-FFF2-40B4-BE49-F238E27FC236}">
                <a16:creationId xmlns:a16="http://schemas.microsoft.com/office/drawing/2014/main" id="{B1EB0B39-51A3-493C-8A7A-222C3053BFD5}"/>
              </a:ext>
            </a:extLst>
          </p:cNvPr>
          <p:cNvSpPr>
            <a:spLocks noGrp="1"/>
          </p:cNvSpPr>
          <p:nvPr/>
        </p:nvSpPr>
        <p:spPr>
          <a:xfrm>
            <a:off x="4051688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9" name="data_4170">
            <a:extLst>
              <a:ext uri="{FF2B5EF4-FFF2-40B4-BE49-F238E27FC236}">
                <a16:creationId xmlns:a16="http://schemas.microsoft.com/office/drawing/2014/main" id="{836D3031-BC7D-4EA8-B1CF-047BFC589334}"/>
              </a:ext>
            </a:extLst>
          </p:cNvPr>
          <p:cNvSpPr>
            <a:spLocks noGrp="1"/>
          </p:cNvSpPr>
          <p:nvPr/>
        </p:nvSpPr>
        <p:spPr>
          <a:xfrm>
            <a:off x="3988051" y="2952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0" name="data_4171">
            <a:extLst>
              <a:ext uri="{FF2B5EF4-FFF2-40B4-BE49-F238E27FC236}">
                <a16:creationId xmlns:a16="http://schemas.microsoft.com/office/drawing/2014/main" id="{807EB9B2-7463-44FB-AA4A-64D7E37E1F31}"/>
              </a:ext>
            </a:extLst>
          </p:cNvPr>
          <p:cNvSpPr>
            <a:spLocks noGrp="1"/>
          </p:cNvSpPr>
          <p:nvPr/>
        </p:nvSpPr>
        <p:spPr>
          <a:xfrm>
            <a:off x="4050181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1" name="data_4172">
            <a:extLst>
              <a:ext uri="{FF2B5EF4-FFF2-40B4-BE49-F238E27FC236}">
                <a16:creationId xmlns:a16="http://schemas.microsoft.com/office/drawing/2014/main" id="{51C25EA4-8E9D-4BD0-9A5C-1093603FDA9F}"/>
              </a:ext>
            </a:extLst>
          </p:cNvPr>
          <p:cNvSpPr>
            <a:spLocks noGrp="1"/>
          </p:cNvSpPr>
          <p:nvPr/>
        </p:nvSpPr>
        <p:spPr>
          <a:xfrm>
            <a:off x="4023853" y="33553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2" name="data_4173">
            <a:extLst>
              <a:ext uri="{FF2B5EF4-FFF2-40B4-BE49-F238E27FC236}">
                <a16:creationId xmlns:a16="http://schemas.microsoft.com/office/drawing/2014/main" id="{614FF0DD-F690-4AA3-A1AA-359674C0FBEF}"/>
              </a:ext>
            </a:extLst>
          </p:cNvPr>
          <p:cNvSpPr>
            <a:spLocks noGrp="1"/>
          </p:cNvSpPr>
          <p:nvPr/>
        </p:nvSpPr>
        <p:spPr>
          <a:xfrm>
            <a:off x="401002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3" name="data_4174">
            <a:extLst>
              <a:ext uri="{FF2B5EF4-FFF2-40B4-BE49-F238E27FC236}">
                <a16:creationId xmlns:a16="http://schemas.microsoft.com/office/drawing/2014/main" id="{81DD7558-D0F1-464A-9807-15BE4D43DEB0}"/>
              </a:ext>
            </a:extLst>
          </p:cNvPr>
          <p:cNvSpPr>
            <a:spLocks noGrp="1"/>
          </p:cNvSpPr>
          <p:nvPr/>
        </p:nvSpPr>
        <p:spPr>
          <a:xfrm>
            <a:off x="4039464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4" name="data_4175">
            <a:extLst>
              <a:ext uri="{FF2B5EF4-FFF2-40B4-BE49-F238E27FC236}">
                <a16:creationId xmlns:a16="http://schemas.microsoft.com/office/drawing/2014/main" id="{C95AE27D-05D7-48CD-977B-7168DB6FCE40}"/>
              </a:ext>
            </a:extLst>
          </p:cNvPr>
          <p:cNvSpPr>
            <a:spLocks noGrp="1"/>
          </p:cNvSpPr>
          <p:nvPr/>
        </p:nvSpPr>
        <p:spPr>
          <a:xfrm>
            <a:off x="3977052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5" name="data_4176">
            <a:extLst>
              <a:ext uri="{FF2B5EF4-FFF2-40B4-BE49-F238E27FC236}">
                <a16:creationId xmlns:a16="http://schemas.microsoft.com/office/drawing/2014/main" id="{6555ADD9-6E15-4883-BFC3-F3079D0366E7}"/>
              </a:ext>
            </a:extLst>
          </p:cNvPr>
          <p:cNvSpPr>
            <a:spLocks noGrp="1"/>
          </p:cNvSpPr>
          <p:nvPr/>
        </p:nvSpPr>
        <p:spPr>
          <a:xfrm>
            <a:off x="4054756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6" name="data_4177">
            <a:extLst>
              <a:ext uri="{FF2B5EF4-FFF2-40B4-BE49-F238E27FC236}">
                <a16:creationId xmlns:a16="http://schemas.microsoft.com/office/drawing/2014/main" id="{AB9CBD43-864A-4C44-9C0C-22069B687E23}"/>
              </a:ext>
            </a:extLst>
          </p:cNvPr>
          <p:cNvSpPr>
            <a:spLocks noGrp="1"/>
          </p:cNvSpPr>
          <p:nvPr/>
        </p:nvSpPr>
        <p:spPr>
          <a:xfrm>
            <a:off x="415022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7" name="data_4178">
            <a:extLst>
              <a:ext uri="{FF2B5EF4-FFF2-40B4-BE49-F238E27FC236}">
                <a16:creationId xmlns:a16="http://schemas.microsoft.com/office/drawing/2014/main" id="{28E21BF2-28D5-485A-A907-7D0D511185D1}"/>
              </a:ext>
            </a:extLst>
          </p:cNvPr>
          <p:cNvSpPr>
            <a:spLocks noGrp="1"/>
          </p:cNvSpPr>
          <p:nvPr/>
        </p:nvSpPr>
        <p:spPr>
          <a:xfrm>
            <a:off x="4020894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8" name="data_4179">
            <a:extLst>
              <a:ext uri="{FF2B5EF4-FFF2-40B4-BE49-F238E27FC236}">
                <a16:creationId xmlns:a16="http://schemas.microsoft.com/office/drawing/2014/main" id="{9DCB02C7-00E7-4256-BB01-50F777697297}"/>
              </a:ext>
            </a:extLst>
          </p:cNvPr>
          <p:cNvSpPr>
            <a:spLocks noGrp="1"/>
          </p:cNvSpPr>
          <p:nvPr/>
        </p:nvSpPr>
        <p:spPr>
          <a:xfrm>
            <a:off x="4062848" y="3735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9" name="data_4180">
            <a:extLst>
              <a:ext uri="{FF2B5EF4-FFF2-40B4-BE49-F238E27FC236}">
                <a16:creationId xmlns:a16="http://schemas.microsoft.com/office/drawing/2014/main" id="{E366B34E-2C94-4A8E-97F8-99193E67BD65}"/>
              </a:ext>
            </a:extLst>
          </p:cNvPr>
          <p:cNvSpPr>
            <a:spLocks noGrp="1"/>
          </p:cNvSpPr>
          <p:nvPr/>
        </p:nvSpPr>
        <p:spPr>
          <a:xfrm>
            <a:off x="4003853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0" name="data_4181">
            <a:extLst>
              <a:ext uri="{FF2B5EF4-FFF2-40B4-BE49-F238E27FC236}">
                <a16:creationId xmlns:a16="http://schemas.microsoft.com/office/drawing/2014/main" id="{583C8A53-DD25-485A-9F81-368C5F9D3406}"/>
              </a:ext>
            </a:extLst>
          </p:cNvPr>
          <p:cNvSpPr>
            <a:spLocks noGrp="1"/>
          </p:cNvSpPr>
          <p:nvPr/>
        </p:nvSpPr>
        <p:spPr>
          <a:xfrm>
            <a:off x="408647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1" name="data_4182">
            <a:extLst>
              <a:ext uri="{FF2B5EF4-FFF2-40B4-BE49-F238E27FC236}">
                <a16:creationId xmlns:a16="http://schemas.microsoft.com/office/drawing/2014/main" id="{A6B97F3D-2334-41B2-AC38-6B1E14E644FF}"/>
              </a:ext>
            </a:extLst>
          </p:cNvPr>
          <p:cNvSpPr>
            <a:spLocks noGrp="1"/>
          </p:cNvSpPr>
          <p:nvPr/>
        </p:nvSpPr>
        <p:spPr>
          <a:xfrm>
            <a:off x="3974376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2" name="data_4183">
            <a:extLst>
              <a:ext uri="{FF2B5EF4-FFF2-40B4-BE49-F238E27FC236}">
                <a16:creationId xmlns:a16="http://schemas.microsoft.com/office/drawing/2014/main" id="{F5A72EFF-335C-4F7B-A84F-266959AB80C8}"/>
              </a:ext>
            </a:extLst>
          </p:cNvPr>
          <p:cNvSpPr>
            <a:spLocks noGrp="1"/>
          </p:cNvSpPr>
          <p:nvPr/>
        </p:nvSpPr>
        <p:spPr>
          <a:xfrm>
            <a:off x="4019976" y="3451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3" name="data_4184">
            <a:extLst>
              <a:ext uri="{FF2B5EF4-FFF2-40B4-BE49-F238E27FC236}">
                <a16:creationId xmlns:a16="http://schemas.microsoft.com/office/drawing/2014/main" id="{7FC0B01C-CABA-4C46-AFDD-76D25EB40ECC}"/>
              </a:ext>
            </a:extLst>
          </p:cNvPr>
          <p:cNvSpPr>
            <a:spLocks noGrp="1"/>
          </p:cNvSpPr>
          <p:nvPr/>
        </p:nvSpPr>
        <p:spPr>
          <a:xfrm>
            <a:off x="397846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4" name="data_4185">
            <a:extLst>
              <a:ext uri="{FF2B5EF4-FFF2-40B4-BE49-F238E27FC236}">
                <a16:creationId xmlns:a16="http://schemas.microsoft.com/office/drawing/2014/main" id="{C57DF1F8-9FAD-439E-9B17-A2944ECB8651}"/>
              </a:ext>
            </a:extLst>
          </p:cNvPr>
          <p:cNvSpPr>
            <a:spLocks noGrp="1"/>
          </p:cNvSpPr>
          <p:nvPr/>
        </p:nvSpPr>
        <p:spPr>
          <a:xfrm>
            <a:off x="3984898" y="2874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5" name="data_4186">
            <a:extLst>
              <a:ext uri="{FF2B5EF4-FFF2-40B4-BE49-F238E27FC236}">
                <a16:creationId xmlns:a16="http://schemas.microsoft.com/office/drawing/2014/main" id="{B8411894-FFD5-4A99-A823-A34476BAAE1F}"/>
              </a:ext>
            </a:extLst>
          </p:cNvPr>
          <p:cNvSpPr>
            <a:spLocks noGrp="1"/>
          </p:cNvSpPr>
          <p:nvPr/>
        </p:nvSpPr>
        <p:spPr>
          <a:xfrm>
            <a:off x="4148774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6" name="data_4187">
            <a:extLst>
              <a:ext uri="{FF2B5EF4-FFF2-40B4-BE49-F238E27FC236}">
                <a16:creationId xmlns:a16="http://schemas.microsoft.com/office/drawing/2014/main" id="{E216089B-A2A5-4E7C-A9C3-E4E30D5E3B10}"/>
              </a:ext>
            </a:extLst>
          </p:cNvPr>
          <p:cNvSpPr>
            <a:spLocks noGrp="1"/>
          </p:cNvSpPr>
          <p:nvPr/>
        </p:nvSpPr>
        <p:spPr>
          <a:xfrm>
            <a:off x="405597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7" name="data_4188">
            <a:extLst>
              <a:ext uri="{FF2B5EF4-FFF2-40B4-BE49-F238E27FC236}">
                <a16:creationId xmlns:a16="http://schemas.microsoft.com/office/drawing/2014/main" id="{1BE697CA-50BD-45CF-9160-A7FBB1227368}"/>
              </a:ext>
            </a:extLst>
          </p:cNvPr>
          <p:cNvSpPr>
            <a:spLocks noGrp="1"/>
          </p:cNvSpPr>
          <p:nvPr/>
        </p:nvSpPr>
        <p:spPr>
          <a:xfrm>
            <a:off x="4050614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8" name="data_4189">
            <a:extLst>
              <a:ext uri="{FF2B5EF4-FFF2-40B4-BE49-F238E27FC236}">
                <a16:creationId xmlns:a16="http://schemas.microsoft.com/office/drawing/2014/main" id="{BAC4A1D1-5A1D-4BC8-8140-65E8C0395069}"/>
              </a:ext>
            </a:extLst>
          </p:cNvPr>
          <p:cNvSpPr>
            <a:spLocks noGrp="1"/>
          </p:cNvSpPr>
          <p:nvPr/>
        </p:nvSpPr>
        <p:spPr>
          <a:xfrm>
            <a:off x="4026755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9" name="data_4190">
            <a:extLst>
              <a:ext uri="{FF2B5EF4-FFF2-40B4-BE49-F238E27FC236}">
                <a16:creationId xmlns:a16="http://schemas.microsoft.com/office/drawing/2014/main" id="{649E6665-70B8-453A-9F11-C7669C1FF0AB}"/>
              </a:ext>
            </a:extLst>
          </p:cNvPr>
          <p:cNvSpPr>
            <a:spLocks noGrp="1"/>
          </p:cNvSpPr>
          <p:nvPr/>
        </p:nvSpPr>
        <p:spPr>
          <a:xfrm>
            <a:off x="400236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0" name="data_4191">
            <a:extLst>
              <a:ext uri="{FF2B5EF4-FFF2-40B4-BE49-F238E27FC236}">
                <a16:creationId xmlns:a16="http://schemas.microsoft.com/office/drawing/2014/main" id="{C2922214-8730-4DEB-A709-49EE00E1881C}"/>
              </a:ext>
            </a:extLst>
          </p:cNvPr>
          <p:cNvSpPr>
            <a:spLocks noGrp="1"/>
          </p:cNvSpPr>
          <p:nvPr/>
        </p:nvSpPr>
        <p:spPr>
          <a:xfrm>
            <a:off x="4039751" y="36084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1" name="data_4192">
            <a:extLst>
              <a:ext uri="{FF2B5EF4-FFF2-40B4-BE49-F238E27FC236}">
                <a16:creationId xmlns:a16="http://schemas.microsoft.com/office/drawing/2014/main" id="{1ABCB491-2C3F-42A8-9E26-90AF8EE7196B}"/>
              </a:ext>
            </a:extLst>
          </p:cNvPr>
          <p:cNvSpPr>
            <a:spLocks noGrp="1"/>
          </p:cNvSpPr>
          <p:nvPr/>
        </p:nvSpPr>
        <p:spPr>
          <a:xfrm>
            <a:off x="4132333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2" name="data_4193">
            <a:extLst>
              <a:ext uri="{FF2B5EF4-FFF2-40B4-BE49-F238E27FC236}">
                <a16:creationId xmlns:a16="http://schemas.microsoft.com/office/drawing/2014/main" id="{FFD7BA6A-A620-4C28-9D8C-94935AFD5FE6}"/>
              </a:ext>
            </a:extLst>
          </p:cNvPr>
          <p:cNvSpPr>
            <a:spLocks noGrp="1"/>
          </p:cNvSpPr>
          <p:nvPr/>
        </p:nvSpPr>
        <p:spPr>
          <a:xfrm>
            <a:off x="4054853" y="33011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3" name="data_4194">
            <a:extLst>
              <a:ext uri="{FF2B5EF4-FFF2-40B4-BE49-F238E27FC236}">
                <a16:creationId xmlns:a16="http://schemas.microsoft.com/office/drawing/2014/main" id="{DD4C3582-04C0-4B51-B1C5-6BD7A9DEBDAC}"/>
              </a:ext>
            </a:extLst>
          </p:cNvPr>
          <p:cNvSpPr>
            <a:spLocks noGrp="1"/>
          </p:cNvSpPr>
          <p:nvPr/>
        </p:nvSpPr>
        <p:spPr>
          <a:xfrm>
            <a:off x="4129233" y="37125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4" name="data_4195">
            <a:extLst>
              <a:ext uri="{FF2B5EF4-FFF2-40B4-BE49-F238E27FC236}">
                <a16:creationId xmlns:a16="http://schemas.microsoft.com/office/drawing/2014/main" id="{7555A013-0D39-4561-90E2-255D6BED3AD5}"/>
              </a:ext>
            </a:extLst>
          </p:cNvPr>
          <p:cNvSpPr>
            <a:spLocks noGrp="1"/>
          </p:cNvSpPr>
          <p:nvPr/>
        </p:nvSpPr>
        <p:spPr>
          <a:xfrm>
            <a:off x="4069482" y="26634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5" name="data_4196">
            <a:extLst>
              <a:ext uri="{FF2B5EF4-FFF2-40B4-BE49-F238E27FC236}">
                <a16:creationId xmlns:a16="http://schemas.microsoft.com/office/drawing/2014/main" id="{C24D8D1F-51D6-469A-8792-7D9580046A07}"/>
              </a:ext>
            </a:extLst>
          </p:cNvPr>
          <p:cNvSpPr>
            <a:spLocks noGrp="1"/>
          </p:cNvSpPr>
          <p:nvPr/>
        </p:nvSpPr>
        <p:spPr>
          <a:xfrm>
            <a:off x="402635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6" name="data_4197">
            <a:extLst>
              <a:ext uri="{FF2B5EF4-FFF2-40B4-BE49-F238E27FC236}">
                <a16:creationId xmlns:a16="http://schemas.microsoft.com/office/drawing/2014/main" id="{6E7359C5-427A-4270-9742-69D48A7F212D}"/>
              </a:ext>
            </a:extLst>
          </p:cNvPr>
          <p:cNvSpPr>
            <a:spLocks noGrp="1"/>
          </p:cNvSpPr>
          <p:nvPr/>
        </p:nvSpPr>
        <p:spPr>
          <a:xfrm>
            <a:off x="4002522" y="2560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7" name="data_4198">
            <a:extLst>
              <a:ext uri="{FF2B5EF4-FFF2-40B4-BE49-F238E27FC236}">
                <a16:creationId xmlns:a16="http://schemas.microsoft.com/office/drawing/2014/main" id="{7A0CBA83-FFF6-430B-8B79-134404EAF1CD}"/>
              </a:ext>
            </a:extLst>
          </p:cNvPr>
          <p:cNvSpPr>
            <a:spLocks noGrp="1"/>
          </p:cNvSpPr>
          <p:nvPr/>
        </p:nvSpPr>
        <p:spPr>
          <a:xfrm>
            <a:off x="4140155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8" name="data_4199">
            <a:extLst>
              <a:ext uri="{FF2B5EF4-FFF2-40B4-BE49-F238E27FC236}">
                <a16:creationId xmlns:a16="http://schemas.microsoft.com/office/drawing/2014/main" id="{15B2C067-A068-4DAA-9D25-645FE8D682C0}"/>
              </a:ext>
            </a:extLst>
          </p:cNvPr>
          <p:cNvSpPr>
            <a:spLocks noGrp="1"/>
          </p:cNvSpPr>
          <p:nvPr/>
        </p:nvSpPr>
        <p:spPr>
          <a:xfrm>
            <a:off x="4072969" y="24622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9" name="data_4200">
            <a:extLst>
              <a:ext uri="{FF2B5EF4-FFF2-40B4-BE49-F238E27FC236}">
                <a16:creationId xmlns:a16="http://schemas.microsoft.com/office/drawing/2014/main" id="{B33C3D38-3DB5-427F-896B-C5D84C0EDF58}"/>
              </a:ext>
            </a:extLst>
          </p:cNvPr>
          <p:cNvSpPr>
            <a:spLocks noGrp="1"/>
          </p:cNvSpPr>
          <p:nvPr/>
        </p:nvSpPr>
        <p:spPr>
          <a:xfrm>
            <a:off x="4121073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0" name="data_4201">
            <a:extLst>
              <a:ext uri="{FF2B5EF4-FFF2-40B4-BE49-F238E27FC236}">
                <a16:creationId xmlns:a16="http://schemas.microsoft.com/office/drawing/2014/main" id="{7403A8E3-2E89-45D4-A5E7-050064C5AE6F}"/>
              </a:ext>
            </a:extLst>
          </p:cNvPr>
          <p:cNvSpPr>
            <a:spLocks noGrp="1"/>
          </p:cNvSpPr>
          <p:nvPr/>
        </p:nvSpPr>
        <p:spPr>
          <a:xfrm>
            <a:off x="4020176" y="3265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1" name="data_4202">
            <a:extLst>
              <a:ext uri="{FF2B5EF4-FFF2-40B4-BE49-F238E27FC236}">
                <a16:creationId xmlns:a16="http://schemas.microsoft.com/office/drawing/2014/main" id="{327B56B7-0F56-41A9-9EB6-5AD5225A2BAD}"/>
              </a:ext>
            </a:extLst>
          </p:cNvPr>
          <p:cNvSpPr>
            <a:spLocks noGrp="1"/>
          </p:cNvSpPr>
          <p:nvPr/>
        </p:nvSpPr>
        <p:spPr>
          <a:xfrm>
            <a:off x="4085992" y="31257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2" name="data_4203">
            <a:extLst>
              <a:ext uri="{FF2B5EF4-FFF2-40B4-BE49-F238E27FC236}">
                <a16:creationId xmlns:a16="http://schemas.microsoft.com/office/drawing/2014/main" id="{F34BA7A9-F7DF-4CAF-9C2E-5A456BF63C15}"/>
              </a:ext>
            </a:extLst>
          </p:cNvPr>
          <p:cNvSpPr>
            <a:spLocks noGrp="1"/>
          </p:cNvSpPr>
          <p:nvPr/>
        </p:nvSpPr>
        <p:spPr>
          <a:xfrm>
            <a:off x="4127259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3" name="data_4204">
            <a:extLst>
              <a:ext uri="{FF2B5EF4-FFF2-40B4-BE49-F238E27FC236}">
                <a16:creationId xmlns:a16="http://schemas.microsoft.com/office/drawing/2014/main" id="{3FC03C39-DF7C-4175-8C0A-063FB739FCDF}"/>
              </a:ext>
            </a:extLst>
          </p:cNvPr>
          <p:cNvSpPr>
            <a:spLocks noGrp="1"/>
          </p:cNvSpPr>
          <p:nvPr/>
        </p:nvSpPr>
        <p:spPr>
          <a:xfrm>
            <a:off x="4002472" y="24421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4" name="data_4205">
            <a:extLst>
              <a:ext uri="{FF2B5EF4-FFF2-40B4-BE49-F238E27FC236}">
                <a16:creationId xmlns:a16="http://schemas.microsoft.com/office/drawing/2014/main" id="{4D5C3266-6EAA-45C4-8E0F-6F1850B49D07}"/>
              </a:ext>
            </a:extLst>
          </p:cNvPr>
          <p:cNvSpPr>
            <a:spLocks noGrp="1"/>
          </p:cNvSpPr>
          <p:nvPr/>
        </p:nvSpPr>
        <p:spPr>
          <a:xfrm>
            <a:off x="4007526" y="29439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5" name="data_4206">
            <a:extLst>
              <a:ext uri="{FF2B5EF4-FFF2-40B4-BE49-F238E27FC236}">
                <a16:creationId xmlns:a16="http://schemas.microsoft.com/office/drawing/2014/main" id="{AE399F6F-E0CE-49E2-9C7A-7CFB65326DFD}"/>
              </a:ext>
            </a:extLst>
          </p:cNvPr>
          <p:cNvSpPr>
            <a:spLocks noGrp="1"/>
          </p:cNvSpPr>
          <p:nvPr/>
        </p:nvSpPr>
        <p:spPr>
          <a:xfrm>
            <a:off x="4073433" y="3505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6" name="data_4207">
            <a:extLst>
              <a:ext uri="{FF2B5EF4-FFF2-40B4-BE49-F238E27FC236}">
                <a16:creationId xmlns:a16="http://schemas.microsoft.com/office/drawing/2014/main" id="{8F2E8CC9-C482-42C2-8C81-BA9154771432}"/>
              </a:ext>
            </a:extLst>
          </p:cNvPr>
          <p:cNvSpPr>
            <a:spLocks noGrp="1"/>
          </p:cNvSpPr>
          <p:nvPr/>
        </p:nvSpPr>
        <p:spPr>
          <a:xfrm>
            <a:off x="4043242" y="3425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7" name="data_4208">
            <a:extLst>
              <a:ext uri="{FF2B5EF4-FFF2-40B4-BE49-F238E27FC236}">
                <a16:creationId xmlns:a16="http://schemas.microsoft.com/office/drawing/2014/main" id="{FC9BACA3-8D3A-4D9B-8B50-0CEB6E25ABBC}"/>
              </a:ext>
            </a:extLst>
          </p:cNvPr>
          <p:cNvSpPr>
            <a:spLocks noGrp="1"/>
          </p:cNvSpPr>
          <p:nvPr/>
        </p:nvSpPr>
        <p:spPr>
          <a:xfrm>
            <a:off x="4138632" y="32971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8" name="data_4209">
            <a:extLst>
              <a:ext uri="{FF2B5EF4-FFF2-40B4-BE49-F238E27FC236}">
                <a16:creationId xmlns:a16="http://schemas.microsoft.com/office/drawing/2014/main" id="{8EC6C1E8-BB68-4230-B9A4-E833EC5DB6CD}"/>
              </a:ext>
            </a:extLst>
          </p:cNvPr>
          <p:cNvSpPr>
            <a:spLocks noGrp="1"/>
          </p:cNvSpPr>
          <p:nvPr/>
        </p:nvSpPr>
        <p:spPr>
          <a:xfrm>
            <a:off x="4014741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9" name="data_4210">
            <a:extLst>
              <a:ext uri="{FF2B5EF4-FFF2-40B4-BE49-F238E27FC236}">
                <a16:creationId xmlns:a16="http://schemas.microsoft.com/office/drawing/2014/main" id="{BE960D23-2205-433D-B0AC-2F7E16D36673}"/>
              </a:ext>
            </a:extLst>
          </p:cNvPr>
          <p:cNvSpPr>
            <a:spLocks noGrp="1"/>
          </p:cNvSpPr>
          <p:nvPr/>
        </p:nvSpPr>
        <p:spPr>
          <a:xfrm>
            <a:off x="410901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0" name="data_4211">
            <a:extLst>
              <a:ext uri="{FF2B5EF4-FFF2-40B4-BE49-F238E27FC236}">
                <a16:creationId xmlns:a16="http://schemas.microsoft.com/office/drawing/2014/main" id="{3585832A-6E51-4631-A728-ACC7FD5F066D}"/>
              </a:ext>
            </a:extLst>
          </p:cNvPr>
          <p:cNvSpPr>
            <a:spLocks noGrp="1"/>
          </p:cNvSpPr>
          <p:nvPr/>
        </p:nvSpPr>
        <p:spPr>
          <a:xfrm>
            <a:off x="4039707" y="26763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1" name="data_4212">
            <a:extLst>
              <a:ext uri="{FF2B5EF4-FFF2-40B4-BE49-F238E27FC236}">
                <a16:creationId xmlns:a16="http://schemas.microsoft.com/office/drawing/2014/main" id="{FF7A26DF-B395-4A4A-96B8-BF76CCE26447}"/>
              </a:ext>
            </a:extLst>
          </p:cNvPr>
          <p:cNvSpPr>
            <a:spLocks noGrp="1"/>
          </p:cNvSpPr>
          <p:nvPr/>
        </p:nvSpPr>
        <p:spPr>
          <a:xfrm>
            <a:off x="4098700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2" name="data_4213">
            <a:extLst>
              <a:ext uri="{FF2B5EF4-FFF2-40B4-BE49-F238E27FC236}">
                <a16:creationId xmlns:a16="http://schemas.microsoft.com/office/drawing/2014/main" id="{A3225589-79B5-4425-B7E3-D50CB03778DE}"/>
              </a:ext>
            </a:extLst>
          </p:cNvPr>
          <p:cNvSpPr>
            <a:spLocks noGrp="1"/>
          </p:cNvSpPr>
          <p:nvPr/>
        </p:nvSpPr>
        <p:spPr>
          <a:xfrm>
            <a:off x="4068543" y="21411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3" name="data_4214">
            <a:extLst>
              <a:ext uri="{FF2B5EF4-FFF2-40B4-BE49-F238E27FC236}">
                <a16:creationId xmlns:a16="http://schemas.microsoft.com/office/drawing/2014/main" id="{6BA553A1-101C-4E0E-B048-62C17507A22E}"/>
              </a:ext>
            </a:extLst>
          </p:cNvPr>
          <p:cNvSpPr>
            <a:spLocks noGrp="1"/>
          </p:cNvSpPr>
          <p:nvPr/>
        </p:nvSpPr>
        <p:spPr>
          <a:xfrm>
            <a:off x="4093544" y="325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4" name="data_4215">
            <a:extLst>
              <a:ext uri="{FF2B5EF4-FFF2-40B4-BE49-F238E27FC236}">
                <a16:creationId xmlns:a16="http://schemas.microsoft.com/office/drawing/2014/main" id="{EFEE1CEA-2D68-4482-B8E0-639E34BE0008}"/>
              </a:ext>
            </a:extLst>
          </p:cNvPr>
          <p:cNvSpPr>
            <a:spLocks noGrp="1"/>
          </p:cNvSpPr>
          <p:nvPr/>
        </p:nvSpPr>
        <p:spPr>
          <a:xfrm>
            <a:off x="3989327" y="292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5" name="data_4216">
            <a:extLst>
              <a:ext uri="{FF2B5EF4-FFF2-40B4-BE49-F238E27FC236}">
                <a16:creationId xmlns:a16="http://schemas.microsoft.com/office/drawing/2014/main" id="{49EA2FBC-EDA5-4828-93FD-89FC16171246}"/>
              </a:ext>
            </a:extLst>
          </p:cNvPr>
          <p:cNvSpPr>
            <a:spLocks noGrp="1"/>
          </p:cNvSpPr>
          <p:nvPr/>
        </p:nvSpPr>
        <p:spPr>
          <a:xfrm>
            <a:off x="4025850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6" name="data_4217">
            <a:extLst>
              <a:ext uri="{FF2B5EF4-FFF2-40B4-BE49-F238E27FC236}">
                <a16:creationId xmlns:a16="http://schemas.microsoft.com/office/drawing/2014/main" id="{DB3F9E3E-2EF0-40FE-BEC7-86C1C80B0F20}"/>
              </a:ext>
            </a:extLst>
          </p:cNvPr>
          <p:cNvSpPr>
            <a:spLocks noGrp="1"/>
          </p:cNvSpPr>
          <p:nvPr/>
        </p:nvSpPr>
        <p:spPr>
          <a:xfrm>
            <a:off x="3976179" y="29885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7" name="data_4218">
            <a:extLst>
              <a:ext uri="{FF2B5EF4-FFF2-40B4-BE49-F238E27FC236}">
                <a16:creationId xmlns:a16="http://schemas.microsoft.com/office/drawing/2014/main" id="{8B2539FF-AEAD-4723-B4D8-21BBFFC764F1}"/>
              </a:ext>
            </a:extLst>
          </p:cNvPr>
          <p:cNvSpPr>
            <a:spLocks noGrp="1"/>
          </p:cNvSpPr>
          <p:nvPr/>
        </p:nvSpPr>
        <p:spPr>
          <a:xfrm>
            <a:off x="4141600" y="3361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8" name="data_4219">
            <a:extLst>
              <a:ext uri="{FF2B5EF4-FFF2-40B4-BE49-F238E27FC236}">
                <a16:creationId xmlns:a16="http://schemas.microsoft.com/office/drawing/2014/main" id="{9437097B-7091-4508-9C0F-7B14772A44D0}"/>
              </a:ext>
            </a:extLst>
          </p:cNvPr>
          <p:cNvSpPr>
            <a:spLocks noGrp="1"/>
          </p:cNvSpPr>
          <p:nvPr/>
        </p:nvSpPr>
        <p:spPr>
          <a:xfrm>
            <a:off x="3979067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9" name="data_4220">
            <a:extLst>
              <a:ext uri="{FF2B5EF4-FFF2-40B4-BE49-F238E27FC236}">
                <a16:creationId xmlns:a16="http://schemas.microsoft.com/office/drawing/2014/main" id="{04AE21D5-5453-4E9F-BFBE-EA0238AC1CA4}"/>
              </a:ext>
            </a:extLst>
          </p:cNvPr>
          <p:cNvSpPr>
            <a:spLocks noGrp="1"/>
          </p:cNvSpPr>
          <p:nvPr/>
        </p:nvSpPr>
        <p:spPr>
          <a:xfrm>
            <a:off x="3991017" y="352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0" name="data_4221">
            <a:extLst>
              <a:ext uri="{FF2B5EF4-FFF2-40B4-BE49-F238E27FC236}">
                <a16:creationId xmlns:a16="http://schemas.microsoft.com/office/drawing/2014/main" id="{AAE58027-654C-499D-BD3B-60CBB4EAA87F}"/>
              </a:ext>
            </a:extLst>
          </p:cNvPr>
          <p:cNvSpPr>
            <a:spLocks noGrp="1"/>
          </p:cNvSpPr>
          <p:nvPr/>
        </p:nvSpPr>
        <p:spPr>
          <a:xfrm>
            <a:off x="4007549" y="35861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1" name="data_4222">
            <a:extLst>
              <a:ext uri="{FF2B5EF4-FFF2-40B4-BE49-F238E27FC236}">
                <a16:creationId xmlns:a16="http://schemas.microsoft.com/office/drawing/2014/main" id="{D5A51EF1-FFB7-4E30-B3B5-62B1216087F8}"/>
              </a:ext>
            </a:extLst>
          </p:cNvPr>
          <p:cNvSpPr>
            <a:spLocks noGrp="1"/>
          </p:cNvSpPr>
          <p:nvPr/>
        </p:nvSpPr>
        <p:spPr>
          <a:xfrm>
            <a:off x="4013712" y="18199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2" name="data_4223">
            <a:extLst>
              <a:ext uri="{FF2B5EF4-FFF2-40B4-BE49-F238E27FC236}">
                <a16:creationId xmlns:a16="http://schemas.microsoft.com/office/drawing/2014/main" id="{F6130978-E2B5-4A66-AE24-529F051E63C2}"/>
              </a:ext>
            </a:extLst>
          </p:cNvPr>
          <p:cNvSpPr>
            <a:spLocks noGrp="1"/>
          </p:cNvSpPr>
          <p:nvPr/>
        </p:nvSpPr>
        <p:spPr>
          <a:xfrm>
            <a:off x="4038172" y="278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3" name="data_4224">
            <a:extLst>
              <a:ext uri="{FF2B5EF4-FFF2-40B4-BE49-F238E27FC236}">
                <a16:creationId xmlns:a16="http://schemas.microsoft.com/office/drawing/2014/main" id="{39022918-121D-4DEB-8BE6-FADF303E3B6D}"/>
              </a:ext>
            </a:extLst>
          </p:cNvPr>
          <p:cNvSpPr>
            <a:spLocks noGrp="1"/>
          </p:cNvSpPr>
          <p:nvPr/>
        </p:nvSpPr>
        <p:spPr>
          <a:xfrm>
            <a:off x="4141337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4" name="data_4225">
            <a:extLst>
              <a:ext uri="{FF2B5EF4-FFF2-40B4-BE49-F238E27FC236}">
                <a16:creationId xmlns:a16="http://schemas.microsoft.com/office/drawing/2014/main" id="{64C77EEC-CABF-4525-9B80-2D5DB6AB469F}"/>
              </a:ext>
            </a:extLst>
          </p:cNvPr>
          <p:cNvSpPr>
            <a:spLocks noGrp="1"/>
          </p:cNvSpPr>
          <p:nvPr/>
        </p:nvSpPr>
        <p:spPr>
          <a:xfrm>
            <a:off x="4071811" y="3387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5" name="data_4226">
            <a:extLst>
              <a:ext uri="{FF2B5EF4-FFF2-40B4-BE49-F238E27FC236}">
                <a16:creationId xmlns:a16="http://schemas.microsoft.com/office/drawing/2014/main" id="{697513E1-CC57-4128-B7C3-EEC90C5F0709}"/>
              </a:ext>
            </a:extLst>
          </p:cNvPr>
          <p:cNvSpPr>
            <a:spLocks noGrp="1"/>
          </p:cNvSpPr>
          <p:nvPr/>
        </p:nvSpPr>
        <p:spPr>
          <a:xfrm>
            <a:off x="4074314" y="3746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6" name="data_4227">
            <a:extLst>
              <a:ext uri="{FF2B5EF4-FFF2-40B4-BE49-F238E27FC236}">
                <a16:creationId xmlns:a16="http://schemas.microsoft.com/office/drawing/2014/main" id="{CEDAAD7C-9065-4621-91A7-AA80D4499091}"/>
              </a:ext>
            </a:extLst>
          </p:cNvPr>
          <p:cNvSpPr>
            <a:spLocks noGrp="1"/>
          </p:cNvSpPr>
          <p:nvPr/>
        </p:nvSpPr>
        <p:spPr>
          <a:xfrm>
            <a:off x="4058244" y="3609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7" name="data_4228">
            <a:extLst>
              <a:ext uri="{FF2B5EF4-FFF2-40B4-BE49-F238E27FC236}">
                <a16:creationId xmlns:a16="http://schemas.microsoft.com/office/drawing/2014/main" id="{3FB61401-119C-424E-832C-32A39E7C3C26}"/>
              </a:ext>
            </a:extLst>
          </p:cNvPr>
          <p:cNvSpPr>
            <a:spLocks noGrp="1"/>
          </p:cNvSpPr>
          <p:nvPr/>
        </p:nvSpPr>
        <p:spPr>
          <a:xfrm>
            <a:off x="44219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8" name="data_4229">
            <a:extLst>
              <a:ext uri="{FF2B5EF4-FFF2-40B4-BE49-F238E27FC236}">
                <a16:creationId xmlns:a16="http://schemas.microsoft.com/office/drawing/2014/main" id="{189A6CBE-8CFA-49F6-9790-FC71BCF36DFB}"/>
              </a:ext>
            </a:extLst>
          </p:cNvPr>
          <p:cNvSpPr>
            <a:spLocks noGrp="1"/>
          </p:cNvSpPr>
          <p:nvPr/>
        </p:nvSpPr>
        <p:spPr>
          <a:xfrm>
            <a:off x="432983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9" name="data_4230">
            <a:extLst>
              <a:ext uri="{FF2B5EF4-FFF2-40B4-BE49-F238E27FC236}">
                <a16:creationId xmlns:a16="http://schemas.microsoft.com/office/drawing/2014/main" id="{60985884-9BDF-43DD-BB34-E57857794CD5}"/>
              </a:ext>
            </a:extLst>
          </p:cNvPr>
          <p:cNvSpPr>
            <a:spLocks noGrp="1"/>
          </p:cNvSpPr>
          <p:nvPr/>
        </p:nvSpPr>
        <p:spPr>
          <a:xfrm>
            <a:off x="439209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0" name="data_4231">
            <a:extLst>
              <a:ext uri="{FF2B5EF4-FFF2-40B4-BE49-F238E27FC236}">
                <a16:creationId xmlns:a16="http://schemas.microsoft.com/office/drawing/2014/main" id="{739B58B6-B044-4F32-9DC9-FA17AF49B076}"/>
              </a:ext>
            </a:extLst>
          </p:cNvPr>
          <p:cNvSpPr>
            <a:spLocks noGrp="1"/>
          </p:cNvSpPr>
          <p:nvPr/>
        </p:nvSpPr>
        <p:spPr>
          <a:xfrm>
            <a:off x="4365189" y="3532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1" name="data_4232">
            <a:extLst>
              <a:ext uri="{FF2B5EF4-FFF2-40B4-BE49-F238E27FC236}">
                <a16:creationId xmlns:a16="http://schemas.microsoft.com/office/drawing/2014/main" id="{AAD9F732-FBF6-4B2C-B965-27B21B4F1B2A}"/>
              </a:ext>
            </a:extLst>
          </p:cNvPr>
          <p:cNvSpPr>
            <a:spLocks noGrp="1"/>
          </p:cNvSpPr>
          <p:nvPr/>
        </p:nvSpPr>
        <p:spPr>
          <a:xfrm>
            <a:off x="4285657" y="2639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2" name="data_4233">
            <a:extLst>
              <a:ext uri="{FF2B5EF4-FFF2-40B4-BE49-F238E27FC236}">
                <a16:creationId xmlns:a16="http://schemas.microsoft.com/office/drawing/2014/main" id="{9F0A1F80-B259-4129-BD8E-BA501EA5F015}"/>
              </a:ext>
            </a:extLst>
          </p:cNvPr>
          <p:cNvSpPr>
            <a:spLocks noGrp="1"/>
          </p:cNvSpPr>
          <p:nvPr/>
        </p:nvSpPr>
        <p:spPr>
          <a:xfrm>
            <a:off x="438599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3" name="data_4234">
            <a:extLst>
              <a:ext uri="{FF2B5EF4-FFF2-40B4-BE49-F238E27FC236}">
                <a16:creationId xmlns:a16="http://schemas.microsoft.com/office/drawing/2014/main" id="{F45A29CA-C7C2-4CF6-93C8-48C819A70FBF}"/>
              </a:ext>
            </a:extLst>
          </p:cNvPr>
          <p:cNvSpPr>
            <a:spLocks noGrp="1"/>
          </p:cNvSpPr>
          <p:nvPr/>
        </p:nvSpPr>
        <p:spPr>
          <a:xfrm>
            <a:off x="443381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4" name="data_4235">
            <a:extLst>
              <a:ext uri="{FF2B5EF4-FFF2-40B4-BE49-F238E27FC236}">
                <a16:creationId xmlns:a16="http://schemas.microsoft.com/office/drawing/2014/main" id="{80529D89-8425-4A9F-A8AF-04984E0245C3}"/>
              </a:ext>
            </a:extLst>
          </p:cNvPr>
          <p:cNvSpPr>
            <a:spLocks noGrp="1"/>
          </p:cNvSpPr>
          <p:nvPr/>
        </p:nvSpPr>
        <p:spPr>
          <a:xfrm>
            <a:off x="43136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5" name="data_4236">
            <a:extLst>
              <a:ext uri="{FF2B5EF4-FFF2-40B4-BE49-F238E27FC236}">
                <a16:creationId xmlns:a16="http://schemas.microsoft.com/office/drawing/2014/main" id="{CE3E3C6C-0AFB-4B32-BC47-B8ED333D3F08}"/>
              </a:ext>
            </a:extLst>
          </p:cNvPr>
          <p:cNvSpPr>
            <a:spLocks noGrp="1"/>
          </p:cNvSpPr>
          <p:nvPr/>
        </p:nvSpPr>
        <p:spPr>
          <a:xfrm>
            <a:off x="4383338" y="3721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6" name="data_4237">
            <a:extLst>
              <a:ext uri="{FF2B5EF4-FFF2-40B4-BE49-F238E27FC236}">
                <a16:creationId xmlns:a16="http://schemas.microsoft.com/office/drawing/2014/main" id="{43AEE178-FC1F-4AE3-9DAA-1DC8568D8289}"/>
              </a:ext>
            </a:extLst>
          </p:cNvPr>
          <p:cNvSpPr>
            <a:spLocks noGrp="1"/>
          </p:cNvSpPr>
          <p:nvPr/>
        </p:nvSpPr>
        <p:spPr>
          <a:xfrm>
            <a:off x="439647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7" name="data_4238">
            <a:extLst>
              <a:ext uri="{FF2B5EF4-FFF2-40B4-BE49-F238E27FC236}">
                <a16:creationId xmlns:a16="http://schemas.microsoft.com/office/drawing/2014/main" id="{63F53474-3B95-43EB-B607-29A7DE6675DB}"/>
              </a:ext>
            </a:extLst>
          </p:cNvPr>
          <p:cNvSpPr>
            <a:spLocks noGrp="1"/>
          </p:cNvSpPr>
          <p:nvPr/>
        </p:nvSpPr>
        <p:spPr>
          <a:xfrm>
            <a:off x="4275725" y="26831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8" name="data_4239">
            <a:extLst>
              <a:ext uri="{FF2B5EF4-FFF2-40B4-BE49-F238E27FC236}">
                <a16:creationId xmlns:a16="http://schemas.microsoft.com/office/drawing/2014/main" id="{DFABD3B8-B5A7-41F3-A5A7-257026F1D900}"/>
              </a:ext>
            </a:extLst>
          </p:cNvPr>
          <p:cNvSpPr>
            <a:spLocks noGrp="1"/>
          </p:cNvSpPr>
          <p:nvPr/>
        </p:nvSpPr>
        <p:spPr>
          <a:xfrm>
            <a:off x="439252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9" name="data_4240">
            <a:extLst>
              <a:ext uri="{FF2B5EF4-FFF2-40B4-BE49-F238E27FC236}">
                <a16:creationId xmlns:a16="http://schemas.microsoft.com/office/drawing/2014/main" id="{13E25D19-982C-4357-AEF8-EFF08CDA37D6}"/>
              </a:ext>
            </a:extLst>
          </p:cNvPr>
          <p:cNvSpPr>
            <a:spLocks noGrp="1"/>
          </p:cNvSpPr>
          <p:nvPr/>
        </p:nvSpPr>
        <p:spPr>
          <a:xfrm>
            <a:off x="4423520" y="2507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0" name="data_4241">
            <a:extLst>
              <a:ext uri="{FF2B5EF4-FFF2-40B4-BE49-F238E27FC236}">
                <a16:creationId xmlns:a16="http://schemas.microsoft.com/office/drawing/2014/main" id="{B65253F5-2FA5-48B2-B5B6-A8FD74BDE207}"/>
              </a:ext>
            </a:extLst>
          </p:cNvPr>
          <p:cNvSpPr>
            <a:spLocks noGrp="1"/>
          </p:cNvSpPr>
          <p:nvPr/>
        </p:nvSpPr>
        <p:spPr>
          <a:xfrm>
            <a:off x="4292360" y="2336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1" name="data_4242">
            <a:extLst>
              <a:ext uri="{FF2B5EF4-FFF2-40B4-BE49-F238E27FC236}">
                <a16:creationId xmlns:a16="http://schemas.microsoft.com/office/drawing/2014/main" id="{0493A7C9-0F45-42A7-A519-E09C27CD73C6}"/>
              </a:ext>
            </a:extLst>
          </p:cNvPr>
          <p:cNvSpPr>
            <a:spLocks noGrp="1"/>
          </p:cNvSpPr>
          <p:nvPr/>
        </p:nvSpPr>
        <p:spPr>
          <a:xfrm>
            <a:off x="4293579" y="3586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2" name="data_4243">
            <a:extLst>
              <a:ext uri="{FF2B5EF4-FFF2-40B4-BE49-F238E27FC236}">
                <a16:creationId xmlns:a16="http://schemas.microsoft.com/office/drawing/2014/main" id="{AD881A81-01AB-4DC2-BB75-75F8AEFE5806}"/>
              </a:ext>
            </a:extLst>
          </p:cNvPr>
          <p:cNvSpPr>
            <a:spLocks noGrp="1"/>
          </p:cNvSpPr>
          <p:nvPr/>
        </p:nvSpPr>
        <p:spPr>
          <a:xfrm>
            <a:off x="4433337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3" name="data_4244">
            <a:extLst>
              <a:ext uri="{FF2B5EF4-FFF2-40B4-BE49-F238E27FC236}">
                <a16:creationId xmlns:a16="http://schemas.microsoft.com/office/drawing/2014/main" id="{A7FC7FEC-9A46-44AA-B6F5-C0E5CC987686}"/>
              </a:ext>
            </a:extLst>
          </p:cNvPr>
          <p:cNvSpPr>
            <a:spLocks noGrp="1"/>
          </p:cNvSpPr>
          <p:nvPr/>
        </p:nvSpPr>
        <p:spPr>
          <a:xfrm>
            <a:off x="4323818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4" name="data_4245">
            <a:extLst>
              <a:ext uri="{FF2B5EF4-FFF2-40B4-BE49-F238E27FC236}">
                <a16:creationId xmlns:a16="http://schemas.microsoft.com/office/drawing/2014/main" id="{7D83F6F4-B6F0-4CB3-A5F5-E63F1BABF464}"/>
              </a:ext>
            </a:extLst>
          </p:cNvPr>
          <p:cNvSpPr>
            <a:spLocks noGrp="1"/>
          </p:cNvSpPr>
          <p:nvPr/>
        </p:nvSpPr>
        <p:spPr>
          <a:xfrm>
            <a:off x="430004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5" name="data_4246">
            <a:extLst>
              <a:ext uri="{FF2B5EF4-FFF2-40B4-BE49-F238E27FC236}">
                <a16:creationId xmlns:a16="http://schemas.microsoft.com/office/drawing/2014/main" id="{CAC92F20-0904-4987-B96E-F20D58CBB3E8}"/>
              </a:ext>
            </a:extLst>
          </p:cNvPr>
          <p:cNvSpPr>
            <a:spLocks noGrp="1"/>
          </p:cNvSpPr>
          <p:nvPr/>
        </p:nvSpPr>
        <p:spPr>
          <a:xfrm>
            <a:off x="442470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6" name="data_4247">
            <a:extLst>
              <a:ext uri="{FF2B5EF4-FFF2-40B4-BE49-F238E27FC236}">
                <a16:creationId xmlns:a16="http://schemas.microsoft.com/office/drawing/2014/main" id="{8D405CA4-2012-4E5C-AED0-87A6341F6B78}"/>
              </a:ext>
            </a:extLst>
          </p:cNvPr>
          <p:cNvSpPr>
            <a:spLocks noGrp="1"/>
          </p:cNvSpPr>
          <p:nvPr/>
        </p:nvSpPr>
        <p:spPr>
          <a:xfrm>
            <a:off x="4259816" y="22738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7" name="data_4248">
            <a:extLst>
              <a:ext uri="{FF2B5EF4-FFF2-40B4-BE49-F238E27FC236}">
                <a16:creationId xmlns:a16="http://schemas.microsoft.com/office/drawing/2014/main" id="{F7BFE321-AB20-4E7C-91BF-BC639B10B3BC}"/>
              </a:ext>
            </a:extLst>
          </p:cNvPr>
          <p:cNvSpPr>
            <a:spLocks noGrp="1"/>
          </p:cNvSpPr>
          <p:nvPr/>
        </p:nvSpPr>
        <p:spPr>
          <a:xfrm>
            <a:off x="4437435" y="34256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8" name="data_4249">
            <a:extLst>
              <a:ext uri="{FF2B5EF4-FFF2-40B4-BE49-F238E27FC236}">
                <a16:creationId xmlns:a16="http://schemas.microsoft.com/office/drawing/2014/main" id="{595F7542-125B-4835-A523-AC7024357D3B}"/>
              </a:ext>
            </a:extLst>
          </p:cNvPr>
          <p:cNvSpPr>
            <a:spLocks noGrp="1"/>
          </p:cNvSpPr>
          <p:nvPr/>
        </p:nvSpPr>
        <p:spPr>
          <a:xfrm>
            <a:off x="429070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9" name="data_4250">
            <a:extLst>
              <a:ext uri="{FF2B5EF4-FFF2-40B4-BE49-F238E27FC236}">
                <a16:creationId xmlns:a16="http://schemas.microsoft.com/office/drawing/2014/main" id="{24A50890-5C36-4A2B-9F43-B18C879BEF95}"/>
              </a:ext>
            </a:extLst>
          </p:cNvPr>
          <p:cNvSpPr>
            <a:spLocks noGrp="1"/>
          </p:cNvSpPr>
          <p:nvPr/>
        </p:nvSpPr>
        <p:spPr>
          <a:xfrm>
            <a:off x="4306408" y="2976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0" name="data_4251">
            <a:extLst>
              <a:ext uri="{FF2B5EF4-FFF2-40B4-BE49-F238E27FC236}">
                <a16:creationId xmlns:a16="http://schemas.microsoft.com/office/drawing/2014/main" id="{C28FC1F1-0F23-4DB4-9A39-167890EA4954}"/>
              </a:ext>
            </a:extLst>
          </p:cNvPr>
          <p:cNvSpPr>
            <a:spLocks noGrp="1"/>
          </p:cNvSpPr>
          <p:nvPr/>
        </p:nvSpPr>
        <p:spPr>
          <a:xfrm>
            <a:off x="4437587" y="25425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1" name="data_4252">
            <a:extLst>
              <a:ext uri="{FF2B5EF4-FFF2-40B4-BE49-F238E27FC236}">
                <a16:creationId xmlns:a16="http://schemas.microsoft.com/office/drawing/2014/main" id="{8811479D-4A73-431D-863D-8554AEAD99D8}"/>
              </a:ext>
            </a:extLst>
          </p:cNvPr>
          <p:cNvSpPr>
            <a:spLocks noGrp="1"/>
          </p:cNvSpPr>
          <p:nvPr/>
        </p:nvSpPr>
        <p:spPr>
          <a:xfrm>
            <a:off x="4396857" y="2976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2" name="data_4253">
            <a:extLst>
              <a:ext uri="{FF2B5EF4-FFF2-40B4-BE49-F238E27FC236}">
                <a16:creationId xmlns:a16="http://schemas.microsoft.com/office/drawing/2014/main" id="{90DEF760-948B-48B5-88EC-DD53205444FD}"/>
              </a:ext>
            </a:extLst>
          </p:cNvPr>
          <p:cNvSpPr>
            <a:spLocks noGrp="1"/>
          </p:cNvSpPr>
          <p:nvPr/>
        </p:nvSpPr>
        <p:spPr>
          <a:xfrm>
            <a:off x="428193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3" name="data_4254">
            <a:extLst>
              <a:ext uri="{FF2B5EF4-FFF2-40B4-BE49-F238E27FC236}">
                <a16:creationId xmlns:a16="http://schemas.microsoft.com/office/drawing/2014/main" id="{0C121B1C-C68A-4628-A728-AB8954341155}"/>
              </a:ext>
            </a:extLst>
          </p:cNvPr>
          <p:cNvSpPr>
            <a:spLocks noGrp="1"/>
          </p:cNvSpPr>
          <p:nvPr/>
        </p:nvSpPr>
        <p:spPr>
          <a:xfrm>
            <a:off x="4422810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4" name="data_4255">
            <a:extLst>
              <a:ext uri="{FF2B5EF4-FFF2-40B4-BE49-F238E27FC236}">
                <a16:creationId xmlns:a16="http://schemas.microsoft.com/office/drawing/2014/main" id="{A0779734-E953-4031-8445-4C14548BB277}"/>
              </a:ext>
            </a:extLst>
          </p:cNvPr>
          <p:cNvSpPr>
            <a:spLocks noGrp="1"/>
          </p:cNvSpPr>
          <p:nvPr/>
        </p:nvSpPr>
        <p:spPr>
          <a:xfrm>
            <a:off x="4387118" y="33117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5" name="data_4256">
            <a:extLst>
              <a:ext uri="{FF2B5EF4-FFF2-40B4-BE49-F238E27FC236}">
                <a16:creationId xmlns:a16="http://schemas.microsoft.com/office/drawing/2014/main" id="{E9763906-BA09-4255-B451-4B2D73AA4C77}"/>
              </a:ext>
            </a:extLst>
          </p:cNvPr>
          <p:cNvSpPr>
            <a:spLocks noGrp="1"/>
          </p:cNvSpPr>
          <p:nvPr/>
        </p:nvSpPr>
        <p:spPr>
          <a:xfrm>
            <a:off x="4391895" y="36461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6" name="data_4257">
            <a:extLst>
              <a:ext uri="{FF2B5EF4-FFF2-40B4-BE49-F238E27FC236}">
                <a16:creationId xmlns:a16="http://schemas.microsoft.com/office/drawing/2014/main" id="{5EC0C8EF-20B3-4727-AD40-09939E416714}"/>
              </a:ext>
            </a:extLst>
          </p:cNvPr>
          <p:cNvSpPr>
            <a:spLocks noGrp="1"/>
          </p:cNvSpPr>
          <p:nvPr/>
        </p:nvSpPr>
        <p:spPr>
          <a:xfrm>
            <a:off x="431721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7" name="data_4258">
            <a:extLst>
              <a:ext uri="{FF2B5EF4-FFF2-40B4-BE49-F238E27FC236}">
                <a16:creationId xmlns:a16="http://schemas.microsoft.com/office/drawing/2014/main" id="{11EFC8BD-90E4-46F4-B33A-682D4B27B0EE}"/>
              </a:ext>
            </a:extLst>
          </p:cNvPr>
          <p:cNvSpPr>
            <a:spLocks noGrp="1"/>
          </p:cNvSpPr>
          <p:nvPr/>
        </p:nvSpPr>
        <p:spPr>
          <a:xfrm>
            <a:off x="438709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8" name="data_4259">
            <a:extLst>
              <a:ext uri="{FF2B5EF4-FFF2-40B4-BE49-F238E27FC236}">
                <a16:creationId xmlns:a16="http://schemas.microsoft.com/office/drawing/2014/main" id="{C10FFB0E-9AC8-4BA8-9F98-333B234944FB}"/>
              </a:ext>
            </a:extLst>
          </p:cNvPr>
          <p:cNvSpPr>
            <a:spLocks noGrp="1"/>
          </p:cNvSpPr>
          <p:nvPr/>
        </p:nvSpPr>
        <p:spPr>
          <a:xfrm>
            <a:off x="4371681" y="3266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9" name="data_4260">
            <a:extLst>
              <a:ext uri="{FF2B5EF4-FFF2-40B4-BE49-F238E27FC236}">
                <a16:creationId xmlns:a16="http://schemas.microsoft.com/office/drawing/2014/main" id="{1FF7C39E-7C90-4C9B-886F-75D87D5528AF}"/>
              </a:ext>
            </a:extLst>
          </p:cNvPr>
          <p:cNvSpPr>
            <a:spLocks noGrp="1"/>
          </p:cNvSpPr>
          <p:nvPr/>
        </p:nvSpPr>
        <p:spPr>
          <a:xfrm>
            <a:off x="436989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0" name="data_4261">
            <a:extLst>
              <a:ext uri="{FF2B5EF4-FFF2-40B4-BE49-F238E27FC236}">
                <a16:creationId xmlns:a16="http://schemas.microsoft.com/office/drawing/2014/main" id="{1E98A9DE-E1B3-48AF-A2FB-EF37BFD34A03}"/>
              </a:ext>
            </a:extLst>
          </p:cNvPr>
          <p:cNvSpPr>
            <a:spLocks noGrp="1"/>
          </p:cNvSpPr>
          <p:nvPr/>
        </p:nvSpPr>
        <p:spPr>
          <a:xfrm>
            <a:off x="4318723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1" name="data_4262">
            <a:extLst>
              <a:ext uri="{FF2B5EF4-FFF2-40B4-BE49-F238E27FC236}">
                <a16:creationId xmlns:a16="http://schemas.microsoft.com/office/drawing/2014/main" id="{F427A0B4-EF08-4116-AD55-7FF60725F17D}"/>
              </a:ext>
            </a:extLst>
          </p:cNvPr>
          <p:cNvSpPr>
            <a:spLocks noGrp="1"/>
          </p:cNvSpPr>
          <p:nvPr/>
        </p:nvSpPr>
        <p:spPr>
          <a:xfrm>
            <a:off x="433612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2" name="data_4263">
            <a:extLst>
              <a:ext uri="{FF2B5EF4-FFF2-40B4-BE49-F238E27FC236}">
                <a16:creationId xmlns:a16="http://schemas.microsoft.com/office/drawing/2014/main" id="{FB684BC1-B745-446E-9EE8-A2750C097663}"/>
              </a:ext>
            </a:extLst>
          </p:cNvPr>
          <p:cNvSpPr>
            <a:spLocks noGrp="1"/>
          </p:cNvSpPr>
          <p:nvPr/>
        </p:nvSpPr>
        <p:spPr>
          <a:xfrm>
            <a:off x="4313745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3" name="data_4264">
            <a:extLst>
              <a:ext uri="{FF2B5EF4-FFF2-40B4-BE49-F238E27FC236}">
                <a16:creationId xmlns:a16="http://schemas.microsoft.com/office/drawing/2014/main" id="{15B6FAF1-F161-48DE-96CC-F7D457961C5F}"/>
              </a:ext>
            </a:extLst>
          </p:cNvPr>
          <p:cNvSpPr>
            <a:spLocks noGrp="1"/>
          </p:cNvSpPr>
          <p:nvPr/>
        </p:nvSpPr>
        <p:spPr>
          <a:xfrm>
            <a:off x="429559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4" name="data_4265">
            <a:extLst>
              <a:ext uri="{FF2B5EF4-FFF2-40B4-BE49-F238E27FC236}">
                <a16:creationId xmlns:a16="http://schemas.microsoft.com/office/drawing/2014/main" id="{F5D4DC4E-FDB2-423D-BDB8-B99B3194F991}"/>
              </a:ext>
            </a:extLst>
          </p:cNvPr>
          <p:cNvSpPr>
            <a:spLocks noGrp="1"/>
          </p:cNvSpPr>
          <p:nvPr/>
        </p:nvSpPr>
        <p:spPr>
          <a:xfrm>
            <a:off x="436976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5" name="data_4266">
            <a:extLst>
              <a:ext uri="{FF2B5EF4-FFF2-40B4-BE49-F238E27FC236}">
                <a16:creationId xmlns:a16="http://schemas.microsoft.com/office/drawing/2014/main" id="{F3101261-A5AC-4074-9B2D-8C808BFD64AF}"/>
              </a:ext>
            </a:extLst>
          </p:cNvPr>
          <p:cNvSpPr>
            <a:spLocks noGrp="1"/>
          </p:cNvSpPr>
          <p:nvPr/>
        </p:nvSpPr>
        <p:spPr>
          <a:xfrm>
            <a:off x="429303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6" name="data_4267">
            <a:extLst>
              <a:ext uri="{FF2B5EF4-FFF2-40B4-BE49-F238E27FC236}">
                <a16:creationId xmlns:a16="http://schemas.microsoft.com/office/drawing/2014/main" id="{2A28CFC5-64F4-4E9C-818A-86454DCD2F31}"/>
              </a:ext>
            </a:extLst>
          </p:cNvPr>
          <p:cNvSpPr>
            <a:spLocks noGrp="1"/>
          </p:cNvSpPr>
          <p:nvPr/>
        </p:nvSpPr>
        <p:spPr>
          <a:xfrm>
            <a:off x="4346936" y="2060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7" name="data_4268">
            <a:extLst>
              <a:ext uri="{FF2B5EF4-FFF2-40B4-BE49-F238E27FC236}">
                <a16:creationId xmlns:a16="http://schemas.microsoft.com/office/drawing/2014/main" id="{3F1EDA8F-DB06-4FCB-8FFB-7A13134D2EA9}"/>
              </a:ext>
            </a:extLst>
          </p:cNvPr>
          <p:cNvSpPr>
            <a:spLocks noGrp="1"/>
          </p:cNvSpPr>
          <p:nvPr/>
        </p:nvSpPr>
        <p:spPr>
          <a:xfrm>
            <a:off x="4307463" y="2676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8" name="data_4269">
            <a:extLst>
              <a:ext uri="{FF2B5EF4-FFF2-40B4-BE49-F238E27FC236}">
                <a16:creationId xmlns:a16="http://schemas.microsoft.com/office/drawing/2014/main" id="{6971C956-AB0C-4459-B16F-70A1844E942A}"/>
              </a:ext>
            </a:extLst>
          </p:cNvPr>
          <p:cNvSpPr>
            <a:spLocks noGrp="1"/>
          </p:cNvSpPr>
          <p:nvPr/>
        </p:nvSpPr>
        <p:spPr>
          <a:xfrm>
            <a:off x="4310390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9" name="data_4270">
            <a:extLst>
              <a:ext uri="{FF2B5EF4-FFF2-40B4-BE49-F238E27FC236}">
                <a16:creationId xmlns:a16="http://schemas.microsoft.com/office/drawing/2014/main" id="{7788DE5A-DC52-479F-BE12-DC10BA2DC1AE}"/>
              </a:ext>
            </a:extLst>
          </p:cNvPr>
          <p:cNvSpPr>
            <a:spLocks noGrp="1"/>
          </p:cNvSpPr>
          <p:nvPr/>
        </p:nvSpPr>
        <p:spPr>
          <a:xfrm>
            <a:off x="425985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0" name="data_4271">
            <a:extLst>
              <a:ext uri="{FF2B5EF4-FFF2-40B4-BE49-F238E27FC236}">
                <a16:creationId xmlns:a16="http://schemas.microsoft.com/office/drawing/2014/main" id="{7648A4BB-EBA9-4197-9B9D-5D72DB9C2F58}"/>
              </a:ext>
            </a:extLst>
          </p:cNvPr>
          <p:cNvSpPr>
            <a:spLocks noGrp="1"/>
          </p:cNvSpPr>
          <p:nvPr/>
        </p:nvSpPr>
        <p:spPr>
          <a:xfrm>
            <a:off x="432013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1" name="data_4272">
            <a:extLst>
              <a:ext uri="{FF2B5EF4-FFF2-40B4-BE49-F238E27FC236}">
                <a16:creationId xmlns:a16="http://schemas.microsoft.com/office/drawing/2014/main" id="{85FE76A6-D193-4754-835C-CDC38B75322C}"/>
              </a:ext>
            </a:extLst>
          </p:cNvPr>
          <p:cNvSpPr>
            <a:spLocks noGrp="1"/>
          </p:cNvSpPr>
          <p:nvPr/>
        </p:nvSpPr>
        <p:spPr>
          <a:xfrm>
            <a:off x="443813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2" name="data_4273">
            <a:extLst>
              <a:ext uri="{FF2B5EF4-FFF2-40B4-BE49-F238E27FC236}">
                <a16:creationId xmlns:a16="http://schemas.microsoft.com/office/drawing/2014/main" id="{521A5379-FEAB-4B13-B668-26C644E4127B}"/>
              </a:ext>
            </a:extLst>
          </p:cNvPr>
          <p:cNvSpPr>
            <a:spLocks noGrp="1"/>
          </p:cNvSpPr>
          <p:nvPr/>
        </p:nvSpPr>
        <p:spPr>
          <a:xfrm>
            <a:off x="433256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3" name="data_4274">
            <a:extLst>
              <a:ext uri="{FF2B5EF4-FFF2-40B4-BE49-F238E27FC236}">
                <a16:creationId xmlns:a16="http://schemas.microsoft.com/office/drawing/2014/main" id="{6AE9560A-3EE5-47CB-B45D-98A968A1D16A}"/>
              </a:ext>
            </a:extLst>
          </p:cNvPr>
          <p:cNvSpPr>
            <a:spLocks noGrp="1"/>
          </p:cNvSpPr>
          <p:nvPr/>
        </p:nvSpPr>
        <p:spPr>
          <a:xfrm>
            <a:off x="4393071" y="2494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4" name="data_4275">
            <a:extLst>
              <a:ext uri="{FF2B5EF4-FFF2-40B4-BE49-F238E27FC236}">
                <a16:creationId xmlns:a16="http://schemas.microsoft.com/office/drawing/2014/main" id="{6628E8AC-83EE-4122-AA7A-A4FA7EE63517}"/>
              </a:ext>
            </a:extLst>
          </p:cNvPr>
          <p:cNvSpPr>
            <a:spLocks noGrp="1"/>
          </p:cNvSpPr>
          <p:nvPr/>
        </p:nvSpPr>
        <p:spPr>
          <a:xfrm>
            <a:off x="4370744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5" name="data_4276">
            <a:extLst>
              <a:ext uri="{FF2B5EF4-FFF2-40B4-BE49-F238E27FC236}">
                <a16:creationId xmlns:a16="http://schemas.microsoft.com/office/drawing/2014/main" id="{74A2E44D-4C4A-4B21-86DB-216C77BF9CEA}"/>
              </a:ext>
            </a:extLst>
          </p:cNvPr>
          <p:cNvSpPr>
            <a:spLocks noGrp="1"/>
          </p:cNvSpPr>
          <p:nvPr/>
        </p:nvSpPr>
        <p:spPr>
          <a:xfrm>
            <a:off x="43575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6" name="data_4277">
            <a:extLst>
              <a:ext uri="{FF2B5EF4-FFF2-40B4-BE49-F238E27FC236}">
                <a16:creationId xmlns:a16="http://schemas.microsoft.com/office/drawing/2014/main" id="{28E0AFFB-104E-4311-B939-FD9D0F2B3B51}"/>
              </a:ext>
            </a:extLst>
          </p:cNvPr>
          <p:cNvSpPr>
            <a:spLocks noGrp="1"/>
          </p:cNvSpPr>
          <p:nvPr/>
        </p:nvSpPr>
        <p:spPr>
          <a:xfrm>
            <a:off x="4268693" y="23016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7" name="data_4278">
            <a:extLst>
              <a:ext uri="{FF2B5EF4-FFF2-40B4-BE49-F238E27FC236}">
                <a16:creationId xmlns:a16="http://schemas.microsoft.com/office/drawing/2014/main" id="{FAEA4764-194A-4197-92B8-CA5FABF7A28F}"/>
              </a:ext>
            </a:extLst>
          </p:cNvPr>
          <p:cNvSpPr>
            <a:spLocks noGrp="1"/>
          </p:cNvSpPr>
          <p:nvPr/>
        </p:nvSpPr>
        <p:spPr>
          <a:xfrm>
            <a:off x="441936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8" name="data_4279">
            <a:extLst>
              <a:ext uri="{FF2B5EF4-FFF2-40B4-BE49-F238E27FC236}">
                <a16:creationId xmlns:a16="http://schemas.microsoft.com/office/drawing/2014/main" id="{84E16AD8-FA16-4A9E-89A5-F79ADA50E50B}"/>
              </a:ext>
            </a:extLst>
          </p:cNvPr>
          <p:cNvSpPr>
            <a:spLocks noGrp="1"/>
          </p:cNvSpPr>
          <p:nvPr/>
        </p:nvSpPr>
        <p:spPr>
          <a:xfrm>
            <a:off x="440356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9" name="data_4280">
            <a:extLst>
              <a:ext uri="{FF2B5EF4-FFF2-40B4-BE49-F238E27FC236}">
                <a16:creationId xmlns:a16="http://schemas.microsoft.com/office/drawing/2014/main" id="{5A2B1865-5CEE-45C4-B7BF-3023014B5FD1}"/>
              </a:ext>
            </a:extLst>
          </p:cNvPr>
          <p:cNvSpPr>
            <a:spLocks noGrp="1"/>
          </p:cNvSpPr>
          <p:nvPr/>
        </p:nvSpPr>
        <p:spPr>
          <a:xfrm>
            <a:off x="4286825" y="19709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0" name="data_4281">
            <a:extLst>
              <a:ext uri="{FF2B5EF4-FFF2-40B4-BE49-F238E27FC236}">
                <a16:creationId xmlns:a16="http://schemas.microsoft.com/office/drawing/2014/main" id="{4898B6F8-6BBA-4F01-8CE8-7BFC97D6A440}"/>
              </a:ext>
            </a:extLst>
          </p:cNvPr>
          <p:cNvSpPr>
            <a:spLocks noGrp="1"/>
          </p:cNvSpPr>
          <p:nvPr/>
        </p:nvSpPr>
        <p:spPr>
          <a:xfrm>
            <a:off x="4393094" y="33088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1" name="data_4282">
            <a:extLst>
              <a:ext uri="{FF2B5EF4-FFF2-40B4-BE49-F238E27FC236}">
                <a16:creationId xmlns:a16="http://schemas.microsoft.com/office/drawing/2014/main" id="{E85221C3-BF29-4D8A-AC48-8073129D52AA}"/>
              </a:ext>
            </a:extLst>
          </p:cNvPr>
          <p:cNvSpPr>
            <a:spLocks noGrp="1"/>
          </p:cNvSpPr>
          <p:nvPr/>
        </p:nvSpPr>
        <p:spPr>
          <a:xfrm>
            <a:off x="4353908" y="2497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2" name="data_4283">
            <a:extLst>
              <a:ext uri="{FF2B5EF4-FFF2-40B4-BE49-F238E27FC236}">
                <a16:creationId xmlns:a16="http://schemas.microsoft.com/office/drawing/2014/main" id="{492F138A-8796-4DEF-9F8A-758EF6B517B4}"/>
              </a:ext>
            </a:extLst>
          </p:cNvPr>
          <p:cNvSpPr>
            <a:spLocks noGrp="1"/>
          </p:cNvSpPr>
          <p:nvPr/>
        </p:nvSpPr>
        <p:spPr>
          <a:xfrm>
            <a:off x="4324088" y="3620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3" name="data_4284">
            <a:extLst>
              <a:ext uri="{FF2B5EF4-FFF2-40B4-BE49-F238E27FC236}">
                <a16:creationId xmlns:a16="http://schemas.microsoft.com/office/drawing/2014/main" id="{07328922-A08A-483E-B332-171071003741}"/>
              </a:ext>
            </a:extLst>
          </p:cNvPr>
          <p:cNvSpPr>
            <a:spLocks noGrp="1"/>
          </p:cNvSpPr>
          <p:nvPr/>
        </p:nvSpPr>
        <p:spPr>
          <a:xfrm>
            <a:off x="4426788" y="36091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4" name="data_4285">
            <a:extLst>
              <a:ext uri="{FF2B5EF4-FFF2-40B4-BE49-F238E27FC236}">
                <a16:creationId xmlns:a16="http://schemas.microsoft.com/office/drawing/2014/main" id="{3D898AB1-93EC-458C-8010-56CAB392173C}"/>
              </a:ext>
            </a:extLst>
          </p:cNvPr>
          <p:cNvSpPr>
            <a:spLocks noGrp="1"/>
          </p:cNvSpPr>
          <p:nvPr/>
        </p:nvSpPr>
        <p:spPr>
          <a:xfrm>
            <a:off x="4361504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5" name="data_4286">
            <a:extLst>
              <a:ext uri="{FF2B5EF4-FFF2-40B4-BE49-F238E27FC236}">
                <a16:creationId xmlns:a16="http://schemas.microsoft.com/office/drawing/2014/main" id="{3BE8A63F-2CC6-4AA1-9E2F-CBF1CA289F6F}"/>
              </a:ext>
            </a:extLst>
          </p:cNvPr>
          <p:cNvSpPr>
            <a:spLocks noGrp="1"/>
          </p:cNvSpPr>
          <p:nvPr/>
        </p:nvSpPr>
        <p:spPr>
          <a:xfrm>
            <a:off x="4297154" y="3713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6" name="data_4287">
            <a:extLst>
              <a:ext uri="{FF2B5EF4-FFF2-40B4-BE49-F238E27FC236}">
                <a16:creationId xmlns:a16="http://schemas.microsoft.com/office/drawing/2014/main" id="{6D22C227-1CC0-4AB7-9128-D7BE93D0C889}"/>
              </a:ext>
            </a:extLst>
          </p:cNvPr>
          <p:cNvSpPr>
            <a:spLocks noGrp="1"/>
          </p:cNvSpPr>
          <p:nvPr/>
        </p:nvSpPr>
        <p:spPr>
          <a:xfrm>
            <a:off x="4431440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7" name="data_4288">
            <a:extLst>
              <a:ext uri="{FF2B5EF4-FFF2-40B4-BE49-F238E27FC236}">
                <a16:creationId xmlns:a16="http://schemas.microsoft.com/office/drawing/2014/main" id="{8C3D0326-A17F-4799-8DA7-C4B9CDC9B11C}"/>
              </a:ext>
            </a:extLst>
          </p:cNvPr>
          <p:cNvSpPr>
            <a:spLocks noGrp="1"/>
          </p:cNvSpPr>
          <p:nvPr/>
        </p:nvSpPr>
        <p:spPr>
          <a:xfrm>
            <a:off x="4279342" y="35059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8" name="data_4289">
            <a:extLst>
              <a:ext uri="{FF2B5EF4-FFF2-40B4-BE49-F238E27FC236}">
                <a16:creationId xmlns:a16="http://schemas.microsoft.com/office/drawing/2014/main" id="{A60E4694-C12D-411C-BF30-3DFC5AC0736B}"/>
              </a:ext>
            </a:extLst>
          </p:cNvPr>
          <p:cNvSpPr>
            <a:spLocks noGrp="1"/>
          </p:cNvSpPr>
          <p:nvPr/>
        </p:nvSpPr>
        <p:spPr>
          <a:xfrm>
            <a:off x="42604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9" name="data_4290">
            <a:extLst>
              <a:ext uri="{FF2B5EF4-FFF2-40B4-BE49-F238E27FC236}">
                <a16:creationId xmlns:a16="http://schemas.microsoft.com/office/drawing/2014/main" id="{4A45F35E-A26B-4411-92E6-F3627081654D}"/>
              </a:ext>
            </a:extLst>
          </p:cNvPr>
          <p:cNvSpPr>
            <a:spLocks noGrp="1"/>
          </p:cNvSpPr>
          <p:nvPr/>
        </p:nvSpPr>
        <p:spPr>
          <a:xfrm>
            <a:off x="435143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0" name="data_4291">
            <a:extLst>
              <a:ext uri="{FF2B5EF4-FFF2-40B4-BE49-F238E27FC236}">
                <a16:creationId xmlns:a16="http://schemas.microsoft.com/office/drawing/2014/main" id="{FCB74670-98D4-4AC9-822E-9352A3B4E791}"/>
              </a:ext>
            </a:extLst>
          </p:cNvPr>
          <p:cNvSpPr>
            <a:spLocks noGrp="1"/>
          </p:cNvSpPr>
          <p:nvPr/>
        </p:nvSpPr>
        <p:spPr>
          <a:xfrm>
            <a:off x="43213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1" name="data_4292">
            <a:extLst>
              <a:ext uri="{FF2B5EF4-FFF2-40B4-BE49-F238E27FC236}">
                <a16:creationId xmlns:a16="http://schemas.microsoft.com/office/drawing/2014/main" id="{46F1CB5E-6204-4E41-89DF-7A48890665C2}"/>
              </a:ext>
            </a:extLst>
          </p:cNvPr>
          <p:cNvSpPr>
            <a:spLocks noGrp="1"/>
          </p:cNvSpPr>
          <p:nvPr/>
        </p:nvSpPr>
        <p:spPr>
          <a:xfrm>
            <a:off x="434008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2" name="data_4293">
            <a:extLst>
              <a:ext uri="{FF2B5EF4-FFF2-40B4-BE49-F238E27FC236}">
                <a16:creationId xmlns:a16="http://schemas.microsoft.com/office/drawing/2014/main" id="{77207F09-F6C9-4E92-879E-09DEC80A1870}"/>
              </a:ext>
            </a:extLst>
          </p:cNvPr>
          <p:cNvSpPr>
            <a:spLocks noGrp="1"/>
          </p:cNvSpPr>
          <p:nvPr/>
        </p:nvSpPr>
        <p:spPr>
          <a:xfrm>
            <a:off x="4306390" y="29653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3" name="data_4294">
            <a:extLst>
              <a:ext uri="{FF2B5EF4-FFF2-40B4-BE49-F238E27FC236}">
                <a16:creationId xmlns:a16="http://schemas.microsoft.com/office/drawing/2014/main" id="{1FB25C99-DF6B-4DB5-9853-71198B18DE28}"/>
              </a:ext>
            </a:extLst>
          </p:cNvPr>
          <p:cNvSpPr>
            <a:spLocks noGrp="1"/>
          </p:cNvSpPr>
          <p:nvPr/>
        </p:nvSpPr>
        <p:spPr>
          <a:xfrm>
            <a:off x="4340833" y="3567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4" name="data_4295">
            <a:extLst>
              <a:ext uri="{FF2B5EF4-FFF2-40B4-BE49-F238E27FC236}">
                <a16:creationId xmlns:a16="http://schemas.microsoft.com/office/drawing/2014/main" id="{B939887C-B5DE-492A-9CD2-AAD51B9D55BE}"/>
              </a:ext>
            </a:extLst>
          </p:cNvPr>
          <p:cNvSpPr>
            <a:spLocks noGrp="1"/>
          </p:cNvSpPr>
          <p:nvPr/>
        </p:nvSpPr>
        <p:spPr>
          <a:xfrm>
            <a:off x="433824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5" name="data_4296">
            <a:extLst>
              <a:ext uri="{FF2B5EF4-FFF2-40B4-BE49-F238E27FC236}">
                <a16:creationId xmlns:a16="http://schemas.microsoft.com/office/drawing/2014/main" id="{E62DC2A8-234C-4437-A869-FF74646AD4B4}"/>
              </a:ext>
            </a:extLst>
          </p:cNvPr>
          <p:cNvSpPr>
            <a:spLocks noGrp="1"/>
          </p:cNvSpPr>
          <p:nvPr/>
        </p:nvSpPr>
        <p:spPr>
          <a:xfrm>
            <a:off x="4409898" y="2270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6" name="data_4297">
            <a:extLst>
              <a:ext uri="{FF2B5EF4-FFF2-40B4-BE49-F238E27FC236}">
                <a16:creationId xmlns:a16="http://schemas.microsoft.com/office/drawing/2014/main" id="{8BD1171C-6A66-4325-AA69-550F299002B3}"/>
              </a:ext>
            </a:extLst>
          </p:cNvPr>
          <p:cNvSpPr>
            <a:spLocks noGrp="1"/>
          </p:cNvSpPr>
          <p:nvPr/>
        </p:nvSpPr>
        <p:spPr>
          <a:xfrm>
            <a:off x="4397276" y="3131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7" name="data_4298">
            <a:extLst>
              <a:ext uri="{FF2B5EF4-FFF2-40B4-BE49-F238E27FC236}">
                <a16:creationId xmlns:a16="http://schemas.microsoft.com/office/drawing/2014/main" id="{18F1FBB2-86BD-445D-8648-ED9175CDD20D}"/>
              </a:ext>
            </a:extLst>
          </p:cNvPr>
          <p:cNvSpPr>
            <a:spLocks noGrp="1"/>
          </p:cNvSpPr>
          <p:nvPr/>
        </p:nvSpPr>
        <p:spPr>
          <a:xfrm>
            <a:off x="4365678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8" name="data_4299">
            <a:extLst>
              <a:ext uri="{FF2B5EF4-FFF2-40B4-BE49-F238E27FC236}">
                <a16:creationId xmlns:a16="http://schemas.microsoft.com/office/drawing/2014/main" id="{80394955-2D1E-43C2-BE69-E2305EC5D202}"/>
              </a:ext>
            </a:extLst>
          </p:cNvPr>
          <p:cNvSpPr>
            <a:spLocks noGrp="1"/>
          </p:cNvSpPr>
          <p:nvPr/>
        </p:nvSpPr>
        <p:spPr>
          <a:xfrm>
            <a:off x="4407385" y="203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9" name="data_4300">
            <a:extLst>
              <a:ext uri="{FF2B5EF4-FFF2-40B4-BE49-F238E27FC236}">
                <a16:creationId xmlns:a16="http://schemas.microsoft.com/office/drawing/2014/main" id="{FD33A572-829D-4CEB-A0D8-C92BEBA6915B}"/>
              </a:ext>
            </a:extLst>
          </p:cNvPr>
          <p:cNvSpPr>
            <a:spLocks noGrp="1"/>
          </p:cNvSpPr>
          <p:nvPr/>
        </p:nvSpPr>
        <p:spPr>
          <a:xfrm>
            <a:off x="431501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0" name="data_4301">
            <a:extLst>
              <a:ext uri="{FF2B5EF4-FFF2-40B4-BE49-F238E27FC236}">
                <a16:creationId xmlns:a16="http://schemas.microsoft.com/office/drawing/2014/main" id="{108C2273-F4BB-4B14-A633-B55FFF0123FD}"/>
              </a:ext>
            </a:extLst>
          </p:cNvPr>
          <p:cNvSpPr>
            <a:spLocks noGrp="1"/>
          </p:cNvSpPr>
          <p:nvPr/>
        </p:nvSpPr>
        <p:spPr>
          <a:xfrm>
            <a:off x="4275556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1" name="data_4302">
            <a:extLst>
              <a:ext uri="{FF2B5EF4-FFF2-40B4-BE49-F238E27FC236}">
                <a16:creationId xmlns:a16="http://schemas.microsoft.com/office/drawing/2014/main" id="{C5290072-43A6-4681-8ADD-60FB0227DFFA}"/>
              </a:ext>
            </a:extLst>
          </p:cNvPr>
          <p:cNvSpPr>
            <a:spLocks noGrp="1"/>
          </p:cNvSpPr>
          <p:nvPr/>
        </p:nvSpPr>
        <p:spPr>
          <a:xfrm>
            <a:off x="4386097" y="3719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2" name="data_4303">
            <a:extLst>
              <a:ext uri="{FF2B5EF4-FFF2-40B4-BE49-F238E27FC236}">
                <a16:creationId xmlns:a16="http://schemas.microsoft.com/office/drawing/2014/main" id="{6C8BAE55-1DA2-4E6E-82EA-E66C0CCAE078}"/>
              </a:ext>
            </a:extLst>
          </p:cNvPr>
          <p:cNvSpPr>
            <a:spLocks noGrp="1"/>
          </p:cNvSpPr>
          <p:nvPr/>
        </p:nvSpPr>
        <p:spPr>
          <a:xfrm>
            <a:off x="434934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3" name="data_4304">
            <a:extLst>
              <a:ext uri="{FF2B5EF4-FFF2-40B4-BE49-F238E27FC236}">
                <a16:creationId xmlns:a16="http://schemas.microsoft.com/office/drawing/2014/main" id="{F2A1AB3D-1205-4BFA-88A4-57C3A6E33400}"/>
              </a:ext>
            </a:extLst>
          </p:cNvPr>
          <p:cNvSpPr>
            <a:spLocks noGrp="1"/>
          </p:cNvSpPr>
          <p:nvPr/>
        </p:nvSpPr>
        <p:spPr>
          <a:xfrm>
            <a:off x="4364027" y="29439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4" name="data_4305">
            <a:extLst>
              <a:ext uri="{FF2B5EF4-FFF2-40B4-BE49-F238E27FC236}">
                <a16:creationId xmlns:a16="http://schemas.microsoft.com/office/drawing/2014/main" id="{C0A8D56E-5AF1-4E4C-B619-7E0A77066AF1}"/>
              </a:ext>
            </a:extLst>
          </p:cNvPr>
          <p:cNvSpPr>
            <a:spLocks noGrp="1"/>
          </p:cNvSpPr>
          <p:nvPr/>
        </p:nvSpPr>
        <p:spPr>
          <a:xfrm>
            <a:off x="4326656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5" name="data_4306">
            <a:extLst>
              <a:ext uri="{FF2B5EF4-FFF2-40B4-BE49-F238E27FC236}">
                <a16:creationId xmlns:a16="http://schemas.microsoft.com/office/drawing/2014/main" id="{930E5678-53DD-40E8-97A4-34FD310CD42B}"/>
              </a:ext>
            </a:extLst>
          </p:cNvPr>
          <p:cNvSpPr>
            <a:spLocks noGrp="1"/>
          </p:cNvSpPr>
          <p:nvPr/>
        </p:nvSpPr>
        <p:spPr>
          <a:xfrm>
            <a:off x="4326369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6" name="data_4307">
            <a:extLst>
              <a:ext uri="{FF2B5EF4-FFF2-40B4-BE49-F238E27FC236}">
                <a16:creationId xmlns:a16="http://schemas.microsoft.com/office/drawing/2014/main" id="{9CC7F070-B99D-444B-83EA-E5B820AEE7DA}"/>
              </a:ext>
            </a:extLst>
          </p:cNvPr>
          <p:cNvSpPr>
            <a:spLocks noGrp="1"/>
          </p:cNvSpPr>
          <p:nvPr/>
        </p:nvSpPr>
        <p:spPr>
          <a:xfrm>
            <a:off x="4371195" y="25341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7" name="data_4308">
            <a:extLst>
              <a:ext uri="{FF2B5EF4-FFF2-40B4-BE49-F238E27FC236}">
                <a16:creationId xmlns:a16="http://schemas.microsoft.com/office/drawing/2014/main" id="{784650D3-D478-409F-A01D-592D655E18F4}"/>
              </a:ext>
            </a:extLst>
          </p:cNvPr>
          <p:cNvSpPr>
            <a:spLocks noGrp="1"/>
          </p:cNvSpPr>
          <p:nvPr/>
        </p:nvSpPr>
        <p:spPr>
          <a:xfrm>
            <a:off x="4273201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8" name="data_4309">
            <a:extLst>
              <a:ext uri="{FF2B5EF4-FFF2-40B4-BE49-F238E27FC236}">
                <a16:creationId xmlns:a16="http://schemas.microsoft.com/office/drawing/2014/main" id="{4814D82B-27C5-478F-A238-25ACA79CD0C8}"/>
              </a:ext>
            </a:extLst>
          </p:cNvPr>
          <p:cNvSpPr>
            <a:spLocks noGrp="1"/>
          </p:cNvSpPr>
          <p:nvPr/>
        </p:nvSpPr>
        <p:spPr>
          <a:xfrm>
            <a:off x="4340596" y="24221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9" name="data_4310">
            <a:extLst>
              <a:ext uri="{FF2B5EF4-FFF2-40B4-BE49-F238E27FC236}">
                <a16:creationId xmlns:a16="http://schemas.microsoft.com/office/drawing/2014/main" id="{E2F1E2C5-BF7E-45F0-988D-615D288E6684}"/>
              </a:ext>
            </a:extLst>
          </p:cNvPr>
          <p:cNvSpPr>
            <a:spLocks noGrp="1"/>
          </p:cNvSpPr>
          <p:nvPr/>
        </p:nvSpPr>
        <p:spPr>
          <a:xfrm>
            <a:off x="4431846" y="35173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0" name="data_4311">
            <a:extLst>
              <a:ext uri="{FF2B5EF4-FFF2-40B4-BE49-F238E27FC236}">
                <a16:creationId xmlns:a16="http://schemas.microsoft.com/office/drawing/2014/main" id="{B6CECDC0-9677-42CD-9566-BA2A6BFD55BD}"/>
              </a:ext>
            </a:extLst>
          </p:cNvPr>
          <p:cNvSpPr>
            <a:spLocks noGrp="1"/>
          </p:cNvSpPr>
          <p:nvPr/>
        </p:nvSpPr>
        <p:spPr>
          <a:xfrm>
            <a:off x="427512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1" name="data_4312">
            <a:extLst>
              <a:ext uri="{FF2B5EF4-FFF2-40B4-BE49-F238E27FC236}">
                <a16:creationId xmlns:a16="http://schemas.microsoft.com/office/drawing/2014/main" id="{9B24E27A-60C0-4598-8092-78910B2C54C9}"/>
              </a:ext>
            </a:extLst>
          </p:cNvPr>
          <p:cNvSpPr>
            <a:spLocks noGrp="1"/>
          </p:cNvSpPr>
          <p:nvPr/>
        </p:nvSpPr>
        <p:spPr>
          <a:xfrm>
            <a:off x="440745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2" name="data_4313">
            <a:extLst>
              <a:ext uri="{FF2B5EF4-FFF2-40B4-BE49-F238E27FC236}">
                <a16:creationId xmlns:a16="http://schemas.microsoft.com/office/drawing/2014/main" id="{B81F8CF5-6747-4BE1-A444-3142BA0B91E0}"/>
              </a:ext>
            </a:extLst>
          </p:cNvPr>
          <p:cNvSpPr>
            <a:spLocks noGrp="1"/>
          </p:cNvSpPr>
          <p:nvPr/>
        </p:nvSpPr>
        <p:spPr>
          <a:xfrm>
            <a:off x="4264233" y="3518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3" name="data_4314">
            <a:extLst>
              <a:ext uri="{FF2B5EF4-FFF2-40B4-BE49-F238E27FC236}">
                <a16:creationId xmlns:a16="http://schemas.microsoft.com/office/drawing/2014/main" id="{B2AA3F4F-20D1-4241-8EA7-76E8F7E074E1}"/>
              </a:ext>
            </a:extLst>
          </p:cNvPr>
          <p:cNvSpPr>
            <a:spLocks noGrp="1"/>
          </p:cNvSpPr>
          <p:nvPr/>
        </p:nvSpPr>
        <p:spPr>
          <a:xfrm>
            <a:off x="4285939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4" name="data_4315">
            <a:extLst>
              <a:ext uri="{FF2B5EF4-FFF2-40B4-BE49-F238E27FC236}">
                <a16:creationId xmlns:a16="http://schemas.microsoft.com/office/drawing/2014/main" id="{EA969CEE-F9B6-42A5-8A26-2D56B5F134EB}"/>
              </a:ext>
            </a:extLst>
          </p:cNvPr>
          <p:cNvSpPr>
            <a:spLocks noGrp="1"/>
          </p:cNvSpPr>
          <p:nvPr/>
        </p:nvSpPr>
        <p:spPr>
          <a:xfrm>
            <a:off x="431886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5" name="data_4316">
            <a:extLst>
              <a:ext uri="{FF2B5EF4-FFF2-40B4-BE49-F238E27FC236}">
                <a16:creationId xmlns:a16="http://schemas.microsoft.com/office/drawing/2014/main" id="{E5E8A50C-0B8E-4044-9256-6FE5C0B895DB}"/>
              </a:ext>
            </a:extLst>
          </p:cNvPr>
          <p:cNvSpPr>
            <a:spLocks noGrp="1"/>
          </p:cNvSpPr>
          <p:nvPr/>
        </p:nvSpPr>
        <p:spPr>
          <a:xfrm>
            <a:off x="433545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6" name="data_4317">
            <a:extLst>
              <a:ext uri="{FF2B5EF4-FFF2-40B4-BE49-F238E27FC236}">
                <a16:creationId xmlns:a16="http://schemas.microsoft.com/office/drawing/2014/main" id="{E6AEADC4-2167-42FE-BC37-F3EBC088A6CF}"/>
              </a:ext>
            </a:extLst>
          </p:cNvPr>
          <p:cNvSpPr>
            <a:spLocks noGrp="1"/>
          </p:cNvSpPr>
          <p:nvPr/>
        </p:nvSpPr>
        <p:spPr>
          <a:xfrm>
            <a:off x="430196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7" name="data_4318">
            <a:extLst>
              <a:ext uri="{FF2B5EF4-FFF2-40B4-BE49-F238E27FC236}">
                <a16:creationId xmlns:a16="http://schemas.microsoft.com/office/drawing/2014/main" id="{57EB7614-1896-4128-8B6D-91B0AB603C52}"/>
              </a:ext>
            </a:extLst>
          </p:cNvPr>
          <p:cNvSpPr>
            <a:spLocks noGrp="1"/>
          </p:cNvSpPr>
          <p:nvPr/>
        </p:nvSpPr>
        <p:spPr>
          <a:xfrm>
            <a:off x="4319252" y="3273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8" name="data_4319">
            <a:extLst>
              <a:ext uri="{FF2B5EF4-FFF2-40B4-BE49-F238E27FC236}">
                <a16:creationId xmlns:a16="http://schemas.microsoft.com/office/drawing/2014/main" id="{B4CA696B-E234-4AA2-B33B-6F22DB09A14C}"/>
              </a:ext>
            </a:extLst>
          </p:cNvPr>
          <p:cNvSpPr>
            <a:spLocks noGrp="1"/>
          </p:cNvSpPr>
          <p:nvPr/>
        </p:nvSpPr>
        <p:spPr>
          <a:xfrm>
            <a:off x="4362116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9" name="data_4320">
            <a:extLst>
              <a:ext uri="{FF2B5EF4-FFF2-40B4-BE49-F238E27FC236}">
                <a16:creationId xmlns:a16="http://schemas.microsoft.com/office/drawing/2014/main" id="{546152B8-CED4-4823-9D0B-79867D19E44D}"/>
              </a:ext>
            </a:extLst>
          </p:cNvPr>
          <p:cNvSpPr>
            <a:spLocks noGrp="1"/>
          </p:cNvSpPr>
          <p:nvPr/>
        </p:nvSpPr>
        <p:spPr>
          <a:xfrm>
            <a:off x="428327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0" name="data_4321">
            <a:extLst>
              <a:ext uri="{FF2B5EF4-FFF2-40B4-BE49-F238E27FC236}">
                <a16:creationId xmlns:a16="http://schemas.microsoft.com/office/drawing/2014/main" id="{D9ECED3E-52C8-4B84-BE16-12B87186297D}"/>
              </a:ext>
            </a:extLst>
          </p:cNvPr>
          <p:cNvSpPr>
            <a:spLocks noGrp="1"/>
          </p:cNvSpPr>
          <p:nvPr/>
        </p:nvSpPr>
        <p:spPr>
          <a:xfrm>
            <a:off x="438178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1" name="data_4322">
            <a:extLst>
              <a:ext uri="{FF2B5EF4-FFF2-40B4-BE49-F238E27FC236}">
                <a16:creationId xmlns:a16="http://schemas.microsoft.com/office/drawing/2014/main" id="{BDB3A525-7501-4378-BB4D-1480EBC3649F}"/>
              </a:ext>
            </a:extLst>
          </p:cNvPr>
          <p:cNvSpPr>
            <a:spLocks noGrp="1"/>
          </p:cNvSpPr>
          <p:nvPr/>
        </p:nvSpPr>
        <p:spPr>
          <a:xfrm>
            <a:off x="4299916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2" name="data_4323">
            <a:extLst>
              <a:ext uri="{FF2B5EF4-FFF2-40B4-BE49-F238E27FC236}">
                <a16:creationId xmlns:a16="http://schemas.microsoft.com/office/drawing/2014/main" id="{9C0636D5-27C5-416A-A36C-205E8FDA5F8F}"/>
              </a:ext>
            </a:extLst>
          </p:cNvPr>
          <p:cNvSpPr>
            <a:spLocks noGrp="1"/>
          </p:cNvSpPr>
          <p:nvPr/>
        </p:nvSpPr>
        <p:spPr>
          <a:xfrm>
            <a:off x="4291571" y="3532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3" name="data_4324">
            <a:extLst>
              <a:ext uri="{FF2B5EF4-FFF2-40B4-BE49-F238E27FC236}">
                <a16:creationId xmlns:a16="http://schemas.microsoft.com/office/drawing/2014/main" id="{C8233599-6DF3-411A-A4F0-089571ED3363}"/>
              </a:ext>
            </a:extLst>
          </p:cNvPr>
          <p:cNvSpPr>
            <a:spLocks noGrp="1"/>
          </p:cNvSpPr>
          <p:nvPr/>
        </p:nvSpPr>
        <p:spPr>
          <a:xfrm>
            <a:off x="4424949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4" name="data_4325">
            <a:extLst>
              <a:ext uri="{FF2B5EF4-FFF2-40B4-BE49-F238E27FC236}">
                <a16:creationId xmlns:a16="http://schemas.microsoft.com/office/drawing/2014/main" id="{38767E9D-C5B7-4EA8-94FD-0590EEE326F7}"/>
              </a:ext>
            </a:extLst>
          </p:cNvPr>
          <p:cNvSpPr>
            <a:spLocks noGrp="1"/>
          </p:cNvSpPr>
          <p:nvPr/>
        </p:nvSpPr>
        <p:spPr>
          <a:xfrm>
            <a:off x="4377413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5" name="data_4326">
            <a:extLst>
              <a:ext uri="{FF2B5EF4-FFF2-40B4-BE49-F238E27FC236}">
                <a16:creationId xmlns:a16="http://schemas.microsoft.com/office/drawing/2014/main" id="{185288BE-F553-4464-8C33-5AE5340DD633}"/>
              </a:ext>
            </a:extLst>
          </p:cNvPr>
          <p:cNvSpPr>
            <a:spLocks noGrp="1"/>
          </p:cNvSpPr>
          <p:nvPr/>
        </p:nvSpPr>
        <p:spPr>
          <a:xfrm>
            <a:off x="4341661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6" name="data_4327">
            <a:extLst>
              <a:ext uri="{FF2B5EF4-FFF2-40B4-BE49-F238E27FC236}">
                <a16:creationId xmlns:a16="http://schemas.microsoft.com/office/drawing/2014/main" id="{92501E05-A356-42D6-96E2-E192667C24B0}"/>
              </a:ext>
            </a:extLst>
          </p:cNvPr>
          <p:cNvSpPr>
            <a:spLocks noGrp="1"/>
          </p:cNvSpPr>
          <p:nvPr/>
        </p:nvSpPr>
        <p:spPr>
          <a:xfrm>
            <a:off x="4403096" y="28396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7" name="data_4328">
            <a:extLst>
              <a:ext uri="{FF2B5EF4-FFF2-40B4-BE49-F238E27FC236}">
                <a16:creationId xmlns:a16="http://schemas.microsoft.com/office/drawing/2014/main" id="{50C258D8-1B81-4070-AEB8-EFD2590DEFF6}"/>
              </a:ext>
            </a:extLst>
          </p:cNvPr>
          <p:cNvSpPr>
            <a:spLocks noGrp="1"/>
          </p:cNvSpPr>
          <p:nvPr/>
        </p:nvSpPr>
        <p:spPr>
          <a:xfrm>
            <a:off x="4301253" y="29867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8" name="data_4329">
            <a:extLst>
              <a:ext uri="{FF2B5EF4-FFF2-40B4-BE49-F238E27FC236}">
                <a16:creationId xmlns:a16="http://schemas.microsoft.com/office/drawing/2014/main" id="{F47AC831-A287-4658-9CF5-1EFE566B7D84}"/>
              </a:ext>
            </a:extLst>
          </p:cNvPr>
          <p:cNvSpPr>
            <a:spLocks noGrp="1"/>
          </p:cNvSpPr>
          <p:nvPr/>
        </p:nvSpPr>
        <p:spPr>
          <a:xfrm>
            <a:off x="43431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9" name="data_4330">
            <a:extLst>
              <a:ext uri="{FF2B5EF4-FFF2-40B4-BE49-F238E27FC236}">
                <a16:creationId xmlns:a16="http://schemas.microsoft.com/office/drawing/2014/main" id="{9FD9D1E1-46D8-40F3-987C-2BF852A6A72D}"/>
              </a:ext>
            </a:extLst>
          </p:cNvPr>
          <p:cNvSpPr>
            <a:spLocks noGrp="1"/>
          </p:cNvSpPr>
          <p:nvPr/>
        </p:nvSpPr>
        <p:spPr>
          <a:xfrm>
            <a:off x="439421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0" name="data_4331">
            <a:extLst>
              <a:ext uri="{FF2B5EF4-FFF2-40B4-BE49-F238E27FC236}">
                <a16:creationId xmlns:a16="http://schemas.microsoft.com/office/drawing/2014/main" id="{C95FBE26-EB5A-444E-BBBC-E622F968857A}"/>
              </a:ext>
            </a:extLst>
          </p:cNvPr>
          <p:cNvSpPr>
            <a:spLocks noGrp="1"/>
          </p:cNvSpPr>
          <p:nvPr/>
        </p:nvSpPr>
        <p:spPr>
          <a:xfrm>
            <a:off x="4366323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1" name="data_4332">
            <a:extLst>
              <a:ext uri="{FF2B5EF4-FFF2-40B4-BE49-F238E27FC236}">
                <a16:creationId xmlns:a16="http://schemas.microsoft.com/office/drawing/2014/main" id="{C1E24420-FD74-4796-BC0E-931A121B2A12}"/>
              </a:ext>
            </a:extLst>
          </p:cNvPr>
          <p:cNvSpPr>
            <a:spLocks noGrp="1"/>
          </p:cNvSpPr>
          <p:nvPr/>
        </p:nvSpPr>
        <p:spPr>
          <a:xfrm>
            <a:off x="430142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2" name="data_4333">
            <a:extLst>
              <a:ext uri="{FF2B5EF4-FFF2-40B4-BE49-F238E27FC236}">
                <a16:creationId xmlns:a16="http://schemas.microsoft.com/office/drawing/2014/main" id="{1949C9E5-AB93-4459-8640-897734294922}"/>
              </a:ext>
            </a:extLst>
          </p:cNvPr>
          <p:cNvSpPr>
            <a:spLocks noGrp="1"/>
          </p:cNvSpPr>
          <p:nvPr/>
        </p:nvSpPr>
        <p:spPr>
          <a:xfrm>
            <a:off x="4359531" y="24381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3" name="data_4334">
            <a:extLst>
              <a:ext uri="{FF2B5EF4-FFF2-40B4-BE49-F238E27FC236}">
                <a16:creationId xmlns:a16="http://schemas.microsoft.com/office/drawing/2014/main" id="{05A91D2E-9F22-4D6C-BE13-BDA0872F6390}"/>
              </a:ext>
            </a:extLst>
          </p:cNvPr>
          <p:cNvSpPr>
            <a:spLocks noGrp="1"/>
          </p:cNvSpPr>
          <p:nvPr/>
        </p:nvSpPr>
        <p:spPr>
          <a:xfrm>
            <a:off x="4327052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4" name="data_4335">
            <a:extLst>
              <a:ext uri="{FF2B5EF4-FFF2-40B4-BE49-F238E27FC236}">
                <a16:creationId xmlns:a16="http://schemas.microsoft.com/office/drawing/2014/main" id="{CD6F0BB4-C2D9-4D5D-939A-CB9E6B15ED33}"/>
              </a:ext>
            </a:extLst>
          </p:cNvPr>
          <p:cNvSpPr>
            <a:spLocks noGrp="1"/>
          </p:cNvSpPr>
          <p:nvPr/>
        </p:nvSpPr>
        <p:spPr>
          <a:xfrm>
            <a:off x="4319331" y="27299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5" name="data_4336">
            <a:extLst>
              <a:ext uri="{FF2B5EF4-FFF2-40B4-BE49-F238E27FC236}">
                <a16:creationId xmlns:a16="http://schemas.microsoft.com/office/drawing/2014/main" id="{494E71BB-B0B2-4F2F-8BDE-3FBB823E4BD8}"/>
              </a:ext>
            </a:extLst>
          </p:cNvPr>
          <p:cNvSpPr>
            <a:spLocks noGrp="1"/>
          </p:cNvSpPr>
          <p:nvPr/>
        </p:nvSpPr>
        <p:spPr>
          <a:xfrm>
            <a:off x="4289719" y="2398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6" name="data_4337">
            <a:extLst>
              <a:ext uri="{FF2B5EF4-FFF2-40B4-BE49-F238E27FC236}">
                <a16:creationId xmlns:a16="http://schemas.microsoft.com/office/drawing/2014/main" id="{87386F0C-115D-4B34-8FE2-DA325C92C867}"/>
              </a:ext>
            </a:extLst>
          </p:cNvPr>
          <p:cNvSpPr>
            <a:spLocks noGrp="1"/>
          </p:cNvSpPr>
          <p:nvPr/>
        </p:nvSpPr>
        <p:spPr>
          <a:xfrm>
            <a:off x="443059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7" name="data_4338">
            <a:extLst>
              <a:ext uri="{FF2B5EF4-FFF2-40B4-BE49-F238E27FC236}">
                <a16:creationId xmlns:a16="http://schemas.microsoft.com/office/drawing/2014/main" id="{2F5181A9-62AD-4FC6-BB3C-F07E91BEEB79}"/>
              </a:ext>
            </a:extLst>
          </p:cNvPr>
          <p:cNvSpPr>
            <a:spLocks noGrp="1"/>
          </p:cNvSpPr>
          <p:nvPr/>
        </p:nvSpPr>
        <p:spPr>
          <a:xfrm>
            <a:off x="434645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8" name="data_4339">
            <a:extLst>
              <a:ext uri="{FF2B5EF4-FFF2-40B4-BE49-F238E27FC236}">
                <a16:creationId xmlns:a16="http://schemas.microsoft.com/office/drawing/2014/main" id="{8301A940-96FB-4B25-8EC4-B212949A1A47}"/>
              </a:ext>
            </a:extLst>
          </p:cNvPr>
          <p:cNvSpPr>
            <a:spLocks noGrp="1"/>
          </p:cNvSpPr>
          <p:nvPr/>
        </p:nvSpPr>
        <p:spPr>
          <a:xfrm>
            <a:off x="441762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9" name="data_4340">
            <a:extLst>
              <a:ext uri="{FF2B5EF4-FFF2-40B4-BE49-F238E27FC236}">
                <a16:creationId xmlns:a16="http://schemas.microsoft.com/office/drawing/2014/main" id="{17958F22-36BB-4D98-9515-8EF215301B46}"/>
              </a:ext>
            </a:extLst>
          </p:cNvPr>
          <p:cNvSpPr>
            <a:spLocks noGrp="1"/>
          </p:cNvSpPr>
          <p:nvPr/>
        </p:nvSpPr>
        <p:spPr>
          <a:xfrm>
            <a:off x="4345919" y="2370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0" name="data_4341">
            <a:extLst>
              <a:ext uri="{FF2B5EF4-FFF2-40B4-BE49-F238E27FC236}">
                <a16:creationId xmlns:a16="http://schemas.microsoft.com/office/drawing/2014/main" id="{4D0B7177-A663-440E-81D0-D6C6D61856B7}"/>
              </a:ext>
            </a:extLst>
          </p:cNvPr>
          <p:cNvSpPr>
            <a:spLocks noGrp="1"/>
          </p:cNvSpPr>
          <p:nvPr/>
        </p:nvSpPr>
        <p:spPr>
          <a:xfrm>
            <a:off x="4409283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1" name="data_4342">
            <a:extLst>
              <a:ext uri="{FF2B5EF4-FFF2-40B4-BE49-F238E27FC236}">
                <a16:creationId xmlns:a16="http://schemas.microsoft.com/office/drawing/2014/main" id="{74A86251-312D-4E56-886F-96BD7539F764}"/>
              </a:ext>
            </a:extLst>
          </p:cNvPr>
          <p:cNvSpPr>
            <a:spLocks noGrp="1"/>
          </p:cNvSpPr>
          <p:nvPr/>
        </p:nvSpPr>
        <p:spPr>
          <a:xfrm>
            <a:off x="4322872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2" name="data_4343">
            <a:extLst>
              <a:ext uri="{FF2B5EF4-FFF2-40B4-BE49-F238E27FC236}">
                <a16:creationId xmlns:a16="http://schemas.microsoft.com/office/drawing/2014/main" id="{3FE8FD38-74D9-453B-B363-59025B356501}"/>
              </a:ext>
            </a:extLst>
          </p:cNvPr>
          <p:cNvSpPr>
            <a:spLocks noGrp="1"/>
          </p:cNvSpPr>
          <p:nvPr/>
        </p:nvSpPr>
        <p:spPr>
          <a:xfrm>
            <a:off x="436343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3" name="data_4344">
            <a:extLst>
              <a:ext uri="{FF2B5EF4-FFF2-40B4-BE49-F238E27FC236}">
                <a16:creationId xmlns:a16="http://schemas.microsoft.com/office/drawing/2014/main" id="{53089FE0-B03C-4B6D-9CB6-F640D87A7157}"/>
              </a:ext>
            </a:extLst>
          </p:cNvPr>
          <p:cNvSpPr>
            <a:spLocks noGrp="1"/>
          </p:cNvSpPr>
          <p:nvPr/>
        </p:nvSpPr>
        <p:spPr>
          <a:xfrm>
            <a:off x="4399482" y="2669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4" name="data_4345">
            <a:extLst>
              <a:ext uri="{FF2B5EF4-FFF2-40B4-BE49-F238E27FC236}">
                <a16:creationId xmlns:a16="http://schemas.microsoft.com/office/drawing/2014/main" id="{CA8AC608-255E-4FEB-BC43-38771E9946D7}"/>
              </a:ext>
            </a:extLst>
          </p:cNvPr>
          <p:cNvSpPr>
            <a:spLocks noGrp="1"/>
          </p:cNvSpPr>
          <p:nvPr/>
        </p:nvSpPr>
        <p:spPr>
          <a:xfrm>
            <a:off x="4291098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5" name="data_4346">
            <a:extLst>
              <a:ext uri="{FF2B5EF4-FFF2-40B4-BE49-F238E27FC236}">
                <a16:creationId xmlns:a16="http://schemas.microsoft.com/office/drawing/2014/main" id="{502CE548-1DCA-46F7-B376-FC34099BEA43}"/>
              </a:ext>
            </a:extLst>
          </p:cNvPr>
          <p:cNvSpPr>
            <a:spLocks noGrp="1"/>
          </p:cNvSpPr>
          <p:nvPr/>
        </p:nvSpPr>
        <p:spPr>
          <a:xfrm>
            <a:off x="439185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6" name="data_4347">
            <a:extLst>
              <a:ext uri="{FF2B5EF4-FFF2-40B4-BE49-F238E27FC236}">
                <a16:creationId xmlns:a16="http://schemas.microsoft.com/office/drawing/2014/main" id="{93046C85-3B90-49C2-9A90-668A71F54CBA}"/>
              </a:ext>
            </a:extLst>
          </p:cNvPr>
          <p:cNvSpPr>
            <a:spLocks noGrp="1"/>
          </p:cNvSpPr>
          <p:nvPr/>
        </p:nvSpPr>
        <p:spPr>
          <a:xfrm>
            <a:off x="4366780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7" name="data_4348">
            <a:extLst>
              <a:ext uri="{FF2B5EF4-FFF2-40B4-BE49-F238E27FC236}">
                <a16:creationId xmlns:a16="http://schemas.microsoft.com/office/drawing/2014/main" id="{0347B434-9AE1-4310-960F-AF79E33B0C0F}"/>
              </a:ext>
            </a:extLst>
          </p:cNvPr>
          <p:cNvSpPr>
            <a:spLocks noGrp="1"/>
          </p:cNvSpPr>
          <p:nvPr/>
        </p:nvSpPr>
        <p:spPr>
          <a:xfrm>
            <a:off x="438798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8" name="data_4349">
            <a:extLst>
              <a:ext uri="{FF2B5EF4-FFF2-40B4-BE49-F238E27FC236}">
                <a16:creationId xmlns:a16="http://schemas.microsoft.com/office/drawing/2014/main" id="{72943E2D-683C-4937-B04B-7DBF0BADE6FC}"/>
              </a:ext>
            </a:extLst>
          </p:cNvPr>
          <p:cNvSpPr>
            <a:spLocks noGrp="1"/>
          </p:cNvSpPr>
          <p:nvPr/>
        </p:nvSpPr>
        <p:spPr>
          <a:xfrm>
            <a:off x="4263320" y="29445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9" name="data_4350">
            <a:extLst>
              <a:ext uri="{FF2B5EF4-FFF2-40B4-BE49-F238E27FC236}">
                <a16:creationId xmlns:a16="http://schemas.microsoft.com/office/drawing/2014/main" id="{B0489D71-5917-47B1-855F-935AEE77DCBC}"/>
              </a:ext>
            </a:extLst>
          </p:cNvPr>
          <p:cNvSpPr>
            <a:spLocks noGrp="1"/>
          </p:cNvSpPr>
          <p:nvPr/>
        </p:nvSpPr>
        <p:spPr>
          <a:xfrm>
            <a:off x="4384643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0" name="data_4351">
            <a:extLst>
              <a:ext uri="{FF2B5EF4-FFF2-40B4-BE49-F238E27FC236}">
                <a16:creationId xmlns:a16="http://schemas.microsoft.com/office/drawing/2014/main" id="{3421B247-6819-4666-B67D-BD219B086195}"/>
              </a:ext>
            </a:extLst>
          </p:cNvPr>
          <p:cNvSpPr>
            <a:spLocks noGrp="1"/>
          </p:cNvSpPr>
          <p:nvPr/>
        </p:nvSpPr>
        <p:spPr>
          <a:xfrm>
            <a:off x="4437878" y="3398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1" name="data_4352">
            <a:extLst>
              <a:ext uri="{FF2B5EF4-FFF2-40B4-BE49-F238E27FC236}">
                <a16:creationId xmlns:a16="http://schemas.microsoft.com/office/drawing/2014/main" id="{2185CA9D-8771-4DBF-8872-81BBB3E41775}"/>
              </a:ext>
            </a:extLst>
          </p:cNvPr>
          <p:cNvSpPr>
            <a:spLocks noGrp="1"/>
          </p:cNvSpPr>
          <p:nvPr/>
        </p:nvSpPr>
        <p:spPr>
          <a:xfrm>
            <a:off x="433559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2" name="data_4353">
            <a:extLst>
              <a:ext uri="{FF2B5EF4-FFF2-40B4-BE49-F238E27FC236}">
                <a16:creationId xmlns:a16="http://schemas.microsoft.com/office/drawing/2014/main" id="{CE545F73-E28C-4BC3-9D98-D4E995BFAE16}"/>
              </a:ext>
            </a:extLst>
          </p:cNvPr>
          <p:cNvSpPr>
            <a:spLocks noGrp="1"/>
          </p:cNvSpPr>
          <p:nvPr/>
        </p:nvSpPr>
        <p:spPr>
          <a:xfrm>
            <a:off x="432272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3" name="data_4354">
            <a:extLst>
              <a:ext uri="{FF2B5EF4-FFF2-40B4-BE49-F238E27FC236}">
                <a16:creationId xmlns:a16="http://schemas.microsoft.com/office/drawing/2014/main" id="{29EFBFD3-3D7B-4043-B9F9-1D92D28E30CE}"/>
              </a:ext>
            </a:extLst>
          </p:cNvPr>
          <p:cNvSpPr>
            <a:spLocks noGrp="1"/>
          </p:cNvSpPr>
          <p:nvPr/>
        </p:nvSpPr>
        <p:spPr>
          <a:xfrm>
            <a:off x="431707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4" name="data_4355">
            <a:extLst>
              <a:ext uri="{FF2B5EF4-FFF2-40B4-BE49-F238E27FC236}">
                <a16:creationId xmlns:a16="http://schemas.microsoft.com/office/drawing/2014/main" id="{2B8C3C92-FD9F-468F-9DD0-54E57CEB5A69}"/>
              </a:ext>
            </a:extLst>
          </p:cNvPr>
          <p:cNvSpPr>
            <a:spLocks noGrp="1"/>
          </p:cNvSpPr>
          <p:nvPr/>
        </p:nvSpPr>
        <p:spPr>
          <a:xfrm>
            <a:off x="435981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5" name="data_4356">
            <a:extLst>
              <a:ext uri="{FF2B5EF4-FFF2-40B4-BE49-F238E27FC236}">
                <a16:creationId xmlns:a16="http://schemas.microsoft.com/office/drawing/2014/main" id="{81C3EC44-0FA5-4B3C-9230-ABC4EBF074F1}"/>
              </a:ext>
            </a:extLst>
          </p:cNvPr>
          <p:cNvSpPr>
            <a:spLocks noGrp="1"/>
          </p:cNvSpPr>
          <p:nvPr/>
        </p:nvSpPr>
        <p:spPr>
          <a:xfrm>
            <a:off x="441785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6" name="data_4357">
            <a:extLst>
              <a:ext uri="{FF2B5EF4-FFF2-40B4-BE49-F238E27FC236}">
                <a16:creationId xmlns:a16="http://schemas.microsoft.com/office/drawing/2014/main" id="{BA60F3E6-6740-4833-B412-2102683522CB}"/>
              </a:ext>
            </a:extLst>
          </p:cNvPr>
          <p:cNvSpPr>
            <a:spLocks noGrp="1"/>
          </p:cNvSpPr>
          <p:nvPr/>
        </p:nvSpPr>
        <p:spPr>
          <a:xfrm>
            <a:off x="4397424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7" name="data_4358">
            <a:extLst>
              <a:ext uri="{FF2B5EF4-FFF2-40B4-BE49-F238E27FC236}">
                <a16:creationId xmlns:a16="http://schemas.microsoft.com/office/drawing/2014/main" id="{A55B3CB5-232A-45ED-9BE6-C6AF83701186}"/>
              </a:ext>
            </a:extLst>
          </p:cNvPr>
          <p:cNvSpPr>
            <a:spLocks noGrp="1"/>
          </p:cNvSpPr>
          <p:nvPr/>
        </p:nvSpPr>
        <p:spPr>
          <a:xfrm>
            <a:off x="4261069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8" name="data_4359">
            <a:extLst>
              <a:ext uri="{FF2B5EF4-FFF2-40B4-BE49-F238E27FC236}">
                <a16:creationId xmlns:a16="http://schemas.microsoft.com/office/drawing/2014/main" id="{B385FE18-8653-4B20-A385-1A3018E409D7}"/>
              </a:ext>
            </a:extLst>
          </p:cNvPr>
          <p:cNvSpPr>
            <a:spLocks noGrp="1"/>
          </p:cNvSpPr>
          <p:nvPr/>
        </p:nvSpPr>
        <p:spPr>
          <a:xfrm>
            <a:off x="4342331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9" name="data_4360">
            <a:extLst>
              <a:ext uri="{FF2B5EF4-FFF2-40B4-BE49-F238E27FC236}">
                <a16:creationId xmlns:a16="http://schemas.microsoft.com/office/drawing/2014/main" id="{D278DF5F-801E-4A64-97B4-6C6FAA50984D}"/>
              </a:ext>
            </a:extLst>
          </p:cNvPr>
          <p:cNvSpPr>
            <a:spLocks noGrp="1"/>
          </p:cNvSpPr>
          <p:nvPr/>
        </p:nvSpPr>
        <p:spPr>
          <a:xfrm>
            <a:off x="432971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0" name="data_4361">
            <a:extLst>
              <a:ext uri="{FF2B5EF4-FFF2-40B4-BE49-F238E27FC236}">
                <a16:creationId xmlns:a16="http://schemas.microsoft.com/office/drawing/2014/main" id="{94525C40-50FC-4161-B264-4B9EE061C128}"/>
              </a:ext>
            </a:extLst>
          </p:cNvPr>
          <p:cNvSpPr>
            <a:spLocks noGrp="1"/>
          </p:cNvSpPr>
          <p:nvPr/>
        </p:nvSpPr>
        <p:spPr>
          <a:xfrm>
            <a:off x="4284400" y="278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1" name="data_4362">
            <a:extLst>
              <a:ext uri="{FF2B5EF4-FFF2-40B4-BE49-F238E27FC236}">
                <a16:creationId xmlns:a16="http://schemas.microsoft.com/office/drawing/2014/main" id="{7CA0743D-9DA7-4FB4-8AA3-F4B902016EF7}"/>
              </a:ext>
            </a:extLst>
          </p:cNvPr>
          <p:cNvSpPr>
            <a:spLocks noGrp="1"/>
          </p:cNvSpPr>
          <p:nvPr/>
        </p:nvSpPr>
        <p:spPr>
          <a:xfrm>
            <a:off x="4404539" y="3463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2" name="data_4363">
            <a:extLst>
              <a:ext uri="{FF2B5EF4-FFF2-40B4-BE49-F238E27FC236}">
                <a16:creationId xmlns:a16="http://schemas.microsoft.com/office/drawing/2014/main" id="{A4184690-C47B-4F3A-9DAA-236A13DD2D4F}"/>
              </a:ext>
            </a:extLst>
          </p:cNvPr>
          <p:cNvSpPr>
            <a:spLocks noGrp="1"/>
          </p:cNvSpPr>
          <p:nvPr/>
        </p:nvSpPr>
        <p:spPr>
          <a:xfrm>
            <a:off x="435580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3" name="data_4364">
            <a:extLst>
              <a:ext uri="{FF2B5EF4-FFF2-40B4-BE49-F238E27FC236}">
                <a16:creationId xmlns:a16="http://schemas.microsoft.com/office/drawing/2014/main" id="{02C61719-9A4C-4D84-99CC-4A6100C2C6E1}"/>
              </a:ext>
            </a:extLst>
          </p:cNvPr>
          <p:cNvSpPr>
            <a:spLocks noGrp="1"/>
          </p:cNvSpPr>
          <p:nvPr/>
        </p:nvSpPr>
        <p:spPr>
          <a:xfrm>
            <a:off x="4286697" y="21411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4" name="data_4365">
            <a:extLst>
              <a:ext uri="{FF2B5EF4-FFF2-40B4-BE49-F238E27FC236}">
                <a16:creationId xmlns:a16="http://schemas.microsoft.com/office/drawing/2014/main" id="{2FF2C56C-129C-47B4-9F6B-8FCDAA714109}"/>
              </a:ext>
            </a:extLst>
          </p:cNvPr>
          <p:cNvSpPr>
            <a:spLocks noGrp="1"/>
          </p:cNvSpPr>
          <p:nvPr/>
        </p:nvSpPr>
        <p:spPr>
          <a:xfrm>
            <a:off x="4262298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5" name="data_4366">
            <a:extLst>
              <a:ext uri="{FF2B5EF4-FFF2-40B4-BE49-F238E27FC236}">
                <a16:creationId xmlns:a16="http://schemas.microsoft.com/office/drawing/2014/main" id="{85D90C1C-15FB-4A25-9F28-4C02AD895048}"/>
              </a:ext>
            </a:extLst>
          </p:cNvPr>
          <p:cNvSpPr>
            <a:spLocks noGrp="1"/>
          </p:cNvSpPr>
          <p:nvPr/>
        </p:nvSpPr>
        <p:spPr>
          <a:xfrm>
            <a:off x="4272448" y="37367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6" name="data_4367">
            <a:extLst>
              <a:ext uri="{FF2B5EF4-FFF2-40B4-BE49-F238E27FC236}">
                <a16:creationId xmlns:a16="http://schemas.microsoft.com/office/drawing/2014/main" id="{2DF9DB1D-F5F3-494C-8177-2F78BEF4474D}"/>
              </a:ext>
            </a:extLst>
          </p:cNvPr>
          <p:cNvSpPr>
            <a:spLocks noGrp="1"/>
          </p:cNvSpPr>
          <p:nvPr/>
        </p:nvSpPr>
        <p:spPr>
          <a:xfrm>
            <a:off x="4341229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7" name="data_4368">
            <a:extLst>
              <a:ext uri="{FF2B5EF4-FFF2-40B4-BE49-F238E27FC236}">
                <a16:creationId xmlns:a16="http://schemas.microsoft.com/office/drawing/2014/main" id="{E1B9FE3D-1A45-48CE-9E52-A96A0ACDF931}"/>
              </a:ext>
            </a:extLst>
          </p:cNvPr>
          <p:cNvSpPr>
            <a:spLocks noGrp="1"/>
          </p:cNvSpPr>
          <p:nvPr/>
        </p:nvSpPr>
        <p:spPr>
          <a:xfrm>
            <a:off x="4354961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8" name="data_4369">
            <a:extLst>
              <a:ext uri="{FF2B5EF4-FFF2-40B4-BE49-F238E27FC236}">
                <a16:creationId xmlns:a16="http://schemas.microsoft.com/office/drawing/2014/main" id="{EC0FFB5E-61DF-4D3F-B6CC-965ADE9C87C7}"/>
              </a:ext>
            </a:extLst>
          </p:cNvPr>
          <p:cNvSpPr>
            <a:spLocks noGrp="1"/>
          </p:cNvSpPr>
          <p:nvPr/>
        </p:nvSpPr>
        <p:spPr>
          <a:xfrm>
            <a:off x="428446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9" name="data_4370">
            <a:extLst>
              <a:ext uri="{FF2B5EF4-FFF2-40B4-BE49-F238E27FC236}">
                <a16:creationId xmlns:a16="http://schemas.microsoft.com/office/drawing/2014/main" id="{4307B92A-716C-453D-A6A2-1F7066888331}"/>
              </a:ext>
            </a:extLst>
          </p:cNvPr>
          <p:cNvSpPr>
            <a:spLocks noGrp="1"/>
          </p:cNvSpPr>
          <p:nvPr/>
        </p:nvSpPr>
        <p:spPr>
          <a:xfrm>
            <a:off x="4382901" y="36612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0" name="data_4371">
            <a:extLst>
              <a:ext uri="{FF2B5EF4-FFF2-40B4-BE49-F238E27FC236}">
                <a16:creationId xmlns:a16="http://schemas.microsoft.com/office/drawing/2014/main" id="{1842E4AA-E4E5-44D8-909A-802CB3587CF5}"/>
              </a:ext>
            </a:extLst>
          </p:cNvPr>
          <p:cNvSpPr>
            <a:spLocks noGrp="1"/>
          </p:cNvSpPr>
          <p:nvPr/>
        </p:nvSpPr>
        <p:spPr>
          <a:xfrm>
            <a:off x="4391896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1" name="data_4372">
            <a:extLst>
              <a:ext uri="{FF2B5EF4-FFF2-40B4-BE49-F238E27FC236}">
                <a16:creationId xmlns:a16="http://schemas.microsoft.com/office/drawing/2014/main" id="{0D253E30-38EE-4E54-A6C4-49FD77125072}"/>
              </a:ext>
            </a:extLst>
          </p:cNvPr>
          <p:cNvSpPr>
            <a:spLocks noGrp="1"/>
          </p:cNvSpPr>
          <p:nvPr/>
        </p:nvSpPr>
        <p:spPr>
          <a:xfrm>
            <a:off x="4289298" y="3417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2" name="data_4373">
            <a:extLst>
              <a:ext uri="{FF2B5EF4-FFF2-40B4-BE49-F238E27FC236}">
                <a16:creationId xmlns:a16="http://schemas.microsoft.com/office/drawing/2014/main" id="{96870349-09D5-42A6-8973-A803DE828925}"/>
              </a:ext>
            </a:extLst>
          </p:cNvPr>
          <p:cNvSpPr>
            <a:spLocks noGrp="1"/>
          </p:cNvSpPr>
          <p:nvPr/>
        </p:nvSpPr>
        <p:spPr>
          <a:xfrm>
            <a:off x="4406449" y="3654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3" name="data_4374">
            <a:extLst>
              <a:ext uri="{FF2B5EF4-FFF2-40B4-BE49-F238E27FC236}">
                <a16:creationId xmlns:a16="http://schemas.microsoft.com/office/drawing/2014/main" id="{FA2023A8-73FD-42D7-923F-0A1EE1128316}"/>
              </a:ext>
            </a:extLst>
          </p:cNvPr>
          <p:cNvSpPr>
            <a:spLocks noGrp="1"/>
          </p:cNvSpPr>
          <p:nvPr/>
        </p:nvSpPr>
        <p:spPr>
          <a:xfrm>
            <a:off x="4317232" y="30067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4" name="data_4375">
            <a:extLst>
              <a:ext uri="{FF2B5EF4-FFF2-40B4-BE49-F238E27FC236}">
                <a16:creationId xmlns:a16="http://schemas.microsoft.com/office/drawing/2014/main" id="{953481D6-2CB7-46EE-A4A1-71B40A419469}"/>
              </a:ext>
            </a:extLst>
          </p:cNvPr>
          <p:cNvSpPr>
            <a:spLocks noGrp="1"/>
          </p:cNvSpPr>
          <p:nvPr/>
        </p:nvSpPr>
        <p:spPr>
          <a:xfrm>
            <a:off x="4394298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5" name="data_4376">
            <a:extLst>
              <a:ext uri="{FF2B5EF4-FFF2-40B4-BE49-F238E27FC236}">
                <a16:creationId xmlns:a16="http://schemas.microsoft.com/office/drawing/2014/main" id="{CF8655BE-3867-4EFB-A9DA-40D9662BA4C9}"/>
              </a:ext>
            </a:extLst>
          </p:cNvPr>
          <p:cNvSpPr>
            <a:spLocks noGrp="1"/>
          </p:cNvSpPr>
          <p:nvPr/>
        </p:nvSpPr>
        <p:spPr>
          <a:xfrm>
            <a:off x="4296733" y="20320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6" name="data_4377">
            <a:extLst>
              <a:ext uri="{FF2B5EF4-FFF2-40B4-BE49-F238E27FC236}">
                <a16:creationId xmlns:a16="http://schemas.microsoft.com/office/drawing/2014/main" id="{A792E242-CE15-430A-ABE4-041C79F1F3E5}"/>
              </a:ext>
            </a:extLst>
          </p:cNvPr>
          <p:cNvSpPr>
            <a:spLocks noGrp="1"/>
          </p:cNvSpPr>
          <p:nvPr/>
        </p:nvSpPr>
        <p:spPr>
          <a:xfrm>
            <a:off x="434691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7" name="data_4378">
            <a:extLst>
              <a:ext uri="{FF2B5EF4-FFF2-40B4-BE49-F238E27FC236}">
                <a16:creationId xmlns:a16="http://schemas.microsoft.com/office/drawing/2014/main" id="{7D9F1B87-9C44-4642-A5C0-A502EF794847}"/>
              </a:ext>
            </a:extLst>
          </p:cNvPr>
          <p:cNvSpPr>
            <a:spLocks noGrp="1"/>
          </p:cNvSpPr>
          <p:nvPr/>
        </p:nvSpPr>
        <p:spPr>
          <a:xfrm>
            <a:off x="4289375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8" name="data_4379">
            <a:extLst>
              <a:ext uri="{FF2B5EF4-FFF2-40B4-BE49-F238E27FC236}">
                <a16:creationId xmlns:a16="http://schemas.microsoft.com/office/drawing/2014/main" id="{2318E2E9-A09B-44CB-AA4F-F13C8F5B59CC}"/>
              </a:ext>
            </a:extLst>
          </p:cNvPr>
          <p:cNvSpPr>
            <a:spLocks noGrp="1"/>
          </p:cNvSpPr>
          <p:nvPr/>
        </p:nvSpPr>
        <p:spPr>
          <a:xfrm>
            <a:off x="4310881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9" name="data_4380">
            <a:extLst>
              <a:ext uri="{FF2B5EF4-FFF2-40B4-BE49-F238E27FC236}">
                <a16:creationId xmlns:a16="http://schemas.microsoft.com/office/drawing/2014/main" id="{59BE1D21-013C-4CFE-90A0-358291BA1CAB}"/>
              </a:ext>
            </a:extLst>
          </p:cNvPr>
          <p:cNvSpPr>
            <a:spLocks noGrp="1"/>
          </p:cNvSpPr>
          <p:nvPr/>
        </p:nvSpPr>
        <p:spPr>
          <a:xfrm>
            <a:off x="4391484" y="3265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0" name="data_4381">
            <a:extLst>
              <a:ext uri="{FF2B5EF4-FFF2-40B4-BE49-F238E27FC236}">
                <a16:creationId xmlns:a16="http://schemas.microsoft.com/office/drawing/2014/main" id="{E8532DFE-CBB1-49BE-8C08-4614103CB23A}"/>
              </a:ext>
            </a:extLst>
          </p:cNvPr>
          <p:cNvSpPr>
            <a:spLocks noGrp="1"/>
          </p:cNvSpPr>
          <p:nvPr/>
        </p:nvSpPr>
        <p:spPr>
          <a:xfrm>
            <a:off x="4273237" y="28263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1" name="data_4382">
            <a:extLst>
              <a:ext uri="{FF2B5EF4-FFF2-40B4-BE49-F238E27FC236}">
                <a16:creationId xmlns:a16="http://schemas.microsoft.com/office/drawing/2014/main" id="{00BC0A6C-E6D5-4E0D-947F-93DE6C640A6B}"/>
              </a:ext>
            </a:extLst>
          </p:cNvPr>
          <p:cNvSpPr>
            <a:spLocks noGrp="1"/>
          </p:cNvSpPr>
          <p:nvPr/>
        </p:nvSpPr>
        <p:spPr>
          <a:xfrm>
            <a:off x="438196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2" name="data_4383">
            <a:extLst>
              <a:ext uri="{FF2B5EF4-FFF2-40B4-BE49-F238E27FC236}">
                <a16:creationId xmlns:a16="http://schemas.microsoft.com/office/drawing/2014/main" id="{00FEE2E0-EAA5-4CC7-B984-6AD5BC0E78C2}"/>
              </a:ext>
            </a:extLst>
          </p:cNvPr>
          <p:cNvSpPr>
            <a:spLocks noGrp="1"/>
          </p:cNvSpPr>
          <p:nvPr/>
        </p:nvSpPr>
        <p:spPr>
          <a:xfrm>
            <a:off x="4284447" y="2544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3" name="data_4384">
            <a:extLst>
              <a:ext uri="{FF2B5EF4-FFF2-40B4-BE49-F238E27FC236}">
                <a16:creationId xmlns:a16="http://schemas.microsoft.com/office/drawing/2014/main" id="{8AA56FA3-9A5F-4EB2-8F9C-0E7992BF7C7E}"/>
              </a:ext>
            </a:extLst>
          </p:cNvPr>
          <p:cNvSpPr>
            <a:spLocks noGrp="1"/>
          </p:cNvSpPr>
          <p:nvPr/>
        </p:nvSpPr>
        <p:spPr>
          <a:xfrm>
            <a:off x="442752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4" name="data_4385">
            <a:extLst>
              <a:ext uri="{FF2B5EF4-FFF2-40B4-BE49-F238E27FC236}">
                <a16:creationId xmlns:a16="http://schemas.microsoft.com/office/drawing/2014/main" id="{73A3AF8E-2725-4E06-8ACE-555A00B3DBA3}"/>
              </a:ext>
            </a:extLst>
          </p:cNvPr>
          <p:cNvSpPr>
            <a:spLocks noGrp="1"/>
          </p:cNvSpPr>
          <p:nvPr/>
        </p:nvSpPr>
        <p:spPr>
          <a:xfrm>
            <a:off x="4298771" y="35059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5" name="data_4386">
            <a:extLst>
              <a:ext uri="{FF2B5EF4-FFF2-40B4-BE49-F238E27FC236}">
                <a16:creationId xmlns:a16="http://schemas.microsoft.com/office/drawing/2014/main" id="{A1D94161-8D0F-41F3-A64C-ECA6C245A8DD}"/>
              </a:ext>
            </a:extLst>
          </p:cNvPr>
          <p:cNvSpPr>
            <a:spLocks noGrp="1"/>
          </p:cNvSpPr>
          <p:nvPr/>
        </p:nvSpPr>
        <p:spPr>
          <a:xfrm>
            <a:off x="4282505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6" name="data_4387">
            <a:extLst>
              <a:ext uri="{FF2B5EF4-FFF2-40B4-BE49-F238E27FC236}">
                <a16:creationId xmlns:a16="http://schemas.microsoft.com/office/drawing/2014/main" id="{41A96980-5ECA-497C-8766-16AC0D213027}"/>
              </a:ext>
            </a:extLst>
          </p:cNvPr>
          <p:cNvSpPr>
            <a:spLocks noGrp="1"/>
          </p:cNvSpPr>
          <p:nvPr/>
        </p:nvSpPr>
        <p:spPr>
          <a:xfrm>
            <a:off x="4389977" y="32971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7" name="data_4388">
            <a:extLst>
              <a:ext uri="{FF2B5EF4-FFF2-40B4-BE49-F238E27FC236}">
                <a16:creationId xmlns:a16="http://schemas.microsoft.com/office/drawing/2014/main" id="{38664167-B6F6-45D0-A660-F34801046AFB}"/>
              </a:ext>
            </a:extLst>
          </p:cNvPr>
          <p:cNvSpPr>
            <a:spLocks noGrp="1"/>
          </p:cNvSpPr>
          <p:nvPr/>
        </p:nvSpPr>
        <p:spPr>
          <a:xfrm>
            <a:off x="4326547" y="26228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8" name="data_4389">
            <a:extLst>
              <a:ext uri="{FF2B5EF4-FFF2-40B4-BE49-F238E27FC236}">
                <a16:creationId xmlns:a16="http://schemas.microsoft.com/office/drawing/2014/main" id="{3299D750-7A64-4308-978F-9D937AB198EF}"/>
              </a:ext>
            </a:extLst>
          </p:cNvPr>
          <p:cNvSpPr>
            <a:spLocks noGrp="1"/>
          </p:cNvSpPr>
          <p:nvPr/>
        </p:nvSpPr>
        <p:spPr>
          <a:xfrm>
            <a:off x="438297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9" name="data_4390">
            <a:extLst>
              <a:ext uri="{FF2B5EF4-FFF2-40B4-BE49-F238E27FC236}">
                <a16:creationId xmlns:a16="http://schemas.microsoft.com/office/drawing/2014/main" id="{EB466196-6EF0-41FF-9C40-AFFFEBAC0362}"/>
              </a:ext>
            </a:extLst>
          </p:cNvPr>
          <p:cNvSpPr>
            <a:spLocks noGrp="1"/>
          </p:cNvSpPr>
          <p:nvPr/>
        </p:nvSpPr>
        <p:spPr>
          <a:xfrm>
            <a:off x="4432684" y="2462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0" name="data_4391">
            <a:extLst>
              <a:ext uri="{FF2B5EF4-FFF2-40B4-BE49-F238E27FC236}">
                <a16:creationId xmlns:a16="http://schemas.microsoft.com/office/drawing/2014/main" id="{B9481DEB-FC6A-4CAE-9A4A-16C5D8BDAADA}"/>
              </a:ext>
            </a:extLst>
          </p:cNvPr>
          <p:cNvSpPr>
            <a:spLocks noGrp="1"/>
          </p:cNvSpPr>
          <p:nvPr/>
        </p:nvSpPr>
        <p:spPr>
          <a:xfrm>
            <a:off x="430113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1" name="data_4392">
            <a:extLst>
              <a:ext uri="{FF2B5EF4-FFF2-40B4-BE49-F238E27FC236}">
                <a16:creationId xmlns:a16="http://schemas.microsoft.com/office/drawing/2014/main" id="{4CCD1CDD-6E87-448E-A763-8E4A6A5E9C41}"/>
              </a:ext>
            </a:extLst>
          </p:cNvPr>
          <p:cNvSpPr>
            <a:spLocks noGrp="1"/>
          </p:cNvSpPr>
          <p:nvPr/>
        </p:nvSpPr>
        <p:spPr>
          <a:xfrm>
            <a:off x="4414123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2" name="data_4393">
            <a:extLst>
              <a:ext uri="{FF2B5EF4-FFF2-40B4-BE49-F238E27FC236}">
                <a16:creationId xmlns:a16="http://schemas.microsoft.com/office/drawing/2014/main" id="{B5AB8D29-5139-41FC-BBEC-4EAC947A0C74}"/>
              </a:ext>
            </a:extLst>
          </p:cNvPr>
          <p:cNvSpPr>
            <a:spLocks noGrp="1"/>
          </p:cNvSpPr>
          <p:nvPr/>
        </p:nvSpPr>
        <p:spPr>
          <a:xfrm>
            <a:off x="4318103" y="29554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3" name="data_4394">
            <a:extLst>
              <a:ext uri="{FF2B5EF4-FFF2-40B4-BE49-F238E27FC236}">
                <a16:creationId xmlns:a16="http://schemas.microsoft.com/office/drawing/2014/main" id="{93068DB4-3FBB-442F-AD7B-58686FF77AFE}"/>
              </a:ext>
            </a:extLst>
          </p:cNvPr>
          <p:cNvSpPr>
            <a:spLocks noGrp="1"/>
          </p:cNvSpPr>
          <p:nvPr/>
        </p:nvSpPr>
        <p:spPr>
          <a:xfrm>
            <a:off x="4411733" y="26537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4" name="data_4395">
            <a:extLst>
              <a:ext uri="{FF2B5EF4-FFF2-40B4-BE49-F238E27FC236}">
                <a16:creationId xmlns:a16="http://schemas.microsoft.com/office/drawing/2014/main" id="{08C7695B-E272-4DEC-A329-F5E49E94E0D1}"/>
              </a:ext>
            </a:extLst>
          </p:cNvPr>
          <p:cNvSpPr>
            <a:spLocks noGrp="1"/>
          </p:cNvSpPr>
          <p:nvPr/>
        </p:nvSpPr>
        <p:spPr>
          <a:xfrm>
            <a:off x="4291752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5" name="data_4396">
            <a:extLst>
              <a:ext uri="{FF2B5EF4-FFF2-40B4-BE49-F238E27FC236}">
                <a16:creationId xmlns:a16="http://schemas.microsoft.com/office/drawing/2014/main" id="{4D7CBB3E-A8B4-4100-B42F-389A110F3057}"/>
              </a:ext>
            </a:extLst>
          </p:cNvPr>
          <p:cNvSpPr>
            <a:spLocks noGrp="1"/>
          </p:cNvSpPr>
          <p:nvPr/>
        </p:nvSpPr>
        <p:spPr>
          <a:xfrm>
            <a:off x="4358457" y="2734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6" name="data_4397">
            <a:extLst>
              <a:ext uri="{FF2B5EF4-FFF2-40B4-BE49-F238E27FC236}">
                <a16:creationId xmlns:a16="http://schemas.microsoft.com/office/drawing/2014/main" id="{8F957B8E-5FB4-4171-8F05-829A8E314F10}"/>
              </a:ext>
            </a:extLst>
          </p:cNvPr>
          <p:cNvSpPr>
            <a:spLocks noGrp="1"/>
          </p:cNvSpPr>
          <p:nvPr/>
        </p:nvSpPr>
        <p:spPr>
          <a:xfrm>
            <a:off x="4356105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7" name="data_4398">
            <a:extLst>
              <a:ext uri="{FF2B5EF4-FFF2-40B4-BE49-F238E27FC236}">
                <a16:creationId xmlns:a16="http://schemas.microsoft.com/office/drawing/2014/main" id="{D7079240-2379-46AD-8993-01CB696A06DE}"/>
              </a:ext>
            </a:extLst>
          </p:cNvPr>
          <p:cNvSpPr>
            <a:spLocks noGrp="1"/>
          </p:cNvSpPr>
          <p:nvPr/>
        </p:nvSpPr>
        <p:spPr>
          <a:xfrm>
            <a:off x="4285397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8" name="data_4399">
            <a:extLst>
              <a:ext uri="{FF2B5EF4-FFF2-40B4-BE49-F238E27FC236}">
                <a16:creationId xmlns:a16="http://schemas.microsoft.com/office/drawing/2014/main" id="{E4BFEB5B-3BFD-452F-AC1B-5E8F97C2102D}"/>
              </a:ext>
            </a:extLst>
          </p:cNvPr>
          <p:cNvSpPr>
            <a:spLocks noGrp="1"/>
          </p:cNvSpPr>
          <p:nvPr/>
        </p:nvSpPr>
        <p:spPr>
          <a:xfrm>
            <a:off x="4437644" y="35411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9" name="data_4400">
            <a:extLst>
              <a:ext uri="{FF2B5EF4-FFF2-40B4-BE49-F238E27FC236}">
                <a16:creationId xmlns:a16="http://schemas.microsoft.com/office/drawing/2014/main" id="{A2B6E37A-25F5-40F2-99AB-B170D21CD497}"/>
              </a:ext>
            </a:extLst>
          </p:cNvPr>
          <p:cNvSpPr>
            <a:spLocks noGrp="1"/>
          </p:cNvSpPr>
          <p:nvPr/>
        </p:nvSpPr>
        <p:spPr>
          <a:xfrm>
            <a:off x="4436055" y="31045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0" name="data_4401">
            <a:extLst>
              <a:ext uri="{FF2B5EF4-FFF2-40B4-BE49-F238E27FC236}">
                <a16:creationId xmlns:a16="http://schemas.microsoft.com/office/drawing/2014/main" id="{1DF18B0B-FA30-4F65-9301-B22A20F44145}"/>
              </a:ext>
            </a:extLst>
          </p:cNvPr>
          <p:cNvSpPr>
            <a:spLocks noGrp="1"/>
          </p:cNvSpPr>
          <p:nvPr/>
        </p:nvSpPr>
        <p:spPr>
          <a:xfrm>
            <a:off x="4280469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1" name="data_4402">
            <a:extLst>
              <a:ext uri="{FF2B5EF4-FFF2-40B4-BE49-F238E27FC236}">
                <a16:creationId xmlns:a16="http://schemas.microsoft.com/office/drawing/2014/main" id="{F41ABFC7-EC57-4230-A131-F1C926163E81}"/>
              </a:ext>
            </a:extLst>
          </p:cNvPr>
          <p:cNvSpPr>
            <a:spLocks noGrp="1"/>
          </p:cNvSpPr>
          <p:nvPr/>
        </p:nvSpPr>
        <p:spPr>
          <a:xfrm>
            <a:off x="4326580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2" name="data_4403">
            <a:extLst>
              <a:ext uri="{FF2B5EF4-FFF2-40B4-BE49-F238E27FC236}">
                <a16:creationId xmlns:a16="http://schemas.microsoft.com/office/drawing/2014/main" id="{3FFC8A0B-EE02-4B8B-B750-C1E7F87A5672}"/>
              </a:ext>
            </a:extLst>
          </p:cNvPr>
          <p:cNvSpPr>
            <a:spLocks noGrp="1"/>
          </p:cNvSpPr>
          <p:nvPr/>
        </p:nvSpPr>
        <p:spPr>
          <a:xfrm>
            <a:off x="4378772" y="1819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3" name="data_4404">
            <a:extLst>
              <a:ext uri="{FF2B5EF4-FFF2-40B4-BE49-F238E27FC236}">
                <a16:creationId xmlns:a16="http://schemas.microsoft.com/office/drawing/2014/main" id="{918006A4-BCA3-4F01-AE75-927FDBA32043}"/>
              </a:ext>
            </a:extLst>
          </p:cNvPr>
          <p:cNvSpPr>
            <a:spLocks noGrp="1"/>
          </p:cNvSpPr>
          <p:nvPr/>
        </p:nvSpPr>
        <p:spPr>
          <a:xfrm>
            <a:off x="4418241" y="33919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4" name="data_4405">
            <a:extLst>
              <a:ext uri="{FF2B5EF4-FFF2-40B4-BE49-F238E27FC236}">
                <a16:creationId xmlns:a16="http://schemas.microsoft.com/office/drawing/2014/main" id="{36EAF74B-8062-4760-8349-B6F6D6D4769D}"/>
              </a:ext>
            </a:extLst>
          </p:cNvPr>
          <p:cNvSpPr>
            <a:spLocks noGrp="1"/>
          </p:cNvSpPr>
          <p:nvPr/>
        </p:nvSpPr>
        <p:spPr>
          <a:xfrm>
            <a:off x="4410600" y="3746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5" name="data_4406">
            <a:extLst>
              <a:ext uri="{FF2B5EF4-FFF2-40B4-BE49-F238E27FC236}">
                <a16:creationId xmlns:a16="http://schemas.microsoft.com/office/drawing/2014/main" id="{98C61384-AB3E-433C-AFCF-BAF8D2E5EFED}"/>
              </a:ext>
            </a:extLst>
          </p:cNvPr>
          <p:cNvSpPr>
            <a:spLocks noGrp="1"/>
          </p:cNvSpPr>
          <p:nvPr/>
        </p:nvSpPr>
        <p:spPr>
          <a:xfrm>
            <a:off x="4390693" y="36091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6" name="data_4407">
            <a:extLst>
              <a:ext uri="{FF2B5EF4-FFF2-40B4-BE49-F238E27FC236}">
                <a16:creationId xmlns:a16="http://schemas.microsoft.com/office/drawing/2014/main" id="{C0F886F5-6778-4CF9-ACD1-BDEA32BF12E2}"/>
              </a:ext>
            </a:extLst>
          </p:cNvPr>
          <p:cNvSpPr>
            <a:spLocks noGrp="1"/>
          </p:cNvSpPr>
          <p:nvPr/>
        </p:nvSpPr>
        <p:spPr>
          <a:xfrm>
            <a:off x="1097756" y="1722120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57" name="data_4408">
            <a:extLst>
              <a:ext uri="{FF2B5EF4-FFF2-40B4-BE49-F238E27FC236}">
                <a16:creationId xmlns:a16="http://schemas.microsoft.com/office/drawing/2014/main" id="{C765DC67-7BE0-413E-8B11-7934469D9FA1}"/>
              </a:ext>
            </a:extLst>
          </p:cNvPr>
          <p:cNvSpPr>
            <a:spLocks noGrp="1"/>
          </p:cNvSpPr>
          <p:nvPr/>
        </p:nvSpPr>
        <p:spPr>
          <a:xfrm>
            <a:off x="1097756" y="376449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58" name="text_4409">
            <a:extLst>
              <a:ext uri="{FF2B5EF4-FFF2-40B4-BE49-F238E27FC236}">
                <a16:creationId xmlns:a16="http://schemas.microsoft.com/office/drawing/2014/main" id="{58B63D98-5A93-4793-A35A-C395E0A50FDF}"/>
              </a:ext>
            </a:extLst>
          </p:cNvPr>
          <p:cNvSpPr>
            <a:spLocks noGrp="1"/>
          </p:cNvSpPr>
          <p:nvPr/>
        </p:nvSpPr>
        <p:spPr>
          <a:xfrm rot="0">
            <a:off x="618927" y="1408719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659" name="text_4410">
            <a:extLst>
              <a:ext uri="{FF2B5EF4-FFF2-40B4-BE49-F238E27FC236}">
                <a16:creationId xmlns:a16="http://schemas.microsoft.com/office/drawing/2014/main" id="{250FA196-B860-402C-938A-1177D1999231}"/>
              </a:ext>
            </a:extLst>
          </p:cNvPr>
          <p:cNvSpPr>
            <a:spLocks noGrp="1"/>
          </p:cNvSpPr>
          <p:nvPr/>
        </p:nvSpPr>
        <p:spPr>
          <a:xfrm rot="0">
            <a:off x="1097756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660" name="data_4411">
            <a:extLst>
              <a:ext uri="{FF2B5EF4-FFF2-40B4-BE49-F238E27FC236}">
                <a16:creationId xmlns:a16="http://schemas.microsoft.com/office/drawing/2014/main" id="{36520D8A-2DFE-45E1-B175-979FE275A586}"/>
              </a:ext>
            </a:extLst>
          </p:cNvPr>
          <p:cNvSpPr>
            <a:spLocks noGrp="1"/>
          </p:cNvSpPr>
          <p:nvPr/>
        </p:nvSpPr>
        <p:spPr>
          <a:xfrm>
            <a:off x="1407961" y="3634976"/>
            <a:ext cx="191" cy="62977"/>
          </a:xfrm>
          <a:custGeom>
            <a:pathLst>
              <a:path w="191" h="62977">
                <a:moveTo>
                  <a:pt x="0" y="6297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1" name="data_4412">
            <a:extLst>
              <a:ext uri="{FF2B5EF4-FFF2-40B4-BE49-F238E27FC236}">
                <a16:creationId xmlns:a16="http://schemas.microsoft.com/office/drawing/2014/main" id="{198900C0-13E7-466E-A741-24D7668AF58C}"/>
              </a:ext>
            </a:extLst>
          </p:cNvPr>
          <p:cNvSpPr>
            <a:spLocks noGrp="1"/>
          </p:cNvSpPr>
          <p:nvPr/>
        </p:nvSpPr>
        <p:spPr>
          <a:xfrm>
            <a:off x="1354272" y="3697953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2" name="data_4413">
            <a:extLst>
              <a:ext uri="{FF2B5EF4-FFF2-40B4-BE49-F238E27FC236}">
                <a16:creationId xmlns:a16="http://schemas.microsoft.com/office/drawing/2014/main" id="{2908CED6-1E80-4134-AF26-E9062D0EB810}"/>
              </a:ext>
            </a:extLst>
          </p:cNvPr>
          <p:cNvSpPr>
            <a:spLocks noGrp="1"/>
          </p:cNvSpPr>
          <p:nvPr/>
        </p:nvSpPr>
        <p:spPr>
          <a:xfrm>
            <a:off x="1354272" y="3634976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3" name="data_4414">
            <a:extLst>
              <a:ext uri="{FF2B5EF4-FFF2-40B4-BE49-F238E27FC236}">
                <a16:creationId xmlns:a16="http://schemas.microsoft.com/office/drawing/2014/main" id="{5E5F1C61-525E-4E9A-8A01-60FD1DC7D8E4}"/>
              </a:ext>
            </a:extLst>
          </p:cNvPr>
          <p:cNvSpPr>
            <a:spLocks noGrp="1"/>
          </p:cNvSpPr>
          <p:nvPr/>
        </p:nvSpPr>
        <p:spPr>
          <a:xfrm>
            <a:off x="1694303" y="2767010"/>
            <a:ext cx="191" cy="159538"/>
          </a:xfrm>
          <a:custGeom>
            <a:pathLst>
              <a:path w="191" h="159538">
                <a:moveTo>
                  <a:pt x="0" y="15953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4" name="data_4415">
            <a:extLst>
              <a:ext uri="{FF2B5EF4-FFF2-40B4-BE49-F238E27FC236}">
                <a16:creationId xmlns:a16="http://schemas.microsoft.com/office/drawing/2014/main" id="{23461C19-34F5-42CF-B877-3030A5E32D3A}"/>
              </a:ext>
            </a:extLst>
          </p:cNvPr>
          <p:cNvSpPr>
            <a:spLocks noGrp="1"/>
          </p:cNvSpPr>
          <p:nvPr/>
        </p:nvSpPr>
        <p:spPr>
          <a:xfrm>
            <a:off x="1640614" y="2926548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5" name="data_4416">
            <a:extLst>
              <a:ext uri="{FF2B5EF4-FFF2-40B4-BE49-F238E27FC236}">
                <a16:creationId xmlns:a16="http://schemas.microsoft.com/office/drawing/2014/main" id="{B6D1ECB3-A0C6-450B-92B9-594ED8231A9D}"/>
              </a:ext>
            </a:extLst>
          </p:cNvPr>
          <p:cNvSpPr>
            <a:spLocks noGrp="1"/>
          </p:cNvSpPr>
          <p:nvPr/>
        </p:nvSpPr>
        <p:spPr>
          <a:xfrm>
            <a:off x="1640614" y="2767010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6" name="data_4417">
            <a:extLst>
              <a:ext uri="{FF2B5EF4-FFF2-40B4-BE49-F238E27FC236}">
                <a16:creationId xmlns:a16="http://schemas.microsoft.com/office/drawing/2014/main" id="{718D40AB-56EA-44B9-B84A-C05FAA74C6CF}"/>
              </a:ext>
            </a:extLst>
          </p:cNvPr>
          <p:cNvSpPr>
            <a:spLocks noGrp="1"/>
          </p:cNvSpPr>
          <p:nvPr/>
        </p:nvSpPr>
        <p:spPr>
          <a:xfrm>
            <a:off x="1980646" y="2563174"/>
            <a:ext cx="191" cy="151705"/>
          </a:xfrm>
          <a:custGeom>
            <a:pathLst>
              <a:path w="191" h="151705">
                <a:moveTo>
                  <a:pt x="0" y="15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7" name="data_4418">
            <a:extLst>
              <a:ext uri="{FF2B5EF4-FFF2-40B4-BE49-F238E27FC236}">
                <a16:creationId xmlns:a16="http://schemas.microsoft.com/office/drawing/2014/main" id="{A1B679E3-EBE2-42AE-B7BC-1FFB89285A2E}"/>
              </a:ext>
            </a:extLst>
          </p:cNvPr>
          <p:cNvSpPr>
            <a:spLocks noGrp="1"/>
          </p:cNvSpPr>
          <p:nvPr/>
        </p:nvSpPr>
        <p:spPr>
          <a:xfrm>
            <a:off x="1926957" y="2714879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8" name="data_4419">
            <a:extLst>
              <a:ext uri="{FF2B5EF4-FFF2-40B4-BE49-F238E27FC236}">
                <a16:creationId xmlns:a16="http://schemas.microsoft.com/office/drawing/2014/main" id="{F97CDCB0-0B84-4EF1-BB16-7DE7EE398BEA}"/>
              </a:ext>
            </a:extLst>
          </p:cNvPr>
          <p:cNvSpPr>
            <a:spLocks noGrp="1"/>
          </p:cNvSpPr>
          <p:nvPr/>
        </p:nvSpPr>
        <p:spPr>
          <a:xfrm>
            <a:off x="1926957" y="2563174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9" name="data_4420">
            <a:extLst>
              <a:ext uri="{FF2B5EF4-FFF2-40B4-BE49-F238E27FC236}">
                <a16:creationId xmlns:a16="http://schemas.microsoft.com/office/drawing/2014/main" id="{A9F1F0C6-56F3-444B-B4CA-CF815DBF6A00}"/>
              </a:ext>
            </a:extLst>
          </p:cNvPr>
          <p:cNvSpPr>
            <a:spLocks noGrp="1"/>
          </p:cNvSpPr>
          <p:nvPr/>
        </p:nvSpPr>
        <p:spPr>
          <a:xfrm>
            <a:off x="2601055" y="3179081"/>
            <a:ext cx="191" cy="183194"/>
          </a:xfrm>
          <a:custGeom>
            <a:pathLst>
              <a:path w="191" h="183194">
                <a:moveTo>
                  <a:pt x="0" y="183194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0" name="data_4421">
            <a:extLst>
              <a:ext uri="{FF2B5EF4-FFF2-40B4-BE49-F238E27FC236}">
                <a16:creationId xmlns:a16="http://schemas.microsoft.com/office/drawing/2014/main" id="{89A62DCB-53BD-43CE-892F-F82B9A847855}"/>
              </a:ext>
            </a:extLst>
          </p:cNvPr>
          <p:cNvSpPr>
            <a:spLocks noGrp="1"/>
          </p:cNvSpPr>
          <p:nvPr/>
        </p:nvSpPr>
        <p:spPr>
          <a:xfrm>
            <a:off x="2547366" y="3362275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1" name="data_4422">
            <a:extLst>
              <a:ext uri="{FF2B5EF4-FFF2-40B4-BE49-F238E27FC236}">
                <a16:creationId xmlns:a16="http://schemas.microsoft.com/office/drawing/2014/main" id="{339A67CD-0BCD-487D-9668-E1026F81BEBD}"/>
              </a:ext>
            </a:extLst>
          </p:cNvPr>
          <p:cNvSpPr>
            <a:spLocks noGrp="1"/>
          </p:cNvSpPr>
          <p:nvPr/>
        </p:nvSpPr>
        <p:spPr>
          <a:xfrm>
            <a:off x="2547366" y="3179081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2" name="data_4423">
            <a:extLst>
              <a:ext uri="{FF2B5EF4-FFF2-40B4-BE49-F238E27FC236}">
                <a16:creationId xmlns:a16="http://schemas.microsoft.com/office/drawing/2014/main" id="{2816057F-F3FA-4F3A-90F8-09B5EADAE24B}"/>
              </a:ext>
            </a:extLst>
          </p:cNvPr>
          <p:cNvSpPr>
            <a:spLocks noGrp="1"/>
          </p:cNvSpPr>
          <p:nvPr/>
        </p:nvSpPr>
        <p:spPr>
          <a:xfrm>
            <a:off x="2887398" y="2629575"/>
            <a:ext cx="191" cy="186938"/>
          </a:xfrm>
          <a:custGeom>
            <a:pathLst>
              <a:path w="191" h="186938">
                <a:moveTo>
                  <a:pt x="0" y="18693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3" name="data_4424">
            <a:extLst>
              <a:ext uri="{FF2B5EF4-FFF2-40B4-BE49-F238E27FC236}">
                <a16:creationId xmlns:a16="http://schemas.microsoft.com/office/drawing/2014/main" id="{5487B436-6C5C-434B-9577-E8A14222003F}"/>
              </a:ext>
            </a:extLst>
          </p:cNvPr>
          <p:cNvSpPr>
            <a:spLocks noGrp="1"/>
          </p:cNvSpPr>
          <p:nvPr/>
        </p:nvSpPr>
        <p:spPr>
          <a:xfrm>
            <a:off x="2833709" y="2816514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4" name="data_4425">
            <a:extLst>
              <a:ext uri="{FF2B5EF4-FFF2-40B4-BE49-F238E27FC236}">
                <a16:creationId xmlns:a16="http://schemas.microsoft.com/office/drawing/2014/main" id="{C155A440-243E-4C11-88B7-1E59C4C2972C}"/>
              </a:ext>
            </a:extLst>
          </p:cNvPr>
          <p:cNvSpPr>
            <a:spLocks noGrp="1"/>
          </p:cNvSpPr>
          <p:nvPr/>
        </p:nvSpPr>
        <p:spPr>
          <a:xfrm>
            <a:off x="2833709" y="2629575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5" name="data_4426">
            <a:extLst>
              <a:ext uri="{FF2B5EF4-FFF2-40B4-BE49-F238E27FC236}">
                <a16:creationId xmlns:a16="http://schemas.microsoft.com/office/drawing/2014/main" id="{DFA72845-360C-4899-934C-F7CA3A1699BF}"/>
              </a:ext>
            </a:extLst>
          </p:cNvPr>
          <p:cNvSpPr>
            <a:spLocks noGrp="1"/>
          </p:cNvSpPr>
          <p:nvPr/>
        </p:nvSpPr>
        <p:spPr>
          <a:xfrm>
            <a:off x="3173741" y="2396538"/>
            <a:ext cx="191" cy="182967"/>
          </a:xfrm>
          <a:custGeom>
            <a:pathLst>
              <a:path w="191" h="182967">
                <a:moveTo>
                  <a:pt x="0" y="18296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6" name="data_4427">
            <a:extLst>
              <a:ext uri="{FF2B5EF4-FFF2-40B4-BE49-F238E27FC236}">
                <a16:creationId xmlns:a16="http://schemas.microsoft.com/office/drawing/2014/main" id="{FE08362D-EF71-48AA-8700-4C87A8506430}"/>
              </a:ext>
            </a:extLst>
          </p:cNvPr>
          <p:cNvSpPr>
            <a:spLocks noGrp="1"/>
          </p:cNvSpPr>
          <p:nvPr/>
        </p:nvSpPr>
        <p:spPr>
          <a:xfrm>
            <a:off x="3120051" y="2579505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7" name="data_4428">
            <a:extLst>
              <a:ext uri="{FF2B5EF4-FFF2-40B4-BE49-F238E27FC236}">
                <a16:creationId xmlns:a16="http://schemas.microsoft.com/office/drawing/2014/main" id="{FC441B22-A638-49FF-B21F-F2C011F847E2}"/>
              </a:ext>
            </a:extLst>
          </p:cNvPr>
          <p:cNvSpPr>
            <a:spLocks noGrp="1"/>
          </p:cNvSpPr>
          <p:nvPr/>
        </p:nvSpPr>
        <p:spPr>
          <a:xfrm>
            <a:off x="3120051" y="2396538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8" name="data_4429">
            <a:extLst>
              <a:ext uri="{FF2B5EF4-FFF2-40B4-BE49-F238E27FC236}">
                <a16:creationId xmlns:a16="http://schemas.microsoft.com/office/drawing/2014/main" id="{6591B6F0-CF97-4307-AA1F-52E961C71755}"/>
              </a:ext>
            </a:extLst>
          </p:cNvPr>
          <p:cNvSpPr>
            <a:spLocks noGrp="1"/>
          </p:cNvSpPr>
          <p:nvPr/>
        </p:nvSpPr>
        <p:spPr>
          <a:xfrm>
            <a:off x="3794150" y="3454106"/>
            <a:ext cx="191" cy="129624"/>
          </a:xfrm>
          <a:custGeom>
            <a:pathLst>
              <a:path w="191" h="129624">
                <a:moveTo>
                  <a:pt x="0" y="129624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9" name="data_4430">
            <a:extLst>
              <a:ext uri="{FF2B5EF4-FFF2-40B4-BE49-F238E27FC236}">
                <a16:creationId xmlns:a16="http://schemas.microsoft.com/office/drawing/2014/main" id="{B92C4EBF-F222-4789-B319-30C95DBAC135}"/>
              </a:ext>
            </a:extLst>
          </p:cNvPr>
          <p:cNvSpPr>
            <a:spLocks noGrp="1"/>
          </p:cNvSpPr>
          <p:nvPr/>
        </p:nvSpPr>
        <p:spPr>
          <a:xfrm>
            <a:off x="3740460" y="3583730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80" name="data_4431">
            <a:extLst>
              <a:ext uri="{FF2B5EF4-FFF2-40B4-BE49-F238E27FC236}">
                <a16:creationId xmlns:a16="http://schemas.microsoft.com/office/drawing/2014/main" id="{AA12995A-92DC-45BA-B631-984BC5612554}"/>
              </a:ext>
            </a:extLst>
          </p:cNvPr>
          <p:cNvSpPr>
            <a:spLocks noGrp="1"/>
          </p:cNvSpPr>
          <p:nvPr/>
        </p:nvSpPr>
        <p:spPr>
          <a:xfrm>
            <a:off x="3740460" y="3454106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81" name="data_4432">
            <a:extLst>
              <a:ext uri="{FF2B5EF4-FFF2-40B4-BE49-F238E27FC236}">
                <a16:creationId xmlns:a16="http://schemas.microsoft.com/office/drawing/2014/main" id="{9CB07770-00E6-4BE7-920F-A1D1FCE818B4}"/>
              </a:ext>
            </a:extLst>
          </p:cNvPr>
          <p:cNvSpPr>
            <a:spLocks noGrp="1"/>
          </p:cNvSpPr>
          <p:nvPr/>
        </p:nvSpPr>
        <p:spPr>
          <a:xfrm>
            <a:off x="4080492" y="2801086"/>
            <a:ext cx="191" cy="203261"/>
          </a:xfrm>
          <a:custGeom>
            <a:pathLst>
              <a:path w="191" h="203261">
                <a:moveTo>
                  <a:pt x="0" y="20326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2" name="data_4433">
            <a:extLst>
              <a:ext uri="{FF2B5EF4-FFF2-40B4-BE49-F238E27FC236}">
                <a16:creationId xmlns:a16="http://schemas.microsoft.com/office/drawing/2014/main" id="{90993A5A-71C5-4853-8CF5-D4BDEC73C1A0}"/>
              </a:ext>
            </a:extLst>
          </p:cNvPr>
          <p:cNvSpPr>
            <a:spLocks noGrp="1"/>
          </p:cNvSpPr>
          <p:nvPr/>
        </p:nvSpPr>
        <p:spPr>
          <a:xfrm>
            <a:off x="4026803" y="3004347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3" name="data_4434">
            <a:extLst>
              <a:ext uri="{FF2B5EF4-FFF2-40B4-BE49-F238E27FC236}">
                <a16:creationId xmlns:a16="http://schemas.microsoft.com/office/drawing/2014/main" id="{29720D55-DA58-4AD8-BC2E-B4CA22808D8E}"/>
              </a:ext>
            </a:extLst>
          </p:cNvPr>
          <p:cNvSpPr>
            <a:spLocks noGrp="1"/>
          </p:cNvSpPr>
          <p:nvPr/>
        </p:nvSpPr>
        <p:spPr>
          <a:xfrm>
            <a:off x="4026803" y="2801086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4" name="data_4435">
            <a:extLst>
              <a:ext uri="{FF2B5EF4-FFF2-40B4-BE49-F238E27FC236}">
                <a16:creationId xmlns:a16="http://schemas.microsoft.com/office/drawing/2014/main" id="{7C1663AA-29F9-41A4-8077-551A5B025880}"/>
              </a:ext>
            </a:extLst>
          </p:cNvPr>
          <p:cNvSpPr>
            <a:spLocks noGrp="1"/>
          </p:cNvSpPr>
          <p:nvPr/>
        </p:nvSpPr>
        <p:spPr>
          <a:xfrm>
            <a:off x="4366835" y="2582828"/>
            <a:ext cx="191" cy="214726"/>
          </a:xfrm>
          <a:custGeom>
            <a:pathLst>
              <a:path w="191" h="214726">
                <a:moveTo>
                  <a:pt x="0" y="21472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5" name="data_4436">
            <a:extLst>
              <a:ext uri="{FF2B5EF4-FFF2-40B4-BE49-F238E27FC236}">
                <a16:creationId xmlns:a16="http://schemas.microsoft.com/office/drawing/2014/main" id="{C025CE56-DAD9-4790-9AA9-69D8ED2DC28A}"/>
              </a:ext>
            </a:extLst>
          </p:cNvPr>
          <p:cNvSpPr>
            <a:spLocks noGrp="1"/>
          </p:cNvSpPr>
          <p:nvPr/>
        </p:nvSpPr>
        <p:spPr>
          <a:xfrm>
            <a:off x="4313146" y="2797554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6" name="data_4437">
            <a:extLst>
              <a:ext uri="{FF2B5EF4-FFF2-40B4-BE49-F238E27FC236}">
                <a16:creationId xmlns:a16="http://schemas.microsoft.com/office/drawing/2014/main" id="{E55B5F4A-5C3F-4399-9CF3-37CDF27531E7}"/>
              </a:ext>
            </a:extLst>
          </p:cNvPr>
          <p:cNvSpPr>
            <a:spLocks noGrp="1"/>
          </p:cNvSpPr>
          <p:nvPr/>
        </p:nvSpPr>
        <p:spPr>
          <a:xfrm>
            <a:off x="4313146" y="2582828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7" name="data_4438">
            <a:extLst>
              <a:ext uri="{FF2B5EF4-FFF2-40B4-BE49-F238E27FC236}">
                <a16:creationId xmlns:a16="http://schemas.microsoft.com/office/drawing/2014/main" id="{90B5A1B0-2E12-45ED-B5E8-5972188C827E}"/>
              </a:ext>
            </a:extLst>
          </p:cNvPr>
          <p:cNvSpPr>
            <a:spLocks noGrp="1"/>
          </p:cNvSpPr>
          <p:nvPr/>
        </p:nvSpPr>
        <p:spPr>
          <a:xfrm>
            <a:off x="1306548" y="3668436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88" name="data_4439">
            <a:extLst>
              <a:ext uri="{FF2B5EF4-FFF2-40B4-BE49-F238E27FC236}">
                <a16:creationId xmlns:a16="http://schemas.microsoft.com/office/drawing/2014/main" id="{F6079251-C480-4A3A-BBD3-9FBB3275718B}"/>
              </a:ext>
            </a:extLst>
          </p:cNvPr>
          <p:cNvSpPr>
            <a:spLocks noGrp="1"/>
          </p:cNvSpPr>
          <p:nvPr/>
        </p:nvSpPr>
        <p:spPr>
          <a:xfrm>
            <a:off x="1592890" y="2845664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89" name="data_4440">
            <a:extLst>
              <a:ext uri="{FF2B5EF4-FFF2-40B4-BE49-F238E27FC236}">
                <a16:creationId xmlns:a16="http://schemas.microsoft.com/office/drawing/2014/main" id="{E0B2C9A5-B234-4AAD-880F-9495FD672695}"/>
              </a:ext>
            </a:extLst>
          </p:cNvPr>
          <p:cNvSpPr>
            <a:spLocks noGrp="1"/>
          </p:cNvSpPr>
          <p:nvPr/>
        </p:nvSpPr>
        <p:spPr>
          <a:xfrm>
            <a:off x="1879233" y="2638302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0" name="data_4441">
            <a:extLst>
              <a:ext uri="{FF2B5EF4-FFF2-40B4-BE49-F238E27FC236}">
                <a16:creationId xmlns:a16="http://schemas.microsoft.com/office/drawing/2014/main" id="{69C8B8F3-D92B-4946-B07B-3E8CB487FE3C}"/>
              </a:ext>
            </a:extLst>
          </p:cNvPr>
          <p:cNvSpPr>
            <a:spLocks noGrp="1"/>
          </p:cNvSpPr>
          <p:nvPr/>
        </p:nvSpPr>
        <p:spPr>
          <a:xfrm>
            <a:off x="2499642" y="3272753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91" name="data_4442">
            <a:extLst>
              <a:ext uri="{FF2B5EF4-FFF2-40B4-BE49-F238E27FC236}">
                <a16:creationId xmlns:a16="http://schemas.microsoft.com/office/drawing/2014/main" id="{EEA58DB4-D2E7-415E-B653-C9F9BA6DD782}"/>
              </a:ext>
            </a:extLst>
          </p:cNvPr>
          <p:cNvSpPr>
            <a:spLocks noGrp="1"/>
          </p:cNvSpPr>
          <p:nvPr/>
        </p:nvSpPr>
        <p:spPr>
          <a:xfrm>
            <a:off x="2785985" y="2722339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92" name="data_4443">
            <a:extLst>
              <a:ext uri="{FF2B5EF4-FFF2-40B4-BE49-F238E27FC236}">
                <a16:creationId xmlns:a16="http://schemas.microsoft.com/office/drawing/2014/main" id="{7789DF87-5AD0-47A0-9284-5DCEC1820AD9}"/>
              </a:ext>
            </a:extLst>
          </p:cNvPr>
          <p:cNvSpPr>
            <a:spLocks noGrp="1"/>
          </p:cNvSpPr>
          <p:nvPr/>
        </p:nvSpPr>
        <p:spPr>
          <a:xfrm>
            <a:off x="3072328" y="2486733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3" name="data_4444">
            <a:extLst>
              <a:ext uri="{FF2B5EF4-FFF2-40B4-BE49-F238E27FC236}">
                <a16:creationId xmlns:a16="http://schemas.microsoft.com/office/drawing/2014/main" id="{0AFF6867-A8C0-4178-AAB7-628E71143BC4}"/>
              </a:ext>
            </a:extLst>
          </p:cNvPr>
          <p:cNvSpPr>
            <a:spLocks noGrp="1"/>
          </p:cNvSpPr>
          <p:nvPr/>
        </p:nvSpPr>
        <p:spPr>
          <a:xfrm>
            <a:off x="3692737" y="3521391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94" name="data_4445">
            <a:extLst>
              <a:ext uri="{FF2B5EF4-FFF2-40B4-BE49-F238E27FC236}">
                <a16:creationId xmlns:a16="http://schemas.microsoft.com/office/drawing/2014/main" id="{F286A1B8-6958-4DA3-9B9E-53AEE65653F1}"/>
              </a:ext>
            </a:extLst>
          </p:cNvPr>
          <p:cNvSpPr>
            <a:spLocks noGrp="1"/>
          </p:cNvSpPr>
          <p:nvPr/>
        </p:nvSpPr>
        <p:spPr>
          <a:xfrm>
            <a:off x="3979079" y="2903205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95" name="data_4446">
            <a:extLst>
              <a:ext uri="{FF2B5EF4-FFF2-40B4-BE49-F238E27FC236}">
                <a16:creationId xmlns:a16="http://schemas.microsoft.com/office/drawing/2014/main" id="{CE0BE0CD-352D-4C9C-870A-4017C514740C}"/>
              </a:ext>
            </a:extLst>
          </p:cNvPr>
          <p:cNvSpPr>
            <a:spLocks noGrp="1"/>
          </p:cNvSpPr>
          <p:nvPr/>
        </p:nvSpPr>
        <p:spPr>
          <a:xfrm>
            <a:off x="4265422" y="2690185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6" name="data_4447">
            <a:extLst>
              <a:ext uri="{FF2B5EF4-FFF2-40B4-BE49-F238E27FC236}">
                <a16:creationId xmlns:a16="http://schemas.microsoft.com/office/drawing/2014/main" id="{867DC98A-9573-414D-8733-BC7EB4A45BBA}"/>
              </a:ext>
            </a:extLst>
          </p:cNvPr>
          <p:cNvSpPr>
            <a:spLocks noGrp="1"/>
          </p:cNvSpPr>
          <p:nvPr/>
        </p:nvSpPr>
        <p:spPr>
          <a:xfrm>
            <a:off x="5571860" y="1722120"/>
            <a:ext cx="3579283" cy="2042376"/>
          </a:xfrm>
          <a:custGeom>
            <a:pathLst>
              <a:path w="3579283" h="2042376">
                <a:moveTo>
                  <a:pt x="0" y="2042376"/>
                </a:moveTo>
                <a:lnTo>
                  <a:pt x="3579283" y="2042376"/>
                </a:lnTo>
                <a:lnTo>
                  <a:pt x="3579283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97" name="data_4448">
            <a:extLst>
              <a:ext uri="{FF2B5EF4-FFF2-40B4-BE49-F238E27FC236}">
                <a16:creationId xmlns:a16="http://schemas.microsoft.com/office/drawing/2014/main" id="{8A4C0BE9-01EE-4454-939A-D2E694C8BDE1}"/>
              </a:ext>
            </a:extLst>
          </p:cNvPr>
          <p:cNvSpPr>
            <a:spLocks noGrp="1"/>
          </p:cNvSpPr>
          <p:nvPr/>
        </p:nvSpPr>
        <p:spPr>
          <a:xfrm>
            <a:off x="5950438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98" name="text_4449">
            <a:extLst>
              <a:ext uri="{FF2B5EF4-FFF2-40B4-BE49-F238E27FC236}">
                <a16:creationId xmlns:a16="http://schemas.microsoft.com/office/drawing/2014/main" id="{6A4FE2D5-4719-48CA-AD69-78332A842197}"/>
              </a:ext>
            </a:extLst>
          </p:cNvPr>
          <p:cNvSpPr>
            <a:spLocks noGrp="1"/>
          </p:cNvSpPr>
          <p:nvPr/>
        </p:nvSpPr>
        <p:spPr>
          <a:xfrm rot="0">
            <a:off x="5714954" y="3901213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99" name="text_4450">
            <a:extLst>
              <a:ext uri="{FF2B5EF4-FFF2-40B4-BE49-F238E27FC236}">
                <a16:creationId xmlns:a16="http://schemas.microsoft.com/office/drawing/2014/main" id="{59923E08-9911-487F-9D0D-D4B7AEB4A224}"/>
              </a:ext>
            </a:extLst>
          </p:cNvPr>
          <p:cNvSpPr>
            <a:spLocks noGrp="1"/>
          </p:cNvSpPr>
          <p:nvPr/>
        </p:nvSpPr>
        <p:spPr>
          <a:xfrm rot="0">
            <a:off x="5732092" y="4016219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00" name="text_4451">
            <a:extLst>
              <a:ext uri="{FF2B5EF4-FFF2-40B4-BE49-F238E27FC236}">
                <a16:creationId xmlns:a16="http://schemas.microsoft.com/office/drawing/2014/main" id="{B38F124C-2E8F-4DEB-951F-F6BE6F28C280}"/>
              </a:ext>
            </a:extLst>
          </p:cNvPr>
          <p:cNvSpPr>
            <a:spLocks noGrp="1"/>
          </p:cNvSpPr>
          <p:nvPr/>
        </p:nvSpPr>
        <p:spPr>
          <a:xfrm rot="0">
            <a:off x="5833667" y="4016219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01" name="text_4452">
            <a:extLst>
              <a:ext uri="{FF2B5EF4-FFF2-40B4-BE49-F238E27FC236}">
                <a16:creationId xmlns:a16="http://schemas.microsoft.com/office/drawing/2014/main" id="{14939DBC-B3C0-4C9E-9E40-53FC3ED565B3}"/>
              </a:ext>
            </a:extLst>
          </p:cNvPr>
          <p:cNvSpPr>
            <a:spLocks noGrp="1"/>
          </p:cNvSpPr>
          <p:nvPr/>
        </p:nvSpPr>
        <p:spPr>
          <a:xfrm rot="0">
            <a:off x="5965303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02" name="text_4453">
            <a:extLst>
              <a:ext uri="{FF2B5EF4-FFF2-40B4-BE49-F238E27FC236}">
                <a16:creationId xmlns:a16="http://schemas.microsoft.com/office/drawing/2014/main" id="{94D53583-99D2-4883-BD09-4873B3D57AB2}"/>
              </a:ext>
            </a:extLst>
          </p:cNvPr>
          <p:cNvSpPr>
            <a:spLocks noGrp="1"/>
          </p:cNvSpPr>
          <p:nvPr/>
        </p:nvSpPr>
        <p:spPr>
          <a:xfrm rot="0">
            <a:off x="6046401" y="4016219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03" name="text_4454">
            <a:extLst>
              <a:ext uri="{FF2B5EF4-FFF2-40B4-BE49-F238E27FC236}">
                <a16:creationId xmlns:a16="http://schemas.microsoft.com/office/drawing/2014/main" id="{3DBCCBA4-23C6-4785-9826-76CDF6B33F99}"/>
              </a:ext>
            </a:extLst>
          </p:cNvPr>
          <p:cNvSpPr>
            <a:spLocks noGrp="1"/>
          </p:cNvSpPr>
          <p:nvPr/>
        </p:nvSpPr>
        <p:spPr>
          <a:xfrm rot="0">
            <a:off x="6086919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04" name="data_4455">
            <a:extLst>
              <a:ext uri="{FF2B5EF4-FFF2-40B4-BE49-F238E27FC236}">
                <a16:creationId xmlns:a16="http://schemas.microsoft.com/office/drawing/2014/main" id="{3C5B6887-C78F-431E-B1C5-AE8DF2C9E7F4}"/>
              </a:ext>
            </a:extLst>
          </p:cNvPr>
          <p:cNvSpPr>
            <a:spLocks noGrp="1"/>
          </p:cNvSpPr>
          <p:nvPr/>
        </p:nvSpPr>
        <p:spPr>
          <a:xfrm>
            <a:off x="6891148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05" name="text_4456">
            <a:extLst>
              <a:ext uri="{FF2B5EF4-FFF2-40B4-BE49-F238E27FC236}">
                <a16:creationId xmlns:a16="http://schemas.microsoft.com/office/drawing/2014/main" id="{DDA5B5C7-40B6-4D9B-B96E-0E7B5FEEAA9B}"/>
              </a:ext>
            </a:extLst>
          </p:cNvPr>
          <p:cNvSpPr>
            <a:spLocks noGrp="1"/>
          </p:cNvSpPr>
          <p:nvPr/>
        </p:nvSpPr>
        <p:spPr>
          <a:xfrm rot="0">
            <a:off x="6737832" y="3901213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06" name="text_4457">
            <a:extLst>
              <a:ext uri="{FF2B5EF4-FFF2-40B4-BE49-F238E27FC236}">
                <a16:creationId xmlns:a16="http://schemas.microsoft.com/office/drawing/2014/main" id="{6692692D-A9DA-4E25-8C71-8209AA5F2BCF}"/>
              </a:ext>
            </a:extLst>
          </p:cNvPr>
          <p:cNvSpPr>
            <a:spLocks noGrp="1"/>
          </p:cNvSpPr>
          <p:nvPr/>
        </p:nvSpPr>
        <p:spPr>
          <a:xfrm rot="0">
            <a:off x="6672801" y="4016219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07" name="text_4458">
            <a:extLst>
              <a:ext uri="{FF2B5EF4-FFF2-40B4-BE49-F238E27FC236}">
                <a16:creationId xmlns:a16="http://schemas.microsoft.com/office/drawing/2014/main" id="{D107EC2A-8855-41C9-84B2-5DE143D80760}"/>
              </a:ext>
            </a:extLst>
          </p:cNvPr>
          <p:cNvSpPr>
            <a:spLocks noGrp="1"/>
          </p:cNvSpPr>
          <p:nvPr/>
        </p:nvSpPr>
        <p:spPr>
          <a:xfrm rot="0">
            <a:off x="6774376" y="4016219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08" name="text_4459">
            <a:extLst>
              <a:ext uri="{FF2B5EF4-FFF2-40B4-BE49-F238E27FC236}">
                <a16:creationId xmlns:a16="http://schemas.microsoft.com/office/drawing/2014/main" id="{33F82A30-F473-46EB-84CE-086349123F45}"/>
              </a:ext>
            </a:extLst>
          </p:cNvPr>
          <p:cNvSpPr>
            <a:spLocks noGrp="1"/>
          </p:cNvSpPr>
          <p:nvPr/>
        </p:nvSpPr>
        <p:spPr>
          <a:xfrm rot="0">
            <a:off x="6906012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09" name="text_4460">
            <a:extLst>
              <a:ext uri="{FF2B5EF4-FFF2-40B4-BE49-F238E27FC236}">
                <a16:creationId xmlns:a16="http://schemas.microsoft.com/office/drawing/2014/main" id="{C0F0003A-3357-4F14-AF68-93E119A053FA}"/>
              </a:ext>
            </a:extLst>
          </p:cNvPr>
          <p:cNvSpPr>
            <a:spLocks noGrp="1"/>
          </p:cNvSpPr>
          <p:nvPr/>
        </p:nvSpPr>
        <p:spPr>
          <a:xfrm rot="0">
            <a:off x="6987110" y="4016219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10" name="text_4461">
            <a:extLst>
              <a:ext uri="{FF2B5EF4-FFF2-40B4-BE49-F238E27FC236}">
                <a16:creationId xmlns:a16="http://schemas.microsoft.com/office/drawing/2014/main" id="{33D8ABCC-A0A3-4DB6-917D-54797AD95CE2}"/>
              </a:ext>
            </a:extLst>
          </p:cNvPr>
          <p:cNvSpPr>
            <a:spLocks noGrp="1"/>
          </p:cNvSpPr>
          <p:nvPr/>
        </p:nvSpPr>
        <p:spPr>
          <a:xfrm rot="0">
            <a:off x="7027628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11" name="data_4462">
            <a:extLst>
              <a:ext uri="{FF2B5EF4-FFF2-40B4-BE49-F238E27FC236}">
                <a16:creationId xmlns:a16="http://schemas.microsoft.com/office/drawing/2014/main" id="{E1826E00-990C-4EC5-8291-A487D69A8DB0}"/>
              </a:ext>
            </a:extLst>
          </p:cNvPr>
          <p:cNvSpPr>
            <a:spLocks noGrp="1"/>
          </p:cNvSpPr>
          <p:nvPr/>
        </p:nvSpPr>
        <p:spPr>
          <a:xfrm>
            <a:off x="7831857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2" name="text_4463">
            <a:extLst>
              <a:ext uri="{FF2B5EF4-FFF2-40B4-BE49-F238E27FC236}">
                <a16:creationId xmlns:a16="http://schemas.microsoft.com/office/drawing/2014/main" id="{A410118E-BCF0-4941-BBEB-7CAD650ED42E}"/>
              </a:ext>
            </a:extLst>
          </p:cNvPr>
          <p:cNvSpPr>
            <a:spLocks noGrp="1"/>
          </p:cNvSpPr>
          <p:nvPr/>
        </p:nvSpPr>
        <p:spPr>
          <a:xfrm rot="0">
            <a:off x="7596372" y="3901213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713" name="text_4464">
            <a:extLst>
              <a:ext uri="{FF2B5EF4-FFF2-40B4-BE49-F238E27FC236}">
                <a16:creationId xmlns:a16="http://schemas.microsoft.com/office/drawing/2014/main" id="{398ED48C-9F78-45EC-8D29-F6DC56405337}"/>
              </a:ext>
            </a:extLst>
          </p:cNvPr>
          <p:cNvSpPr>
            <a:spLocks noGrp="1"/>
          </p:cNvSpPr>
          <p:nvPr/>
        </p:nvSpPr>
        <p:spPr>
          <a:xfrm rot="0">
            <a:off x="7613510" y="4016219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14" name="text_4465">
            <a:extLst>
              <a:ext uri="{FF2B5EF4-FFF2-40B4-BE49-F238E27FC236}">
                <a16:creationId xmlns:a16="http://schemas.microsoft.com/office/drawing/2014/main" id="{801BBBFC-B5B1-4F20-AE4F-DA9126851FC1}"/>
              </a:ext>
            </a:extLst>
          </p:cNvPr>
          <p:cNvSpPr>
            <a:spLocks noGrp="1"/>
          </p:cNvSpPr>
          <p:nvPr/>
        </p:nvSpPr>
        <p:spPr>
          <a:xfrm rot="0">
            <a:off x="7715085" y="4016219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15" name="text_4466">
            <a:extLst>
              <a:ext uri="{FF2B5EF4-FFF2-40B4-BE49-F238E27FC236}">
                <a16:creationId xmlns:a16="http://schemas.microsoft.com/office/drawing/2014/main" id="{2EB2F095-AE8E-4C0F-8EF9-241A15C38A67}"/>
              </a:ext>
            </a:extLst>
          </p:cNvPr>
          <p:cNvSpPr>
            <a:spLocks noGrp="1"/>
          </p:cNvSpPr>
          <p:nvPr/>
        </p:nvSpPr>
        <p:spPr>
          <a:xfrm rot="0">
            <a:off x="7846721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16" name="text_4467">
            <a:extLst>
              <a:ext uri="{FF2B5EF4-FFF2-40B4-BE49-F238E27FC236}">
                <a16:creationId xmlns:a16="http://schemas.microsoft.com/office/drawing/2014/main" id="{7D99DB13-A60B-4C1D-88E8-0ADA7E932F79}"/>
              </a:ext>
            </a:extLst>
          </p:cNvPr>
          <p:cNvSpPr>
            <a:spLocks noGrp="1"/>
          </p:cNvSpPr>
          <p:nvPr/>
        </p:nvSpPr>
        <p:spPr>
          <a:xfrm rot="0">
            <a:off x="7927819" y="4016219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17" name="text_4468">
            <a:extLst>
              <a:ext uri="{FF2B5EF4-FFF2-40B4-BE49-F238E27FC236}">
                <a16:creationId xmlns:a16="http://schemas.microsoft.com/office/drawing/2014/main" id="{0D59367F-7F04-44BE-B3E2-095C499CA822}"/>
              </a:ext>
            </a:extLst>
          </p:cNvPr>
          <p:cNvSpPr>
            <a:spLocks noGrp="1"/>
          </p:cNvSpPr>
          <p:nvPr/>
        </p:nvSpPr>
        <p:spPr>
          <a:xfrm rot="0">
            <a:off x="7968337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18" name="data_4469">
            <a:extLst>
              <a:ext uri="{FF2B5EF4-FFF2-40B4-BE49-F238E27FC236}">
                <a16:creationId xmlns:a16="http://schemas.microsoft.com/office/drawing/2014/main" id="{C1A6CFCF-69EF-4BA3-A7ED-ECEB40C7BE46}"/>
              </a:ext>
            </a:extLst>
          </p:cNvPr>
          <p:cNvSpPr>
            <a:spLocks noGrp="1"/>
          </p:cNvSpPr>
          <p:nvPr/>
        </p:nvSpPr>
        <p:spPr>
          <a:xfrm>
            <a:off x="8772566" y="3764496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9" name="text_4470">
            <a:extLst>
              <a:ext uri="{FF2B5EF4-FFF2-40B4-BE49-F238E27FC236}">
                <a16:creationId xmlns:a16="http://schemas.microsoft.com/office/drawing/2014/main" id="{488DBEFB-33CC-45C8-8319-99A57EAF512E}"/>
              </a:ext>
            </a:extLst>
          </p:cNvPr>
          <p:cNvSpPr>
            <a:spLocks noGrp="1"/>
          </p:cNvSpPr>
          <p:nvPr/>
        </p:nvSpPr>
        <p:spPr>
          <a:xfrm rot="0">
            <a:off x="8619250" y="3901213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20" name="text_4471">
            <a:extLst>
              <a:ext uri="{FF2B5EF4-FFF2-40B4-BE49-F238E27FC236}">
                <a16:creationId xmlns:a16="http://schemas.microsoft.com/office/drawing/2014/main" id="{D17FABBF-8F97-4AD0-A480-A36A5E11A822}"/>
              </a:ext>
            </a:extLst>
          </p:cNvPr>
          <p:cNvSpPr>
            <a:spLocks noGrp="1"/>
          </p:cNvSpPr>
          <p:nvPr/>
        </p:nvSpPr>
        <p:spPr>
          <a:xfrm rot="0">
            <a:off x="8554219" y="4016219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21" name="text_4472">
            <a:extLst>
              <a:ext uri="{FF2B5EF4-FFF2-40B4-BE49-F238E27FC236}">
                <a16:creationId xmlns:a16="http://schemas.microsoft.com/office/drawing/2014/main" id="{1D3F25E8-419E-46AF-BDC5-49A1D33D1E8A}"/>
              </a:ext>
            </a:extLst>
          </p:cNvPr>
          <p:cNvSpPr>
            <a:spLocks noGrp="1"/>
          </p:cNvSpPr>
          <p:nvPr/>
        </p:nvSpPr>
        <p:spPr>
          <a:xfrm rot="0">
            <a:off x="8655794" y="4016219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22" name="text_4473">
            <a:extLst>
              <a:ext uri="{FF2B5EF4-FFF2-40B4-BE49-F238E27FC236}">
                <a16:creationId xmlns:a16="http://schemas.microsoft.com/office/drawing/2014/main" id="{6D12EA3D-F5A3-4197-B10A-67494A60C107}"/>
              </a:ext>
            </a:extLst>
          </p:cNvPr>
          <p:cNvSpPr>
            <a:spLocks noGrp="1"/>
          </p:cNvSpPr>
          <p:nvPr/>
        </p:nvSpPr>
        <p:spPr>
          <a:xfrm rot="0">
            <a:off x="8787430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text_4474">
            <a:extLst>
              <a:ext uri="{FF2B5EF4-FFF2-40B4-BE49-F238E27FC236}">
                <a16:creationId xmlns:a16="http://schemas.microsoft.com/office/drawing/2014/main" id="{E94FDB63-C9BC-4462-90C7-58B29ED6E27D}"/>
              </a:ext>
            </a:extLst>
          </p:cNvPr>
          <p:cNvSpPr>
            <a:spLocks noGrp="1"/>
          </p:cNvSpPr>
          <p:nvPr/>
        </p:nvSpPr>
        <p:spPr>
          <a:xfrm rot="0">
            <a:off x="8868528" y="4016219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24" name="text_4475">
            <a:extLst>
              <a:ext uri="{FF2B5EF4-FFF2-40B4-BE49-F238E27FC236}">
                <a16:creationId xmlns:a16="http://schemas.microsoft.com/office/drawing/2014/main" id="{F3461583-F562-4A4D-A641-61ACB20D5720}"/>
              </a:ext>
            </a:extLst>
          </p:cNvPr>
          <p:cNvSpPr>
            <a:spLocks noGrp="1"/>
          </p:cNvSpPr>
          <p:nvPr/>
        </p:nvSpPr>
        <p:spPr>
          <a:xfrm rot="0">
            <a:off x="8909046" y="4016219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25" name="data_4476">
            <a:extLst>
              <a:ext uri="{FF2B5EF4-FFF2-40B4-BE49-F238E27FC236}">
                <a16:creationId xmlns:a16="http://schemas.microsoft.com/office/drawing/2014/main" id="{7E2380E1-7C31-44FD-8CED-330E96BD0F01}"/>
              </a:ext>
            </a:extLst>
          </p:cNvPr>
          <p:cNvSpPr>
            <a:spLocks noGrp="1"/>
          </p:cNvSpPr>
          <p:nvPr/>
        </p:nvSpPr>
        <p:spPr>
          <a:xfrm>
            <a:off x="5571860" y="376449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26" name="data_4477">
            <a:extLst>
              <a:ext uri="{FF2B5EF4-FFF2-40B4-BE49-F238E27FC236}">
                <a16:creationId xmlns:a16="http://schemas.microsoft.com/office/drawing/2014/main" id="{3D8730B5-DE17-4486-8A58-523C2266329D}"/>
              </a:ext>
            </a:extLst>
          </p:cNvPr>
          <p:cNvSpPr>
            <a:spLocks noGrp="1"/>
          </p:cNvSpPr>
          <p:nvPr/>
        </p:nvSpPr>
        <p:spPr>
          <a:xfrm>
            <a:off x="5527524" y="376449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4478">
            <a:extLst>
              <a:ext uri="{FF2B5EF4-FFF2-40B4-BE49-F238E27FC236}">
                <a16:creationId xmlns:a16="http://schemas.microsoft.com/office/drawing/2014/main" id="{883C0A93-E246-49EC-8AC7-13CF690FAA10}"/>
              </a:ext>
            </a:extLst>
          </p:cNvPr>
          <p:cNvSpPr>
            <a:spLocks noGrp="1"/>
          </p:cNvSpPr>
          <p:nvPr/>
        </p:nvSpPr>
        <p:spPr>
          <a:xfrm rot="0">
            <a:off x="5303801" y="370704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28" name="data_4479">
            <a:extLst>
              <a:ext uri="{FF2B5EF4-FFF2-40B4-BE49-F238E27FC236}">
                <a16:creationId xmlns:a16="http://schemas.microsoft.com/office/drawing/2014/main" id="{9DF526DF-7D2A-4694-9244-8B228A352297}"/>
              </a:ext>
            </a:extLst>
          </p:cNvPr>
          <p:cNvSpPr>
            <a:spLocks noGrp="1"/>
          </p:cNvSpPr>
          <p:nvPr/>
        </p:nvSpPr>
        <p:spPr>
          <a:xfrm>
            <a:off x="5571860" y="2801111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29" name="data_4480">
            <a:extLst>
              <a:ext uri="{FF2B5EF4-FFF2-40B4-BE49-F238E27FC236}">
                <a16:creationId xmlns:a16="http://schemas.microsoft.com/office/drawing/2014/main" id="{9BBE87D9-1C16-4739-BB2A-0F6BDD3BE28C}"/>
              </a:ext>
            </a:extLst>
          </p:cNvPr>
          <p:cNvSpPr>
            <a:spLocks noGrp="1"/>
          </p:cNvSpPr>
          <p:nvPr/>
        </p:nvSpPr>
        <p:spPr>
          <a:xfrm>
            <a:off x="5527524" y="2801111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0" name="text_4481">
            <a:extLst>
              <a:ext uri="{FF2B5EF4-FFF2-40B4-BE49-F238E27FC236}">
                <a16:creationId xmlns:a16="http://schemas.microsoft.com/office/drawing/2014/main" id="{14CCDFAF-382C-45EB-84C8-E83322AFB8EB}"/>
              </a:ext>
            </a:extLst>
          </p:cNvPr>
          <p:cNvSpPr>
            <a:spLocks noGrp="1"/>
          </p:cNvSpPr>
          <p:nvPr/>
        </p:nvSpPr>
        <p:spPr>
          <a:xfrm rot="0">
            <a:off x="5303801" y="27436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31" name="data_4482">
            <a:extLst>
              <a:ext uri="{FF2B5EF4-FFF2-40B4-BE49-F238E27FC236}">
                <a16:creationId xmlns:a16="http://schemas.microsoft.com/office/drawing/2014/main" id="{11A8BCE2-4199-464A-A8F8-04FEF7D3C7C5}"/>
              </a:ext>
            </a:extLst>
          </p:cNvPr>
          <p:cNvSpPr>
            <a:spLocks noGrp="1"/>
          </p:cNvSpPr>
          <p:nvPr/>
        </p:nvSpPr>
        <p:spPr>
          <a:xfrm>
            <a:off x="5571860" y="183772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32" name="data_4483">
            <a:extLst>
              <a:ext uri="{FF2B5EF4-FFF2-40B4-BE49-F238E27FC236}">
                <a16:creationId xmlns:a16="http://schemas.microsoft.com/office/drawing/2014/main" id="{C49D3703-E80E-4B31-86D3-1786B7FFB7DF}"/>
              </a:ext>
            </a:extLst>
          </p:cNvPr>
          <p:cNvSpPr>
            <a:spLocks noGrp="1"/>
          </p:cNvSpPr>
          <p:nvPr/>
        </p:nvSpPr>
        <p:spPr>
          <a:xfrm>
            <a:off x="5527524" y="1837726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4484">
            <a:extLst>
              <a:ext uri="{FF2B5EF4-FFF2-40B4-BE49-F238E27FC236}">
                <a16:creationId xmlns:a16="http://schemas.microsoft.com/office/drawing/2014/main" id="{2B8F43F1-194A-4DA8-B7AE-8A023768688B}"/>
              </a:ext>
            </a:extLst>
          </p:cNvPr>
          <p:cNvSpPr>
            <a:spLocks noGrp="1"/>
          </p:cNvSpPr>
          <p:nvPr/>
        </p:nvSpPr>
        <p:spPr>
          <a:xfrm rot="0">
            <a:off x="5303801" y="17802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34" name="text_4485">
            <a:extLst>
              <a:ext uri="{FF2B5EF4-FFF2-40B4-BE49-F238E27FC236}">
                <a16:creationId xmlns:a16="http://schemas.microsoft.com/office/drawing/2014/main" id="{261C1ECF-2481-410D-8712-40F19B360DD2}"/>
              </a:ext>
            </a:extLst>
          </p:cNvPr>
          <p:cNvSpPr>
            <a:spLocks noGrp="1"/>
          </p:cNvSpPr>
          <p:nvPr/>
        </p:nvSpPr>
        <p:spPr>
          <a:xfrm rot="-5400000">
            <a:off x="5034593" y="265906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735" name="data_4486">
            <a:extLst>
              <a:ext uri="{FF2B5EF4-FFF2-40B4-BE49-F238E27FC236}">
                <a16:creationId xmlns:a16="http://schemas.microsoft.com/office/drawing/2014/main" id="{EF38BD6A-C445-42D7-8B4D-61799F7CEFD2}"/>
              </a:ext>
            </a:extLst>
          </p:cNvPr>
          <p:cNvSpPr>
            <a:spLocks noGrp="1"/>
          </p:cNvSpPr>
          <p:nvPr/>
        </p:nvSpPr>
        <p:spPr>
          <a:xfrm>
            <a:off x="5636104" y="1837726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837" y="1914727"/>
                </a:lnTo>
                <a:lnTo>
                  <a:pt x="3298" y="1902685"/>
                </a:lnTo>
                <a:lnTo>
                  <a:pt x="7231" y="1890643"/>
                </a:lnTo>
                <a:lnTo>
                  <a:pt x="12403" y="1878600"/>
                </a:lnTo>
                <a:lnTo>
                  <a:pt x="18522" y="1866558"/>
                </a:lnTo>
                <a:lnTo>
                  <a:pt x="25262" y="1854516"/>
                </a:lnTo>
                <a:lnTo>
                  <a:pt x="32296" y="1842473"/>
                </a:lnTo>
                <a:lnTo>
                  <a:pt x="39319" y="1830431"/>
                </a:lnTo>
                <a:lnTo>
                  <a:pt x="46070" y="1818389"/>
                </a:lnTo>
                <a:lnTo>
                  <a:pt x="52343" y="1806347"/>
                </a:lnTo>
                <a:lnTo>
                  <a:pt x="57999" y="1794304"/>
                </a:lnTo>
                <a:lnTo>
                  <a:pt x="62956" y="1782262"/>
                </a:lnTo>
                <a:lnTo>
                  <a:pt x="67191" y="1770220"/>
                </a:lnTo>
                <a:lnTo>
                  <a:pt x="70723" y="1758177"/>
                </a:lnTo>
                <a:lnTo>
                  <a:pt x="73605" y="1746135"/>
                </a:lnTo>
                <a:lnTo>
                  <a:pt x="75910" y="1734093"/>
                </a:lnTo>
                <a:lnTo>
                  <a:pt x="77720" y="1722050"/>
                </a:lnTo>
                <a:lnTo>
                  <a:pt x="79118" y="1710008"/>
                </a:lnTo>
                <a:lnTo>
                  <a:pt x="80184" y="1697966"/>
                </a:lnTo>
                <a:lnTo>
                  <a:pt x="80985" y="1685923"/>
                </a:lnTo>
                <a:lnTo>
                  <a:pt x="81583" y="1673881"/>
                </a:lnTo>
                <a:lnTo>
                  <a:pt x="82026" y="1661839"/>
                </a:lnTo>
                <a:lnTo>
                  <a:pt x="82353" y="1649797"/>
                </a:lnTo>
                <a:lnTo>
                  <a:pt x="82594" y="1637754"/>
                </a:lnTo>
                <a:lnTo>
                  <a:pt x="82774" y="1625712"/>
                </a:lnTo>
                <a:lnTo>
                  <a:pt x="82909" y="1613670"/>
                </a:lnTo>
                <a:lnTo>
                  <a:pt x="83015" y="1601627"/>
                </a:lnTo>
                <a:lnTo>
                  <a:pt x="83102" y="1589585"/>
                </a:lnTo>
                <a:lnTo>
                  <a:pt x="83178" y="1577543"/>
                </a:lnTo>
                <a:lnTo>
                  <a:pt x="83249" y="1565500"/>
                </a:lnTo>
                <a:lnTo>
                  <a:pt x="83321" y="1553458"/>
                </a:lnTo>
                <a:lnTo>
                  <a:pt x="83397" y="1541416"/>
                </a:lnTo>
                <a:lnTo>
                  <a:pt x="83478" y="1529373"/>
                </a:lnTo>
                <a:lnTo>
                  <a:pt x="83566" y="1517331"/>
                </a:lnTo>
                <a:lnTo>
                  <a:pt x="83660" y="1505289"/>
                </a:lnTo>
                <a:lnTo>
                  <a:pt x="83759" y="1493246"/>
                </a:lnTo>
                <a:lnTo>
                  <a:pt x="83860" y="1481204"/>
                </a:lnTo>
                <a:lnTo>
                  <a:pt x="83962" y="1469162"/>
                </a:lnTo>
                <a:lnTo>
                  <a:pt x="84060" y="1457120"/>
                </a:lnTo>
                <a:lnTo>
                  <a:pt x="84153" y="1445077"/>
                </a:lnTo>
                <a:lnTo>
                  <a:pt x="84238" y="1433035"/>
                </a:lnTo>
                <a:lnTo>
                  <a:pt x="84313" y="1420993"/>
                </a:lnTo>
                <a:lnTo>
                  <a:pt x="84377" y="1408950"/>
                </a:lnTo>
                <a:lnTo>
                  <a:pt x="84429" y="1396908"/>
                </a:lnTo>
                <a:lnTo>
                  <a:pt x="84470" y="1384866"/>
                </a:lnTo>
                <a:lnTo>
                  <a:pt x="84502" y="1372823"/>
                </a:lnTo>
                <a:lnTo>
                  <a:pt x="84525" y="1360781"/>
                </a:lnTo>
                <a:lnTo>
                  <a:pt x="84542" y="1348739"/>
                </a:lnTo>
                <a:lnTo>
                  <a:pt x="84556" y="1336696"/>
                </a:lnTo>
                <a:lnTo>
                  <a:pt x="84567" y="1324654"/>
                </a:lnTo>
                <a:lnTo>
                  <a:pt x="84579" y="1312612"/>
                </a:lnTo>
                <a:lnTo>
                  <a:pt x="84593" y="1300570"/>
                </a:lnTo>
                <a:lnTo>
                  <a:pt x="84609" y="1288527"/>
                </a:lnTo>
                <a:lnTo>
                  <a:pt x="84628" y="1276485"/>
                </a:lnTo>
                <a:lnTo>
                  <a:pt x="84650" y="1264443"/>
                </a:lnTo>
                <a:lnTo>
                  <a:pt x="84674" y="1252400"/>
                </a:lnTo>
                <a:lnTo>
                  <a:pt x="84700" y="1240358"/>
                </a:lnTo>
                <a:lnTo>
                  <a:pt x="84725" y="1228316"/>
                </a:lnTo>
                <a:lnTo>
                  <a:pt x="84751" y="1216273"/>
                </a:lnTo>
                <a:lnTo>
                  <a:pt x="84775" y="1204231"/>
                </a:lnTo>
                <a:lnTo>
                  <a:pt x="84797" y="1192189"/>
                </a:lnTo>
                <a:lnTo>
                  <a:pt x="84816" y="1180146"/>
                </a:lnTo>
                <a:lnTo>
                  <a:pt x="84833" y="1168104"/>
                </a:lnTo>
                <a:lnTo>
                  <a:pt x="84846" y="1156062"/>
                </a:lnTo>
                <a:lnTo>
                  <a:pt x="84857" y="1144019"/>
                </a:lnTo>
                <a:lnTo>
                  <a:pt x="84865" y="1131977"/>
                </a:lnTo>
                <a:lnTo>
                  <a:pt x="84870" y="1119935"/>
                </a:lnTo>
                <a:lnTo>
                  <a:pt x="84873" y="1107893"/>
                </a:lnTo>
                <a:lnTo>
                  <a:pt x="84873" y="1095850"/>
                </a:lnTo>
                <a:lnTo>
                  <a:pt x="84871" y="1083808"/>
                </a:lnTo>
                <a:lnTo>
                  <a:pt x="84866" y="1071766"/>
                </a:lnTo>
                <a:lnTo>
                  <a:pt x="84858" y="1059723"/>
                </a:lnTo>
                <a:lnTo>
                  <a:pt x="84848" y="1047681"/>
                </a:lnTo>
                <a:lnTo>
                  <a:pt x="84834" y="1035639"/>
                </a:lnTo>
                <a:lnTo>
                  <a:pt x="84818" y="1023596"/>
                </a:lnTo>
                <a:lnTo>
                  <a:pt x="84799" y="1011554"/>
                </a:lnTo>
                <a:lnTo>
                  <a:pt x="84777" y="999512"/>
                </a:lnTo>
                <a:lnTo>
                  <a:pt x="84754" y="987469"/>
                </a:lnTo>
                <a:lnTo>
                  <a:pt x="84729" y="975427"/>
                </a:lnTo>
                <a:lnTo>
                  <a:pt x="84705" y="963385"/>
                </a:lnTo>
                <a:lnTo>
                  <a:pt x="84681" y="951343"/>
                </a:lnTo>
                <a:lnTo>
                  <a:pt x="84659" y="939300"/>
                </a:lnTo>
                <a:lnTo>
                  <a:pt x="84641" y="927258"/>
                </a:lnTo>
                <a:lnTo>
                  <a:pt x="84627" y="915216"/>
                </a:lnTo>
                <a:lnTo>
                  <a:pt x="84619" y="903173"/>
                </a:lnTo>
                <a:lnTo>
                  <a:pt x="84617" y="891131"/>
                </a:lnTo>
                <a:lnTo>
                  <a:pt x="84620" y="879089"/>
                </a:lnTo>
                <a:lnTo>
                  <a:pt x="84630" y="867046"/>
                </a:lnTo>
                <a:lnTo>
                  <a:pt x="84644" y="855004"/>
                </a:lnTo>
                <a:lnTo>
                  <a:pt x="84663" y="842962"/>
                </a:lnTo>
                <a:lnTo>
                  <a:pt x="84685" y="830919"/>
                </a:lnTo>
                <a:lnTo>
                  <a:pt x="84708" y="818877"/>
                </a:lnTo>
                <a:lnTo>
                  <a:pt x="84732" y="806835"/>
                </a:lnTo>
                <a:lnTo>
                  <a:pt x="84755" y="794792"/>
                </a:lnTo>
                <a:lnTo>
                  <a:pt x="84776" y="782750"/>
                </a:lnTo>
                <a:lnTo>
                  <a:pt x="84794" y="770708"/>
                </a:lnTo>
                <a:lnTo>
                  <a:pt x="84808" y="758666"/>
                </a:lnTo>
                <a:lnTo>
                  <a:pt x="84818" y="746623"/>
                </a:lnTo>
                <a:lnTo>
                  <a:pt x="84823" y="734581"/>
                </a:lnTo>
                <a:lnTo>
                  <a:pt x="84824" y="722539"/>
                </a:lnTo>
                <a:lnTo>
                  <a:pt x="84820" y="710496"/>
                </a:lnTo>
                <a:lnTo>
                  <a:pt x="84811" y="698454"/>
                </a:lnTo>
                <a:lnTo>
                  <a:pt x="84798" y="686412"/>
                </a:lnTo>
                <a:lnTo>
                  <a:pt x="84781" y="674369"/>
                </a:lnTo>
                <a:lnTo>
                  <a:pt x="84761" y="662327"/>
                </a:lnTo>
                <a:lnTo>
                  <a:pt x="84739" y="650285"/>
                </a:lnTo>
                <a:lnTo>
                  <a:pt x="84715" y="638242"/>
                </a:lnTo>
                <a:lnTo>
                  <a:pt x="84691" y="626200"/>
                </a:lnTo>
                <a:lnTo>
                  <a:pt x="84669" y="614158"/>
                </a:lnTo>
                <a:lnTo>
                  <a:pt x="84649" y="602116"/>
                </a:lnTo>
                <a:lnTo>
                  <a:pt x="84633" y="590073"/>
                </a:lnTo>
                <a:lnTo>
                  <a:pt x="84622" y="578031"/>
                </a:lnTo>
                <a:lnTo>
                  <a:pt x="84617" y="565989"/>
                </a:lnTo>
                <a:lnTo>
                  <a:pt x="84618" y="553946"/>
                </a:lnTo>
                <a:lnTo>
                  <a:pt x="84624" y="541904"/>
                </a:lnTo>
                <a:lnTo>
                  <a:pt x="84637" y="529862"/>
                </a:lnTo>
                <a:lnTo>
                  <a:pt x="84654" y="517819"/>
                </a:lnTo>
                <a:lnTo>
                  <a:pt x="84674" y="505777"/>
                </a:lnTo>
                <a:lnTo>
                  <a:pt x="84698" y="493735"/>
                </a:lnTo>
                <a:lnTo>
                  <a:pt x="84722" y="481692"/>
                </a:lnTo>
                <a:lnTo>
                  <a:pt x="84747" y="469650"/>
                </a:lnTo>
                <a:lnTo>
                  <a:pt x="84771" y="457608"/>
                </a:lnTo>
                <a:lnTo>
                  <a:pt x="84793" y="445565"/>
                </a:lnTo>
                <a:lnTo>
                  <a:pt x="84813" y="433523"/>
                </a:lnTo>
                <a:lnTo>
                  <a:pt x="84830" y="421481"/>
                </a:lnTo>
                <a:lnTo>
                  <a:pt x="84845" y="409439"/>
                </a:lnTo>
                <a:lnTo>
                  <a:pt x="84857" y="397396"/>
                </a:lnTo>
                <a:lnTo>
                  <a:pt x="84867" y="385354"/>
                </a:lnTo>
                <a:lnTo>
                  <a:pt x="84874" y="373312"/>
                </a:lnTo>
                <a:lnTo>
                  <a:pt x="84880" y="361269"/>
                </a:lnTo>
                <a:lnTo>
                  <a:pt x="84884" y="349227"/>
                </a:lnTo>
                <a:lnTo>
                  <a:pt x="84887" y="337185"/>
                </a:lnTo>
                <a:lnTo>
                  <a:pt x="84889" y="325142"/>
                </a:lnTo>
                <a:lnTo>
                  <a:pt x="84890" y="313100"/>
                </a:lnTo>
                <a:lnTo>
                  <a:pt x="84891" y="301058"/>
                </a:lnTo>
                <a:lnTo>
                  <a:pt x="84890" y="289015"/>
                </a:lnTo>
                <a:lnTo>
                  <a:pt x="84889" y="276973"/>
                </a:lnTo>
                <a:lnTo>
                  <a:pt x="84888" y="264931"/>
                </a:lnTo>
                <a:lnTo>
                  <a:pt x="84884" y="252889"/>
                </a:lnTo>
                <a:lnTo>
                  <a:pt x="84880" y="240846"/>
                </a:lnTo>
                <a:lnTo>
                  <a:pt x="84872" y="228804"/>
                </a:lnTo>
                <a:lnTo>
                  <a:pt x="84862" y="216762"/>
                </a:lnTo>
                <a:lnTo>
                  <a:pt x="84847" y="204719"/>
                </a:lnTo>
                <a:lnTo>
                  <a:pt x="84827" y="192677"/>
                </a:lnTo>
                <a:lnTo>
                  <a:pt x="84800" y="180635"/>
                </a:lnTo>
                <a:lnTo>
                  <a:pt x="84766" y="168592"/>
                </a:lnTo>
                <a:lnTo>
                  <a:pt x="84721" y="156550"/>
                </a:lnTo>
                <a:lnTo>
                  <a:pt x="84667" y="144508"/>
                </a:lnTo>
                <a:lnTo>
                  <a:pt x="84602" y="132465"/>
                </a:lnTo>
                <a:lnTo>
                  <a:pt x="84526" y="120423"/>
                </a:lnTo>
                <a:lnTo>
                  <a:pt x="84440" y="108381"/>
                </a:lnTo>
                <a:lnTo>
                  <a:pt x="84347" y="96338"/>
                </a:lnTo>
                <a:lnTo>
                  <a:pt x="84249" y="84296"/>
                </a:lnTo>
                <a:lnTo>
                  <a:pt x="84149" y="72254"/>
                </a:lnTo>
                <a:lnTo>
                  <a:pt x="84053" y="60212"/>
                </a:lnTo>
                <a:lnTo>
                  <a:pt x="83966" y="48169"/>
                </a:lnTo>
                <a:lnTo>
                  <a:pt x="83892" y="36127"/>
                </a:lnTo>
                <a:lnTo>
                  <a:pt x="83835" y="24085"/>
                </a:lnTo>
                <a:lnTo>
                  <a:pt x="83799" y="12042"/>
                </a:lnTo>
                <a:lnTo>
                  <a:pt x="83787" y="0"/>
                </a:lnTo>
                <a:lnTo>
                  <a:pt x="85999" y="0"/>
                </a:lnTo>
                <a:lnTo>
                  <a:pt x="85999" y="0"/>
                </a:lnTo>
                <a:lnTo>
                  <a:pt x="85987" y="12042"/>
                </a:lnTo>
                <a:lnTo>
                  <a:pt x="85952" y="24085"/>
                </a:lnTo>
                <a:lnTo>
                  <a:pt x="85895" y="36127"/>
                </a:lnTo>
                <a:lnTo>
                  <a:pt x="85821" y="48169"/>
                </a:lnTo>
                <a:lnTo>
                  <a:pt x="85733" y="60212"/>
                </a:lnTo>
                <a:lnTo>
                  <a:pt x="85637" y="72254"/>
                </a:lnTo>
                <a:lnTo>
                  <a:pt x="85538" y="84296"/>
                </a:lnTo>
                <a:lnTo>
                  <a:pt x="85440" y="96338"/>
                </a:lnTo>
                <a:lnTo>
                  <a:pt x="85346" y="108381"/>
                </a:lnTo>
                <a:lnTo>
                  <a:pt x="85261" y="120423"/>
                </a:lnTo>
                <a:lnTo>
                  <a:pt x="85185" y="132465"/>
                </a:lnTo>
                <a:lnTo>
                  <a:pt x="85120" y="144508"/>
                </a:lnTo>
                <a:lnTo>
                  <a:pt x="85065" y="156550"/>
                </a:lnTo>
                <a:lnTo>
                  <a:pt x="85021" y="168592"/>
                </a:lnTo>
                <a:lnTo>
                  <a:pt x="84986" y="180635"/>
                </a:lnTo>
                <a:lnTo>
                  <a:pt x="84959" y="192677"/>
                </a:lnTo>
                <a:lnTo>
                  <a:pt x="84939" y="204719"/>
                </a:lnTo>
                <a:lnTo>
                  <a:pt x="84924" y="216762"/>
                </a:lnTo>
                <a:lnTo>
                  <a:pt x="84914" y="228804"/>
                </a:lnTo>
                <a:lnTo>
                  <a:pt x="84907" y="240846"/>
                </a:lnTo>
                <a:lnTo>
                  <a:pt x="84902" y="252889"/>
                </a:lnTo>
                <a:lnTo>
                  <a:pt x="84899" y="264931"/>
                </a:lnTo>
                <a:lnTo>
                  <a:pt x="84897" y="276973"/>
                </a:lnTo>
                <a:lnTo>
                  <a:pt x="84896" y="289015"/>
                </a:lnTo>
                <a:lnTo>
                  <a:pt x="84896" y="301058"/>
                </a:lnTo>
                <a:lnTo>
                  <a:pt x="84896" y="313100"/>
                </a:lnTo>
                <a:lnTo>
                  <a:pt x="84898" y="325142"/>
                </a:lnTo>
                <a:lnTo>
                  <a:pt x="84900" y="337185"/>
                </a:lnTo>
                <a:lnTo>
                  <a:pt x="84902" y="349227"/>
                </a:lnTo>
                <a:lnTo>
                  <a:pt x="84907" y="361269"/>
                </a:lnTo>
                <a:lnTo>
                  <a:pt x="84912" y="373312"/>
                </a:lnTo>
                <a:lnTo>
                  <a:pt x="84920" y="385354"/>
                </a:lnTo>
                <a:lnTo>
                  <a:pt x="84929" y="397396"/>
                </a:lnTo>
                <a:lnTo>
                  <a:pt x="84941" y="409439"/>
                </a:lnTo>
                <a:lnTo>
                  <a:pt x="84956" y="421481"/>
                </a:lnTo>
                <a:lnTo>
                  <a:pt x="84973" y="433523"/>
                </a:lnTo>
                <a:lnTo>
                  <a:pt x="84993" y="445565"/>
                </a:lnTo>
                <a:lnTo>
                  <a:pt x="85016" y="457608"/>
                </a:lnTo>
                <a:lnTo>
                  <a:pt x="85040" y="469650"/>
                </a:lnTo>
                <a:lnTo>
                  <a:pt x="85064" y="481692"/>
                </a:lnTo>
                <a:lnTo>
                  <a:pt x="85089" y="493735"/>
                </a:lnTo>
                <a:lnTo>
                  <a:pt x="85112" y="505777"/>
                </a:lnTo>
                <a:lnTo>
                  <a:pt x="85133" y="517819"/>
                </a:lnTo>
                <a:lnTo>
                  <a:pt x="85150" y="529862"/>
                </a:lnTo>
                <a:lnTo>
                  <a:pt x="85162" y="541904"/>
                </a:lnTo>
                <a:lnTo>
                  <a:pt x="85169" y="553946"/>
                </a:lnTo>
                <a:lnTo>
                  <a:pt x="85169" y="565989"/>
                </a:lnTo>
                <a:lnTo>
                  <a:pt x="85164" y="578031"/>
                </a:lnTo>
                <a:lnTo>
                  <a:pt x="85153" y="590073"/>
                </a:lnTo>
                <a:lnTo>
                  <a:pt x="85137" y="602116"/>
                </a:lnTo>
                <a:lnTo>
                  <a:pt x="85118" y="614158"/>
                </a:lnTo>
                <a:lnTo>
                  <a:pt x="85095" y="626200"/>
                </a:lnTo>
                <a:lnTo>
                  <a:pt x="85071" y="638242"/>
                </a:lnTo>
                <a:lnTo>
                  <a:pt x="85048" y="650285"/>
                </a:lnTo>
                <a:lnTo>
                  <a:pt x="85025" y="662327"/>
                </a:lnTo>
                <a:lnTo>
                  <a:pt x="85005" y="674369"/>
                </a:lnTo>
                <a:lnTo>
                  <a:pt x="84988" y="686412"/>
                </a:lnTo>
                <a:lnTo>
                  <a:pt x="84975" y="698454"/>
                </a:lnTo>
                <a:lnTo>
                  <a:pt x="84967" y="710496"/>
                </a:lnTo>
                <a:lnTo>
                  <a:pt x="84962" y="722539"/>
                </a:lnTo>
                <a:lnTo>
                  <a:pt x="84963" y="734581"/>
                </a:lnTo>
                <a:lnTo>
                  <a:pt x="84969" y="746623"/>
                </a:lnTo>
                <a:lnTo>
                  <a:pt x="84979" y="758666"/>
                </a:lnTo>
                <a:lnTo>
                  <a:pt x="84993" y="770708"/>
                </a:lnTo>
                <a:lnTo>
                  <a:pt x="85011" y="782750"/>
                </a:lnTo>
                <a:lnTo>
                  <a:pt x="85032" y="794792"/>
                </a:lnTo>
                <a:lnTo>
                  <a:pt x="85055" y="806835"/>
                </a:lnTo>
                <a:lnTo>
                  <a:pt x="85078" y="818877"/>
                </a:lnTo>
                <a:lnTo>
                  <a:pt x="85102" y="830919"/>
                </a:lnTo>
                <a:lnTo>
                  <a:pt x="85124" y="842962"/>
                </a:lnTo>
                <a:lnTo>
                  <a:pt x="85142" y="855004"/>
                </a:lnTo>
                <a:lnTo>
                  <a:pt x="85157" y="867046"/>
                </a:lnTo>
                <a:lnTo>
                  <a:pt x="85166" y="879089"/>
                </a:lnTo>
                <a:lnTo>
                  <a:pt x="85170" y="891131"/>
                </a:lnTo>
                <a:lnTo>
                  <a:pt x="85167" y="903173"/>
                </a:lnTo>
                <a:lnTo>
                  <a:pt x="85159" y="915216"/>
                </a:lnTo>
                <a:lnTo>
                  <a:pt x="85145" y="927258"/>
                </a:lnTo>
                <a:lnTo>
                  <a:pt x="85127" y="939300"/>
                </a:lnTo>
                <a:lnTo>
                  <a:pt x="85106" y="951343"/>
                </a:lnTo>
                <a:lnTo>
                  <a:pt x="85082" y="963385"/>
                </a:lnTo>
                <a:lnTo>
                  <a:pt x="85057" y="975427"/>
                </a:lnTo>
                <a:lnTo>
                  <a:pt x="85033" y="987469"/>
                </a:lnTo>
                <a:lnTo>
                  <a:pt x="85009" y="999512"/>
                </a:lnTo>
                <a:lnTo>
                  <a:pt x="84988" y="1011554"/>
                </a:lnTo>
                <a:lnTo>
                  <a:pt x="84969" y="1023596"/>
                </a:lnTo>
                <a:lnTo>
                  <a:pt x="84952" y="1035639"/>
                </a:lnTo>
                <a:lnTo>
                  <a:pt x="84939" y="1047681"/>
                </a:lnTo>
                <a:lnTo>
                  <a:pt x="84929" y="1059723"/>
                </a:lnTo>
                <a:lnTo>
                  <a:pt x="84921" y="1071766"/>
                </a:lnTo>
                <a:lnTo>
                  <a:pt x="84916" y="1083808"/>
                </a:lnTo>
                <a:lnTo>
                  <a:pt x="84914" y="1095850"/>
                </a:lnTo>
                <a:lnTo>
                  <a:pt x="84914" y="1107893"/>
                </a:lnTo>
                <a:lnTo>
                  <a:pt x="84916" y="1119935"/>
                </a:lnTo>
                <a:lnTo>
                  <a:pt x="84922" y="1131977"/>
                </a:lnTo>
                <a:lnTo>
                  <a:pt x="84929" y="1144019"/>
                </a:lnTo>
                <a:lnTo>
                  <a:pt x="84940" y="1156062"/>
                </a:lnTo>
                <a:lnTo>
                  <a:pt x="84954" y="1168104"/>
                </a:lnTo>
                <a:lnTo>
                  <a:pt x="84970" y="1180146"/>
                </a:lnTo>
                <a:lnTo>
                  <a:pt x="84990" y="1192189"/>
                </a:lnTo>
                <a:lnTo>
                  <a:pt x="85012" y="1204231"/>
                </a:lnTo>
                <a:lnTo>
                  <a:pt x="85036" y="1216273"/>
                </a:lnTo>
                <a:lnTo>
                  <a:pt x="85061" y="1228316"/>
                </a:lnTo>
                <a:lnTo>
                  <a:pt x="85087" y="1240358"/>
                </a:lnTo>
                <a:lnTo>
                  <a:pt x="85112" y="1252400"/>
                </a:lnTo>
                <a:lnTo>
                  <a:pt x="85136" y="1264443"/>
                </a:lnTo>
                <a:lnTo>
                  <a:pt x="85158" y="1276485"/>
                </a:lnTo>
                <a:lnTo>
                  <a:pt x="85177" y="1288527"/>
                </a:lnTo>
                <a:lnTo>
                  <a:pt x="85193" y="1300570"/>
                </a:lnTo>
                <a:lnTo>
                  <a:pt x="85207" y="1312612"/>
                </a:lnTo>
                <a:lnTo>
                  <a:pt x="85219" y="1324654"/>
                </a:lnTo>
                <a:lnTo>
                  <a:pt x="85231" y="1336696"/>
                </a:lnTo>
                <a:lnTo>
                  <a:pt x="85244" y="1348739"/>
                </a:lnTo>
                <a:lnTo>
                  <a:pt x="85262" y="1360781"/>
                </a:lnTo>
                <a:lnTo>
                  <a:pt x="85285" y="1372823"/>
                </a:lnTo>
                <a:lnTo>
                  <a:pt x="85316" y="1384866"/>
                </a:lnTo>
                <a:lnTo>
                  <a:pt x="85357" y="1396908"/>
                </a:lnTo>
                <a:lnTo>
                  <a:pt x="85409" y="1408950"/>
                </a:lnTo>
                <a:lnTo>
                  <a:pt x="85473" y="1420993"/>
                </a:lnTo>
                <a:lnTo>
                  <a:pt x="85548" y="1433035"/>
                </a:lnTo>
                <a:lnTo>
                  <a:pt x="85633" y="1445077"/>
                </a:lnTo>
                <a:lnTo>
                  <a:pt x="85726" y="1457120"/>
                </a:lnTo>
                <a:lnTo>
                  <a:pt x="85825" y="1469162"/>
                </a:lnTo>
                <a:lnTo>
                  <a:pt x="85926" y="1481204"/>
                </a:lnTo>
                <a:lnTo>
                  <a:pt x="86028" y="1493246"/>
                </a:lnTo>
                <a:lnTo>
                  <a:pt x="86127" y="1505289"/>
                </a:lnTo>
                <a:lnTo>
                  <a:pt x="86220" y="1517331"/>
                </a:lnTo>
                <a:lnTo>
                  <a:pt x="86308" y="1529373"/>
                </a:lnTo>
                <a:lnTo>
                  <a:pt x="86390" y="1541416"/>
                </a:lnTo>
                <a:lnTo>
                  <a:pt x="86465" y="1553458"/>
                </a:lnTo>
                <a:lnTo>
                  <a:pt x="86537" y="1565500"/>
                </a:lnTo>
                <a:lnTo>
                  <a:pt x="86609" y="1577543"/>
                </a:lnTo>
                <a:lnTo>
                  <a:pt x="86685" y="1589585"/>
                </a:lnTo>
                <a:lnTo>
                  <a:pt x="86772" y="1601627"/>
                </a:lnTo>
                <a:lnTo>
                  <a:pt x="86877" y="1613670"/>
                </a:lnTo>
                <a:lnTo>
                  <a:pt x="87013" y="1625712"/>
                </a:lnTo>
                <a:lnTo>
                  <a:pt x="87192" y="1637754"/>
                </a:lnTo>
                <a:lnTo>
                  <a:pt x="87433" y="1649797"/>
                </a:lnTo>
                <a:lnTo>
                  <a:pt x="87760" y="1661839"/>
                </a:lnTo>
                <a:lnTo>
                  <a:pt x="88203" y="1673881"/>
                </a:lnTo>
                <a:lnTo>
                  <a:pt x="88801" y="1685923"/>
                </a:lnTo>
                <a:lnTo>
                  <a:pt x="89603" y="1697966"/>
                </a:lnTo>
                <a:lnTo>
                  <a:pt x="90668" y="1710008"/>
                </a:lnTo>
                <a:lnTo>
                  <a:pt x="92067" y="1722050"/>
                </a:lnTo>
                <a:lnTo>
                  <a:pt x="93876" y="1734093"/>
                </a:lnTo>
                <a:lnTo>
                  <a:pt x="96181" y="1746135"/>
                </a:lnTo>
                <a:lnTo>
                  <a:pt x="99063" y="1758177"/>
                </a:lnTo>
                <a:lnTo>
                  <a:pt x="102596" y="1770220"/>
                </a:lnTo>
                <a:lnTo>
                  <a:pt x="106831" y="1782262"/>
                </a:lnTo>
                <a:lnTo>
                  <a:pt x="111788" y="1794304"/>
                </a:lnTo>
                <a:lnTo>
                  <a:pt x="117443" y="1806347"/>
                </a:lnTo>
                <a:lnTo>
                  <a:pt x="123717" y="1818389"/>
                </a:lnTo>
                <a:lnTo>
                  <a:pt x="130467" y="1830431"/>
                </a:lnTo>
                <a:lnTo>
                  <a:pt x="137490" y="1842473"/>
                </a:lnTo>
                <a:lnTo>
                  <a:pt x="144524" y="1854516"/>
                </a:lnTo>
                <a:lnTo>
                  <a:pt x="151265" y="1866558"/>
                </a:lnTo>
                <a:lnTo>
                  <a:pt x="157383" y="1878600"/>
                </a:lnTo>
                <a:lnTo>
                  <a:pt x="162556" y="1890643"/>
                </a:lnTo>
                <a:lnTo>
                  <a:pt x="166489" y="1902685"/>
                </a:lnTo>
                <a:lnTo>
                  <a:pt x="168949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36" name="data_4487">
            <a:extLst>
              <a:ext uri="{FF2B5EF4-FFF2-40B4-BE49-F238E27FC236}">
                <a16:creationId xmlns:a16="http://schemas.microsoft.com/office/drawing/2014/main" id="{7CB60F74-C4F0-40CB-B5F0-E0574418A16E}"/>
              </a:ext>
            </a:extLst>
          </p:cNvPr>
          <p:cNvSpPr>
            <a:spLocks noGrp="1"/>
          </p:cNvSpPr>
          <p:nvPr/>
        </p:nvSpPr>
        <p:spPr>
          <a:xfrm>
            <a:off x="5865545" y="1837726"/>
            <a:ext cx="169787" cy="1926770"/>
          </a:xfrm>
          <a:custGeom>
            <a:pathLst>
              <a:path w="169787" h="1926770">
                <a:moveTo>
                  <a:pt x="120841" y="1926770"/>
                </a:moveTo>
                <a:lnTo>
                  <a:pt x="48946" y="1926770"/>
                </a:lnTo>
                <a:lnTo>
                  <a:pt x="49363" y="1914727"/>
                </a:lnTo>
                <a:lnTo>
                  <a:pt x="50584" y="1902685"/>
                </a:lnTo>
                <a:lnTo>
                  <a:pt x="52526" y="1890643"/>
                </a:lnTo>
                <a:lnTo>
                  <a:pt x="55056" y="1878600"/>
                </a:lnTo>
                <a:lnTo>
                  <a:pt x="58014" y="1866558"/>
                </a:lnTo>
                <a:lnTo>
                  <a:pt x="61222" y="1854516"/>
                </a:lnTo>
                <a:lnTo>
                  <a:pt x="64507" y="1842473"/>
                </a:lnTo>
                <a:lnTo>
                  <a:pt x="67714" y="1830431"/>
                </a:lnTo>
                <a:lnTo>
                  <a:pt x="70714" y="1818389"/>
                </a:lnTo>
                <a:lnTo>
                  <a:pt x="73417" y="1806347"/>
                </a:lnTo>
                <a:lnTo>
                  <a:pt x="75767" y="1794304"/>
                </a:lnTo>
                <a:lnTo>
                  <a:pt x="77742" y="1782262"/>
                </a:lnTo>
                <a:lnTo>
                  <a:pt x="79349" y="1770220"/>
                </a:lnTo>
                <a:lnTo>
                  <a:pt x="80616" y="1758177"/>
                </a:lnTo>
                <a:lnTo>
                  <a:pt x="81583" y="1746135"/>
                </a:lnTo>
                <a:lnTo>
                  <a:pt x="82298" y="1734093"/>
                </a:lnTo>
                <a:lnTo>
                  <a:pt x="82807" y="1722050"/>
                </a:lnTo>
                <a:lnTo>
                  <a:pt x="83155" y="1710008"/>
                </a:lnTo>
                <a:lnTo>
                  <a:pt x="83379" y="1697966"/>
                </a:lnTo>
                <a:lnTo>
                  <a:pt x="83509" y="1685923"/>
                </a:lnTo>
                <a:lnTo>
                  <a:pt x="83569" y="1673881"/>
                </a:lnTo>
                <a:lnTo>
                  <a:pt x="83575" y="1661839"/>
                </a:lnTo>
                <a:lnTo>
                  <a:pt x="83541" y="1649797"/>
                </a:lnTo>
                <a:lnTo>
                  <a:pt x="83472" y="1637754"/>
                </a:lnTo>
                <a:lnTo>
                  <a:pt x="83375" y="1625712"/>
                </a:lnTo>
                <a:lnTo>
                  <a:pt x="83251" y="1613670"/>
                </a:lnTo>
                <a:lnTo>
                  <a:pt x="83104" y="1601627"/>
                </a:lnTo>
                <a:lnTo>
                  <a:pt x="82932" y="1589585"/>
                </a:lnTo>
                <a:lnTo>
                  <a:pt x="82738" y="1577543"/>
                </a:lnTo>
                <a:lnTo>
                  <a:pt x="82523" y="1565500"/>
                </a:lnTo>
                <a:lnTo>
                  <a:pt x="82288" y="1553458"/>
                </a:lnTo>
                <a:lnTo>
                  <a:pt x="82036" y="1541416"/>
                </a:lnTo>
                <a:lnTo>
                  <a:pt x="81772" y="1529373"/>
                </a:lnTo>
                <a:lnTo>
                  <a:pt x="81502" y="1517331"/>
                </a:lnTo>
                <a:lnTo>
                  <a:pt x="81231" y="1505289"/>
                </a:lnTo>
                <a:lnTo>
                  <a:pt x="80965" y="1493246"/>
                </a:lnTo>
                <a:lnTo>
                  <a:pt x="80709" y="1481204"/>
                </a:lnTo>
                <a:lnTo>
                  <a:pt x="80466" y="1469162"/>
                </a:lnTo>
                <a:lnTo>
                  <a:pt x="80235" y="1457120"/>
                </a:lnTo>
                <a:lnTo>
                  <a:pt x="80014" y="1445077"/>
                </a:lnTo>
                <a:lnTo>
                  <a:pt x="79797" y="1433035"/>
                </a:lnTo>
                <a:lnTo>
                  <a:pt x="79575" y="1420993"/>
                </a:lnTo>
                <a:lnTo>
                  <a:pt x="79339" y="1408950"/>
                </a:lnTo>
                <a:lnTo>
                  <a:pt x="79081" y="1396908"/>
                </a:lnTo>
                <a:lnTo>
                  <a:pt x="78794" y="1384866"/>
                </a:lnTo>
                <a:lnTo>
                  <a:pt x="78477" y="1372823"/>
                </a:lnTo>
                <a:lnTo>
                  <a:pt x="78133" y="1360781"/>
                </a:lnTo>
                <a:lnTo>
                  <a:pt x="77773" y="1348739"/>
                </a:lnTo>
                <a:lnTo>
                  <a:pt x="77412" y="1336696"/>
                </a:lnTo>
                <a:lnTo>
                  <a:pt x="77068" y="1324654"/>
                </a:lnTo>
                <a:lnTo>
                  <a:pt x="76764" y="1312612"/>
                </a:lnTo>
                <a:lnTo>
                  <a:pt x="76521" y="1300570"/>
                </a:lnTo>
                <a:lnTo>
                  <a:pt x="76357" y="1288527"/>
                </a:lnTo>
                <a:lnTo>
                  <a:pt x="76287" y="1276485"/>
                </a:lnTo>
                <a:lnTo>
                  <a:pt x="76316" y="1264443"/>
                </a:lnTo>
                <a:lnTo>
                  <a:pt x="76446" y="1252400"/>
                </a:lnTo>
                <a:lnTo>
                  <a:pt x="76668" y="1240358"/>
                </a:lnTo>
                <a:lnTo>
                  <a:pt x="76968" y="1228316"/>
                </a:lnTo>
                <a:lnTo>
                  <a:pt x="77328" y="1216273"/>
                </a:lnTo>
                <a:lnTo>
                  <a:pt x="77725" y="1204231"/>
                </a:lnTo>
                <a:lnTo>
                  <a:pt x="78135" y="1192189"/>
                </a:lnTo>
                <a:lnTo>
                  <a:pt x="78533" y="1180146"/>
                </a:lnTo>
                <a:lnTo>
                  <a:pt x="78896" y="1168104"/>
                </a:lnTo>
                <a:lnTo>
                  <a:pt x="79199" y="1156062"/>
                </a:lnTo>
                <a:lnTo>
                  <a:pt x="79421" y="1144019"/>
                </a:lnTo>
                <a:lnTo>
                  <a:pt x="79542" y="1131977"/>
                </a:lnTo>
                <a:lnTo>
                  <a:pt x="79544" y="1119935"/>
                </a:lnTo>
                <a:lnTo>
                  <a:pt x="79415" y="1107893"/>
                </a:lnTo>
                <a:lnTo>
                  <a:pt x="79147" y="1095850"/>
                </a:lnTo>
                <a:lnTo>
                  <a:pt x="78737" y="1083808"/>
                </a:lnTo>
                <a:lnTo>
                  <a:pt x="78194" y="1071766"/>
                </a:lnTo>
                <a:lnTo>
                  <a:pt x="77535" y="1059723"/>
                </a:lnTo>
                <a:lnTo>
                  <a:pt x="76788" y="1047681"/>
                </a:lnTo>
                <a:lnTo>
                  <a:pt x="75992" y="1035639"/>
                </a:lnTo>
                <a:lnTo>
                  <a:pt x="75192" y="1023596"/>
                </a:lnTo>
                <a:lnTo>
                  <a:pt x="74439" y="1011554"/>
                </a:lnTo>
                <a:lnTo>
                  <a:pt x="73783" y="999512"/>
                </a:lnTo>
                <a:lnTo>
                  <a:pt x="73270" y="987469"/>
                </a:lnTo>
                <a:lnTo>
                  <a:pt x="72936" y="975427"/>
                </a:lnTo>
                <a:lnTo>
                  <a:pt x="72801" y="963385"/>
                </a:lnTo>
                <a:lnTo>
                  <a:pt x="72871" y="951343"/>
                </a:lnTo>
                <a:lnTo>
                  <a:pt x="73134" y="939300"/>
                </a:lnTo>
                <a:lnTo>
                  <a:pt x="73561" y="927258"/>
                </a:lnTo>
                <a:lnTo>
                  <a:pt x="74115" y="915216"/>
                </a:lnTo>
                <a:lnTo>
                  <a:pt x="74748" y="903173"/>
                </a:lnTo>
                <a:lnTo>
                  <a:pt x="75411" y="891131"/>
                </a:lnTo>
                <a:lnTo>
                  <a:pt x="76058" y="879089"/>
                </a:lnTo>
                <a:lnTo>
                  <a:pt x="76651" y="867046"/>
                </a:lnTo>
                <a:lnTo>
                  <a:pt x="77159" y="855004"/>
                </a:lnTo>
                <a:lnTo>
                  <a:pt x="77564" y="842962"/>
                </a:lnTo>
                <a:lnTo>
                  <a:pt x="77854" y="830919"/>
                </a:lnTo>
                <a:lnTo>
                  <a:pt x="78027" y="818877"/>
                </a:lnTo>
                <a:lnTo>
                  <a:pt x="78086" y="806835"/>
                </a:lnTo>
                <a:lnTo>
                  <a:pt x="78037" y="794792"/>
                </a:lnTo>
                <a:lnTo>
                  <a:pt x="77888" y="782750"/>
                </a:lnTo>
                <a:lnTo>
                  <a:pt x="77646" y="770708"/>
                </a:lnTo>
                <a:lnTo>
                  <a:pt x="77320" y="758666"/>
                </a:lnTo>
                <a:lnTo>
                  <a:pt x="76922" y="746623"/>
                </a:lnTo>
                <a:lnTo>
                  <a:pt x="76462" y="734581"/>
                </a:lnTo>
                <a:lnTo>
                  <a:pt x="75959" y="722539"/>
                </a:lnTo>
                <a:lnTo>
                  <a:pt x="75435" y="710496"/>
                </a:lnTo>
                <a:lnTo>
                  <a:pt x="74915" y="698454"/>
                </a:lnTo>
                <a:lnTo>
                  <a:pt x="74430" y="686412"/>
                </a:lnTo>
                <a:lnTo>
                  <a:pt x="74009" y="674369"/>
                </a:lnTo>
                <a:lnTo>
                  <a:pt x="73683" y="662327"/>
                </a:lnTo>
                <a:lnTo>
                  <a:pt x="73476" y="650285"/>
                </a:lnTo>
                <a:lnTo>
                  <a:pt x="73403" y="638242"/>
                </a:lnTo>
                <a:lnTo>
                  <a:pt x="73471" y="626200"/>
                </a:lnTo>
                <a:lnTo>
                  <a:pt x="73676" y="614158"/>
                </a:lnTo>
                <a:lnTo>
                  <a:pt x="74004" y="602116"/>
                </a:lnTo>
                <a:lnTo>
                  <a:pt x="74431" y="590073"/>
                </a:lnTo>
                <a:lnTo>
                  <a:pt x="74928" y="578031"/>
                </a:lnTo>
                <a:lnTo>
                  <a:pt x="75463" y="565989"/>
                </a:lnTo>
                <a:lnTo>
                  <a:pt x="76007" y="553946"/>
                </a:lnTo>
                <a:lnTo>
                  <a:pt x="76532" y="541904"/>
                </a:lnTo>
                <a:lnTo>
                  <a:pt x="77018" y="529862"/>
                </a:lnTo>
                <a:lnTo>
                  <a:pt x="77452" y="517819"/>
                </a:lnTo>
                <a:lnTo>
                  <a:pt x="77827" y="505777"/>
                </a:lnTo>
                <a:lnTo>
                  <a:pt x="78145" y="493735"/>
                </a:lnTo>
                <a:lnTo>
                  <a:pt x="78410" y="481692"/>
                </a:lnTo>
                <a:lnTo>
                  <a:pt x="78630" y="469650"/>
                </a:lnTo>
                <a:lnTo>
                  <a:pt x="78814" y="457608"/>
                </a:lnTo>
                <a:lnTo>
                  <a:pt x="78971" y="445565"/>
                </a:lnTo>
                <a:lnTo>
                  <a:pt x="79106" y="433523"/>
                </a:lnTo>
                <a:lnTo>
                  <a:pt x="79222" y="421481"/>
                </a:lnTo>
                <a:lnTo>
                  <a:pt x="79322" y="409439"/>
                </a:lnTo>
                <a:lnTo>
                  <a:pt x="79403" y="397396"/>
                </a:lnTo>
                <a:lnTo>
                  <a:pt x="79463" y="385354"/>
                </a:lnTo>
                <a:lnTo>
                  <a:pt x="79501" y="373312"/>
                </a:lnTo>
                <a:lnTo>
                  <a:pt x="79517" y="361269"/>
                </a:lnTo>
                <a:lnTo>
                  <a:pt x="79510" y="349227"/>
                </a:lnTo>
                <a:lnTo>
                  <a:pt x="79486" y="337185"/>
                </a:lnTo>
                <a:lnTo>
                  <a:pt x="79449" y="325142"/>
                </a:lnTo>
                <a:lnTo>
                  <a:pt x="79406" y="313100"/>
                </a:lnTo>
                <a:lnTo>
                  <a:pt x="79362" y="301058"/>
                </a:lnTo>
                <a:lnTo>
                  <a:pt x="79320" y="289015"/>
                </a:lnTo>
                <a:lnTo>
                  <a:pt x="79277" y="276973"/>
                </a:lnTo>
                <a:lnTo>
                  <a:pt x="79223" y="264931"/>
                </a:lnTo>
                <a:lnTo>
                  <a:pt x="79138" y="252889"/>
                </a:lnTo>
                <a:lnTo>
                  <a:pt x="78988" y="240846"/>
                </a:lnTo>
                <a:lnTo>
                  <a:pt x="78722" y="228804"/>
                </a:lnTo>
                <a:lnTo>
                  <a:pt x="78275" y="216762"/>
                </a:lnTo>
                <a:lnTo>
                  <a:pt x="77563" y="204719"/>
                </a:lnTo>
                <a:lnTo>
                  <a:pt x="76486" y="192677"/>
                </a:lnTo>
                <a:lnTo>
                  <a:pt x="74933" y="180635"/>
                </a:lnTo>
                <a:lnTo>
                  <a:pt x="72785" y="168592"/>
                </a:lnTo>
                <a:lnTo>
                  <a:pt x="69931" y="156550"/>
                </a:lnTo>
                <a:lnTo>
                  <a:pt x="66273" y="144508"/>
                </a:lnTo>
                <a:lnTo>
                  <a:pt x="61750" y="132465"/>
                </a:lnTo>
                <a:lnTo>
                  <a:pt x="56349" y="120423"/>
                </a:lnTo>
                <a:lnTo>
                  <a:pt x="50126" y="108381"/>
                </a:lnTo>
                <a:lnTo>
                  <a:pt x="43211" y="96338"/>
                </a:lnTo>
                <a:lnTo>
                  <a:pt x="35821" y="84296"/>
                </a:lnTo>
                <a:lnTo>
                  <a:pt x="28253" y="72254"/>
                </a:lnTo>
                <a:lnTo>
                  <a:pt x="20864" y="60212"/>
                </a:lnTo>
                <a:lnTo>
                  <a:pt x="14057" y="48169"/>
                </a:lnTo>
                <a:lnTo>
                  <a:pt x="8234" y="36127"/>
                </a:lnTo>
                <a:lnTo>
                  <a:pt x="3768" y="24085"/>
                </a:lnTo>
                <a:lnTo>
                  <a:pt x="959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28" y="12042"/>
                </a:lnTo>
                <a:lnTo>
                  <a:pt x="166018" y="24085"/>
                </a:lnTo>
                <a:lnTo>
                  <a:pt x="161552" y="36127"/>
                </a:lnTo>
                <a:lnTo>
                  <a:pt x="155730" y="48169"/>
                </a:lnTo>
                <a:lnTo>
                  <a:pt x="148922" y="60212"/>
                </a:lnTo>
                <a:lnTo>
                  <a:pt x="141534" y="72254"/>
                </a:lnTo>
                <a:lnTo>
                  <a:pt x="133965" y="84296"/>
                </a:lnTo>
                <a:lnTo>
                  <a:pt x="126576" y="96338"/>
                </a:lnTo>
                <a:lnTo>
                  <a:pt x="119661" y="108381"/>
                </a:lnTo>
                <a:lnTo>
                  <a:pt x="113437" y="120423"/>
                </a:lnTo>
                <a:lnTo>
                  <a:pt x="108037" y="132465"/>
                </a:lnTo>
                <a:lnTo>
                  <a:pt x="103514" y="144508"/>
                </a:lnTo>
                <a:lnTo>
                  <a:pt x="99856" y="156550"/>
                </a:lnTo>
                <a:lnTo>
                  <a:pt x="97001" y="168592"/>
                </a:lnTo>
                <a:lnTo>
                  <a:pt x="94854" y="180635"/>
                </a:lnTo>
                <a:lnTo>
                  <a:pt x="93301" y="192677"/>
                </a:lnTo>
                <a:lnTo>
                  <a:pt x="92224" y="204719"/>
                </a:lnTo>
                <a:lnTo>
                  <a:pt x="91512" y="216762"/>
                </a:lnTo>
                <a:lnTo>
                  <a:pt x="91065" y="228804"/>
                </a:lnTo>
                <a:lnTo>
                  <a:pt x="90799" y="240846"/>
                </a:lnTo>
                <a:lnTo>
                  <a:pt x="90648" y="252889"/>
                </a:lnTo>
                <a:lnTo>
                  <a:pt x="90563" y="264931"/>
                </a:lnTo>
                <a:lnTo>
                  <a:pt x="90510" y="276973"/>
                </a:lnTo>
                <a:lnTo>
                  <a:pt x="90467" y="289015"/>
                </a:lnTo>
                <a:lnTo>
                  <a:pt x="90425" y="301058"/>
                </a:lnTo>
                <a:lnTo>
                  <a:pt x="90380" y="313100"/>
                </a:lnTo>
                <a:lnTo>
                  <a:pt x="90337" y="325142"/>
                </a:lnTo>
                <a:lnTo>
                  <a:pt x="90300" y="337185"/>
                </a:lnTo>
                <a:lnTo>
                  <a:pt x="90276" y="349227"/>
                </a:lnTo>
                <a:lnTo>
                  <a:pt x="90270" y="361269"/>
                </a:lnTo>
                <a:lnTo>
                  <a:pt x="90285" y="373312"/>
                </a:lnTo>
                <a:lnTo>
                  <a:pt x="90323" y="385354"/>
                </a:lnTo>
                <a:lnTo>
                  <a:pt x="90384" y="397396"/>
                </a:lnTo>
                <a:lnTo>
                  <a:pt x="90465" y="409439"/>
                </a:lnTo>
                <a:lnTo>
                  <a:pt x="90564" y="421481"/>
                </a:lnTo>
                <a:lnTo>
                  <a:pt x="90681" y="433523"/>
                </a:lnTo>
                <a:lnTo>
                  <a:pt x="90816" y="445565"/>
                </a:lnTo>
                <a:lnTo>
                  <a:pt x="90972" y="457608"/>
                </a:lnTo>
                <a:lnTo>
                  <a:pt x="91157" y="469650"/>
                </a:lnTo>
                <a:lnTo>
                  <a:pt x="91377" y="481692"/>
                </a:lnTo>
                <a:lnTo>
                  <a:pt x="91642" y="493735"/>
                </a:lnTo>
                <a:lnTo>
                  <a:pt x="91959" y="505777"/>
                </a:lnTo>
                <a:lnTo>
                  <a:pt x="92335" y="517819"/>
                </a:lnTo>
                <a:lnTo>
                  <a:pt x="92769" y="529862"/>
                </a:lnTo>
                <a:lnTo>
                  <a:pt x="93255" y="541904"/>
                </a:lnTo>
                <a:lnTo>
                  <a:pt x="93780" y="553946"/>
                </a:lnTo>
                <a:lnTo>
                  <a:pt x="94324" y="565989"/>
                </a:lnTo>
                <a:lnTo>
                  <a:pt x="94859" y="578031"/>
                </a:lnTo>
                <a:lnTo>
                  <a:pt x="95356" y="590073"/>
                </a:lnTo>
                <a:lnTo>
                  <a:pt x="95783" y="602116"/>
                </a:lnTo>
                <a:lnTo>
                  <a:pt x="96110" y="614158"/>
                </a:lnTo>
                <a:lnTo>
                  <a:pt x="96315" y="626200"/>
                </a:lnTo>
                <a:lnTo>
                  <a:pt x="96384" y="638242"/>
                </a:lnTo>
                <a:lnTo>
                  <a:pt x="96311" y="650285"/>
                </a:lnTo>
                <a:lnTo>
                  <a:pt x="96103" y="662327"/>
                </a:lnTo>
                <a:lnTo>
                  <a:pt x="95777" y="674369"/>
                </a:lnTo>
                <a:lnTo>
                  <a:pt x="95357" y="686412"/>
                </a:lnTo>
                <a:lnTo>
                  <a:pt x="94871" y="698454"/>
                </a:lnTo>
                <a:lnTo>
                  <a:pt x="94352" y="710496"/>
                </a:lnTo>
                <a:lnTo>
                  <a:pt x="93827" y="722539"/>
                </a:lnTo>
                <a:lnTo>
                  <a:pt x="93324" y="734581"/>
                </a:lnTo>
                <a:lnTo>
                  <a:pt x="92865" y="746623"/>
                </a:lnTo>
                <a:lnTo>
                  <a:pt x="92466" y="758666"/>
                </a:lnTo>
                <a:lnTo>
                  <a:pt x="92141" y="770708"/>
                </a:lnTo>
                <a:lnTo>
                  <a:pt x="91899" y="782750"/>
                </a:lnTo>
                <a:lnTo>
                  <a:pt x="91750" y="794792"/>
                </a:lnTo>
                <a:lnTo>
                  <a:pt x="91701" y="806835"/>
                </a:lnTo>
                <a:lnTo>
                  <a:pt x="91760" y="818877"/>
                </a:lnTo>
                <a:lnTo>
                  <a:pt x="91933" y="830919"/>
                </a:lnTo>
                <a:lnTo>
                  <a:pt x="92223" y="842962"/>
                </a:lnTo>
                <a:lnTo>
                  <a:pt x="92627" y="855004"/>
                </a:lnTo>
                <a:lnTo>
                  <a:pt x="93136" y="867046"/>
                </a:lnTo>
                <a:lnTo>
                  <a:pt x="93728" y="879089"/>
                </a:lnTo>
                <a:lnTo>
                  <a:pt x="94376" y="891131"/>
                </a:lnTo>
                <a:lnTo>
                  <a:pt x="95039" y="903173"/>
                </a:lnTo>
                <a:lnTo>
                  <a:pt x="95672" y="915216"/>
                </a:lnTo>
                <a:lnTo>
                  <a:pt x="96225" y="927258"/>
                </a:lnTo>
                <a:lnTo>
                  <a:pt x="96653" y="939300"/>
                </a:lnTo>
                <a:lnTo>
                  <a:pt x="96916" y="951343"/>
                </a:lnTo>
                <a:lnTo>
                  <a:pt x="96986" y="963385"/>
                </a:lnTo>
                <a:lnTo>
                  <a:pt x="96851" y="975427"/>
                </a:lnTo>
                <a:lnTo>
                  <a:pt x="96516" y="987469"/>
                </a:lnTo>
                <a:lnTo>
                  <a:pt x="96004" y="999512"/>
                </a:lnTo>
                <a:lnTo>
                  <a:pt x="95348" y="1011554"/>
                </a:lnTo>
                <a:lnTo>
                  <a:pt x="94595" y="1023596"/>
                </a:lnTo>
                <a:lnTo>
                  <a:pt x="93795" y="1035639"/>
                </a:lnTo>
                <a:lnTo>
                  <a:pt x="92998" y="1047681"/>
                </a:lnTo>
                <a:lnTo>
                  <a:pt x="92252" y="1059723"/>
                </a:lnTo>
                <a:lnTo>
                  <a:pt x="91593" y="1071766"/>
                </a:lnTo>
                <a:lnTo>
                  <a:pt x="91049" y="1083808"/>
                </a:lnTo>
                <a:lnTo>
                  <a:pt x="90640" y="1095850"/>
                </a:lnTo>
                <a:lnTo>
                  <a:pt x="90371" y="1107893"/>
                </a:lnTo>
                <a:lnTo>
                  <a:pt x="90242" y="1119935"/>
                </a:lnTo>
                <a:lnTo>
                  <a:pt x="90245" y="1131977"/>
                </a:lnTo>
                <a:lnTo>
                  <a:pt x="90366" y="1144019"/>
                </a:lnTo>
                <a:lnTo>
                  <a:pt x="90588" y="1156062"/>
                </a:lnTo>
                <a:lnTo>
                  <a:pt x="90891" y="1168104"/>
                </a:lnTo>
                <a:lnTo>
                  <a:pt x="91253" y="1180146"/>
                </a:lnTo>
                <a:lnTo>
                  <a:pt x="91652" y="1192189"/>
                </a:lnTo>
                <a:lnTo>
                  <a:pt x="92062" y="1204231"/>
                </a:lnTo>
                <a:lnTo>
                  <a:pt x="92459" y="1216273"/>
                </a:lnTo>
                <a:lnTo>
                  <a:pt x="92819" y="1228316"/>
                </a:lnTo>
                <a:lnTo>
                  <a:pt x="93119" y="1240358"/>
                </a:lnTo>
                <a:lnTo>
                  <a:pt x="93341" y="1252400"/>
                </a:lnTo>
                <a:lnTo>
                  <a:pt x="93470" y="1264443"/>
                </a:lnTo>
                <a:lnTo>
                  <a:pt x="93500" y="1276485"/>
                </a:lnTo>
                <a:lnTo>
                  <a:pt x="93429" y="1288527"/>
                </a:lnTo>
                <a:lnTo>
                  <a:pt x="93266" y="1300570"/>
                </a:lnTo>
                <a:lnTo>
                  <a:pt x="93023" y="1312612"/>
                </a:lnTo>
                <a:lnTo>
                  <a:pt x="92719" y="1324654"/>
                </a:lnTo>
                <a:lnTo>
                  <a:pt x="92375" y="1336696"/>
                </a:lnTo>
                <a:lnTo>
                  <a:pt x="92013" y="1348739"/>
                </a:lnTo>
                <a:lnTo>
                  <a:pt x="91653" y="1360781"/>
                </a:lnTo>
                <a:lnTo>
                  <a:pt x="91310" y="1372823"/>
                </a:lnTo>
                <a:lnTo>
                  <a:pt x="90993" y="1384866"/>
                </a:lnTo>
                <a:lnTo>
                  <a:pt x="90706" y="1396908"/>
                </a:lnTo>
                <a:lnTo>
                  <a:pt x="90447" y="1408950"/>
                </a:lnTo>
                <a:lnTo>
                  <a:pt x="90211" y="1420993"/>
                </a:lnTo>
                <a:lnTo>
                  <a:pt x="89989" y="1433035"/>
                </a:lnTo>
                <a:lnTo>
                  <a:pt x="89772" y="1445077"/>
                </a:lnTo>
                <a:lnTo>
                  <a:pt x="89551" y="1457120"/>
                </a:lnTo>
                <a:lnTo>
                  <a:pt x="89320" y="1469162"/>
                </a:lnTo>
                <a:lnTo>
                  <a:pt x="89077" y="1481204"/>
                </a:lnTo>
                <a:lnTo>
                  <a:pt x="88821" y="1493246"/>
                </a:lnTo>
                <a:lnTo>
                  <a:pt x="88555" y="1505289"/>
                </a:lnTo>
                <a:lnTo>
                  <a:pt x="88284" y="1517331"/>
                </a:lnTo>
                <a:lnTo>
                  <a:pt x="88014" y="1529373"/>
                </a:lnTo>
                <a:lnTo>
                  <a:pt x="87750" y="1541416"/>
                </a:lnTo>
                <a:lnTo>
                  <a:pt x="87499" y="1553458"/>
                </a:lnTo>
                <a:lnTo>
                  <a:pt x="87264" y="1565500"/>
                </a:lnTo>
                <a:lnTo>
                  <a:pt x="87048" y="1577543"/>
                </a:lnTo>
                <a:lnTo>
                  <a:pt x="86854" y="1589585"/>
                </a:lnTo>
                <a:lnTo>
                  <a:pt x="86683" y="1601627"/>
                </a:lnTo>
                <a:lnTo>
                  <a:pt x="86535" y="1613670"/>
                </a:lnTo>
                <a:lnTo>
                  <a:pt x="86412" y="1625712"/>
                </a:lnTo>
                <a:lnTo>
                  <a:pt x="86315" y="1637754"/>
                </a:lnTo>
                <a:lnTo>
                  <a:pt x="86246" y="1649797"/>
                </a:lnTo>
                <a:lnTo>
                  <a:pt x="86211" y="1661839"/>
                </a:lnTo>
                <a:lnTo>
                  <a:pt x="86218" y="1673881"/>
                </a:lnTo>
                <a:lnTo>
                  <a:pt x="86277" y="1685923"/>
                </a:lnTo>
                <a:lnTo>
                  <a:pt x="86408" y="1697966"/>
                </a:lnTo>
                <a:lnTo>
                  <a:pt x="86631" y="1710008"/>
                </a:lnTo>
                <a:lnTo>
                  <a:pt x="86979" y="1722050"/>
                </a:lnTo>
                <a:lnTo>
                  <a:pt x="87489" y="1734093"/>
                </a:lnTo>
                <a:lnTo>
                  <a:pt x="88204" y="1746135"/>
                </a:lnTo>
                <a:lnTo>
                  <a:pt x="89171" y="1758177"/>
                </a:lnTo>
                <a:lnTo>
                  <a:pt x="90438" y="1770220"/>
                </a:lnTo>
                <a:lnTo>
                  <a:pt x="92045" y="1782262"/>
                </a:lnTo>
                <a:lnTo>
                  <a:pt x="94020" y="1794304"/>
                </a:lnTo>
                <a:lnTo>
                  <a:pt x="96369" y="1806347"/>
                </a:lnTo>
                <a:lnTo>
                  <a:pt x="99072" y="1818389"/>
                </a:lnTo>
                <a:lnTo>
                  <a:pt x="102073" y="1830431"/>
                </a:lnTo>
                <a:lnTo>
                  <a:pt x="105279" y="1842473"/>
                </a:lnTo>
                <a:lnTo>
                  <a:pt x="108565" y="1854516"/>
                </a:lnTo>
                <a:lnTo>
                  <a:pt x="111773" y="1866558"/>
                </a:lnTo>
                <a:lnTo>
                  <a:pt x="114730" y="1878600"/>
                </a:lnTo>
                <a:lnTo>
                  <a:pt x="117261" y="1890643"/>
                </a:lnTo>
                <a:lnTo>
                  <a:pt x="119202" y="1902685"/>
                </a:lnTo>
                <a:lnTo>
                  <a:pt x="120424" y="1914727"/>
                </a:lnTo>
                <a:lnTo>
                  <a:pt x="120841" y="1926770"/>
                </a:lnTo>
                <a:lnTo>
                  <a:pt x="120841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37" name="data_4488">
            <a:extLst>
              <a:ext uri="{FF2B5EF4-FFF2-40B4-BE49-F238E27FC236}">
                <a16:creationId xmlns:a16="http://schemas.microsoft.com/office/drawing/2014/main" id="{92EBBB01-9A79-4E87-9D46-13A7B788760E}"/>
              </a:ext>
            </a:extLst>
          </p:cNvPr>
          <p:cNvSpPr>
            <a:spLocks noGrp="1"/>
          </p:cNvSpPr>
          <p:nvPr/>
        </p:nvSpPr>
        <p:spPr>
          <a:xfrm>
            <a:off x="6094986" y="1837726"/>
            <a:ext cx="169787" cy="1926770"/>
          </a:xfrm>
          <a:custGeom>
            <a:pathLst>
              <a:path w="169787" h="1926770">
                <a:moveTo>
                  <a:pt x="98585" y="1926770"/>
                </a:moveTo>
                <a:lnTo>
                  <a:pt x="71202" y="1926770"/>
                </a:lnTo>
                <a:lnTo>
                  <a:pt x="71359" y="1914727"/>
                </a:lnTo>
                <a:lnTo>
                  <a:pt x="71818" y="1902685"/>
                </a:lnTo>
                <a:lnTo>
                  <a:pt x="72547" y="1890643"/>
                </a:lnTo>
                <a:lnTo>
                  <a:pt x="73499" y="1878600"/>
                </a:lnTo>
                <a:lnTo>
                  <a:pt x="74612" y="1866558"/>
                </a:lnTo>
                <a:lnTo>
                  <a:pt x="75819" y="1854516"/>
                </a:lnTo>
                <a:lnTo>
                  <a:pt x="77055" y="1842473"/>
                </a:lnTo>
                <a:lnTo>
                  <a:pt x="78261" y="1830431"/>
                </a:lnTo>
                <a:lnTo>
                  <a:pt x="79386" y="1818389"/>
                </a:lnTo>
                <a:lnTo>
                  <a:pt x="80395" y="1806347"/>
                </a:lnTo>
                <a:lnTo>
                  <a:pt x="81265" y="1794304"/>
                </a:lnTo>
                <a:lnTo>
                  <a:pt x="81986" y="1782262"/>
                </a:lnTo>
                <a:lnTo>
                  <a:pt x="82561" y="1770220"/>
                </a:lnTo>
                <a:lnTo>
                  <a:pt x="83001" y="1758177"/>
                </a:lnTo>
                <a:lnTo>
                  <a:pt x="83323" y="1746135"/>
                </a:lnTo>
                <a:lnTo>
                  <a:pt x="83547" y="1734093"/>
                </a:lnTo>
                <a:lnTo>
                  <a:pt x="83696" y="1722050"/>
                </a:lnTo>
                <a:lnTo>
                  <a:pt x="83789" y="1710008"/>
                </a:lnTo>
                <a:lnTo>
                  <a:pt x="83847" y="1697966"/>
                </a:lnTo>
                <a:lnTo>
                  <a:pt x="83883" y="1685923"/>
                </a:lnTo>
                <a:lnTo>
                  <a:pt x="83910" y="1673881"/>
                </a:lnTo>
                <a:lnTo>
                  <a:pt x="83937" y="1661839"/>
                </a:lnTo>
                <a:lnTo>
                  <a:pt x="83967" y="1649797"/>
                </a:lnTo>
                <a:lnTo>
                  <a:pt x="84003" y="1637754"/>
                </a:lnTo>
                <a:lnTo>
                  <a:pt x="84043" y="1625712"/>
                </a:lnTo>
                <a:lnTo>
                  <a:pt x="84083" y="1613670"/>
                </a:lnTo>
                <a:lnTo>
                  <a:pt x="84119" y="1601627"/>
                </a:lnTo>
                <a:lnTo>
                  <a:pt x="84146" y="1589585"/>
                </a:lnTo>
                <a:lnTo>
                  <a:pt x="84156" y="1577543"/>
                </a:lnTo>
                <a:lnTo>
                  <a:pt x="84146" y="1565500"/>
                </a:lnTo>
                <a:lnTo>
                  <a:pt x="84110" y="1553458"/>
                </a:lnTo>
                <a:lnTo>
                  <a:pt x="84046" y="1541416"/>
                </a:lnTo>
                <a:lnTo>
                  <a:pt x="83952" y="1529373"/>
                </a:lnTo>
                <a:lnTo>
                  <a:pt x="83829" y="1517331"/>
                </a:lnTo>
                <a:lnTo>
                  <a:pt x="83680" y="1505289"/>
                </a:lnTo>
                <a:lnTo>
                  <a:pt x="83510" y="1493246"/>
                </a:lnTo>
                <a:lnTo>
                  <a:pt x="83324" y="1481204"/>
                </a:lnTo>
                <a:lnTo>
                  <a:pt x="83129" y="1469162"/>
                </a:lnTo>
                <a:lnTo>
                  <a:pt x="82933" y="1457120"/>
                </a:lnTo>
                <a:lnTo>
                  <a:pt x="82743" y="1445077"/>
                </a:lnTo>
                <a:lnTo>
                  <a:pt x="82566" y="1433035"/>
                </a:lnTo>
                <a:lnTo>
                  <a:pt x="82408" y="1420993"/>
                </a:lnTo>
                <a:lnTo>
                  <a:pt x="82272" y="1408950"/>
                </a:lnTo>
                <a:lnTo>
                  <a:pt x="82161" y="1396908"/>
                </a:lnTo>
                <a:lnTo>
                  <a:pt x="82077" y="1384866"/>
                </a:lnTo>
                <a:lnTo>
                  <a:pt x="82020" y="1372823"/>
                </a:lnTo>
                <a:lnTo>
                  <a:pt x="81988" y="1360781"/>
                </a:lnTo>
                <a:lnTo>
                  <a:pt x="81980" y="1348739"/>
                </a:lnTo>
                <a:lnTo>
                  <a:pt x="81996" y="1336696"/>
                </a:lnTo>
                <a:lnTo>
                  <a:pt x="82034" y="1324654"/>
                </a:lnTo>
                <a:lnTo>
                  <a:pt x="82093" y="1312612"/>
                </a:lnTo>
                <a:lnTo>
                  <a:pt x="82173" y="1300570"/>
                </a:lnTo>
                <a:lnTo>
                  <a:pt x="82273" y="1288527"/>
                </a:lnTo>
                <a:lnTo>
                  <a:pt x="82391" y="1276485"/>
                </a:lnTo>
                <a:lnTo>
                  <a:pt x="82525" y="1264443"/>
                </a:lnTo>
                <a:lnTo>
                  <a:pt x="82669" y="1252400"/>
                </a:lnTo>
                <a:lnTo>
                  <a:pt x="82818" y="1240358"/>
                </a:lnTo>
                <a:lnTo>
                  <a:pt x="82967" y="1228316"/>
                </a:lnTo>
                <a:lnTo>
                  <a:pt x="83107" y="1216273"/>
                </a:lnTo>
                <a:lnTo>
                  <a:pt x="83230" y="1204231"/>
                </a:lnTo>
                <a:lnTo>
                  <a:pt x="83329" y="1192189"/>
                </a:lnTo>
                <a:lnTo>
                  <a:pt x="83396" y="1180146"/>
                </a:lnTo>
                <a:lnTo>
                  <a:pt x="83426" y="1168104"/>
                </a:lnTo>
                <a:lnTo>
                  <a:pt x="83412" y="1156062"/>
                </a:lnTo>
                <a:lnTo>
                  <a:pt x="83350" y="1144019"/>
                </a:lnTo>
                <a:lnTo>
                  <a:pt x="83237" y="1131977"/>
                </a:lnTo>
                <a:lnTo>
                  <a:pt x="83070" y="1119935"/>
                </a:lnTo>
                <a:lnTo>
                  <a:pt x="82849" y="1107893"/>
                </a:lnTo>
                <a:lnTo>
                  <a:pt x="82575" y="1095850"/>
                </a:lnTo>
                <a:lnTo>
                  <a:pt x="82249" y="1083808"/>
                </a:lnTo>
                <a:lnTo>
                  <a:pt x="81877" y="1071766"/>
                </a:lnTo>
                <a:lnTo>
                  <a:pt x="81466" y="1059723"/>
                </a:lnTo>
                <a:lnTo>
                  <a:pt x="81029" y="1047681"/>
                </a:lnTo>
                <a:lnTo>
                  <a:pt x="80581" y="1035639"/>
                </a:lnTo>
                <a:lnTo>
                  <a:pt x="80139" y="1023596"/>
                </a:lnTo>
                <a:lnTo>
                  <a:pt x="79722" y="1011554"/>
                </a:lnTo>
                <a:lnTo>
                  <a:pt x="79353" y="999512"/>
                </a:lnTo>
                <a:lnTo>
                  <a:pt x="79048" y="987469"/>
                </a:lnTo>
                <a:lnTo>
                  <a:pt x="78825" y="975427"/>
                </a:lnTo>
                <a:lnTo>
                  <a:pt x="78693" y="963385"/>
                </a:lnTo>
                <a:lnTo>
                  <a:pt x="78655" y="951343"/>
                </a:lnTo>
                <a:lnTo>
                  <a:pt x="78710" y="939300"/>
                </a:lnTo>
                <a:lnTo>
                  <a:pt x="78848" y="927258"/>
                </a:lnTo>
                <a:lnTo>
                  <a:pt x="79053" y="915216"/>
                </a:lnTo>
                <a:lnTo>
                  <a:pt x="79304" y="903173"/>
                </a:lnTo>
                <a:lnTo>
                  <a:pt x="79580" y="891131"/>
                </a:lnTo>
                <a:lnTo>
                  <a:pt x="79857" y="879089"/>
                </a:lnTo>
                <a:lnTo>
                  <a:pt x="80114" y="867046"/>
                </a:lnTo>
                <a:lnTo>
                  <a:pt x="80331" y="855004"/>
                </a:lnTo>
                <a:lnTo>
                  <a:pt x="80492" y="842962"/>
                </a:lnTo>
                <a:lnTo>
                  <a:pt x="80584" y="830919"/>
                </a:lnTo>
                <a:lnTo>
                  <a:pt x="80600" y="818877"/>
                </a:lnTo>
                <a:lnTo>
                  <a:pt x="80533" y="806835"/>
                </a:lnTo>
                <a:lnTo>
                  <a:pt x="80384" y="794792"/>
                </a:lnTo>
                <a:lnTo>
                  <a:pt x="80153" y="782750"/>
                </a:lnTo>
                <a:lnTo>
                  <a:pt x="79848" y="770708"/>
                </a:lnTo>
                <a:lnTo>
                  <a:pt x="79477" y="758666"/>
                </a:lnTo>
                <a:lnTo>
                  <a:pt x="79054" y="746623"/>
                </a:lnTo>
                <a:lnTo>
                  <a:pt x="78597" y="734581"/>
                </a:lnTo>
                <a:lnTo>
                  <a:pt x="78128" y="722539"/>
                </a:lnTo>
                <a:lnTo>
                  <a:pt x="77669" y="710496"/>
                </a:lnTo>
                <a:lnTo>
                  <a:pt x="77246" y="698454"/>
                </a:lnTo>
                <a:lnTo>
                  <a:pt x="76885" y="686412"/>
                </a:lnTo>
                <a:lnTo>
                  <a:pt x="76607" y="674369"/>
                </a:lnTo>
                <a:lnTo>
                  <a:pt x="76428" y="662327"/>
                </a:lnTo>
                <a:lnTo>
                  <a:pt x="76361" y="650285"/>
                </a:lnTo>
                <a:lnTo>
                  <a:pt x="76405" y="638242"/>
                </a:lnTo>
                <a:lnTo>
                  <a:pt x="76556" y="626200"/>
                </a:lnTo>
                <a:lnTo>
                  <a:pt x="76800" y="614158"/>
                </a:lnTo>
                <a:lnTo>
                  <a:pt x="77117" y="602116"/>
                </a:lnTo>
                <a:lnTo>
                  <a:pt x="77483" y="590073"/>
                </a:lnTo>
                <a:lnTo>
                  <a:pt x="77872" y="578031"/>
                </a:lnTo>
                <a:lnTo>
                  <a:pt x="78262" y="565989"/>
                </a:lnTo>
                <a:lnTo>
                  <a:pt x="78632" y="553946"/>
                </a:lnTo>
                <a:lnTo>
                  <a:pt x="78968" y="541904"/>
                </a:lnTo>
                <a:lnTo>
                  <a:pt x="79259" y="529862"/>
                </a:lnTo>
                <a:lnTo>
                  <a:pt x="79503" y="517819"/>
                </a:lnTo>
                <a:lnTo>
                  <a:pt x="79700" y="505777"/>
                </a:lnTo>
                <a:lnTo>
                  <a:pt x="79854" y="493735"/>
                </a:lnTo>
                <a:lnTo>
                  <a:pt x="79970" y="481692"/>
                </a:lnTo>
                <a:lnTo>
                  <a:pt x="80054" y="469650"/>
                </a:lnTo>
                <a:lnTo>
                  <a:pt x="80111" y="457608"/>
                </a:lnTo>
                <a:lnTo>
                  <a:pt x="80145" y="445565"/>
                </a:lnTo>
                <a:lnTo>
                  <a:pt x="80156" y="433523"/>
                </a:lnTo>
                <a:lnTo>
                  <a:pt x="80147" y="421481"/>
                </a:lnTo>
                <a:lnTo>
                  <a:pt x="80119" y="409439"/>
                </a:lnTo>
                <a:lnTo>
                  <a:pt x="80072" y="397396"/>
                </a:lnTo>
                <a:lnTo>
                  <a:pt x="80009" y="385354"/>
                </a:lnTo>
                <a:lnTo>
                  <a:pt x="79934" y="373312"/>
                </a:lnTo>
                <a:lnTo>
                  <a:pt x="79853" y="361269"/>
                </a:lnTo>
                <a:lnTo>
                  <a:pt x="79773" y="349227"/>
                </a:lnTo>
                <a:lnTo>
                  <a:pt x="79701" y="337185"/>
                </a:lnTo>
                <a:lnTo>
                  <a:pt x="79644" y="325142"/>
                </a:lnTo>
                <a:lnTo>
                  <a:pt x="79608" y="313100"/>
                </a:lnTo>
                <a:lnTo>
                  <a:pt x="79594" y="301058"/>
                </a:lnTo>
                <a:lnTo>
                  <a:pt x="79597" y="289015"/>
                </a:lnTo>
                <a:lnTo>
                  <a:pt x="79607" y="276973"/>
                </a:lnTo>
                <a:lnTo>
                  <a:pt x="79605" y="264931"/>
                </a:lnTo>
                <a:lnTo>
                  <a:pt x="79560" y="252889"/>
                </a:lnTo>
                <a:lnTo>
                  <a:pt x="79432" y="240846"/>
                </a:lnTo>
                <a:lnTo>
                  <a:pt x="79165" y="228804"/>
                </a:lnTo>
                <a:lnTo>
                  <a:pt x="78689" y="216762"/>
                </a:lnTo>
                <a:lnTo>
                  <a:pt x="77919" y="204719"/>
                </a:lnTo>
                <a:lnTo>
                  <a:pt x="76759" y="192677"/>
                </a:lnTo>
                <a:lnTo>
                  <a:pt x="75101" y="180635"/>
                </a:lnTo>
                <a:lnTo>
                  <a:pt x="72834" y="168592"/>
                </a:lnTo>
                <a:lnTo>
                  <a:pt x="69855" y="156550"/>
                </a:lnTo>
                <a:lnTo>
                  <a:pt x="66078" y="144508"/>
                </a:lnTo>
                <a:lnTo>
                  <a:pt x="61449" y="132465"/>
                </a:lnTo>
                <a:lnTo>
                  <a:pt x="55967" y="120423"/>
                </a:lnTo>
                <a:lnTo>
                  <a:pt x="49691" y="108381"/>
                </a:lnTo>
                <a:lnTo>
                  <a:pt x="42760" y="96338"/>
                </a:lnTo>
                <a:lnTo>
                  <a:pt x="35389" y="84296"/>
                </a:lnTo>
                <a:lnTo>
                  <a:pt x="27870" y="72254"/>
                </a:lnTo>
                <a:lnTo>
                  <a:pt x="20555" y="60212"/>
                </a:lnTo>
                <a:lnTo>
                  <a:pt x="13833" y="48169"/>
                </a:lnTo>
                <a:lnTo>
                  <a:pt x="8096" y="36127"/>
                </a:lnTo>
                <a:lnTo>
                  <a:pt x="3703" y="24085"/>
                </a:lnTo>
                <a:lnTo>
                  <a:pt x="942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45" y="12042"/>
                </a:lnTo>
                <a:lnTo>
                  <a:pt x="166084" y="24085"/>
                </a:lnTo>
                <a:lnTo>
                  <a:pt x="161691" y="36127"/>
                </a:lnTo>
                <a:lnTo>
                  <a:pt x="155954" y="48169"/>
                </a:lnTo>
                <a:lnTo>
                  <a:pt x="149232" y="60212"/>
                </a:lnTo>
                <a:lnTo>
                  <a:pt x="141917" y="72254"/>
                </a:lnTo>
                <a:lnTo>
                  <a:pt x="134398" y="84296"/>
                </a:lnTo>
                <a:lnTo>
                  <a:pt x="127027" y="96338"/>
                </a:lnTo>
                <a:lnTo>
                  <a:pt x="120095" y="108381"/>
                </a:lnTo>
                <a:lnTo>
                  <a:pt x="113820" y="120423"/>
                </a:lnTo>
                <a:lnTo>
                  <a:pt x="108337" y="132465"/>
                </a:lnTo>
                <a:lnTo>
                  <a:pt x="103709" y="144508"/>
                </a:lnTo>
                <a:lnTo>
                  <a:pt x="99931" y="156550"/>
                </a:lnTo>
                <a:lnTo>
                  <a:pt x="96952" y="168592"/>
                </a:lnTo>
                <a:lnTo>
                  <a:pt x="94686" y="180635"/>
                </a:lnTo>
                <a:lnTo>
                  <a:pt x="93028" y="192677"/>
                </a:lnTo>
                <a:lnTo>
                  <a:pt x="91868" y="204719"/>
                </a:lnTo>
                <a:lnTo>
                  <a:pt x="91098" y="216762"/>
                </a:lnTo>
                <a:lnTo>
                  <a:pt x="90622" y="228804"/>
                </a:lnTo>
                <a:lnTo>
                  <a:pt x="90354" y="240846"/>
                </a:lnTo>
                <a:lnTo>
                  <a:pt x="90226" y="252889"/>
                </a:lnTo>
                <a:lnTo>
                  <a:pt x="90182" y="264931"/>
                </a:lnTo>
                <a:lnTo>
                  <a:pt x="90180" y="276973"/>
                </a:lnTo>
                <a:lnTo>
                  <a:pt x="90190" y="289015"/>
                </a:lnTo>
                <a:lnTo>
                  <a:pt x="90193" y="301058"/>
                </a:lnTo>
                <a:lnTo>
                  <a:pt x="90178" y="313100"/>
                </a:lnTo>
                <a:lnTo>
                  <a:pt x="90142" y="325142"/>
                </a:lnTo>
                <a:lnTo>
                  <a:pt x="90086" y="337185"/>
                </a:lnTo>
                <a:lnTo>
                  <a:pt x="90014" y="349227"/>
                </a:lnTo>
                <a:lnTo>
                  <a:pt x="89934" y="361269"/>
                </a:lnTo>
                <a:lnTo>
                  <a:pt x="89853" y="373312"/>
                </a:lnTo>
                <a:lnTo>
                  <a:pt x="89778" y="385354"/>
                </a:lnTo>
                <a:lnTo>
                  <a:pt x="89715" y="397396"/>
                </a:lnTo>
                <a:lnTo>
                  <a:pt x="89668" y="409439"/>
                </a:lnTo>
                <a:lnTo>
                  <a:pt x="89639" y="421481"/>
                </a:lnTo>
                <a:lnTo>
                  <a:pt x="89630" y="433523"/>
                </a:lnTo>
                <a:lnTo>
                  <a:pt x="89642" y="445565"/>
                </a:lnTo>
                <a:lnTo>
                  <a:pt x="89675" y="457608"/>
                </a:lnTo>
                <a:lnTo>
                  <a:pt x="89732" y="469650"/>
                </a:lnTo>
                <a:lnTo>
                  <a:pt x="89816" y="481692"/>
                </a:lnTo>
                <a:lnTo>
                  <a:pt x="89933" y="493735"/>
                </a:lnTo>
                <a:lnTo>
                  <a:pt x="90086" y="505777"/>
                </a:lnTo>
                <a:lnTo>
                  <a:pt x="90283" y="517819"/>
                </a:lnTo>
                <a:lnTo>
                  <a:pt x="90527" y="529862"/>
                </a:lnTo>
                <a:lnTo>
                  <a:pt x="90819" y="541904"/>
                </a:lnTo>
                <a:lnTo>
                  <a:pt x="91154" y="553946"/>
                </a:lnTo>
                <a:lnTo>
                  <a:pt x="91524" y="565989"/>
                </a:lnTo>
                <a:lnTo>
                  <a:pt x="91914" y="578031"/>
                </a:lnTo>
                <a:lnTo>
                  <a:pt x="92304" y="590073"/>
                </a:lnTo>
                <a:lnTo>
                  <a:pt x="92670" y="602116"/>
                </a:lnTo>
                <a:lnTo>
                  <a:pt x="92986" y="614158"/>
                </a:lnTo>
                <a:lnTo>
                  <a:pt x="93230" y="626200"/>
                </a:lnTo>
                <a:lnTo>
                  <a:pt x="93381" y="638242"/>
                </a:lnTo>
                <a:lnTo>
                  <a:pt x="93426" y="650285"/>
                </a:lnTo>
                <a:lnTo>
                  <a:pt x="93358" y="662327"/>
                </a:lnTo>
                <a:lnTo>
                  <a:pt x="93180" y="674369"/>
                </a:lnTo>
                <a:lnTo>
                  <a:pt x="92901" y="686412"/>
                </a:lnTo>
                <a:lnTo>
                  <a:pt x="92540" y="698454"/>
                </a:lnTo>
                <a:lnTo>
                  <a:pt x="92118" y="710496"/>
                </a:lnTo>
                <a:lnTo>
                  <a:pt x="91659" y="722539"/>
                </a:lnTo>
                <a:lnTo>
                  <a:pt x="91189" y="734581"/>
                </a:lnTo>
                <a:lnTo>
                  <a:pt x="90732" y="746623"/>
                </a:lnTo>
                <a:lnTo>
                  <a:pt x="90310" y="758666"/>
                </a:lnTo>
                <a:lnTo>
                  <a:pt x="89939" y="770708"/>
                </a:lnTo>
                <a:lnTo>
                  <a:pt x="89633" y="782750"/>
                </a:lnTo>
                <a:lnTo>
                  <a:pt x="89403" y="794792"/>
                </a:lnTo>
                <a:lnTo>
                  <a:pt x="89253" y="806835"/>
                </a:lnTo>
                <a:lnTo>
                  <a:pt x="89187" y="818877"/>
                </a:lnTo>
                <a:lnTo>
                  <a:pt x="89202" y="830919"/>
                </a:lnTo>
                <a:lnTo>
                  <a:pt x="89295" y="842962"/>
                </a:lnTo>
                <a:lnTo>
                  <a:pt x="89455" y="855004"/>
                </a:lnTo>
                <a:lnTo>
                  <a:pt x="89672" y="867046"/>
                </a:lnTo>
                <a:lnTo>
                  <a:pt x="89929" y="879089"/>
                </a:lnTo>
                <a:lnTo>
                  <a:pt x="90206" y="891131"/>
                </a:lnTo>
                <a:lnTo>
                  <a:pt x="90482" y="903173"/>
                </a:lnTo>
                <a:lnTo>
                  <a:pt x="90734" y="915216"/>
                </a:lnTo>
                <a:lnTo>
                  <a:pt x="90938" y="927258"/>
                </a:lnTo>
                <a:lnTo>
                  <a:pt x="91076" y="939300"/>
                </a:lnTo>
                <a:lnTo>
                  <a:pt x="91131" y="951343"/>
                </a:lnTo>
                <a:lnTo>
                  <a:pt x="91094" y="963385"/>
                </a:lnTo>
                <a:lnTo>
                  <a:pt x="90962" y="975427"/>
                </a:lnTo>
                <a:lnTo>
                  <a:pt x="90738" y="987469"/>
                </a:lnTo>
                <a:lnTo>
                  <a:pt x="90434" y="999512"/>
                </a:lnTo>
                <a:lnTo>
                  <a:pt x="90064" y="1011554"/>
                </a:lnTo>
                <a:lnTo>
                  <a:pt x="89648" y="1023596"/>
                </a:lnTo>
                <a:lnTo>
                  <a:pt x="89206" y="1035639"/>
                </a:lnTo>
                <a:lnTo>
                  <a:pt x="88757" y="1047681"/>
                </a:lnTo>
                <a:lnTo>
                  <a:pt x="88320" y="1059723"/>
                </a:lnTo>
                <a:lnTo>
                  <a:pt x="87910" y="1071766"/>
                </a:lnTo>
                <a:lnTo>
                  <a:pt x="87538" y="1083808"/>
                </a:lnTo>
                <a:lnTo>
                  <a:pt x="87212" y="1095850"/>
                </a:lnTo>
                <a:lnTo>
                  <a:pt x="86937" y="1107893"/>
                </a:lnTo>
                <a:lnTo>
                  <a:pt x="86716" y="1119935"/>
                </a:lnTo>
                <a:lnTo>
                  <a:pt x="86550" y="1131977"/>
                </a:lnTo>
                <a:lnTo>
                  <a:pt x="86437" y="1144019"/>
                </a:lnTo>
                <a:lnTo>
                  <a:pt x="86375" y="1156062"/>
                </a:lnTo>
                <a:lnTo>
                  <a:pt x="86361" y="1168104"/>
                </a:lnTo>
                <a:lnTo>
                  <a:pt x="86390" y="1180146"/>
                </a:lnTo>
                <a:lnTo>
                  <a:pt x="86458" y="1192189"/>
                </a:lnTo>
                <a:lnTo>
                  <a:pt x="86557" y="1204231"/>
                </a:lnTo>
                <a:lnTo>
                  <a:pt x="86680" y="1216273"/>
                </a:lnTo>
                <a:lnTo>
                  <a:pt x="86820" y="1228316"/>
                </a:lnTo>
                <a:lnTo>
                  <a:pt x="86968" y="1240358"/>
                </a:lnTo>
                <a:lnTo>
                  <a:pt x="87118" y="1252400"/>
                </a:lnTo>
                <a:lnTo>
                  <a:pt x="87262" y="1264443"/>
                </a:lnTo>
                <a:lnTo>
                  <a:pt x="87395" y="1276485"/>
                </a:lnTo>
                <a:lnTo>
                  <a:pt x="87513" y="1288527"/>
                </a:lnTo>
                <a:lnTo>
                  <a:pt x="87613" y="1300570"/>
                </a:lnTo>
                <a:lnTo>
                  <a:pt x="87693" y="1312612"/>
                </a:lnTo>
                <a:lnTo>
                  <a:pt x="87753" y="1324654"/>
                </a:lnTo>
                <a:lnTo>
                  <a:pt x="87791" y="1336696"/>
                </a:lnTo>
                <a:lnTo>
                  <a:pt x="87807" y="1348739"/>
                </a:lnTo>
                <a:lnTo>
                  <a:pt x="87799" y="1360781"/>
                </a:lnTo>
                <a:lnTo>
                  <a:pt x="87767" y="1372823"/>
                </a:lnTo>
                <a:lnTo>
                  <a:pt x="87709" y="1384866"/>
                </a:lnTo>
                <a:lnTo>
                  <a:pt x="87625" y="1396908"/>
                </a:lnTo>
                <a:lnTo>
                  <a:pt x="87515" y="1408950"/>
                </a:lnTo>
                <a:lnTo>
                  <a:pt x="87379" y="1420993"/>
                </a:lnTo>
                <a:lnTo>
                  <a:pt x="87221" y="1433035"/>
                </a:lnTo>
                <a:lnTo>
                  <a:pt x="87044" y="1445077"/>
                </a:lnTo>
                <a:lnTo>
                  <a:pt x="86854" y="1457120"/>
                </a:lnTo>
                <a:lnTo>
                  <a:pt x="86658" y="1469162"/>
                </a:lnTo>
                <a:lnTo>
                  <a:pt x="86463" y="1481204"/>
                </a:lnTo>
                <a:lnTo>
                  <a:pt x="86277" y="1493246"/>
                </a:lnTo>
                <a:lnTo>
                  <a:pt x="86106" y="1505289"/>
                </a:lnTo>
                <a:lnTo>
                  <a:pt x="85957" y="1517331"/>
                </a:lnTo>
                <a:lnTo>
                  <a:pt x="85835" y="1529373"/>
                </a:lnTo>
                <a:lnTo>
                  <a:pt x="85741" y="1541416"/>
                </a:lnTo>
                <a:lnTo>
                  <a:pt x="85677" y="1553458"/>
                </a:lnTo>
                <a:lnTo>
                  <a:pt x="85641" y="1565500"/>
                </a:lnTo>
                <a:lnTo>
                  <a:pt x="85630" y="1577543"/>
                </a:lnTo>
                <a:lnTo>
                  <a:pt x="85641" y="1589585"/>
                </a:lnTo>
                <a:lnTo>
                  <a:pt x="85667" y="1601627"/>
                </a:lnTo>
                <a:lnTo>
                  <a:pt x="85704" y="1613670"/>
                </a:lnTo>
                <a:lnTo>
                  <a:pt x="85744" y="1625712"/>
                </a:lnTo>
                <a:lnTo>
                  <a:pt x="85784" y="1637754"/>
                </a:lnTo>
                <a:lnTo>
                  <a:pt x="85820" y="1649797"/>
                </a:lnTo>
                <a:lnTo>
                  <a:pt x="85850" y="1661839"/>
                </a:lnTo>
                <a:lnTo>
                  <a:pt x="85877" y="1673881"/>
                </a:lnTo>
                <a:lnTo>
                  <a:pt x="85904" y="1685923"/>
                </a:lnTo>
                <a:lnTo>
                  <a:pt x="85940" y="1697966"/>
                </a:lnTo>
                <a:lnTo>
                  <a:pt x="85997" y="1710008"/>
                </a:lnTo>
                <a:lnTo>
                  <a:pt x="86091" y="1722050"/>
                </a:lnTo>
                <a:lnTo>
                  <a:pt x="86239" y="1734093"/>
                </a:lnTo>
                <a:lnTo>
                  <a:pt x="86464" y="1746135"/>
                </a:lnTo>
                <a:lnTo>
                  <a:pt x="86786" y="1758177"/>
                </a:lnTo>
                <a:lnTo>
                  <a:pt x="87226" y="1770220"/>
                </a:lnTo>
                <a:lnTo>
                  <a:pt x="87801" y="1782262"/>
                </a:lnTo>
                <a:lnTo>
                  <a:pt x="88522" y="1794304"/>
                </a:lnTo>
                <a:lnTo>
                  <a:pt x="89392" y="1806347"/>
                </a:lnTo>
                <a:lnTo>
                  <a:pt x="90400" y="1818389"/>
                </a:lnTo>
                <a:lnTo>
                  <a:pt x="91526" y="1830431"/>
                </a:lnTo>
                <a:lnTo>
                  <a:pt x="92731" y="1842473"/>
                </a:lnTo>
                <a:lnTo>
                  <a:pt x="93967" y="1854516"/>
                </a:lnTo>
                <a:lnTo>
                  <a:pt x="95175" y="1866558"/>
                </a:lnTo>
                <a:lnTo>
                  <a:pt x="96288" y="1878600"/>
                </a:lnTo>
                <a:lnTo>
                  <a:pt x="97239" y="1890643"/>
                </a:lnTo>
                <a:lnTo>
                  <a:pt x="97969" y="1902685"/>
                </a:lnTo>
                <a:lnTo>
                  <a:pt x="98428" y="1914727"/>
                </a:lnTo>
                <a:lnTo>
                  <a:pt x="98585" y="1926770"/>
                </a:lnTo>
                <a:lnTo>
                  <a:pt x="98585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38" name="data_4489">
            <a:extLst>
              <a:ext uri="{FF2B5EF4-FFF2-40B4-BE49-F238E27FC236}">
                <a16:creationId xmlns:a16="http://schemas.microsoft.com/office/drawing/2014/main" id="{F3A946DB-067D-40DB-83D9-62102F1C9C04}"/>
              </a:ext>
            </a:extLst>
          </p:cNvPr>
          <p:cNvSpPr>
            <a:spLocks noGrp="1"/>
          </p:cNvSpPr>
          <p:nvPr/>
        </p:nvSpPr>
        <p:spPr>
          <a:xfrm>
            <a:off x="6576813" y="1837726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963" y="1914727"/>
                </a:lnTo>
                <a:lnTo>
                  <a:pt x="3787" y="1902685"/>
                </a:lnTo>
                <a:lnTo>
                  <a:pt x="8279" y="1890643"/>
                </a:lnTo>
                <a:lnTo>
                  <a:pt x="14146" y="1878600"/>
                </a:lnTo>
                <a:lnTo>
                  <a:pt x="21020" y="1866558"/>
                </a:lnTo>
                <a:lnTo>
                  <a:pt x="28501" y="1854516"/>
                </a:lnTo>
                <a:lnTo>
                  <a:pt x="36190" y="1842473"/>
                </a:lnTo>
                <a:lnTo>
                  <a:pt x="43726" y="1830431"/>
                </a:lnTo>
                <a:lnTo>
                  <a:pt x="50810" y="1818389"/>
                </a:lnTo>
                <a:lnTo>
                  <a:pt x="57219" y="1806347"/>
                </a:lnTo>
                <a:lnTo>
                  <a:pt x="62815" y="1794304"/>
                </a:lnTo>
                <a:lnTo>
                  <a:pt x="67533" y="1782262"/>
                </a:lnTo>
                <a:lnTo>
                  <a:pt x="71377" y="1770220"/>
                </a:lnTo>
                <a:lnTo>
                  <a:pt x="74401" y="1758177"/>
                </a:lnTo>
                <a:lnTo>
                  <a:pt x="76693" y="1746135"/>
                </a:lnTo>
                <a:lnTo>
                  <a:pt x="78362" y="1734093"/>
                </a:lnTo>
                <a:lnTo>
                  <a:pt x="79521" y="1722050"/>
                </a:lnTo>
                <a:lnTo>
                  <a:pt x="80282" y="1710008"/>
                </a:lnTo>
                <a:lnTo>
                  <a:pt x="80746" y="1697966"/>
                </a:lnTo>
                <a:lnTo>
                  <a:pt x="80999" y="1685923"/>
                </a:lnTo>
                <a:lnTo>
                  <a:pt x="81114" y="1673881"/>
                </a:lnTo>
                <a:lnTo>
                  <a:pt x="81149" y="1661839"/>
                </a:lnTo>
                <a:lnTo>
                  <a:pt x="81147" y="1649797"/>
                </a:lnTo>
                <a:lnTo>
                  <a:pt x="81140" y="1637754"/>
                </a:lnTo>
                <a:lnTo>
                  <a:pt x="81147" y="1625712"/>
                </a:lnTo>
                <a:lnTo>
                  <a:pt x="81180" y="1613670"/>
                </a:lnTo>
                <a:lnTo>
                  <a:pt x="81241" y="1601627"/>
                </a:lnTo>
                <a:lnTo>
                  <a:pt x="81330" y="1589585"/>
                </a:lnTo>
                <a:lnTo>
                  <a:pt x="81438" y="1577543"/>
                </a:lnTo>
                <a:lnTo>
                  <a:pt x="81558" y="1565500"/>
                </a:lnTo>
                <a:lnTo>
                  <a:pt x="81679" y="1553458"/>
                </a:lnTo>
                <a:lnTo>
                  <a:pt x="81791" y="1541416"/>
                </a:lnTo>
                <a:lnTo>
                  <a:pt x="81886" y="1529373"/>
                </a:lnTo>
                <a:lnTo>
                  <a:pt x="81955" y="1517331"/>
                </a:lnTo>
                <a:lnTo>
                  <a:pt x="81994" y="1505289"/>
                </a:lnTo>
                <a:lnTo>
                  <a:pt x="81998" y="1493246"/>
                </a:lnTo>
                <a:lnTo>
                  <a:pt x="81964" y="1481204"/>
                </a:lnTo>
                <a:lnTo>
                  <a:pt x="81891" y="1469162"/>
                </a:lnTo>
                <a:lnTo>
                  <a:pt x="81777" y="1457120"/>
                </a:lnTo>
                <a:lnTo>
                  <a:pt x="81619" y="1445077"/>
                </a:lnTo>
                <a:lnTo>
                  <a:pt x="81417" y="1433035"/>
                </a:lnTo>
                <a:lnTo>
                  <a:pt x="81168" y="1420993"/>
                </a:lnTo>
                <a:lnTo>
                  <a:pt x="80872" y="1408950"/>
                </a:lnTo>
                <a:lnTo>
                  <a:pt x="80533" y="1396908"/>
                </a:lnTo>
                <a:lnTo>
                  <a:pt x="80155" y="1384866"/>
                </a:lnTo>
                <a:lnTo>
                  <a:pt x="79749" y="1372823"/>
                </a:lnTo>
                <a:lnTo>
                  <a:pt x="79329" y="1360781"/>
                </a:lnTo>
                <a:lnTo>
                  <a:pt x="78913" y="1348739"/>
                </a:lnTo>
                <a:lnTo>
                  <a:pt x="78523" y="1336696"/>
                </a:lnTo>
                <a:lnTo>
                  <a:pt x="78180" y="1324654"/>
                </a:lnTo>
                <a:lnTo>
                  <a:pt x="77908" y="1312612"/>
                </a:lnTo>
                <a:lnTo>
                  <a:pt x="77726" y="1300570"/>
                </a:lnTo>
                <a:lnTo>
                  <a:pt x="77647" y="1288527"/>
                </a:lnTo>
                <a:lnTo>
                  <a:pt x="77678" y="1276485"/>
                </a:lnTo>
                <a:lnTo>
                  <a:pt x="77817" y="1264443"/>
                </a:lnTo>
                <a:lnTo>
                  <a:pt x="78057" y="1252400"/>
                </a:lnTo>
                <a:lnTo>
                  <a:pt x="78380" y="1240358"/>
                </a:lnTo>
                <a:lnTo>
                  <a:pt x="78766" y="1228316"/>
                </a:lnTo>
                <a:lnTo>
                  <a:pt x="79189" y="1216273"/>
                </a:lnTo>
                <a:lnTo>
                  <a:pt x="79623" y="1204231"/>
                </a:lnTo>
                <a:lnTo>
                  <a:pt x="80041" y="1192189"/>
                </a:lnTo>
                <a:lnTo>
                  <a:pt x="80421" y="1180146"/>
                </a:lnTo>
                <a:lnTo>
                  <a:pt x="80741" y="1168104"/>
                </a:lnTo>
                <a:lnTo>
                  <a:pt x="80982" y="1156062"/>
                </a:lnTo>
                <a:lnTo>
                  <a:pt x="81130" y="1144019"/>
                </a:lnTo>
                <a:lnTo>
                  <a:pt x="81174" y="1131977"/>
                </a:lnTo>
                <a:lnTo>
                  <a:pt x="81104" y="1119935"/>
                </a:lnTo>
                <a:lnTo>
                  <a:pt x="80915" y="1107893"/>
                </a:lnTo>
                <a:lnTo>
                  <a:pt x="80605" y="1095850"/>
                </a:lnTo>
                <a:lnTo>
                  <a:pt x="80177" y="1083808"/>
                </a:lnTo>
                <a:lnTo>
                  <a:pt x="79640" y="1071766"/>
                </a:lnTo>
                <a:lnTo>
                  <a:pt x="79011" y="1059723"/>
                </a:lnTo>
                <a:lnTo>
                  <a:pt x="78315" y="1047681"/>
                </a:lnTo>
                <a:lnTo>
                  <a:pt x="77583" y="1035639"/>
                </a:lnTo>
                <a:lnTo>
                  <a:pt x="76855" y="1023596"/>
                </a:lnTo>
                <a:lnTo>
                  <a:pt x="76174" y="1011554"/>
                </a:lnTo>
                <a:lnTo>
                  <a:pt x="75583" y="999512"/>
                </a:lnTo>
                <a:lnTo>
                  <a:pt x="75125" y="987469"/>
                </a:lnTo>
                <a:lnTo>
                  <a:pt x="74833" y="975427"/>
                </a:lnTo>
                <a:lnTo>
                  <a:pt x="74729" y="963385"/>
                </a:lnTo>
                <a:lnTo>
                  <a:pt x="74822" y="951343"/>
                </a:lnTo>
                <a:lnTo>
                  <a:pt x="75108" y="939300"/>
                </a:lnTo>
                <a:lnTo>
                  <a:pt x="75566" y="927258"/>
                </a:lnTo>
                <a:lnTo>
                  <a:pt x="76165" y="915216"/>
                </a:lnTo>
                <a:lnTo>
                  <a:pt x="76865" y="903173"/>
                </a:lnTo>
                <a:lnTo>
                  <a:pt x="77622" y="891131"/>
                </a:lnTo>
                <a:lnTo>
                  <a:pt x="78390" y="879089"/>
                </a:lnTo>
                <a:lnTo>
                  <a:pt x="79131" y="867046"/>
                </a:lnTo>
                <a:lnTo>
                  <a:pt x="79810" y="855004"/>
                </a:lnTo>
                <a:lnTo>
                  <a:pt x="80403" y="842962"/>
                </a:lnTo>
                <a:lnTo>
                  <a:pt x="80896" y="830919"/>
                </a:lnTo>
                <a:lnTo>
                  <a:pt x="81283" y="818877"/>
                </a:lnTo>
                <a:lnTo>
                  <a:pt x="81567" y="806835"/>
                </a:lnTo>
                <a:lnTo>
                  <a:pt x="81757" y="794792"/>
                </a:lnTo>
                <a:lnTo>
                  <a:pt x="81865" y="782750"/>
                </a:lnTo>
                <a:lnTo>
                  <a:pt x="81907" y="770708"/>
                </a:lnTo>
                <a:lnTo>
                  <a:pt x="81901" y="758666"/>
                </a:lnTo>
                <a:lnTo>
                  <a:pt x="81860" y="746623"/>
                </a:lnTo>
                <a:lnTo>
                  <a:pt x="81802" y="734581"/>
                </a:lnTo>
                <a:lnTo>
                  <a:pt x="81737" y="722539"/>
                </a:lnTo>
                <a:lnTo>
                  <a:pt x="81677" y="710496"/>
                </a:lnTo>
                <a:lnTo>
                  <a:pt x="81630" y="698454"/>
                </a:lnTo>
                <a:lnTo>
                  <a:pt x="81599" y="686412"/>
                </a:lnTo>
                <a:lnTo>
                  <a:pt x="81589" y="674369"/>
                </a:lnTo>
                <a:lnTo>
                  <a:pt x="81598" y="662327"/>
                </a:lnTo>
                <a:lnTo>
                  <a:pt x="81623" y="650285"/>
                </a:lnTo>
                <a:lnTo>
                  <a:pt x="81660" y="638242"/>
                </a:lnTo>
                <a:lnTo>
                  <a:pt x="81702" y="626200"/>
                </a:lnTo>
                <a:lnTo>
                  <a:pt x="81742" y="614158"/>
                </a:lnTo>
                <a:lnTo>
                  <a:pt x="81771" y="602116"/>
                </a:lnTo>
                <a:lnTo>
                  <a:pt x="81784" y="590073"/>
                </a:lnTo>
                <a:lnTo>
                  <a:pt x="81773" y="578031"/>
                </a:lnTo>
                <a:lnTo>
                  <a:pt x="81738" y="565989"/>
                </a:lnTo>
                <a:lnTo>
                  <a:pt x="81676" y="553946"/>
                </a:lnTo>
                <a:lnTo>
                  <a:pt x="81589" y="541904"/>
                </a:lnTo>
                <a:lnTo>
                  <a:pt x="81484" y="529862"/>
                </a:lnTo>
                <a:lnTo>
                  <a:pt x="81366" y="517819"/>
                </a:lnTo>
                <a:lnTo>
                  <a:pt x="81243" y="505777"/>
                </a:lnTo>
                <a:lnTo>
                  <a:pt x="81124" y="493735"/>
                </a:lnTo>
                <a:lnTo>
                  <a:pt x="81018" y="481692"/>
                </a:lnTo>
                <a:lnTo>
                  <a:pt x="80931" y="469650"/>
                </a:lnTo>
                <a:lnTo>
                  <a:pt x="80868" y="457608"/>
                </a:lnTo>
                <a:lnTo>
                  <a:pt x="80833" y="445565"/>
                </a:lnTo>
                <a:lnTo>
                  <a:pt x="80827" y="433523"/>
                </a:lnTo>
                <a:lnTo>
                  <a:pt x="80850" y="421481"/>
                </a:lnTo>
                <a:lnTo>
                  <a:pt x="80898" y="409439"/>
                </a:lnTo>
                <a:lnTo>
                  <a:pt x="80969" y="397396"/>
                </a:lnTo>
                <a:lnTo>
                  <a:pt x="81060" y="385354"/>
                </a:lnTo>
                <a:lnTo>
                  <a:pt x="81166" y="373312"/>
                </a:lnTo>
                <a:lnTo>
                  <a:pt x="81286" y="361269"/>
                </a:lnTo>
                <a:lnTo>
                  <a:pt x="81416" y="349227"/>
                </a:lnTo>
                <a:lnTo>
                  <a:pt x="81555" y="337185"/>
                </a:lnTo>
                <a:lnTo>
                  <a:pt x="81703" y="325142"/>
                </a:lnTo>
                <a:lnTo>
                  <a:pt x="81859" y="313100"/>
                </a:lnTo>
                <a:lnTo>
                  <a:pt x="82022" y="301058"/>
                </a:lnTo>
                <a:lnTo>
                  <a:pt x="82190" y="289015"/>
                </a:lnTo>
                <a:lnTo>
                  <a:pt x="82360" y="276973"/>
                </a:lnTo>
                <a:lnTo>
                  <a:pt x="82527" y="264931"/>
                </a:lnTo>
                <a:lnTo>
                  <a:pt x="82681" y="252889"/>
                </a:lnTo>
                <a:lnTo>
                  <a:pt x="82811" y="240846"/>
                </a:lnTo>
                <a:lnTo>
                  <a:pt x="82900" y="228804"/>
                </a:lnTo>
                <a:lnTo>
                  <a:pt x="82930" y="216762"/>
                </a:lnTo>
                <a:lnTo>
                  <a:pt x="82874" y="204719"/>
                </a:lnTo>
                <a:lnTo>
                  <a:pt x="82706" y="192677"/>
                </a:lnTo>
                <a:lnTo>
                  <a:pt x="82395" y="180635"/>
                </a:lnTo>
                <a:lnTo>
                  <a:pt x="81911" y="168592"/>
                </a:lnTo>
                <a:lnTo>
                  <a:pt x="81226" y="156550"/>
                </a:lnTo>
                <a:lnTo>
                  <a:pt x="80315" y="144508"/>
                </a:lnTo>
                <a:lnTo>
                  <a:pt x="79165" y="132465"/>
                </a:lnTo>
                <a:lnTo>
                  <a:pt x="77776" y="120423"/>
                </a:lnTo>
                <a:lnTo>
                  <a:pt x="76165" y="108381"/>
                </a:lnTo>
                <a:lnTo>
                  <a:pt x="74370" y="96338"/>
                </a:lnTo>
                <a:lnTo>
                  <a:pt x="72450" y="84296"/>
                </a:lnTo>
                <a:lnTo>
                  <a:pt x="70483" y="72254"/>
                </a:lnTo>
                <a:lnTo>
                  <a:pt x="68565" y="60212"/>
                </a:lnTo>
                <a:lnTo>
                  <a:pt x="66799" y="48169"/>
                </a:lnTo>
                <a:lnTo>
                  <a:pt x="65290" y="36127"/>
                </a:lnTo>
                <a:lnTo>
                  <a:pt x="64133" y="24085"/>
                </a:lnTo>
                <a:lnTo>
                  <a:pt x="63406" y="12042"/>
                </a:lnTo>
                <a:lnTo>
                  <a:pt x="63158" y="0"/>
                </a:lnTo>
                <a:lnTo>
                  <a:pt x="106629" y="0"/>
                </a:lnTo>
                <a:lnTo>
                  <a:pt x="106629" y="0"/>
                </a:lnTo>
                <a:lnTo>
                  <a:pt x="106381" y="12042"/>
                </a:lnTo>
                <a:lnTo>
                  <a:pt x="105653" y="24085"/>
                </a:lnTo>
                <a:lnTo>
                  <a:pt x="104497" y="36127"/>
                </a:lnTo>
                <a:lnTo>
                  <a:pt x="102988" y="48169"/>
                </a:lnTo>
                <a:lnTo>
                  <a:pt x="101222" y="60212"/>
                </a:lnTo>
                <a:lnTo>
                  <a:pt x="99303" y="72254"/>
                </a:lnTo>
                <a:lnTo>
                  <a:pt x="97337" y="84296"/>
                </a:lnTo>
                <a:lnTo>
                  <a:pt x="95417" y="96338"/>
                </a:lnTo>
                <a:lnTo>
                  <a:pt x="93622" y="108381"/>
                </a:lnTo>
                <a:lnTo>
                  <a:pt x="92011" y="120423"/>
                </a:lnTo>
                <a:lnTo>
                  <a:pt x="90622" y="132465"/>
                </a:lnTo>
                <a:lnTo>
                  <a:pt x="89472" y="144508"/>
                </a:lnTo>
                <a:lnTo>
                  <a:pt x="88561" y="156550"/>
                </a:lnTo>
                <a:lnTo>
                  <a:pt x="87875" y="168592"/>
                </a:lnTo>
                <a:lnTo>
                  <a:pt x="87391" y="180635"/>
                </a:lnTo>
                <a:lnTo>
                  <a:pt x="87081" y="192677"/>
                </a:lnTo>
                <a:lnTo>
                  <a:pt x="86913" y="204719"/>
                </a:lnTo>
                <a:lnTo>
                  <a:pt x="86857" y="216762"/>
                </a:lnTo>
                <a:lnTo>
                  <a:pt x="86886" y="228804"/>
                </a:lnTo>
                <a:lnTo>
                  <a:pt x="86976" y="240846"/>
                </a:lnTo>
                <a:lnTo>
                  <a:pt x="87105" y="252889"/>
                </a:lnTo>
                <a:lnTo>
                  <a:pt x="87260" y="264931"/>
                </a:lnTo>
                <a:lnTo>
                  <a:pt x="87426" y="276973"/>
                </a:lnTo>
                <a:lnTo>
                  <a:pt x="87596" y="289015"/>
                </a:lnTo>
                <a:lnTo>
                  <a:pt x="87765" y="301058"/>
                </a:lnTo>
                <a:lnTo>
                  <a:pt x="87927" y="313100"/>
                </a:lnTo>
                <a:lnTo>
                  <a:pt x="88083" y="325142"/>
                </a:lnTo>
                <a:lnTo>
                  <a:pt x="88231" y="337185"/>
                </a:lnTo>
                <a:lnTo>
                  <a:pt x="88371" y="349227"/>
                </a:lnTo>
                <a:lnTo>
                  <a:pt x="88501" y="361269"/>
                </a:lnTo>
                <a:lnTo>
                  <a:pt x="88620" y="373312"/>
                </a:lnTo>
                <a:lnTo>
                  <a:pt x="88727" y="385354"/>
                </a:lnTo>
                <a:lnTo>
                  <a:pt x="88817" y="397396"/>
                </a:lnTo>
                <a:lnTo>
                  <a:pt x="88888" y="409439"/>
                </a:lnTo>
                <a:lnTo>
                  <a:pt x="88937" y="421481"/>
                </a:lnTo>
                <a:lnTo>
                  <a:pt x="88959" y="433523"/>
                </a:lnTo>
                <a:lnTo>
                  <a:pt x="88953" y="445565"/>
                </a:lnTo>
                <a:lnTo>
                  <a:pt x="88918" y="457608"/>
                </a:lnTo>
                <a:lnTo>
                  <a:pt x="88856" y="469650"/>
                </a:lnTo>
                <a:lnTo>
                  <a:pt x="88769" y="481692"/>
                </a:lnTo>
                <a:lnTo>
                  <a:pt x="88662" y="493735"/>
                </a:lnTo>
                <a:lnTo>
                  <a:pt x="88544" y="505777"/>
                </a:lnTo>
                <a:lnTo>
                  <a:pt x="88421" y="517819"/>
                </a:lnTo>
                <a:lnTo>
                  <a:pt x="88303" y="529862"/>
                </a:lnTo>
                <a:lnTo>
                  <a:pt x="88197" y="541904"/>
                </a:lnTo>
                <a:lnTo>
                  <a:pt x="88111" y="553946"/>
                </a:lnTo>
                <a:lnTo>
                  <a:pt x="88049" y="565989"/>
                </a:lnTo>
                <a:lnTo>
                  <a:pt x="88013" y="578031"/>
                </a:lnTo>
                <a:lnTo>
                  <a:pt x="88003" y="590073"/>
                </a:lnTo>
                <a:lnTo>
                  <a:pt x="88015" y="602116"/>
                </a:lnTo>
                <a:lnTo>
                  <a:pt x="88045" y="614158"/>
                </a:lnTo>
                <a:lnTo>
                  <a:pt x="88084" y="626200"/>
                </a:lnTo>
                <a:lnTo>
                  <a:pt x="88126" y="638242"/>
                </a:lnTo>
                <a:lnTo>
                  <a:pt x="88163" y="650285"/>
                </a:lnTo>
                <a:lnTo>
                  <a:pt x="88189" y="662327"/>
                </a:lnTo>
                <a:lnTo>
                  <a:pt x="88198" y="674369"/>
                </a:lnTo>
                <a:lnTo>
                  <a:pt x="88187" y="686412"/>
                </a:lnTo>
                <a:lnTo>
                  <a:pt x="88157" y="698454"/>
                </a:lnTo>
                <a:lnTo>
                  <a:pt x="88109" y="710496"/>
                </a:lnTo>
                <a:lnTo>
                  <a:pt x="88049" y="722539"/>
                </a:lnTo>
                <a:lnTo>
                  <a:pt x="87985" y="734581"/>
                </a:lnTo>
                <a:lnTo>
                  <a:pt x="87926" y="746623"/>
                </a:lnTo>
                <a:lnTo>
                  <a:pt x="87886" y="758666"/>
                </a:lnTo>
                <a:lnTo>
                  <a:pt x="87879" y="770708"/>
                </a:lnTo>
                <a:lnTo>
                  <a:pt x="87922" y="782750"/>
                </a:lnTo>
                <a:lnTo>
                  <a:pt x="88030" y="794792"/>
                </a:lnTo>
                <a:lnTo>
                  <a:pt x="88219" y="806835"/>
                </a:lnTo>
                <a:lnTo>
                  <a:pt x="88503" y="818877"/>
                </a:lnTo>
                <a:lnTo>
                  <a:pt x="88890" y="830919"/>
                </a:lnTo>
                <a:lnTo>
                  <a:pt x="89383" y="842962"/>
                </a:lnTo>
                <a:lnTo>
                  <a:pt x="89977" y="855004"/>
                </a:lnTo>
                <a:lnTo>
                  <a:pt x="90656" y="867046"/>
                </a:lnTo>
                <a:lnTo>
                  <a:pt x="91396" y="879089"/>
                </a:lnTo>
                <a:lnTo>
                  <a:pt x="92165" y="891131"/>
                </a:lnTo>
                <a:lnTo>
                  <a:pt x="92921" y="903173"/>
                </a:lnTo>
                <a:lnTo>
                  <a:pt x="93621" y="915216"/>
                </a:lnTo>
                <a:lnTo>
                  <a:pt x="94220" y="927258"/>
                </a:lnTo>
                <a:lnTo>
                  <a:pt x="94678" y="939300"/>
                </a:lnTo>
                <a:lnTo>
                  <a:pt x="94964" y="951343"/>
                </a:lnTo>
                <a:lnTo>
                  <a:pt x="95058" y="963385"/>
                </a:lnTo>
                <a:lnTo>
                  <a:pt x="94954" y="975427"/>
                </a:lnTo>
                <a:lnTo>
                  <a:pt x="94661" y="987469"/>
                </a:lnTo>
                <a:lnTo>
                  <a:pt x="94203" y="999512"/>
                </a:lnTo>
                <a:lnTo>
                  <a:pt x="93613" y="1011554"/>
                </a:lnTo>
                <a:lnTo>
                  <a:pt x="92932" y="1023596"/>
                </a:lnTo>
                <a:lnTo>
                  <a:pt x="92203" y="1035639"/>
                </a:lnTo>
                <a:lnTo>
                  <a:pt x="91472" y="1047681"/>
                </a:lnTo>
                <a:lnTo>
                  <a:pt x="90775" y="1059723"/>
                </a:lnTo>
                <a:lnTo>
                  <a:pt x="90146" y="1071766"/>
                </a:lnTo>
                <a:lnTo>
                  <a:pt x="89610" y="1083808"/>
                </a:lnTo>
                <a:lnTo>
                  <a:pt x="89182" y="1095850"/>
                </a:lnTo>
                <a:lnTo>
                  <a:pt x="88872" y="1107893"/>
                </a:lnTo>
                <a:lnTo>
                  <a:pt x="88682" y="1119935"/>
                </a:lnTo>
                <a:lnTo>
                  <a:pt x="88613" y="1131977"/>
                </a:lnTo>
                <a:lnTo>
                  <a:pt x="88656" y="1144019"/>
                </a:lnTo>
                <a:lnTo>
                  <a:pt x="88805" y="1156062"/>
                </a:lnTo>
                <a:lnTo>
                  <a:pt x="89046" y="1168104"/>
                </a:lnTo>
                <a:lnTo>
                  <a:pt x="89365" y="1180146"/>
                </a:lnTo>
                <a:lnTo>
                  <a:pt x="89745" y="1192189"/>
                </a:lnTo>
                <a:lnTo>
                  <a:pt x="90164" y="1204231"/>
                </a:lnTo>
                <a:lnTo>
                  <a:pt x="90598" y="1216273"/>
                </a:lnTo>
                <a:lnTo>
                  <a:pt x="91021" y="1228316"/>
                </a:lnTo>
                <a:lnTo>
                  <a:pt x="91406" y="1240358"/>
                </a:lnTo>
                <a:lnTo>
                  <a:pt x="91730" y="1252400"/>
                </a:lnTo>
                <a:lnTo>
                  <a:pt x="91969" y="1264443"/>
                </a:lnTo>
                <a:lnTo>
                  <a:pt x="92109" y="1276485"/>
                </a:lnTo>
                <a:lnTo>
                  <a:pt x="92140" y="1288527"/>
                </a:lnTo>
                <a:lnTo>
                  <a:pt x="92060" y="1300570"/>
                </a:lnTo>
                <a:lnTo>
                  <a:pt x="91878" y="1312612"/>
                </a:lnTo>
                <a:lnTo>
                  <a:pt x="91606" y="1324654"/>
                </a:lnTo>
                <a:lnTo>
                  <a:pt x="91264" y="1336696"/>
                </a:lnTo>
                <a:lnTo>
                  <a:pt x="90873" y="1348739"/>
                </a:lnTo>
                <a:lnTo>
                  <a:pt x="90457" y="1360781"/>
                </a:lnTo>
                <a:lnTo>
                  <a:pt x="90037" y="1372823"/>
                </a:lnTo>
                <a:lnTo>
                  <a:pt x="89631" y="1384866"/>
                </a:lnTo>
                <a:lnTo>
                  <a:pt x="89254" y="1396908"/>
                </a:lnTo>
                <a:lnTo>
                  <a:pt x="88914" y="1408950"/>
                </a:lnTo>
                <a:lnTo>
                  <a:pt x="88619" y="1420993"/>
                </a:lnTo>
                <a:lnTo>
                  <a:pt x="88370" y="1433035"/>
                </a:lnTo>
                <a:lnTo>
                  <a:pt x="88167" y="1445077"/>
                </a:lnTo>
                <a:lnTo>
                  <a:pt x="88010" y="1457120"/>
                </a:lnTo>
                <a:lnTo>
                  <a:pt x="87895" y="1469162"/>
                </a:lnTo>
                <a:lnTo>
                  <a:pt x="87822" y="1481204"/>
                </a:lnTo>
                <a:lnTo>
                  <a:pt x="87789" y="1493246"/>
                </a:lnTo>
                <a:lnTo>
                  <a:pt x="87793" y="1505289"/>
                </a:lnTo>
                <a:lnTo>
                  <a:pt x="87831" y="1517331"/>
                </a:lnTo>
                <a:lnTo>
                  <a:pt x="87901" y="1529373"/>
                </a:lnTo>
                <a:lnTo>
                  <a:pt x="87995" y="1541416"/>
                </a:lnTo>
                <a:lnTo>
                  <a:pt x="88107" y="1553458"/>
                </a:lnTo>
                <a:lnTo>
                  <a:pt x="88228" y="1565500"/>
                </a:lnTo>
                <a:lnTo>
                  <a:pt x="88348" y="1577543"/>
                </a:lnTo>
                <a:lnTo>
                  <a:pt x="88457" y="1589585"/>
                </a:lnTo>
                <a:lnTo>
                  <a:pt x="88545" y="1601627"/>
                </a:lnTo>
                <a:lnTo>
                  <a:pt x="88607" y="1613670"/>
                </a:lnTo>
                <a:lnTo>
                  <a:pt x="88640" y="1625712"/>
                </a:lnTo>
                <a:lnTo>
                  <a:pt x="88647" y="1637754"/>
                </a:lnTo>
                <a:lnTo>
                  <a:pt x="88639" y="1649797"/>
                </a:lnTo>
                <a:lnTo>
                  <a:pt x="88637" y="1661839"/>
                </a:lnTo>
                <a:lnTo>
                  <a:pt x="88673" y="1673881"/>
                </a:lnTo>
                <a:lnTo>
                  <a:pt x="88788" y="1685923"/>
                </a:lnTo>
                <a:lnTo>
                  <a:pt x="89041" y="1697966"/>
                </a:lnTo>
                <a:lnTo>
                  <a:pt x="89504" y="1710008"/>
                </a:lnTo>
                <a:lnTo>
                  <a:pt x="90265" y="1722050"/>
                </a:lnTo>
                <a:lnTo>
                  <a:pt x="91425" y="1734093"/>
                </a:lnTo>
                <a:lnTo>
                  <a:pt x="93093" y="1746135"/>
                </a:lnTo>
                <a:lnTo>
                  <a:pt x="95386" y="1758177"/>
                </a:lnTo>
                <a:lnTo>
                  <a:pt x="98410" y="1770220"/>
                </a:lnTo>
                <a:lnTo>
                  <a:pt x="102254" y="1782262"/>
                </a:lnTo>
                <a:lnTo>
                  <a:pt x="106972" y="1794304"/>
                </a:lnTo>
                <a:lnTo>
                  <a:pt x="112567" y="1806347"/>
                </a:lnTo>
                <a:lnTo>
                  <a:pt x="118977" y="1818389"/>
                </a:lnTo>
                <a:lnTo>
                  <a:pt x="126061" y="1830431"/>
                </a:lnTo>
                <a:lnTo>
                  <a:pt x="133597" y="1842473"/>
                </a:lnTo>
                <a:lnTo>
                  <a:pt x="141286" y="1854516"/>
                </a:lnTo>
                <a:lnTo>
                  <a:pt x="148766" y="1866558"/>
                </a:lnTo>
                <a:lnTo>
                  <a:pt x="155641" y="1878600"/>
                </a:lnTo>
                <a:lnTo>
                  <a:pt x="161507" y="1890643"/>
                </a:lnTo>
                <a:lnTo>
                  <a:pt x="166000" y="1902685"/>
                </a:lnTo>
                <a:lnTo>
                  <a:pt x="168823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39" name="data_4490">
            <a:extLst>
              <a:ext uri="{FF2B5EF4-FFF2-40B4-BE49-F238E27FC236}">
                <a16:creationId xmlns:a16="http://schemas.microsoft.com/office/drawing/2014/main" id="{03A3ACF7-E9B8-4251-9822-F81EFEAEAFB2}"/>
              </a:ext>
            </a:extLst>
          </p:cNvPr>
          <p:cNvSpPr>
            <a:spLocks noGrp="1"/>
          </p:cNvSpPr>
          <p:nvPr/>
        </p:nvSpPr>
        <p:spPr>
          <a:xfrm>
            <a:off x="6806254" y="1837726"/>
            <a:ext cx="169787" cy="1926770"/>
          </a:xfrm>
          <a:custGeom>
            <a:pathLst>
              <a:path w="169787" h="1926770">
                <a:moveTo>
                  <a:pt x="128413" y="1926770"/>
                </a:moveTo>
                <a:lnTo>
                  <a:pt x="41374" y="1926770"/>
                </a:lnTo>
                <a:lnTo>
                  <a:pt x="41858" y="1914727"/>
                </a:lnTo>
                <a:lnTo>
                  <a:pt x="43278" y="1902685"/>
                </a:lnTo>
                <a:lnTo>
                  <a:pt x="45533" y="1890643"/>
                </a:lnTo>
                <a:lnTo>
                  <a:pt x="48471" y="1878600"/>
                </a:lnTo>
                <a:lnTo>
                  <a:pt x="51901" y="1866558"/>
                </a:lnTo>
                <a:lnTo>
                  <a:pt x="55618" y="1854516"/>
                </a:lnTo>
                <a:lnTo>
                  <a:pt x="59418" y="1842473"/>
                </a:lnTo>
                <a:lnTo>
                  <a:pt x="63120" y="1830431"/>
                </a:lnTo>
                <a:lnTo>
                  <a:pt x="66576" y="1818389"/>
                </a:lnTo>
                <a:lnTo>
                  <a:pt x="69678" y="1806347"/>
                </a:lnTo>
                <a:lnTo>
                  <a:pt x="72362" y="1794304"/>
                </a:lnTo>
                <a:lnTo>
                  <a:pt x="74606" y="1782262"/>
                </a:lnTo>
                <a:lnTo>
                  <a:pt x="76418" y="1770220"/>
                </a:lnTo>
                <a:lnTo>
                  <a:pt x="77831" y="1758177"/>
                </a:lnTo>
                <a:lnTo>
                  <a:pt x="78897" y="1746135"/>
                </a:lnTo>
                <a:lnTo>
                  <a:pt x="79672" y="1734093"/>
                </a:lnTo>
                <a:lnTo>
                  <a:pt x="80214" y="1722050"/>
                </a:lnTo>
                <a:lnTo>
                  <a:pt x="80578" y="1710008"/>
                </a:lnTo>
                <a:lnTo>
                  <a:pt x="80811" y="1697966"/>
                </a:lnTo>
                <a:lnTo>
                  <a:pt x="80953" y="1685923"/>
                </a:lnTo>
                <a:lnTo>
                  <a:pt x="81034" y="1673881"/>
                </a:lnTo>
                <a:lnTo>
                  <a:pt x="81076" y="1661839"/>
                </a:lnTo>
                <a:lnTo>
                  <a:pt x="81097" y="1649797"/>
                </a:lnTo>
                <a:lnTo>
                  <a:pt x="81106" y="1637754"/>
                </a:lnTo>
                <a:lnTo>
                  <a:pt x="81107" y="1625712"/>
                </a:lnTo>
                <a:lnTo>
                  <a:pt x="81100" y="1613670"/>
                </a:lnTo>
                <a:lnTo>
                  <a:pt x="81081" y="1601627"/>
                </a:lnTo>
                <a:lnTo>
                  <a:pt x="81045" y="1589585"/>
                </a:lnTo>
                <a:lnTo>
                  <a:pt x="80984" y="1577543"/>
                </a:lnTo>
                <a:lnTo>
                  <a:pt x="80890" y="1565500"/>
                </a:lnTo>
                <a:lnTo>
                  <a:pt x="80757" y="1553458"/>
                </a:lnTo>
                <a:lnTo>
                  <a:pt x="80580" y="1541416"/>
                </a:lnTo>
                <a:lnTo>
                  <a:pt x="80359" y="1529373"/>
                </a:lnTo>
                <a:lnTo>
                  <a:pt x="80096" y="1517331"/>
                </a:lnTo>
                <a:lnTo>
                  <a:pt x="79796" y="1505289"/>
                </a:lnTo>
                <a:lnTo>
                  <a:pt x="79470" y="1493246"/>
                </a:lnTo>
                <a:lnTo>
                  <a:pt x="79128" y="1481204"/>
                </a:lnTo>
                <a:lnTo>
                  <a:pt x="78784" y="1469162"/>
                </a:lnTo>
                <a:lnTo>
                  <a:pt x="78449" y="1457120"/>
                </a:lnTo>
                <a:lnTo>
                  <a:pt x="78135" y="1445077"/>
                </a:lnTo>
                <a:lnTo>
                  <a:pt x="77849" y="1433035"/>
                </a:lnTo>
                <a:lnTo>
                  <a:pt x="77597" y="1420993"/>
                </a:lnTo>
                <a:lnTo>
                  <a:pt x="77383" y="1408950"/>
                </a:lnTo>
                <a:lnTo>
                  <a:pt x="77206" y="1396908"/>
                </a:lnTo>
                <a:lnTo>
                  <a:pt x="77068" y="1384866"/>
                </a:lnTo>
                <a:lnTo>
                  <a:pt x="76967" y="1372823"/>
                </a:lnTo>
                <a:lnTo>
                  <a:pt x="76906" y="1360781"/>
                </a:lnTo>
                <a:lnTo>
                  <a:pt x="76887" y="1348739"/>
                </a:lnTo>
                <a:lnTo>
                  <a:pt x="76913" y="1336696"/>
                </a:lnTo>
                <a:lnTo>
                  <a:pt x="76989" y="1324654"/>
                </a:lnTo>
                <a:lnTo>
                  <a:pt x="77119" y="1312612"/>
                </a:lnTo>
                <a:lnTo>
                  <a:pt x="77304" y="1300570"/>
                </a:lnTo>
                <a:lnTo>
                  <a:pt x="77546" y="1288527"/>
                </a:lnTo>
                <a:lnTo>
                  <a:pt x="77840" y="1276485"/>
                </a:lnTo>
                <a:lnTo>
                  <a:pt x="78179" y="1264443"/>
                </a:lnTo>
                <a:lnTo>
                  <a:pt x="78552" y="1252400"/>
                </a:lnTo>
                <a:lnTo>
                  <a:pt x="78943" y="1240358"/>
                </a:lnTo>
                <a:lnTo>
                  <a:pt x="79338" y="1228316"/>
                </a:lnTo>
                <a:lnTo>
                  <a:pt x="79717" y="1216273"/>
                </a:lnTo>
                <a:lnTo>
                  <a:pt x="80064" y="1204231"/>
                </a:lnTo>
                <a:lnTo>
                  <a:pt x="80362" y="1192189"/>
                </a:lnTo>
                <a:lnTo>
                  <a:pt x="80592" y="1180146"/>
                </a:lnTo>
                <a:lnTo>
                  <a:pt x="80738" y="1168104"/>
                </a:lnTo>
                <a:lnTo>
                  <a:pt x="80784" y="1156062"/>
                </a:lnTo>
                <a:lnTo>
                  <a:pt x="80712" y="1144019"/>
                </a:lnTo>
                <a:lnTo>
                  <a:pt x="80504" y="1131977"/>
                </a:lnTo>
                <a:lnTo>
                  <a:pt x="80144" y="1119935"/>
                </a:lnTo>
                <a:lnTo>
                  <a:pt x="79618" y="1107893"/>
                </a:lnTo>
                <a:lnTo>
                  <a:pt x="78918" y="1095850"/>
                </a:lnTo>
                <a:lnTo>
                  <a:pt x="78042" y="1083808"/>
                </a:lnTo>
                <a:lnTo>
                  <a:pt x="77001" y="1071766"/>
                </a:lnTo>
                <a:lnTo>
                  <a:pt x="75819" y="1059723"/>
                </a:lnTo>
                <a:lnTo>
                  <a:pt x="74534" y="1047681"/>
                </a:lnTo>
                <a:lnTo>
                  <a:pt x="73200" y="1035639"/>
                </a:lnTo>
                <a:lnTo>
                  <a:pt x="71881" y="1023596"/>
                </a:lnTo>
                <a:lnTo>
                  <a:pt x="70648" y="1011554"/>
                </a:lnTo>
                <a:lnTo>
                  <a:pt x="69574" y="999512"/>
                </a:lnTo>
                <a:lnTo>
                  <a:pt x="68724" y="987469"/>
                </a:lnTo>
                <a:lnTo>
                  <a:pt x="68151" y="975427"/>
                </a:lnTo>
                <a:lnTo>
                  <a:pt x="67888" y="963385"/>
                </a:lnTo>
                <a:lnTo>
                  <a:pt x="67944" y="951343"/>
                </a:lnTo>
                <a:lnTo>
                  <a:pt x="68304" y="939300"/>
                </a:lnTo>
                <a:lnTo>
                  <a:pt x="68932" y="927258"/>
                </a:lnTo>
                <a:lnTo>
                  <a:pt x="69772" y="915216"/>
                </a:lnTo>
                <a:lnTo>
                  <a:pt x="70755" y="903173"/>
                </a:lnTo>
                <a:lnTo>
                  <a:pt x="71807" y="891131"/>
                </a:lnTo>
                <a:lnTo>
                  <a:pt x="72856" y="879089"/>
                </a:lnTo>
                <a:lnTo>
                  <a:pt x="73836" y="867046"/>
                </a:lnTo>
                <a:lnTo>
                  <a:pt x="74695" y="855004"/>
                </a:lnTo>
                <a:lnTo>
                  <a:pt x="75391" y="842962"/>
                </a:lnTo>
                <a:lnTo>
                  <a:pt x="75900" y="830919"/>
                </a:lnTo>
                <a:lnTo>
                  <a:pt x="76208" y="818877"/>
                </a:lnTo>
                <a:lnTo>
                  <a:pt x="76315" y="806835"/>
                </a:lnTo>
                <a:lnTo>
                  <a:pt x="76229" y="794792"/>
                </a:lnTo>
                <a:lnTo>
                  <a:pt x="75966" y="782750"/>
                </a:lnTo>
                <a:lnTo>
                  <a:pt x="75547" y="770708"/>
                </a:lnTo>
                <a:lnTo>
                  <a:pt x="74998" y="758666"/>
                </a:lnTo>
                <a:lnTo>
                  <a:pt x="74351" y="746623"/>
                </a:lnTo>
                <a:lnTo>
                  <a:pt x="73639" y="734581"/>
                </a:lnTo>
                <a:lnTo>
                  <a:pt x="72901" y="722539"/>
                </a:lnTo>
                <a:lnTo>
                  <a:pt x="72177" y="710496"/>
                </a:lnTo>
                <a:lnTo>
                  <a:pt x="71510" y="698454"/>
                </a:lnTo>
                <a:lnTo>
                  <a:pt x="70941" y="686412"/>
                </a:lnTo>
                <a:lnTo>
                  <a:pt x="70504" y="674369"/>
                </a:lnTo>
                <a:lnTo>
                  <a:pt x="70230" y="662327"/>
                </a:lnTo>
                <a:lnTo>
                  <a:pt x="70138" y="650285"/>
                </a:lnTo>
                <a:lnTo>
                  <a:pt x="70233" y="638242"/>
                </a:lnTo>
                <a:lnTo>
                  <a:pt x="70510" y="626200"/>
                </a:lnTo>
                <a:lnTo>
                  <a:pt x="70950" y="614158"/>
                </a:lnTo>
                <a:lnTo>
                  <a:pt x="71524" y="602116"/>
                </a:lnTo>
                <a:lnTo>
                  <a:pt x="72198" y="590073"/>
                </a:lnTo>
                <a:lnTo>
                  <a:pt x="72931" y="578031"/>
                </a:lnTo>
                <a:lnTo>
                  <a:pt x="73687" y="565989"/>
                </a:lnTo>
                <a:lnTo>
                  <a:pt x="74434" y="553946"/>
                </a:lnTo>
                <a:lnTo>
                  <a:pt x="75144" y="541904"/>
                </a:lnTo>
                <a:lnTo>
                  <a:pt x="75800" y="529862"/>
                </a:lnTo>
                <a:lnTo>
                  <a:pt x="76392" y="517819"/>
                </a:lnTo>
                <a:lnTo>
                  <a:pt x="76917" y="505777"/>
                </a:lnTo>
                <a:lnTo>
                  <a:pt x="77377" y="493735"/>
                </a:lnTo>
                <a:lnTo>
                  <a:pt x="77775" y="481692"/>
                </a:lnTo>
                <a:lnTo>
                  <a:pt x="78117" y="469650"/>
                </a:lnTo>
                <a:lnTo>
                  <a:pt x="78408" y="457608"/>
                </a:lnTo>
                <a:lnTo>
                  <a:pt x="78651" y="445565"/>
                </a:lnTo>
                <a:lnTo>
                  <a:pt x="78848" y="433523"/>
                </a:lnTo>
                <a:lnTo>
                  <a:pt x="79001" y="421481"/>
                </a:lnTo>
                <a:lnTo>
                  <a:pt x="79111" y="409439"/>
                </a:lnTo>
                <a:lnTo>
                  <a:pt x="79181" y="397396"/>
                </a:lnTo>
                <a:lnTo>
                  <a:pt x="79217" y="385354"/>
                </a:lnTo>
                <a:lnTo>
                  <a:pt x="79224" y="373312"/>
                </a:lnTo>
                <a:lnTo>
                  <a:pt x="79213" y="361269"/>
                </a:lnTo>
                <a:lnTo>
                  <a:pt x="79194" y="349227"/>
                </a:lnTo>
                <a:lnTo>
                  <a:pt x="79179" y="337185"/>
                </a:lnTo>
                <a:lnTo>
                  <a:pt x="79178" y="325142"/>
                </a:lnTo>
                <a:lnTo>
                  <a:pt x="79198" y="313100"/>
                </a:lnTo>
                <a:lnTo>
                  <a:pt x="79245" y="301058"/>
                </a:lnTo>
                <a:lnTo>
                  <a:pt x="79314" y="289015"/>
                </a:lnTo>
                <a:lnTo>
                  <a:pt x="79397" y="276973"/>
                </a:lnTo>
                <a:lnTo>
                  <a:pt x="79475" y="264931"/>
                </a:lnTo>
                <a:lnTo>
                  <a:pt x="79520" y="252889"/>
                </a:lnTo>
                <a:lnTo>
                  <a:pt x="79489" y="240846"/>
                </a:lnTo>
                <a:lnTo>
                  <a:pt x="79330" y="228804"/>
                </a:lnTo>
                <a:lnTo>
                  <a:pt x="78972" y="216762"/>
                </a:lnTo>
                <a:lnTo>
                  <a:pt x="78331" y="204719"/>
                </a:lnTo>
                <a:lnTo>
                  <a:pt x="77308" y="192677"/>
                </a:lnTo>
                <a:lnTo>
                  <a:pt x="75793" y="180635"/>
                </a:lnTo>
                <a:lnTo>
                  <a:pt x="73669" y="168592"/>
                </a:lnTo>
                <a:lnTo>
                  <a:pt x="70823" y="156550"/>
                </a:lnTo>
                <a:lnTo>
                  <a:pt x="67160" y="144508"/>
                </a:lnTo>
                <a:lnTo>
                  <a:pt x="62616" y="132465"/>
                </a:lnTo>
                <a:lnTo>
                  <a:pt x="57177" y="120423"/>
                </a:lnTo>
                <a:lnTo>
                  <a:pt x="50896" y="108381"/>
                </a:lnTo>
                <a:lnTo>
                  <a:pt x="43905" y="96338"/>
                </a:lnTo>
                <a:lnTo>
                  <a:pt x="36420" y="84296"/>
                </a:lnTo>
                <a:lnTo>
                  <a:pt x="28743" y="72254"/>
                </a:lnTo>
                <a:lnTo>
                  <a:pt x="21238" y="60212"/>
                </a:lnTo>
                <a:lnTo>
                  <a:pt x="14315" y="48169"/>
                </a:lnTo>
                <a:lnTo>
                  <a:pt x="8389" y="36127"/>
                </a:lnTo>
                <a:lnTo>
                  <a:pt x="3841" y="24085"/>
                </a:lnTo>
                <a:lnTo>
                  <a:pt x="977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09" y="12042"/>
                </a:lnTo>
                <a:lnTo>
                  <a:pt x="165946" y="24085"/>
                </a:lnTo>
                <a:lnTo>
                  <a:pt x="161397" y="36127"/>
                </a:lnTo>
                <a:lnTo>
                  <a:pt x="155471" y="48169"/>
                </a:lnTo>
                <a:lnTo>
                  <a:pt x="148548" y="60212"/>
                </a:lnTo>
                <a:lnTo>
                  <a:pt x="141044" y="72254"/>
                </a:lnTo>
                <a:lnTo>
                  <a:pt x="133366" y="84296"/>
                </a:lnTo>
                <a:lnTo>
                  <a:pt x="125882" y="96338"/>
                </a:lnTo>
                <a:lnTo>
                  <a:pt x="118891" y="108381"/>
                </a:lnTo>
                <a:lnTo>
                  <a:pt x="112609" y="120423"/>
                </a:lnTo>
                <a:lnTo>
                  <a:pt x="107171" y="132465"/>
                </a:lnTo>
                <a:lnTo>
                  <a:pt x="102626" y="144508"/>
                </a:lnTo>
                <a:lnTo>
                  <a:pt x="98963" y="156550"/>
                </a:lnTo>
                <a:lnTo>
                  <a:pt x="96118" y="168592"/>
                </a:lnTo>
                <a:lnTo>
                  <a:pt x="93994" y="180635"/>
                </a:lnTo>
                <a:lnTo>
                  <a:pt x="92478" y="192677"/>
                </a:lnTo>
                <a:lnTo>
                  <a:pt x="91455" y="204719"/>
                </a:lnTo>
                <a:lnTo>
                  <a:pt x="90815" y="216762"/>
                </a:lnTo>
                <a:lnTo>
                  <a:pt x="90457" y="228804"/>
                </a:lnTo>
                <a:lnTo>
                  <a:pt x="90297" y="240846"/>
                </a:lnTo>
                <a:lnTo>
                  <a:pt x="90267" y="252889"/>
                </a:lnTo>
                <a:lnTo>
                  <a:pt x="90311" y="264931"/>
                </a:lnTo>
                <a:lnTo>
                  <a:pt x="90389" y="276973"/>
                </a:lnTo>
                <a:lnTo>
                  <a:pt x="90472" y="289015"/>
                </a:lnTo>
                <a:lnTo>
                  <a:pt x="90542" y="301058"/>
                </a:lnTo>
                <a:lnTo>
                  <a:pt x="90588" y="313100"/>
                </a:lnTo>
                <a:lnTo>
                  <a:pt x="90609" y="325142"/>
                </a:lnTo>
                <a:lnTo>
                  <a:pt x="90608" y="337185"/>
                </a:lnTo>
                <a:lnTo>
                  <a:pt x="90593" y="349227"/>
                </a:lnTo>
                <a:lnTo>
                  <a:pt x="90574" y="361269"/>
                </a:lnTo>
                <a:lnTo>
                  <a:pt x="90563" y="373312"/>
                </a:lnTo>
                <a:lnTo>
                  <a:pt x="90570" y="385354"/>
                </a:lnTo>
                <a:lnTo>
                  <a:pt x="90605" y="397396"/>
                </a:lnTo>
                <a:lnTo>
                  <a:pt x="90675" y="409439"/>
                </a:lnTo>
                <a:lnTo>
                  <a:pt x="90786" y="421481"/>
                </a:lnTo>
                <a:lnTo>
                  <a:pt x="90938" y="433523"/>
                </a:lnTo>
                <a:lnTo>
                  <a:pt x="91136" y="445565"/>
                </a:lnTo>
                <a:lnTo>
                  <a:pt x="91378" y="457608"/>
                </a:lnTo>
                <a:lnTo>
                  <a:pt x="91669" y="469650"/>
                </a:lnTo>
                <a:lnTo>
                  <a:pt x="92012" y="481692"/>
                </a:lnTo>
                <a:lnTo>
                  <a:pt x="92410" y="493735"/>
                </a:lnTo>
                <a:lnTo>
                  <a:pt x="92869" y="505777"/>
                </a:lnTo>
                <a:lnTo>
                  <a:pt x="93394" y="517819"/>
                </a:lnTo>
                <a:lnTo>
                  <a:pt x="93986" y="529862"/>
                </a:lnTo>
                <a:lnTo>
                  <a:pt x="94643" y="541904"/>
                </a:lnTo>
                <a:lnTo>
                  <a:pt x="95353" y="553946"/>
                </a:lnTo>
                <a:lnTo>
                  <a:pt x="96099" y="565989"/>
                </a:lnTo>
                <a:lnTo>
                  <a:pt x="96855" y="578031"/>
                </a:lnTo>
                <a:lnTo>
                  <a:pt x="97589" y="590073"/>
                </a:lnTo>
                <a:lnTo>
                  <a:pt x="98262" y="602116"/>
                </a:lnTo>
                <a:lnTo>
                  <a:pt x="98836" y="614158"/>
                </a:lnTo>
                <a:lnTo>
                  <a:pt x="99276" y="626200"/>
                </a:lnTo>
                <a:lnTo>
                  <a:pt x="99553" y="638242"/>
                </a:lnTo>
                <a:lnTo>
                  <a:pt x="99649" y="650285"/>
                </a:lnTo>
                <a:lnTo>
                  <a:pt x="99556" y="662327"/>
                </a:lnTo>
                <a:lnTo>
                  <a:pt x="99282" y="674369"/>
                </a:lnTo>
                <a:lnTo>
                  <a:pt x="98846" y="686412"/>
                </a:lnTo>
                <a:lnTo>
                  <a:pt x="98276" y="698454"/>
                </a:lnTo>
                <a:lnTo>
                  <a:pt x="97609" y="710496"/>
                </a:lnTo>
                <a:lnTo>
                  <a:pt x="96886" y="722539"/>
                </a:lnTo>
                <a:lnTo>
                  <a:pt x="96147" y="734581"/>
                </a:lnTo>
                <a:lnTo>
                  <a:pt x="95436" y="746623"/>
                </a:lnTo>
                <a:lnTo>
                  <a:pt x="94788" y="758666"/>
                </a:lnTo>
                <a:lnTo>
                  <a:pt x="94239" y="770708"/>
                </a:lnTo>
                <a:lnTo>
                  <a:pt x="93821" y="782750"/>
                </a:lnTo>
                <a:lnTo>
                  <a:pt x="93557" y="794792"/>
                </a:lnTo>
                <a:lnTo>
                  <a:pt x="93471" y="806835"/>
                </a:lnTo>
                <a:lnTo>
                  <a:pt x="93578" y="818877"/>
                </a:lnTo>
                <a:lnTo>
                  <a:pt x="93887" y="830919"/>
                </a:lnTo>
                <a:lnTo>
                  <a:pt x="94395" y="842962"/>
                </a:lnTo>
                <a:lnTo>
                  <a:pt x="95092" y="855004"/>
                </a:lnTo>
                <a:lnTo>
                  <a:pt x="95950" y="867046"/>
                </a:lnTo>
                <a:lnTo>
                  <a:pt x="96931" y="879089"/>
                </a:lnTo>
                <a:lnTo>
                  <a:pt x="97980" y="891131"/>
                </a:lnTo>
                <a:lnTo>
                  <a:pt x="99032" y="903173"/>
                </a:lnTo>
                <a:lnTo>
                  <a:pt x="100014" y="915216"/>
                </a:lnTo>
                <a:lnTo>
                  <a:pt x="100854" y="927258"/>
                </a:lnTo>
                <a:lnTo>
                  <a:pt x="101482" y="939300"/>
                </a:lnTo>
                <a:lnTo>
                  <a:pt x="101843" y="951343"/>
                </a:lnTo>
                <a:lnTo>
                  <a:pt x="101899" y="963385"/>
                </a:lnTo>
                <a:lnTo>
                  <a:pt x="101635" y="975427"/>
                </a:lnTo>
                <a:lnTo>
                  <a:pt x="101062" y="987469"/>
                </a:lnTo>
                <a:lnTo>
                  <a:pt x="100212" y="999512"/>
                </a:lnTo>
                <a:lnTo>
                  <a:pt x="99138" y="1011554"/>
                </a:lnTo>
                <a:lnTo>
                  <a:pt x="97905" y="1023596"/>
                </a:lnTo>
                <a:lnTo>
                  <a:pt x="96586" y="1035639"/>
                </a:lnTo>
                <a:lnTo>
                  <a:pt x="95252" y="1047681"/>
                </a:lnTo>
                <a:lnTo>
                  <a:pt x="93968" y="1059723"/>
                </a:lnTo>
                <a:lnTo>
                  <a:pt x="92786" y="1071766"/>
                </a:lnTo>
                <a:lnTo>
                  <a:pt x="91745" y="1083808"/>
                </a:lnTo>
                <a:lnTo>
                  <a:pt x="90869" y="1095850"/>
                </a:lnTo>
                <a:lnTo>
                  <a:pt x="90168" y="1107893"/>
                </a:lnTo>
                <a:lnTo>
                  <a:pt x="89642" y="1119935"/>
                </a:lnTo>
                <a:lnTo>
                  <a:pt x="89283" y="1131977"/>
                </a:lnTo>
                <a:lnTo>
                  <a:pt x="89075" y="1144019"/>
                </a:lnTo>
                <a:lnTo>
                  <a:pt x="89003" y="1156062"/>
                </a:lnTo>
                <a:lnTo>
                  <a:pt x="89048" y="1168104"/>
                </a:lnTo>
                <a:lnTo>
                  <a:pt x="89195" y="1180146"/>
                </a:lnTo>
                <a:lnTo>
                  <a:pt x="89425" y="1192189"/>
                </a:lnTo>
                <a:lnTo>
                  <a:pt x="89722" y="1204231"/>
                </a:lnTo>
                <a:lnTo>
                  <a:pt x="90069" y="1216273"/>
                </a:lnTo>
                <a:lnTo>
                  <a:pt x="90449" y="1228316"/>
                </a:lnTo>
                <a:lnTo>
                  <a:pt x="90843" y="1240358"/>
                </a:lnTo>
                <a:lnTo>
                  <a:pt x="91235" y="1252400"/>
                </a:lnTo>
                <a:lnTo>
                  <a:pt x="91607" y="1264443"/>
                </a:lnTo>
                <a:lnTo>
                  <a:pt x="91946" y="1276485"/>
                </a:lnTo>
                <a:lnTo>
                  <a:pt x="92240" y="1288527"/>
                </a:lnTo>
                <a:lnTo>
                  <a:pt x="92482" y="1300570"/>
                </a:lnTo>
                <a:lnTo>
                  <a:pt x="92668" y="1312612"/>
                </a:lnTo>
                <a:lnTo>
                  <a:pt x="92797" y="1324654"/>
                </a:lnTo>
                <a:lnTo>
                  <a:pt x="92873" y="1336696"/>
                </a:lnTo>
                <a:lnTo>
                  <a:pt x="92899" y="1348739"/>
                </a:lnTo>
                <a:lnTo>
                  <a:pt x="92880" y="1360781"/>
                </a:lnTo>
                <a:lnTo>
                  <a:pt x="92819" y="1372823"/>
                </a:lnTo>
                <a:lnTo>
                  <a:pt x="92719" y="1384866"/>
                </a:lnTo>
                <a:lnTo>
                  <a:pt x="92580" y="1396908"/>
                </a:lnTo>
                <a:lnTo>
                  <a:pt x="92404" y="1408950"/>
                </a:lnTo>
                <a:lnTo>
                  <a:pt x="92189" y="1420993"/>
                </a:lnTo>
                <a:lnTo>
                  <a:pt x="91937" y="1433035"/>
                </a:lnTo>
                <a:lnTo>
                  <a:pt x="91651" y="1445077"/>
                </a:lnTo>
                <a:lnTo>
                  <a:pt x="91337" y="1457120"/>
                </a:lnTo>
                <a:lnTo>
                  <a:pt x="91002" y="1469162"/>
                </a:lnTo>
                <a:lnTo>
                  <a:pt x="90658" y="1481204"/>
                </a:lnTo>
                <a:lnTo>
                  <a:pt x="90317" y="1493246"/>
                </a:lnTo>
                <a:lnTo>
                  <a:pt x="89990" y="1505289"/>
                </a:lnTo>
                <a:lnTo>
                  <a:pt x="89691" y="1517331"/>
                </a:lnTo>
                <a:lnTo>
                  <a:pt x="89428" y="1529373"/>
                </a:lnTo>
                <a:lnTo>
                  <a:pt x="89206" y="1541416"/>
                </a:lnTo>
                <a:lnTo>
                  <a:pt x="89030" y="1553458"/>
                </a:lnTo>
                <a:lnTo>
                  <a:pt x="88897" y="1565500"/>
                </a:lnTo>
                <a:lnTo>
                  <a:pt x="88803" y="1577543"/>
                </a:lnTo>
                <a:lnTo>
                  <a:pt x="88742" y="1589585"/>
                </a:lnTo>
                <a:lnTo>
                  <a:pt x="88705" y="1601627"/>
                </a:lnTo>
                <a:lnTo>
                  <a:pt x="88687" y="1613670"/>
                </a:lnTo>
                <a:lnTo>
                  <a:pt x="88679" y="1625712"/>
                </a:lnTo>
                <a:lnTo>
                  <a:pt x="88680" y="1637754"/>
                </a:lnTo>
                <a:lnTo>
                  <a:pt x="88689" y="1649797"/>
                </a:lnTo>
                <a:lnTo>
                  <a:pt x="88710" y="1661839"/>
                </a:lnTo>
                <a:lnTo>
                  <a:pt x="88753" y="1673881"/>
                </a:lnTo>
                <a:lnTo>
                  <a:pt x="88834" y="1685923"/>
                </a:lnTo>
                <a:lnTo>
                  <a:pt x="88975" y="1697966"/>
                </a:lnTo>
                <a:lnTo>
                  <a:pt x="89208" y="1710008"/>
                </a:lnTo>
                <a:lnTo>
                  <a:pt x="89572" y="1722050"/>
                </a:lnTo>
                <a:lnTo>
                  <a:pt x="90114" y="1734093"/>
                </a:lnTo>
                <a:lnTo>
                  <a:pt x="90889" y="1746135"/>
                </a:lnTo>
                <a:lnTo>
                  <a:pt x="91955" y="1758177"/>
                </a:lnTo>
                <a:lnTo>
                  <a:pt x="93369" y="1770220"/>
                </a:lnTo>
                <a:lnTo>
                  <a:pt x="95180" y="1782262"/>
                </a:lnTo>
                <a:lnTo>
                  <a:pt x="97424" y="1794304"/>
                </a:lnTo>
                <a:lnTo>
                  <a:pt x="100109" y="1806347"/>
                </a:lnTo>
                <a:lnTo>
                  <a:pt x="103211" y="1818389"/>
                </a:lnTo>
                <a:lnTo>
                  <a:pt x="106666" y="1830431"/>
                </a:lnTo>
                <a:lnTo>
                  <a:pt x="110368" y="1842473"/>
                </a:lnTo>
                <a:lnTo>
                  <a:pt x="114168" y="1854516"/>
                </a:lnTo>
                <a:lnTo>
                  <a:pt x="117885" y="1866558"/>
                </a:lnTo>
                <a:lnTo>
                  <a:pt x="121316" y="1878600"/>
                </a:lnTo>
                <a:lnTo>
                  <a:pt x="124253" y="1890643"/>
                </a:lnTo>
                <a:lnTo>
                  <a:pt x="126508" y="1902685"/>
                </a:lnTo>
                <a:lnTo>
                  <a:pt x="127928" y="1914727"/>
                </a:lnTo>
                <a:lnTo>
                  <a:pt x="128413" y="1926770"/>
                </a:lnTo>
                <a:lnTo>
                  <a:pt x="128413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0" name="data_4491">
            <a:extLst>
              <a:ext uri="{FF2B5EF4-FFF2-40B4-BE49-F238E27FC236}">
                <a16:creationId xmlns:a16="http://schemas.microsoft.com/office/drawing/2014/main" id="{B772D7CB-F02B-4877-A0C5-711B5D8C3E28}"/>
              </a:ext>
            </a:extLst>
          </p:cNvPr>
          <p:cNvSpPr>
            <a:spLocks noGrp="1"/>
          </p:cNvSpPr>
          <p:nvPr/>
        </p:nvSpPr>
        <p:spPr>
          <a:xfrm>
            <a:off x="7035696" y="1837726"/>
            <a:ext cx="169787" cy="1926770"/>
          </a:xfrm>
          <a:custGeom>
            <a:pathLst>
              <a:path w="169787" h="1926770">
                <a:moveTo>
                  <a:pt x="104181" y="1926770"/>
                </a:moveTo>
                <a:lnTo>
                  <a:pt x="65605" y="1926770"/>
                </a:lnTo>
                <a:lnTo>
                  <a:pt x="65798" y="1914727"/>
                </a:lnTo>
                <a:lnTo>
                  <a:pt x="66362" y="1902685"/>
                </a:lnTo>
                <a:lnTo>
                  <a:pt x="67261" y="1890643"/>
                </a:lnTo>
                <a:lnTo>
                  <a:pt x="68436" y="1878600"/>
                </a:lnTo>
                <a:lnTo>
                  <a:pt x="69816" y="1866558"/>
                </a:lnTo>
                <a:lnTo>
                  <a:pt x="71322" y="1854516"/>
                </a:lnTo>
                <a:lnTo>
                  <a:pt x="72874" y="1842473"/>
                </a:lnTo>
                <a:lnTo>
                  <a:pt x="74403" y="1830431"/>
                </a:lnTo>
                <a:lnTo>
                  <a:pt x="75849" y="1818389"/>
                </a:lnTo>
                <a:lnTo>
                  <a:pt x="77167" y="1806347"/>
                </a:lnTo>
                <a:lnTo>
                  <a:pt x="78331" y="1794304"/>
                </a:lnTo>
                <a:lnTo>
                  <a:pt x="79327" y="1782262"/>
                </a:lnTo>
                <a:lnTo>
                  <a:pt x="80156" y="1770220"/>
                </a:lnTo>
                <a:lnTo>
                  <a:pt x="80831" y="1758177"/>
                </a:lnTo>
                <a:lnTo>
                  <a:pt x="81369" y="1746135"/>
                </a:lnTo>
                <a:lnTo>
                  <a:pt x="81793" y="1734093"/>
                </a:lnTo>
                <a:lnTo>
                  <a:pt x="82125" y="1722050"/>
                </a:lnTo>
                <a:lnTo>
                  <a:pt x="82388" y="1710008"/>
                </a:lnTo>
                <a:lnTo>
                  <a:pt x="82599" y="1697966"/>
                </a:lnTo>
                <a:lnTo>
                  <a:pt x="82774" y="1685923"/>
                </a:lnTo>
                <a:lnTo>
                  <a:pt x="82922" y="1673881"/>
                </a:lnTo>
                <a:lnTo>
                  <a:pt x="83050" y="1661839"/>
                </a:lnTo>
                <a:lnTo>
                  <a:pt x="83158" y="1649797"/>
                </a:lnTo>
                <a:lnTo>
                  <a:pt x="83244" y="1637754"/>
                </a:lnTo>
                <a:lnTo>
                  <a:pt x="83305" y="1625712"/>
                </a:lnTo>
                <a:lnTo>
                  <a:pt x="83335" y="1613670"/>
                </a:lnTo>
                <a:lnTo>
                  <a:pt x="83327" y="1601627"/>
                </a:lnTo>
                <a:lnTo>
                  <a:pt x="83275" y="1589585"/>
                </a:lnTo>
                <a:lnTo>
                  <a:pt x="83177" y="1577543"/>
                </a:lnTo>
                <a:lnTo>
                  <a:pt x="83030" y="1565500"/>
                </a:lnTo>
                <a:lnTo>
                  <a:pt x="82835" y="1553458"/>
                </a:lnTo>
                <a:lnTo>
                  <a:pt x="82596" y="1541416"/>
                </a:lnTo>
                <a:lnTo>
                  <a:pt x="82321" y="1529373"/>
                </a:lnTo>
                <a:lnTo>
                  <a:pt x="82018" y="1517331"/>
                </a:lnTo>
                <a:lnTo>
                  <a:pt x="81700" y="1505289"/>
                </a:lnTo>
                <a:lnTo>
                  <a:pt x="81379" y="1493246"/>
                </a:lnTo>
                <a:lnTo>
                  <a:pt x="81067" y="1481204"/>
                </a:lnTo>
                <a:lnTo>
                  <a:pt x="80776" y="1469162"/>
                </a:lnTo>
                <a:lnTo>
                  <a:pt x="80516" y="1457120"/>
                </a:lnTo>
                <a:lnTo>
                  <a:pt x="80293" y="1445077"/>
                </a:lnTo>
                <a:lnTo>
                  <a:pt x="80111" y="1433035"/>
                </a:lnTo>
                <a:lnTo>
                  <a:pt x="79972" y="1420993"/>
                </a:lnTo>
                <a:lnTo>
                  <a:pt x="79872" y="1408950"/>
                </a:lnTo>
                <a:lnTo>
                  <a:pt x="79809" y="1396908"/>
                </a:lnTo>
                <a:lnTo>
                  <a:pt x="79777" y="1384866"/>
                </a:lnTo>
                <a:lnTo>
                  <a:pt x="79772" y="1372823"/>
                </a:lnTo>
                <a:lnTo>
                  <a:pt x="79790" y="1360781"/>
                </a:lnTo>
                <a:lnTo>
                  <a:pt x="79829" y="1348739"/>
                </a:lnTo>
                <a:lnTo>
                  <a:pt x="79889" y="1336696"/>
                </a:lnTo>
                <a:lnTo>
                  <a:pt x="79972" y="1324654"/>
                </a:lnTo>
                <a:lnTo>
                  <a:pt x="80078" y="1312612"/>
                </a:lnTo>
                <a:lnTo>
                  <a:pt x="80211" y="1300570"/>
                </a:lnTo>
                <a:lnTo>
                  <a:pt x="80371" y="1288527"/>
                </a:lnTo>
                <a:lnTo>
                  <a:pt x="80557" y="1276485"/>
                </a:lnTo>
                <a:lnTo>
                  <a:pt x="80765" y="1264443"/>
                </a:lnTo>
                <a:lnTo>
                  <a:pt x="80989" y="1252400"/>
                </a:lnTo>
                <a:lnTo>
                  <a:pt x="81218" y="1240358"/>
                </a:lnTo>
                <a:lnTo>
                  <a:pt x="81442" y="1228316"/>
                </a:lnTo>
                <a:lnTo>
                  <a:pt x="81649" y="1216273"/>
                </a:lnTo>
                <a:lnTo>
                  <a:pt x="81825" y="1204231"/>
                </a:lnTo>
                <a:lnTo>
                  <a:pt x="81959" y="1192189"/>
                </a:lnTo>
                <a:lnTo>
                  <a:pt x="82039" y="1180146"/>
                </a:lnTo>
                <a:lnTo>
                  <a:pt x="82056" y="1168104"/>
                </a:lnTo>
                <a:lnTo>
                  <a:pt x="82001" y="1156062"/>
                </a:lnTo>
                <a:lnTo>
                  <a:pt x="81867" y="1144019"/>
                </a:lnTo>
                <a:lnTo>
                  <a:pt x="81645" y="1131977"/>
                </a:lnTo>
                <a:lnTo>
                  <a:pt x="81332" y="1119935"/>
                </a:lnTo>
                <a:lnTo>
                  <a:pt x="80922" y="1107893"/>
                </a:lnTo>
                <a:lnTo>
                  <a:pt x="80415" y="1095850"/>
                </a:lnTo>
                <a:lnTo>
                  <a:pt x="79813" y="1083808"/>
                </a:lnTo>
                <a:lnTo>
                  <a:pt x="79124" y="1071766"/>
                </a:lnTo>
                <a:lnTo>
                  <a:pt x="78365" y="1059723"/>
                </a:lnTo>
                <a:lnTo>
                  <a:pt x="77559" y="1047681"/>
                </a:lnTo>
                <a:lnTo>
                  <a:pt x="76736" y="1035639"/>
                </a:lnTo>
                <a:lnTo>
                  <a:pt x="75936" y="1023596"/>
                </a:lnTo>
                <a:lnTo>
                  <a:pt x="75199" y="1011554"/>
                </a:lnTo>
                <a:lnTo>
                  <a:pt x="74566" y="999512"/>
                </a:lnTo>
                <a:lnTo>
                  <a:pt x="74077" y="987469"/>
                </a:lnTo>
                <a:lnTo>
                  <a:pt x="73761" y="975427"/>
                </a:lnTo>
                <a:lnTo>
                  <a:pt x="73636" y="963385"/>
                </a:lnTo>
                <a:lnTo>
                  <a:pt x="73706" y="951343"/>
                </a:lnTo>
                <a:lnTo>
                  <a:pt x="73963" y="939300"/>
                </a:lnTo>
                <a:lnTo>
                  <a:pt x="74381" y="927258"/>
                </a:lnTo>
                <a:lnTo>
                  <a:pt x="74928" y="915216"/>
                </a:lnTo>
                <a:lnTo>
                  <a:pt x="75561" y="903173"/>
                </a:lnTo>
                <a:lnTo>
                  <a:pt x="76238" y="891131"/>
                </a:lnTo>
                <a:lnTo>
                  <a:pt x="76914" y="879089"/>
                </a:lnTo>
                <a:lnTo>
                  <a:pt x="77554" y="867046"/>
                </a:lnTo>
                <a:lnTo>
                  <a:pt x="78126" y="855004"/>
                </a:lnTo>
                <a:lnTo>
                  <a:pt x="78609" y="842962"/>
                </a:lnTo>
                <a:lnTo>
                  <a:pt x="78991" y="830919"/>
                </a:lnTo>
                <a:lnTo>
                  <a:pt x="79264" y="818877"/>
                </a:lnTo>
                <a:lnTo>
                  <a:pt x="79429" y="806835"/>
                </a:lnTo>
                <a:lnTo>
                  <a:pt x="79491" y="794792"/>
                </a:lnTo>
                <a:lnTo>
                  <a:pt x="79457" y="782750"/>
                </a:lnTo>
                <a:lnTo>
                  <a:pt x="79337" y="770708"/>
                </a:lnTo>
                <a:lnTo>
                  <a:pt x="79142" y="758666"/>
                </a:lnTo>
                <a:lnTo>
                  <a:pt x="78886" y="746623"/>
                </a:lnTo>
                <a:lnTo>
                  <a:pt x="78583" y="734581"/>
                </a:lnTo>
                <a:lnTo>
                  <a:pt x="78251" y="722539"/>
                </a:lnTo>
                <a:lnTo>
                  <a:pt x="77909" y="710496"/>
                </a:lnTo>
                <a:lnTo>
                  <a:pt x="77580" y="698454"/>
                </a:lnTo>
                <a:lnTo>
                  <a:pt x="77283" y="686412"/>
                </a:lnTo>
                <a:lnTo>
                  <a:pt x="77040" y="674369"/>
                </a:lnTo>
                <a:lnTo>
                  <a:pt x="76866" y="662327"/>
                </a:lnTo>
                <a:lnTo>
                  <a:pt x="76773" y="650285"/>
                </a:lnTo>
                <a:lnTo>
                  <a:pt x="76765" y="638242"/>
                </a:lnTo>
                <a:lnTo>
                  <a:pt x="76840" y="626200"/>
                </a:lnTo>
                <a:lnTo>
                  <a:pt x="76988" y="614158"/>
                </a:lnTo>
                <a:lnTo>
                  <a:pt x="77193" y="602116"/>
                </a:lnTo>
                <a:lnTo>
                  <a:pt x="77435" y="590073"/>
                </a:lnTo>
                <a:lnTo>
                  <a:pt x="77692" y="578031"/>
                </a:lnTo>
                <a:lnTo>
                  <a:pt x="77944" y="565989"/>
                </a:lnTo>
                <a:lnTo>
                  <a:pt x="78173" y="553946"/>
                </a:lnTo>
                <a:lnTo>
                  <a:pt x="78369" y="541904"/>
                </a:lnTo>
                <a:lnTo>
                  <a:pt x="78523" y="529862"/>
                </a:lnTo>
                <a:lnTo>
                  <a:pt x="78637" y="517819"/>
                </a:lnTo>
                <a:lnTo>
                  <a:pt x="78714" y="505777"/>
                </a:lnTo>
                <a:lnTo>
                  <a:pt x="78763" y="493735"/>
                </a:lnTo>
                <a:lnTo>
                  <a:pt x="78793" y="481692"/>
                </a:lnTo>
                <a:lnTo>
                  <a:pt x="78814" y="469650"/>
                </a:lnTo>
                <a:lnTo>
                  <a:pt x="78834" y="457608"/>
                </a:lnTo>
                <a:lnTo>
                  <a:pt x="78861" y="445565"/>
                </a:lnTo>
                <a:lnTo>
                  <a:pt x="78898" y="433523"/>
                </a:lnTo>
                <a:lnTo>
                  <a:pt x="78947" y="421481"/>
                </a:lnTo>
                <a:lnTo>
                  <a:pt x="79009" y="409439"/>
                </a:lnTo>
                <a:lnTo>
                  <a:pt x="79086" y="397396"/>
                </a:lnTo>
                <a:lnTo>
                  <a:pt x="79176" y="385354"/>
                </a:lnTo>
                <a:lnTo>
                  <a:pt x="79282" y="373312"/>
                </a:lnTo>
                <a:lnTo>
                  <a:pt x="79405" y="361269"/>
                </a:lnTo>
                <a:lnTo>
                  <a:pt x="79548" y="349227"/>
                </a:lnTo>
                <a:lnTo>
                  <a:pt x="79712" y="337185"/>
                </a:lnTo>
                <a:lnTo>
                  <a:pt x="79898" y="325142"/>
                </a:lnTo>
                <a:lnTo>
                  <a:pt x="80106" y="313100"/>
                </a:lnTo>
                <a:lnTo>
                  <a:pt x="80332" y="301058"/>
                </a:lnTo>
                <a:lnTo>
                  <a:pt x="80567" y="289015"/>
                </a:lnTo>
                <a:lnTo>
                  <a:pt x="80797" y="276973"/>
                </a:lnTo>
                <a:lnTo>
                  <a:pt x="81000" y="264931"/>
                </a:lnTo>
                <a:lnTo>
                  <a:pt x="81146" y="252889"/>
                </a:lnTo>
                <a:lnTo>
                  <a:pt x="81192" y="240846"/>
                </a:lnTo>
                <a:lnTo>
                  <a:pt x="81083" y="228804"/>
                </a:lnTo>
                <a:lnTo>
                  <a:pt x="80750" y="216762"/>
                </a:lnTo>
                <a:lnTo>
                  <a:pt x="80109" y="204719"/>
                </a:lnTo>
                <a:lnTo>
                  <a:pt x="79060" y="192677"/>
                </a:lnTo>
                <a:lnTo>
                  <a:pt x="77491" y="180635"/>
                </a:lnTo>
                <a:lnTo>
                  <a:pt x="75288" y="168592"/>
                </a:lnTo>
                <a:lnTo>
                  <a:pt x="72339" y="156550"/>
                </a:lnTo>
                <a:lnTo>
                  <a:pt x="68549" y="144508"/>
                </a:lnTo>
                <a:lnTo>
                  <a:pt x="63859" y="132465"/>
                </a:lnTo>
                <a:lnTo>
                  <a:pt x="58260" y="120423"/>
                </a:lnTo>
                <a:lnTo>
                  <a:pt x="51811" y="108381"/>
                </a:lnTo>
                <a:lnTo>
                  <a:pt x="44651" y="96338"/>
                </a:lnTo>
                <a:lnTo>
                  <a:pt x="37005" y="84296"/>
                </a:lnTo>
                <a:lnTo>
                  <a:pt x="29178" y="72254"/>
                </a:lnTo>
                <a:lnTo>
                  <a:pt x="21543" y="60212"/>
                </a:lnTo>
                <a:lnTo>
                  <a:pt x="14511" y="48169"/>
                </a:lnTo>
                <a:lnTo>
                  <a:pt x="8499" y="36127"/>
                </a:lnTo>
                <a:lnTo>
                  <a:pt x="3889" y="24085"/>
                </a:lnTo>
                <a:lnTo>
                  <a:pt x="990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797" y="12042"/>
                </a:lnTo>
                <a:lnTo>
                  <a:pt x="165897" y="24085"/>
                </a:lnTo>
                <a:lnTo>
                  <a:pt x="161288" y="36127"/>
                </a:lnTo>
                <a:lnTo>
                  <a:pt x="155276" y="48169"/>
                </a:lnTo>
                <a:lnTo>
                  <a:pt x="148244" y="60212"/>
                </a:lnTo>
                <a:lnTo>
                  <a:pt x="140608" y="72254"/>
                </a:lnTo>
                <a:lnTo>
                  <a:pt x="132782" y="84296"/>
                </a:lnTo>
                <a:lnTo>
                  <a:pt x="125135" y="96338"/>
                </a:lnTo>
                <a:lnTo>
                  <a:pt x="117976" y="108381"/>
                </a:lnTo>
                <a:lnTo>
                  <a:pt x="111527" y="120423"/>
                </a:lnTo>
                <a:lnTo>
                  <a:pt x="105928" y="132465"/>
                </a:lnTo>
                <a:lnTo>
                  <a:pt x="101238" y="144508"/>
                </a:lnTo>
                <a:lnTo>
                  <a:pt x="97448" y="156550"/>
                </a:lnTo>
                <a:lnTo>
                  <a:pt x="94498" y="168592"/>
                </a:lnTo>
                <a:lnTo>
                  <a:pt x="92295" y="180635"/>
                </a:lnTo>
                <a:lnTo>
                  <a:pt x="90727" y="192677"/>
                </a:lnTo>
                <a:lnTo>
                  <a:pt x="89678" y="204719"/>
                </a:lnTo>
                <a:lnTo>
                  <a:pt x="89036" y="216762"/>
                </a:lnTo>
                <a:lnTo>
                  <a:pt x="88704" y="228804"/>
                </a:lnTo>
                <a:lnTo>
                  <a:pt x="88595" y="240846"/>
                </a:lnTo>
                <a:lnTo>
                  <a:pt x="88641" y="252889"/>
                </a:lnTo>
                <a:lnTo>
                  <a:pt x="88786" y="264931"/>
                </a:lnTo>
                <a:lnTo>
                  <a:pt x="88989" y="276973"/>
                </a:lnTo>
                <a:lnTo>
                  <a:pt x="89219" y="289015"/>
                </a:lnTo>
                <a:lnTo>
                  <a:pt x="89454" y="301058"/>
                </a:lnTo>
                <a:lnTo>
                  <a:pt x="89680" y="313100"/>
                </a:lnTo>
                <a:lnTo>
                  <a:pt x="89888" y="325142"/>
                </a:lnTo>
                <a:lnTo>
                  <a:pt x="90075" y="337185"/>
                </a:lnTo>
                <a:lnTo>
                  <a:pt x="90239" y="349227"/>
                </a:lnTo>
                <a:lnTo>
                  <a:pt x="90381" y="361269"/>
                </a:lnTo>
                <a:lnTo>
                  <a:pt x="90504" y="373312"/>
                </a:lnTo>
                <a:lnTo>
                  <a:pt x="90610" y="385354"/>
                </a:lnTo>
                <a:lnTo>
                  <a:pt x="90701" y="397396"/>
                </a:lnTo>
                <a:lnTo>
                  <a:pt x="90777" y="409439"/>
                </a:lnTo>
                <a:lnTo>
                  <a:pt x="90840" y="421481"/>
                </a:lnTo>
                <a:lnTo>
                  <a:pt x="90889" y="433523"/>
                </a:lnTo>
                <a:lnTo>
                  <a:pt x="90926" y="445565"/>
                </a:lnTo>
                <a:lnTo>
                  <a:pt x="90952" y="457608"/>
                </a:lnTo>
                <a:lnTo>
                  <a:pt x="90973" y="469650"/>
                </a:lnTo>
                <a:lnTo>
                  <a:pt x="90994" y="481692"/>
                </a:lnTo>
                <a:lnTo>
                  <a:pt x="91024" y="493735"/>
                </a:lnTo>
                <a:lnTo>
                  <a:pt x="91072" y="505777"/>
                </a:lnTo>
                <a:lnTo>
                  <a:pt x="91150" y="517819"/>
                </a:lnTo>
                <a:lnTo>
                  <a:pt x="91263" y="529862"/>
                </a:lnTo>
                <a:lnTo>
                  <a:pt x="91418" y="541904"/>
                </a:lnTo>
                <a:lnTo>
                  <a:pt x="91613" y="553946"/>
                </a:lnTo>
                <a:lnTo>
                  <a:pt x="91843" y="565989"/>
                </a:lnTo>
                <a:lnTo>
                  <a:pt x="92095" y="578031"/>
                </a:lnTo>
                <a:lnTo>
                  <a:pt x="92352" y="590073"/>
                </a:lnTo>
                <a:lnTo>
                  <a:pt x="92593" y="602116"/>
                </a:lnTo>
                <a:lnTo>
                  <a:pt x="92798" y="614158"/>
                </a:lnTo>
                <a:lnTo>
                  <a:pt x="92946" y="626200"/>
                </a:lnTo>
                <a:lnTo>
                  <a:pt x="93021" y="638242"/>
                </a:lnTo>
                <a:lnTo>
                  <a:pt x="93014" y="650285"/>
                </a:lnTo>
                <a:lnTo>
                  <a:pt x="92921" y="662327"/>
                </a:lnTo>
                <a:lnTo>
                  <a:pt x="92747" y="674369"/>
                </a:lnTo>
                <a:lnTo>
                  <a:pt x="92503" y="686412"/>
                </a:lnTo>
                <a:lnTo>
                  <a:pt x="92207" y="698454"/>
                </a:lnTo>
                <a:lnTo>
                  <a:pt x="91877" y="710496"/>
                </a:lnTo>
                <a:lnTo>
                  <a:pt x="91536" y="722539"/>
                </a:lnTo>
                <a:lnTo>
                  <a:pt x="91204" y="734581"/>
                </a:lnTo>
                <a:lnTo>
                  <a:pt x="90901" y="746623"/>
                </a:lnTo>
                <a:lnTo>
                  <a:pt x="90644" y="758666"/>
                </a:lnTo>
                <a:lnTo>
                  <a:pt x="90449" y="770708"/>
                </a:lnTo>
                <a:lnTo>
                  <a:pt x="90329" y="782750"/>
                </a:lnTo>
                <a:lnTo>
                  <a:pt x="90295" y="794792"/>
                </a:lnTo>
                <a:lnTo>
                  <a:pt x="90357" y="806835"/>
                </a:lnTo>
                <a:lnTo>
                  <a:pt x="90523" y="818877"/>
                </a:lnTo>
                <a:lnTo>
                  <a:pt x="90796" y="830919"/>
                </a:lnTo>
                <a:lnTo>
                  <a:pt x="91177" y="842962"/>
                </a:lnTo>
                <a:lnTo>
                  <a:pt x="91660" y="855004"/>
                </a:lnTo>
                <a:lnTo>
                  <a:pt x="92233" y="867046"/>
                </a:lnTo>
                <a:lnTo>
                  <a:pt x="92872" y="879089"/>
                </a:lnTo>
                <a:lnTo>
                  <a:pt x="93549" y="891131"/>
                </a:lnTo>
                <a:lnTo>
                  <a:pt x="94225" y="903173"/>
                </a:lnTo>
                <a:lnTo>
                  <a:pt x="94859" y="915216"/>
                </a:lnTo>
                <a:lnTo>
                  <a:pt x="95405" y="927258"/>
                </a:lnTo>
                <a:lnTo>
                  <a:pt x="95824" y="939300"/>
                </a:lnTo>
                <a:lnTo>
                  <a:pt x="96080" y="951343"/>
                </a:lnTo>
                <a:lnTo>
                  <a:pt x="96151" y="963385"/>
                </a:lnTo>
                <a:lnTo>
                  <a:pt x="96026" y="975427"/>
                </a:lnTo>
                <a:lnTo>
                  <a:pt x="95709" y="987469"/>
                </a:lnTo>
                <a:lnTo>
                  <a:pt x="95220" y="999512"/>
                </a:lnTo>
                <a:lnTo>
                  <a:pt x="94588" y="1011554"/>
                </a:lnTo>
                <a:lnTo>
                  <a:pt x="93851" y="1023596"/>
                </a:lnTo>
                <a:lnTo>
                  <a:pt x="93050" y="1035639"/>
                </a:lnTo>
                <a:lnTo>
                  <a:pt x="92228" y="1047681"/>
                </a:lnTo>
                <a:lnTo>
                  <a:pt x="91421" y="1059723"/>
                </a:lnTo>
                <a:lnTo>
                  <a:pt x="90662" y="1071766"/>
                </a:lnTo>
                <a:lnTo>
                  <a:pt x="89974" y="1083808"/>
                </a:lnTo>
                <a:lnTo>
                  <a:pt x="89371" y="1095850"/>
                </a:lnTo>
                <a:lnTo>
                  <a:pt x="88864" y="1107893"/>
                </a:lnTo>
                <a:lnTo>
                  <a:pt x="88454" y="1119935"/>
                </a:lnTo>
                <a:lnTo>
                  <a:pt x="88141" y="1131977"/>
                </a:lnTo>
                <a:lnTo>
                  <a:pt x="87920" y="1144019"/>
                </a:lnTo>
                <a:lnTo>
                  <a:pt x="87785" y="1156062"/>
                </a:lnTo>
                <a:lnTo>
                  <a:pt x="87730" y="1168104"/>
                </a:lnTo>
                <a:lnTo>
                  <a:pt x="87747" y="1180146"/>
                </a:lnTo>
                <a:lnTo>
                  <a:pt x="87828" y="1192189"/>
                </a:lnTo>
                <a:lnTo>
                  <a:pt x="87961" y="1204231"/>
                </a:lnTo>
                <a:lnTo>
                  <a:pt x="88138" y="1216273"/>
                </a:lnTo>
                <a:lnTo>
                  <a:pt x="88344" y="1228316"/>
                </a:lnTo>
                <a:lnTo>
                  <a:pt x="88568" y="1240358"/>
                </a:lnTo>
                <a:lnTo>
                  <a:pt x="88798" y="1252400"/>
                </a:lnTo>
                <a:lnTo>
                  <a:pt x="89021" y="1264443"/>
                </a:lnTo>
                <a:lnTo>
                  <a:pt x="89229" y="1276485"/>
                </a:lnTo>
                <a:lnTo>
                  <a:pt x="89415" y="1288527"/>
                </a:lnTo>
                <a:lnTo>
                  <a:pt x="89576" y="1300570"/>
                </a:lnTo>
                <a:lnTo>
                  <a:pt x="89708" y="1312612"/>
                </a:lnTo>
                <a:lnTo>
                  <a:pt x="89815" y="1324654"/>
                </a:lnTo>
                <a:lnTo>
                  <a:pt x="89897" y="1336696"/>
                </a:lnTo>
                <a:lnTo>
                  <a:pt x="89957" y="1348739"/>
                </a:lnTo>
                <a:lnTo>
                  <a:pt x="89996" y="1360781"/>
                </a:lnTo>
                <a:lnTo>
                  <a:pt x="90014" y="1372823"/>
                </a:lnTo>
                <a:lnTo>
                  <a:pt x="90009" y="1384866"/>
                </a:lnTo>
                <a:lnTo>
                  <a:pt x="89978" y="1396908"/>
                </a:lnTo>
                <a:lnTo>
                  <a:pt x="89914" y="1408950"/>
                </a:lnTo>
                <a:lnTo>
                  <a:pt x="89815" y="1420993"/>
                </a:lnTo>
                <a:lnTo>
                  <a:pt x="89675" y="1433035"/>
                </a:lnTo>
                <a:lnTo>
                  <a:pt x="89494" y="1445077"/>
                </a:lnTo>
                <a:lnTo>
                  <a:pt x="89271" y="1457120"/>
                </a:lnTo>
                <a:lnTo>
                  <a:pt x="89011" y="1469162"/>
                </a:lnTo>
                <a:lnTo>
                  <a:pt x="88720" y="1481204"/>
                </a:lnTo>
                <a:lnTo>
                  <a:pt x="88408" y="1493246"/>
                </a:lnTo>
                <a:lnTo>
                  <a:pt x="88087" y="1505289"/>
                </a:lnTo>
                <a:lnTo>
                  <a:pt x="87768" y="1517331"/>
                </a:lnTo>
                <a:lnTo>
                  <a:pt x="87466" y="1529373"/>
                </a:lnTo>
                <a:lnTo>
                  <a:pt x="87190" y="1541416"/>
                </a:lnTo>
                <a:lnTo>
                  <a:pt x="86952" y="1553458"/>
                </a:lnTo>
                <a:lnTo>
                  <a:pt x="86757" y="1565500"/>
                </a:lnTo>
                <a:lnTo>
                  <a:pt x="86609" y="1577543"/>
                </a:lnTo>
                <a:lnTo>
                  <a:pt x="86511" y="1589585"/>
                </a:lnTo>
                <a:lnTo>
                  <a:pt x="86460" y="1601627"/>
                </a:lnTo>
                <a:lnTo>
                  <a:pt x="86452" y="1613670"/>
                </a:lnTo>
                <a:lnTo>
                  <a:pt x="86481" y="1625712"/>
                </a:lnTo>
                <a:lnTo>
                  <a:pt x="86542" y="1637754"/>
                </a:lnTo>
                <a:lnTo>
                  <a:pt x="86629" y="1649797"/>
                </a:lnTo>
                <a:lnTo>
                  <a:pt x="86737" y="1661839"/>
                </a:lnTo>
                <a:lnTo>
                  <a:pt x="86864" y="1673881"/>
                </a:lnTo>
                <a:lnTo>
                  <a:pt x="87013" y="1685923"/>
                </a:lnTo>
                <a:lnTo>
                  <a:pt x="87188" y="1697966"/>
                </a:lnTo>
                <a:lnTo>
                  <a:pt x="87399" y="1710008"/>
                </a:lnTo>
                <a:lnTo>
                  <a:pt x="87662" y="1722050"/>
                </a:lnTo>
                <a:lnTo>
                  <a:pt x="87994" y="1734093"/>
                </a:lnTo>
                <a:lnTo>
                  <a:pt x="88417" y="1746135"/>
                </a:lnTo>
                <a:lnTo>
                  <a:pt x="88955" y="1758177"/>
                </a:lnTo>
                <a:lnTo>
                  <a:pt x="89630" y="1770220"/>
                </a:lnTo>
                <a:lnTo>
                  <a:pt x="90460" y="1782262"/>
                </a:lnTo>
                <a:lnTo>
                  <a:pt x="91456" y="1794304"/>
                </a:lnTo>
                <a:lnTo>
                  <a:pt x="92619" y="1806347"/>
                </a:lnTo>
                <a:lnTo>
                  <a:pt x="93938" y="1818389"/>
                </a:lnTo>
                <a:lnTo>
                  <a:pt x="95383" y="1830431"/>
                </a:lnTo>
                <a:lnTo>
                  <a:pt x="96912" y="1842473"/>
                </a:lnTo>
                <a:lnTo>
                  <a:pt x="98465" y="1854516"/>
                </a:lnTo>
                <a:lnTo>
                  <a:pt x="99971" y="1866558"/>
                </a:lnTo>
                <a:lnTo>
                  <a:pt x="101350" y="1878600"/>
                </a:lnTo>
                <a:lnTo>
                  <a:pt x="102526" y="1890643"/>
                </a:lnTo>
                <a:lnTo>
                  <a:pt x="103425" y="1902685"/>
                </a:lnTo>
                <a:lnTo>
                  <a:pt x="103989" y="1914727"/>
                </a:lnTo>
                <a:lnTo>
                  <a:pt x="104181" y="1926770"/>
                </a:lnTo>
                <a:lnTo>
                  <a:pt x="104181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1" name="data_4492">
            <a:extLst>
              <a:ext uri="{FF2B5EF4-FFF2-40B4-BE49-F238E27FC236}">
                <a16:creationId xmlns:a16="http://schemas.microsoft.com/office/drawing/2014/main" id="{CEF508AA-DD2E-414C-ADC2-A17216D3A8FA}"/>
              </a:ext>
            </a:extLst>
          </p:cNvPr>
          <p:cNvSpPr>
            <a:spLocks noGrp="1"/>
          </p:cNvSpPr>
          <p:nvPr/>
        </p:nvSpPr>
        <p:spPr>
          <a:xfrm>
            <a:off x="7517522" y="1837726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866" y="1914727"/>
                </a:lnTo>
                <a:lnTo>
                  <a:pt x="3411" y="1902685"/>
                </a:lnTo>
                <a:lnTo>
                  <a:pt x="7478" y="1890643"/>
                </a:lnTo>
                <a:lnTo>
                  <a:pt x="12824" y="1878600"/>
                </a:lnTo>
                <a:lnTo>
                  <a:pt x="19144" y="1866558"/>
                </a:lnTo>
                <a:lnTo>
                  <a:pt x="26101" y="1854516"/>
                </a:lnTo>
                <a:lnTo>
                  <a:pt x="33354" y="1842473"/>
                </a:lnTo>
                <a:lnTo>
                  <a:pt x="40586" y="1830431"/>
                </a:lnTo>
                <a:lnTo>
                  <a:pt x="47524" y="1818389"/>
                </a:lnTo>
                <a:lnTo>
                  <a:pt x="53958" y="1806347"/>
                </a:lnTo>
                <a:lnTo>
                  <a:pt x="59741" y="1794304"/>
                </a:lnTo>
                <a:lnTo>
                  <a:pt x="64790" y="1782262"/>
                </a:lnTo>
                <a:lnTo>
                  <a:pt x="69083" y="1770220"/>
                </a:lnTo>
                <a:lnTo>
                  <a:pt x="72641" y="1758177"/>
                </a:lnTo>
                <a:lnTo>
                  <a:pt x="75521" y="1746135"/>
                </a:lnTo>
                <a:lnTo>
                  <a:pt x="77800" y="1734093"/>
                </a:lnTo>
                <a:lnTo>
                  <a:pt x="79566" y="1722050"/>
                </a:lnTo>
                <a:lnTo>
                  <a:pt x="80909" y="1710008"/>
                </a:lnTo>
                <a:lnTo>
                  <a:pt x="81910" y="1697966"/>
                </a:lnTo>
                <a:lnTo>
                  <a:pt x="82645" y="1685923"/>
                </a:lnTo>
                <a:lnTo>
                  <a:pt x="83176" y="1673881"/>
                </a:lnTo>
                <a:lnTo>
                  <a:pt x="83555" y="1661839"/>
                </a:lnTo>
                <a:lnTo>
                  <a:pt x="83821" y="1649797"/>
                </a:lnTo>
                <a:lnTo>
                  <a:pt x="84005" y="1637754"/>
                </a:lnTo>
                <a:lnTo>
                  <a:pt x="84132" y="1625712"/>
                </a:lnTo>
                <a:lnTo>
                  <a:pt x="84218" y="1613670"/>
                </a:lnTo>
                <a:lnTo>
                  <a:pt x="84275" y="1601627"/>
                </a:lnTo>
                <a:lnTo>
                  <a:pt x="84313" y="1589585"/>
                </a:lnTo>
                <a:lnTo>
                  <a:pt x="84338" y="1577543"/>
                </a:lnTo>
                <a:lnTo>
                  <a:pt x="84355" y="1565500"/>
                </a:lnTo>
                <a:lnTo>
                  <a:pt x="84366" y="1553458"/>
                </a:lnTo>
                <a:lnTo>
                  <a:pt x="84375" y="1541416"/>
                </a:lnTo>
                <a:lnTo>
                  <a:pt x="84381" y="1529373"/>
                </a:lnTo>
                <a:lnTo>
                  <a:pt x="84387" y="1517331"/>
                </a:lnTo>
                <a:lnTo>
                  <a:pt x="84394" y="1505289"/>
                </a:lnTo>
                <a:lnTo>
                  <a:pt x="84401" y="1493246"/>
                </a:lnTo>
                <a:lnTo>
                  <a:pt x="84409" y="1481204"/>
                </a:lnTo>
                <a:lnTo>
                  <a:pt x="84418" y="1469162"/>
                </a:lnTo>
                <a:lnTo>
                  <a:pt x="84429" y="1457120"/>
                </a:lnTo>
                <a:lnTo>
                  <a:pt x="84442" y="1445077"/>
                </a:lnTo>
                <a:lnTo>
                  <a:pt x="84456" y="1433035"/>
                </a:lnTo>
                <a:lnTo>
                  <a:pt x="84473" y="1420993"/>
                </a:lnTo>
                <a:lnTo>
                  <a:pt x="84492" y="1408950"/>
                </a:lnTo>
                <a:lnTo>
                  <a:pt x="84512" y="1396908"/>
                </a:lnTo>
                <a:lnTo>
                  <a:pt x="84533" y="1384866"/>
                </a:lnTo>
                <a:lnTo>
                  <a:pt x="84555" y="1372823"/>
                </a:lnTo>
                <a:lnTo>
                  <a:pt x="84576" y="1360781"/>
                </a:lnTo>
                <a:lnTo>
                  <a:pt x="84596" y="1348739"/>
                </a:lnTo>
                <a:lnTo>
                  <a:pt x="84613" y="1336696"/>
                </a:lnTo>
                <a:lnTo>
                  <a:pt x="84628" y="1324654"/>
                </a:lnTo>
                <a:lnTo>
                  <a:pt x="84638" y="1312612"/>
                </a:lnTo>
                <a:lnTo>
                  <a:pt x="84645" y="1300570"/>
                </a:lnTo>
                <a:lnTo>
                  <a:pt x="84647" y="1288527"/>
                </a:lnTo>
                <a:lnTo>
                  <a:pt x="84646" y="1276485"/>
                </a:lnTo>
                <a:lnTo>
                  <a:pt x="84642" y="1264443"/>
                </a:lnTo>
                <a:lnTo>
                  <a:pt x="84636" y="1252400"/>
                </a:lnTo>
                <a:lnTo>
                  <a:pt x="84629" y="1240358"/>
                </a:lnTo>
                <a:lnTo>
                  <a:pt x="84624" y="1228316"/>
                </a:lnTo>
                <a:lnTo>
                  <a:pt x="84620" y="1216273"/>
                </a:lnTo>
                <a:lnTo>
                  <a:pt x="84619" y="1204231"/>
                </a:lnTo>
                <a:lnTo>
                  <a:pt x="84621" y="1192189"/>
                </a:lnTo>
                <a:lnTo>
                  <a:pt x="84627" y="1180146"/>
                </a:lnTo>
                <a:lnTo>
                  <a:pt x="84636" y="1168104"/>
                </a:lnTo>
                <a:lnTo>
                  <a:pt x="84648" y="1156062"/>
                </a:lnTo>
                <a:lnTo>
                  <a:pt x="84661" y="1144019"/>
                </a:lnTo>
                <a:lnTo>
                  <a:pt x="84675" y="1131977"/>
                </a:lnTo>
                <a:lnTo>
                  <a:pt x="84688" y="1119935"/>
                </a:lnTo>
                <a:lnTo>
                  <a:pt x="84699" y="1107893"/>
                </a:lnTo>
                <a:lnTo>
                  <a:pt x="84706" y="1095850"/>
                </a:lnTo>
                <a:lnTo>
                  <a:pt x="84709" y="1083808"/>
                </a:lnTo>
                <a:lnTo>
                  <a:pt x="84709" y="1071766"/>
                </a:lnTo>
                <a:lnTo>
                  <a:pt x="84704" y="1059723"/>
                </a:lnTo>
                <a:lnTo>
                  <a:pt x="84695" y="1047681"/>
                </a:lnTo>
                <a:lnTo>
                  <a:pt x="84684" y="1035639"/>
                </a:lnTo>
                <a:lnTo>
                  <a:pt x="84671" y="1023596"/>
                </a:lnTo>
                <a:lnTo>
                  <a:pt x="84658" y="1011554"/>
                </a:lnTo>
                <a:lnTo>
                  <a:pt x="84646" y="999512"/>
                </a:lnTo>
                <a:lnTo>
                  <a:pt x="84637" y="987469"/>
                </a:lnTo>
                <a:lnTo>
                  <a:pt x="84632" y="975427"/>
                </a:lnTo>
                <a:lnTo>
                  <a:pt x="84631" y="963385"/>
                </a:lnTo>
                <a:lnTo>
                  <a:pt x="84636" y="951343"/>
                </a:lnTo>
                <a:lnTo>
                  <a:pt x="84645" y="939300"/>
                </a:lnTo>
                <a:lnTo>
                  <a:pt x="84659" y="927258"/>
                </a:lnTo>
                <a:lnTo>
                  <a:pt x="84676" y="915216"/>
                </a:lnTo>
                <a:lnTo>
                  <a:pt x="84697" y="903173"/>
                </a:lnTo>
                <a:lnTo>
                  <a:pt x="84719" y="891131"/>
                </a:lnTo>
                <a:lnTo>
                  <a:pt x="84742" y="879089"/>
                </a:lnTo>
                <a:lnTo>
                  <a:pt x="84765" y="867046"/>
                </a:lnTo>
                <a:lnTo>
                  <a:pt x="84787" y="855004"/>
                </a:lnTo>
                <a:lnTo>
                  <a:pt x="84807" y="842962"/>
                </a:lnTo>
                <a:lnTo>
                  <a:pt x="84825" y="830919"/>
                </a:lnTo>
                <a:lnTo>
                  <a:pt x="84840" y="818877"/>
                </a:lnTo>
                <a:lnTo>
                  <a:pt x="84853" y="806835"/>
                </a:lnTo>
                <a:lnTo>
                  <a:pt x="84863" y="794792"/>
                </a:lnTo>
                <a:lnTo>
                  <a:pt x="84871" y="782750"/>
                </a:lnTo>
                <a:lnTo>
                  <a:pt x="84878" y="770708"/>
                </a:lnTo>
                <a:lnTo>
                  <a:pt x="84882" y="758666"/>
                </a:lnTo>
                <a:lnTo>
                  <a:pt x="84886" y="746623"/>
                </a:lnTo>
                <a:lnTo>
                  <a:pt x="84888" y="734581"/>
                </a:lnTo>
                <a:lnTo>
                  <a:pt x="84890" y="722539"/>
                </a:lnTo>
                <a:lnTo>
                  <a:pt x="84891" y="710496"/>
                </a:lnTo>
                <a:lnTo>
                  <a:pt x="84892" y="698454"/>
                </a:lnTo>
                <a:lnTo>
                  <a:pt x="84892" y="686412"/>
                </a:lnTo>
                <a:lnTo>
                  <a:pt x="84893" y="674369"/>
                </a:lnTo>
                <a:lnTo>
                  <a:pt x="84893" y="662327"/>
                </a:lnTo>
                <a:lnTo>
                  <a:pt x="84893" y="650285"/>
                </a:lnTo>
                <a:lnTo>
                  <a:pt x="84893" y="638242"/>
                </a:lnTo>
                <a:lnTo>
                  <a:pt x="84893" y="626200"/>
                </a:lnTo>
                <a:lnTo>
                  <a:pt x="84893" y="614158"/>
                </a:lnTo>
                <a:lnTo>
                  <a:pt x="84893" y="602116"/>
                </a:lnTo>
                <a:lnTo>
                  <a:pt x="84893" y="590073"/>
                </a:lnTo>
                <a:lnTo>
                  <a:pt x="84893" y="578031"/>
                </a:lnTo>
                <a:lnTo>
                  <a:pt x="84893" y="565989"/>
                </a:lnTo>
                <a:lnTo>
                  <a:pt x="84893" y="553946"/>
                </a:lnTo>
                <a:lnTo>
                  <a:pt x="84893" y="541904"/>
                </a:lnTo>
                <a:lnTo>
                  <a:pt x="84893" y="529862"/>
                </a:lnTo>
                <a:lnTo>
                  <a:pt x="84893" y="517819"/>
                </a:lnTo>
                <a:lnTo>
                  <a:pt x="84893" y="505777"/>
                </a:lnTo>
                <a:lnTo>
                  <a:pt x="84893" y="493735"/>
                </a:lnTo>
                <a:lnTo>
                  <a:pt x="84893" y="481692"/>
                </a:lnTo>
                <a:lnTo>
                  <a:pt x="84893" y="469650"/>
                </a:lnTo>
                <a:lnTo>
                  <a:pt x="84893" y="457608"/>
                </a:lnTo>
                <a:lnTo>
                  <a:pt x="84893" y="445565"/>
                </a:lnTo>
                <a:lnTo>
                  <a:pt x="84893" y="433523"/>
                </a:lnTo>
                <a:lnTo>
                  <a:pt x="84893" y="421481"/>
                </a:lnTo>
                <a:lnTo>
                  <a:pt x="84893" y="409439"/>
                </a:lnTo>
                <a:lnTo>
                  <a:pt x="84893" y="397396"/>
                </a:lnTo>
                <a:lnTo>
                  <a:pt x="84893" y="385354"/>
                </a:lnTo>
                <a:lnTo>
                  <a:pt x="84893" y="373312"/>
                </a:lnTo>
                <a:lnTo>
                  <a:pt x="84893" y="361269"/>
                </a:lnTo>
                <a:lnTo>
                  <a:pt x="84893" y="349227"/>
                </a:lnTo>
                <a:lnTo>
                  <a:pt x="84893" y="337185"/>
                </a:lnTo>
                <a:lnTo>
                  <a:pt x="84893" y="325142"/>
                </a:lnTo>
                <a:lnTo>
                  <a:pt x="84893" y="313100"/>
                </a:lnTo>
                <a:lnTo>
                  <a:pt x="84893" y="301058"/>
                </a:lnTo>
                <a:lnTo>
                  <a:pt x="84892" y="289015"/>
                </a:lnTo>
                <a:lnTo>
                  <a:pt x="84892" y="276973"/>
                </a:lnTo>
                <a:lnTo>
                  <a:pt x="84891" y="264931"/>
                </a:lnTo>
                <a:lnTo>
                  <a:pt x="84889" y="252889"/>
                </a:lnTo>
                <a:lnTo>
                  <a:pt x="84887" y="240846"/>
                </a:lnTo>
                <a:lnTo>
                  <a:pt x="84883" y="228804"/>
                </a:lnTo>
                <a:lnTo>
                  <a:pt x="84878" y="216762"/>
                </a:lnTo>
                <a:lnTo>
                  <a:pt x="84871" y="204719"/>
                </a:lnTo>
                <a:lnTo>
                  <a:pt x="84862" y="192677"/>
                </a:lnTo>
                <a:lnTo>
                  <a:pt x="84849" y="180635"/>
                </a:lnTo>
                <a:lnTo>
                  <a:pt x="84833" y="168592"/>
                </a:lnTo>
                <a:lnTo>
                  <a:pt x="84812" y="156550"/>
                </a:lnTo>
                <a:lnTo>
                  <a:pt x="84787" y="144508"/>
                </a:lnTo>
                <a:lnTo>
                  <a:pt x="84756" y="132465"/>
                </a:lnTo>
                <a:lnTo>
                  <a:pt x="84721" y="120423"/>
                </a:lnTo>
                <a:lnTo>
                  <a:pt x="84681" y="108381"/>
                </a:lnTo>
                <a:lnTo>
                  <a:pt x="84638" y="96338"/>
                </a:lnTo>
                <a:lnTo>
                  <a:pt x="84592" y="84296"/>
                </a:lnTo>
                <a:lnTo>
                  <a:pt x="84546" y="72254"/>
                </a:lnTo>
                <a:lnTo>
                  <a:pt x="84501" y="60212"/>
                </a:lnTo>
                <a:lnTo>
                  <a:pt x="84461" y="48169"/>
                </a:lnTo>
                <a:lnTo>
                  <a:pt x="84426" y="36127"/>
                </a:lnTo>
                <a:lnTo>
                  <a:pt x="84400" y="24085"/>
                </a:lnTo>
                <a:lnTo>
                  <a:pt x="84384" y="12042"/>
                </a:lnTo>
                <a:lnTo>
                  <a:pt x="84378" y="0"/>
                </a:lnTo>
                <a:lnTo>
                  <a:pt x="85408" y="0"/>
                </a:lnTo>
                <a:lnTo>
                  <a:pt x="85408" y="0"/>
                </a:lnTo>
                <a:lnTo>
                  <a:pt x="85403" y="12042"/>
                </a:lnTo>
                <a:lnTo>
                  <a:pt x="85386" y="24085"/>
                </a:lnTo>
                <a:lnTo>
                  <a:pt x="85360" y="36127"/>
                </a:lnTo>
                <a:lnTo>
                  <a:pt x="85326" y="48169"/>
                </a:lnTo>
                <a:lnTo>
                  <a:pt x="85285" y="60212"/>
                </a:lnTo>
                <a:lnTo>
                  <a:pt x="85241" y="72254"/>
                </a:lnTo>
                <a:lnTo>
                  <a:pt x="85195" y="84296"/>
                </a:lnTo>
                <a:lnTo>
                  <a:pt x="85149" y="96338"/>
                </a:lnTo>
                <a:lnTo>
                  <a:pt x="85106" y="108381"/>
                </a:lnTo>
                <a:lnTo>
                  <a:pt x="85066" y="120423"/>
                </a:lnTo>
                <a:lnTo>
                  <a:pt x="85030" y="132465"/>
                </a:lnTo>
                <a:lnTo>
                  <a:pt x="85000" y="144508"/>
                </a:lnTo>
                <a:lnTo>
                  <a:pt x="84974" y="156550"/>
                </a:lnTo>
                <a:lnTo>
                  <a:pt x="84954" y="168592"/>
                </a:lnTo>
                <a:lnTo>
                  <a:pt x="84937" y="180635"/>
                </a:lnTo>
                <a:lnTo>
                  <a:pt x="84925" y="192677"/>
                </a:lnTo>
                <a:lnTo>
                  <a:pt x="84915" y="204719"/>
                </a:lnTo>
                <a:lnTo>
                  <a:pt x="84908" y="216762"/>
                </a:lnTo>
                <a:lnTo>
                  <a:pt x="84903" y="228804"/>
                </a:lnTo>
                <a:lnTo>
                  <a:pt x="84900" y="240846"/>
                </a:lnTo>
                <a:lnTo>
                  <a:pt x="84897" y="252889"/>
                </a:lnTo>
                <a:lnTo>
                  <a:pt x="84896" y="264931"/>
                </a:lnTo>
                <a:lnTo>
                  <a:pt x="84895" y="276973"/>
                </a:lnTo>
                <a:lnTo>
                  <a:pt x="84894" y="289015"/>
                </a:lnTo>
                <a:lnTo>
                  <a:pt x="84894" y="301058"/>
                </a:lnTo>
                <a:lnTo>
                  <a:pt x="84894" y="313100"/>
                </a:lnTo>
                <a:lnTo>
                  <a:pt x="84893" y="325142"/>
                </a:lnTo>
                <a:lnTo>
                  <a:pt x="84893" y="337185"/>
                </a:lnTo>
                <a:lnTo>
                  <a:pt x="84893" y="349227"/>
                </a:lnTo>
                <a:lnTo>
                  <a:pt x="84893" y="361269"/>
                </a:lnTo>
                <a:lnTo>
                  <a:pt x="84893" y="373312"/>
                </a:lnTo>
                <a:lnTo>
                  <a:pt x="84893" y="385354"/>
                </a:lnTo>
                <a:lnTo>
                  <a:pt x="84893" y="397396"/>
                </a:lnTo>
                <a:lnTo>
                  <a:pt x="84893" y="409439"/>
                </a:lnTo>
                <a:lnTo>
                  <a:pt x="84893" y="421481"/>
                </a:lnTo>
                <a:lnTo>
                  <a:pt x="84893" y="433523"/>
                </a:lnTo>
                <a:lnTo>
                  <a:pt x="84893" y="445565"/>
                </a:lnTo>
                <a:lnTo>
                  <a:pt x="84893" y="457608"/>
                </a:lnTo>
                <a:lnTo>
                  <a:pt x="84893" y="469650"/>
                </a:lnTo>
                <a:lnTo>
                  <a:pt x="84893" y="481692"/>
                </a:lnTo>
                <a:lnTo>
                  <a:pt x="84893" y="493735"/>
                </a:lnTo>
                <a:lnTo>
                  <a:pt x="84893" y="505777"/>
                </a:lnTo>
                <a:lnTo>
                  <a:pt x="84893" y="517819"/>
                </a:lnTo>
                <a:lnTo>
                  <a:pt x="84893" y="529862"/>
                </a:lnTo>
                <a:lnTo>
                  <a:pt x="84893" y="541904"/>
                </a:lnTo>
                <a:lnTo>
                  <a:pt x="84893" y="553946"/>
                </a:lnTo>
                <a:lnTo>
                  <a:pt x="84893" y="565989"/>
                </a:lnTo>
                <a:lnTo>
                  <a:pt x="84893" y="578031"/>
                </a:lnTo>
                <a:lnTo>
                  <a:pt x="84893" y="590073"/>
                </a:lnTo>
                <a:lnTo>
                  <a:pt x="84893" y="602116"/>
                </a:lnTo>
                <a:lnTo>
                  <a:pt x="84893" y="614158"/>
                </a:lnTo>
                <a:lnTo>
                  <a:pt x="84893" y="626200"/>
                </a:lnTo>
                <a:lnTo>
                  <a:pt x="84893" y="638242"/>
                </a:lnTo>
                <a:lnTo>
                  <a:pt x="84893" y="650285"/>
                </a:lnTo>
                <a:lnTo>
                  <a:pt x="84894" y="662327"/>
                </a:lnTo>
                <a:lnTo>
                  <a:pt x="84894" y="674369"/>
                </a:lnTo>
                <a:lnTo>
                  <a:pt x="84894" y="686412"/>
                </a:lnTo>
                <a:lnTo>
                  <a:pt x="84895" y="698454"/>
                </a:lnTo>
                <a:lnTo>
                  <a:pt x="84895" y="710496"/>
                </a:lnTo>
                <a:lnTo>
                  <a:pt x="84896" y="722539"/>
                </a:lnTo>
                <a:lnTo>
                  <a:pt x="84898" y="734581"/>
                </a:lnTo>
                <a:lnTo>
                  <a:pt x="84901" y="746623"/>
                </a:lnTo>
                <a:lnTo>
                  <a:pt x="84904" y="758666"/>
                </a:lnTo>
                <a:lnTo>
                  <a:pt x="84909" y="770708"/>
                </a:lnTo>
                <a:lnTo>
                  <a:pt x="84915" y="782750"/>
                </a:lnTo>
                <a:lnTo>
                  <a:pt x="84923" y="794792"/>
                </a:lnTo>
                <a:lnTo>
                  <a:pt x="84934" y="806835"/>
                </a:lnTo>
                <a:lnTo>
                  <a:pt x="84946" y="818877"/>
                </a:lnTo>
                <a:lnTo>
                  <a:pt x="84962" y="830919"/>
                </a:lnTo>
                <a:lnTo>
                  <a:pt x="84979" y="842962"/>
                </a:lnTo>
                <a:lnTo>
                  <a:pt x="84999" y="855004"/>
                </a:lnTo>
                <a:lnTo>
                  <a:pt x="85021" y="867046"/>
                </a:lnTo>
                <a:lnTo>
                  <a:pt x="85044" y="879089"/>
                </a:lnTo>
                <a:lnTo>
                  <a:pt x="85067" y="891131"/>
                </a:lnTo>
                <a:lnTo>
                  <a:pt x="85090" y="903173"/>
                </a:lnTo>
                <a:lnTo>
                  <a:pt x="85110" y="915216"/>
                </a:lnTo>
                <a:lnTo>
                  <a:pt x="85128" y="927258"/>
                </a:lnTo>
                <a:lnTo>
                  <a:pt x="85142" y="939300"/>
                </a:lnTo>
                <a:lnTo>
                  <a:pt x="85151" y="951343"/>
                </a:lnTo>
                <a:lnTo>
                  <a:pt x="85155" y="963385"/>
                </a:lnTo>
                <a:lnTo>
                  <a:pt x="85154" y="975427"/>
                </a:lnTo>
                <a:lnTo>
                  <a:pt x="85149" y="987469"/>
                </a:lnTo>
                <a:lnTo>
                  <a:pt x="85140" y="999512"/>
                </a:lnTo>
                <a:lnTo>
                  <a:pt x="85129" y="1011554"/>
                </a:lnTo>
                <a:lnTo>
                  <a:pt x="85116" y="1023596"/>
                </a:lnTo>
                <a:lnTo>
                  <a:pt x="85103" y="1035639"/>
                </a:lnTo>
                <a:lnTo>
                  <a:pt x="85092" y="1047681"/>
                </a:lnTo>
                <a:lnTo>
                  <a:pt x="85083" y="1059723"/>
                </a:lnTo>
                <a:lnTo>
                  <a:pt x="85078" y="1071766"/>
                </a:lnTo>
                <a:lnTo>
                  <a:pt x="85077" y="1083808"/>
                </a:lnTo>
                <a:lnTo>
                  <a:pt x="85081" y="1095850"/>
                </a:lnTo>
                <a:lnTo>
                  <a:pt x="85088" y="1107893"/>
                </a:lnTo>
                <a:lnTo>
                  <a:pt x="85099" y="1119935"/>
                </a:lnTo>
                <a:lnTo>
                  <a:pt x="85111" y="1131977"/>
                </a:lnTo>
                <a:lnTo>
                  <a:pt x="85125" y="1144019"/>
                </a:lnTo>
                <a:lnTo>
                  <a:pt x="85139" y="1156062"/>
                </a:lnTo>
                <a:lnTo>
                  <a:pt x="85150" y="1168104"/>
                </a:lnTo>
                <a:lnTo>
                  <a:pt x="85160" y="1180146"/>
                </a:lnTo>
                <a:lnTo>
                  <a:pt x="85166" y="1192189"/>
                </a:lnTo>
                <a:lnTo>
                  <a:pt x="85168" y="1204231"/>
                </a:lnTo>
                <a:lnTo>
                  <a:pt x="85167" y="1216273"/>
                </a:lnTo>
                <a:lnTo>
                  <a:pt x="85163" y="1228316"/>
                </a:lnTo>
                <a:lnTo>
                  <a:pt x="85157" y="1240358"/>
                </a:lnTo>
                <a:lnTo>
                  <a:pt x="85151" y="1252400"/>
                </a:lnTo>
                <a:lnTo>
                  <a:pt x="85145" y="1264443"/>
                </a:lnTo>
                <a:lnTo>
                  <a:pt x="85141" y="1276485"/>
                </a:lnTo>
                <a:lnTo>
                  <a:pt x="85139" y="1288527"/>
                </a:lnTo>
                <a:lnTo>
                  <a:pt x="85142" y="1300570"/>
                </a:lnTo>
                <a:lnTo>
                  <a:pt x="85148" y="1312612"/>
                </a:lnTo>
                <a:lnTo>
                  <a:pt x="85159" y="1324654"/>
                </a:lnTo>
                <a:lnTo>
                  <a:pt x="85173" y="1336696"/>
                </a:lnTo>
                <a:lnTo>
                  <a:pt x="85191" y="1348739"/>
                </a:lnTo>
                <a:lnTo>
                  <a:pt x="85211" y="1360781"/>
                </a:lnTo>
                <a:lnTo>
                  <a:pt x="85232" y="1372823"/>
                </a:lnTo>
                <a:lnTo>
                  <a:pt x="85254" y="1384866"/>
                </a:lnTo>
                <a:lnTo>
                  <a:pt x="85275" y="1396908"/>
                </a:lnTo>
                <a:lnTo>
                  <a:pt x="85295" y="1408950"/>
                </a:lnTo>
                <a:lnTo>
                  <a:pt x="85313" y="1420993"/>
                </a:lnTo>
                <a:lnTo>
                  <a:pt x="85330" y="1433035"/>
                </a:lnTo>
                <a:lnTo>
                  <a:pt x="85345" y="1445077"/>
                </a:lnTo>
                <a:lnTo>
                  <a:pt x="85358" y="1457120"/>
                </a:lnTo>
                <a:lnTo>
                  <a:pt x="85369" y="1469162"/>
                </a:lnTo>
                <a:lnTo>
                  <a:pt x="85378" y="1481204"/>
                </a:lnTo>
                <a:lnTo>
                  <a:pt x="85386" y="1493246"/>
                </a:lnTo>
                <a:lnTo>
                  <a:pt x="85393" y="1505289"/>
                </a:lnTo>
                <a:lnTo>
                  <a:pt x="85399" y="1517331"/>
                </a:lnTo>
                <a:lnTo>
                  <a:pt x="85405" y="1529373"/>
                </a:lnTo>
                <a:lnTo>
                  <a:pt x="85412" y="1541416"/>
                </a:lnTo>
                <a:lnTo>
                  <a:pt x="85420" y="1553458"/>
                </a:lnTo>
                <a:lnTo>
                  <a:pt x="85431" y="1565500"/>
                </a:lnTo>
                <a:lnTo>
                  <a:pt x="85448" y="1577543"/>
                </a:lnTo>
                <a:lnTo>
                  <a:pt x="85473" y="1589585"/>
                </a:lnTo>
                <a:lnTo>
                  <a:pt x="85511" y="1601627"/>
                </a:lnTo>
                <a:lnTo>
                  <a:pt x="85569" y="1613670"/>
                </a:lnTo>
                <a:lnTo>
                  <a:pt x="85655" y="1625712"/>
                </a:lnTo>
                <a:lnTo>
                  <a:pt x="85781" y="1637754"/>
                </a:lnTo>
                <a:lnTo>
                  <a:pt x="85966" y="1649797"/>
                </a:lnTo>
                <a:lnTo>
                  <a:pt x="86232" y="1661839"/>
                </a:lnTo>
                <a:lnTo>
                  <a:pt x="86610" y="1673881"/>
                </a:lnTo>
                <a:lnTo>
                  <a:pt x="87141" y="1685923"/>
                </a:lnTo>
                <a:lnTo>
                  <a:pt x="87876" y="1697966"/>
                </a:lnTo>
                <a:lnTo>
                  <a:pt x="88878" y="1710008"/>
                </a:lnTo>
                <a:lnTo>
                  <a:pt x="90220" y="1722050"/>
                </a:lnTo>
                <a:lnTo>
                  <a:pt x="91986" y="1734093"/>
                </a:lnTo>
                <a:lnTo>
                  <a:pt x="94266" y="1746135"/>
                </a:lnTo>
                <a:lnTo>
                  <a:pt x="97145" y="1758177"/>
                </a:lnTo>
                <a:lnTo>
                  <a:pt x="100703" y="1770220"/>
                </a:lnTo>
                <a:lnTo>
                  <a:pt x="104996" y="1782262"/>
                </a:lnTo>
                <a:lnTo>
                  <a:pt x="110046" y="1794304"/>
                </a:lnTo>
                <a:lnTo>
                  <a:pt x="115828" y="1806347"/>
                </a:lnTo>
                <a:lnTo>
                  <a:pt x="122262" y="1818389"/>
                </a:lnTo>
                <a:lnTo>
                  <a:pt x="129201" y="1830431"/>
                </a:lnTo>
                <a:lnTo>
                  <a:pt x="136432" y="1842473"/>
                </a:lnTo>
                <a:lnTo>
                  <a:pt x="143685" y="1854516"/>
                </a:lnTo>
                <a:lnTo>
                  <a:pt x="150642" y="1866558"/>
                </a:lnTo>
                <a:lnTo>
                  <a:pt x="156963" y="1878600"/>
                </a:lnTo>
                <a:lnTo>
                  <a:pt x="162309" y="1890643"/>
                </a:lnTo>
                <a:lnTo>
                  <a:pt x="166376" y="1902685"/>
                </a:lnTo>
                <a:lnTo>
                  <a:pt x="168920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42" name="data_4493">
            <a:extLst>
              <a:ext uri="{FF2B5EF4-FFF2-40B4-BE49-F238E27FC236}">
                <a16:creationId xmlns:a16="http://schemas.microsoft.com/office/drawing/2014/main" id="{8A0BD464-8C7F-4270-BB5B-36895118071D}"/>
              </a:ext>
            </a:extLst>
          </p:cNvPr>
          <p:cNvSpPr>
            <a:spLocks noGrp="1"/>
          </p:cNvSpPr>
          <p:nvPr/>
        </p:nvSpPr>
        <p:spPr>
          <a:xfrm>
            <a:off x="7746963" y="1837726"/>
            <a:ext cx="169787" cy="1926770"/>
          </a:xfrm>
          <a:custGeom>
            <a:pathLst>
              <a:path w="169787" h="1926770">
                <a:moveTo>
                  <a:pt x="159838" y="1926770"/>
                </a:moveTo>
                <a:lnTo>
                  <a:pt x="9949" y="1926770"/>
                </a:lnTo>
                <a:lnTo>
                  <a:pt x="10814" y="1914727"/>
                </a:lnTo>
                <a:lnTo>
                  <a:pt x="13346" y="1902685"/>
                </a:lnTo>
                <a:lnTo>
                  <a:pt x="17369" y="1890643"/>
                </a:lnTo>
                <a:lnTo>
                  <a:pt x="22610" y="1878600"/>
                </a:lnTo>
                <a:lnTo>
                  <a:pt x="28730" y="1866558"/>
                </a:lnTo>
                <a:lnTo>
                  <a:pt x="35360" y="1854516"/>
                </a:lnTo>
                <a:lnTo>
                  <a:pt x="42139" y="1842473"/>
                </a:lnTo>
                <a:lnTo>
                  <a:pt x="48740" y="1830431"/>
                </a:lnTo>
                <a:lnTo>
                  <a:pt x="54898" y="1818389"/>
                </a:lnTo>
                <a:lnTo>
                  <a:pt x="60421" y="1806347"/>
                </a:lnTo>
                <a:lnTo>
                  <a:pt x="65194" y="1794304"/>
                </a:lnTo>
                <a:lnTo>
                  <a:pt x="69176" y="1782262"/>
                </a:lnTo>
                <a:lnTo>
                  <a:pt x="72383" y="1770220"/>
                </a:lnTo>
                <a:lnTo>
                  <a:pt x="74877" y="1758177"/>
                </a:lnTo>
                <a:lnTo>
                  <a:pt x="76751" y="1746135"/>
                </a:lnTo>
                <a:lnTo>
                  <a:pt x="78108" y="1734093"/>
                </a:lnTo>
                <a:lnTo>
                  <a:pt x="79055" y="1722050"/>
                </a:lnTo>
                <a:lnTo>
                  <a:pt x="79690" y="1710008"/>
                </a:lnTo>
                <a:lnTo>
                  <a:pt x="80095" y="1697966"/>
                </a:lnTo>
                <a:lnTo>
                  <a:pt x="80338" y="1685923"/>
                </a:lnTo>
                <a:lnTo>
                  <a:pt x="80469" y="1673881"/>
                </a:lnTo>
                <a:lnTo>
                  <a:pt x="80521" y="1661839"/>
                </a:lnTo>
                <a:lnTo>
                  <a:pt x="80514" y="1649797"/>
                </a:lnTo>
                <a:lnTo>
                  <a:pt x="80457" y="1637754"/>
                </a:lnTo>
                <a:lnTo>
                  <a:pt x="80351" y="1625712"/>
                </a:lnTo>
                <a:lnTo>
                  <a:pt x="80192" y="1613670"/>
                </a:lnTo>
                <a:lnTo>
                  <a:pt x="79973" y="1601627"/>
                </a:lnTo>
                <a:lnTo>
                  <a:pt x="79686" y="1589585"/>
                </a:lnTo>
                <a:lnTo>
                  <a:pt x="79328" y="1577543"/>
                </a:lnTo>
                <a:lnTo>
                  <a:pt x="78898" y="1565500"/>
                </a:lnTo>
                <a:lnTo>
                  <a:pt x="78399" y="1553458"/>
                </a:lnTo>
                <a:lnTo>
                  <a:pt x="77842" y="1541416"/>
                </a:lnTo>
                <a:lnTo>
                  <a:pt x="77244" y="1529373"/>
                </a:lnTo>
                <a:lnTo>
                  <a:pt x="76625" y="1517331"/>
                </a:lnTo>
                <a:lnTo>
                  <a:pt x="76010" y="1505289"/>
                </a:lnTo>
                <a:lnTo>
                  <a:pt x="75423" y="1493246"/>
                </a:lnTo>
                <a:lnTo>
                  <a:pt x="74885" y="1481204"/>
                </a:lnTo>
                <a:lnTo>
                  <a:pt x="74414" y="1469162"/>
                </a:lnTo>
                <a:lnTo>
                  <a:pt x="74015" y="1457120"/>
                </a:lnTo>
                <a:lnTo>
                  <a:pt x="73690" y="1445077"/>
                </a:lnTo>
                <a:lnTo>
                  <a:pt x="73428" y="1433035"/>
                </a:lnTo>
                <a:lnTo>
                  <a:pt x="73211" y="1420993"/>
                </a:lnTo>
                <a:lnTo>
                  <a:pt x="73018" y="1408950"/>
                </a:lnTo>
                <a:lnTo>
                  <a:pt x="72825" y="1396908"/>
                </a:lnTo>
                <a:lnTo>
                  <a:pt x="72616" y="1384866"/>
                </a:lnTo>
                <a:lnTo>
                  <a:pt x="72377" y="1372823"/>
                </a:lnTo>
                <a:lnTo>
                  <a:pt x="72110" y="1360781"/>
                </a:lnTo>
                <a:lnTo>
                  <a:pt x="71825" y="1348739"/>
                </a:lnTo>
                <a:lnTo>
                  <a:pt x="71544" y="1336696"/>
                </a:lnTo>
                <a:lnTo>
                  <a:pt x="71295" y="1324654"/>
                </a:lnTo>
                <a:lnTo>
                  <a:pt x="71112" y="1312612"/>
                </a:lnTo>
                <a:lnTo>
                  <a:pt x="71024" y="1300570"/>
                </a:lnTo>
                <a:lnTo>
                  <a:pt x="71056" y="1288527"/>
                </a:lnTo>
                <a:lnTo>
                  <a:pt x="71222" y="1276485"/>
                </a:lnTo>
                <a:lnTo>
                  <a:pt x="71524" y="1264443"/>
                </a:lnTo>
                <a:lnTo>
                  <a:pt x="71948" y="1252400"/>
                </a:lnTo>
                <a:lnTo>
                  <a:pt x="72473" y="1240358"/>
                </a:lnTo>
                <a:lnTo>
                  <a:pt x="73064" y="1228316"/>
                </a:lnTo>
                <a:lnTo>
                  <a:pt x="73683" y="1216273"/>
                </a:lnTo>
                <a:lnTo>
                  <a:pt x="74291" y="1204231"/>
                </a:lnTo>
                <a:lnTo>
                  <a:pt x="74848" y="1192189"/>
                </a:lnTo>
                <a:lnTo>
                  <a:pt x="75319" y="1180146"/>
                </a:lnTo>
                <a:lnTo>
                  <a:pt x="75673" y="1168104"/>
                </a:lnTo>
                <a:lnTo>
                  <a:pt x="75882" y="1156062"/>
                </a:lnTo>
                <a:lnTo>
                  <a:pt x="75924" y="1144019"/>
                </a:lnTo>
                <a:lnTo>
                  <a:pt x="75778" y="1131977"/>
                </a:lnTo>
                <a:lnTo>
                  <a:pt x="75428" y="1119935"/>
                </a:lnTo>
                <a:lnTo>
                  <a:pt x="74862" y="1107893"/>
                </a:lnTo>
                <a:lnTo>
                  <a:pt x="74075" y="1095850"/>
                </a:lnTo>
                <a:lnTo>
                  <a:pt x="73072" y="1083808"/>
                </a:lnTo>
                <a:lnTo>
                  <a:pt x="71872" y="1071766"/>
                </a:lnTo>
                <a:lnTo>
                  <a:pt x="70508" y="1059723"/>
                </a:lnTo>
                <a:lnTo>
                  <a:pt x="69033" y="1047681"/>
                </a:lnTo>
                <a:lnTo>
                  <a:pt x="67516" y="1035639"/>
                </a:lnTo>
                <a:lnTo>
                  <a:pt x="66037" y="1023596"/>
                </a:lnTo>
                <a:lnTo>
                  <a:pt x="64686" y="1011554"/>
                </a:lnTo>
                <a:lnTo>
                  <a:pt x="63551" y="999512"/>
                </a:lnTo>
                <a:lnTo>
                  <a:pt x="62710" y="987469"/>
                </a:lnTo>
                <a:lnTo>
                  <a:pt x="62221" y="975427"/>
                </a:lnTo>
                <a:lnTo>
                  <a:pt x="62118" y="963385"/>
                </a:lnTo>
                <a:lnTo>
                  <a:pt x="62404" y="951343"/>
                </a:lnTo>
                <a:lnTo>
                  <a:pt x="63054" y="939300"/>
                </a:lnTo>
                <a:lnTo>
                  <a:pt x="64011" y="927258"/>
                </a:lnTo>
                <a:lnTo>
                  <a:pt x="65202" y="915216"/>
                </a:lnTo>
                <a:lnTo>
                  <a:pt x="66540" y="903173"/>
                </a:lnTo>
                <a:lnTo>
                  <a:pt x="67936" y="891131"/>
                </a:lnTo>
                <a:lnTo>
                  <a:pt x="69309" y="879089"/>
                </a:lnTo>
                <a:lnTo>
                  <a:pt x="70591" y="867046"/>
                </a:lnTo>
                <a:lnTo>
                  <a:pt x="71734" y="855004"/>
                </a:lnTo>
                <a:lnTo>
                  <a:pt x="72710" y="842962"/>
                </a:lnTo>
                <a:lnTo>
                  <a:pt x="73510" y="830919"/>
                </a:lnTo>
                <a:lnTo>
                  <a:pt x="74137" y="818877"/>
                </a:lnTo>
                <a:lnTo>
                  <a:pt x="74609" y="806835"/>
                </a:lnTo>
                <a:lnTo>
                  <a:pt x="74943" y="794792"/>
                </a:lnTo>
                <a:lnTo>
                  <a:pt x="75160" y="782750"/>
                </a:lnTo>
                <a:lnTo>
                  <a:pt x="75277" y="770708"/>
                </a:lnTo>
                <a:lnTo>
                  <a:pt x="75306" y="758666"/>
                </a:lnTo>
                <a:lnTo>
                  <a:pt x="75256" y="746623"/>
                </a:lnTo>
                <a:lnTo>
                  <a:pt x="75134" y="734581"/>
                </a:lnTo>
                <a:lnTo>
                  <a:pt x="74948" y="722539"/>
                </a:lnTo>
                <a:lnTo>
                  <a:pt x="74707" y="710496"/>
                </a:lnTo>
                <a:lnTo>
                  <a:pt x="74426" y="698454"/>
                </a:lnTo>
                <a:lnTo>
                  <a:pt x="74125" y="686412"/>
                </a:lnTo>
                <a:lnTo>
                  <a:pt x="73828" y="674369"/>
                </a:lnTo>
                <a:lnTo>
                  <a:pt x="73561" y="662327"/>
                </a:lnTo>
                <a:lnTo>
                  <a:pt x="73348" y="650285"/>
                </a:lnTo>
                <a:lnTo>
                  <a:pt x="73212" y="638242"/>
                </a:lnTo>
                <a:lnTo>
                  <a:pt x="73168" y="626200"/>
                </a:lnTo>
                <a:lnTo>
                  <a:pt x="73223" y="614158"/>
                </a:lnTo>
                <a:lnTo>
                  <a:pt x="73378" y="602116"/>
                </a:lnTo>
                <a:lnTo>
                  <a:pt x="73622" y="590073"/>
                </a:lnTo>
                <a:lnTo>
                  <a:pt x="73941" y="578031"/>
                </a:lnTo>
                <a:lnTo>
                  <a:pt x="74316" y="565989"/>
                </a:lnTo>
                <a:lnTo>
                  <a:pt x="74728" y="553946"/>
                </a:lnTo>
                <a:lnTo>
                  <a:pt x="75156" y="541904"/>
                </a:lnTo>
                <a:lnTo>
                  <a:pt x="75584" y="529862"/>
                </a:lnTo>
                <a:lnTo>
                  <a:pt x="76001" y="517819"/>
                </a:lnTo>
                <a:lnTo>
                  <a:pt x="76396" y="505777"/>
                </a:lnTo>
                <a:lnTo>
                  <a:pt x="76763" y="493735"/>
                </a:lnTo>
                <a:lnTo>
                  <a:pt x="77099" y="481692"/>
                </a:lnTo>
                <a:lnTo>
                  <a:pt x="77401" y="469650"/>
                </a:lnTo>
                <a:lnTo>
                  <a:pt x="77668" y="457608"/>
                </a:lnTo>
                <a:lnTo>
                  <a:pt x="77898" y="445565"/>
                </a:lnTo>
                <a:lnTo>
                  <a:pt x="78089" y="433523"/>
                </a:lnTo>
                <a:lnTo>
                  <a:pt x="78241" y="421481"/>
                </a:lnTo>
                <a:lnTo>
                  <a:pt x="78354" y="409439"/>
                </a:lnTo>
                <a:lnTo>
                  <a:pt x="78430" y="397396"/>
                </a:lnTo>
                <a:lnTo>
                  <a:pt x="78475" y="385354"/>
                </a:lnTo>
                <a:lnTo>
                  <a:pt x="78496" y="373312"/>
                </a:lnTo>
                <a:lnTo>
                  <a:pt x="78503" y="361269"/>
                </a:lnTo>
                <a:lnTo>
                  <a:pt x="78507" y="349227"/>
                </a:lnTo>
                <a:lnTo>
                  <a:pt x="78519" y="337185"/>
                </a:lnTo>
                <a:lnTo>
                  <a:pt x="78549" y="325142"/>
                </a:lnTo>
                <a:lnTo>
                  <a:pt x="78603" y="313100"/>
                </a:lnTo>
                <a:lnTo>
                  <a:pt x="78684" y="301058"/>
                </a:lnTo>
                <a:lnTo>
                  <a:pt x="78786" y="289015"/>
                </a:lnTo>
                <a:lnTo>
                  <a:pt x="78897" y="276973"/>
                </a:lnTo>
                <a:lnTo>
                  <a:pt x="78995" y="264931"/>
                </a:lnTo>
                <a:lnTo>
                  <a:pt x="79048" y="252889"/>
                </a:lnTo>
                <a:lnTo>
                  <a:pt x="79013" y="240846"/>
                </a:lnTo>
                <a:lnTo>
                  <a:pt x="78834" y="228804"/>
                </a:lnTo>
                <a:lnTo>
                  <a:pt x="78441" y="216762"/>
                </a:lnTo>
                <a:lnTo>
                  <a:pt x="77750" y="204719"/>
                </a:lnTo>
                <a:lnTo>
                  <a:pt x="76667" y="192677"/>
                </a:lnTo>
                <a:lnTo>
                  <a:pt x="75085" y="180635"/>
                </a:lnTo>
                <a:lnTo>
                  <a:pt x="72896" y="168592"/>
                </a:lnTo>
                <a:lnTo>
                  <a:pt x="69993" y="156550"/>
                </a:lnTo>
                <a:lnTo>
                  <a:pt x="66288" y="144508"/>
                </a:lnTo>
                <a:lnTo>
                  <a:pt x="61726" y="132465"/>
                </a:lnTo>
                <a:lnTo>
                  <a:pt x="56297" y="120423"/>
                </a:lnTo>
                <a:lnTo>
                  <a:pt x="50057" y="108381"/>
                </a:lnTo>
                <a:lnTo>
                  <a:pt x="43138" y="96338"/>
                </a:lnTo>
                <a:lnTo>
                  <a:pt x="35753" y="84296"/>
                </a:lnTo>
                <a:lnTo>
                  <a:pt x="28194" y="72254"/>
                </a:lnTo>
                <a:lnTo>
                  <a:pt x="20820" y="60212"/>
                </a:lnTo>
                <a:lnTo>
                  <a:pt x="14026" y="48169"/>
                </a:lnTo>
                <a:lnTo>
                  <a:pt x="8216" y="36127"/>
                </a:lnTo>
                <a:lnTo>
                  <a:pt x="3760" y="24085"/>
                </a:lnTo>
                <a:lnTo>
                  <a:pt x="957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30" y="12042"/>
                </a:lnTo>
                <a:lnTo>
                  <a:pt x="166026" y="24085"/>
                </a:lnTo>
                <a:lnTo>
                  <a:pt x="161570" y="36127"/>
                </a:lnTo>
                <a:lnTo>
                  <a:pt x="155760" y="48169"/>
                </a:lnTo>
                <a:lnTo>
                  <a:pt x="148967" y="60212"/>
                </a:lnTo>
                <a:lnTo>
                  <a:pt x="141592" y="72254"/>
                </a:lnTo>
                <a:lnTo>
                  <a:pt x="134034" y="84296"/>
                </a:lnTo>
                <a:lnTo>
                  <a:pt x="126649" y="96338"/>
                </a:lnTo>
                <a:lnTo>
                  <a:pt x="119729" y="108381"/>
                </a:lnTo>
                <a:lnTo>
                  <a:pt x="113489" y="120423"/>
                </a:lnTo>
                <a:lnTo>
                  <a:pt x="108060" y="132465"/>
                </a:lnTo>
                <a:lnTo>
                  <a:pt x="103498" y="144508"/>
                </a:lnTo>
                <a:lnTo>
                  <a:pt x="99794" y="156550"/>
                </a:lnTo>
                <a:lnTo>
                  <a:pt x="96891" y="168592"/>
                </a:lnTo>
                <a:lnTo>
                  <a:pt x="94701" y="180635"/>
                </a:lnTo>
                <a:lnTo>
                  <a:pt x="93119" y="192677"/>
                </a:lnTo>
                <a:lnTo>
                  <a:pt x="92036" y="204719"/>
                </a:lnTo>
                <a:lnTo>
                  <a:pt x="91346" y="216762"/>
                </a:lnTo>
                <a:lnTo>
                  <a:pt x="90953" y="228804"/>
                </a:lnTo>
                <a:lnTo>
                  <a:pt x="90773" y="240846"/>
                </a:lnTo>
                <a:lnTo>
                  <a:pt x="90738" y="252889"/>
                </a:lnTo>
                <a:lnTo>
                  <a:pt x="90792" y="264931"/>
                </a:lnTo>
                <a:lnTo>
                  <a:pt x="90890" y="276973"/>
                </a:lnTo>
                <a:lnTo>
                  <a:pt x="91001" y="289015"/>
                </a:lnTo>
                <a:lnTo>
                  <a:pt x="91103" y="301058"/>
                </a:lnTo>
                <a:lnTo>
                  <a:pt x="91183" y="313100"/>
                </a:lnTo>
                <a:lnTo>
                  <a:pt x="91237" y="325142"/>
                </a:lnTo>
                <a:lnTo>
                  <a:pt x="91267" y="337185"/>
                </a:lnTo>
                <a:lnTo>
                  <a:pt x="91279" y="349227"/>
                </a:lnTo>
                <a:lnTo>
                  <a:pt x="91283" y="361269"/>
                </a:lnTo>
                <a:lnTo>
                  <a:pt x="91290" y="373312"/>
                </a:lnTo>
                <a:lnTo>
                  <a:pt x="91311" y="385354"/>
                </a:lnTo>
                <a:lnTo>
                  <a:pt x="91356" y="397396"/>
                </a:lnTo>
                <a:lnTo>
                  <a:pt x="91433" y="409439"/>
                </a:lnTo>
                <a:lnTo>
                  <a:pt x="91546" y="421481"/>
                </a:lnTo>
                <a:lnTo>
                  <a:pt x="91697" y="433523"/>
                </a:lnTo>
                <a:lnTo>
                  <a:pt x="91888" y="445565"/>
                </a:lnTo>
                <a:lnTo>
                  <a:pt x="92118" y="457608"/>
                </a:lnTo>
                <a:lnTo>
                  <a:pt x="92385" y="469650"/>
                </a:lnTo>
                <a:lnTo>
                  <a:pt x="92688" y="481692"/>
                </a:lnTo>
                <a:lnTo>
                  <a:pt x="93024" y="493735"/>
                </a:lnTo>
                <a:lnTo>
                  <a:pt x="93391" y="505777"/>
                </a:lnTo>
                <a:lnTo>
                  <a:pt x="93786" y="517819"/>
                </a:lnTo>
                <a:lnTo>
                  <a:pt x="94202" y="529862"/>
                </a:lnTo>
                <a:lnTo>
                  <a:pt x="94631" y="541904"/>
                </a:lnTo>
                <a:lnTo>
                  <a:pt x="95059" y="553946"/>
                </a:lnTo>
                <a:lnTo>
                  <a:pt x="95470" y="565989"/>
                </a:lnTo>
                <a:lnTo>
                  <a:pt x="95846" y="578031"/>
                </a:lnTo>
                <a:lnTo>
                  <a:pt x="96165" y="590073"/>
                </a:lnTo>
                <a:lnTo>
                  <a:pt x="96409" y="602116"/>
                </a:lnTo>
                <a:lnTo>
                  <a:pt x="96563" y="614158"/>
                </a:lnTo>
                <a:lnTo>
                  <a:pt x="96619" y="626200"/>
                </a:lnTo>
                <a:lnTo>
                  <a:pt x="96575" y="638242"/>
                </a:lnTo>
                <a:lnTo>
                  <a:pt x="96439" y="650285"/>
                </a:lnTo>
                <a:lnTo>
                  <a:pt x="96226" y="662327"/>
                </a:lnTo>
                <a:lnTo>
                  <a:pt x="95958" y="674369"/>
                </a:lnTo>
                <a:lnTo>
                  <a:pt x="95661" y="686412"/>
                </a:lnTo>
                <a:lnTo>
                  <a:pt x="95360" y="698454"/>
                </a:lnTo>
                <a:lnTo>
                  <a:pt x="95080" y="710496"/>
                </a:lnTo>
                <a:lnTo>
                  <a:pt x="94839" y="722539"/>
                </a:lnTo>
                <a:lnTo>
                  <a:pt x="94652" y="734581"/>
                </a:lnTo>
                <a:lnTo>
                  <a:pt x="94530" y="746623"/>
                </a:lnTo>
                <a:lnTo>
                  <a:pt x="94480" y="758666"/>
                </a:lnTo>
                <a:lnTo>
                  <a:pt x="94509" y="770708"/>
                </a:lnTo>
                <a:lnTo>
                  <a:pt x="94626" y="782750"/>
                </a:lnTo>
                <a:lnTo>
                  <a:pt x="94843" y="794792"/>
                </a:lnTo>
                <a:lnTo>
                  <a:pt x="95178" y="806835"/>
                </a:lnTo>
                <a:lnTo>
                  <a:pt x="95649" y="818877"/>
                </a:lnTo>
                <a:lnTo>
                  <a:pt x="96277" y="830919"/>
                </a:lnTo>
                <a:lnTo>
                  <a:pt x="97076" y="842962"/>
                </a:lnTo>
                <a:lnTo>
                  <a:pt x="98052" y="855004"/>
                </a:lnTo>
                <a:lnTo>
                  <a:pt x="99196" y="867046"/>
                </a:lnTo>
                <a:lnTo>
                  <a:pt x="100478" y="879089"/>
                </a:lnTo>
                <a:lnTo>
                  <a:pt x="101850" y="891131"/>
                </a:lnTo>
                <a:lnTo>
                  <a:pt x="103246" y="903173"/>
                </a:lnTo>
                <a:lnTo>
                  <a:pt x="104584" y="915216"/>
                </a:lnTo>
                <a:lnTo>
                  <a:pt x="105775" y="927258"/>
                </a:lnTo>
                <a:lnTo>
                  <a:pt x="106733" y="939300"/>
                </a:lnTo>
                <a:lnTo>
                  <a:pt x="107382" y="951343"/>
                </a:lnTo>
                <a:lnTo>
                  <a:pt x="107669" y="963385"/>
                </a:lnTo>
                <a:lnTo>
                  <a:pt x="107566" y="975427"/>
                </a:lnTo>
                <a:lnTo>
                  <a:pt x="107077" y="987469"/>
                </a:lnTo>
                <a:lnTo>
                  <a:pt x="106235" y="999512"/>
                </a:lnTo>
                <a:lnTo>
                  <a:pt x="105100" y="1011554"/>
                </a:lnTo>
                <a:lnTo>
                  <a:pt x="103749" y="1023596"/>
                </a:lnTo>
                <a:lnTo>
                  <a:pt x="102271" y="1035639"/>
                </a:lnTo>
                <a:lnTo>
                  <a:pt x="100753" y="1047681"/>
                </a:lnTo>
                <a:lnTo>
                  <a:pt x="99279" y="1059723"/>
                </a:lnTo>
                <a:lnTo>
                  <a:pt x="97915" y="1071766"/>
                </a:lnTo>
                <a:lnTo>
                  <a:pt x="96714" y="1083808"/>
                </a:lnTo>
                <a:lnTo>
                  <a:pt x="95711" y="1095850"/>
                </a:lnTo>
                <a:lnTo>
                  <a:pt x="94924" y="1107893"/>
                </a:lnTo>
                <a:lnTo>
                  <a:pt x="94358" y="1119935"/>
                </a:lnTo>
                <a:lnTo>
                  <a:pt x="94008" y="1131977"/>
                </a:lnTo>
                <a:lnTo>
                  <a:pt x="93863" y="1144019"/>
                </a:lnTo>
                <a:lnTo>
                  <a:pt x="93904" y="1156062"/>
                </a:lnTo>
                <a:lnTo>
                  <a:pt x="94114" y="1168104"/>
                </a:lnTo>
                <a:lnTo>
                  <a:pt x="94468" y="1180146"/>
                </a:lnTo>
                <a:lnTo>
                  <a:pt x="94939" y="1192189"/>
                </a:lnTo>
                <a:lnTo>
                  <a:pt x="95496" y="1204231"/>
                </a:lnTo>
                <a:lnTo>
                  <a:pt x="96104" y="1216273"/>
                </a:lnTo>
                <a:lnTo>
                  <a:pt x="96723" y="1228316"/>
                </a:lnTo>
                <a:lnTo>
                  <a:pt x="97314" y="1240358"/>
                </a:lnTo>
                <a:lnTo>
                  <a:pt x="97838" y="1252400"/>
                </a:lnTo>
                <a:lnTo>
                  <a:pt x="98263" y="1264443"/>
                </a:lnTo>
                <a:lnTo>
                  <a:pt x="98564" y="1276485"/>
                </a:lnTo>
                <a:lnTo>
                  <a:pt x="98731" y="1288527"/>
                </a:lnTo>
                <a:lnTo>
                  <a:pt x="98763" y="1300570"/>
                </a:lnTo>
                <a:lnTo>
                  <a:pt x="98675" y="1312612"/>
                </a:lnTo>
                <a:lnTo>
                  <a:pt x="98491" y="1324654"/>
                </a:lnTo>
                <a:lnTo>
                  <a:pt x="98242" y="1336696"/>
                </a:lnTo>
                <a:lnTo>
                  <a:pt x="97961" y="1348739"/>
                </a:lnTo>
                <a:lnTo>
                  <a:pt x="97676" y="1360781"/>
                </a:lnTo>
                <a:lnTo>
                  <a:pt x="97409" y="1372823"/>
                </a:lnTo>
                <a:lnTo>
                  <a:pt x="97171" y="1384866"/>
                </a:lnTo>
                <a:lnTo>
                  <a:pt x="96961" y="1396908"/>
                </a:lnTo>
                <a:lnTo>
                  <a:pt x="96769" y="1408950"/>
                </a:lnTo>
                <a:lnTo>
                  <a:pt x="96575" y="1420993"/>
                </a:lnTo>
                <a:lnTo>
                  <a:pt x="96358" y="1433035"/>
                </a:lnTo>
                <a:lnTo>
                  <a:pt x="96096" y="1445077"/>
                </a:lnTo>
                <a:lnTo>
                  <a:pt x="95771" y="1457120"/>
                </a:lnTo>
                <a:lnTo>
                  <a:pt x="95373" y="1469162"/>
                </a:lnTo>
                <a:lnTo>
                  <a:pt x="94901" y="1481204"/>
                </a:lnTo>
                <a:lnTo>
                  <a:pt x="94363" y="1493246"/>
                </a:lnTo>
                <a:lnTo>
                  <a:pt x="93776" y="1505289"/>
                </a:lnTo>
                <a:lnTo>
                  <a:pt x="93161" y="1517331"/>
                </a:lnTo>
                <a:lnTo>
                  <a:pt x="92542" y="1529373"/>
                </a:lnTo>
                <a:lnTo>
                  <a:pt x="91944" y="1541416"/>
                </a:lnTo>
                <a:lnTo>
                  <a:pt x="91388" y="1553458"/>
                </a:lnTo>
                <a:lnTo>
                  <a:pt x="90889" y="1565500"/>
                </a:lnTo>
                <a:lnTo>
                  <a:pt x="90458" y="1577543"/>
                </a:lnTo>
                <a:lnTo>
                  <a:pt x="90100" y="1589585"/>
                </a:lnTo>
                <a:lnTo>
                  <a:pt x="89814" y="1601627"/>
                </a:lnTo>
                <a:lnTo>
                  <a:pt x="89595" y="1613670"/>
                </a:lnTo>
                <a:lnTo>
                  <a:pt x="89435" y="1625712"/>
                </a:lnTo>
                <a:lnTo>
                  <a:pt x="89330" y="1637754"/>
                </a:lnTo>
                <a:lnTo>
                  <a:pt x="89273" y="1649797"/>
                </a:lnTo>
                <a:lnTo>
                  <a:pt x="89266" y="1661839"/>
                </a:lnTo>
                <a:lnTo>
                  <a:pt x="89318" y="1673881"/>
                </a:lnTo>
                <a:lnTo>
                  <a:pt x="89448" y="1685923"/>
                </a:lnTo>
                <a:lnTo>
                  <a:pt x="89691" y="1697966"/>
                </a:lnTo>
                <a:lnTo>
                  <a:pt x="90097" y="1710008"/>
                </a:lnTo>
                <a:lnTo>
                  <a:pt x="90731" y="1722050"/>
                </a:lnTo>
                <a:lnTo>
                  <a:pt x="91678" y="1734093"/>
                </a:lnTo>
                <a:lnTo>
                  <a:pt x="93036" y="1746135"/>
                </a:lnTo>
                <a:lnTo>
                  <a:pt x="94909" y="1758177"/>
                </a:lnTo>
                <a:lnTo>
                  <a:pt x="97404" y="1770220"/>
                </a:lnTo>
                <a:lnTo>
                  <a:pt x="100611" y="1782262"/>
                </a:lnTo>
                <a:lnTo>
                  <a:pt x="104592" y="1794304"/>
                </a:lnTo>
                <a:lnTo>
                  <a:pt x="109366" y="1806347"/>
                </a:lnTo>
                <a:lnTo>
                  <a:pt x="114889" y="1818389"/>
                </a:lnTo>
                <a:lnTo>
                  <a:pt x="121047" y="1830431"/>
                </a:lnTo>
                <a:lnTo>
                  <a:pt x="127648" y="1842473"/>
                </a:lnTo>
                <a:lnTo>
                  <a:pt x="134426" y="1854516"/>
                </a:lnTo>
                <a:lnTo>
                  <a:pt x="141057" y="1866558"/>
                </a:lnTo>
                <a:lnTo>
                  <a:pt x="147176" y="1878600"/>
                </a:lnTo>
                <a:lnTo>
                  <a:pt x="152417" y="1890643"/>
                </a:lnTo>
                <a:lnTo>
                  <a:pt x="156440" y="1902685"/>
                </a:lnTo>
                <a:lnTo>
                  <a:pt x="158973" y="1914727"/>
                </a:lnTo>
                <a:lnTo>
                  <a:pt x="159838" y="1926770"/>
                </a:lnTo>
                <a:lnTo>
                  <a:pt x="159838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3" name="data_4494">
            <a:extLst>
              <a:ext uri="{FF2B5EF4-FFF2-40B4-BE49-F238E27FC236}">
                <a16:creationId xmlns:a16="http://schemas.microsoft.com/office/drawing/2014/main" id="{8D33A0FB-4186-46E4-8D82-86E957197DF2}"/>
              </a:ext>
            </a:extLst>
          </p:cNvPr>
          <p:cNvSpPr>
            <a:spLocks noGrp="1"/>
          </p:cNvSpPr>
          <p:nvPr/>
        </p:nvSpPr>
        <p:spPr>
          <a:xfrm>
            <a:off x="7976405" y="1837726"/>
            <a:ext cx="169787" cy="1926770"/>
          </a:xfrm>
          <a:custGeom>
            <a:pathLst>
              <a:path w="169787" h="1926770">
                <a:moveTo>
                  <a:pt x="121326" y="1926770"/>
                </a:moveTo>
                <a:lnTo>
                  <a:pt x="48460" y="1926770"/>
                </a:lnTo>
                <a:lnTo>
                  <a:pt x="48876" y="1914727"/>
                </a:lnTo>
                <a:lnTo>
                  <a:pt x="50093" y="1902685"/>
                </a:lnTo>
                <a:lnTo>
                  <a:pt x="52027" y="1890643"/>
                </a:lnTo>
                <a:lnTo>
                  <a:pt x="54546" y="1878600"/>
                </a:lnTo>
                <a:lnTo>
                  <a:pt x="57487" y="1866558"/>
                </a:lnTo>
                <a:lnTo>
                  <a:pt x="60672" y="1854516"/>
                </a:lnTo>
                <a:lnTo>
                  <a:pt x="63924" y="1842473"/>
                </a:lnTo>
                <a:lnTo>
                  <a:pt x="67084" y="1830431"/>
                </a:lnTo>
                <a:lnTo>
                  <a:pt x="70021" y="1818389"/>
                </a:lnTo>
                <a:lnTo>
                  <a:pt x="72641" y="1806347"/>
                </a:lnTo>
                <a:lnTo>
                  <a:pt x="74883" y="1794304"/>
                </a:lnTo>
                <a:lnTo>
                  <a:pt x="76726" y="1782262"/>
                </a:lnTo>
                <a:lnTo>
                  <a:pt x="78177" y="1770220"/>
                </a:lnTo>
                <a:lnTo>
                  <a:pt x="79267" y="1758177"/>
                </a:lnTo>
                <a:lnTo>
                  <a:pt x="80044" y="1746135"/>
                </a:lnTo>
                <a:lnTo>
                  <a:pt x="80564" y="1734093"/>
                </a:lnTo>
                <a:lnTo>
                  <a:pt x="80884" y="1722050"/>
                </a:lnTo>
                <a:lnTo>
                  <a:pt x="81061" y="1710008"/>
                </a:lnTo>
                <a:lnTo>
                  <a:pt x="81146" y="1697966"/>
                </a:lnTo>
                <a:lnTo>
                  <a:pt x="81180" y="1685923"/>
                </a:lnTo>
                <a:lnTo>
                  <a:pt x="81195" y="1673881"/>
                </a:lnTo>
                <a:lnTo>
                  <a:pt x="81217" y="1661839"/>
                </a:lnTo>
                <a:lnTo>
                  <a:pt x="81258" y="1649797"/>
                </a:lnTo>
                <a:lnTo>
                  <a:pt x="81326" y="1637754"/>
                </a:lnTo>
                <a:lnTo>
                  <a:pt x="81419" y="1625712"/>
                </a:lnTo>
                <a:lnTo>
                  <a:pt x="81533" y="1613670"/>
                </a:lnTo>
                <a:lnTo>
                  <a:pt x="81657" y="1601627"/>
                </a:lnTo>
                <a:lnTo>
                  <a:pt x="81780" y="1589585"/>
                </a:lnTo>
                <a:lnTo>
                  <a:pt x="81889" y="1577543"/>
                </a:lnTo>
                <a:lnTo>
                  <a:pt x="81973" y="1565500"/>
                </a:lnTo>
                <a:lnTo>
                  <a:pt x="82022" y="1553458"/>
                </a:lnTo>
                <a:lnTo>
                  <a:pt x="82029" y="1541416"/>
                </a:lnTo>
                <a:lnTo>
                  <a:pt x="81991" y="1529373"/>
                </a:lnTo>
                <a:lnTo>
                  <a:pt x="81906" y="1517331"/>
                </a:lnTo>
                <a:lnTo>
                  <a:pt x="81778" y="1505289"/>
                </a:lnTo>
                <a:lnTo>
                  <a:pt x="81613" y="1493246"/>
                </a:lnTo>
                <a:lnTo>
                  <a:pt x="81419" y="1481204"/>
                </a:lnTo>
                <a:lnTo>
                  <a:pt x="81206" y="1469162"/>
                </a:lnTo>
                <a:lnTo>
                  <a:pt x="80986" y="1457120"/>
                </a:lnTo>
                <a:lnTo>
                  <a:pt x="80770" y="1445077"/>
                </a:lnTo>
                <a:lnTo>
                  <a:pt x="80569" y="1433035"/>
                </a:lnTo>
                <a:lnTo>
                  <a:pt x="80392" y="1420993"/>
                </a:lnTo>
                <a:lnTo>
                  <a:pt x="80246" y="1408950"/>
                </a:lnTo>
                <a:lnTo>
                  <a:pt x="80136" y="1396908"/>
                </a:lnTo>
                <a:lnTo>
                  <a:pt x="80066" y="1384866"/>
                </a:lnTo>
                <a:lnTo>
                  <a:pt x="80037" y="1372823"/>
                </a:lnTo>
                <a:lnTo>
                  <a:pt x="80048" y="1360781"/>
                </a:lnTo>
                <a:lnTo>
                  <a:pt x="80097" y="1348739"/>
                </a:lnTo>
                <a:lnTo>
                  <a:pt x="80181" y="1336696"/>
                </a:lnTo>
                <a:lnTo>
                  <a:pt x="80298" y="1324654"/>
                </a:lnTo>
                <a:lnTo>
                  <a:pt x="80445" y="1312612"/>
                </a:lnTo>
                <a:lnTo>
                  <a:pt x="80616" y="1300570"/>
                </a:lnTo>
                <a:lnTo>
                  <a:pt x="80810" y="1288527"/>
                </a:lnTo>
                <a:lnTo>
                  <a:pt x="81021" y="1276485"/>
                </a:lnTo>
                <a:lnTo>
                  <a:pt x="81244" y="1264443"/>
                </a:lnTo>
                <a:lnTo>
                  <a:pt x="81473" y="1252400"/>
                </a:lnTo>
                <a:lnTo>
                  <a:pt x="81701" y="1240358"/>
                </a:lnTo>
                <a:lnTo>
                  <a:pt x="81920" y="1228316"/>
                </a:lnTo>
                <a:lnTo>
                  <a:pt x="82120" y="1216273"/>
                </a:lnTo>
                <a:lnTo>
                  <a:pt x="82292" y="1204231"/>
                </a:lnTo>
                <a:lnTo>
                  <a:pt x="82426" y="1192189"/>
                </a:lnTo>
                <a:lnTo>
                  <a:pt x="82511" y="1180146"/>
                </a:lnTo>
                <a:lnTo>
                  <a:pt x="82535" y="1168104"/>
                </a:lnTo>
                <a:lnTo>
                  <a:pt x="82489" y="1156062"/>
                </a:lnTo>
                <a:lnTo>
                  <a:pt x="82361" y="1144019"/>
                </a:lnTo>
                <a:lnTo>
                  <a:pt x="82144" y="1131977"/>
                </a:lnTo>
                <a:lnTo>
                  <a:pt x="81829" y="1119935"/>
                </a:lnTo>
                <a:lnTo>
                  <a:pt x="81412" y="1107893"/>
                </a:lnTo>
                <a:lnTo>
                  <a:pt x="80891" y="1095850"/>
                </a:lnTo>
                <a:lnTo>
                  <a:pt x="80272" y="1083808"/>
                </a:lnTo>
                <a:lnTo>
                  <a:pt x="79565" y="1071766"/>
                </a:lnTo>
                <a:lnTo>
                  <a:pt x="78788" y="1059723"/>
                </a:lnTo>
                <a:lnTo>
                  <a:pt x="77966" y="1047681"/>
                </a:lnTo>
                <a:lnTo>
                  <a:pt x="77131" y="1035639"/>
                </a:lnTo>
                <a:lnTo>
                  <a:pt x="76321" y="1023596"/>
                </a:lnTo>
                <a:lnTo>
                  <a:pt x="75576" y="1011554"/>
                </a:lnTo>
                <a:lnTo>
                  <a:pt x="74934" y="999512"/>
                </a:lnTo>
                <a:lnTo>
                  <a:pt x="74432" y="987469"/>
                </a:lnTo>
                <a:lnTo>
                  <a:pt x="74098" y="975427"/>
                </a:lnTo>
                <a:lnTo>
                  <a:pt x="73947" y="963385"/>
                </a:lnTo>
                <a:lnTo>
                  <a:pt x="73986" y="951343"/>
                </a:lnTo>
                <a:lnTo>
                  <a:pt x="74204" y="939300"/>
                </a:lnTo>
                <a:lnTo>
                  <a:pt x="74583" y="927258"/>
                </a:lnTo>
                <a:lnTo>
                  <a:pt x="75090" y="915216"/>
                </a:lnTo>
                <a:lnTo>
                  <a:pt x="75689" y="903173"/>
                </a:lnTo>
                <a:lnTo>
                  <a:pt x="76339" y="891131"/>
                </a:lnTo>
                <a:lnTo>
                  <a:pt x="76998" y="879089"/>
                </a:lnTo>
                <a:lnTo>
                  <a:pt x="77629" y="867046"/>
                </a:lnTo>
                <a:lnTo>
                  <a:pt x="78199" y="855004"/>
                </a:lnTo>
                <a:lnTo>
                  <a:pt x="78682" y="842962"/>
                </a:lnTo>
                <a:lnTo>
                  <a:pt x="79056" y="830919"/>
                </a:lnTo>
                <a:lnTo>
                  <a:pt x="79308" y="818877"/>
                </a:lnTo>
                <a:lnTo>
                  <a:pt x="79427" y="806835"/>
                </a:lnTo>
                <a:lnTo>
                  <a:pt x="79408" y="794792"/>
                </a:lnTo>
                <a:lnTo>
                  <a:pt x="79247" y="782750"/>
                </a:lnTo>
                <a:lnTo>
                  <a:pt x="78947" y="770708"/>
                </a:lnTo>
                <a:lnTo>
                  <a:pt x="78514" y="758666"/>
                </a:lnTo>
                <a:lnTo>
                  <a:pt x="77960" y="746623"/>
                </a:lnTo>
                <a:lnTo>
                  <a:pt x="77303" y="734581"/>
                </a:lnTo>
                <a:lnTo>
                  <a:pt x="76569" y="722539"/>
                </a:lnTo>
                <a:lnTo>
                  <a:pt x="75790" y="710496"/>
                </a:lnTo>
                <a:lnTo>
                  <a:pt x="75005" y="698454"/>
                </a:lnTo>
                <a:lnTo>
                  <a:pt x="74256" y="686412"/>
                </a:lnTo>
                <a:lnTo>
                  <a:pt x="73585" y="674369"/>
                </a:lnTo>
                <a:lnTo>
                  <a:pt x="73031" y="662327"/>
                </a:lnTo>
                <a:lnTo>
                  <a:pt x="72628" y="650285"/>
                </a:lnTo>
                <a:lnTo>
                  <a:pt x="72398" y="638242"/>
                </a:lnTo>
                <a:lnTo>
                  <a:pt x="72351" y="626200"/>
                </a:lnTo>
                <a:lnTo>
                  <a:pt x="72486" y="614158"/>
                </a:lnTo>
                <a:lnTo>
                  <a:pt x="72786" y="602116"/>
                </a:lnTo>
                <a:lnTo>
                  <a:pt x="73227" y="590073"/>
                </a:lnTo>
                <a:lnTo>
                  <a:pt x="73776" y="578031"/>
                </a:lnTo>
                <a:lnTo>
                  <a:pt x="74398" y="565989"/>
                </a:lnTo>
                <a:lnTo>
                  <a:pt x="75054" y="553946"/>
                </a:lnTo>
                <a:lnTo>
                  <a:pt x="75711" y="541904"/>
                </a:lnTo>
                <a:lnTo>
                  <a:pt x="76341" y="529862"/>
                </a:lnTo>
                <a:lnTo>
                  <a:pt x="76920" y="517819"/>
                </a:lnTo>
                <a:lnTo>
                  <a:pt x="77432" y="505777"/>
                </a:lnTo>
                <a:lnTo>
                  <a:pt x="77870" y="493735"/>
                </a:lnTo>
                <a:lnTo>
                  <a:pt x="78228" y="481692"/>
                </a:lnTo>
                <a:lnTo>
                  <a:pt x="78509" y="469650"/>
                </a:lnTo>
                <a:lnTo>
                  <a:pt x="78718" y="457608"/>
                </a:lnTo>
                <a:lnTo>
                  <a:pt x="78863" y="445565"/>
                </a:lnTo>
                <a:lnTo>
                  <a:pt x="78952" y="433523"/>
                </a:lnTo>
                <a:lnTo>
                  <a:pt x="78996" y="421481"/>
                </a:lnTo>
                <a:lnTo>
                  <a:pt x="79007" y="409439"/>
                </a:lnTo>
                <a:lnTo>
                  <a:pt x="78996" y="397396"/>
                </a:lnTo>
                <a:lnTo>
                  <a:pt x="78974" y="385354"/>
                </a:lnTo>
                <a:lnTo>
                  <a:pt x="78952" y="373312"/>
                </a:lnTo>
                <a:lnTo>
                  <a:pt x="78940" y="361269"/>
                </a:lnTo>
                <a:lnTo>
                  <a:pt x="78948" y="349227"/>
                </a:lnTo>
                <a:lnTo>
                  <a:pt x="78981" y="337185"/>
                </a:lnTo>
                <a:lnTo>
                  <a:pt x="79047" y="325142"/>
                </a:lnTo>
                <a:lnTo>
                  <a:pt x="79146" y="313100"/>
                </a:lnTo>
                <a:lnTo>
                  <a:pt x="79278" y="301058"/>
                </a:lnTo>
                <a:lnTo>
                  <a:pt x="79436" y="289015"/>
                </a:lnTo>
                <a:lnTo>
                  <a:pt x="79607" y="276973"/>
                </a:lnTo>
                <a:lnTo>
                  <a:pt x="79770" y="264931"/>
                </a:lnTo>
                <a:lnTo>
                  <a:pt x="79895" y="252889"/>
                </a:lnTo>
                <a:lnTo>
                  <a:pt x="79940" y="240846"/>
                </a:lnTo>
                <a:lnTo>
                  <a:pt x="79848" y="228804"/>
                </a:lnTo>
                <a:lnTo>
                  <a:pt x="79548" y="216762"/>
                </a:lnTo>
                <a:lnTo>
                  <a:pt x="78952" y="204719"/>
                </a:lnTo>
                <a:lnTo>
                  <a:pt x="77959" y="192677"/>
                </a:lnTo>
                <a:lnTo>
                  <a:pt x="76454" y="180635"/>
                </a:lnTo>
                <a:lnTo>
                  <a:pt x="74320" y="168592"/>
                </a:lnTo>
                <a:lnTo>
                  <a:pt x="71443" y="156550"/>
                </a:lnTo>
                <a:lnTo>
                  <a:pt x="67728" y="144508"/>
                </a:lnTo>
                <a:lnTo>
                  <a:pt x="63116" y="132465"/>
                </a:lnTo>
                <a:lnTo>
                  <a:pt x="57596" y="120423"/>
                </a:lnTo>
                <a:lnTo>
                  <a:pt x="51230" y="108381"/>
                </a:lnTo>
                <a:lnTo>
                  <a:pt x="44155" y="96338"/>
                </a:lnTo>
                <a:lnTo>
                  <a:pt x="36595" y="84296"/>
                </a:lnTo>
                <a:lnTo>
                  <a:pt x="28855" y="72254"/>
                </a:lnTo>
                <a:lnTo>
                  <a:pt x="21304" y="60212"/>
                </a:lnTo>
                <a:lnTo>
                  <a:pt x="14349" y="48169"/>
                </a:lnTo>
                <a:lnTo>
                  <a:pt x="8404" y="36127"/>
                </a:lnTo>
                <a:lnTo>
                  <a:pt x="3845" y="24085"/>
                </a:lnTo>
                <a:lnTo>
                  <a:pt x="978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08" y="12042"/>
                </a:lnTo>
                <a:lnTo>
                  <a:pt x="165941" y="24085"/>
                </a:lnTo>
                <a:lnTo>
                  <a:pt x="161383" y="36127"/>
                </a:lnTo>
                <a:lnTo>
                  <a:pt x="155438" y="48169"/>
                </a:lnTo>
                <a:lnTo>
                  <a:pt x="148483" y="60212"/>
                </a:lnTo>
                <a:lnTo>
                  <a:pt x="140932" y="72254"/>
                </a:lnTo>
                <a:lnTo>
                  <a:pt x="133191" y="84296"/>
                </a:lnTo>
                <a:lnTo>
                  <a:pt x="125632" y="96338"/>
                </a:lnTo>
                <a:lnTo>
                  <a:pt x="118557" y="108381"/>
                </a:lnTo>
                <a:lnTo>
                  <a:pt x="112190" y="120423"/>
                </a:lnTo>
                <a:lnTo>
                  <a:pt x="106671" y="132465"/>
                </a:lnTo>
                <a:lnTo>
                  <a:pt x="102058" y="144508"/>
                </a:lnTo>
                <a:lnTo>
                  <a:pt x="98343" y="156550"/>
                </a:lnTo>
                <a:lnTo>
                  <a:pt x="95466" y="168592"/>
                </a:lnTo>
                <a:lnTo>
                  <a:pt x="93332" y="180635"/>
                </a:lnTo>
                <a:lnTo>
                  <a:pt x="91828" y="192677"/>
                </a:lnTo>
                <a:lnTo>
                  <a:pt x="90834" y="204719"/>
                </a:lnTo>
                <a:lnTo>
                  <a:pt x="90239" y="216762"/>
                </a:lnTo>
                <a:lnTo>
                  <a:pt x="89939" y="228804"/>
                </a:lnTo>
                <a:lnTo>
                  <a:pt x="89847" y="240846"/>
                </a:lnTo>
                <a:lnTo>
                  <a:pt x="89891" y="252889"/>
                </a:lnTo>
                <a:lnTo>
                  <a:pt x="90016" y="264931"/>
                </a:lnTo>
                <a:lnTo>
                  <a:pt x="90179" y="276973"/>
                </a:lnTo>
                <a:lnTo>
                  <a:pt x="90350" y="289015"/>
                </a:lnTo>
                <a:lnTo>
                  <a:pt x="90508" y="301058"/>
                </a:lnTo>
                <a:lnTo>
                  <a:pt x="90640" y="313100"/>
                </a:lnTo>
                <a:lnTo>
                  <a:pt x="90740" y="325142"/>
                </a:lnTo>
                <a:lnTo>
                  <a:pt x="90805" y="337185"/>
                </a:lnTo>
                <a:lnTo>
                  <a:pt x="90839" y="349227"/>
                </a:lnTo>
                <a:lnTo>
                  <a:pt x="90846" y="361269"/>
                </a:lnTo>
                <a:lnTo>
                  <a:pt x="90834" y="373312"/>
                </a:lnTo>
                <a:lnTo>
                  <a:pt x="90812" y="385354"/>
                </a:lnTo>
                <a:lnTo>
                  <a:pt x="90790" y="397396"/>
                </a:lnTo>
                <a:lnTo>
                  <a:pt x="90779" y="409439"/>
                </a:lnTo>
                <a:lnTo>
                  <a:pt x="90790" y="421481"/>
                </a:lnTo>
                <a:lnTo>
                  <a:pt x="90835" y="433523"/>
                </a:lnTo>
                <a:lnTo>
                  <a:pt x="90924" y="445565"/>
                </a:lnTo>
                <a:lnTo>
                  <a:pt x="91068" y="457608"/>
                </a:lnTo>
                <a:lnTo>
                  <a:pt x="91277" y="469650"/>
                </a:lnTo>
                <a:lnTo>
                  <a:pt x="91558" y="481692"/>
                </a:lnTo>
                <a:lnTo>
                  <a:pt x="91917" y="493735"/>
                </a:lnTo>
                <a:lnTo>
                  <a:pt x="92354" y="505777"/>
                </a:lnTo>
                <a:lnTo>
                  <a:pt x="92867" y="517819"/>
                </a:lnTo>
                <a:lnTo>
                  <a:pt x="93446" y="529862"/>
                </a:lnTo>
                <a:lnTo>
                  <a:pt x="94075" y="541904"/>
                </a:lnTo>
                <a:lnTo>
                  <a:pt x="94733" y="553946"/>
                </a:lnTo>
                <a:lnTo>
                  <a:pt x="95389" y="565989"/>
                </a:lnTo>
                <a:lnTo>
                  <a:pt x="96010" y="578031"/>
                </a:lnTo>
                <a:lnTo>
                  <a:pt x="96560" y="590073"/>
                </a:lnTo>
                <a:lnTo>
                  <a:pt x="97001" y="602116"/>
                </a:lnTo>
                <a:lnTo>
                  <a:pt x="97301" y="614158"/>
                </a:lnTo>
                <a:lnTo>
                  <a:pt x="97435" y="626200"/>
                </a:lnTo>
                <a:lnTo>
                  <a:pt x="97388" y="638242"/>
                </a:lnTo>
                <a:lnTo>
                  <a:pt x="97158" y="650285"/>
                </a:lnTo>
                <a:lnTo>
                  <a:pt x="96755" y="662327"/>
                </a:lnTo>
                <a:lnTo>
                  <a:pt x="96202" y="674369"/>
                </a:lnTo>
                <a:lnTo>
                  <a:pt x="95531" y="686412"/>
                </a:lnTo>
                <a:lnTo>
                  <a:pt x="94781" y="698454"/>
                </a:lnTo>
                <a:lnTo>
                  <a:pt x="93996" y="710496"/>
                </a:lnTo>
                <a:lnTo>
                  <a:pt x="93217" y="722539"/>
                </a:lnTo>
                <a:lnTo>
                  <a:pt x="92483" y="734581"/>
                </a:lnTo>
                <a:lnTo>
                  <a:pt x="91826" y="746623"/>
                </a:lnTo>
                <a:lnTo>
                  <a:pt x="91272" y="758666"/>
                </a:lnTo>
                <a:lnTo>
                  <a:pt x="90839" y="770708"/>
                </a:lnTo>
                <a:lnTo>
                  <a:pt x="90539" y="782750"/>
                </a:lnTo>
                <a:lnTo>
                  <a:pt x="90379" y="794792"/>
                </a:lnTo>
                <a:lnTo>
                  <a:pt x="90359" y="806835"/>
                </a:lnTo>
                <a:lnTo>
                  <a:pt x="90478" y="818877"/>
                </a:lnTo>
                <a:lnTo>
                  <a:pt x="90730" y="830919"/>
                </a:lnTo>
                <a:lnTo>
                  <a:pt x="91105" y="842962"/>
                </a:lnTo>
                <a:lnTo>
                  <a:pt x="91588" y="855004"/>
                </a:lnTo>
                <a:lnTo>
                  <a:pt x="92158" y="867046"/>
                </a:lnTo>
                <a:lnTo>
                  <a:pt x="92789" y="879089"/>
                </a:lnTo>
                <a:lnTo>
                  <a:pt x="93448" y="891131"/>
                </a:lnTo>
                <a:lnTo>
                  <a:pt x="94097" y="903173"/>
                </a:lnTo>
                <a:lnTo>
                  <a:pt x="94696" y="915216"/>
                </a:lnTo>
                <a:lnTo>
                  <a:pt x="95204" y="927258"/>
                </a:lnTo>
                <a:lnTo>
                  <a:pt x="95582" y="939300"/>
                </a:lnTo>
                <a:lnTo>
                  <a:pt x="95801" y="951343"/>
                </a:lnTo>
                <a:lnTo>
                  <a:pt x="95839" y="963385"/>
                </a:lnTo>
                <a:lnTo>
                  <a:pt x="95689" y="975427"/>
                </a:lnTo>
                <a:lnTo>
                  <a:pt x="95354" y="987469"/>
                </a:lnTo>
                <a:lnTo>
                  <a:pt x="94852" y="999512"/>
                </a:lnTo>
                <a:lnTo>
                  <a:pt x="94211" y="1011554"/>
                </a:lnTo>
                <a:lnTo>
                  <a:pt x="93465" y="1023596"/>
                </a:lnTo>
                <a:lnTo>
                  <a:pt x="92655" y="1035639"/>
                </a:lnTo>
                <a:lnTo>
                  <a:pt x="91821" y="1047681"/>
                </a:lnTo>
                <a:lnTo>
                  <a:pt x="90999" y="1059723"/>
                </a:lnTo>
                <a:lnTo>
                  <a:pt x="90221" y="1071766"/>
                </a:lnTo>
                <a:lnTo>
                  <a:pt x="89514" y="1083808"/>
                </a:lnTo>
                <a:lnTo>
                  <a:pt x="88895" y="1095850"/>
                </a:lnTo>
                <a:lnTo>
                  <a:pt x="88375" y="1107893"/>
                </a:lnTo>
                <a:lnTo>
                  <a:pt x="87958" y="1119935"/>
                </a:lnTo>
                <a:lnTo>
                  <a:pt x="87643" y="1131977"/>
                </a:lnTo>
                <a:lnTo>
                  <a:pt x="87425" y="1144019"/>
                </a:lnTo>
                <a:lnTo>
                  <a:pt x="87298" y="1156062"/>
                </a:lnTo>
                <a:lnTo>
                  <a:pt x="87252" y="1168104"/>
                </a:lnTo>
                <a:lnTo>
                  <a:pt x="87276" y="1180146"/>
                </a:lnTo>
                <a:lnTo>
                  <a:pt x="87360" y="1192189"/>
                </a:lnTo>
                <a:lnTo>
                  <a:pt x="87494" y="1204231"/>
                </a:lnTo>
                <a:lnTo>
                  <a:pt x="87666" y="1216273"/>
                </a:lnTo>
                <a:lnTo>
                  <a:pt x="87867" y="1228316"/>
                </a:lnTo>
                <a:lnTo>
                  <a:pt x="88086" y="1240358"/>
                </a:lnTo>
                <a:lnTo>
                  <a:pt x="88314" y="1252400"/>
                </a:lnTo>
                <a:lnTo>
                  <a:pt x="88543" y="1264443"/>
                </a:lnTo>
                <a:lnTo>
                  <a:pt x="88766" y="1276485"/>
                </a:lnTo>
                <a:lnTo>
                  <a:pt x="88977" y="1288527"/>
                </a:lnTo>
                <a:lnTo>
                  <a:pt x="89170" y="1300570"/>
                </a:lnTo>
                <a:lnTo>
                  <a:pt x="89342" y="1312612"/>
                </a:lnTo>
                <a:lnTo>
                  <a:pt x="89488" y="1324654"/>
                </a:lnTo>
                <a:lnTo>
                  <a:pt x="89605" y="1336696"/>
                </a:lnTo>
                <a:lnTo>
                  <a:pt x="89690" y="1348739"/>
                </a:lnTo>
                <a:lnTo>
                  <a:pt x="89739" y="1360781"/>
                </a:lnTo>
                <a:lnTo>
                  <a:pt x="89749" y="1372823"/>
                </a:lnTo>
                <a:lnTo>
                  <a:pt x="89720" y="1384866"/>
                </a:lnTo>
                <a:lnTo>
                  <a:pt x="89650" y="1396908"/>
                </a:lnTo>
                <a:lnTo>
                  <a:pt x="89541" y="1408950"/>
                </a:lnTo>
                <a:lnTo>
                  <a:pt x="89395" y="1420993"/>
                </a:lnTo>
                <a:lnTo>
                  <a:pt x="89218" y="1433035"/>
                </a:lnTo>
                <a:lnTo>
                  <a:pt x="89016" y="1445077"/>
                </a:lnTo>
                <a:lnTo>
                  <a:pt x="88801" y="1457120"/>
                </a:lnTo>
                <a:lnTo>
                  <a:pt x="88581" y="1469162"/>
                </a:lnTo>
                <a:lnTo>
                  <a:pt x="88368" y="1481204"/>
                </a:lnTo>
                <a:lnTo>
                  <a:pt x="88174" y="1493246"/>
                </a:lnTo>
                <a:lnTo>
                  <a:pt x="88008" y="1505289"/>
                </a:lnTo>
                <a:lnTo>
                  <a:pt x="87880" y="1517331"/>
                </a:lnTo>
                <a:lnTo>
                  <a:pt x="87796" y="1529373"/>
                </a:lnTo>
                <a:lnTo>
                  <a:pt x="87757" y="1541416"/>
                </a:lnTo>
                <a:lnTo>
                  <a:pt x="87764" y="1553458"/>
                </a:lnTo>
                <a:lnTo>
                  <a:pt x="87813" y="1565500"/>
                </a:lnTo>
                <a:lnTo>
                  <a:pt x="87898" y="1577543"/>
                </a:lnTo>
                <a:lnTo>
                  <a:pt x="88007" y="1589585"/>
                </a:lnTo>
                <a:lnTo>
                  <a:pt x="88130" y="1601627"/>
                </a:lnTo>
                <a:lnTo>
                  <a:pt x="88254" y="1613670"/>
                </a:lnTo>
                <a:lnTo>
                  <a:pt x="88367" y="1625712"/>
                </a:lnTo>
                <a:lnTo>
                  <a:pt x="88461" y="1637754"/>
                </a:lnTo>
                <a:lnTo>
                  <a:pt x="88528" y="1649797"/>
                </a:lnTo>
                <a:lnTo>
                  <a:pt x="88570" y="1661839"/>
                </a:lnTo>
                <a:lnTo>
                  <a:pt x="88591" y="1673881"/>
                </a:lnTo>
                <a:lnTo>
                  <a:pt x="88607" y="1685923"/>
                </a:lnTo>
                <a:lnTo>
                  <a:pt x="88641" y="1697966"/>
                </a:lnTo>
                <a:lnTo>
                  <a:pt x="88725" y="1710008"/>
                </a:lnTo>
                <a:lnTo>
                  <a:pt x="88903" y="1722050"/>
                </a:lnTo>
                <a:lnTo>
                  <a:pt x="89223" y="1734093"/>
                </a:lnTo>
                <a:lnTo>
                  <a:pt x="89742" y="1746135"/>
                </a:lnTo>
                <a:lnTo>
                  <a:pt x="90519" y="1758177"/>
                </a:lnTo>
                <a:lnTo>
                  <a:pt x="91610" y="1770220"/>
                </a:lnTo>
                <a:lnTo>
                  <a:pt x="93061" y="1782262"/>
                </a:lnTo>
                <a:lnTo>
                  <a:pt x="94904" y="1794304"/>
                </a:lnTo>
                <a:lnTo>
                  <a:pt x="97146" y="1806347"/>
                </a:lnTo>
                <a:lnTo>
                  <a:pt x="99765" y="1818389"/>
                </a:lnTo>
                <a:lnTo>
                  <a:pt x="102702" y="1830431"/>
                </a:lnTo>
                <a:lnTo>
                  <a:pt x="105863" y="1842473"/>
                </a:lnTo>
                <a:lnTo>
                  <a:pt x="109115" y="1854516"/>
                </a:lnTo>
                <a:lnTo>
                  <a:pt x="112299" y="1866558"/>
                </a:lnTo>
                <a:lnTo>
                  <a:pt x="115240" y="1878600"/>
                </a:lnTo>
                <a:lnTo>
                  <a:pt x="117759" y="1890643"/>
                </a:lnTo>
                <a:lnTo>
                  <a:pt x="119693" y="1902685"/>
                </a:lnTo>
                <a:lnTo>
                  <a:pt x="120911" y="1914727"/>
                </a:lnTo>
                <a:lnTo>
                  <a:pt x="121326" y="1926770"/>
                </a:lnTo>
                <a:lnTo>
                  <a:pt x="121326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4" name="data_4495">
            <a:extLst>
              <a:ext uri="{FF2B5EF4-FFF2-40B4-BE49-F238E27FC236}">
                <a16:creationId xmlns:a16="http://schemas.microsoft.com/office/drawing/2014/main" id="{AF12074A-57D8-4FBC-8AA6-EC020F5BB7AD}"/>
              </a:ext>
            </a:extLst>
          </p:cNvPr>
          <p:cNvSpPr>
            <a:spLocks noGrp="1"/>
          </p:cNvSpPr>
          <p:nvPr/>
        </p:nvSpPr>
        <p:spPr>
          <a:xfrm>
            <a:off x="8458231" y="1837726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936" y="1914727"/>
                </a:lnTo>
                <a:lnTo>
                  <a:pt x="3679" y="1902685"/>
                </a:lnTo>
                <a:lnTo>
                  <a:pt x="8045" y="1890643"/>
                </a:lnTo>
                <a:lnTo>
                  <a:pt x="13745" y="1878600"/>
                </a:lnTo>
                <a:lnTo>
                  <a:pt x="20425" y="1866558"/>
                </a:lnTo>
                <a:lnTo>
                  <a:pt x="27694" y="1854516"/>
                </a:lnTo>
                <a:lnTo>
                  <a:pt x="35166" y="1842473"/>
                </a:lnTo>
                <a:lnTo>
                  <a:pt x="42490" y="1830431"/>
                </a:lnTo>
                <a:lnTo>
                  <a:pt x="49378" y="1818389"/>
                </a:lnTo>
                <a:lnTo>
                  <a:pt x="55614" y="1806347"/>
                </a:lnTo>
                <a:lnTo>
                  <a:pt x="61063" y="1794304"/>
                </a:lnTo>
                <a:lnTo>
                  <a:pt x="65667" y="1782262"/>
                </a:lnTo>
                <a:lnTo>
                  <a:pt x="69429" y="1770220"/>
                </a:lnTo>
                <a:lnTo>
                  <a:pt x="72403" y="1758177"/>
                </a:lnTo>
                <a:lnTo>
                  <a:pt x="74677" y="1746135"/>
                </a:lnTo>
                <a:lnTo>
                  <a:pt x="76354" y="1734093"/>
                </a:lnTo>
                <a:lnTo>
                  <a:pt x="77544" y="1722050"/>
                </a:lnTo>
                <a:lnTo>
                  <a:pt x="78354" y="1710008"/>
                </a:lnTo>
                <a:lnTo>
                  <a:pt x="78877" y="1697966"/>
                </a:lnTo>
                <a:lnTo>
                  <a:pt x="79195" y="1685923"/>
                </a:lnTo>
                <a:lnTo>
                  <a:pt x="79372" y="1673881"/>
                </a:lnTo>
                <a:lnTo>
                  <a:pt x="79460" y="1661839"/>
                </a:lnTo>
                <a:lnTo>
                  <a:pt x="79497" y="1649797"/>
                </a:lnTo>
                <a:lnTo>
                  <a:pt x="79509" y="1637754"/>
                </a:lnTo>
                <a:lnTo>
                  <a:pt x="79514" y="1625712"/>
                </a:lnTo>
                <a:lnTo>
                  <a:pt x="79521" y="1613670"/>
                </a:lnTo>
                <a:lnTo>
                  <a:pt x="79535" y="1601627"/>
                </a:lnTo>
                <a:lnTo>
                  <a:pt x="79556" y="1589585"/>
                </a:lnTo>
                <a:lnTo>
                  <a:pt x="79582" y="1577543"/>
                </a:lnTo>
                <a:lnTo>
                  <a:pt x="79611" y="1565500"/>
                </a:lnTo>
                <a:lnTo>
                  <a:pt x="79641" y="1553458"/>
                </a:lnTo>
                <a:lnTo>
                  <a:pt x="79668" y="1541416"/>
                </a:lnTo>
                <a:lnTo>
                  <a:pt x="79694" y="1529373"/>
                </a:lnTo>
                <a:lnTo>
                  <a:pt x="79720" y="1517331"/>
                </a:lnTo>
                <a:lnTo>
                  <a:pt x="79750" y="1505289"/>
                </a:lnTo>
                <a:lnTo>
                  <a:pt x="79787" y="1493246"/>
                </a:lnTo>
                <a:lnTo>
                  <a:pt x="79834" y="1481204"/>
                </a:lnTo>
                <a:lnTo>
                  <a:pt x="79896" y="1469162"/>
                </a:lnTo>
                <a:lnTo>
                  <a:pt x="79973" y="1457120"/>
                </a:lnTo>
                <a:lnTo>
                  <a:pt x="80062" y="1445077"/>
                </a:lnTo>
                <a:lnTo>
                  <a:pt x="80158" y="1433035"/>
                </a:lnTo>
                <a:lnTo>
                  <a:pt x="80254" y="1420993"/>
                </a:lnTo>
                <a:lnTo>
                  <a:pt x="80340" y="1408950"/>
                </a:lnTo>
                <a:lnTo>
                  <a:pt x="80406" y="1396908"/>
                </a:lnTo>
                <a:lnTo>
                  <a:pt x="80442" y="1384866"/>
                </a:lnTo>
                <a:lnTo>
                  <a:pt x="80441" y="1372823"/>
                </a:lnTo>
                <a:lnTo>
                  <a:pt x="80402" y="1360781"/>
                </a:lnTo>
                <a:lnTo>
                  <a:pt x="80326" y="1348739"/>
                </a:lnTo>
                <a:lnTo>
                  <a:pt x="80221" y="1336696"/>
                </a:lnTo>
                <a:lnTo>
                  <a:pt x="80098" y="1324654"/>
                </a:lnTo>
                <a:lnTo>
                  <a:pt x="79971" y="1312612"/>
                </a:lnTo>
                <a:lnTo>
                  <a:pt x="79857" y="1300570"/>
                </a:lnTo>
                <a:lnTo>
                  <a:pt x="79770" y="1288527"/>
                </a:lnTo>
                <a:lnTo>
                  <a:pt x="79723" y="1276485"/>
                </a:lnTo>
                <a:lnTo>
                  <a:pt x="79723" y="1264443"/>
                </a:lnTo>
                <a:lnTo>
                  <a:pt x="79774" y="1252400"/>
                </a:lnTo>
                <a:lnTo>
                  <a:pt x="79874" y="1240358"/>
                </a:lnTo>
                <a:lnTo>
                  <a:pt x="80017" y="1228316"/>
                </a:lnTo>
                <a:lnTo>
                  <a:pt x="80192" y="1216273"/>
                </a:lnTo>
                <a:lnTo>
                  <a:pt x="80388" y="1204231"/>
                </a:lnTo>
                <a:lnTo>
                  <a:pt x="80593" y="1192189"/>
                </a:lnTo>
                <a:lnTo>
                  <a:pt x="80793" y="1180146"/>
                </a:lnTo>
                <a:lnTo>
                  <a:pt x="80978" y="1168104"/>
                </a:lnTo>
                <a:lnTo>
                  <a:pt x="81137" y="1156062"/>
                </a:lnTo>
                <a:lnTo>
                  <a:pt x="81264" y="1144019"/>
                </a:lnTo>
                <a:lnTo>
                  <a:pt x="81353" y="1131977"/>
                </a:lnTo>
                <a:lnTo>
                  <a:pt x="81399" y="1119935"/>
                </a:lnTo>
                <a:lnTo>
                  <a:pt x="81398" y="1107893"/>
                </a:lnTo>
                <a:lnTo>
                  <a:pt x="81349" y="1095850"/>
                </a:lnTo>
                <a:lnTo>
                  <a:pt x="81252" y="1083808"/>
                </a:lnTo>
                <a:lnTo>
                  <a:pt x="81110" y="1071766"/>
                </a:lnTo>
                <a:lnTo>
                  <a:pt x="80927" y="1059723"/>
                </a:lnTo>
                <a:lnTo>
                  <a:pt x="80712" y="1047681"/>
                </a:lnTo>
                <a:lnTo>
                  <a:pt x="80479" y="1035639"/>
                </a:lnTo>
                <a:lnTo>
                  <a:pt x="80242" y="1023596"/>
                </a:lnTo>
                <a:lnTo>
                  <a:pt x="80020" y="1011554"/>
                </a:lnTo>
                <a:lnTo>
                  <a:pt x="79831" y="999512"/>
                </a:lnTo>
                <a:lnTo>
                  <a:pt x="79695" y="987469"/>
                </a:lnTo>
                <a:lnTo>
                  <a:pt x="79626" y="975427"/>
                </a:lnTo>
                <a:lnTo>
                  <a:pt x="79636" y="963385"/>
                </a:lnTo>
                <a:lnTo>
                  <a:pt x="79729" y="951343"/>
                </a:lnTo>
                <a:lnTo>
                  <a:pt x="79903" y="939300"/>
                </a:lnTo>
                <a:lnTo>
                  <a:pt x="80152" y="927258"/>
                </a:lnTo>
                <a:lnTo>
                  <a:pt x="80461" y="915216"/>
                </a:lnTo>
                <a:lnTo>
                  <a:pt x="80813" y="903173"/>
                </a:lnTo>
                <a:lnTo>
                  <a:pt x="81190" y="891131"/>
                </a:lnTo>
                <a:lnTo>
                  <a:pt x="81572" y="879089"/>
                </a:lnTo>
                <a:lnTo>
                  <a:pt x="81942" y="867046"/>
                </a:lnTo>
                <a:lnTo>
                  <a:pt x="82287" y="855004"/>
                </a:lnTo>
                <a:lnTo>
                  <a:pt x="82595" y="842962"/>
                </a:lnTo>
                <a:lnTo>
                  <a:pt x="82861" y="830919"/>
                </a:lnTo>
                <a:lnTo>
                  <a:pt x="83083" y="818877"/>
                </a:lnTo>
                <a:lnTo>
                  <a:pt x="83262" y="806835"/>
                </a:lnTo>
                <a:lnTo>
                  <a:pt x="83402" y="794792"/>
                </a:lnTo>
                <a:lnTo>
                  <a:pt x="83510" y="782750"/>
                </a:lnTo>
                <a:lnTo>
                  <a:pt x="83592" y="770708"/>
                </a:lnTo>
                <a:lnTo>
                  <a:pt x="83654" y="758666"/>
                </a:lnTo>
                <a:lnTo>
                  <a:pt x="83703" y="746623"/>
                </a:lnTo>
                <a:lnTo>
                  <a:pt x="83744" y="734581"/>
                </a:lnTo>
                <a:lnTo>
                  <a:pt x="83782" y="722539"/>
                </a:lnTo>
                <a:lnTo>
                  <a:pt x="83818" y="710496"/>
                </a:lnTo>
                <a:lnTo>
                  <a:pt x="83855" y="698454"/>
                </a:lnTo>
                <a:lnTo>
                  <a:pt x="83895" y="686412"/>
                </a:lnTo>
                <a:lnTo>
                  <a:pt x="83935" y="674369"/>
                </a:lnTo>
                <a:lnTo>
                  <a:pt x="83976" y="662327"/>
                </a:lnTo>
                <a:lnTo>
                  <a:pt x="84016" y="650285"/>
                </a:lnTo>
                <a:lnTo>
                  <a:pt x="84053" y="638242"/>
                </a:lnTo>
                <a:lnTo>
                  <a:pt x="84084" y="626200"/>
                </a:lnTo>
                <a:lnTo>
                  <a:pt x="84110" y="614158"/>
                </a:lnTo>
                <a:lnTo>
                  <a:pt x="84127" y="602116"/>
                </a:lnTo>
                <a:lnTo>
                  <a:pt x="84135" y="590073"/>
                </a:lnTo>
                <a:lnTo>
                  <a:pt x="84133" y="578031"/>
                </a:lnTo>
                <a:lnTo>
                  <a:pt x="84123" y="565989"/>
                </a:lnTo>
                <a:lnTo>
                  <a:pt x="84107" y="553946"/>
                </a:lnTo>
                <a:lnTo>
                  <a:pt x="84087" y="541904"/>
                </a:lnTo>
                <a:lnTo>
                  <a:pt x="84066" y="529862"/>
                </a:lnTo>
                <a:lnTo>
                  <a:pt x="84048" y="517819"/>
                </a:lnTo>
                <a:lnTo>
                  <a:pt x="84037" y="505777"/>
                </a:lnTo>
                <a:lnTo>
                  <a:pt x="84036" y="493735"/>
                </a:lnTo>
                <a:lnTo>
                  <a:pt x="84047" y="481692"/>
                </a:lnTo>
                <a:lnTo>
                  <a:pt x="84072" y="469650"/>
                </a:lnTo>
                <a:lnTo>
                  <a:pt x="84110" y="457608"/>
                </a:lnTo>
                <a:lnTo>
                  <a:pt x="84161" y="445565"/>
                </a:lnTo>
                <a:lnTo>
                  <a:pt x="84223" y="433523"/>
                </a:lnTo>
                <a:lnTo>
                  <a:pt x="84292" y="421481"/>
                </a:lnTo>
                <a:lnTo>
                  <a:pt x="84365" y="409439"/>
                </a:lnTo>
                <a:lnTo>
                  <a:pt x="84440" y="397396"/>
                </a:lnTo>
                <a:lnTo>
                  <a:pt x="84513" y="385354"/>
                </a:lnTo>
                <a:lnTo>
                  <a:pt x="84581" y="373312"/>
                </a:lnTo>
                <a:lnTo>
                  <a:pt x="84642" y="361269"/>
                </a:lnTo>
                <a:lnTo>
                  <a:pt x="84696" y="349227"/>
                </a:lnTo>
                <a:lnTo>
                  <a:pt x="84741" y="337185"/>
                </a:lnTo>
                <a:lnTo>
                  <a:pt x="84778" y="325142"/>
                </a:lnTo>
                <a:lnTo>
                  <a:pt x="84807" y="313100"/>
                </a:lnTo>
                <a:lnTo>
                  <a:pt x="84828" y="301058"/>
                </a:lnTo>
                <a:lnTo>
                  <a:pt x="84842" y="289015"/>
                </a:lnTo>
                <a:lnTo>
                  <a:pt x="84848" y="276973"/>
                </a:lnTo>
                <a:lnTo>
                  <a:pt x="84846" y="264931"/>
                </a:lnTo>
                <a:lnTo>
                  <a:pt x="84834" y="252889"/>
                </a:lnTo>
                <a:lnTo>
                  <a:pt x="84811" y="240846"/>
                </a:lnTo>
                <a:lnTo>
                  <a:pt x="84772" y="228804"/>
                </a:lnTo>
                <a:lnTo>
                  <a:pt x="84714" y="216762"/>
                </a:lnTo>
                <a:lnTo>
                  <a:pt x="84628" y="204719"/>
                </a:lnTo>
                <a:lnTo>
                  <a:pt x="84509" y="192677"/>
                </a:lnTo>
                <a:lnTo>
                  <a:pt x="84347" y="180635"/>
                </a:lnTo>
                <a:lnTo>
                  <a:pt x="84134" y="168592"/>
                </a:lnTo>
                <a:lnTo>
                  <a:pt x="83861" y="156550"/>
                </a:lnTo>
                <a:lnTo>
                  <a:pt x="83521" y="144508"/>
                </a:lnTo>
                <a:lnTo>
                  <a:pt x="83110" y="132465"/>
                </a:lnTo>
                <a:lnTo>
                  <a:pt x="82628" y="120423"/>
                </a:lnTo>
                <a:lnTo>
                  <a:pt x="82081" y="108381"/>
                </a:lnTo>
                <a:lnTo>
                  <a:pt x="81480" y="96338"/>
                </a:lnTo>
                <a:lnTo>
                  <a:pt x="80844" y="84296"/>
                </a:lnTo>
                <a:lnTo>
                  <a:pt x="80198" y="72254"/>
                </a:lnTo>
                <a:lnTo>
                  <a:pt x="79571" y="60212"/>
                </a:lnTo>
                <a:lnTo>
                  <a:pt x="78996" y="48169"/>
                </a:lnTo>
                <a:lnTo>
                  <a:pt x="78506" y="36127"/>
                </a:lnTo>
                <a:lnTo>
                  <a:pt x="78132" y="24085"/>
                </a:lnTo>
                <a:lnTo>
                  <a:pt x="77896" y="12042"/>
                </a:lnTo>
                <a:lnTo>
                  <a:pt x="77816" y="0"/>
                </a:lnTo>
                <a:lnTo>
                  <a:pt x="91970" y="0"/>
                </a:lnTo>
                <a:lnTo>
                  <a:pt x="91970" y="0"/>
                </a:lnTo>
                <a:lnTo>
                  <a:pt x="91890" y="12042"/>
                </a:lnTo>
                <a:lnTo>
                  <a:pt x="91655" y="24085"/>
                </a:lnTo>
                <a:lnTo>
                  <a:pt x="91281" y="36127"/>
                </a:lnTo>
                <a:lnTo>
                  <a:pt x="90791" y="48169"/>
                </a:lnTo>
                <a:lnTo>
                  <a:pt x="90216" y="60212"/>
                </a:lnTo>
                <a:lnTo>
                  <a:pt x="89589" y="72254"/>
                </a:lnTo>
                <a:lnTo>
                  <a:pt x="88942" y="84296"/>
                </a:lnTo>
                <a:lnTo>
                  <a:pt x="88306" y="96338"/>
                </a:lnTo>
                <a:lnTo>
                  <a:pt x="87705" y="108381"/>
                </a:lnTo>
                <a:lnTo>
                  <a:pt x="87158" y="120423"/>
                </a:lnTo>
                <a:lnTo>
                  <a:pt x="86676" y="132465"/>
                </a:lnTo>
                <a:lnTo>
                  <a:pt x="86265" y="144508"/>
                </a:lnTo>
                <a:lnTo>
                  <a:pt x="85925" y="156550"/>
                </a:lnTo>
                <a:lnTo>
                  <a:pt x="85652" y="168592"/>
                </a:lnTo>
                <a:lnTo>
                  <a:pt x="85439" y="180635"/>
                </a:lnTo>
                <a:lnTo>
                  <a:pt x="85277" y="192677"/>
                </a:lnTo>
                <a:lnTo>
                  <a:pt x="85158" y="204719"/>
                </a:lnTo>
                <a:lnTo>
                  <a:pt x="85073" y="216762"/>
                </a:lnTo>
                <a:lnTo>
                  <a:pt x="85014" y="228804"/>
                </a:lnTo>
                <a:lnTo>
                  <a:pt x="84976" y="240846"/>
                </a:lnTo>
                <a:lnTo>
                  <a:pt x="84952" y="252889"/>
                </a:lnTo>
                <a:lnTo>
                  <a:pt x="84941" y="264931"/>
                </a:lnTo>
                <a:lnTo>
                  <a:pt x="84939" y="276973"/>
                </a:lnTo>
                <a:lnTo>
                  <a:pt x="84945" y="289015"/>
                </a:lnTo>
                <a:lnTo>
                  <a:pt x="84958" y="301058"/>
                </a:lnTo>
                <a:lnTo>
                  <a:pt x="84979" y="313100"/>
                </a:lnTo>
                <a:lnTo>
                  <a:pt x="85008" y="325142"/>
                </a:lnTo>
                <a:lnTo>
                  <a:pt x="85045" y="337185"/>
                </a:lnTo>
                <a:lnTo>
                  <a:pt x="85090" y="349227"/>
                </a:lnTo>
                <a:lnTo>
                  <a:pt x="85144" y="361269"/>
                </a:lnTo>
                <a:lnTo>
                  <a:pt x="85206" y="373312"/>
                </a:lnTo>
                <a:lnTo>
                  <a:pt x="85274" y="385354"/>
                </a:lnTo>
                <a:lnTo>
                  <a:pt x="85346" y="397396"/>
                </a:lnTo>
                <a:lnTo>
                  <a:pt x="85421" y="409439"/>
                </a:lnTo>
                <a:lnTo>
                  <a:pt x="85495" y="421481"/>
                </a:lnTo>
                <a:lnTo>
                  <a:pt x="85564" y="433523"/>
                </a:lnTo>
                <a:lnTo>
                  <a:pt x="85625" y="445565"/>
                </a:lnTo>
                <a:lnTo>
                  <a:pt x="85676" y="457608"/>
                </a:lnTo>
                <a:lnTo>
                  <a:pt x="85715" y="469650"/>
                </a:lnTo>
                <a:lnTo>
                  <a:pt x="85739" y="481692"/>
                </a:lnTo>
                <a:lnTo>
                  <a:pt x="85750" y="493735"/>
                </a:lnTo>
                <a:lnTo>
                  <a:pt x="85749" y="505777"/>
                </a:lnTo>
                <a:lnTo>
                  <a:pt x="85738" y="517819"/>
                </a:lnTo>
                <a:lnTo>
                  <a:pt x="85720" y="529862"/>
                </a:lnTo>
                <a:lnTo>
                  <a:pt x="85700" y="541904"/>
                </a:lnTo>
                <a:lnTo>
                  <a:pt x="85679" y="553946"/>
                </a:lnTo>
                <a:lnTo>
                  <a:pt x="85663" y="565989"/>
                </a:lnTo>
                <a:lnTo>
                  <a:pt x="85653" y="578031"/>
                </a:lnTo>
                <a:lnTo>
                  <a:pt x="85652" y="590073"/>
                </a:lnTo>
                <a:lnTo>
                  <a:pt x="85660" y="602116"/>
                </a:lnTo>
                <a:lnTo>
                  <a:pt x="85677" y="614158"/>
                </a:lnTo>
                <a:lnTo>
                  <a:pt x="85702" y="626200"/>
                </a:lnTo>
                <a:lnTo>
                  <a:pt x="85734" y="638242"/>
                </a:lnTo>
                <a:lnTo>
                  <a:pt x="85771" y="650285"/>
                </a:lnTo>
                <a:lnTo>
                  <a:pt x="85811" y="662327"/>
                </a:lnTo>
                <a:lnTo>
                  <a:pt x="85852" y="674369"/>
                </a:lnTo>
                <a:lnTo>
                  <a:pt x="85892" y="686412"/>
                </a:lnTo>
                <a:lnTo>
                  <a:pt x="85931" y="698454"/>
                </a:lnTo>
                <a:lnTo>
                  <a:pt x="85968" y="710496"/>
                </a:lnTo>
                <a:lnTo>
                  <a:pt x="86005" y="722539"/>
                </a:lnTo>
                <a:lnTo>
                  <a:pt x="86042" y="734581"/>
                </a:lnTo>
                <a:lnTo>
                  <a:pt x="86083" y="746623"/>
                </a:lnTo>
                <a:lnTo>
                  <a:pt x="86132" y="758666"/>
                </a:lnTo>
                <a:lnTo>
                  <a:pt x="86195" y="770708"/>
                </a:lnTo>
                <a:lnTo>
                  <a:pt x="86277" y="782750"/>
                </a:lnTo>
                <a:lnTo>
                  <a:pt x="86384" y="794792"/>
                </a:lnTo>
                <a:lnTo>
                  <a:pt x="86525" y="806835"/>
                </a:lnTo>
                <a:lnTo>
                  <a:pt x="86704" y="818877"/>
                </a:lnTo>
                <a:lnTo>
                  <a:pt x="86926" y="830919"/>
                </a:lnTo>
                <a:lnTo>
                  <a:pt x="87192" y="842962"/>
                </a:lnTo>
                <a:lnTo>
                  <a:pt x="87500" y="855004"/>
                </a:lnTo>
                <a:lnTo>
                  <a:pt x="87844" y="867046"/>
                </a:lnTo>
                <a:lnTo>
                  <a:pt x="88214" y="879089"/>
                </a:lnTo>
                <a:lnTo>
                  <a:pt x="88597" y="891131"/>
                </a:lnTo>
                <a:lnTo>
                  <a:pt x="88974" y="903173"/>
                </a:lnTo>
                <a:lnTo>
                  <a:pt x="89326" y="915216"/>
                </a:lnTo>
                <a:lnTo>
                  <a:pt x="89635" y="927258"/>
                </a:lnTo>
                <a:lnTo>
                  <a:pt x="89883" y="939300"/>
                </a:lnTo>
                <a:lnTo>
                  <a:pt x="90058" y="951343"/>
                </a:lnTo>
                <a:lnTo>
                  <a:pt x="90151" y="963385"/>
                </a:lnTo>
                <a:lnTo>
                  <a:pt x="90160" y="975427"/>
                </a:lnTo>
                <a:lnTo>
                  <a:pt x="90091" y="987469"/>
                </a:lnTo>
                <a:lnTo>
                  <a:pt x="89955" y="999512"/>
                </a:lnTo>
                <a:lnTo>
                  <a:pt x="89767" y="1011554"/>
                </a:lnTo>
                <a:lnTo>
                  <a:pt x="89545" y="1023596"/>
                </a:lnTo>
                <a:lnTo>
                  <a:pt x="89308" y="1035639"/>
                </a:lnTo>
                <a:lnTo>
                  <a:pt x="89074" y="1047681"/>
                </a:lnTo>
                <a:lnTo>
                  <a:pt x="88860" y="1059723"/>
                </a:lnTo>
                <a:lnTo>
                  <a:pt x="88677" y="1071766"/>
                </a:lnTo>
                <a:lnTo>
                  <a:pt x="88534" y="1083808"/>
                </a:lnTo>
                <a:lnTo>
                  <a:pt x="88438" y="1095850"/>
                </a:lnTo>
                <a:lnTo>
                  <a:pt x="88389" y="1107893"/>
                </a:lnTo>
                <a:lnTo>
                  <a:pt x="88388" y="1119935"/>
                </a:lnTo>
                <a:lnTo>
                  <a:pt x="88434" y="1131977"/>
                </a:lnTo>
                <a:lnTo>
                  <a:pt x="88522" y="1144019"/>
                </a:lnTo>
                <a:lnTo>
                  <a:pt x="88649" y="1156062"/>
                </a:lnTo>
                <a:lnTo>
                  <a:pt x="88809" y="1168104"/>
                </a:lnTo>
                <a:lnTo>
                  <a:pt x="88994" y="1180146"/>
                </a:lnTo>
                <a:lnTo>
                  <a:pt x="89194" y="1192189"/>
                </a:lnTo>
                <a:lnTo>
                  <a:pt x="89398" y="1204231"/>
                </a:lnTo>
                <a:lnTo>
                  <a:pt x="89594" y="1216273"/>
                </a:lnTo>
                <a:lnTo>
                  <a:pt x="89770" y="1228316"/>
                </a:lnTo>
                <a:lnTo>
                  <a:pt x="89913" y="1240358"/>
                </a:lnTo>
                <a:lnTo>
                  <a:pt x="90012" y="1252400"/>
                </a:lnTo>
                <a:lnTo>
                  <a:pt x="90063" y="1264443"/>
                </a:lnTo>
                <a:lnTo>
                  <a:pt x="90064" y="1276485"/>
                </a:lnTo>
                <a:lnTo>
                  <a:pt x="90016" y="1288527"/>
                </a:lnTo>
                <a:lnTo>
                  <a:pt x="89929" y="1300570"/>
                </a:lnTo>
                <a:lnTo>
                  <a:pt x="89815" y="1312612"/>
                </a:lnTo>
                <a:lnTo>
                  <a:pt x="89689" y="1324654"/>
                </a:lnTo>
                <a:lnTo>
                  <a:pt x="89566" y="1336696"/>
                </a:lnTo>
                <a:lnTo>
                  <a:pt x="89461" y="1348739"/>
                </a:lnTo>
                <a:lnTo>
                  <a:pt x="89385" y="1360781"/>
                </a:lnTo>
                <a:lnTo>
                  <a:pt x="89345" y="1372823"/>
                </a:lnTo>
                <a:lnTo>
                  <a:pt x="89345" y="1384866"/>
                </a:lnTo>
                <a:lnTo>
                  <a:pt x="89381" y="1396908"/>
                </a:lnTo>
                <a:lnTo>
                  <a:pt x="89446" y="1408950"/>
                </a:lnTo>
                <a:lnTo>
                  <a:pt x="89532" y="1420993"/>
                </a:lnTo>
                <a:lnTo>
                  <a:pt x="89628" y="1433035"/>
                </a:lnTo>
                <a:lnTo>
                  <a:pt x="89725" y="1445077"/>
                </a:lnTo>
                <a:lnTo>
                  <a:pt x="89814" y="1457120"/>
                </a:lnTo>
                <a:lnTo>
                  <a:pt x="89890" y="1469162"/>
                </a:lnTo>
                <a:lnTo>
                  <a:pt x="89952" y="1481204"/>
                </a:lnTo>
                <a:lnTo>
                  <a:pt x="90000" y="1493246"/>
                </a:lnTo>
                <a:lnTo>
                  <a:pt x="90037" y="1505289"/>
                </a:lnTo>
                <a:lnTo>
                  <a:pt x="90066" y="1517331"/>
                </a:lnTo>
                <a:lnTo>
                  <a:pt x="90092" y="1529373"/>
                </a:lnTo>
                <a:lnTo>
                  <a:pt x="90118" y="1541416"/>
                </a:lnTo>
                <a:lnTo>
                  <a:pt x="90146" y="1553458"/>
                </a:lnTo>
                <a:lnTo>
                  <a:pt x="90175" y="1565500"/>
                </a:lnTo>
                <a:lnTo>
                  <a:pt x="90204" y="1577543"/>
                </a:lnTo>
                <a:lnTo>
                  <a:pt x="90231" y="1589585"/>
                </a:lnTo>
                <a:lnTo>
                  <a:pt x="90252" y="1601627"/>
                </a:lnTo>
                <a:lnTo>
                  <a:pt x="90265" y="1613670"/>
                </a:lnTo>
                <a:lnTo>
                  <a:pt x="90272" y="1625712"/>
                </a:lnTo>
                <a:lnTo>
                  <a:pt x="90277" y="1637754"/>
                </a:lnTo>
                <a:lnTo>
                  <a:pt x="90289" y="1649797"/>
                </a:lnTo>
                <a:lnTo>
                  <a:pt x="90326" y="1661839"/>
                </a:lnTo>
                <a:lnTo>
                  <a:pt x="90415" y="1673881"/>
                </a:lnTo>
                <a:lnTo>
                  <a:pt x="90592" y="1685923"/>
                </a:lnTo>
                <a:lnTo>
                  <a:pt x="90909" y="1697966"/>
                </a:lnTo>
                <a:lnTo>
                  <a:pt x="91432" y="1710008"/>
                </a:lnTo>
                <a:lnTo>
                  <a:pt x="92242" y="1722050"/>
                </a:lnTo>
                <a:lnTo>
                  <a:pt x="93433" y="1734093"/>
                </a:lnTo>
                <a:lnTo>
                  <a:pt x="95110" y="1746135"/>
                </a:lnTo>
                <a:lnTo>
                  <a:pt x="97383" y="1758177"/>
                </a:lnTo>
                <a:lnTo>
                  <a:pt x="100358" y="1770220"/>
                </a:lnTo>
                <a:lnTo>
                  <a:pt x="104120" y="1782262"/>
                </a:lnTo>
                <a:lnTo>
                  <a:pt x="108723" y="1794304"/>
                </a:lnTo>
                <a:lnTo>
                  <a:pt x="114173" y="1806347"/>
                </a:lnTo>
                <a:lnTo>
                  <a:pt x="120409" y="1818389"/>
                </a:lnTo>
                <a:lnTo>
                  <a:pt x="127296" y="1830431"/>
                </a:lnTo>
                <a:lnTo>
                  <a:pt x="134621" y="1842473"/>
                </a:lnTo>
                <a:lnTo>
                  <a:pt x="142093" y="1854516"/>
                </a:lnTo>
                <a:lnTo>
                  <a:pt x="149361" y="1866558"/>
                </a:lnTo>
                <a:lnTo>
                  <a:pt x="156041" y="1878600"/>
                </a:lnTo>
                <a:lnTo>
                  <a:pt x="161742" y="1890643"/>
                </a:lnTo>
                <a:lnTo>
                  <a:pt x="166107" y="1902685"/>
                </a:lnTo>
                <a:lnTo>
                  <a:pt x="168851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45" name="data_4496">
            <a:extLst>
              <a:ext uri="{FF2B5EF4-FFF2-40B4-BE49-F238E27FC236}">
                <a16:creationId xmlns:a16="http://schemas.microsoft.com/office/drawing/2014/main" id="{D19B5133-EE9D-4635-BE30-9B73B2EDBF17}"/>
              </a:ext>
            </a:extLst>
          </p:cNvPr>
          <p:cNvSpPr>
            <a:spLocks noGrp="1"/>
          </p:cNvSpPr>
          <p:nvPr/>
        </p:nvSpPr>
        <p:spPr>
          <a:xfrm>
            <a:off x="8687672" y="1837726"/>
            <a:ext cx="169787" cy="1926770"/>
          </a:xfrm>
          <a:custGeom>
            <a:pathLst>
              <a:path w="169787" h="1926770">
                <a:moveTo>
                  <a:pt x="159776" y="1926770"/>
                </a:moveTo>
                <a:lnTo>
                  <a:pt x="10010" y="1926770"/>
                </a:lnTo>
                <a:lnTo>
                  <a:pt x="10845" y="1914727"/>
                </a:lnTo>
                <a:lnTo>
                  <a:pt x="13292" y="1902685"/>
                </a:lnTo>
                <a:lnTo>
                  <a:pt x="17184" y="1890643"/>
                </a:lnTo>
                <a:lnTo>
                  <a:pt x="22266" y="1878600"/>
                </a:lnTo>
                <a:lnTo>
                  <a:pt x="28218" y="1866558"/>
                </a:lnTo>
                <a:lnTo>
                  <a:pt x="34693" y="1854516"/>
                </a:lnTo>
                <a:lnTo>
                  <a:pt x="41344" y="1842473"/>
                </a:lnTo>
                <a:lnTo>
                  <a:pt x="47859" y="1830431"/>
                </a:lnTo>
                <a:lnTo>
                  <a:pt x="53978" y="1818389"/>
                </a:lnTo>
                <a:lnTo>
                  <a:pt x="59508" y="1806347"/>
                </a:lnTo>
                <a:lnTo>
                  <a:pt x="64325" y="1794304"/>
                </a:lnTo>
                <a:lnTo>
                  <a:pt x="68373" y="1782262"/>
                </a:lnTo>
                <a:lnTo>
                  <a:pt x="71651" y="1770220"/>
                </a:lnTo>
                <a:lnTo>
                  <a:pt x="74199" y="1758177"/>
                </a:lnTo>
                <a:lnTo>
                  <a:pt x="76090" y="1746135"/>
                </a:lnTo>
                <a:lnTo>
                  <a:pt x="77412" y="1734093"/>
                </a:lnTo>
                <a:lnTo>
                  <a:pt x="78260" y="1722050"/>
                </a:lnTo>
                <a:lnTo>
                  <a:pt x="78728" y="1710008"/>
                </a:lnTo>
                <a:lnTo>
                  <a:pt x="78904" y="1697966"/>
                </a:lnTo>
                <a:lnTo>
                  <a:pt x="78868" y="1685923"/>
                </a:lnTo>
                <a:lnTo>
                  <a:pt x="78689" y="1673881"/>
                </a:lnTo>
                <a:lnTo>
                  <a:pt x="78427" y="1661839"/>
                </a:lnTo>
                <a:lnTo>
                  <a:pt x="78130" y="1649797"/>
                </a:lnTo>
                <a:lnTo>
                  <a:pt x="77838" y="1637754"/>
                </a:lnTo>
                <a:lnTo>
                  <a:pt x="77579" y="1625712"/>
                </a:lnTo>
                <a:lnTo>
                  <a:pt x="77373" y="1613670"/>
                </a:lnTo>
                <a:lnTo>
                  <a:pt x="77231" y="1601627"/>
                </a:lnTo>
                <a:lnTo>
                  <a:pt x="77154" y="1589585"/>
                </a:lnTo>
                <a:lnTo>
                  <a:pt x="77137" y="1577543"/>
                </a:lnTo>
                <a:lnTo>
                  <a:pt x="77172" y="1565500"/>
                </a:lnTo>
                <a:lnTo>
                  <a:pt x="77243" y="1553458"/>
                </a:lnTo>
                <a:lnTo>
                  <a:pt x="77338" y="1541416"/>
                </a:lnTo>
                <a:lnTo>
                  <a:pt x="77444" y="1529373"/>
                </a:lnTo>
                <a:lnTo>
                  <a:pt x="77548" y="1517331"/>
                </a:lnTo>
                <a:lnTo>
                  <a:pt x="77645" y="1505289"/>
                </a:lnTo>
                <a:lnTo>
                  <a:pt x="77730" y="1493246"/>
                </a:lnTo>
                <a:lnTo>
                  <a:pt x="77800" y="1481204"/>
                </a:lnTo>
                <a:lnTo>
                  <a:pt x="77855" y="1469162"/>
                </a:lnTo>
                <a:lnTo>
                  <a:pt x="77892" y="1457120"/>
                </a:lnTo>
                <a:lnTo>
                  <a:pt x="77910" y="1445077"/>
                </a:lnTo>
                <a:lnTo>
                  <a:pt x="77904" y="1433035"/>
                </a:lnTo>
                <a:lnTo>
                  <a:pt x="77867" y="1420993"/>
                </a:lnTo>
                <a:lnTo>
                  <a:pt x="77791" y="1408950"/>
                </a:lnTo>
                <a:lnTo>
                  <a:pt x="77671" y="1396908"/>
                </a:lnTo>
                <a:lnTo>
                  <a:pt x="77502" y="1384866"/>
                </a:lnTo>
                <a:lnTo>
                  <a:pt x="77284" y="1372823"/>
                </a:lnTo>
                <a:lnTo>
                  <a:pt x="77024" y="1360781"/>
                </a:lnTo>
                <a:lnTo>
                  <a:pt x="76735" y="1348739"/>
                </a:lnTo>
                <a:lnTo>
                  <a:pt x="76434" y="1336696"/>
                </a:lnTo>
                <a:lnTo>
                  <a:pt x="76145" y="1324654"/>
                </a:lnTo>
                <a:lnTo>
                  <a:pt x="75890" y="1312612"/>
                </a:lnTo>
                <a:lnTo>
                  <a:pt x="75693" y="1300570"/>
                </a:lnTo>
                <a:lnTo>
                  <a:pt x="75569" y="1288527"/>
                </a:lnTo>
                <a:lnTo>
                  <a:pt x="75530" y="1276485"/>
                </a:lnTo>
                <a:lnTo>
                  <a:pt x="75578" y="1264443"/>
                </a:lnTo>
                <a:lnTo>
                  <a:pt x="75705" y="1252400"/>
                </a:lnTo>
                <a:lnTo>
                  <a:pt x="75899" y="1240358"/>
                </a:lnTo>
                <a:lnTo>
                  <a:pt x="76139" y="1228316"/>
                </a:lnTo>
                <a:lnTo>
                  <a:pt x="76402" y="1216273"/>
                </a:lnTo>
                <a:lnTo>
                  <a:pt x="76663" y="1204231"/>
                </a:lnTo>
                <a:lnTo>
                  <a:pt x="76896" y="1192189"/>
                </a:lnTo>
                <a:lnTo>
                  <a:pt x="77078" y="1180146"/>
                </a:lnTo>
                <a:lnTo>
                  <a:pt x="77186" y="1168104"/>
                </a:lnTo>
                <a:lnTo>
                  <a:pt x="77200" y="1156062"/>
                </a:lnTo>
                <a:lnTo>
                  <a:pt x="77096" y="1144019"/>
                </a:lnTo>
                <a:lnTo>
                  <a:pt x="76855" y="1131977"/>
                </a:lnTo>
                <a:lnTo>
                  <a:pt x="76455" y="1119935"/>
                </a:lnTo>
                <a:lnTo>
                  <a:pt x="75879" y="1107893"/>
                </a:lnTo>
                <a:lnTo>
                  <a:pt x="75112" y="1095850"/>
                </a:lnTo>
                <a:lnTo>
                  <a:pt x="74151" y="1083808"/>
                </a:lnTo>
                <a:lnTo>
                  <a:pt x="73002" y="1071766"/>
                </a:lnTo>
                <a:lnTo>
                  <a:pt x="71692" y="1059723"/>
                </a:lnTo>
                <a:lnTo>
                  <a:pt x="70260" y="1047681"/>
                </a:lnTo>
                <a:lnTo>
                  <a:pt x="68767" y="1035639"/>
                </a:lnTo>
                <a:lnTo>
                  <a:pt x="67287" y="1023596"/>
                </a:lnTo>
                <a:lnTo>
                  <a:pt x="65904" y="1011554"/>
                </a:lnTo>
                <a:lnTo>
                  <a:pt x="64702" y="999512"/>
                </a:lnTo>
                <a:lnTo>
                  <a:pt x="63760" y="987469"/>
                </a:lnTo>
                <a:lnTo>
                  <a:pt x="63141" y="975427"/>
                </a:lnTo>
                <a:lnTo>
                  <a:pt x="62885" y="963385"/>
                </a:lnTo>
                <a:lnTo>
                  <a:pt x="63004" y="951343"/>
                </a:lnTo>
                <a:lnTo>
                  <a:pt x="63481" y="939300"/>
                </a:lnTo>
                <a:lnTo>
                  <a:pt x="64274" y="927258"/>
                </a:lnTo>
                <a:lnTo>
                  <a:pt x="65319" y="915216"/>
                </a:lnTo>
                <a:lnTo>
                  <a:pt x="66537" y="903173"/>
                </a:lnTo>
                <a:lnTo>
                  <a:pt x="67842" y="891131"/>
                </a:lnTo>
                <a:lnTo>
                  <a:pt x="69152" y="879089"/>
                </a:lnTo>
                <a:lnTo>
                  <a:pt x="70391" y="867046"/>
                </a:lnTo>
                <a:lnTo>
                  <a:pt x="71497" y="855004"/>
                </a:lnTo>
                <a:lnTo>
                  <a:pt x="72423" y="842962"/>
                </a:lnTo>
                <a:lnTo>
                  <a:pt x="73139" y="830919"/>
                </a:lnTo>
                <a:lnTo>
                  <a:pt x="73628" y="818877"/>
                </a:lnTo>
                <a:lnTo>
                  <a:pt x="73889" y="806835"/>
                </a:lnTo>
                <a:lnTo>
                  <a:pt x="73929" y="794792"/>
                </a:lnTo>
                <a:lnTo>
                  <a:pt x="73765" y="782750"/>
                </a:lnTo>
                <a:lnTo>
                  <a:pt x="73422" y="770708"/>
                </a:lnTo>
                <a:lnTo>
                  <a:pt x="72929" y="758666"/>
                </a:lnTo>
                <a:lnTo>
                  <a:pt x="72323" y="746623"/>
                </a:lnTo>
                <a:lnTo>
                  <a:pt x="71645" y="734581"/>
                </a:lnTo>
                <a:lnTo>
                  <a:pt x="70939" y="722539"/>
                </a:lnTo>
                <a:lnTo>
                  <a:pt x="70253" y="710496"/>
                </a:lnTo>
                <a:lnTo>
                  <a:pt x="69636" y="698454"/>
                </a:lnTo>
                <a:lnTo>
                  <a:pt x="69134" y="686412"/>
                </a:lnTo>
                <a:lnTo>
                  <a:pt x="68788" y="674369"/>
                </a:lnTo>
                <a:lnTo>
                  <a:pt x="68631" y="662327"/>
                </a:lnTo>
                <a:lnTo>
                  <a:pt x="68683" y="650285"/>
                </a:lnTo>
                <a:lnTo>
                  <a:pt x="68952" y="638242"/>
                </a:lnTo>
                <a:lnTo>
                  <a:pt x="69428" y="626200"/>
                </a:lnTo>
                <a:lnTo>
                  <a:pt x="70091" y="614158"/>
                </a:lnTo>
                <a:lnTo>
                  <a:pt x="70905" y="602116"/>
                </a:lnTo>
                <a:lnTo>
                  <a:pt x="71827" y="590073"/>
                </a:lnTo>
                <a:lnTo>
                  <a:pt x="72812" y="578031"/>
                </a:lnTo>
                <a:lnTo>
                  <a:pt x="73814" y="565989"/>
                </a:lnTo>
                <a:lnTo>
                  <a:pt x="74790" y="553946"/>
                </a:lnTo>
                <a:lnTo>
                  <a:pt x="75710" y="541904"/>
                </a:lnTo>
                <a:lnTo>
                  <a:pt x="76551" y="529862"/>
                </a:lnTo>
                <a:lnTo>
                  <a:pt x="77299" y="517819"/>
                </a:lnTo>
                <a:lnTo>
                  <a:pt x="77954" y="505777"/>
                </a:lnTo>
                <a:lnTo>
                  <a:pt x="78519" y="493735"/>
                </a:lnTo>
                <a:lnTo>
                  <a:pt x="79003" y="481692"/>
                </a:lnTo>
                <a:lnTo>
                  <a:pt x="79417" y="469650"/>
                </a:lnTo>
                <a:lnTo>
                  <a:pt x="79772" y="457608"/>
                </a:lnTo>
                <a:lnTo>
                  <a:pt x="80076" y="445565"/>
                </a:lnTo>
                <a:lnTo>
                  <a:pt x="80335" y="433523"/>
                </a:lnTo>
                <a:lnTo>
                  <a:pt x="80553" y="421481"/>
                </a:lnTo>
                <a:lnTo>
                  <a:pt x="80730" y="409439"/>
                </a:lnTo>
                <a:lnTo>
                  <a:pt x="80868" y="397396"/>
                </a:lnTo>
                <a:lnTo>
                  <a:pt x="80969" y="385354"/>
                </a:lnTo>
                <a:lnTo>
                  <a:pt x="81034" y="373312"/>
                </a:lnTo>
                <a:lnTo>
                  <a:pt x="81069" y="361269"/>
                </a:lnTo>
                <a:lnTo>
                  <a:pt x="81080" y="349227"/>
                </a:lnTo>
                <a:lnTo>
                  <a:pt x="81075" y="337185"/>
                </a:lnTo>
                <a:lnTo>
                  <a:pt x="81062" y="325142"/>
                </a:lnTo>
                <a:lnTo>
                  <a:pt x="81050" y="313100"/>
                </a:lnTo>
                <a:lnTo>
                  <a:pt x="81043" y="301058"/>
                </a:lnTo>
                <a:lnTo>
                  <a:pt x="81042" y="289015"/>
                </a:lnTo>
                <a:lnTo>
                  <a:pt x="81040" y="276973"/>
                </a:lnTo>
                <a:lnTo>
                  <a:pt x="81023" y="264931"/>
                </a:lnTo>
                <a:lnTo>
                  <a:pt x="80968" y="252889"/>
                </a:lnTo>
                <a:lnTo>
                  <a:pt x="80838" y="240846"/>
                </a:lnTo>
                <a:lnTo>
                  <a:pt x="80581" y="228804"/>
                </a:lnTo>
                <a:lnTo>
                  <a:pt x="80133" y="216762"/>
                </a:lnTo>
                <a:lnTo>
                  <a:pt x="79408" y="204719"/>
                </a:lnTo>
                <a:lnTo>
                  <a:pt x="78310" y="192677"/>
                </a:lnTo>
                <a:lnTo>
                  <a:pt x="76726" y="180635"/>
                </a:lnTo>
                <a:lnTo>
                  <a:pt x="74539" y="168592"/>
                </a:lnTo>
                <a:lnTo>
                  <a:pt x="71632" y="156550"/>
                </a:lnTo>
                <a:lnTo>
                  <a:pt x="67908" y="144508"/>
                </a:lnTo>
                <a:lnTo>
                  <a:pt x="63301" y="132465"/>
                </a:lnTo>
                <a:lnTo>
                  <a:pt x="57794" y="120423"/>
                </a:lnTo>
                <a:lnTo>
                  <a:pt x="51439" y="108381"/>
                </a:lnTo>
                <a:lnTo>
                  <a:pt x="44370" y="96338"/>
                </a:lnTo>
                <a:lnTo>
                  <a:pt x="36804" y="84296"/>
                </a:lnTo>
                <a:lnTo>
                  <a:pt x="29044" y="72254"/>
                </a:lnTo>
                <a:lnTo>
                  <a:pt x="21460" y="60212"/>
                </a:lnTo>
                <a:lnTo>
                  <a:pt x="14464" y="48169"/>
                </a:lnTo>
                <a:lnTo>
                  <a:pt x="8476" y="36127"/>
                </a:lnTo>
                <a:lnTo>
                  <a:pt x="3880" y="24085"/>
                </a:lnTo>
                <a:lnTo>
                  <a:pt x="988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799" y="12042"/>
                </a:lnTo>
                <a:lnTo>
                  <a:pt x="165906" y="24085"/>
                </a:lnTo>
                <a:lnTo>
                  <a:pt x="161311" y="36127"/>
                </a:lnTo>
                <a:lnTo>
                  <a:pt x="155322" y="48169"/>
                </a:lnTo>
                <a:lnTo>
                  <a:pt x="148327" y="60212"/>
                </a:lnTo>
                <a:lnTo>
                  <a:pt x="140743" y="72254"/>
                </a:lnTo>
                <a:lnTo>
                  <a:pt x="132983" y="84296"/>
                </a:lnTo>
                <a:lnTo>
                  <a:pt x="125417" y="96338"/>
                </a:lnTo>
                <a:lnTo>
                  <a:pt x="118347" y="108381"/>
                </a:lnTo>
                <a:lnTo>
                  <a:pt x="111993" y="120423"/>
                </a:lnTo>
                <a:lnTo>
                  <a:pt x="106486" y="132465"/>
                </a:lnTo>
                <a:lnTo>
                  <a:pt x="101878" y="144508"/>
                </a:lnTo>
                <a:lnTo>
                  <a:pt x="98154" y="156550"/>
                </a:lnTo>
                <a:lnTo>
                  <a:pt x="95248" y="168592"/>
                </a:lnTo>
                <a:lnTo>
                  <a:pt x="93060" y="180635"/>
                </a:lnTo>
                <a:lnTo>
                  <a:pt x="91476" y="192677"/>
                </a:lnTo>
                <a:lnTo>
                  <a:pt x="90378" y="204719"/>
                </a:lnTo>
                <a:lnTo>
                  <a:pt x="89654" y="216762"/>
                </a:lnTo>
                <a:lnTo>
                  <a:pt x="89205" y="228804"/>
                </a:lnTo>
                <a:lnTo>
                  <a:pt x="88949" y="240846"/>
                </a:lnTo>
                <a:lnTo>
                  <a:pt x="88818" y="252889"/>
                </a:lnTo>
                <a:lnTo>
                  <a:pt x="88763" y="264931"/>
                </a:lnTo>
                <a:lnTo>
                  <a:pt x="88747" y="276973"/>
                </a:lnTo>
                <a:lnTo>
                  <a:pt x="88745" y="289015"/>
                </a:lnTo>
                <a:lnTo>
                  <a:pt x="88743" y="301058"/>
                </a:lnTo>
                <a:lnTo>
                  <a:pt x="88736" y="313100"/>
                </a:lnTo>
                <a:lnTo>
                  <a:pt x="88724" y="325142"/>
                </a:lnTo>
                <a:lnTo>
                  <a:pt x="88712" y="337185"/>
                </a:lnTo>
                <a:lnTo>
                  <a:pt x="88707" y="349227"/>
                </a:lnTo>
                <a:lnTo>
                  <a:pt x="88718" y="361269"/>
                </a:lnTo>
                <a:lnTo>
                  <a:pt x="88753" y="373312"/>
                </a:lnTo>
                <a:lnTo>
                  <a:pt x="88818" y="385354"/>
                </a:lnTo>
                <a:lnTo>
                  <a:pt x="88918" y="397396"/>
                </a:lnTo>
                <a:lnTo>
                  <a:pt x="89056" y="409439"/>
                </a:lnTo>
                <a:lnTo>
                  <a:pt x="89234" y="421481"/>
                </a:lnTo>
                <a:lnTo>
                  <a:pt x="89452" y="433523"/>
                </a:lnTo>
                <a:lnTo>
                  <a:pt x="89711" y="445565"/>
                </a:lnTo>
                <a:lnTo>
                  <a:pt x="90015" y="457608"/>
                </a:lnTo>
                <a:lnTo>
                  <a:pt x="90370" y="469650"/>
                </a:lnTo>
                <a:lnTo>
                  <a:pt x="90784" y="481692"/>
                </a:lnTo>
                <a:lnTo>
                  <a:pt x="91268" y="493735"/>
                </a:lnTo>
                <a:lnTo>
                  <a:pt x="91833" y="505777"/>
                </a:lnTo>
                <a:lnTo>
                  <a:pt x="92487" y="517819"/>
                </a:lnTo>
                <a:lnTo>
                  <a:pt x="93236" y="529862"/>
                </a:lnTo>
                <a:lnTo>
                  <a:pt x="94076" y="541904"/>
                </a:lnTo>
                <a:lnTo>
                  <a:pt x="94996" y="553946"/>
                </a:lnTo>
                <a:lnTo>
                  <a:pt x="95973" y="565989"/>
                </a:lnTo>
                <a:lnTo>
                  <a:pt x="96974" y="578031"/>
                </a:lnTo>
                <a:lnTo>
                  <a:pt x="97959" y="590073"/>
                </a:lnTo>
                <a:lnTo>
                  <a:pt x="98882" y="602116"/>
                </a:lnTo>
                <a:lnTo>
                  <a:pt x="99696" y="614158"/>
                </a:lnTo>
                <a:lnTo>
                  <a:pt x="100358" y="626200"/>
                </a:lnTo>
                <a:lnTo>
                  <a:pt x="100835" y="638242"/>
                </a:lnTo>
                <a:lnTo>
                  <a:pt x="101103" y="650285"/>
                </a:lnTo>
                <a:lnTo>
                  <a:pt x="101156" y="662327"/>
                </a:lnTo>
                <a:lnTo>
                  <a:pt x="100998" y="674369"/>
                </a:lnTo>
                <a:lnTo>
                  <a:pt x="100653" y="686412"/>
                </a:lnTo>
                <a:lnTo>
                  <a:pt x="100151" y="698454"/>
                </a:lnTo>
                <a:lnTo>
                  <a:pt x="99534" y="710496"/>
                </a:lnTo>
                <a:lnTo>
                  <a:pt x="98848" y="722539"/>
                </a:lnTo>
                <a:lnTo>
                  <a:pt x="98142" y="734581"/>
                </a:lnTo>
                <a:lnTo>
                  <a:pt x="97464" y="746623"/>
                </a:lnTo>
                <a:lnTo>
                  <a:pt x="96858" y="758666"/>
                </a:lnTo>
                <a:lnTo>
                  <a:pt x="96365" y="770708"/>
                </a:lnTo>
                <a:lnTo>
                  <a:pt x="96021" y="782750"/>
                </a:lnTo>
                <a:lnTo>
                  <a:pt x="95857" y="794792"/>
                </a:lnTo>
                <a:lnTo>
                  <a:pt x="95897" y="806835"/>
                </a:lnTo>
                <a:lnTo>
                  <a:pt x="96158" y="818877"/>
                </a:lnTo>
                <a:lnTo>
                  <a:pt x="96648" y="830919"/>
                </a:lnTo>
                <a:lnTo>
                  <a:pt x="97364" y="842962"/>
                </a:lnTo>
                <a:lnTo>
                  <a:pt x="98290" y="855004"/>
                </a:lnTo>
                <a:lnTo>
                  <a:pt x="99396" y="867046"/>
                </a:lnTo>
                <a:lnTo>
                  <a:pt x="100635" y="879089"/>
                </a:lnTo>
                <a:lnTo>
                  <a:pt x="101944" y="891131"/>
                </a:lnTo>
                <a:lnTo>
                  <a:pt x="103250" y="903173"/>
                </a:lnTo>
                <a:lnTo>
                  <a:pt x="104467" y="915216"/>
                </a:lnTo>
                <a:lnTo>
                  <a:pt x="105512" y="927258"/>
                </a:lnTo>
                <a:lnTo>
                  <a:pt x="106306" y="939300"/>
                </a:lnTo>
                <a:lnTo>
                  <a:pt x="106783" y="951343"/>
                </a:lnTo>
                <a:lnTo>
                  <a:pt x="106902" y="963385"/>
                </a:lnTo>
                <a:lnTo>
                  <a:pt x="106645" y="975427"/>
                </a:lnTo>
                <a:lnTo>
                  <a:pt x="106026" y="987469"/>
                </a:lnTo>
                <a:lnTo>
                  <a:pt x="105084" y="999512"/>
                </a:lnTo>
                <a:lnTo>
                  <a:pt x="103883" y="1011554"/>
                </a:lnTo>
                <a:lnTo>
                  <a:pt x="102499" y="1023596"/>
                </a:lnTo>
                <a:lnTo>
                  <a:pt x="101019" y="1035639"/>
                </a:lnTo>
                <a:lnTo>
                  <a:pt x="99527" y="1047681"/>
                </a:lnTo>
                <a:lnTo>
                  <a:pt x="98095" y="1059723"/>
                </a:lnTo>
                <a:lnTo>
                  <a:pt x="96784" y="1071766"/>
                </a:lnTo>
                <a:lnTo>
                  <a:pt x="95636" y="1083808"/>
                </a:lnTo>
                <a:lnTo>
                  <a:pt x="94674" y="1095850"/>
                </a:lnTo>
                <a:lnTo>
                  <a:pt x="93908" y="1107893"/>
                </a:lnTo>
                <a:lnTo>
                  <a:pt x="93331" y="1119935"/>
                </a:lnTo>
                <a:lnTo>
                  <a:pt x="92931" y="1131977"/>
                </a:lnTo>
                <a:lnTo>
                  <a:pt x="92690" y="1144019"/>
                </a:lnTo>
                <a:lnTo>
                  <a:pt x="92587" y="1156062"/>
                </a:lnTo>
                <a:lnTo>
                  <a:pt x="92600" y="1168104"/>
                </a:lnTo>
                <a:lnTo>
                  <a:pt x="92709" y="1180146"/>
                </a:lnTo>
                <a:lnTo>
                  <a:pt x="92891" y="1192189"/>
                </a:lnTo>
                <a:lnTo>
                  <a:pt x="93124" y="1204231"/>
                </a:lnTo>
                <a:lnTo>
                  <a:pt x="93384" y="1216273"/>
                </a:lnTo>
                <a:lnTo>
                  <a:pt x="93647" y="1228316"/>
                </a:lnTo>
                <a:lnTo>
                  <a:pt x="93887" y="1240358"/>
                </a:lnTo>
                <a:lnTo>
                  <a:pt x="94081" y="1252400"/>
                </a:lnTo>
                <a:lnTo>
                  <a:pt x="94209" y="1264443"/>
                </a:lnTo>
                <a:lnTo>
                  <a:pt x="94257" y="1276485"/>
                </a:lnTo>
                <a:lnTo>
                  <a:pt x="94217" y="1288527"/>
                </a:lnTo>
                <a:lnTo>
                  <a:pt x="94094" y="1300570"/>
                </a:lnTo>
                <a:lnTo>
                  <a:pt x="93896" y="1312612"/>
                </a:lnTo>
                <a:lnTo>
                  <a:pt x="93642" y="1324654"/>
                </a:lnTo>
                <a:lnTo>
                  <a:pt x="93352" y="1336696"/>
                </a:lnTo>
                <a:lnTo>
                  <a:pt x="93052" y="1348739"/>
                </a:lnTo>
                <a:lnTo>
                  <a:pt x="92763" y="1360781"/>
                </a:lnTo>
                <a:lnTo>
                  <a:pt x="92503" y="1372823"/>
                </a:lnTo>
                <a:lnTo>
                  <a:pt x="92285" y="1384866"/>
                </a:lnTo>
                <a:lnTo>
                  <a:pt x="92115" y="1396908"/>
                </a:lnTo>
                <a:lnTo>
                  <a:pt x="91995" y="1408950"/>
                </a:lnTo>
                <a:lnTo>
                  <a:pt x="91920" y="1420993"/>
                </a:lnTo>
                <a:lnTo>
                  <a:pt x="91882" y="1433035"/>
                </a:lnTo>
                <a:lnTo>
                  <a:pt x="91876" y="1445077"/>
                </a:lnTo>
                <a:lnTo>
                  <a:pt x="91894" y="1457120"/>
                </a:lnTo>
                <a:lnTo>
                  <a:pt x="91932" y="1469162"/>
                </a:lnTo>
                <a:lnTo>
                  <a:pt x="91986" y="1481204"/>
                </a:lnTo>
                <a:lnTo>
                  <a:pt x="92056" y="1493246"/>
                </a:lnTo>
                <a:lnTo>
                  <a:pt x="92141" y="1505289"/>
                </a:lnTo>
                <a:lnTo>
                  <a:pt x="92238" y="1517331"/>
                </a:lnTo>
                <a:lnTo>
                  <a:pt x="92343" y="1529373"/>
                </a:lnTo>
                <a:lnTo>
                  <a:pt x="92448" y="1541416"/>
                </a:lnTo>
                <a:lnTo>
                  <a:pt x="92543" y="1553458"/>
                </a:lnTo>
                <a:lnTo>
                  <a:pt x="92615" y="1565500"/>
                </a:lnTo>
                <a:lnTo>
                  <a:pt x="92649" y="1577543"/>
                </a:lnTo>
                <a:lnTo>
                  <a:pt x="92633" y="1589585"/>
                </a:lnTo>
                <a:lnTo>
                  <a:pt x="92556" y="1601627"/>
                </a:lnTo>
                <a:lnTo>
                  <a:pt x="92413" y="1613670"/>
                </a:lnTo>
                <a:lnTo>
                  <a:pt x="92207" y="1625712"/>
                </a:lnTo>
                <a:lnTo>
                  <a:pt x="91949" y="1637754"/>
                </a:lnTo>
                <a:lnTo>
                  <a:pt x="91656" y="1649797"/>
                </a:lnTo>
                <a:lnTo>
                  <a:pt x="91359" y="1661839"/>
                </a:lnTo>
                <a:lnTo>
                  <a:pt x="91097" y="1673881"/>
                </a:lnTo>
                <a:lnTo>
                  <a:pt x="90918" y="1685923"/>
                </a:lnTo>
                <a:lnTo>
                  <a:pt x="90882" y="1697966"/>
                </a:lnTo>
                <a:lnTo>
                  <a:pt x="91059" y="1710008"/>
                </a:lnTo>
                <a:lnTo>
                  <a:pt x="91527" y="1722050"/>
                </a:lnTo>
                <a:lnTo>
                  <a:pt x="92375" y="1734093"/>
                </a:lnTo>
                <a:lnTo>
                  <a:pt x="93697" y="1746135"/>
                </a:lnTo>
                <a:lnTo>
                  <a:pt x="95587" y="1758177"/>
                </a:lnTo>
                <a:lnTo>
                  <a:pt x="98136" y="1770220"/>
                </a:lnTo>
                <a:lnTo>
                  <a:pt x="101413" y="1782262"/>
                </a:lnTo>
                <a:lnTo>
                  <a:pt x="105461" y="1794304"/>
                </a:lnTo>
                <a:lnTo>
                  <a:pt x="110279" y="1806347"/>
                </a:lnTo>
                <a:lnTo>
                  <a:pt x="115809" y="1818389"/>
                </a:lnTo>
                <a:lnTo>
                  <a:pt x="121928" y="1830431"/>
                </a:lnTo>
                <a:lnTo>
                  <a:pt x="128443" y="1842473"/>
                </a:lnTo>
                <a:lnTo>
                  <a:pt x="135094" y="1854516"/>
                </a:lnTo>
                <a:lnTo>
                  <a:pt x="141568" y="1866558"/>
                </a:lnTo>
                <a:lnTo>
                  <a:pt x="147520" y="1878600"/>
                </a:lnTo>
                <a:lnTo>
                  <a:pt x="152602" y="1890643"/>
                </a:lnTo>
                <a:lnTo>
                  <a:pt x="156495" y="1902685"/>
                </a:lnTo>
                <a:lnTo>
                  <a:pt x="158941" y="1914727"/>
                </a:lnTo>
                <a:lnTo>
                  <a:pt x="159776" y="1926770"/>
                </a:lnTo>
                <a:lnTo>
                  <a:pt x="159776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6" name="data_4497">
            <a:extLst>
              <a:ext uri="{FF2B5EF4-FFF2-40B4-BE49-F238E27FC236}">
                <a16:creationId xmlns:a16="http://schemas.microsoft.com/office/drawing/2014/main" id="{AA9F0EDA-8826-4737-8F79-6351F237DAAA}"/>
              </a:ext>
            </a:extLst>
          </p:cNvPr>
          <p:cNvSpPr>
            <a:spLocks noGrp="1"/>
          </p:cNvSpPr>
          <p:nvPr/>
        </p:nvSpPr>
        <p:spPr>
          <a:xfrm>
            <a:off x="8917114" y="1837726"/>
            <a:ext cx="169787" cy="1926770"/>
          </a:xfrm>
          <a:custGeom>
            <a:pathLst>
              <a:path w="169787" h="1926770">
                <a:moveTo>
                  <a:pt x="125807" y="1926770"/>
                </a:moveTo>
                <a:lnTo>
                  <a:pt x="43980" y="1926770"/>
                </a:lnTo>
                <a:lnTo>
                  <a:pt x="44413" y="1914727"/>
                </a:lnTo>
                <a:lnTo>
                  <a:pt x="45684" y="1902685"/>
                </a:lnTo>
                <a:lnTo>
                  <a:pt x="47706" y="1890643"/>
                </a:lnTo>
                <a:lnTo>
                  <a:pt x="50349" y="1878600"/>
                </a:lnTo>
                <a:lnTo>
                  <a:pt x="53448" y="1866558"/>
                </a:lnTo>
                <a:lnTo>
                  <a:pt x="56825" y="1854516"/>
                </a:lnTo>
                <a:lnTo>
                  <a:pt x="60303" y="1842473"/>
                </a:lnTo>
                <a:lnTo>
                  <a:pt x="63722" y="1830431"/>
                </a:lnTo>
                <a:lnTo>
                  <a:pt x="66948" y="1818389"/>
                </a:lnTo>
                <a:lnTo>
                  <a:pt x="69885" y="1806347"/>
                </a:lnTo>
                <a:lnTo>
                  <a:pt x="72469" y="1794304"/>
                </a:lnTo>
                <a:lnTo>
                  <a:pt x="74671" y="1782262"/>
                </a:lnTo>
                <a:lnTo>
                  <a:pt x="76491" y="1770220"/>
                </a:lnTo>
                <a:lnTo>
                  <a:pt x="77950" y="1758177"/>
                </a:lnTo>
                <a:lnTo>
                  <a:pt x="79086" y="1746135"/>
                </a:lnTo>
                <a:lnTo>
                  <a:pt x="79942" y="1734093"/>
                </a:lnTo>
                <a:lnTo>
                  <a:pt x="80567" y="1722050"/>
                </a:lnTo>
                <a:lnTo>
                  <a:pt x="81007" y="1710008"/>
                </a:lnTo>
                <a:lnTo>
                  <a:pt x="81307" y="1697966"/>
                </a:lnTo>
                <a:lnTo>
                  <a:pt x="81504" y="1685923"/>
                </a:lnTo>
                <a:lnTo>
                  <a:pt x="81630" y="1673881"/>
                </a:lnTo>
                <a:lnTo>
                  <a:pt x="81711" y="1661839"/>
                </a:lnTo>
                <a:lnTo>
                  <a:pt x="81768" y="1649797"/>
                </a:lnTo>
                <a:lnTo>
                  <a:pt x="81812" y="1637754"/>
                </a:lnTo>
                <a:lnTo>
                  <a:pt x="81851" y="1625712"/>
                </a:lnTo>
                <a:lnTo>
                  <a:pt x="81888" y="1613670"/>
                </a:lnTo>
                <a:lnTo>
                  <a:pt x="81918" y="1601627"/>
                </a:lnTo>
                <a:lnTo>
                  <a:pt x="81936" y="1589585"/>
                </a:lnTo>
                <a:lnTo>
                  <a:pt x="81933" y="1577543"/>
                </a:lnTo>
                <a:lnTo>
                  <a:pt x="81900" y="1565500"/>
                </a:lnTo>
                <a:lnTo>
                  <a:pt x="81827" y="1553458"/>
                </a:lnTo>
                <a:lnTo>
                  <a:pt x="81710" y="1541416"/>
                </a:lnTo>
                <a:lnTo>
                  <a:pt x="81546" y="1529373"/>
                </a:lnTo>
                <a:lnTo>
                  <a:pt x="81336" y="1517331"/>
                </a:lnTo>
                <a:lnTo>
                  <a:pt x="81089" y="1505289"/>
                </a:lnTo>
                <a:lnTo>
                  <a:pt x="80812" y="1493246"/>
                </a:lnTo>
                <a:lnTo>
                  <a:pt x="80521" y="1481204"/>
                </a:lnTo>
                <a:lnTo>
                  <a:pt x="80229" y="1469162"/>
                </a:lnTo>
                <a:lnTo>
                  <a:pt x="79950" y="1457120"/>
                </a:lnTo>
                <a:lnTo>
                  <a:pt x="79696" y="1445077"/>
                </a:lnTo>
                <a:lnTo>
                  <a:pt x="79476" y="1433035"/>
                </a:lnTo>
                <a:lnTo>
                  <a:pt x="79293" y="1420993"/>
                </a:lnTo>
                <a:lnTo>
                  <a:pt x="79149" y="1408950"/>
                </a:lnTo>
                <a:lnTo>
                  <a:pt x="79041" y="1396908"/>
                </a:lnTo>
                <a:lnTo>
                  <a:pt x="78962" y="1384866"/>
                </a:lnTo>
                <a:lnTo>
                  <a:pt x="78906" y="1372823"/>
                </a:lnTo>
                <a:lnTo>
                  <a:pt x="78866" y="1360781"/>
                </a:lnTo>
                <a:lnTo>
                  <a:pt x="78836" y="1348739"/>
                </a:lnTo>
                <a:lnTo>
                  <a:pt x="78812" y="1336696"/>
                </a:lnTo>
                <a:lnTo>
                  <a:pt x="78791" y="1324654"/>
                </a:lnTo>
                <a:lnTo>
                  <a:pt x="78773" y="1312612"/>
                </a:lnTo>
                <a:lnTo>
                  <a:pt x="78758" y="1300570"/>
                </a:lnTo>
                <a:lnTo>
                  <a:pt x="78747" y="1288527"/>
                </a:lnTo>
                <a:lnTo>
                  <a:pt x="78740" y="1276485"/>
                </a:lnTo>
                <a:lnTo>
                  <a:pt x="78738" y="1264443"/>
                </a:lnTo>
                <a:lnTo>
                  <a:pt x="78738" y="1252400"/>
                </a:lnTo>
                <a:lnTo>
                  <a:pt x="78741" y="1240358"/>
                </a:lnTo>
                <a:lnTo>
                  <a:pt x="78746" y="1228316"/>
                </a:lnTo>
                <a:lnTo>
                  <a:pt x="78751" y="1216273"/>
                </a:lnTo>
                <a:lnTo>
                  <a:pt x="78757" y="1204231"/>
                </a:lnTo>
                <a:lnTo>
                  <a:pt x="78764" y="1192189"/>
                </a:lnTo>
                <a:lnTo>
                  <a:pt x="78771" y="1180146"/>
                </a:lnTo>
                <a:lnTo>
                  <a:pt x="78776" y="1168104"/>
                </a:lnTo>
                <a:lnTo>
                  <a:pt x="78776" y="1156062"/>
                </a:lnTo>
                <a:lnTo>
                  <a:pt x="78763" y="1144019"/>
                </a:lnTo>
                <a:lnTo>
                  <a:pt x="78727" y="1131977"/>
                </a:lnTo>
                <a:lnTo>
                  <a:pt x="78654" y="1119935"/>
                </a:lnTo>
                <a:lnTo>
                  <a:pt x="78528" y="1107893"/>
                </a:lnTo>
                <a:lnTo>
                  <a:pt x="78334" y="1095850"/>
                </a:lnTo>
                <a:lnTo>
                  <a:pt x="78060" y="1083808"/>
                </a:lnTo>
                <a:lnTo>
                  <a:pt x="77699" y="1071766"/>
                </a:lnTo>
                <a:lnTo>
                  <a:pt x="77251" y="1059723"/>
                </a:lnTo>
                <a:lnTo>
                  <a:pt x="76728" y="1047681"/>
                </a:lnTo>
                <a:lnTo>
                  <a:pt x="76151" y="1035639"/>
                </a:lnTo>
                <a:lnTo>
                  <a:pt x="75550" y="1023596"/>
                </a:lnTo>
                <a:lnTo>
                  <a:pt x="74963" y="1011554"/>
                </a:lnTo>
                <a:lnTo>
                  <a:pt x="74430" y="999512"/>
                </a:lnTo>
                <a:lnTo>
                  <a:pt x="73993" y="987469"/>
                </a:lnTo>
                <a:lnTo>
                  <a:pt x="73684" y="975427"/>
                </a:lnTo>
                <a:lnTo>
                  <a:pt x="73529" y="963385"/>
                </a:lnTo>
                <a:lnTo>
                  <a:pt x="73540" y="951343"/>
                </a:lnTo>
                <a:lnTo>
                  <a:pt x="73716" y="939300"/>
                </a:lnTo>
                <a:lnTo>
                  <a:pt x="74042" y="927258"/>
                </a:lnTo>
                <a:lnTo>
                  <a:pt x="74493" y="915216"/>
                </a:lnTo>
                <a:lnTo>
                  <a:pt x="75036" y="903173"/>
                </a:lnTo>
                <a:lnTo>
                  <a:pt x="75634" y="891131"/>
                </a:lnTo>
                <a:lnTo>
                  <a:pt x="76248" y="879089"/>
                </a:lnTo>
                <a:lnTo>
                  <a:pt x="76845" y="867046"/>
                </a:lnTo>
                <a:lnTo>
                  <a:pt x="77392" y="855004"/>
                </a:lnTo>
                <a:lnTo>
                  <a:pt x="77867" y="842962"/>
                </a:lnTo>
                <a:lnTo>
                  <a:pt x="78248" y="830919"/>
                </a:lnTo>
                <a:lnTo>
                  <a:pt x="78525" y="818877"/>
                </a:lnTo>
                <a:lnTo>
                  <a:pt x="78688" y="806835"/>
                </a:lnTo>
                <a:lnTo>
                  <a:pt x="78735" y="794792"/>
                </a:lnTo>
                <a:lnTo>
                  <a:pt x="78665" y="782750"/>
                </a:lnTo>
                <a:lnTo>
                  <a:pt x="78484" y="770708"/>
                </a:lnTo>
                <a:lnTo>
                  <a:pt x="78202" y="758666"/>
                </a:lnTo>
                <a:lnTo>
                  <a:pt x="77833" y="746623"/>
                </a:lnTo>
                <a:lnTo>
                  <a:pt x="77398" y="734581"/>
                </a:lnTo>
                <a:lnTo>
                  <a:pt x="76923" y="722539"/>
                </a:lnTo>
                <a:lnTo>
                  <a:pt x="76438" y="710496"/>
                </a:lnTo>
                <a:lnTo>
                  <a:pt x="75978" y="698454"/>
                </a:lnTo>
                <a:lnTo>
                  <a:pt x="75576" y="686412"/>
                </a:lnTo>
                <a:lnTo>
                  <a:pt x="75264" y="674369"/>
                </a:lnTo>
                <a:lnTo>
                  <a:pt x="75069" y="662327"/>
                </a:lnTo>
                <a:lnTo>
                  <a:pt x="75007" y="650285"/>
                </a:lnTo>
                <a:lnTo>
                  <a:pt x="75088" y="638242"/>
                </a:lnTo>
                <a:lnTo>
                  <a:pt x="75308" y="626200"/>
                </a:lnTo>
                <a:lnTo>
                  <a:pt x="75652" y="614158"/>
                </a:lnTo>
                <a:lnTo>
                  <a:pt x="76099" y="602116"/>
                </a:lnTo>
                <a:lnTo>
                  <a:pt x="76617" y="590073"/>
                </a:lnTo>
                <a:lnTo>
                  <a:pt x="77176" y="578031"/>
                </a:lnTo>
                <a:lnTo>
                  <a:pt x="77741" y="565989"/>
                </a:lnTo>
                <a:lnTo>
                  <a:pt x="78286" y="553946"/>
                </a:lnTo>
                <a:lnTo>
                  <a:pt x="78786" y="541904"/>
                </a:lnTo>
                <a:lnTo>
                  <a:pt x="79225" y="529862"/>
                </a:lnTo>
                <a:lnTo>
                  <a:pt x="79597" y="517819"/>
                </a:lnTo>
                <a:lnTo>
                  <a:pt x="79898" y="505777"/>
                </a:lnTo>
                <a:lnTo>
                  <a:pt x="80134" y="493735"/>
                </a:lnTo>
                <a:lnTo>
                  <a:pt x="80314" y="481692"/>
                </a:lnTo>
                <a:lnTo>
                  <a:pt x="80446" y="469650"/>
                </a:lnTo>
                <a:lnTo>
                  <a:pt x="80544" y="457608"/>
                </a:lnTo>
                <a:lnTo>
                  <a:pt x="80618" y="445565"/>
                </a:lnTo>
                <a:lnTo>
                  <a:pt x="80677" y="433523"/>
                </a:lnTo>
                <a:lnTo>
                  <a:pt x="80729" y="421481"/>
                </a:lnTo>
                <a:lnTo>
                  <a:pt x="80781" y="409439"/>
                </a:lnTo>
                <a:lnTo>
                  <a:pt x="80836" y="397396"/>
                </a:lnTo>
                <a:lnTo>
                  <a:pt x="80897" y="385354"/>
                </a:lnTo>
                <a:lnTo>
                  <a:pt x="80966" y="373312"/>
                </a:lnTo>
                <a:lnTo>
                  <a:pt x="81043" y="361269"/>
                </a:lnTo>
                <a:lnTo>
                  <a:pt x="81127" y="349227"/>
                </a:lnTo>
                <a:lnTo>
                  <a:pt x="81218" y="337185"/>
                </a:lnTo>
                <a:lnTo>
                  <a:pt x="81313" y="325142"/>
                </a:lnTo>
                <a:lnTo>
                  <a:pt x="81408" y="313100"/>
                </a:lnTo>
                <a:lnTo>
                  <a:pt x="81498" y="301058"/>
                </a:lnTo>
                <a:lnTo>
                  <a:pt x="81576" y="289015"/>
                </a:lnTo>
                <a:lnTo>
                  <a:pt x="81630" y="276973"/>
                </a:lnTo>
                <a:lnTo>
                  <a:pt x="81642" y="264931"/>
                </a:lnTo>
                <a:lnTo>
                  <a:pt x="81588" y="252889"/>
                </a:lnTo>
                <a:lnTo>
                  <a:pt x="81433" y="240846"/>
                </a:lnTo>
                <a:lnTo>
                  <a:pt x="81129" y="228804"/>
                </a:lnTo>
                <a:lnTo>
                  <a:pt x="80612" y="216762"/>
                </a:lnTo>
                <a:lnTo>
                  <a:pt x="79805" y="204719"/>
                </a:lnTo>
                <a:lnTo>
                  <a:pt x="78612" y="192677"/>
                </a:lnTo>
                <a:lnTo>
                  <a:pt x="76926" y="180635"/>
                </a:lnTo>
                <a:lnTo>
                  <a:pt x="74634" y="168592"/>
                </a:lnTo>
                <a:lnTo>
                  <a:pt x="71624" y="156550"/>
                </a:lnTo>
                <a:lnTo>
                  <a:pt x="67805" y="144508"/>
                </a:lnTo>
                <a:lnTo>
                  <a:pt x="63114" y="132465"/>
                </a:lnTo>
                <a:lnTo>
                  <a:pt x="57542" y="120423"/>
                </a:lnTo>
                <a:lnTo>
                  <a:pt x="51144" y="108381"/>
                </a:lnTo>
                <a:lnTo>
                  <a:pt x="44056" y="96338"/>
                </a:lnTo>
                <a:lnTo>
                  <a:pt x="36498" y="84296"/>
                </a:lnTo>
                <a:lnTo>
                  <a:pt x="28770" y="72254"/>
                </a:lnTo>
                <a:lnTo>
                  <a:pt x="21236" y="60212"/>
                </a:lnTo>
                <a:lnTo>
                  <a:pt x="14301" y="48169"/>
                </a:lnTo>
                <a:lnTo>
                  <a:pt x="8375" y="36127"/>
                </a:lnTo>
                <a:lnTo>
                  <a:pt x="3832" y="24085"/>
                </a:lnTo>
                <a:lnTo>
                  <a:pt x="975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12" y="12042"/>
                </a:lnTo>
                <a:lnTo>
                  <a:pt x="165955" y="24085"/>
                </a:lnTo>
                <a:lnTo>
                  <a:pt x="161412" y="36127"/>
                </a:lnTo>
                <a:lnTo>
                  <a:pt x="155485" y="48169"/>
                </a:lnTo>
                <a:lnTo>
                  <a:pt x="148550" y="60212"/>
                </a:lnTo>
                <a:lnTo>
                  <a:pt x="141016" y="72254"/>
                </a:lnTo>
                <a:lnTo>
                  <a:pt x="133288" y="84296"/>
                </a:lnTo>
                <a:lnTo>
                  <a:pt x="125730" y="96338"/>
                </a:lnTo>
                <a:lnTo>
                  <a:pt x="118643" y="108381"/>
                </a:lnTo>
                <a:lnTo>
                  <a:pt x="112245" y="120423"/>
                </a:lnTo>
                <a:lnTo>
                  <a:pt x="106673" y="132465"/>
                </a:lnTo>
                <a:lnTo>
                  <a:pt x="101982" y="144508"/>
                </a:lnTo>
                <a:lnTo>
                  <a:pt x="98162" y="156550"/>
                </a:lnTo>
                <a:lnTo>
                  <a:pt x="95153" y="168592"/>
                </a:lnTo>
                <a:lnTo>
                  <a:pt x="92860" y="180635"/>
                </a:lnTo>
                <a:lnTo>
                  <a:pt x="91175" y="192677"/>
                </a:lnTo>
                <a:lnTo>
                  <a:pt x="89982" y="204719"/>
                </a:lnTo>
                <a:lnTo>
                  <a:pt x="89174" y="216762"/>
                </a:lnTo>
                <a:lnTo>
                  <a:pt x="88658" y="228804"/>
                </a:lnTo>
                <a:lnTo>
                  <a:pt x="88353" y="240846"/>
                </a:lnTo>
                <a:lnTo>
                  <a:pt x="88198" y="252889"/>
                </a:lnTo>
                <a:lnTo>
                  <a:pt x="88145" y="264931"/>
                </a:lnTo>
                <a:lnTo>
                  <a:pt x="88157" y="276973"/>
                </a:lnTo>
                <a:lnTo>
                  <a:pt x="88211" y="289015"/>
                </a:lnTo>
                <a:lnTo>
                  <a:pt x="88289" y="301058"/>
                </a:lnTo>
                <a:lnTo>
                  <a:pt x="88379" y="313100"/>
                </a:lnTo>
                <a:lnTo>
                  <a:pt x="88474" y="325142"/>
                </a:lnTo>
                <a:lnTo>
                  <a:pt x="88568" y="337185"/>
                </a:lnTo>
                <a:lnTo>
                  <a:pt x="88659" y="349227"/>
                </a:lnTo>
                <a:lnTo>
                  <a:pt x="88744" y="361269"/>
                </a:lnTo>
                <a:lnTo>
                  <a:pt x="88821" y="373312"/>
                </a:lnTo>
                <a:lnTo>
                  <a:pt x="88890" y="385354"/>
                </a:lnTo>
                <a:lnTo>
                  <a:pt x="88951" y="397396"/>
                </a:lnTo>
                <a:lnTo>
                  <a:pt x="89006" y="409439"/>
                </a:lnTo>
                <a:lnTo>
                  <a:pt x="89057" y="421481"/>
                </a:lnTo>
                <a:lnTo>
                  <a:pt x="89110" y="433523"/>
                </a:lnTo>
                <a:lnTo>
                  <a:pt x="89169" y="445565"/>
                </a:lnTo>
                <a:lnTo>
                  <a:pt x="89242" y="457608"/>
                </a:lnTo>
                <a:lnTo>
                  <a:pt x="89340" y="469650"/>
                </a:lnTo>
                <a:lnTo>
                  <a:pt x="89473" y="481692"/>
                </a:lnTo>
                <a:lnTo>
                  <a:pt x="89652" y="493735"/>
                </a:lnTo>
                <a:lnTo>
                  <a:pt x="89888" y="505777"/>
                </a:lnTo>
                <a:lnTo>
                  <a:pt x="90190" y="517819"/>
                </a:lnTo>
                <a:lnTo>
                  <a:pt x="90561" y="529862"/>
                </a:lnTo>
                <a:lnTo>
                  <a:pt x="91001" y="541904"/>
                </a:lnTo>
                <a:lnTo>
                  <a:pt x="91501" y="553946"/>
                </a:lnTo>
                <a:lnTo>
                  <a:pt x="92045" y="565989"/>
                </a:lnTo>
                <a:lnTo>
                  <a:pt x="92611" y="578031"/>
                </a:lnTo>
                <a:lnTo>
                  <a:pt x="93169" y="590073"/>
                </a:lnTo>
                <a:lnTo>
                  <a:pt x="93688" y="602116"/>
                </a:lnTo>
                <a:lnTo>
                  <a:pt x="94134" y="614158"/>
                </a:lnTo>
                <a:lnTo>
                  <a:pt x="94479" y="626200"/>
                </a:lnTo>
                <a:lnTo>
                  <a:pt x="94699" y="638242"/>
                </a:lnTo>
                <a:lnTo>
                  <a:pt x="94779" y="650285"/>
                </a:lnTo>
                <a:lnTo>
                  <a:pt x="94718" y="662327"/>
                </a:lnTo>
                <a:lnTo>
                  <a:pt x="94522" y="674369"/>
                </a:lnTo>
                <a:lnTo>
                  <a:pt x="94210" y="686412"/>
                </a:lnTo>
                <a:lnTo>
                  <a:pt x="93808" y="698454"/>
                </a:lnTo>
                <a:lnTo>
                  <a:pt x="93348" y="710496"/>
                </a:lnTo>
                <a:lnTo>
                  <a:pt x="92864" y="722539"/>
                </a:lnTo>
                <a:lnTo>
                  <a:pt x="92389" y="734581"/>
                </a:lnTo>
                <a:lnTo>
                  <a:pt x="91954" y="746623"/>
                </a:lnTo>
                <a:lnTo>
                  <a:pt x="91585" y="758666"/>
                </a:lnTo>
                <a:lnTo>
                  <a:pt x="91303" y="770708"/>
                </a:lnTo>
                <a:lnTo>
                  <a:pt x="91122" y="782750"/>
                </a:lnTo>
                <a:lnTo>
                  <a:pt x="91052" y="794792"/>
                </a:lnTo>
                <a:lnTo>
                  <a:pt x="91098" y="806835"/>
                </a:lnTo>
                <a:lnTo>
                  <a:pt x="91262" y="818877"/>
                </a:lnTo>
                <a:lnTo>
                  <a:pt x="91538" y="830919"/>
                </a:lnTo>
                <a:lnTo>
                  <a:pt x="91920" y="842962"/>
                </a:lnTo>
                <a:lnTo>
                  <a:pt x="92394" y="855004"/>
                </a:lnTo>
                <a:lnTo>
                  <a:pt x="92942" y="867046"/>
                </a:lnTo>
                <a:lnTo>
                  <a:pt x="93538" y="879089"/>
                </a:lnTo>
                <a:lnTo>
                  <a:pt x="94153" y="891131"/>
                </a:lnTo>
                <a:lnTo>
                  <a:pt x="94751" y="903173"/>
                </a:lnTo>
                <a:lnTo>
                  <a:pt x="95294" y="915216"/>
                </a:lnTo>
                <a:lnTo>
                  <a:pt x="95745" y="927258"/>
                </a:lnTo>
                <a:lnTo>
                  <a:pt x="96071" y="939300"/>
                </a:lnTo>
                <a:lnTo>
                  <a:pt x="96246" y="951343"/>
                </a:lnTo>
                <a:lnTo>
                  <a:pt x="96257" y="963385"/>
                </a:lnTo>
                <a:lnTo>
                  <a:pt x="96102" y="975427"/>
                </a:lnTo>
                <a:lnTo>
                  <a:pt x="95794" y="987469"/>
                </a:lnTo>
                <a:lnTo>
                  <a:pt x="95356" y="999512"/>
                </a:lnTo>
                <a:lnTo>
                  <a:pt x="94824" y="1011554"/>
                </a:lnTo>
                <a:lnTo>
                  <a:pt x="94237" y="1023596"/>
                </a:lnTo>
                <a:lnTo>
                  <a:pt x="93636" y="1035639"/>
                </a:lnTo>
                <a:lnTo>
                  <a:pt x="93058" y="1047681"/>
                </a:lnTo>
                <a:lnTo>
                  <a:pt x="92535" y="1059723"/>
                </a:lnTo>
                <a:lnTo>
                  <a:pt x="92088" y="1071766"/>
                </a:lnTo>
                <a:lnTo>
                  <a:pt x="91726" y="1083808"/>
                </a:lnTo>
                <a:lnTo>
                  <a:pt x="91452" y="1095850"/>
                </a:lnTo>
                <a:lnTo>
                  <a:pt x="91259" y="1107893"/>
                </a:lnTo>
                <a:lnTo>
                  <a:pt x="91133" y="1119935"/>
                </a:lnTo>
                <a:lnTo>
                  <a:pt x="91060" y="1131977"/>
                </a:lnTo>
                <a:lnTo>
                  <a:pt x="91023" y="1144019"/>
                </a:lnTo>
                <a:lnTo>
                  <a:pt x="91011" y="1156062"/>
                </a:lnTo>
                <a:lnTo>
                  <a:pt x="91010" y="1168104"/>
                </a:lnTo>
                <a:lnTo>
                  <a:pt x="91016" y="1180146"/>
                </a:lnTo>
                <a:lnTo>
                  <a:pt x="91023" y="1192189"/>
                </a:lnTo>
                <a:lnTo>
                  <a:pt x="91029" y="1204231"/>
                </a:lnTo>
                <a:lnTo>
                  <a:pt x="91035" y="1216273"/>
                </a:lnTo>
                <a:lnTo>
                  <a:pt x="91041" y="1228316"/>
                </a:lnTo>
                <a:lnTo>
                  <a:pt x="91045" y="1240358"/>
                </a:lnTo>
                <a:lnTo>
                  <a:pt x="91048" y="1252400"/>
                </a:lnTo>
                <a:lnTo>
                  <a:pt x="91049" y="1264443"/>
                </a:lnTo>
                <a:lnTo>
                  <a:pt x="91046" y="1276485"/>
                </a:lnTo>
                <a:lnTo>
                  <a:pt x="91039" y="1288527"/>
                </a:lnTo>
                <a:lnTo>
                  <a:pt x="91028" y="1300570"/>
                </a:lnTo>
                <a:lnTo>
                  <a:pt x="91013" y="1312612"/>
                </a:lnTo>
                <a:lnTo>
                  <a:pt x="90995" y="1324654"/>
                </a:lnTo>
                <a:lnTo>
                  <a:pt x="90974" y="1336696"/>
                </a:lnTo>
                <a:lnTo>
                  <a:pt x="90950" y="1348739"/>
                </a:lnTo>
                <a:lnTo>
                  <a:pt x="90920" y="1360781"/>
                </a:lnTo>
                <a:lnTo>
                  <a:pt x="90880" y="1372823"/>
                </a:lnTo>
                <a:lnTo>
                  <a:pt x="90824" y="1384866"/>
                </a:lnTo>
                <a:lnTo>
                  <a:pt x="90746" y="1396908"/>
                </a:lnTo>
                <a:lnTo>
                  <a:pt x="90637" y="1408950"/>
                </a:lnTo>
                <a:lnTo>
                  <a:pt x="90493" y="1420993"/>
                </a:lnTo>
                <a:lnTo>
                  <a:pt x="90311" y="1433035"/>
                </a:lnTo>
                <a:lnTo>
                  <a:pt x="90091" y="1445077"/>
                </a:lnTo>
                <a:lnTo>
                  <a:pt x="89837" y="1457120"/>
                </a:lnTo>
                <a:lnTo>
                  <a:pt x="89558" y="1469162"/>
                </a:lnTo>
                <a:lnTo>
                  <a:pt x="89265" y="1481204"/>
                </a:lnTo>
                <a:lnTo>
                  <a:pt x="88974" y="1493246"/>
                </a:lnTo>
                <a:lnTo>
                  <a:pt x="88698" y="1505289"/>
                </a:lnTo>
                <a:lnTo>
                  <a:pt x="88450" y="1517331"/>
                </a:lnTo>
                <a:lnTo>
                  <a:pt x="88241" y="1529373"/>
                </a:lnTo>
                <a:lnTo>
                  <a:pt x="88076" y="1541416"/>
                </a:lnTo>
                <a:lnTo>
                  <a:pt x="87959" y="1553458"/>
                </a:lnTo>
                <a:lnTo>
                  <a:pt x="87887" y="1565500"/>
                </a:lnTo>
                <a:lnTo>
                  <a:pt x="87853" y="1577543"/>
                </a:lnTo>
                <a:lnTo>
                  <a:pt x="87850" y="1589585"/>
                </a:lnTo>
                <a:lnTo>
                  <a:pt x="87868" y="1601627"/>
                </a:lnTo>
                <a:lnTo>
                  <a:pt x="87899" y="1613670"/>
                </a:lnTo>
                <a:lnTo>
                  <a:pt x="87935" y="1625712"/>
                </a:lnTo>
                <a:lnTo>
                  <a:pt x="87975" y="1637754"/>
                </a:lnTo>
                <a:lnTo>
                  <a:pt x="88019" y="1649797"/>
                </a:lnTo>
                <a:lnTo>
                  <a:pt x="88075" y="1661839"/>
                </a:lnTo>
                <a:lnTo>
                  <a:pt x="88157" y="1673881"/>
                </a:lnTo>
                <a:lnTo>
                  <a:pt x="88283" y="1685923"/>
                </a:lnTo>
                <a:lnTo>
                  <a:pt x="88480" y="1697966"/>
                </a:lnTo>
                <a:lnTo>
                  <a:pt x="88779" y="1710008"/>
                </a:lnTo>
                <a:lnTo>
                  <a:pt x="89220" y="1722050"/>
                </a:lnTo>
                <a:lnTo>
                  <a:pt x="89845" y="1734093"/>
                </a:lnTo>
                <a:lnTo>
                  <a:pt x="90701" y="1746135"/>
                </a:lnTo>
                <a:lnTo>
                  <a:pt x="91836" y="1758177"/>
                </a:lnTo>
                <a:lnTo>
                  <a:pt x="93296" y="1770220"/>
                </a:lnTo>
                <a:lnTo>
                  <a:pt x="95116" y="1782262"/>
                </a:lnTo>
                <a:lnTo>
                  <a:pt x="97318" y="1794304"/>
                </a:lnTo>
                <a:lnTo>
                  <a:pt x="99901" y="1806347"/>
                </a:lnTo>
                <a:lnTo>
                  <a:pt x="102838" y="1818389"/>
                </a:lnTo>
                <a:lnTo>
                  <a:pt x="106065" y="1830431"/>
                </a:lnTo>
                <a:lnTo>
                  <a:pt x="109484" y="1842473"/>
                </a:lnTo>
                <a:lnTo>
                  <a:pt x="112962" y="1854516"/>
                </a:lnTo>
                <a:lnTo>
                  <a:pt x="116339" y="1866558"/>
                </a:lnTo>
                <a:lnTo>
                  <a:pt x="119438" y="1878600"/>
                </a:lnTo>
                <a:lnTo>
                  <a:pt x="122080" y="1890643"/>
                </a:lnTo>
                <a:lnTo>
                  <a:pt x="124103" y="1902685"/>
                </a:lnTo>
                <a:lnTo>
                  <a:pt x="125373" y="1914727"/>
                </a:lnTo>
                <a:lnTo>
                  <a:pt x="125807" y="1926770"/>
                </a:lnTo>
                <a:lnTo>
                  <a:pt x="125807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7" name="data_4498">
            <a:extLst>
              <a:ext uri="{FF2B5EF4-FFF2-40B4-BE49-F238E27FC236}">
                <a16:creationId xmlns:a16="http://schemas.microsoft.com/office/drawing/2014/main" id="{ECF334E7-C08F-42C4-AD96-A51B44B1C6AF}"/>
              </a:ext>
            </a:extLst>
          </p:cNvPr>
          <p:cNvSpPr>
            <a:spLocks noGrp="1"/>
          </p:cNvSpPr>
          <p:nvPr/>
        </p:nvSpPr>
        <p:spPr>
          <a:xfrm>
            <a:off x="57525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4499">
            <a:extLst>
              <a:ext uri="{FF2B5EF4-FFF2-40B4-BE49-F238E27FC236}">
                <a16:creationId xmlns:a16="http://schemas.microsoft.com/office/drawing/2014/main" id="{80A9AF1A-8F31-4DC9-ACC2-48E844607DAC}"/>
              </a:ext>
            </a:extLst>
          </p:cNvPr>
          <p:cNvSpPr>
            <a:spLocks noGrp="1"/>
          </p:cNvSpPr>
          <p:nvPr/>
        </p:nvSpPr>
        <p:spPr>
          <a:xfrm>
            <a:off x="57228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4500">
            <a:extLst>
              <a:ext uri="{FF2B5EF4-FFF2-40B4-BE49-F238E27FC236}">
                <a16:creationId xmlns:a16="http://schemas.microsoft.com/office/drawing/2014/main" id="{A0247CD4-7B76-4528-81D5-932BB9A34C56}"/>
              </a:ext>
            </a:extLst>
          </p:cNvPr>
          <p:cNvSpPr>
            <a:spLocks noGrp="1"/>
          </p:cNvSpPr>
          <p:nvPr/>
        </p:nvSpPr>
        <p:spPr>
          <a:xfrm>
            <a:off x="5652381" y="3735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4501">
            <a:extLst>
              <a:ext uri="{FF2B5EF4-FFF2-40B4-BE49-F238E27FC236}">
                <a16:creationId xmlns:a16="http://schemas.microsoft.com/office/drawing/2014/main" id="{1695CF2A-9B68-4B31-8772-F6B5C1E06094}"/>
              </a:ext>
            </a:extLst>
          </p:cNvPr>
          <p:cNvSpPr>
            <a:spLocks noGrp="1"/>
          </p:cNvSpPr>
          <p:nvPr/>
        </p:nvSpPr>
        <p:spPr>
          <a:xfrm>
            <a:off x="56840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4502">
            <a:extLst>
              <a:ext uri="{FF2B5EF4-FFF2-40B4-BE49-F238E27FC236}">
                <a16:creationId xmlns:a16="http://schemas.microsoft.com/office/drawing/2014/main" id="{5ACA7E49-5AF4-4109-997E-87FEDC826DC1}"/>
              </a:ext>
            </a:extLst>
          </p:cNvPr>
          <p:cNvSpPr>
            <a:spLocks noGrp="1"/>
          </p:cNvSpPr>
          <p:nvPr/>
        </p:nvSpPr>
        <p:spPr>
          <a:xfrm>
            <a:off x="5676984" y="368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4503">
            <a:extLst>
              <a:ext uri="{FF2B5EF4-FFF2-40B4-BE49-F238E27FC236}">
                <a16:creationId xmlns:a16="http://schemas.microsoft.com/office/drawing/2014/main" id="{B9E5148D-09DD-48A5-9E47-01F8E9B5913C}"/>
              </a:ext>
            </a:extLst>
          </p:cNvPr>
          <p:cNvSpPr>
            <a:spLocks noGrp="1"/>
          </p:cNvSpPr>
          <p:nvPr/>
        </p:nvSpPr>
        <p:spPr>
          <a:xfrm>
            <a:off x="567064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4504">
            <a:extLst>
              <a:ext uri="{FF2B5EF4-FFF2-40B4-BE49-F238E27FC236}">
                <a16:creationId xmlns:a16="http://schemas.microsoft.com/office/drawing/2014/main" id="{B7F3D127-0E45-4A3A-9568-3EDBC3626841}"/>
              </a:ext>
            </a:extLst>
          </p:cNvPr>
          <p:cNvSpPr>
            <a:spLocks noGrp="1"/>
          </p:cNvSpPr>
          <p:nvPr/>
        </p:nvSpPr>
        <p:spPr>
          <a:xfrm>
            <a:off x="571213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4505">
            <a:extLst>
              <a:ext uri="{FF2B5EF4-FFF2-40B4-BE49-F238E27FC236}">
                <a16:creationId xmlns:a16="http://schemas.microsoft.com/office/drawing/2014/main" id="{D87B9C09-F8D9-46F3-BD89-E3F948621EE9}"/>
              </a:ext>
            </a:extLst>
          </p:cNvPr>
          <p:cNvSpPr>
            <a:spLocks noGrp="1"/>
          </p:cNvSpPr>
          <p:nvPr/>
        </p:nvSpPr>
        <p:spPr>
          <a:xfrm>
            <a:off x="5679175" y="37227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4506">
            <a:extLst>
              <a:ext uri="{FF2B5EF4-FFF2-40B4-BE49-F238E27FC236}">
                <a16:creationId xmlns:a16="http://schemas.microsoft.com/office/drawing/2014/main" id="{B435D714-DA03-4496-BB13-F93EC380224E}"/>
              </a:ext>
            </a:extLst>
          </p:cNvPr>
          <p:cNvSpPr>
            <a:spLocks noGrp="1"/>
          </p:cNvSpPr>
          <p:nvPr/>
        </p:nvSpPr>
        <p:spPr>
          <a:xfrm>
            <a:off x="57417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4507">
            <a:extLst>
              <a:ext uri="{FF2B5EF4-FFF2-40B4-BE49-F238E27FC236}">
                <a16:creationId xmlns:a16="http://schemas.microsoft.com/office/drawing/2014/main" id="{72A1969B-9534-41EF-981D-3EE4823F9E9E}"/>
              </a:ext>
            </a:extLst>
          </p:cNvPr>
          <p:cNvSpPr>
            <a:spLocks noGrp="1"/>
          </p:cNvSpPr>
          <p:nvPr/>
        </p:nvSpPr>
        <p:spPr>
          <a:xfrm>
            <a:off x="5697715" y="37359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4508">
            <a:extLst>
              <a:ext uri="{FF2B5EF4-FFF2-40B4-BE49-F238E27FC236}">
                <a16:creationId xmlns:a16="http://schemas.microsoft.com/office/drawing/2014/main" id="{51A3B90E-63E5-48A9-A49F-E9156CF68FB1}"/>
              </a:ext>
            </a:extLst>
          </p:cNvPr>
          <p:cNvSpPr>
            <a:spLocks noGrp="1"/>
          </p:cNvSpPr>
          <p:nvPr/>
        </p:nvSpPr>
        <p:spPr>
          <a:xfrm>
            <a:off x="5678976" y="27123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4509">
            <a:extLst>
              <a:ext uri="{FF2B5EF4-FFF2-40B4-BE49-F238E27FC236}">
                <a16:creationId xmlns:a16="http://schemas.microsoft.com/office/drawing/2014/main" id="{A33BA564-0678-4B0B-A17F-6D187FD1EF75}"/>
              </a:ext>
            </a:extLst>
          </p:cNvPr>
          <p:cNvSpPr>
            <a:spLocks noGrp="1"/>
          </p:cNvSpPr>
          <p:nvPr/>
        </p:nvSpPr>
        <p:spPr>
          <a:xfrm>
            <a:off x="5745137" y="34932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4510">
            <a:extLst>
              <a:ext uri="{FF2B5EF4-FFF2-40B4-BE49-F238E27FC236}">
                <a16:creationId xmlns:a16="http://schemas.microsoft.com/office/drawing/2014/main" id="{8BA77FFC-8D16-438E-93AC-5FB444347F96}"/>
              </a:ext>
            </a:extLst>
          </p:cNvPr>
          <p:cNvSpPr>
            <a:spLocks noGrp="1"/>
          </p:cNvSpPr>
          <p:nvPr/>
        </p:nvSpPr>
        <p:spPr>
          <a:xfrm>
            <a:off x="5736438" y="3732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4511">
            <a:extLst>
              <a:ext uri="{FF2B5EF4-FFF2-40B4-BE49-F238E27FC236}">
                <a16:creationId xmlns:a16="http://schemas.microsoft.com/office/drawing/2014/main" id="{CA85B6C6-C62A-4543-9000-507BB0C6B183}"/>
              </a:ext>
            </a:extLst>
          </p:cNvPr>
          <p:cNvSpPr>
            <a:spLocks noGrp="1"/>
          </p:cNvSpPr>
          <p:nvPr/>
        </p:nvSpPr>
        <p:spPr>
          <a:xfrm>
            <a:off x="575112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4512">
            <a:extLst>
              <a:ext uri="{FF2B5EF4-FFF2-40B4-BE49-F238E27FC236}">
                <a16:creationId xmlns:a16="http://schemas.microsoft.com/office/drawing/2014/main" id="{A4F589EE-EC93-4150-ABFF-4B891FA566E3}"/>
              </a:ext>
            </a:extLst>
          </p:cNvPr>
          <p:cNvSpPr>
            <a:spLocks noGrp="1"/>
          </p:cNvSpPr>
          <p:nvPr/>
        </p:nvSpPr>
        <p:spPr>
          <a:xfrm>
            <a:off x="5690205" y="3396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4513">
            <a:extLst>
              <a:ext uri="{FF2B5EF4-FFF2-40B4-BE49-F238E27FC236}">
                <a16:creationId xmlns:a16="http://schemas.microsoft.com/office/drawing/2014/main" id="{F23EC1D6-C298-4760-8B49-35CACE2AC9F1}"/>
              </a:ext>
            </a:extLst>
          </p:cNvPr>
          <p:cNvSpPr>
            <a:spLocks noGrp="1"/>
          </p:cNvSpPr>
          <p:nvPr/>
        </p:nvSpPr>
        <p:spPr>
          <a:xfrm>
            <a:off x="5724403" y="37242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4514">
            <a:extLst>
              <a:ext uri="{FF2B5EF4-FFF2-40B4-BE49-F238E27FC236}">
                <a16:creationId xmlns:a16="http://schemas.microsoft.com/office/drawing/2014/main" id="{FA41F376-3C8C-472B-A04F-3845051FAD38}"/>
              </a:ext>
            </a:extLst>
          </p:cNvPr>
          <p:cNvSpPr>
            <a:spLocks noGrp="1"/>
          </p:cNvSpPr>
          <p:nvPr/>
        </p:nvSpPr>
        <p:spPr>
          <a:xfrm>
            <a:off x="567943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4515">
            <a:extLst>
              <a:ext uri="{FF2B5EF4-FFF2-40B4-BE49-F238E27FC236}">
                <a16:creationId xmlns:a16="http://schemas.microsoft.com/office/drawing/2014/main" id="{71349C9A-D803-4C36-AD92-FCB6DF8B0307}"/>
              </a:ext>
            </a:extLst>
          </p:cNvPr>
          <p:cNvSpPr>
            <a:spLocks noGrp="1"/>
          </p:cNvSpPr>
          <p:nvPr/>
        </p:nvSpPr>
        <p:spPr>
          <a:xfrm>
            <a:off x="5758122" y="35540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4516">
            <a:extLst>
              <a:ext uri="{FF2B5EF4-FFF2-40B4-BE49-F238E27FC236}">
                <a16:creationId xmlns:a16="http://schemas.microsoft.com/office/drawing/2014/main" id="{289EECD1-8589-4D09-861C-BA0B3BD2292E}"/>
              </a:ext>
            </a:extLst>
          </p:cNvPr>
          <p:cNvSpPr>
            <a:spLocks noGrp="1"/>
          </p:cNvSpPr>
          <p:nvPr/>
        </p:nvSpPr>
        <p:spPr>
          <a:xfrm>
            <a:off x="5728792" y="36946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4517">
            <a:extLst>
              <a:ext uri="{FF2B5EF4-FFF2-40B4-BE49-F238E27FC236}">
                <a16:creationId xmlns:a16="http://schemas.microsoft.com/office/drawing/2014/main" id="{977ACE47-D32B-4303-84C1-615192EF396E}"/>
              </a:ext>
            </a:extLst>
          </p:cNvPr>
          <p:cNvSpPr>
            <a:spLocks noGrp="1"/>
          </p:cNvSpPr>
          <p:nvPr/>
        </p:nvSpPr>
        <p:spPr>
          <a:xfrm>
            <a:off x="5758065" y="37224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4518">
            <a:extLst>
              <a:ext uri="{FF2B5EF4-FFF2-40B4-BE49-F238E27FC236}">
                <a16:creationId xmlns:a16="http://schemas.microsoft.com/office/drawing/2014/main" id="{CDB4E3A9-EFC2-404E-ACC0-EF9CAFCE4D32}"/>
              </a:ext>
            </a:extLst>
          </p:cNvPr>
          <p:cNvSpPr>
            <a:spLocks noGrp="1"/>
          </p:cNvSpPr>
          <p:nvPr/>
        </p:nvSpPr>
        <p:spPr>
          <a:xfrm>
            <a:off x="5662021" y="373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4519">
            <a:extLst>
              <a:ext uri="{FF2B5EF4-FFF2-40B4-BE49-F238E27FC236}">
                <a16:creationId xmlns:a16="http://schemas.microsoft.com/office/drawing/2014/main" id="{7FE2C5D9-16C6-400B-ADA2-161633B0EFF8}"/>
              </a:ext>
            </a:extLst>
          </p:cNvPr>
          <p:cNvSpPr>
            <a:spLocks noGrp="1"/>
          </p:cNvSpPr>
          <p:nvPr/>
        </p:nvSpPr>
        <p:spPr>
          <a:xfrm>
            <a:off x="567243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4520">
            <a:extLst>
              <a:ext uri="{FF2B5EF4-FFF2-40B4-BE49-F238E27FC236}">
                <a16:creationId xmlns:a16="http://schemas.microsoft.com/office/drawing/2014/main" id="{9FB49026-C06A-44F8-A05D-E5332F40AE56}"/>
              </a:ext>
            </a:extLst>
          </p:cNvPr>
          <p:cNvSpPr>
            <a:spLocks noGrp="1"/>
          </p:cNvSpPr>
          <p:nvPr/>
        </p:nvSpPr>
        <p:spPr>
          <a:xfrm>
            <a:off x="5723878" y="3450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4521">
            <a:extLst>
              <a:ext uri="{FF2B5EF4-FFF2-40B4-BE49-F238E27FC236}">
                <a16:creationId xmlns:a16="http://schemas.microsoft.com/office/drawing/2014/main" id="{6DD4928D-CCB1-40F1-9B40-F4D819DC8527}"/>
              </a:ext>
            </a:extLst>
          </p:cNvPr>
          <p:cNvSpPr>
            <a:spLocks noGrp="1"/>
          </p:cNvSpPr>
          <p:nvPr/>
        </p:nvSpPr>
        <p:spPr>
          <a:xfrm>
            <a:off x="5687249" y="33278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4522">
            <a:extLst>
              <a:ext uri="{FF2B5EF4-FFF2-40B4-BE49-F238E27FC236}">
                <a16:creationId xmlns:a16="http://schemas.microsoft.com/office/drawing/2014/main" id="{D9446ADE-2FFD-4E76-B1C8-9842B52FB517}"/>
              </a:ext>
            </a:extLst>
          </p:cNvPr>
          <p:cNvSpPr>
            <a:spLocks noGrp="1"/>
          </p:cNvSpPr>
          <p:nvPr/>
        </p:nvSpPr>
        <p:spPr>
          <a:xfrm>
            <a:off x="57335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4523">
            <a:extLst>
              <a:ext uri="{FF2B5EF4-FFF2-40B4-BE49-F238E27FC236}">
                <a16:creationId xmlns:a16="http://schemas.microsoft.com/office/drawing/2014/main" id="{A13CD499-ECD1-4B7C-9084-096C9913BE4C}"/>
              </a:ext>
            </a:extLst>
          </p:cNvPr>
          <p:cNvSpPr>
            <a:spLocks noGrp="1"/>
          </p:cNvSpPr>
          <p:nvPr/>
        </p:nvSpPr>
        <p:spPr>
          <a:xfrm>
            <a:off x="56525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4524">
            <a:extLst>
              <a:ext uri="{FF2B5EF4-FFF2-40B4-BE49-F238E27FC236}">
                <a16:creationId xmlns:a16="http://schemas.microsoft.com/office/drawing/2014/main" id="{2BB81992-BD0B-4A38-9BF7-C09A796B8921}"/>
              </a:ext>
            </a:extLst>
          </p:cNvPr>
          <p:cNvSpPr>
            <a:spLocks noGrp="1"/>
          </p:cNvSpPr>
          <p:nvPr/>
        </p:nvSpPr>
        <p:spPr>
          <a:xfrm>
            <a:off x="5663364" y="3732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4525">
            <a:extLst>
              <a:ext uri="{FF2B5EF4-FFF2-40B4-BE49-F238E27FC236}">
                <a16:creationId xmlns:a16="http://schemas.microsoft.com/office/drawing/2014/main" id="{3E4235BD-E967-4FE0-805F-CFFDF1FBDCB8}"/>
              </a:ext>
            </a:extLst>
          </p:cNvPr>
          <p:cNvSpPr>
            <a:spLocks noGrp="1"/>
          </p:cNvSpPr>
          <p:nvPr/>
        </p:nvSpPr>
        <p:spPr>
          <a:xfrm>
            <a:off x="56866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4526">
            <a:extLst>
              <a:ext uri="{FF2B5EF4-FFF2-40B4-BE49-F238E27FC236}">
                <a16:creationId xmlns:a16="http://schemas.microsoft.com/office/drawing/2014/main" id="{030C2D54-D85F-489C-9E55-95C776876819}"/>
              </a:ext>
            </a:extLst>
          </p:cNvPr>
          <p:cNvSpPr>
            <a:spLocks noGrp="1"/>
          </p:cNvSpPr>
          <p:nvPr/>
        </p:nvSpPr>
        <p:spPr>
          <a:xfrm>
            <a:off x="5662439" y="37376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4527">
            <a:extLst>
              <a:ext uri="{FF2B5EF4-FFF2-40B4-BE49-F238E27FC236}">
                <a16:creationId xmlns:a16="http://schemas.microsoft.com/office/drawing/2014/main" id="{F8EF292D-DF2F-4D67-AE91-7F0970362E9D}"/>
              </a:ext>
            </a:extLst>
          </p:cNvPr>
          <p:cNvSpPr>
            <a:spLocks noGrp="1"/>
          </p:cNvSpPr>
          <p:nvPr/>
        </p:nvSpPr>
        <p:spPr>
          <a:xfrm>
            <a:off x="5752791" y="3626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4528">
            <a:extLst>
              <a:ext uri="{FF2B5EF4-FFF2-40B4-BE49-F238E27FC236}">
                <a16:creationId xmlns:a16="http://schemas.microsoft.com/office/drawing/2014/main" id="{2283C24D-3CA1-4B2F-B4E5-898F784E69CB}"/>
              </a:ext>
            </a:extLst>
          </p:cNvPr>
          <p:cNvSpPr>
            <a:spLocks noGrp="1"/>
          </p:cNvSpPr>
          <p:nvPr/>
        </p:nvSpPr>
        <p:spPr>
          <a:xfrm>
            <a:off x="57488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4529">
            <a:extLst>
              <a:ext uri="{FF2B5EF4-FFF2-40B4-BE49-F238E27FC236}">
                <a16:creationId xmlns:a16="http://schemas.microsoft.com/office/drawing/2014/main" id="{04C1520C-4D12-4047-B087-96D6F62D8ABE}"/>
              </a:ext>
            </a:extLst>
          </p:cNvPr>
          <p:cNvSpPr>
            <a:spLocks noGrp="1"/>
          </p:cNvSpPr>
          <p:nvPr/>
        </p:nvSpPr>
        <p:spPr>
          <a:xfrm>
            <a:off x="5724043" y="36726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4530">
            <a:extLst>
              <a:ext uri="{FF2B5EF4-FFF2-40B4-BE49-F238E27FC236}">
                <a16:creationId xmlns:a16="http://schemas.microsoft.com/office/drawing/2014/main" id="{B584BBCB-64FD-4C26-90AA-17E497D7DD3A}"/>
              </a:ext>
            </a:extLst>
          </p:cNvPr>
          <p:cNvSpPr>
            <a:spLocks noGrp="1"/>
          </p:cNvSpPr>
          <p:nvPr/>
        </p:nvSpPr>
        <p:spPr>
          <a:xfrm>
            <a:off x="573072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4531">
            <a:extLst>
              <a:ext uri="{FF2B5EF4-FFF2-40B4-BE49-F238E27FC236}">
                <a16:creationId xmlns:a16="http://schemas.microsoft.com/office/drawing/2014/main" id="{D0F20760-777B-4637-9227-771C66F467BD}"/>
              </a:ext>
            </a:extLst>
          </p:cNvPr>
          <p:cNvSpPr>
            <a:spLocks noGrp="1"/>
          </p:cNvSpPr>
          <p:nvPr/>
        </p:nvSpPr>
        <p:spPr>
          <a:xfrm>
            <a:off x="5708768" y="37458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4532">
            <a:extLst>
              <a:ext uri="{FF2B5EF4-FFF2-40B4-BE49-F238E27FC236}">
                <a16:creationId xmlns:a16="http://schemas.microsoft.com/office/drawing/2014/main" id="{A5A375FF-607A-4F6E-9668-F386A7133D0D}"/>
              </a:ext>
            </a:extLst>
          </p:cNvPr>
          <p:cNvSpPr>
            <a:spLocks noGrp="1"/>
          </p:cNvSpPr>
          <p:nvPr/>
        </p:nvSpPr>
        <p:spPr>
          <a:xfrm>
            <a:off x="567633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4533">
            <a:extLst>
              <a:ext uri="{FF2B5EF4-FFF2-40B4-BE49-F238E27FC236}">
                <a16:creationId xmlns:a16="http://schemas.microsoft.com/office/drawing/2014/main" id="{C40F3574-09DB-446D-86DF-E19E31052479}"/>
              </a:ext>
            </a:extLst>
          </p:cNvPr>
          <p:cNvSpPr>
            <a:spLocks noGrp="1"/>
          </p:cNvSpPr>
          <p:nvPr/>
        </p:nvSpPr>
        <p:spPr>
          <a:xfrm>
            <a:off x="565942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4534">
            <a:extLst>
              <a:ext uri="{FF2B5EF4-FFF2-40B4-BE49-F238E27FC236}">
                <a16:creationId xmlns:a16="http://schemas.microsoft.com/office/drawing/2014/main" id="{41FD478A-E28B-4439-99C4-51085BDAA5BE}"/>
              </a:ext>
            </a:extLst>
          </p:cNvPr>
          <p:cNvSpPr>
            <a:spLocks noGrp="1"/>
          </p:cNvSpPr>
          <p:nvPr/>
        </p:nvSpPr>
        <p:spPr>
          <a:xfrm>
            <a:off x="57567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4535">
            <a:extLst>
              <a:ext uri="{FF2B5EF4-FFF2-40B4-BE49-F238E27FC236}">
                <a16:creationId xmlns:a16="http://schemas.microsoft.com/office/drawing/2014/main" id="{B0AF014E-8EF3-4E12-99E4-1437DB14A0AF}"/>
              </a:ext>
            </a:extLst>
          </p:cNvPr>
          <p:cNvSpPr>
            <a:spLocks noGrp="1"/>
          </p:cNvSpPr>
          <p:nvPr/>
        </p:nvSpPr>
        <p:spPr>
          <a:xfrm>
            <a:off x="5674818" y="3742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4536">
            <a:extLst>
              <a:ext uri="{FF2B5EF4-FFF2-40B4-BE49-F238E27FC236}">
                <a16:creationId xmlns:a16="http://schemas.microsoft.com/office/drawing/2014/main" id="{FEEB22C8-D040-4F39-A06B-F2F0D0E95C67}"/>
              </a:ext>
            </a:extLst>
          </p:cNvPr>
          <p:cNvSpPr>
            <a:spLocks noGrp="1"/>
          </p:cNvSpPr>
          <p:nvPr/>
        </p:nvSpPr>
        <p:spPr>
          <a:xfrm>
            <a:off x="57375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4537">
            <a:extLst>
              <a:ext uri="{FF2B5EF4-FFF2-40B4-BE49-F238E27FC236}">
                <a16:creationId xmlns:a16="http://schemas.microsoft.com/office/drawing/2014/main" id="{C794F96D-47C3-41F4-9C6C-EB76C04B099D}"/>
              </a:ext>
            </a:extLst>
          </p:cNvPr>
          <p:cNvSpPr>
            <a:spLocks noGrp="1"/>
          </p:cNvSpPr>
          <p:nvPr/>
        </p:nvSpPr>
        <p:spPr>
          <a:xfrm>
            <a:off x="5670276" y="37099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4538">
            <a:extLst>
              <a:ext uri="{FF2B5EF4-FFF2-40B4-BE49-F238E27FC236}">
                <a16:creationId xmlns:a16="http://schemas.microsoft.com/office/drawing/2014/main" id="{784E9EE7-8595-406B-969F-9BE1751B21FC}"/>
              </a:ext>
            </a:extLst>
          </p:cNvPr>
          <p:cNvSpPr>
            <a:spLocks noGrp="1"/>
          </p:cNvSpPr>
          <p:nvPr/>
        </p:nvSpPr>
        <p:spPr>
          <a:xfrm>
            <a:off x="57494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4539">
            <a:extLst>
              <a:ext uri="{FF2B5EF4-FFF2-40B4-BE49-F238E27FC236}">
                <a16:creationId xmlns:a16="http://schemas.microsoft.com/office/drawing/2014/main" id="{33FD0A75-3DF6-48D2-B373-5E1367E51B22}"/>
              </a:ext>
            </a:extLst>
          </p:cNvPr>
          <p:cNvSpPr>
            <a:spLocks noGrp="1"/>
          </p:cNvSpPr>
          <p:nvPr/>
        </p:nvSpPr>
        <p:spPr>
          <a:xfrm>
            <a:off x="5730433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4540">
            <a:extLst>
              <a:ext uri="{FF2B5EF4-FFF2-40B4-BE49-F238E27FC236}">
                <a16:creationId xmlns:a16="http://schemas.microsoft.com/office/drawing/2014/main" id="{2E3A65BE-73C3-449A-B775-EE9958482B0F}"/>
              </a:ext>
            </a:extLst>
          </p:cNvPr>
          <p:cNvSpPr>
            <a:spLocks noGrp="1"/>
          </p:cNvSpPr>
          <p:nvPr/>
        </p:nvSpPr>
        <p:spPr>
          <a:xfrm>
            <a:off x="57358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4541">
            <a:extLst>
              <a:ext uri="{FF2B5EF4-FFF2-40B4-BE49-F238E27FC236}">
                <a16:creationId xmlns:a16="http://schemas.microsoft.com/office/drawing/2014/main" id="{86CB0AB3-D9DB-4512-94DA-79CB74AF06FC}"/>
              </a:ext>
            </a:extLst>
          </p:cNvPr>
          <p:cNvSpPr>
            <a:spLocks noGrp="1"/>
          </p:cNvSpPr>
          <p:nvPr/>
        </p:nvSpPr>
        <p:spPr>
          <a:xfrm>
            <a:off x="57186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4542">
            <a:extLst>
              <a:ext uri="{FF2B5EF4-FFF2-40B4-BE49-F238E27FC236}">
                <a16:creationId xmlns:a16="http://schemas.microsoft.com/office/drawing/2014/main" id="{672E0467-EA05-4646-9C05-C30E43FB1443}"/>
              </a:ext>
            </a:extLst>
          </p:cNvPr>
          <p:cNvSpPr>
            <a:spLocks noGrp="1"/>
          </p:cNvSpPr>
          <p:nvPr/>
        </p:nvSpPr>
        <p:spPr>
          <a:xfrm>
            <a:off x="568006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4543">
            <a:extLst>
              <a:ext uri="{FF2B5EF4-FFF2-40B4-BE49-F238E27FC236}">
                <a16:creationId xmlns:a16="http://schemas.microsoft.com/office/drawing/2014/main" id="{40E3D072-D2A0-4E17-80CF-B76F1174E964}"/>
              </a:ext>
            </a:extLst>
          </p:cNvPr>
          <p:cNvSpPr>
            <a:spLocks noGrp="1"/>
          </p:cNvSpPr>
          <p:nvPr/>
        </p:nvSpPr>
        <p:spPr>
          <a:xfrm>
            <a:off x="56926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4544">
            <a:extLst>
              <a:ext uri="{FF2B5EF4-FFF2-40B4-BE49-F238E27FC236}">
                <a16:creationId xmlns:a16="http://schemas.microsoft.com/office/drawing/2014/main" id="{F1B46298-0D4B-4821-9E3A-282B818D2000}"/>
              </a:ext>
            </a:extLst>
          </p:cNvPr>
          <p:cNvSpPr>
            <a:spLocks noGrp="1"/>
          </p:cNvSpPr>
          <p:nvPr/>
        </p:nvSpPr>
        <p:spPr>
          <a:xfrm>
            <a:off x="5716391" y="37155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4545">
            <a:extLst>
              <a:ext uri="{FF2B5EF4-FFF2-40B4-BE49-F238E27FC236}">
                <a16:creationId xmlns:a16="http://schemas.microsoft.com/office/drawing/2014/main" id="{9DF879D0-BD4B-41F8-92AB-5394FB79C609}"/>
              </a:ext>
            </a:extLst>
          </p:cNvPr>
          <p:cNvSpPr>
            <a:spLocks noGrp="1"/>
          </p:cNvSpPr>
          <p:nvPr/>
        </p:nvSpPr>
        <p:spPr>
          <a:xfrm>
            <a:off x="56826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4546">
            <a:extLst>
              <a:ext uri="{FF2B5EF4-FFF2-40B4-BE49-F238E27FC236}">
                <a16:creationId xmlns:a16="http://schemas.microsoft.com/office/drawing/2014/main" id="{3B196B25-A5BC-416C-8667-FC75D29629B0}"/>
              </a:ext>
            </a:extLst>
          </p:cNvPr>
          <p:cNvSpPr>
            <a:spLocks noGrp="1"/>
          </p:cNvSpPr>
          <p:nvPr/>
        </p:nvSpPr>
        <p:spPr>
          <a:xfrm>
            <a:off x="5745360" y="37175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4547">
            <a:extLst>
              <a:ext uri="{FF2B5EF4-FFF2-40B4-BE49-F238E27FC236}">
                <a16:creationId xmlns:a16="http://schemas.microsoft.com/office/drawing/2014/main" id="{5CAB1119-28F4-48AF-AFBB-F564453EC413}"/>
              </a:ext>
            </a:extLst>
          </p:cNvPr>
          <p:cNvSpPr>
            <a:spLocks noGrp="1"/>
          </p:cNvSpPr>
          <p:nvPr/>
        </p:nvSpPr>
        <p:spPr>
          <a:xfrm>
            <a:off x="5700006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4548">
            <a:extLst>
              <a:ext uri="{FF2B5EF4-FFF2-40B4-BE49-F238E27FC236}">
                <a16:creationId xmlns:a16="http://schemas.microsoft.com/office/drawing/2014/main" id="{831B2C2B-CC5F-4530-BD3D-5D5E23F4DB88}"/>
              </a:ext>
            </a:extLst>
          </p:cNvPr>
          <p:cNvSpPr>
            <a:spLocks noGrp="1"/>
          </p:cNvSpPr>
          <p:nvPr/>
        </p:nvSpPr>
        <p:spPr>
          <a:xfrm>
            <a:off x="571009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4549">
            <a:extLst>
              <a:ext uri="{FF2B5EF4-FFF2-40B4-BE49-F238E27FC236}">
                <a16:creationId xmlns:a16="http://schemas.microsoft.com/office/drawing/2014/main" id="{B199E5DA-1D20-4613-BDBA-68CA1638A5A5}"/>
              </a:ext>
            </a:extLst>
          </p:cNvPr>
          <p:cNvSpPr>
            <a:spLocks noGrp="1"/>
          </p:cNvSpPr>
          <p:nvPr/>
        </p:nvSpPr>
        <p:spPr>
          <a:xfrm>
            <a:off x="564942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4550">
            <a:extLst>
              <a:ext uri="{FF2B5EF4-FFF2-40B4-BE49-F238E27FC236}">
                <a16:creationId xmlns:a16="http://schemas.microsoft.com/office/drawing/2014/main" id="{ED413C0A-6001-47EE-A9A8-D05DBB62559A}"/>
              </a:ext>
            </a:extLst>
          </p:cNvPr>
          <p:cNvSpPr>
            <a:spLocks noGrp="1"/>
          </p:cNvSpPr>
          <p:nvPr/>
        </p:nvSpPr>
        <p:spPr>
          <a:xfrm>
            <a:off x="56845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4551">
            <a:extLst>
              <a:ext uri="{FF2B5EF4-FFF2-40B4-BE49-F238E27FC236}">
                <a16:creationId xmlns:a16="http://schemas.microsoft.com/office/drawing/2014/main" id="{96569B21-3C40-46D3-A9A8-3DE4AFA7CEB6}"/>
              </a:ext>
            </a:extLst>
          </p:cNvPr>
          <p:cNvSpPr>
            <a:spLocks noGrp="1"/>
          </p:cNvSpPr>
          <p:nvPr/>
        </p:nvSpPr>
        <p:spPr>
          <a:xfrm>
            <a:off x="5692602" y="2381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4552">
            <a:extLst>
              <a:ext uri="{FF2B5EF4-FFF2-40B4-BE49-F238E27FC236}">
                <a16:creationId xmlns:a16="http://schemas.microsoft.com/office/drawing/2014/main" id="{3C580441-520F-438D-8D41-AA7B7C74FDC8}"/>
              </a:ext>
            </a:extLst>
          </p:cNvPr>
          <p:cNvSpPr>
            <a:spLocks noGrp="1"/>
          </p:cNvSpPr>
          <p:nvPr/>
        </p:nvSpPr>
        <p:spPr>
          <a:xfrm>
            <a:off x="56707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4553">
            <a:extLst>
              <a:ext uri="{FF2B5EF4-FFF2-40B4-BE49-F238E27FC236}">
                <a16:creationId xmlns:a16="http://schemas.microsoft.com/office/drawing/2014/main" id="{F73C951D-3663-4619-8759-ED887217032F}"/>
              </a:ext>
            </a:extLst>
          </p:cNvPr>
          <p:cNvSpPr>
            <a:spLocks noGrp="1"/>
          </p:cNvSpPr>
          <p:nvPr/>
        </p:nvSpPr>
        <p:spPr>
          <a:xfrm>
            <a:off x="5665625" y="3723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4554">
            <a:extLst>
              <a:ext uri="{FF2B5EF4-FFF2-40B4-BE49-F238E27FC236}">
                <a16:creationId xmlns:a16="http://schemas.microsoft.com/office/drawing/2014/main" id="{10B3D8A1-8BED-4AB7-A027-5167E354241E}"/>
              </a:ext>
            </a:extLst>
          </p:cNvPr>
          <p:cNvSpPr>
            <a:spLocks noGrp="1"/>
          </p:cNvSpPr>
          <p:nvPr/>
        </p:nvSpPr>
        <p:spPr>
          <a:xfrm>
            <a:off x="575554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4555">
            <a:extLst>
              <a:ext uri="{FF2B5EF4-FFF2-40B4-BE49-F238E27FC236}">
                <a16:creationId xmlns:a16="http://schemas.microsoft.com/office/drawing/2014/main" id="{366756A1-B41C-473E-81F6-77EB094ED79A}"/>
              </a:ext>
            </a:extLst>
          </p:cNvPr>
          <p:cNvSpPr>
            <a:spLocks noGrp="1"/>
          </p:cNvSpPr>
          <p:nvPr/>
        </p:nvSpPr>
        <p:spPr>
          <a:xfrm>
            <a:off x="5656927" y="35827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4556">
            <a:extLst>
              <a:ext uri="{FF2B5EF4-FFF2-40B4-BE49-F238E27FC236}">
                <a16:creationId xmlns:a16="http://schemas.microsoft.com/office/drawing/2014/main" id="{CAF94A05-B88E-4450-A684-99A9AE4A3ED0}"/>
              </a:ext>
            </a:extLst>
          </p:cNvPr>
          <p:cNvSpPr>
            <a:spLocks noGrp="1"/>
          </p:cNvSpPr>
          <p:nvPr/>
        </p:nvSpPr>
        <p:spPr>
          <a:xfrm>
            <a:off x="5658104" y="36237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4557">
            <a:extLst>
              <a:ext uri="{FF2B5EF4-FFF2-40B4-BE49-F238E27FC236}">
                <a16:creationId xmlns:a16="http://schemas.microsoft.com/office/drawing/2014/main" id="{0D20670A-E462-450B-9B8A-1486F9ECB630}"/>
              </a:ext>
            </a:extLst>
          </p:cNvPr>
          <p:cNvSpPr>
            <a:spLocks noGrp="1"/>
          </p:cNvSpPr>
          <p:nvPr/>
        </p:nvSpPr>
        <p:spPr>
          <a:xfrm>
            <a:off x="5733013" y="37270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4558">
            <a:extLst>
              <a:ext uri="{FF2B5EF4-FFF2-40B4-BE49-F238E27FC236}">
                <a16:creationId xmlns:a16="http://schemas.microsoft.com/office/drawing/2014/main" id="{DE3CEA6A-6C7F-4A69-83E4-6424E626EA6B}"/>
              </a:ext>
            </a:extLst>
          </p:cNvPr>
          <p:cNvSpPr>
            <a:spLocks noGrp="1"/>
          </p:cNvSpPr>
          <p:nvPr/>
        </p:nvSpPr>
        <p:spPr>
          <a:xfrm>
            <a:off x="5656666" y="3718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4559">
            <a:extLst>
              <a:ext uri="{FF2B5EF4-FFF2-40B4-BE49-F238E27FC236}">
                <a16:creationId xmlns:a16="http://schemas.microsoft.com/office/drawing/2014/main" id="{4EFD871F-76E8-4866-AA74-1B91D98C978A}"/>
              </a:ext>
            </a:extLst>
          </p:cNvPr>
          <p:cNvSpPr>
            <a:spLocks noGrp="1"/>
          </p:cNvSpPr>
          <p:nvPr/>
        </p:nvSpPr>
        <p:spPr>
          <a:xfrm>
            <a:off x="572388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4560">
            <a:extLst>
              <a:ext uri="{FF2B5EF4-FFF2-40B4-BE49-F238E27FC236}">
                <a16:creationId xmlns:a16="http://schemas.microsoft.com/office/drawing/2014/main" id="{B8A4F8EA-7A25-4534-BFFE-603B8D2ABD2A}"/>
              </a:ext>
            </a:extLst>
          </p:cNvPr>
          <p:cNvSpPr>
            <a:spLocks noGrp="1"/>
          </p:cNvSpPr>
          <p:nvPr/>
        </p:nvSpPr>
        <p:spPr>
          <a:xfrm>
            <a:off x="56522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4561">
            <a:extLst>
              <a:ext uri="{FF2B5EF4-FFF2-40B4-BE49-F238E27FC236}">
                <a16:creationId xmlns:a16="http://schemas.microsoft.com/office/drawing/2014/main" id="{10F8BF79-9906-4547-A49E-C6EF49848CF6}"/>
              </a:ext>
            </a:extLst>
          </p:cNvPr>
          <p:cNvSpPr>
            <a:spLocks noGrp="1"/>
          </p:cNvSpPr>
          <p:nvPr/>
        </p:nvSpPr>
        <p:spPr>
          <a:xfrm>
            <a:off x="57180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4562">
            <a:extLst>
              <a:ext uri="{FF2B5EF4-FFF2-40B4-BE49-F238E27FC236}">
                <a16:creationId xmlns:a16="http://schemas.microsoft.com/office/drawing/2014/main" id="{CFE4E121-0F2D-4BCE-BC4E-5805E3DBAA61}"/>
              </a:ext>
            </a:extLst>
          </p:cNvPr>
          <p:cNvSpPr>
            <a:spLocks noGrp="1"/>
          </p:cNvSpPr>
          <p:nvPr/>
        </p:nvSpPr>
        <p:spPr>
          <a:xfrm>
            <a:off x="5713152" y="37442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4563">
            <a:extLst>
              <a:ext uri="{FF2B5EF4-FFF2-40B4-BE49-F238E27FC236}">
                <a16:creationId xmlns:a16="http://schemas.microsoft.com/office/drawing/2014/main" id="{CC86E5C5-4AEB-40FE-8A96-F5EC67081A30}"/>
              </a:ext>
            </a:extLst>
          </p:cNvPr>
          <p:cNvSpPr>
            <a:spLocks noGrp="1"/>
          </p:cNvSpPr>
          <p:nvPr/>
        </p:nvSpPr>
        <p:spPr>
          <a:xfrm>
            <a:off x="573611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4564">
            <a:extLst>
              <a:ext uri="{FF2B5EF4-FFF2-40B4-BE49-F238E27FC236}">
                <a16:creationId xmlns:a16="http://schemas.microsoft.com/office/drawing/2014/main" id="{4B1A56D4-2E77-4558-80D9-B4F7063C0E7C}"/>
              </a:ext>
            </a:extLst>
          </p:cNvPr>
          <p:cNvSpPr>
            <a:spLocks noGrp="1"/>
          </p:cNvSpPr>
          <p:nvPr/>
        </p:nvSpPr>
        <p:spPr>
          <a:xfrm>
            <a:off x="57023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4565">
            <a:extLst>
              <a:ext uri="{FF2B5EF4-FFF2-40B4-BE49-F238E27FC236}">
                <a16:creationId xmlns:a16="http://schemas.microsoft.com/office/drawing/2014/main" id="{4FC5AFDF-FF68-429E-9854-23907812C970}"/>
              </a:ext>
            </a:extLst>
          </p:cNvPr>
          <p:cNvSpPr>
            <a:spLocks noGrp="1"/>
          </p:cNvSpPr>
          <p:nvPr/>
        </p:nvSpPr>
        <p:spPr>
          <a:xfrm>
            <a:off x="566645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4566">
            <a:extLst>
              <a:ext uri="{FF2B5EF4-FFF2-40B4-BE49-F238E27FC236}">
                <a16:creationId xmlns:a16="http://schemas.microsoft.com/office/drawing/2014/main" id="{542723A5-63A2-40A8-BBBD-021C6E670AAE}"/>
              </a:ext>
            </a:extLst>
          </p:cNvPr>
          <p:cNvSpPr>
            <a:spLocks noGrp="1"/>
          </p:cNvSpPr>
          <p:nvPr/>
        </p:nvSpPr>
        <p:spPr>
          <a:xfrm>
            <a:off x="5750261" y="3710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4567">
            <a:extLst>
              <a:ext uri="{FF2B5EF4-FFF2-40B4-BE49-F238E27FC236}">
                <a16:creationId xmlns:a16="http://schemas.microsoft.com/office/drawing/2014/main" id="{3BE04CF5-B4D9-496C-A8F1-93E0F8502173}"/>
              </a:ext>
            </a:extLst>
          </p:cNvPr>
          <p:cNvSpPr>
            <a:spLocks noGrp="1"/>
          </p:cNvSpPr>
          <p:nvPr/>
        </p:nvSpPr>
        <p:spPr>
          <a:xfrm>
            <a:off x="565459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4568">
            <a:extLst>
              <a:ext uri="{FF2B5EF4-FFF2-40B4-BE49-F238E27FC236}">
                <a16:creationId xmlns:a16="http://schemas.microsoft.com/office/drawing/2014/main" id="{F73E1A62-72BA-4FA7-A9A2-54130126DEC9}"/>
              </a:ext>
            </a:extLst>
          </p:cNvPr>
          <p:cNvSpPr>
            <a:spLocks noGrp="1"/>
          </p:cNvSpPr>
          <p:nvPr/>
        </p:nvSpPr>
        <p:spPr>
          <a:xfrm>
            <a:off x="5736287" y="37434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4569">
            <a:extLst>
              <a:ext uri="{FF2B5EF4-FFF2-40B4-BE49-F238E27FC236}">
                <a16:creationId xmlns:a16="http://schemas.microsoft.com/office/drawing/2014/main" id="{9CB23980-A0A4-402F-849A-4BA33EDB32CD}"/>
              </a:ext>
            </a:extLst>
          </p:cNvPr>
          <p:cNvSpPr>
            <a:spLocks noGrp="1"/>
          </p:cNvSpPr>
          <p:nvPr/>
        </p:nvSpPr>
        <p:spPr>
          <a:xfrm>
            <a:off x="5651013" y="37354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4570">
            <a:extLst>
              <a:ext uri="{FF2B5EF4-FFF2-40B4-BE49-F238E27FC236}">
                <a16:creationId xmlns:a16="http://schemas.microsoft.com/office/drawing/2014/main" id="{05A0B47F-1622-44E2-9BD3-5612527BF3AE}"/>
              </a:ext>
            </a:extLst>
          </p:cNvPr>
          <p:cNvSpPr>
            <a:spLocks noGrp="1"/>
          </p:cNvSpPr>
          <p:nvPr/>
        </p:nvSpPr>
        <p:spPr>
          <a:xfrm>
            <a:off x="571249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4571">
            <a:extLst>
              <a:ext uri="{FF2B5EF4-FFF2-40B4-BE49-F238E27FC236}">
                <a16:creationId xmlns:a16="http://schemas.microsoft.com/office/drawing/2014/main" id="{565635E3-3DC4-469A-A4B5-E177F5FA3D27}"/>
              </a:ext>
            </a:extLst>
          </p:cNvPr>
          <p:cNvSpPr>
            <a:spLocks noGrp="1"/>
          </p:cNvSpPr>
          <p:nvPr/>
        </p:nvSpPr>
        <p:spPr>
          <a:xfrm>
            <a:off x="5653664" y="37424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4572">
            <a:extLst>
              <a:ext uri="{FF2B5EF4-FFF2-40B4-BE49-F238E27FC236}">
                <a16:creationId xmlns:a16="http://schemas.microsoft.com/office/drawing/2014/main" id="{327BD6EB-A512-49C9-BDBD-4AEF7DE92920}"/>
              </a:ext>
            </a:extLst>
          </p:cNvPr>
          <p:cNvSpPr>
            <a:spLocks noGrp="1"/>
          </p:cNvSpPr>
          <p:nvPr/>
        </p:nvSpPr>
        <p:spPr>
          <a:xfrm>
            <a:off x="5736677" y="3737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4573">
            <a:extLst>
              <a:ext uri="{FF2B5EF4-FFF2-40B4-BE49-F238E27FC236}">
                <a16:creationId xmlns:a16="http://schemas.microsoft.com/office/drawing/2014/main" id="{4BB0392A-9D6F-407A-A56F-8DA8B69C2352}"/>
              </a:ext>
            </a:extLst>
          </p:cNvPr>
          <p:cNvSpPr>
            <a:spLocks noGrp="1"/>
          </p:cNvSpPr>
          <p:nvPr/>
        </p:nvSpPr>
        <p:spPr>
          <a:xfrm>
            <a:off x="5742399" y="3744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4574">
            <a:extLst>
              <a:ext uri="{FF2B5EF4-FFF2-40B4-BE49-F238E27FC236}">
                <a16:creationId xmlns:a16="http://schemas.microsoft.com/office/drawing/2014/main" id="{E52F34CC-E00E-445E-9745-44B929D0EABD}"/>
              </a:ext>
            </a:extLst>
          </p:cNvPr>
          <p:cNvSpPr>
            <a:spLocks noGrp="1"/>
          </p:cNvSpPr>
          <p:nvPr/>
        </p:nvSpPr>
        <p:spPr>
          <a:xfrm>
            <a:off x="571962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4575">
            <a:extLst>
              <a:ext uri="{FF2B5EF4-FFF2-40B4-BE49-F238E27FC236}">
                <a16:creationId xmlns:a16="http://schemas.microsoft.com/office/drawing/2014/main" id="{F730422D-9918-4C52-B7B0-11DD297ED641}"/>
              </a:ext>
            </a:extLst>
          </p:cNvPr>
          <p:cNvSpPr>
            <a:spLocks noGrp="1"/>
          </p:cNvSpPr>
          <p:nvPr/>
        </p:nvSpPr>
        <p:spPr>
          <a:xfrm>
            <a:off x="5677313" y="37262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4576">
            <a:extLst>
              <a:ext uri="{FF2B5EF4-FFF2-40B4-BE49-F238E27FC236}">
                <a16:creationId xmlns:a16="http://schemas.microsoft.com/office/drawing/2014/main" id="{BE030977-4F1A-4757-913B-12279D1217BD}"/>
              </a:ext>
            </a:extLst>
          </p:cNvPr>
          <p:cNvSpPr>
            <a:spLocks noGrp="1"/>
          </p:cNvSpPr>
          <p:nvPr/>
        </p:nvSpPr>
        <p:spPr>
          <a:xfrm>
            <a:off x="57547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4577">
            <a:extLst>
              <a:ext uri="{FF2B5EF4-FFF2-40B4-BE49-F238E27FC236}">
                <a16:creationId xmlns:a16="http://schemas.microsoft.com/office/drawing/2014/main" id="{17AB75A0-B959-4DCB-9973-17B11E8837DE}"/>
              </a:ext>
            </a:extLst>
          </p:cNvPr>
          <p:cNvSpPr>
            <a:spLocks noGrp="1"/>
          </p:cNvSpPr>
          <p:nvPr/>
        </p:nvSpPr>
        <p:spPr>
          <a:xfrm>
            <a:off x="57331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4578">
            <a:extLst>
              <a:ext uri="{FF2B5EF4-FFF2-40B4-BE49-F238E27FC236}">
                <a16:creationId xmlns:a16="http://schemas.microsoft.com/office/drawing/2014/main" id="{AED5454A-FAA8-4B7A-9E11-65F2F3D74D35}"/>
              </a:ext>
            </a:extLst>
          </p:cNvPr>
          <p:cNvSpPr>
            <a:spLocks noGrp="1"/>
          </p:cNvSpPr>
          <p:nvPr/>
        </p:nvSpPr>
        <p:spPr>
          <a:xfrm>
            <a:off x="5702056" y="37014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4579">
            <a:extLst>
              <a:ext uri="{FF2B5EF4-FFF2-40B4-BE49-F238E27FC236}">
                <a16:creationId xmlns:a16="http://schemas.microsoft.com/office/drawing/2014/main" id="{73BA38D6-6CD2-498D-99A0-D75F08BA9A1B}"/>
              </a:ext>
            </a:extLst>
          </p:cNvPr>
          <p:cNvSpPr>
            <a:spLocks noGrp="1"/>
          </p:cNvSpPr>
          <p:nvPr/>
        </p:nvSpPr>
        <p:spPr>
          <a:xfrm>
            <a:off x="5754743" y="37344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4580">
            <a:extLst>
              <a:ext uri="{FF2B5EF4-FFF2-40B4-BE49-F238E27FC236}">
                <a16:creationId xmlns:a16="http://schemas.microsoft.com/office/drawing/2014/main" id="{24EB7B3B-495E-4E2D-A177-9F51510BA98D}"/>
              </a:ext>
            </a:extLst>
          </p:cNvPr>
          <p:cNvSpPr>
            <a:spLocks noGrp="1"/>
          </p:cNvSpPr>
          <p:nvPr/>
        </p:nvSpPr>
        <p:spPr>
          <a:xfrm>
            <a:off x="5710013" y="33278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4581">
            <a:extLst>
              <a:ext uri="{FF2B5EF4-FFF2-40B4-BE49-F238E27FC236}">
                <a16:creationId xmlns:a16="http://schemas.microsoft.com/office/drawing/2014/main" id="{2608E16D-9749-481D-8E95-D77EAA2076BF}"/>
              </a:ext>
            </a:extLst>
          </p:cNvPr>
          <p:cNvSpPr>
            <a:spLocks noGrp="1"/>
          </p:cNvSpPr>
          <p:nvPr/>
        </p:nvSpPr>
        <p:spPr>
          <a:xfrm>
            <a:off x="569097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4582">
            <a:extLst>
              <a:ext uri="{FF2B5EF4-FFF2-40B4-BE49-F238E27FC236}">
                <a16:creationId xmlns:a16="http://schemas.microsoft.com/office/drawing/2014/main" id="{873A405D-CC79-4AAE-9217-5BA09635614E}"/>
              </a:ext>
            </a:extLst>
          </p:cNvPr>
          <p:cNvSpPr>
            <a:spLocks noGrp="1"/>
          </p:cNvSpPr>
          <p:nvPr/>
        </p:nvSpPr>
        <p:spPr>
          <a:xfrm>
            <a:off x="5713081" y="37029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4583">
            <a:extLst>
              <a:ext uri="{FF2B5EF4-FFF2-40B4-BE49-F238E27FC236}">
                <a16:creationId xmlns:a16="http://schemas.microsoft.com/office/drawing/2014/main" id="{1223FE88-1C18-4551-AF39-0EE2799FE6E2}"/>
              </a:ext>
            </a:extLst>
          </p:cNvPr>
          <p:cNvSpPr>
            <a:spLocks noGrp="1"/>
          </p:cNvSpPr>
          <p:nvPr/>
        </p:nvSpPr>
        <p:spPr>
          <a:xfrm>
            <a:off x="5662058" y="37315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4584">
            <a:extLst>
              <a:ext uri="{FF2B5EF4-FFF2-40B4-BE49-F238E27FC236}">
                <a16:creationId xmlns:a16="http://schemas.microsoft.com/office/drawing/2014/main" id="{1E449A5F-4B88-44BA-8545-5AC8CAFD4053}"/>
              </a:ext>
            </a:extLst>
          </p:cNvPr>
          <p:cNvSpPr>
            <a:spLocks noGrp="1"/>
          </p:cNvSpPr>
          <p:nvPr/>
        </p:nvSpPr>
        <p:spPr>
          <a:xfrm>
            <a:off x="5676243" y="3633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4585">
            <a:extLst>
              <a:ext uri="{FF2B5EF4-FFF2-40B4-BE49-F238E27FC236}">
                <a16:creationId xmlns:a16="http://schemas.microsoft.com/office/drawing/2014/main" id="{C4D29DEE-BE3E-4F55-905B-883900A2D403}"/>
              </a:ext>
            </a:extLst>
          </p:cNvPr>
          <p:cNvSpPr>
            <a:spLocks noGrp="1"/>
          </p:cNvSpPr>
          <p:nvPr/>
        </p:nvSpPr>
        <p:spPr>
          <a:xfrm>
            <a:off x="57548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4586">
            <a:extLst>
              <a:ext uri="{FF2B5EF4-FFF2-40B4-BE49-F238E27FC236}">
                <a16:creationId xmlns:a16="http://schemas.microsoft.com/office/drawing/2014/main" id="{69C572B6-DA1B-468A-B53C-93FB35C972B8}"/>
              </a:ext>
            </a:extLst>
          </p:cNvPr>
          <p:cNvSpPr>
            <a:spLocks noGrp="1"/>
          </p:cNvSpPr>
          <p:nvPr/>
        </p:nvSpPr>
        <p:spPr>
          <a:xfrm>
            <a:off x="56749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4587">
            <a:extLst>
              <a:ext uri="{FF2B5EF4-FFF2-40B4-BE49-F238E27FC236}">
                <a16:creationId xmlns:a16="http://schemas.microsoft.com/office/drawing/2014/main" id="{739D6992-CD6C-4D4F-BBAB-1E5E35CBAE38}"/>
              </a:ext>
            </a:extLst>
          </p:cNvPr>
          <p:cNvSpPr>
            <a:spLocks noGrp="1"/>
          </p:cNvSpPr>
          <p:nvPr/>
        </p:nvSpPr>
        <p:spPr>
          <a:xfrm>
            <a:off x="5705268" y="3717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4588">
            <a:extLst>
              <a:ext uri="{FF2B5EF4-FFF2-40B4-BE49-F238E27FC236}">
                <a16:creationId xmlns:a16="http://schemas.microsoft.com/office/drawing/2014/main" id="{29AEDF06-07A8-4A53-9C21-3196E7FE14BA}"/>
              </a:ext>
            </a:extLst>
          </p:cNvPr>
          <p:cNvSpPr>
            <a:spLocks noGrp="1"/>
          </p:cNvSpPr>
          <p:nvPr/>
        </p:nvSpPr>
        <p:spPr>
          <a:xfrm>
            <a:off x="572940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4589">
            <a:extLst>
              <a:ext uri="{FF2B5EF4-FFF2-40B4-BE49-F238E27FC236}">
                <a16:creationId xmlns:a16="http://schemas.microsoft.com/office/drawing/2014/main" id="{D2C93DB8-B7CA-4EB8-A1E4-D7D805809AC9}"/>
              </a:ext>
            </a:extLst>
          </p:cNvPr>
          <p:cNvSpPr>
            <a:spLocks noGrp="1"/>
          </p:cNvSpPr>
          <p:nvPr/>
        </p:nvSpPr>
        <p:spPr>
          <a:xfrm>
            <a:off x="5692501" y="3742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4590">
            <a:extLst>
              <a:ext uri="{FF2B5EF4-FFF2-40B4-BE49-F238E27FC236}">
                <a16:creationId xmlns:a16="http://schemas.microsoft.com/office/drawing/2014/main" id="{B5DB61FC-C86F-413A-B0A8-3E69746A00F3}"/>
              </a:ext>
            </a:extLst>
          </p:cNvPr>
          <p:cNvSpPr>
            <a:spLocks noGrp="1"/>
          </p:cNvSpPr>
          <p:nvPr/>
        </p:nvSpPr>
        <p:spPr>
          <a:xfrm>
            <a:off x="57077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4591">
            <a:extLst>
              <a:ext uri="{FF2B5EF4-FFF2-40B4-BE49-F238E27FC236}">
                <a16:creationId xmlns:a16="http://schemas.microsoft.com/office/drawing/2014/main" id="{C2AC2993-7BC6-46A3-B45D-1DB9474EED20}"/>
              </a:ext>
            </a:extLst>
          </p:cNvPr>
          <p:cNvSpPr>
            <a:spLocks noGrp="1"/>
          </p:cNvSpPr>
          <p:nvPr/>
        </p:nvSpPr>
        <p:spPr>
          <a:xfrm>
            <a:off x="5717583" y="37314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4592">
            <a:extLst>
              <a:ext uri="{FF2B5EF4-FFF2-40B4-BE49-F238E27FC236}">
                <a16:creationId xmlns:a16="http://schemas.microsoft.com/office/drawing/2014/main" id="{B1CDEF18-D33D-401F-A2A0-39298379875C}"/>
              </a:ext>
            </a:extLst>
          </p:cNvPr>
          <p:cNvSpPr>
            <a:spLocks noGrp="1"/>
          </p:cNvSpPr>
          <p:nvPr/>
        </p:nvSpPr>
        <p:spPr>
          <a:xfrm>
            <a:off x="57295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4593">
            <a:extLst>
              <a:ext uri="{FF2B5EF4-FFF2-40B4-BE49-F238E27FC236}">
                <a16:creationId xmlns:a16="http://schemas.microsoft.com/office/drawing/2014/main" id="{33C2D283-A34A-40EB-94F0-163044092196}"/>
              </a:ext>
            </a:extLst>
          </p:cNvPr>
          <p:cNvSpPr>
            <a:spLocks noGrp="1"/>
          </p:cNvSpPr>
          <p:nvPr/>
        </p:nvSpPr>
        <p:spPr>
          <a:xfrm>
            <a:off x="5750604" y="37066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4594">
            <a:extLst>
              <a:ext uri="{FF2B5EF4-FFF2-40B4-BE49-F238E27FC236}">
                <a16:creationId xmlns:a16="http://schemas.microsoft.com/office/drawing/2014/main" id="{0F4863D0-2C55-460F-9F59-41729F9CA82E}"/>
              </a:ext>
            </a:extLst>
          </p:cNvPr>
          <p:cNvSpPr>
            <a:spLocks noGrp="1"/>
          </p:cNvSpPr>
          <p:nvPr/>
        </p:nvSpPr>
        <p:spPr>
          <a:xfrm>
            <a:off x="57277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4595">
            <a:extLst>
              <a:ext uri="{FF2B5EF4-FFF2-40B4-BE49-F238E27FC236}">
                <a16:creationId xmlns:a16="http://schemas.microsoft.com/office/drawing/2014/main" id="{0CDC506F-B122-4F90-A785-11EE9D35F741}"/>
              </a:ext>
            </a:extLst>
          </p:cNvPr>
          <p:cNvSpPr>
            <a:spLocks noGrp="1"/>
          </p:cNvSpPr>
          <p:nvPr/>
        </p:nvSpPr>
        <p:spPr>
          <a:xfrm>
            <a:off x="5690267" y="3724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4596">
            <a:extLst>
              <a:ext uri="{FF2B5EF4-FFF2-40B4-BE49-F238E27FC236}">
                <a16:creationId xmlns:a16="http://schemas.microsoft.com/office/drawing/2014/main" id="{D12FE78C-FB07-422D-A0D8-AF7BB8BDF095}"/>
              </a:ext>
            </a:extLst>
          </p:cNvPr>
          <p:cNvSpPr>
            <a:spLocks noGrp="1"/>
          </p:cNvSpPr>
          <p:nvPr/>
        </p:nvSpPr>
        <p:spPr>
          <a:xfrm>
            <a:off x="570166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4597">
            <a:extLst>
              <a:ext uri="{FF2B5EF4-FFF2-40B4-BE49-F238E27FC236}">
                <a16:creationId xmlns:a16="http://schemas.microsoft.com/office/drawing/2014/main" id="{B41861D6-0AE3-4FAA-8847-A452A6AE8F24}"/>
              </a:ext>
            </a:extLst>
          </p:cNvPr>
          <p:cNvSpPr>
            <a:spLocks noGrp="1"/>
          </p:cNvSpPr>
          <p:nvPr/>
        </p:nvSpPr>
        <p:spPr>
          <a:xfrm>
            <a:off x="5742733" y="31301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4598">
            <a:extLst>
              <a:ext uri="{FF2B5EF4-FFF2-40B4-BE49-F238E27FC236}">
                <a16:creationId xmlns:a16="http://schemas.microsoft.com/office/drawing/2014/main" id="{E4CA87F9-3AF5-4450-9754-4E7E1ED9416E}"/>
              </a:ext>
            </a:extLst>
          </p:cNvPr>
          <p:cNvSpPr>
            <a:spLocks noGrp="1"/>
          </p:cNvSpPr>
          <p:nvPr/>
        </p:nvSpPr>
        <p:spPr>
          <a:xfrm>
            <a:off x="5662828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4599">
            <a:extLst>
              <a:ext uri="{FF2B5EF4-FFF2-40B4-BE49-F238E27FC236}">
                <a16:creationId xmlns:a16="http://schemas.microsoft.com/office/drawing/2014/main" id="{566810FD-304D-406F-95C0-4B03C53B62D9}"/>
              </a:ext>
            </a:extLst>
          </p:cNvPr>
          <p:cNvSpPr>
            <a:spLocks noGrp="1"/>
          </p:cNvSpPr>
          <p:nvPr/>
        </p:nvSpPr>
        <p:spPr>
          <a:xfrm>
            <a:off x="57511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4600">
            <a:extLst>
              <a:ext uri="{FF2B5EF4-FFF2-40B4-BE49-F238E27FC236}">
                <a16:creationId xmlns:a16="http://schemas.microsoft.com/office/drawing/2014/main" id="{4B15D366-B06F-417D-BA54-A0A56CC4F43C}"/>
              </a:ext>
            </a:extLst>
          </p:cNvPr>
          <p:cNvSpPr>
            <a:spLocks noGrp="1"/>
          </p:cNvSpPr>
          <p:nvPr/>
        </p:nvSpPr>
        <p:spPr>
          <a:xfrm>
            <a:off x="56946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4601">
            <a:extLst>
              <a:ext uri="{FF2B5EF4-FFF2-40B4-BE49-F238E27FC236}">
                <a16:creationId xmlns:a16="http://schemas.microsoft.com/office/drawing/2014/main" id="{2DDB4A5A-6DC0-4973-80D3-CC0E5BBE8ABE}"/>
              </a:ext>
            </a:extLst>
          </p:cNvPr>
          <p:cNvSpPr>
            <a:spLocks noGrp="1"/>
          </p:cNvSpPr>
          <p:nvPr/>
        </p:nvSpPr>
        <p:spPr>
          <a:xfrm>
            <a:off x="5748092" y="3729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4602">
            <a:extLst>
              <a:ext uri="{FF2B5EF4-FFF2-40B4-BE49-F238E27FC236}">
                <a16:creationId xmlns:a16="http://schemas.microsoft.com/office/drawing/2014/main" id="{443CA765-EC16-400B-85CE-5F66C9A6FFB3}"/>
              </a:ext>
            </a:extLst>
          </p:cNvPr>
          <p:cNvSpPr>
            <a:spLocks noGrp="1"/>
          </p:cNvSpPr>
          <p:nvPr/>
        </p:nvSpPr>
        <p:spPr>
          <a:xfrm>
            <a:off x="5675826" y="36020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4603">
            <a:extLst>
              <a:ext uri="{FF2B5EF4-FFF2-40B4-BE49-F238E27FC236}">
                <a16:creationId xmlns:a16="http://schemas.microsoft.com/office/drawing/2014/main" id="{1C75EEE8-192A-421B-9A34-61AC44062C63}"/>
              </a:ext>
            </a:extLst>
          </p:cNvPr>
          <p:cNvSpPr>
            <a:spLocks noGrp="1"/>
          </p:cNvSpPr>
          <p:nvPr/>
        </p:nvSpPr>
        <p:spPr>
          <a:xfrm>
            <a:off x="5711994" y="37041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4604">
            <a:extLst>
              <a:ext uri="{FF2B5EF4-FFF2-40B4-BE49-F238E27FC236}">
                <a16:creationId xmlns:a16="http://schemas.microsoft.com/office/drawing/2014/main" id="{41E8B97D-182B-4383-B3D6-5C63023857BE}"/>
              </a:ext>
            </a:extLst>
          </p:cNvPr>
          <p:cNvSpPr>
            <a:spLocks noGrp="1"/>
          </p:cNvSpPr>
          <p:nvPr/>
        </p:nvSpPr>
        <p:spPr>
          <a:xfrm>
            <a:off x="5701754" y="3703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4605">
            <a:extLst>
              <a:ext uri="{FF2B5EF4-FFF2-40B4-BE49-F238E27FC236}">
                <a16:creationId xmlns:a16="http://schemas.microsoft.com/office/drawing/2014/main" id="{D5064A00-7CB2-479E-B7D6-83CE2D66215A}"/>
              </a:ext>
            </a:extLst>
          </p:cNvPr>
          <p:cNvSpPr>
            <a:spLocks noGrp="1"/>
          </p:cNvSpPr>
          <p:nvPr/>
        </p:nvSpPr>
        <p:spPr>
          <a:xfrm>
            <a:off x="5686311" y="37121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4606">
            <a:extLst>
              <a:ext uri="{FF2B5EF4-FFF2-40B4-BE49-F238E27FC236}">
                <a16:creationId xmlns:a16="http://schemas.microsoft.com/office/drawing/2014/main" id="{783219AB-D5B8-43EF-AA12-890D26371CA3}"/>
              </a:ext>
            </a:extLst>
          </p:cNvPr>
          <p:cNvSpPr>
            <a:spLocks noGrp="1"/>
          </p:cNvSpPr>
          <p:nvPr/>
        </p:nvSpPr>
        <p:spPr>
          <a:xfrm>
            <a:off x="567951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4607">
            <a:extLst>
              <a:ext uri="{FF2B5EF4-FFF2-40B4-BE49-F238E27FC236}">
                <a16:creationId xmlns:a16="http://schemas.microsoft.com/office/drawing/2014/main" id="{02630C75-B93E-454B-91E8-40E263E7AA83}"/>
              </a:ext>
            </a:extLst>
          </p:cNvPr>
          <p:cNvSpPr>
            <a:spLocks noGrp="1"/>
          </p:cNvSpPr>
          <p:nvPr/>
        </p:nvSpPr>
        <p:spPr>
          <a:xfrm>
            <a:off x="5702449" y="37324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4608">
            <a:extLst>
              <a:ext uri="{FF2B5EF4-FFF2-40B4-BE49-F238E27FC236}">
                <a16:creationId xmlns:a16="http://schemas.microsoft.com/office/drawing/2014/main" id="{5754CB2D-B521-4A53-9102-71A49CDAD26A}"/>
              </a:ext>
            </a:extLst>
          </p:cNvPr>
          <p:cNvSpPr>
            <a:spLocks noGrp="1"/>
          </p:cNvSpPr>
          <p:nvPr/>
        </p:nvSpPr>
        <p:spPr>
          <a:xfrm>
            <a:off x="5649608" y="37290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4609">
            <a:extLst>
              <a:ext uri="{FF2B5EF4-FFF2-40B4-BE49-F238E27FC236}">
                <a16:creationId xmlns:a16="http://schemas.microsoft.com/office/drawing/2014/main" id="{B1B7799E-C261-4822-85BA-FEF0FE683104}"/>
              </a:ext>
            </a:extLst>
          </p:cNvPr>
          <p:cNvSpPr>
            <a:spLocks noGrp="1"/>
          </p:cNvSpPr>
          <p:nvPr/>
        </p:nvSpPr>
        <p:spPr>
          <a:xfrm>
            <a:off x="57234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4610">
            <a:extLst>
              <a:ext uri="{FF2B5EF4-FFF2-40B4-BE49-F238E27FC236}">
                <a16:creationId xmlns:a16="http://schemas.microsoft.com/office/drawing/2014/main" id="{497E98E7-DCFB-4297-B250-4278AFE94620}"/>
              </a:ext>
            </a:extLst>
          </p:cNvPr>
          <p:cNvSpPr>
            <a:spLocks noGrp="1"/>
          </p:cNvSpPr>
          <p:nvPr/>
        </p:nvSpPr>
        <p:spPr>
          <a:xfrm>
            <a:off x="57288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4611">
            <a:extLst>
              <a:ext uri="{FF2B5EF4-FFF2-40B4-BE49-F238E27FC236}">
                <a16:creationId xmlns:a16="http://schemas.microsoft.com/office/drawing/2014/main" id="{8EA27905-F3A3-4EBC-A349-62E9B8912F70}"/>
              </a:ext>
            </a:extLst>
          </p:cNvPr>
          <p:cNvSpPr>
            <a:spLocks noGrp="1"/>
          </p:cNvSpPr>
          <p:nvPr/>
        </p:nvSpPr>
        <p:spPr>
          <a:xfrm>
            <a:off x="5718161" y="3618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4612">
            <a:extLst>
              <a:ext uri="{FF2B5EF4-FFF2-40B4-BE49-F238E27FC236}">
                <a16:creationId xmlns:a16="http://schemas.microsoft.com/office/drawing/2014/main" id="{77782603-8BDD-4FFC-BD4C-C1E331AFC1A4}"/>
              </a:ext>
            </a:extLst>
          </p:cNvPr>
          <p:cNvSpPr>
            <a:spLocks noGrp="1"/>
          </p:cNvSpPr>
          <p:nvPr/>
        </p:nvSpPr>
        <p:spPr>
          <a:xfrm>
            <a:off x="57553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4613">
            <a:extLst>
              <a:ext uri="{FF2B5EF4-FFF2-40B4-BE49-F238E27FC236}">
                <a16:creationId xmlns:a16="http://schemas.microsoft.com/office/drawing/2014/main" id="{E2007A62-2D9F-401E-AADB-E45C08401BC0}"/>
              </a:ext>
            </a:extLst>
          </p:cNvPr>
          <p:cNvSpPr>
            <a:spLocks noGrp="1"/>
          </p:cNvSpPr>
          <p:nvPr/>
        </p:nvSpPr>
        <p:spPr>
          <a:xfrm>
            <a:off x="56839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4614">
            <a:extLst>
              <a:ext uri="{FF2B5EF4-FFF2-40B4-BE49-F238E27FC236}">
                <a16:creationId xmlns:a16="http://schemas.microsoft.com/office/drawing/2014/main" id="{79D67EBC-FBF4-4F74-B702-AD86274DDCAC}"/>
              </a:ext>
            </a:extLst>
          </p:cNvPr>
          <p:cNvSpPr>
            <a:spLocks noGrp="1"/>
          </p:cNvSpPr>
          <p:nvPr/>
        </p:nvSpPr>
        <p:spPr>
          <a:xfrm>
            <a:off x="5709791" y="35439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4615">
            <a:extLst>
              <a:ext uri="{FF2B5EF4-FFF2-40B4-BE49-F238E27FC236}">
                <a16:creationId xmlns:a16="http://schemas.microsoft.com/office/drawing/2014/main" id="{919DEF18-B80C-4F0A-A651-0BD6EE13A9EE}"/>
              </a:ext>
            </a:extLst>
          </p:cNvPr>
          <p:cNvSpPr>
            <a:spLocks noGrp="1"/>
          </p:cNvSpPr>
          <p:nvPr/>
        </p:nvSpPr>
        <p:spPr>
          <a:xfrm>
            <a:off x="570091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4616">
            <a:extLst>
              <a:ext uri="{FF2B5EF4-FFF2-40B4-BE49-F238E27FC236}">
                <a16:creationId xmlns:a16="http://schemas.microsoft.com/office/drawing/2014/main" id="{16A1F27D-77A0-4603-80FA-8B96D9BB582C}"/>
              </a:ext>
            </a:extLst>
          </p:cNvPr>
          <p:cNvSpPr>
            <a:spLocks noGrp="1"/>
          </p:cNvSpPr>
          <p:nvPr/>
        </p:nvSpPr>
        <p:spPr>
          <a:xfrm>
            <a:off x="568263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4617">
            <a:extLst>
              <a:ext uri="{FF2B5EF4-FFF2-40B4-BE49-F238E27FC236}">
                <a16:creationId xmlns:a16="http://schemas.microsoft.com/office/drawing/2014/main" id="{C6614934-1CFE-4C5B-8237-1C556998E393}"/>
              </a:ext>
            </a:extLst>
          </p:cNvPr>
          <p:cNvSpPr>
            <a:spLocks noGrp="1"/>
          </p:cNvSpPr>
          <p:nvPr/>
        </p:nvSpPr>
        <p:spPr>
          <a:xfrm>
            <a:off x="5718017" y="3733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4618">
            <a:extLst>
              <a:ext uri="{FF2B5EF4-FFF2-40B4-BE49-F238E27FC236}">
                <a16:creationId xmlns:a16="http://schemas.microsoft.com/office/drawing/2014/main" id="{773841D1-733C-4960-8EAB-69C1CB4D18A7}"/>
              </a:ext>
            </a:extLst>
          </p:cNvPr>
          <p:cNvSpPr>
            <a:spLocks noGrp="1"/>
          </p:cNvSpPr>
          <p:nvPr/>
        </p:nvSpPr>
        <p:spPr>
          <a:xfrm>
            <a:off x="56504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4619">
            <a:extLst>
              <a:ext uri="{FF2B5EF4-FFF2-40B4-BE49-F238E27FC236}">
                <a16:creationId xmlns:a16="http://schemas.microsoft.com/office/drawing/2014/main" id="{06A7D78F-022F-4EC6-B935-CE81CC364915}"/>
              </a:ext>
            </a:extLst>
          </p:cNvPr>
          <p:cNvSpPr>
            <a:spLocks noGrp="1"/>
          </p:cNvSpPr>
          <p:nvPr/>
        </p:nvSpPr>
        <p:spPr>
          <a:xfrm>
            <a:off x="56664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4620">
            <a:extLst>
              <a:ext uri="{FF2B5EF4-FFF2-40B4-BE49-F238E27FC236}">
                <a16:creationId xmlns:a16="http://schemas.microsoft.com/office/drawing/2014/main" id="{BAC6B9E8-9D76-41B8-90E9-236D2BFA1A8C}"/>
              </a:ext>
            </a:extLst>
          </p:cNvPr>
          <p:cNvSpPr>
            <a:spLocks noGrp="1"/>
          </p:cNvSpPr>
          <p:nvPr/>
        </p:nvSpPr>
        <p:spPr>
          <a:xfrm>
            <a:off x="56489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4621">
            <a:extLst>
              <a:ext uri="{FF2B5EF4-FFF2-40B4-BE49-F238E27FC236}">
                <a16:creationId xmlns:a16="http://schemas.microsoft.com/office/drawing/2014/main" id="{96C16323-4C79-44C4-8082-A07671E549BE}"/>
              </a:ext>
            </a:extLst>
          </p:cNvPr>
          <p:cNvSpPr>
            <a:spLocks noGrp="1"/>
          </p:cNvSpPr>
          <p:nvPr/>
        </p:nvSpPr>
        <p:spPr>
          <a:xfrm>
            <a:off x="5666519" y="36611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4622">
            <a:extLst>
              <a:ext uri="{FF2B5EF4-FFF2-40B4-BE49-F238E27FC236}">
                <a16:creationId xmlns:a16="http://schemas.microsoft.com/office/drawing/2014/main" id="{427D30E0-D5D5-40CF-97C6-54984EC26D4D}"/>
              </a:ext>
            </a:extLst>
          </p:cNvPr>
          <p:cNvSpPr>
            <a:spLocks noGrp="1"/>
          </p:cNvSpPr>
          <p:nvPr/>
        </p:nvSpPr>
        <p:spPr>
          <a:xfrm>
            <a:off x="570966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4623">
            <a:extLst>
              <a:ext uri="{FF2B5EF4-FFF2-40B4-BE49-F238E27FC236}">
                <a16:creationId xmlns:a16="http://schemas.microsoft.com/office/drawing/2014/main" id="{0BF92932-E12C-4F2B-9E80-7BB891400F76}"/>
              </a:ext>
            </a:extLst>
          </p:cNvPr>
          <p:cNvSpPr>
            <a:spLocks noGrp="1"/>
          </p:cNvSpPr>
          <p:nvPr/>
        </p:nvSpPr>
        <p:spPr>
          <a:xfrm>
            <a:off x="574694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4624">
            <a:extLst>
              <a:ext uri="{FF2B5EF4-FFF2-40B4-BE49-F238E27FC236}">
                <a16:creationId xmlns:a16="http://schemas.microsoft.com/office/drawing/2014/main" id="{12B77583-E3E0-4342-9C3D-9B1179D73C53}"/>
              </a:ext>
            </a:extLst>
          </p:cNvPr>
          <p:cNvSpPr>
            <a:spLocks noGrp="1"/>
          </p:cNvSpPr>
          <p:nvPr/>
        </p:nvSpPr>
        <p:spPr>
          <a:xfrm>
            <a:off x="56508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4625">
            <a:extLst>
              <a:ext uri="{FF2B5EF4-FFF2-40B4-BE49-F238E27FC236}">
                <a16:creationId xmlns:a16="http://schemas.microsoft.com/office/drawing/2014/main" id="{621BD333-1DA3-4D08-9EA5-7863D46132A5}"/>
              </a:ext>
            </a:extLst>
          </p:cNvPr>
          <p:cNvSpPr>
            <a:spLocks noGrp="1"/>
          </p:cNvSpPr>
          <p:nvPr/>
        </p:nvSpPr>
        <p:spPr>
          <a:xfrm>
            <a:off x="57153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4626">
            <a:extLst>
              <a:ext uri="{FF2B5EF4-FFF2-40B4-BE49-F238E27FC236}">
                <a16:creationId xmlns:a16="http://schemas.microsoft.com/office/drawing/2014/main" id="{DFA29766-0083-4E46-A040-83AAE70D50A1}"/>
              </a:ext>
            </a:extLst>
          </p:cNvPr>
          <p:cNvSpPr>
            <a:spLocks noGrp="1"/>
          </p:cNvSpPr>
          <p:nvPr/>
        </p:nvSpPr>
        <p:spPr>
          <a:xfrm>
            <a:off x="56655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4627">
            <a:extLst>
              <a:ext uri="{FF2B5EF4-FFF2-40B4-BE49-F238E27FC236}">
                <a16:creationId xmlns:a16="http://schemas.microsoft.com/office/drawing/2014/main" id="{F0E283F7-483E-4EB5-90D6-22BAE7312AB7}"/>
              </a:ext>
            </a:extLst>
          </p:cNvPr>
          <p:cNvSpPr>
            <a:spLocks noGrp="1"/>
          </p:cNvSpPr>
          <p:nvPr/>
        </p:nvSpPr>
        <p:spPr>
          <a:xfrm>
            <a:off x="5754238" y="3741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4628">
            <a:extLst>
              <a:ext uri="{FF2B5EF4-FFF2-40B4-BE49-F238E27FC236}">
                <a16:creationId xmlns:a16="http://schemas.microsoft.com/office/drawing/2014/main" id="{8DDC873E-E4E4-46AC-B24F-4B3A08E9A582}"/>
              </a:ext>
            </a:extLst>
          </p:cNvPr>
          <p:cNvSpPr>
            <a:spLocks noGrp="1"/>
          </p:cNvSpPr>
          <p:nvPr/>
        </p:nvSpPr>
        <p:spPr>
          <a:xfrm>
            <a:off x="56890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4629">
            <a:extLst>
              <a:ext uri="{FF2B5EF4-FFF2-40B4-BE49-F238E27FC236}">
                <a16:creationId xmlns:a16="http://schemas.microsoft.com/office/drawing/2014/main" id="{9EE8FD09-35DA-4764-892E-2889BCE7802F}"/>
              </a:ext>
            </a:extLst>
          </p:cNvPr>
          <p:cNvSpPr>
            <a:spLocks noGrp="1"/>
          </p:cNvSpPr>
          <p:nvPr/>
        </p:nvSpPr>
        <p:spPr>
          <a:xfrm>
            <a:off x="5680680" y="3738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4630">
            <a:extLst>
              <a:ext uri="{FF2B5EF4-FFF2-40B4-BE49-F238E27FC236}">
                <a16:creationId xmlns:a16="http://schemas.microsoft.com/office/drawing/2014/main" id="{F98EB24F-A97E-4777-A4FF-40634C1E153F}"/>
              </a:ext>
            </a:extLst>
          </p:cNvPr>
          <p:cNvSpPr>
            <a:spLocks noGrp="1"/>
          </p:cNvSpPr>
          <p:nvPr/>
        </p:nvSpPr>
        <p:spPr>
          <a:xfrm>
            <a:off x="56553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4631">
            <a:extLst>
              <a:ext uri="{FF2B5EF4-FFF2-40B4-BE49-F238E27FC236}">
                <a16:creationId xmlns:a16="http://schemas.microsoft.com/office/drawing/2014/main" id="{DFDC93C7-8D63-430C-AA2D-5EF385329709}"/>
              </a:ext>
            </a:extLst>
          </p:cNvPr>
          <p:cNvSpPr>
            <a:spLocks noGrp="1"/>
          </p:cNvSpPr>
          <p:nvPr/>
        </p:nvSpPr>
        <p:spPr>
          <a:xfrm>
            <a:off x="5749123" y="37066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4632">
            <a:extLst>
              <a:ext uri="{FF2B5EF4-FFF2-40B4-BE49-F238E27FC236}">
                <a16:creationId xmlns:a16="http://schemas.microsoft.com/office/drawing/2014/main" id="{EDFF5BD1-D63D-45B6-A846-518C7342860D}"/>
              </a:ext>
            </a:extLst>
          </p:cNvPr>
          <p:cNvSpPr>
            <a:spLocks noGrp="1"/>
          </p:cNvSpPr>
          <p:nvPr/>
        </p:nvSpPr>
        <p:spPr>
          <a:xfrm>
            <a:off x="5702555" y="3674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4633">
            <a:extLst>
              <a:ext uri="{FF2B5EF4-FFF2-40B4-BE49-F238E27FC236}">
                <a16:creationId xmlns:a16="http://schemas.microsoft.com/office/drawing/2014/main" id="{E0EFA395-989F-46A9-BCB8-8A3952A55C25}"/>
              </a:ext>
            </a:extLst>
          </p:cNvPr>
          <p:cNvSpPr>
            <a:spLocks noGrp="1"/>
          </p:cNvSpPr>
          <p:nvPr/>
        </p:nvSpPr>
        <p:spPr>
          <a:xfrm>
            <a:off x="5680219" y="3571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4634">
            <a:extLst>
              <a:ext uri="{FF2B5EF4-FFF2-40B4-BE49-F238E27FC236}">
                <a16:creationId xmlns:a16="http://schemas.microsoft.com/office/drawing/2014/main" id="{4D6B4DF3-F2B2-4904-BD1C-05FD04969A40}"/>
              </a:ext>
            </a:extLst>
          </p:cNvPr>
          <p:cNvSpPr>
            <a:spLocks noGrp="1"/>
          </p:cNvSpPr>
          <p:nvPr/>
        </p:nvSpPr>
        <p:spPr>
          <a:xfrm>
            <a:off x="5724855" y="37359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4635">
            <a:extLst>
              <a:ext uri="{FF2B5EF4-FFF2-40B4-BE49-F238E27FC236}">
                <a16:creationId xmlns:a16="http://schemas.microsoft.com/office/drawing/2014/main" id="{5E30D5FA-E4CC-4367-BFA1-6985794368C5}"/>
              </a:ext>
            </a:extLst>
          </p:cNvPr>
          <p:cNvSpPr>
            <a:spLocks noGrp="1"/>
          </p:cNvSpPr>
          <p:nvPr/>
        </p:nvSpPr>
        <p:spPr>
          <a:xfrm>
            <a:off x="5664177" y="3741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4636">
            <a:extLst>
              <a:ext uri="{FF2B5EF4-FFF2-40B4-BE49-F238E27FC236}">
                <a16:creationId xmlns:a16="http://schemas.microsoft.com/office/drawing/2014/main" id="{7D9BE6E7-43A8-4D31-9F2C-658F53B40C09}"/>
              </a:ext>
            </a:extLst>
          </p:cNvPr>
          <p:cNvSpPr>
            <a:spLocks noGrp="1"/>
          </p:cNvSpPr>
          <p:nvPr/>
        </p:nvSpPr>
        <p:spPr>
          <a:xfrm>
            <a:off x="5711850" y="36550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4637">
            <a:extLst>
              <a:ext uri="{FF2B5EF4-FFF2-40B4-BE49-F238E27FC236}">
                <a16:creationId xmlns:a16="http://schemas.microsoft.com/office/drawing/2014/main" id="{B2285CDF-A291-4CC7-8AB1-EB26EDF386D3}"/>
              </a:ext>
            </a:extLst>
          </p:cNvPr>
          <p:cNvSpPr>
            <a:spLocks noGrp="1"/>
          </p:cNvSpPr>
          <p:nvPr/>
        </p:nvSpPr>
        <p:spPr>
          <a:xfrm>
            <a:off x="57096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4638">
            <a:extLst>
              <a:ext uri="{FF2B5EF4-FFF2-40B4-BE49-F238E27FC236}">
                <a16:creationId xmlns:a16="http://schemas.microsoft.com/office/drawing/2014/main" id="{EF6AA556-91D2-47E4-8689-4D7F8ADE9833}"/>
              </a:ext>
            </a:extLst>
          </p:cNvPr>
          <p:cNvSpPr>
            <a:spLocks noGrp="1"/>
          </p:cNvSpPr>
          <p:nvPr/>
        </p:nvSpPr>
        <p:spPr>
          <a:xfrm>
            <a:off x="5705628" y="36435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4639">
            <a:extLst>
              <a:ext uri="{FF2B5EF4-FFF2-40B4-BE49-F238E27FC236}">
                <a16:creationId xmlns:a16="http://schemas.microsoft.com/office/drawing/2014/main" id="{6544DD9B-2BF5-42C7-9552-652CFF612B37}"/>
              </a:ext>
            </a:extLst>
          </p:cNvPr>
          <p:cNvSpPr>
            <a:spLocks noGrp="1"/>
          </p:cNvSpPr>
          <p:nvPr/>
        </p:nvSpPr>
        <p:spPr>
          <a:xfrm>
            <a:off x="569795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4640">
            <a:extLst>
              <a:ext uri="{FF2B5EF4-FFF2-40B4-BE49-F238E27FC236}">
                <a16:creationId xmlns:a16="http://schemas.microsoft.com/office/drawing/2014/main" id="{E3C64908-0075-4F96-9A5E-FD8FF192E682}"/>
              </a:ext>
            </a:extLst>
          </p:cNvPr>
          <p:cNvSpPr>
            <a:spLocks noGrp="1"/>
          </p:cNvSpPr>
          <p:nvPr/>
        </p:nvSpPr>
        <p:spPr>
          <a:xfrm>
            <a:off x="570791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4641">
            <a:extLst>
              <a:ext uri="{FF2B5EF4-FFF2-40B4-BE49-F238E27FC236}">
                <a16:creationId xmlns:a16="http://schemas.microsoft.com/office/drawing/2014/main" id="{164BC1CE-10FF-4B66-A540-0DEC31E3B570}"/>
              </a:ext>
            </a:extLst>
          </p:cNvPr>
          <p:cNvSpPr>
            <a:spLocks noGrp="1"/>
          </p:cNvSpPr>
          <p:nvPr/>
        </p:nvSpPr>
        <p:spPr>
          <a:xfrm>
            <a:off x="57265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4642">
            <a:extLst>
              <a:ext uri="{FF2B5EF4-FFF2-40B4-BE49-F238E27FC236}">
                <a16:creationId xmlns:a16="http://schemas.microsoft.com/office/drawing/2014/main" id="{AEDA3EE6-623E-4277-8517-71448E3CD935}"/>
              </a:ext>
            </a:extLst>
          </p:cNvPr>
          <p:cNvSpPr>
            <a:spLocks noGrp="1"/>
          </p:cNvSpPr>
          <p:nvPr/>
        </p:nvSpPr>
        <p:spPr>
          <a:xfrm>
            <a:off x="5716071" y="37195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4643">
            <a:extLst>
              <a:ext uri="{FF2B5EF4-FFF2-40B4-BE49-F238E27FC236}">
                <a16:creationId xmlns:a16="http://schemas.microsoft.com/office/drawing/2014/main" id="{30BD159A-867A-4B88-ACB0-2EC0EEBEB81F}"/>
              </a:ext>
            </a:extLst>
          </p:cNvPr>
          <p:cNvSpPr>
            <a:spLocks noGrp="1"/>
          </p:cNvSpPr>
          <p:nvPr/>
        </p:nvSpPr>
        <p:spPr>
          <a:xfrm>
            <a:off x="56860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4644">
            <a:extLst>
              <a:ext uri="{FF2B5EF4-FFF2-40B4-BE49-F238E27FC236}">
                <a16:creationId xmlns:a16="http://schemas.microsoft.com/office/drawing/2014/main" id="{4F8FEDCD-BE0F-49CE-BA1E-817080F43AA0}"/>
              </a:ext>
            </a:extLst>
          </p:cNvPr>
          <p:cNvSpPr>
            <a:spLocks noGrp="1"/>
          </p:cNvSpPr>
          <p:nvPr/>
        </p:nvSpPr>
        <p:spPr>
          <a:xfrm>
            <a:off x="5753988" y="36927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4645">
            <a:extLst>
              <a:ext uri="{FF2B5EF4-FFF2-40B4-BE49-F238E27FC236}">
                <a16:creationId xmlns:a16="http://schemas.microsoft.com/office/drawing/2014/main" id="{257D8124-D713-4810-9E6F-4BC22551C4CE}"/>
              </a:ext>
            </a:extLst>
          </p:cNvPr>
          <p:cNvSpPr>
            <a:spLocks noGrp="1"/>
          </p:cNvSpPr>
          <p:nvPr/>
        </p:nvSpPr>
        <p:spPr>
          <a:xfrm>
            <a:off x="5725883" y="37238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4646">
            <a:extLst>
              <a:ext uri="{FF2B5EF4-FFF2-40B4-BE49-F238E27FC236}">
                <a16:creationId xmlns:a16="http://schemas.microsoft.com/office/drawing/2014/main" id="{273FA4BA-7B4F-470B-9ED2-D736FAC10492}"/>
              </a:ext>
            </a:extLst>
          </p:cNvPr>
          <p:cNvSpPr>
            <a:spLocks noGrp="1"/>
          </p:cNvSpPr>
          <p:nvPr/>
        </p:nvSpPr>
        <p:spPr>
          <a:xfrm>
            <a:off x="5667269" y="37344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4647">
            <a:extLst>
              <a:ext uri="{FF2B5EF4-FFF2-40B4-BE49-F238E27FC236}">
                <a16:creationId xmlns:a16="http://schemas.microsoft.com/office/drawing/2014/main" id="{90455215-C0CE-475A-BECA-D00C3351ECB7}"/>
              </a:ext>
            </a:extLst>
          </p:cNvPr>
          <p:cNvSpPr>
            <a:spLocks noGrp="1"/>
          </p:cNvSpPr>
          <p:nvPr/>
        </p:nvSpPr>
        <p:spPr>
          <a:xfrm>
            <a:off x="5660622" y="37289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4648">
            <a:extLst>
              <a:ext uri="{FF2B5EF4-FFF2-40B4-BE49-F238E27FC236}">
                <a16:creationId xmlns:a16="http://schemas.microsoft.com/office/drawing/2014/main" id="{E150DCC0-DC5E-4733-A7A5-C80C46DE2BA4}"/>
              </a:ext>
            </a:extLst>
          </p:cNvPr>
          <p:cNvSpPr>
            <a:spLocks noGrp="1"/>
          </p:cNvSpPr>
          <p:nvPr/>
        </p:nvSpPr>
        <p:spPr>
          <a:xfrm>
            <a:off x="5727661" y="37434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4649">
            <a:extLst>
              <a:ext uri="{FF2B5EF4-FFF2-40B4-BE49-F238E27FC236}">
                <a16:creationId xmlns:a16="http://schemas.microsoft.com/office/drawing/2014/main" id="{4C0057FF-766E-4E5E-86B5-30032069160D}"/>
              </a:ext>
            </a:extLst>
          </p:cNvPr>
          <p:cNvSpPr>
            <a:spLocks noGrp="1"/>
          </p:cNvSpPr>
          <p:nvPr/>
        </p:nvSpPr>
        <p:spPr>
          <a:xfrm>
            <a:off x="57511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4650">
            <a:extLst>
              <a:ext uri="{FF2B5EF4-FFF2-40B4-BE49-F238E27FC236}">
                <a16:creationId xmlns:a16="http://schemas.microsoft.com/office/drawing/2014/main" id="{FD22D25E-AE98-4B0E-AFBB-3DEAA7494B09}"/>
              </a:ext>
            </a:extLst>
          </p:cNvPr>
          <p:cNvSpPr>
            <a:spLocks noGrp="1"/>
          </p:cNvSpPr>
          <p:nvPr/>
        </p:nvSpPr>
        <p:spPr>
          <a:xfrm>
            <a:off x="57422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4651">
            <a:extLst>
              <a:ext uri="{FF2B5EF4-FFF2-40B4-BE49-F238E27FC236}">
                <a16:creationId xmlns:a16="http://schemas.microsoft.com/office/drawing/2014/main" id="{C14A94C4-E14C-4020-8A4C-C04F55478B56}"/>
              </a:ext>
            </a:extLst>
          </p:cNvPr>
          <p:cNvSpPr>
            <a:spLocks noGrp="1"/>
          </p:cNvSpPr>
          <p:nvPr/>
        </p:nvSpPr>
        <p:spPr>
          <a:xfrm>
            <a:off x="5733505" y="37261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4652">
            <a:extLst>
              <a:ext uri="{FF2B5EF4-FFF2-40B4-BE49-F238E27FC236}">
                <a16:creationId xmlns:a16="http://schemas.microsoft.com/office/drawing/2014/main" id="{36E9F085-EF0F-420F-9AD5-50AAA3DF5E49}"/>
              </a:ext>
            </a:extLst>
          </p:cNvPr>
          <p:cNvSpPr>
            <a:spLocks noGrp="1"/>
          </p:cNvSpPr>
          <p:nvPr/>
        </p:nvSpPr>
        <p:spPr>
          <a:xfrm>
            <a:off x="572218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4653">
            <a:extLst>
              <a:ext uri="{FF2B5EF4-FFF2-40B4-BE49-F238E27FC236}">
                <a16:creationId xmlns:a16="http://schemas.microsoft.com/office/drawing/2014/main" id="{629D6C58-3939-4908-88C8-9D09650634C7}"/>
              </a:ext>
            </a:extLst>
          </p:cNvPr>
          <p:cNvSpPr>
            <a:spLocks noGrp="1"/>
          </p:cNvSpPr>
          <p:nvPr/>
        </p:nvSpPr>
        <p:spPr>
          <a:xfrm>
            <a:off x="571499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4654">
            <a:extLst>
              <a:ext uri="{FF2B5EF4-FFF2-40B4-BE49-F238E27FC236}">
                <a16:creationId xmlns:a16="http://schemas.microsoft.com/office/drawing/2014/main" id="{13CACD5E-0A17-4D1B-935E-F17905602FC2}"/>
              </a:ext>
            </a:extLst>
          </p:cNvPr>
          <p:cNvSpPr>
            <a:spLocks noGrp="1"/>
          </p:cNvSpPr>
          <p:nvPr/>
        </p:nvSpPr>
        <p:spPr>
          <a:xfrm>
            <a:off x="5724699" y="3741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4655">
            <a:extLst>
              <a:ext uri="{FF2B5EF4-FFF2-40B4-BE49-F238E27FC236}">
                <a16:creationId xmlns:a16="http://schemas.microsoft.com/office/drawing/2014/main" id="{5ADCEA1B-5558-41E8-884F-6A796E575EAD}"/>
              </a:ext>
            </a:extLst>
          </p:cNvPr>
          <p:cNvSpPr>
            <a:spLocks noGrp="1"/>
          </p:cNvSpPr>
          <p:nvPr/>
        </p:nvSpPr>
        <p:spPr>
          <a:xfrm>
            <a:off x="5691707" y="37278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4656">
            <a:extLst>
              <a:ext uri="{FF2B5EF4-FFF2-40B4-BE49-F238E27FC236}">
                <a16:creationId xmlns:a16="http://schemas.microsoft.com/office/drawing/2014/main" id="{D6F22CDA-019B-44AD-9E72-787F0F6AD098}"/>
              </a:ext>
            </a:extLst>
          </p:cNvPr>
          <p:cNvSpPr>
            <a:spLocks noGrp="1"/>
          </p:cNvSpPr>
          <p:nvPr/>
        </p:nvSpPr>
        <p:spPr>
          <a:xfrm>
            <a:off x="56872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4657">
            <a:extLst>
              <a:ext uri="{FF2B5EF4-FFF2-40B4-BE49-F238E27FC236}">
                <a16:creationId xmlns:a16="http://schemas.microsoft.com/office/drawing/2014/main" id="{0171CA36-42D3-4196-8029-23267D06FD78}"/>
              </a:ext>
            </a:extLst>
          </p:cNvPr>
          <p:cNvSpPr>
            <a:spLocks noGrp="1"/>
          </p:cNvSpPr>
          <p:nvPr/>
        </p:nvSpPr>
        <p:spPr>
          <a:xfrm>
            <a:off x="5698584" y="37380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4658">
            <a:extLst>
              <a:ext uri="{FF2B5EF4-FFF2-40B4-BE49-F238E27FC236}">
                <a16:creationId xmlns:a16="http://schemas.microsoft.com/office/drawing/2014/main" id="{30E1FF28-9295-4FC4-BE59-5F47412DCB89}"/>
              </a:ext>
            </a:extLst>
          </p:cNvPr>
          <p:cNvSpPr>
            <a:spLocks noGrp="1"/>
          </p:cNvSpPr>
          <p:nvPr/>
        </p:nvSpPr>
        <p:spPr>
          <a:xfrm>
            <a:off x="5670797" y="37093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4659">
            <a:extLst>
              <a:ext uri="{FF2B5EF4-FFF2-40B4-BE49-F238E27FC236}">
                <a16:creationId xmlns:a16="http://schemas.microsoft.com/office/drawing/2014/main" id="{0336C5C6-70C4-47E3-A05B-708ADB39E63F}"/>
              </a:ext>
            </a:extLst>
          </p:cNvPr>
          <p:cNvSpPr>
            <a:spLocks noGrp="1"/>
          </p:cNvSpPr>
          <p:nvPr/>
        </p:nvSpPr>
        <p:spPr>
          <a:xfrm>
            <a:off x="567050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4660">
            <a:extLst>
              <a:ext uri="{FF2B5EF4-FFF2-40B4-BE49-F238E27FC236}">
                <a16:creationId xmlns:a16="http://schemas.microsoft.com/office/drawing/2014/main" id="{39F67E1E-B4BC-41E7-AF33-280AA7BBFAE1}"/>
              </a:ext>
            </a:extLst>
          </p:cNvPr>
          <p:cNvSpPr>
            <a:spLocks noGrp="1"/>
          </p:cNvSpPr>
          <p:nvPr/>
        </p:nvSpPr>
        <p:spPr>
          <a:xfrm>
            <a:off x="57027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4661">
            <a:extLst>
              <a:ext uri="{FF2B5EF4-FFF2-40B4-BE49-F238E27FC236}">
                <a16:creationId xmlns:a16="http://schemas.microsoft.com/office/drawing/2014/main" id="{E3E833DB-ACD5-42A6-83B6-033416F409E7}"/>
              </a:ext>
            </a:extLst>
          </p:cNvPr>
          <p:cNvSpPr>
            <a:spLocks noGrp="1"/>
          </p:cNvSpPr>
          <p:nvPr/>
        </p:nvSpPr>
        <p:spPr>
          <a:xfrm>
            <a:off x="57169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4662">
            <a:extLst>
              <a:ext uri="{FF2B5EF4-FFF2-40B4-BE49-F238E27FC236}">
                <a16:creationId xmlns:a16="http://schemas.microsoft.com/office/drawing/2014/main" id="{24926FE4-A991-42EF-8B98-98E35DBF1A3E}"/>
              </a:ext>
            </a:extLst>
          </p:cNvPr>
          <p:cNvSpPr>
            <a:spLocks noGrp="1"/>
          </p:cNvSpPr>
          <p:nvPr/>
        </p:nvSpPr>
        <p:spPr>
          <a:xfrm>
            <a:off x="57101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4663">
            <a:extLst>
              <a:ext uri="{FF2B5EF4-FFF2-40B4-BE49-F238E27FC236}">
                <a16:creationId xmlns:a16="http://schemas.microsoft.com/office/drawing/2014/main" id="{2D80E5BB-7E9A-4244-ADF4-5C255C9F0361}"/>
              </a:ext>
            </a:extLst>
          </p:cNvPr>
          <p:cNvSpPr>
            <a:spLocks noGrp="1"/>
          </p:cNvSpPr>
          <p:nvPr/>
        </p:nvSpPr>
        <p:spPr>
          <a:xfrm>
            <a:off x="5731537" y="37224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4664">
            <a:extLst>
              <a:ext uri="{FF2B5EF4-FFF2-40B4-BE49-F238E27FC236}">
                <a16:creationId xmlns:a16="http://schemas.microsoft.com/office/drawing/2014/main" id="{11F04E80-882E-42FA-97C8-16E4D4E2ECEA}"/>
              </a:ext>
            </a:extLst>
          </p:cNvPr>
          <p:cNvSpPr>
            <a:spLocks noGrp="1"/>
          </p:cNvSpPr>
          <p:nvPr/>
        </p:nvSpPr>
        <p:spPr>
          <a:xfrm>
            <a:off x="56666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4665">
            <a:extLst>
              <a:ext uri="{FF2B5EF4-FFF2-40B4-BE49-F238E27FC236}">
                <a16:creationId xmlns:a16="http://schemas.microsoft.com/office/drawing/2014/main" id="{DC004907-3C1A-4B3F-BF1D-B9B3FCC51F17}"/>
              </a:ext>
            </a:extLst>
          </p:cNvPr>
          <p:cNvSpPr>
            <a:spLocks noGrp="1"/>
          </p:cNvSpPr>
          <p:nvPr/>
        </p:nvSpPr>
        <p:spPr>
          <a:xfrm>
            <a:off x="5670715" y="3687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4666">
            <a:extLst>
              <a:ext uri="{FF2B5EF4-FFF2-40B4-BE49-F238E27FC236}">
                <a16:creationId xmlns:a16="http://schemas.microsoft.com/office/drawing/2014/main" id="{E293AB12-B865-44D0-974D-D05138F75B24}"/>
              </a:ext>
            </a:extLst>
          </p:cNvPr>
          <p:cNvSpPr>
            <a:spLocks noGrp="1"/>
          </p:cNvSpPr>
          <p:nvPr/>
        </p:nvSpPr>
        <p:spPr>
          <a:xfrm>
            <a:off x="5649008" y="3741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4667">
            <a:extLst>
              <a:ext uri="{FF2B5EF4-FFF2-40B4-BE49-F238E27FC236}">
                <a16:creationId xmlns:a16="http://schemas.microsoft.com/office/drawing/2014/main" id="{396125C8-46DA-4128-AB95-B57DFF5035CB}"/>
              </a:ext>
            </a:extLst>
          </p:cNvPr>
          <p:cNvSpPr>
            <a:spLocks noGrp="1"/>
          </p:cNvSpPr>
          <p:nvPr/>
        </p:nvSpPr>
        <p:spPr>
          <a:xfrm>
            <a:off x="5711974" y="37131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4668">
            <a:extLst>
              <a:ext uri="{FF2B5EF4-FFF2-40B4-BE49-F238E27FC236}">
                <a16:creationId xmlns:a16="http://schemas.microsoft.com/office/drawing/2014/main" id="{3CEF796F-41FB-4194-B9B8-5FF7370C234F}"/>
              </a:ext>
            </a:extLst>
          </p:cNvPr>
          <p:cNvSpPr>
            <a:spLocks noGrp="1"/>
          </p:cNvSpPr>
          <p:nvPr/>
        </p:nvSpPr>
        <p:spPr>
          <a:xfrm>
            <a:off x="5661410" y="37089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4669">
            <a:extLst>
              <a:ext uri="{FF2B5EF4-FFF2-40B4-BE49-F238E27FC236}">
                <a16:creationId xmlns:a16="http://schemas.microsoft.com/office/drawing/2014/main" id="{F948B94E-2752-48FF-BD5D-4C21E95AAED5}"/>
              </a:ext>
            </a:extLst>
          </p:cNvPr>
          <p:cNvSpPr>
            <a:spLocks noGrp="1"/>
          </p:cNvSpPr>
          <p:nvPr/>
        </p:nvSpPr>
        <p:spPr>
          <a:xfrm>
            <a:off x="5739773" y="3591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4670">
            <a:extLst>
              <a:ext uri="{FF2B5EF4-FFF2-40B4-BE49-F238E27FC236}">
                <a16:creationId xmlns:a16="http://schemas.microsoft.com/office/drawing/2014/main" id="{CA5B879F-74B2-482C-8F9B-3550718633F6}"/>
              </a:ext>
            </a:extLst>
          </p:cNvPr>
          <p:cNvSpPr>
            <a:spLocks noGrp="1"/>
          </p:cNvSpPr>
          <p:nvPr/>
        </p:nvSpPr>
        <p:spPr>
          <a:xfrm>
            <a:off x="5683390" y="37235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4671">
            <a:extLst>
              <a:ext uri="{FF2B5EF4-FFF2-40B4-BE49-F238E27FC236}">
                <a16:creationId xmlns:a16="http://schemas.microsoft.com/office/drawing/2014/main" id="{4BFC30F7-B775-44C7-8A8D-A6E32408156A}"/>
              </a:ext>
            </a:extLst>
          </p:cNvPr>
          <p:cNvSpPr>
            <a:spLocks noGrp="1"/>
          </p:cNvSpPr>
          <p:nvPr/>
        </p:nvSpPr>
        <p:spPr>
          <a:xfrm>
            <a:off x="56944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4672">
            <a:extLst>
              <a:ext uri="{FF2B5EF4-FFF2-40B4-BE49-F238E27FC236}">
                <a16:creationId xmlns:a16="http://schemas.microsoft.com/office/drawing/2014/main" id="{60EADBED-CB68-4D77-BD39-C43931AAC6CB}"/>
              </a:ext>
            </a:extLst>
          </p:cNvPr>
          <p:cNvSpPr>
            <a:spLocks noGrp="1"/>
          </p:cNvSpPr>
          <p:nvPr/>
        </p:nvSpPr>
        <p:spPr>
          <a:xfrm>
            <a:off x="5661153" y="37354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4673">
            <a:extLst>
              <a:ext uri="{FF2B5EF4-FFF2-40B4-BE49-F238E27FC236}">
                <a16:creationId xmlns:a16="http://schemas.microsoft.com/office/drawing/2014/main" id="{4C1E44B5-E312-4D25-A849-C1B1210737AC}"/>
              </a:ext>
            </a:extLst>
          </p:cNvPr>
          <p:cNvSpPr>
            <a:spLocks noGrp="1"/>
          </p:cNvSpPr>
          <p:nvPr/>
        </p:nvSpPr>
        <p:spPr>
          <a:xfrm>
            <a:off x="5689040" y="37455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4674">
            <a:extLst>
              <a:ext uri="{FF2B5EF4-FFF2-40B4-BE49-F238E27FC236}">
                <a16:creationId xmlns:a16="http://schemas.microsoft.com/office/drawing/2014/main" id="{376A8AFA-0194-42C5-A4A4-0591BC070737}"/>
              </a:ext>
            </a:extLst>
          </p:cNvPr>
          <p:cNvSpPr>
            <a:spLocks noGrp="1"/>
          </p:cNvSpPr>
          <p:nvPr/>
        </p:nvSpPr>
        <p:spPr>
          <a:xfrm>
            <a:off x="5734900" y="34475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4675">
            <a:extLst>
              <a:ext uri="{FF2B5EF4-FFF2-40B4-BE49-F238E27FC236}">
                <a16:creationId xmlns:a16="http://schemas.microsoft.com/office/drawing/2014/main" id="{4DC60D54-11A1-48AE-AC6B-04CF84E93B34}"/>
              </a:ext>
            </a:extLst>
          </p:cNvPr>
          <p:cNvSpPr>
            <a:spLocks noGrp="1"/>
          </p:cNvSpPr>
          <p:nvPr/>
        </p:nvSpPr>
        <p:spPr>
          <a:xfrm>
            <a:off x="57246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4676">
            <a:extLst>
              <a:ext uri="{FF2B5EF4-FFF2-40B4-BE49-F238E27FC236}">
                <a16:creationId xmlns:a16="http://schemas.microsoft.com/office/drawing/2014/main" id="{B429A160-C568-461D-9C29-BD0CD222FE9E}"/>
              </a:ext>
            </a:extLst>
          </p:cNvPr>
          <p:cNvSpPr>
            <a:spLocks noGrp="1"/>
          </p:cNvSpPr>
          <p:nvPr/>
        </p:nvSpPr>
        <p:spPr>
          <a:xfrm>
            <a:off x="5669078" y="37008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4677">
            <a:extLst>
              <a:ext uri="{FF2B5EF4-FFF2-40B4-BE49-F238E27FC236}">
                <a16:creationId xmlns:a16="http://schemas.microsoft.com/office/drawing/2014/main" id="{0F3C8354-42B0-4009-9328-BAFEFD04F96C}"/>
              </a:ext>
            </a:extLst>
          </p:cNvPr>
          <p:cNvSpPr>
            <a:spLocks noGrp="1"/>
          </p:cNvSpPr>
          <p:nvPr/>
        </p:nvSpPr>
        <p:spPr>
          <a:xfrm>
            <a:off x="588881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4678">
            <a:extLst>
              <a:ext uri="{FF2B5EF4-FFF2-40B4-BE49-F238E27FC236}">
                <a16:creationId xmlns:a16="http://schemas.microsoft.com/office/drawing/2014/main" id="{A3D0A8EC-12E9-4D0C-BD58-8D3948C0A5CA}"/>
              </a:ext>
            </a:extLst>
          </p:cNvPr>
          <p:cNvSpPr>
            <a:spLocks noGrp="1"/>
          </p:cNvSpPr>
          <p:nvPr/>
        </p:nvSpPr>
        <p:spPr>
          <a:xfrm>
            <a:off x="5948485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4679">
            <a:extLst>
              <a:ext uri="{FF2B5EF4-FFF2-40B4-BE49-F238E27FC236}">
                <a16:creationId xmlns:a16="http://schemas.microsoft.com/office/drawing/2014/main" id="{0F6EDD61-A3DE-4462-8F44-D2E7FBCDCDEB}"/>
              </a:ext>
            </a:extLst>
          </p:cNvPr>
          <p:cNvSpPr>
            <a:spLocks noGrp="1"/>
          </p:cNvSpPr>
          <p:nvPr/>
        </p:nvSpPr>
        <p:spPr>
          <a:xfrm>
            <a:off x="594013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4680">
            <a:extLst>
              <a:ext uri="{FF2B5EF4-FFF2-40B4-BE49-F238E27FC236}">
                <a16:creationId xmlns:a16="http://schemas.microsoft.com/office/drawing/2014/main" id="{D1BF2D0C-DB58-47FF-B2FC-F7BC90BFB6E4}"/>
              </a:ext>
            </a:extLst>
          </p:cNvPr>
          <p:cNvSpPr>
            <a:spLocks noGrp="1"/>
          </p:cNvSpPr>
          <p:nvPr/>
        </p:nvSpPr>
        <p:spPr>
          <a:xfrm>
            <a:off x="5941506" y="35540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4681">
            <a:extLst>
              <a:ext uri="{FF2B5EF4-FFF2-40B4-BE49-F238E27FC236}">
                <a16:creationId xmlns:a16="http://schemas.microsoft.com/office/drawing/2014/main" id="{9BCA4D02-0D3D-45F6-A8F1-1E7EC1F8E1EF}"/>
              </a:ext>
            </a:extLst>
          </p:cNvPr>
          <p:cNvSpPr>
            <a:spLocks noGrp="1"/>
          </p:cNvSpPr>
          <p:nvPr/>
        </p:nvSpPr>
        <p:spPr>
          <a:xfrm>
            <a:off x="5921041" y="223287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4682">
            <a:extLst>
              <a:ext uri="{FF2B5EF4-FFF2-40B4-BE49-F238E27FC236}">
                <a16:creationId xmlns:a16="http://schemas.microsoft.com/office/drawing/2014/main" id="{D7433539-F321-4E29-9E04-768BE1159BA6}"/>
              </a:ext>
            </a:extLst>
          </p:cNvPr>
          <p:cNvSpPr>
            <a:spLocks noGrp="1"/>
          </p:cNvSpPr>
          <p:nvPr/>
        </p:nvSpPr>
        <p:spPr>
          <a:xfrm>
            <a:off x="595137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4683">
            <a:extLst>
              <a:ext uri="{FF2B5EF4-FFF2-40B4-BE49-F238E27FC236}">
                <a16:creationId xmlns:a16="http://schemas.microsoft.com/office/drawing/2014/main" id="{583C39D2-E08C-4ABD-A71F-935F8DB49536}"/>
              </a:ext>
            </a:extLst>
          </p:cNvPr>
          <p:cNvSpPr>
            <a:spLocks noGrp="1"/>
          </p:cNvSpPr>
          <p:nvPr/>
        </p:nvSpPr>
        <p:spPr>
          <a:xfrm>
            <a:off x="588733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4684">
            <a:extLst>
              <a:ext uri="{FF2B5EF4-FFF2-40B4-BE49-F238E27FC236}">
                <a16:creationId xmlns:a16="http://schemas.microsoft.com/office/drawing/2014/main" id="{EADF83DB-8983-4D84-B2E8-23DCD266C8E7}"/>
              </a:ext>
            </a:extLst>
          </p:cNvPr>
          <p:cNvSpPr>
            <a:spLocks noGrp="1"/>
          </p:cNvSpPr>
          <p:nvPr/>
        </p:nvSpPr>
        <p:spPr>
          <a:xfrm>
            <a:off x="59202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4685">
            <a:extLst>
              <a:ext uri="{FF2B5EF4-FFF2-40B4-BE49-F238E27FC236}">
                <a16:creationId xmlns:a16="http://schemas.microsoft.com/office/drawing/2014/main" id="{CA6E468E-8301-459C-BE07-A5324841FD94}"/>
              </a:ext>
            </a:extLst>
          </p:cNvPr>
          <p:cNvSpPr>
            <a:spLocks noGrp="1"/>
          </p:cNvSpPr>
          <p:nvPr/>
        </p:nvSpPr>
        <p:spPr>
          <a:xfrm>
            <a:off x="598129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4686">
            <a:extLst>
              <a:ext uri="{FF2B5EF4-FFF2-40B4-BE49-F238E27FC236}">
                <a16:creationId xmlns:a16="http://schemas.microsoft.com/office/drawing/2014/main" id="{BDC044F0-2CBB-4ADA-8A69-B88F9AFED6AC}"/>
              </a:ext>
            </a:extLst>
          </p:cNvPr>
          <p:cNvSpPr>
            <a:spLocks noGrp="1"/>
          </p:cNvSpPr>
          <p:nvPr/>
        </p:nvSpPr>
        <p:spPr>
          <a:xfrm>
            <a:off x="591992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4687">
            <a:extLst>
              <a:ext uri="{FF2B5EF4-FFF2-40B4-BE49-F238E27FC236}">
                <a16:creationId xmlns:a16="http://schemas.microsoft.com/office/drawing/2014/main" id="{7DD2CBD7-B961-422C-8FC2-4189508847FC}"/>
              </a:ext>
            </a:extLst>
          </p:cNvPr>
          <p:cNvSpPr>
            <a:spLocks noGrp="1"/>
          </p:cNvSpPr>
          <p:nvPr/>
        </p:nvSpPr>
        <p:spPr>
          <a:xfrm>
            <a:off x="5927220" y="26297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4688">
            <a:extLst>
              <a:ext uri="{FF2B5EF4-FFF2-40B4-BE49-F238E27FC236}">
                <a16:creationId xmlns:a16="http://schemas.microsoft.com/office/drawing/2014/main" id="{09415E4E-C2EA-42A5-8418-793BA4BDA78E}"/>
              </a:ext>
            </a:extLst>
          </p:cNvPr>
          <p:cNvSpPr>
            <a:spLocks noGrp="1"/>
          </p:cNvSpPr>
          <p:nvPr/>
        </p:nvSpPr>
        <p:spPr>
          <a:xfrm>
            <a:off x="588520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4689">
            <a:extLst>
              <a:ext uri="{FF2B5EF4-FFF2-40B4-BE49-F238E27FC236}">
                <a16:creationId xmlns:a16="http://schemas.microsoft.com/office/drawing/2014/main" id="{BED72818-7BE0-4706-9B69-523F406E3DA3}"/>
              </a:ext>
            </a:extLst>
          </p:cNvPr>
          <p:cNvSpPr>
            <a:spLocks noGrp="1"/>
          </p:cNvSpPr>
          <p:nvPr/>
        </p:nvSpPr>
        <p:spPr>
          <a:xfrm>
            <a:off x="5899334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4690">
            <a:extLst>
              <a:ext uri="{FF2B5EF4-FFF2-40B4-BE49-F238E27FC236}">
                <a16:creationId xmlns:a16="http://schemas.microsoft.com/office/drawing/2014/main" id="{1F9118A3-9B14-444C-AC06-A830B1E1C5DA}"/>
              </a:ext>
            </a:extLst>
          </p:cNvPr>
          <p:cNvSpPr>
            <a:spLocks noGrp="1"/>
          </p:cNvSpPr>
          <p:nvPr/>
        </p:nvSpPr>
        <p:spPr>
          <a:xfrm>
            <a:off x="594465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4691">
            <a:extLst>
              <a:ext uri="{FF2B5EF4-FFF2-40B4-BE49-F238E27FC236}">
                <a16:creationId xmlns:a16="http://schemas.microsoft.com/office/drawing/2014/main" id="{A812CE64-EDB4-4835-90FE-A98270FFA004}"/>
              </a:ext>
            </a:extLst>
          </p:cNvPr>
          <p:cNvSpPr>
            <a:spLocks noGrp="1"/>
          </p:cNvSpPr>
          <p:nvPr/>
        </p:nvSpPr>
        <p:spPr>
          <a:xfrm>
            <a:off x="59726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4692">
            <a:extLst>
              <a:ext uri="{FF2B5EF4-FFF2-40B4-BE49-F238E27FC236}">
                <a16:creationId xmlns:a16="http://schemas.microsoft.com/office/drawing/2014/main" id="{A2445385-F734-4563-B323-4F774010F846}"/>
              </a:ext>
            </a:extLst>
          </p:cNvPr>
          <p:cNvSpPr>
            <a:spLocks noGrp="1"/>
          </p:cNvSpPr>
          <p:nvPr/>
        </p:nvSpPr>
        <p:spPr>
          <a:xfrm>
            <a:off x="596291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4693">
            <a:extLst>
              <a:ext uri="{FF2B5EF4-FFF2-40B4-BE49-F238E27FC236}">
                <a16:creationId xmlns:a16="http://schemas.microsoft.com/office/drawing/2014/main" id="{7AE32967-AFE5-46CC-B8A1-BFDAEA5A2908}"/>
              </a:ext>
            </a:extLst>
          </p:cNvPr>
          <p:cNvSpPr>
            <a:spLocks noGrp="1"/>
          </p:cNvSpPr>
          <p:nvPr/>
        </p:nvSpPr>
        <p:spPr>
          <a:xfrm>
            <a:off x="593864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4694">
            <a:extLst>
              <a:ext uri="{FF2B5EF4-FFF2-40B4-BE49-F238E27FC236}">
                <a16:creationId xmlns:a16="http://schemas.microsoft.com/office/drawing/2014/main" id="{07C1107F-40FB-42D2-974B-2DCF5BA259C1}"/>
              </a:ext>
            </a:extLst>
          </p:cNvPr>
          <p:cNvSpPr>
            <a:spLocks noGrp="1"/>
          </p:cNvSpPr>
          <p:nvPr/>
        </p:nvSpPr>
        <p:spPr>
          <a:xfrm>
            <a:off x="590203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4695">
            <a:extLst>
              <a:ext uri="{FF2B5EF4-FFF2-40B4-BE49-F238E27FC236}">
                <a16:creationId xmlns:a16="http://schemas.microsoft.com/office/drawing/2014/main" id="{F5EC87FD-37A8-46FB-BC13-8A16FA840718}"/>
              </a:ext>
            </a:extLst>
          </p:cNvPr>
          <p:cNvSpPr>
            <a:spLocks noGrp="1"/>
          </p:cNvSpPr>
          <p:nvPr/>
        </p:nvSpPr>
        <p:spPr>
          <a:xfrm>
            <a:off x="5936917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4696">
            <a:extLst>
              <a:ext uri="{FF2B5EF4-FFF2-40B4-BE49-F238E27FC236}">
                <a16:creationId xmlns:a16="http://schemas.microsoft.com/office/drawing/2014/main" id="{26CEC1F9-FE6B-458A-AA0C-22D251908008}"/>
              </a:ext>
            </a:extLst>
          </p:cNvPr>
          <p:cNvSpPr>
            <a:spLocks noGrp="1"/>
          </p:cNvSpPr>
          <p:nvPr/>
        </p:nvSpPr>
        <p:spPr>
          <a:xfrm>
            <a:off x="594491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4697">
            <a:extLst>
              <a:ext uri="{FF2B5EF4-FFF2-40B4-BE49-F238E27FC236}">
                <a16:creationId xmlns:a16="http://schemas.microsoft.com/office/drawing/2014/main" id="{5B747E9E-6E4F-408D-A9B2-63EBA1AA6906}"/>
              </a:ext>
            </a:extLst>
          </p:cNvPr>
          <p:cNvSpPr>
            <a:spLocks noGrp="1"/>
          </p:cNvSpPr>
          <p:nvPr/>
        </p:nvSpPr>
        <p:spPr>
          <a:xfrm>
            <a:off x="59036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4698">
            <a:extLst>
              <a:ext uri="{FF2B5EF4-FFF2-40B4-BE49-F238E27FC236}">
                <a16:creationId xmlns:a16="http://schemas.microsoft.com/office/drawing/2014/main" id="{22F87303-53C0-49BC-BD03-DC6018757501}"/>
              </a:ext>
            </a:extLst>
          </p:cNvPr>
          <p:cNvSpPr>
            <a:spLocks noGrp="1"/>
          </p:cNvSpPr>
          <p:nvPr/>
        </p:nvSpPr>
        <p:spPr>
          <a:xfrm>
            <a:off x="5932892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4699">
            <a:extLst>
              <a:ext uri="{FF2B5EF4-FFF2-40B4-BE49-F238E27FC236}">
                <a16:creationId xmlns:a16="http://schemas.microsoft.com/office/drawing/2014/main" id="{3AA7095A-7C60-4704-A128-BC64356E5B27}"/>
              </a:ext>
            </a:extLst>
          </p:cNvPr>
          <p:cNvSpPr>
            <a:spLocks noGrp="1"/>
          </p:cNvSpPr>
          <p:nvPr/>
        </p:nvSpPr>
        <p:spPr>
          <a:xfrm>
            <a:off x="58986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4700">
            <a:extLst>
              <a:ext uri="{FF2B5EF4-FFF2-40B4-BE49-F238E27FC236}">
                <a16:creationId xmlns:a16="http://schemas.microsoft.com/office/drawing/2014/main" id="{81FE3E9B-D2C4-4F21-97B1-4FD0CF19ECB7}"/>
              </a:ext>
            </a:extLst>
          </p:cNvPr>
          <p:cNvSpPr>
            <a:spLocks noGrp="1"/>
          </p:cNvSpPr>
          <p:nvPr/>
        </p:nvSpPr>
        <p:spPr>
          <a:xfrm>
            <a:off x="59402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4701">
            <a:extLst>
              <a:ext uri="{FF2B5EF4-FFF2-40B4-BE49-F238E27FC236}">
                <a16:creationId xmlns:a16="http://schemas.microsoft.com/office/drawing/2014/main" id="{75EBA2F3-AA33-4FE2-944F-37E957C5BE00}"/>
              </a:ext>
            </a:extLst>
          </p:cNvPr>
          <p:cNvSpPr>
            <a:spLocks noGrp="1"/>
          </p:cNvSpPr>
          <p:nvPr/>
        </p:nvSpPr>
        <p:spPr>
          <a:xfrm>
            <a:off x="590459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4702">
            <a:extLst>
              <a:ext uri="{FF2B5EF4-FFF2-40B4-BE49-F238E27FC236}">
                <a16:creationId xmlns:a16="http://schemas.microsoft.com/office/drawing/2014/main" id="{827E1C63-63F5-469F-92E3-0F370906A7B1}"/>
              </a:ext>
            </a:extLst>
          </p:cNvPr>
          <p:cNvSpPr>
            <a:spLocks noGrp="1"/>
          </p:cNvSpPr>
          <p:nvPr/>
        </p:nvSpPr>
        <p:spPr>
          <a:xfrm>
            <a:off x="588673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4703">
            <a:extLst>
              <a:ext uri="{FF2B5EF4-FFF2-40B4-BE49-F238E27FC236}">
                <a16:creationId xmlns:a16="http://schemas.microsoft.com/office/drawing/2014/main" id="{5B2D9A26-DC15-4DCD-B09B-E0B13E1E14B1}"/>
              </a:ext>
            </a:extLst>
          </p:cNvPr>
          <p:cNvSpPr>
            <a:spLocks noGrp="1"/>
          </p:cNvSpPr>
          <p:nvPr/>
        </p:nvSpPr>
        <p:spPr>
          <a:xfrm>
            <a:off x="5930778" y="30242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4704">
            <a:extLst>
              <a:ext uri="{FF2B5EF4-FFF2-40B4-BE49-F238E27FC236}">
                <a16:creationId xmlns:a16="http://schemas.microsoft.com/office/drawing/2014/main" id="{02EABB04-EAEF-4193-B6A1-60912A599420}"/>
              </a:ext>
            </a:extLst>
          </p:cNvPr>
          <p:cNvSpPr>
            <a:spLocks noGrp="1"/>
          </p:cNvSpPr>
          <p:nvPr/>
        </p:nvSpPr>
        <p:spPr>
          <a:xfrm>
            <a:off x="5939717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4705">
            <a:extLst>
              <a:ext uri="{FF2B5EF4-FFF2-40B4-BE49-F238E27FC236}">
                <a16:creationId xmlns:a16="http://schemas.microsoft.com/office/drawing/2014/main" id="{8DC94F67-FFAD-4F74-A683-9B6E7DEB9CCF}"/>
              </a:ext>
            </a:extLst>
          </p:cNvPr>
          <p:cNvSpPr>
            <a:spLocks noGrp="1"/>
          </p:cNvSpPr>
          <p:nvPr/>
        </p:nvSpPr>
        <p:spPr>
          <a:xfrm>
            <a:off x="598496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4706">
            <a:extLst>
              <a:ext uri="{FF2B5EF4-FFF2-40B4-BE49-F238E27FC236}">
                <a16:creationId xmlns:a16="http://schemas.microsoft.com/office/drawing/2014/main" id="{EA971504-4409-4CEF-A351-C96912B790C8}"/>
              </a:ext>
            </a:extLst>
          </p:cNvPr>
          <p:cNvSpPr>
            <a:spLocks noGrp="1"/>
          </p:cNvSpPr>
          <p:nvPr/>
        </p:nvSpPr>
        <p:spPr>
          <a:xfrm>
            <a:off x="597662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4707">
            <a:extLst>
              <a:ext uri="{FF2B5EF4-FFF2-40B4-BE49-F238E27FC236}">
                <a16:creationId xmlns:a16="http://schemas.microsoft.com/office/drawing/2014/main" id="{39578B72-8BD7-40C8-96E0-7380AD183CDA}"/>
              </a:ext>
            </a:extLst>
          </p:cNvPr>
          <p:cNvSpPr>
            <a:spLocks noGrp="1"/>
          </p:cNvSpPr>
          <p:nvPr/>
        </p:nvSpPr>
        <p:spPr>
          <a:xfrm>
            <a:off x="592046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4708">
            <a:extLst>
              <a:ext uri="{FF2B5EF4-FFF2-40B4-BE49-F238E27FC236}">
                <a16:creationId xmlns:a16="http://schemas.microsoft.com/office/drawing/2014/main" id="{748754DA-5B06-4EB1-8E45-0D33B68899FB}"/>
              </a:ext>
            </a:extLst>
          </p:cNvPr>
          <p:cNvSpPr>
            <a:spLocks noGrp="1"/>
          </p:cNvSpPr>
          <p:nvPr/>
        </p:nvSpPr>
        <p:spPr>
          <a:xfrm>
            <a:off x="5928527" y="26457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4709">
            <a:extLst>
              <a:ext uri="{FF2B5EF4-FFF2-40B4-BE49-F238E27FC236}">
                <a16:creationId xmlns:a16="http://schemas.microsoft.com/office/drawing/2014/main" id="{1644B6E9-EE09-4FB6-B8FE-86D1272DC72A}"/>
              </a:ext>
            </a:extLst>
          </p:cNvPr>
          <p:cNvSpPr>
            <a:spLocks noGrp="1"/>
          </p:cNvSpPr>
          <p:nvPr/>
        </p:nvSpPr>
        <p:spPr>
          <a:xfrm>
            <a:off x="594497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4710">
            <a:extLst>
              <a:ext uri="{FF2B5EF4-FFF2-40B4-BE49-F238E27FC236}">
                <a16:creationId xmlns:a16="http://schemas.microsoft.com/office/drawing/2014/main" id="{7330D1B4-E9A2-4382-9099-51898904A576}"/>
              </a:ext>
            </a:extLst>
          </p:cNvPr>
          <p:cNvSpPr>
            <a:spLocks noGrp="1"/>
          </p:cNvSpPr>
          <p:nvPr/>
        </p:nvSpPr>
        <p:spPr>
          <a:xfrm>
            <a:off x="5912218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4711">
            <a:extLst>
              <a:ext uri="{FF2B5EF4-FFF2-40B4-BE49-F238E27FC236}">
                <a16:creationId xmlns:a16="http://schemas.microsoft.com/office/drawing/2014/main" id="{E589B2FE-02E6-44D8-9653-B17D27E5C15E}"/>
              </a:ext>
            </a:extLst>
          </p:cNvPr>
          <p:cNvSpPr>
            <a:spLocks noGrp="1"/>
          </p:cNvSpPr>
          <p:nvPr/>
        </p:nvSpPr>
        <p:spPr>
          <a:xfrm>
            <a:off x="589315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4712">
            <a:extLst>
              <a:ext uri="{FF2B5EF4-FFF2-40B4-BE49-F238E27FC236}">
                <a16:creationId xmlns:a16="http://schemas.microsoft.com/office/drawing/2014/main" id="{113D7C39-FA7D-49B5-A2EC-63DC64561CE7}"/>
              </a:ext>
            </a:extLst>
          </p:cNvPr>
          <p:cNvSpPr>
            <a:spLocks noGrp="1"/>
          </p:cNvSpPr>
          <p:nvPr/>
        </p:nvSpPr>
        <p:spPr>
          <a:xfrm>
            <a:off x="594580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4713">
            <a:extLst>
              <a:ext uri="{FF2B5EF4-FFF2-40B4-BE49-F238E27FC236}">
                <a16:creationId xmlns:a16="http://schemas.microsoft.com/office/drawing/2014/main" id="{EF5217CB-AB78-420A-8561-775F266C9E16}"/>
              </a:ext>
            </a:extLst>
          </p:cNvPr>
          <p:cNvSpPr>
            <a:spLocks noGrp="1"/>
          </p:cNvSpPr>
          <p:nvPr/>
        </p:nvSpPr>
        <p:spPr>
          <a:xfrm>
            <a:off x="595693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4714">
            <a:extLst>
              <a:ext uri="{FF2B5EF4-FFF2-40B4-BE49-F238E27FC236}">
                <a16:creationId xmlns:a16="http://schemas.microsoft.com/office/drawing/2014/main" id="{7316A0C8-7927-47FB-99FF-825E15A0DC1D}"/>
              </a:ext>
            </a:extLst>
          </p:cNvPr>
          <p:cNvSpPr>
            <a:spLocks noGrp="1"/>
          </p:cNvSpPr>
          <p:nvPr/>
        </p:nvSpPr>
        <p:spPr>
          <a:xfrm>
            <a:off x="594010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4715">
            <a:extLst>
              <a:ext uri="{FF2B5EF4-FFF2-40B4-BE49-F238E27FC236}">
                <a16:creationId xmlns:a16="http://schemas.microsoft.com/office/drawing/2014/main" id="{04263A1C-A0E5-4134-8799-703F6E336D8B}"/>
              </a:ext>
            </a:extLst>
          </p:cNvPr>
          <p:cNvSpPr>
            <a:spLocks noGrp="1"/>
          </p:cNvSpPr>
          <p:nvPr/>
        </p:nvSpPr>
        <p:spPr>
          <a:xfrm>
            <a:off x="598767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4716">
            <a:extLst>
              <a:ext uri="{FF2B5EF4-FFF2-40B4-BE49-F238E27FC236}">
                <a16:creationId xmlns:a16="http://schemas.microsoft.com/office/drawing/2014/main" id="{643A23C3-6C0A-4631-B865-6A2EF1B9DFDA}"/>
              </a:ext>
            </a:extLst>
          </p:cNvPr>
          <p:cNvSpPr>
            <a:spLocks noGrp="1"/>
          </p:cNvSpPr>
          <p:nvPr/>
        </p:nvSpPr>
        <p:spPr>
          <a:xfrm>
            <a:off x="590481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4717">
            <a:extLst>
              <a:ext uri="{FF2B5EF4-FFF2-40B4-BE49-F238E27FC236}">
                <a16:creationId xmlns:a16="http://schemas.microsoft.com/office/drawing/2014/main" id="{C5D32D96-177F-4080-91FC-7DC210A669CD}"/>
              </a:ext>
            </a:extLst>
          </p:cNvPr>
          <p:cNvSpPr>
            <a:spLocks noGrp="1"/>
          </p:cNvSpPr>
          <p:nvPr/>
        </p:nvSpPr>
        <p:spPr>
          <a:xfrm>
            <a:off x="597524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4718">
            <a:extLst>
              <a:ext uri="{FF2B5EF4-FFF2-40B4-BE49-F238E27FC236}">
                <a16:creationId xmlns:a16="http://schemas.microsoft.com/office/drawing/2014/main" id="{438551DF-D392-466C-9A0B-A638072DBFAF}"/>
              </a:ext>
            </a:extLst>
          </p:cNvPr>
          <p:cNvSpPr>
            <a:spLocks noGrp="1"/>
          </p:cNvSpPr>
          <p:nvPr/>
        </p:nvSpPr>
        <p:spPr>
          <a:xfrm>
            <a:off x="59292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4719">
            <a:extLst>
              <a:ext uri="{FF2B5EF4-FFF2-40B4-BE49-F238E27FC236}">
                <a16:creationId xmlns:a16="http://schemas.microsoft.com/office/drawing/2014/main" id="{C521E0AF-6C02-406E-A4BA-5032C3520874}"/>
              </a:ext>
            </a:extLst>
          </p:cNvPr>
          <p:cNvSpPr>
            <a:spLocks noGrp="1"/>
          </p:cNvSpPr>
          <p:nvPr/>
        </p:nvSpPr>
        <p:spPr>
          <a:xfrm>
            <a:off x="589646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4720">
            <a:extLst>
              <a:ext uri="{FF2B5EF4-FFF2-40B4-BE49-F238E27FC236}">
                <a16:creationId xmlns:a16="http://schemas.microsoft.com/office/drawing/2014/main" id="{485DD18E-D29A-4C54-84B2-C85AD0B6FBFE}"/>
              </a:ext>
            </a:extLst>
          </p:cNvPr>
          <p:cNvSpPr>
            <a:spLocks noGrp="1"/>
          </p:cNvSpPr>
          <p:nvPr/>
        </p:nvSpPr>
        <p:spPr>
          <a:xfrm>
            <a:off x="5935734" y="23866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4721">
            <a:extLst>
              <a:ext uri="{FF2B5EF4-FFF2-40B4-BE49-F238E27FC236}">
                <a16:creationId xmlns:a16="http://schemas.microsoft.com/office/drawing/2014/main" id="{F40D1DD8-526E-4565-8927-CB8F01315237}"/>
              </a:ext>
            </a:extLst>
          </p:cNvPr>
          <p:cNvSpPr>
            <a:spLocks noGrp="1"/>
          </p:cNvSpPr>
          <p:nvPr/>
        </p:nvSpPr>
        <p:spPr>
          <a:xfrm>
            <a:off x="593974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4722">
            <a:extLst>
              <a:ext uri="{FF2B5EF4-FFF2-40B4-BE49-F238E27FC236}">
                <a16:creationId xmlns:a16="http://schemas.microsoft.com/office/drawing/2014/main" id="{C5B671AB-53A4-4A2D-8111-D16EADF4E0F4}"/>
              </a:ext>
            </a:extLst>
          </p:cNvPr>
          <p:cNvSpPr>
            <a:spLocks noGrp="1"/>
          </p:cNvSpPr>
          <p:nvPr/>
        </p:nvSpPr>
        <p:spPr>
          <a:xfrm>
            <a:off x="5896854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4723">
            <a:extLst>
              <a:ext uri="{FF2B5EF4-FFF2-40B4-BE49-F238E27FC236}">
                <a16:creationId xmlns:a16="http://schemas.microsoft.com/office/drawing/2014/main" id="{248A2FB0-E696-45BF-BEA5-2AC4D559CF7F}"/>
              </a:ext>
            </a:extLst>
          </p:cNvPr>
          <p:cNvSpPr>
            <a:spLocks noGrp="1"/>
          </p:cNvSpPr>
          <p:nvPr/>
        </p:nvSpPr>
        <p:spPr>
          <a:xfrm>
            <a:off x="591407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4724">
            <a:extLst>
              <a:ext uri="{FF2B5EF4-FFF2-40B4-BE49-F238E27FC236}">
                <a16:creationId xmlns:a16="http://schemas.microsoft.com/office/drawing/2014/main" id="{57F307A2-B3A9-4725-A6FB-4585FEE1C89A}"/>
              </a:ext>
            </a:extLst>
          </p:cNvPr>
          <p:cNvSpPr>
            <a:spLocks noGrp="1"/>
          </p:cNvSpPr>
          <p:nvPr/>
        </p:nvSpPr>
        <p:spPr>
          <a:xfrm>
            <a:off x="5889455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4725">
            <a:extLst>
              <a:ext uri="{FF2B5EF4-FFF2-40B4-BE49-F238E27FC236}">
                <a16:creationId xmlns:a16="http://schemas.microsoft.com/office/drawing/2014/main" id="{5B49BF47-81E1-480A-B4C6-F3ACED5314EF}"/>
              </a:ext>
            </a:extLst>
          </p:cNvPr>
          <p:cNvSpPr>
            <a:spLocks noGrp="1"/>
          </p:cNvSpPr>
          <p:nvPr/>
        </p:nvSpPr>
        <p:spPr>
          <a:xfrm>
            <a:off x="593718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4726">
            <a:extLst>
              <a:ext uri="{FF2B5EF4-FFF2-40B4-BE49-F238E27FC236}">
                <a16:creationId xmlns:a16="http://schemas.microsoft.com/office/drawing/2014/main" id="{5028BB07-342A-4F2C-8BF1-C776DA537501}"/>
              </a:ext>
            </a:extLst>
          </p:cNvPr>
          <p:cNvSpPr>
            <a:spLocks noGrp="1"/>
          </p:cNvSpPr>
          <p:nvPr/>
        </p:nvSpPr>
        <p:spPr>
          <a:xfrm>
            <a:off x="59299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4727">
            <a:extLst>
              <a:ext uri="{FF2B5EF4-FFF2-40B4-BE49-F238E27FC236}">
                <a16:creationId xmlns:a16="http://schemas.microsoft.com/office/drawing/2014/main" id="{7B9DD95B-D4EC-495C-B068-12997E397EFD}"/>
              </a:ext>
            </a:extLst>
          </p:cNvPr>
          <p:cNvSpPr>
            <a:spLocks noGrp="1"/>
          </p:cNvSpPr>
          <p:nvPr/>
        </p:nvSpPr>
        <p:spPr>
          <a:xfrm>
            <a:off x="5889615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4728">
            <a:extLst>
              <a:ext uri="{FF2B5EF4-FFF2-40B4-BE49-F238E27FC236}">
                <a16:creationId xmlns:a16="http://schemas.microsoft.com/office/drawing/2014/main" id="{BA9325D0-CB57-4320-8A88-B19270B8C1A4}"/>
              </a:ext>
            </a:extLst>
          </p:cNvPr>
          <p:cNvSpPr>
            <a:spLocks noGrp="1"/>
          </p:cNvSpPr>
          <p:nvPr/>
        </p:nvSpPr>
        <p:spPr>
          <a:xfrm>
            <a:off x="595323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4729">
            <a:extLst>
              <a:ext uri="{FF2B5EF4-FFF2-40B4-BE49-F238E27FC236}">
                <a16:creationId xmlns:a16="http://schemas.microsoft.com/office/drawing/2014/main" id="{5E011605-66A1-476C-B5B8-0467397CD92E}"/>
              </a:ext>
            </a:extLst>
          </p:cNvPr>
          <p:cNvSpPr>
            <a:spLocks noGrp="1"/>
          </p:cNvSpPr>
          <p:nvPr/>
        </p:nvSpPr>
        <p:spPr>
          <a:xfrm>
            <a:off x="5943671" y="24901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4730">
            <a:extLst>
              <a:ext uri="{FF2B5EF4-FFF2-40B4-BE49-F238E27FC236}">
                <a16:creationId xmlns:a16="http://schemas.microsoft.com/office/drawing/2014/main" id="{2EBE9E37-7F66-4BFC-B41C-C1FFA68C569E}"/>
              </a:ext>
            </a:extLst>
          </p:cNvPr>
          <p:cNvSpPr>
            <a:spLocks noGrp="1"/>
          </p:cNvSpPr>
          <p:nvPr/>
        </p:nvSpPr>
        <p:spPr>
          <a:xfrm>
            <a:off x="5913403" y="2039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4731">
            <a:extLst>
              <a:ext uri="{FF2B5EF4-FFF2-40B4-BE49-F238E27FC236}">
                <a16:creationId xmlns:a16="http://schemas.microsoft.com/office/drawing/2014/main" id="{B9F52F99-C61F-4D84-B2FD-12E929274A9B}"/>
              </a:ext>
            </a:extLst>
          </p:cNvPr>
          <p:cNvSpPr>
            <a:spLocks noGrp="1"/>
          </p:cNvSpPr>
          <p:nvPr/>
        </p:nvSpPr>
        <p:spPr>
          <a:xfrm>
            <a:off x="595972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4732">
            <a:extLst>
              <a:ext uri="{FF2B5EF4-FFF2-40B4-BE49-F238E27FC236}">
                <a16:creationId xmlns:a16="http://schemas.microsoft.com/office/drawing/2014/main" id="{5B0B13A2-3749-44DE-A38D-D8DC2F2EDA32}"/>
              </a:ext>
            </a:extLst>
          </p:cNvPr>
          <p:cNvSpPr>
            <a:spLocks noGrp="1"/>
          </p:cNvSpPr>
          <p:nvPr/>
        </p:nvSpPr>
        <p:spPr>
          <a:xfrm>
            <a:off x="594815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4733">
            <a:extLst>
              <a:ext uri="{FF2B5EF4-FFF2-40B4-BE49-F238E27FC236}">
                <a16:creationId xmlns:a16="http://schemas.microsoft.com/office/drawing/2014/main" id="{5D1DA97F-C6B4-4BBE-8334-D40C4E85DFE6}"/>
              </a:ext>
            </a:extLst>
          </p:cNvPr>
          <p:cNvSpPr>
            <a:spLocks noGrp="1"/>
          </p:cNvSpPr>
          <p:nvPr/>
        </p:nvSpPr>
        <p:spPr>
          <a:xfrm>
            <a:off x="597041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4734">
            <a:extLst>
              <a:ext uri="{FF2B5EF4-FFF2-40B4-BE49-F238E27FC236}">
                <a16:creationId xmlns:a16="http://schemas.microsoft.com/office/drawing/2014/main" id="{32BEECE0-AD53-4A74-B2B2-1272D2D65D27}"/>
              </a:ext>
            </a:extLst>
          </p:cNvPr>
          <p:cNvSpPr>
            <a:spLocks noGrp="1"/>
          </p:cNvSpPr>
          <p:nvPr/>
        </p:nvSpPr>
        <p:spPr>
          <a:xfrm>
            <a:off x="592949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4735">
            <a:extLst>
              <a:ext uri="{FF2B5EF4-FFF2-40B4-BE49-F238E27FC236}">
                <a16:creationId xmlns:a16="http://schemas.microsoft.com/office/drawing/2014/main" id="{54FA08FE-8B1D-4B56-92DB-CB6F338C68B6}"/>
              </a:ext>
            </a:extLst>
          </p:cNvPr>
          <p:cNvSpPr>
            <a:spLocks noGrp="1"/>
          </p:cNvSpPr>
          <p:nvPr/>
        </p:nvSpPr>
        <p:spPr>
          <a:xfrm>
            <a:off x="5916391" y="22481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4736">
            <a:extLst>
              <a:ext uri="{FF2B5EF4-FFF2-40B4-BE49-F238E27FC236}">
                <a16:creationId xmlns:a16="http://schemas.microsoft.com/office/drawing/2014/main" id="{6C559270-C73D-4AF0-A0CC-9E2761C42FF4}"/>
              </a:ext>
            </a:extLst>
          </p:cNvPr>
          <p:cNvSpPr>
            <a:spLocks noGrp="1"/>
          </p:cNvSpPr>
          <p:nvPr/>
        </p:nvSpPr>
        <p:spPr>
          <a:xfrm>
            <a:off x="591906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4737">
            <a:extLst>
              <a:ext uri="{FF2B5EF4-FFF2-40B4-BE49-F238E27FC236}">
                <a16:creationId xmlns:a16="http://schemas.microsoft.com/office/drawing/2014/main" id="{E05B0B05-10A1-4288-AC36-E37A3778097F}"/>
              </a:ext>
            </a:extLst>
          </p:cNvPr>
          <p:cNvSpPr>
            <a:spLocks noGrp="1"/>
          </p:cNvSpPr>
          <p:nvPr/>
        </p:nvSpPr>
        <p:spPr>
          <a:xfrm>
            <a:off x="5924938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4738">
            <a:extLst>
              <a:ext uri="{FF2B5EF4-FFF2-40B4-BE49-F238E27FC236}">
                <a16:creationId xmlns:a16="http://schemas.microsoft.com/office/drawing/2014/main" id="{C8874BE6-95EC-42A2-99AC-E2504D1A56E9}"/>
              </a:ext>
            </a:extLst>
          </p:cNvPr>
          <p:cNvSpPr>
            <a:spLocks noGrp="1"/>
          </p:cNvSpPr>
          <p:nvPr/>
        </p:nvSpPr>
        <p:spPr>
          <a:xfrm>
            <a:off x="594573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4739">
            <a:extLst>
              <a:ext uri="{FF2B5EF4-FFF2-40B4-BE49-F238E27FC236}">
                <a16:creationId xmlns:a16="http://schemas.microsoft.com/office/drawing/2014/main" id="{89186702-AA0E-4133-A940-5E57BFF9DDFD}"/>
              </a:ext>
            </a:extLst>
          </p:cNvPr>
          <p:cNvSpPr>
            <a:spLocks noGrp="1"/>
          </p:cNvSpPr>
          <p:nvPr/>
        </p:nvSpPr>
        <p:spPr>
          <a:xfrm>
            <a:off x="595594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4740">
            <a:extLst>
              <a:ext uri="{FF2B5EF4-FFF2-40B4-BE49-F238E27FC236}">
                <a16:creationId xmlns:a16="http://schemas.microsoft.com/office/drawing/2014/main" id="{B58A837B-6CBD-4FB6-8BE7-428B8C2BB12C}"/>
              </a:ext>
            </a:extLst>
          </p:cNvPr>
          <p:cNvSpPr>
            <a:spLocks noGrp="1"/>
          </p:cNvSpPr>
          <p:nvPr/>
        </p:nvSpPr>
        <p:spPr>
          <a:xfrm>
            <a:off x="592330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4741">
            <a:extLst>
              <a:ext uri="{FF2B5EF4-FFF2-40B4-BE49-F238E27FC236}">
                <a16:creationId xmlns:a16="http://schemas.microsoft.com/office/drawing/2014/main" id="{B509EC23-6698-466A-A260-776BD4EEB0C4}"/>
              </a:ext>
            </a:extLst>
          </p:cNvPr>
          <p:cNvSpPr>
            <a:spLocks noGrp="1"/>
          </p:cNvSpPr>
          <p:nvPr/>
        </p:nvSpPr>
        <p:spPr>
          <a:xfrm>
            <a:off x="597268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4742">
            <a:extLst>
              <a:ext uri="{FF2B5EF4-FFF2-40B4-BE49-F238E27FC236}">
                <a16:creationId xmlns:a16="http://schemas.microsoft.com/office/drawing/2014/main" id="{1BFF45C2-F92B-42F9-BEDD-71B34E876DB6}"/>
              </a:ext>
            </a:extLst>
          </p:cNvPr>
          <p:cNvSpPr>
            <a:spLocks noGrp="1"/>
          </p:cNvSpPr>
          <p:nvPr/>
        </p:nvSpPr>
        <p:spPr>
          <a:xfrm>
            <a:off x="5952334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4743">
            <a:extLst>
              <a:ext uri="{FF2B5EF4-FFF2-40B4-BE49-F238E27FC236}">
                <a16:creationId xmlns:a16="http://schemas.microsoft.com/office/drawing/2014/main" id="{82FBB996-B4A2-4F16-829F-B8682305FB23}"/>
              </a:ext>
            </a:extLst>
          </p:cNvPr>
          <p:cNvSpPr>
            <a:spLocks noGrp="1"/>
          </p:cNvSpPr>
          <p:nvPr/>
        </p:nvSpPr>
        <p:spPr>
          <a:xfrm>
            <a:off x="5979636" y="31446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4744">
            <a:extLst>
              <a:ext uri="{FF2B5EF4-FFF2-40B4-BE49-F238E27FC236}">
                <a16:creationId xmlns:a16="http://schemas.microsoft.com/office/drawing/2014/main" id="{2EFB9452-DE0D-4FEA-A6ED-6052AA285F11}"/>
              </a:ext>
            </a:extLst>
          </p:cNvPr>
          <p:cNvSpPr>
            <a:spLocks noGrp="1"/>
          </p:cNvSpPr>
          <p:nvPr/>
        </p:nvSpPr>
        <p:spPr>
          <a:xfrm>
            <a:off x="59737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4745">
            <a:extLst>
              <a:ext uri="{FF2B5EF4-FFF2-40B4-BE49-F238E27FC236}">
                <a16:creationId xmlns:a16="http://schemas.microsoft.com/office/drawing/2014/main" id="{646B2CC3-4820-4C43-BD89-DD226A371DB4}"/>
              </a:ext>
            </a:extLst>
          </p:cNvPr>
          <p:cNvSpPr>
            <a:spLocks noGrp="1"/>
          </p:cNvSpPr>
          <p:nvPr/>
        </p:nvSpPr>
        <p:spPr>
          <a:xfrm>
            <a:off x="596907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4746">
            <a:extLst>
              <a:ext uri="{FF2B5EF4-FFF2-40B4-BE49-F238E27FC236}">
                <a16:creationId xmlns:a16="http://schemas.microsoft.com/office/drawing/2014/main" id="{609E6167-AD9E-40E4-AD60-16B3C23A6163}"/>
              </a:ext>
            </a:extLst>
          </p:cNvPr>
          <p:cNvSpPr>
            <a:spLocks noGrp="1"/>
          </p:cNvSpPr>
          <p:nvPr/>
        </p:nvSpPr>
        <p:spPr>
          <a:xfrm>
            <a:off x="5882648" y="32880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4747">
            <a:extLst>
              <a:ext uri="{FF2B5EF4-FFF2-40B4-BE49-F238E27FC236}">
                <a16:creationId xmlns:a16="http://schemas.microsoft.com/office/drawing/2014/main" id="{10B8174A-1E47-48B9-A9B0-721F03F7F3A4}"/>
              </a:ext>
            </a:extLst>
          </p:cNvPr>
          <p:cNvSpPr>
            <a:spLocks noGrp="1"/>
          </p:cNvSpPr>
          <p:nvPr/>
        </p:nvSpPr>
        <p:spPr>
          <a:xfrm>
            <a:off x="598668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4748">
            <a:extLst>
              <a:ext uri="{FF2B5EF4-FFF2-40B4-BE49-F238E27FC236}">
                <a16:creationId xmlns:a16="http://schemas.microsoft.com/office/drawing/2014/main" id="{6F57DCE5-5690-4080-9E24-4B9E318E586D}"/>
              </a:ext>
            </a:extLst>
          </p:cNvPr>
          <p:cNvSpPr>
            <a:spLocks noGrp="1"/>
          </p:cNvSpPr>
          <p:nvPr/>
        </p:nvSpPr>
        <p:spPr>
          <a:xfrm>
            <a:off x="5936056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4749">
            <a:extLst>
              <a:ext uri="{FF2B5EF4-FFF2-40B4-BE49-F238E27FC236}">
                <a16:creationId xmlns:a16="http://schemas.microsoft.com/office/drawing/2014/main" id="{8C294B9D-4CB0-4FC1-B2F0-47DF50B1B44B}"/>
              </a:ext>
            </a:extLst>
          </p:cNvPr>
          <p:cNvSpPr>
            <a:spLocks noGrp="1"/>
          </p:cNvSpPr>
          <p:nvPr/>
        </p:nvSpPr>
        <p:spPr>
          <a:xfrm>
            <a:off x="596696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4750">
            <a:extLst>
              <a:ext uri="{FF2B5EF4-FFF2-40B4-BE49-F238E27FC236}">
                <a16:creationId xmlns:a16="http://schemas.microsoft.com/office/drawing/2014/main" id="{BBCDBD19-A087-4C43-B608-6427CF7EC99C}"/>
              </a:ext>
            </a:extLst>
          </p:cNvPr>
          <p:cNvSpPr>
            <a:spLocks noGrp="1"/>
          </p:cNvSpPr>
          <p:nvPr/>
        </p:nvSpPr>
        <p:spPr>
          <a:xfrm>
            <a:off x="592433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4751">
            <a:extLst>
              <a:ext uri="{FF2B5EF4-FFF2-40B4-BE49-F238E27FC236}">
                <a16:creationId xmlns:a16="http://schemas.microsoft.com/office/drawing/2014/main" id="{7FA97D25-B637-493C-AC90-497F3AA21E2B}"/>
              </a:ext>
            </a:extLst>
          </p:cNvPr>
          <p:cNvSpPr>
            <a:spLocks noGrp="1"/>
          </p:cNvSpPr>
          <p:nvPr/>
        </p:nvSpPr>
        <p:spPr>
          <a:xfrm>
            <a:off x="5884487" y="30242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4752">
            <a:extLst>
              <a:ext uri="{FF2B5EF4-FFF2-40B4-BE49-F238E27FC236}">
                <a16:creationId xmlns:a16="http://schemas.microsoft.com/office/drawing/2014/main" id="{6AFBA15B-DB72-4DE9-80D8-8CFD919E2915}"/>
              </a:ext>
            </a:extLst>
          </p:cNvPr>
          <p:cNvSpPr>
            <a:spLocks noGrp="1"/>
          </p:cNvSpPr>
          <p:nvPr/>
        </p:nvSpPr>
        <p:spPr>
          <a:xfrm>
            <a:off x="5928012" y="3058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4753">
            <a:extLst>
              <a:ext uri="{FF2B5EF4-FFF2-40B4-BE49-F238E27FC236}">
                <a16:creationId xmlns:a16="http://schemas.microsoft.com/office/drawing/2014/main" id="{CDB36179-3BE6-4D12-8B36-ABEA59F6C2AF}"/>
              </a:ext>
            </a:extLst>
          </p:cNvPr>
          <p:cNvSpPr>
            <a:spLocks noGrp="1"/>
          </p:cNvSpPr>
          <p:nvPr/>
        </p:nvSpPr>
        <p:spPr>
          <a:xfrm>
            <a:off x="589323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4754">
            <a:extLst>
              <a:ext uri="{FF2B5EF4-FFF2-40B4-BE49-F238E27FC236}">
                <a16:creationId xmlns:a16="http://schemas.microsoft.com/office/drawing/2014/main" id="{DF3C4650-D577-4DC6-BC0B-1E9E46BA53CF}"/>
              </a:ext>
            </a:extLst>
          </p:cNvPr>
          <p:cNvSpPr>
            <a:spLocks noGrp="1"/>
          </p:cNvSpPr>
          <p:nvPr/>
        </p:nvSpPr>
        <p:spPr>
          <a:xfrm>
            <a:off x="591170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4755">
            <a:extLst>
              <a:ext uri="{FF2B5EF4-FFF2-40B4-BE49-F238E27FC236}">
                <a16:creationId xmlns:a16="http://schemas.microsoft.com/office/drawing/2014/main" id="{B771BD25-E8FC-4517-AE3E-55E9E8DC9725}"/>
              </a:ext>
            </a:extLst>
          </p:cNvPr>
          <p:cNvSpPr>
            <a:spLocks noGrp="1"/>
          </p:cNvSpPr>
          <p:nvPr/>
        </p:nvSpPr>
        <p:spPr>
          <a:xfrm>
            <a:off x="594942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4756">
            <a:extLst>
              <a:ext uri="{FF2B5EF4-FFF2-40B4-BE49-F238E27FC236}">
                <a16:creationId xmlns:a16="http://schemas.microsoft.com/office/drawing/2014/main" id="{1B74D722-A15B-4F42-B26D-3E8CCB9490A1}"/>
              </a:ext>
            </a:extLst>
          </p:cNvPr>
          <p:cNvSpPr>
            <a:spLocks noGrp="1"/>
          </p:cNvSpPr>
          <p:nvPr/>
        </p:nvSpPr>
        <p:spPr>
          <a:xfrm>
            <a:off x="5915577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4757">
            <a:extLst>
              <a:ext uri="{FF2B5EF4-FFF2-40B4-BE49-F238E27FC236}">
                <a16:creationId xmlns:a16="http://schemas.microsoft.com/office/drawing/2014/main" id="{7EECDE68-8612-4A4F-842D-778F4B8AB63C}"/>
              </a:ext>
            </a:extLst>
          </p:cNvPr>
          <p:cNvSpPr>
            <a:spLocks noGrp="1"/>
          </p:cNvSpPr>
          <p:nvPr/>
        </p:nvSpPr>
        <p:spPr>
          <a:xfrm>
            <a:off x="597021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4758">
            <a:extLst>
              <a:ext uri="{FF2B5EF4-FFF2-40B4-BE49-F238E27FC236}">
                <a16:creationId xmlns:a16="http://schemas.microsoft.com/office/drawing/2014/main" id="{AE0CB44E-4C81-43BC-8E23-4C0D28A4DBE3}"/>
              </a:ext>
            </a:extLst>
          </p:cNvPr>
          <p:cNvSpPr>
            <a:spLocks noGrp="1"/>
          </p:cNvSpPr>
          <p:nvPr/>
        </p:nvSpPr>
        <p:spPr>
          <a:xfrm>
            <a:off x="598360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4759">
            <a:extLst>
              <a:ext uri="{FF2B5EF4-FFF2-40B4-BE49-F238E27FC236}">
                <a16:creationId xmlns:a16="http://schemas.microsoft.com/office/drawing/2014/main" id="{EE773CB0-7B78-4CF8-AA0A-EE3D0BA2EB5C}"/>
              </a:ext>
            </a:extLst>
          </p:cNvPr>
          <p:cNvSpPr>
            <a:spLocks noGrp="1"/>
          </p:cNvSpPr>
          <p:nvPr/>
        </p:nvSpPr>
        <p:spPr>
          <a:xfrm>
            <a:off x="593609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4760">
            <a:extLst>
              <a:ext uri="{FF2B5EF4-FFF2-40B4-BE49-F238E27FC236}">
                <a16:creationId xmlns:a16="http://schemas.microsoft.com/office/drawing/2014/main" id="{EC8ECFCB-DF6F-455D-9FA9-1F83EE8463B0}"/>
              </a:ext>
            </a:extLst>
          </p:cNvPr>
          <p:cNvSpPr>
            <a:spLocks noGrp="1"/>
          </p:cNvSpPr>
          <p:nvPr/>
        </p:nvSpPr>
        <p:spPr>
          <a:xfrm>
            <a:off x="59206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4761">
            <a:extLst>
              <a:ext uri="{FF2B5EF4-FFF2-40B4-BE49-F238E27FC236}">
                <a16:creationId xmlns:a16="http://schemas.microsoft.com/office/drawing/2014/main" id="{F3DBE803-222D-4753-99D4-56BF76207B29}"/>
              </a:ext>
            </a:extLst>
          </p:cNvPr>
          <p:cNvSpPr>
            <a:spLocks noGrp="1"/>
          </p:cNvSpPr>
          <p:nvPr/>
        </p:nvSpPr>
        <p:spPr>
          <a:xfrm>
            <a:off x="592344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4762">
            <a:extLst>
              <a:ext uri="{FF2B5EF4-FFF2-40B4-BE49-F238E27FC236}">
                <a16:creationId xmlns:a16="http://schemas.microsoft.com/office/drawing/2014/main" id="{50BEC65E-5841-4737-9CA9-4762805CA7A9}"/>
              </a:ext>
            </a:extLst>
          </p:cNvPr>
          <p:cNvSpPr>
            <a:spLocks noGrp="1"/>
          </p:cNvSpPr>
          <p:nvPr/>
        </p:nvSpPr>
        <p:spPr>
          <a:xfrm>
            <a:off x="59177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4763">
            <a:extLst>
              <a:ext uri="{FF2B5EF4-FFF2-40B4-BE49-F238E27FC236}">
                <a16:creationId xmlns:a16="http://schemas.microsoft.com/office/drawing/2014/main" id="{9FB4DA9B-7167-4112-96A1-76F4812813C7}"/>
              </a:ext>
            </a:extLst>
          </p:cNvPr>
          <p:cNvSpPr>
            <a:spLocks noGrp="1"/>
          </p:cNvSpPr>
          <p:nvPr/>
        </p:nvSpPr>
        <p:spPr>
          <a:xfrm>
            <a:off x="598055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4764">
            <a:extLst>
              <a:ext uri="{FF2B5EF4-FFF2-40B4-BE49-F238E27FC236}">
                <a16:creationId xmlns:a16="http://schemas.microsoft.com/office/drawing/2014/main" id="{8D859E65-3211-4808-918C-4B0243E60526}"/>
              </a:ext>
            </a:extLst>
          </p:cNvPr>
          <p:cNvSpPr>
            <a:spLocks noGrp="1"/>
          </p:cNvSpPr>
          <p:nvPr/>
        </p:nvSpPr>
        <p:spPr>
          <a:xfrm>
            <a:off x="58990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4765">
            <a:extLst>
              <a:ext uri="{FF2B5EF4-FFF2-40B4-BE49-F238E27FC236}">
                <a16:creationId xmlns:a16="http://schemas.microsoft.com/office/drawing/2014/main" id="{DA56D3CA-7098-4F55-ABE9-8C2139326A60}"/>
              </a:ext>
            </a:extLst>
          </p:cNvPr>
          <p:cNvSpPr>
            <a:spLocks noGrp="1"/>
          </p:cNvSpPr>
          <p:nvPr/>
        </p:nvSpPr>
        <p:spPr>
          <a:xfrm>
            <a:off x="5917019" y="33614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4766">
            <a:extLst>
              <a:ext uri="{FF2B5EF4-FFF2-40B4-BE49-F238E27FC236}">
                <a16:creationId xmlns:a16="http://schemas.microsoft.com/office/drawing/2014/main" id="{76EA9808-6A7C-44CE-A5EB-B92F08A5876F}"/>
              </a:ext>
            </a:extLst>
          </p:cNvPr>
          <p:cNvSpPr>
            <a:spLocks noGrp="1"/>
          </p:cNvSpPr>
          <p:nvPr/>
        </p:nvSpPr>
        <p:spPr>
          <a:xfrm>
            <a:off x="5923133" y="18913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4767">
            <a:extLst>
              <a:ext uri="{FF2B5EF4-FFF2-40B4-BE49-F238E27FC236}">
                <a16:creationId xmlns:a16="http://schemas.microsoft.com/office/drawing/2014/main" id="{60477C85-5B35-4694-9FB1-9752E9931328}"/>
              </a:ext>
            </a:extLst>
          </p:cNvPr>
          <p:cNvSpPr>
            <a:spLocks noGrp="1"/>
          </p:cNvSpPr>
          <p:nvPr/>
        </p:nvSpPr>
        <p:spPr>
          <a:xfrm>
            <a:off x="5956822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4768">
            <a:extLst>
              <a:ext uri="{FF2B5EF4-FFF2-40B4-BE49-F238E27FC236}">
                <a16:creationId xmlns:a16="http://schemas.microsoft.com/office/drawing/2014/main" id="{400F4787-424F-4B18-BC87-FFFF85C73064}"/>
              </a:ext>
            </a:extLst>
          </p:cNvPr>
          <p:cNvSpPr>
            <a:spLocks noGrp="1"/>
          </p:cNvSpPr>
          <p:nvPr/>
        </p:nvSpPr>
        <p:spPr>
          <a:xfrm>
            <a:off x="592608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4769">
            <a:extLst>
              <a:ext uri="{FF2B5EF4-FFF2-40B4-BE49-F238E27FC236}">
                <a16:creationId xmlns:a16="http://schemas.microsoft.com/office/drawing/2014/main" id="{AD834648-D93B-49E2-A5E5-D592F5622514}"/>
              </a:ext>
            </a:extLst>
          </p:cNvPr>
          <p:cNvSpPr>
            <a:spLocks noGrp="1"/>
          </p:cNvSpPr>
          <p:nvPr/>
        </p:nvSpPr>
        <p:spPr>
          <a:xfrm>
            <a:off x="596016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4770">
            <a:extLst>
              <a:ext uri="{FF2B5EF4-FFF2-40B4-BE49-F238E27FC236}">
                <a16:creationId xmlns:a16="http://schemas.microsoft.com/office/drawing/2014/main" id="{44AF5EC2-3CB7-48E4-BEAD-98135F695279}"/>
              </a:ext>
            </a:extLst>
          </p:cNvPr>
          <p:cNvSpPr>
            <a:spLocks noGrp="1"/>
          </p:cNvSpPr>
          <p:nvPr/>
        </p:nvSpPr>
        <p:spPr>
          <a:xfrm>
            <a:off x="59457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4771">
            <a:extLst>
              <a:ext uri="{FF2B5EF4-FFF2-40B4-BE49-F238E27FC236}">
                <a16:creationId xmlns:a16="http://schemas.microsoft.com/office/drawing/2014/main" id="{47996FFE-48AA-4305-9139-504097A53229}"/>
              </a:ext>
            </a:extLst>
          </p:cNvPr>
          <p:cNvSpPr>
            <a:spLocks noGrp="1"/>
          </p:cNvSpPr>
          <p:nvPr/>
        </p:nvSpPr>
        <p:spPr>
          <a:xfrm>
            <a:off x="59395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4772">
            <a:extLst>
              <a:ext uri="{FF2B5EF4-FFF2-40B4-BE49-F238E27FC236}">
                <a16:creationId xmlns:a16="http://schemas.microsoft.com/office/drawing/2014/main" id="{0678D6C2-B187-4F4D-8C91-E11D4F3EBD26}"/>
              </a:ext>
            </a:extLst>
          </p:cNvPr>
          <p:cNvSpPr>
            <a:spLocks noGrp="1"/>
          </p:cNvSpPr>
          <p:nvPr/>
        </p:nvSpPr>
        <p:spPr>
          <a:xfrm>
            <a:off x="5915153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4773">
            <a:extLst>
              <a:ext uri="{FF2B5EF4-FFF2-40B4-BE49-F238E27FC236}">
                <a16:creationId xmlns:a16="http://schemas.microsoft.com/office/drawing/2014/main" id="{CDFDB062-7901-4901-A288-DC71D05D0D12}"/>
              </a:ext>
            </a:extLst>
          </p:cNvPr>
          <p:cNvSpPr>
            <a:spLocks noGrp="1"/>
          </p:cNvSpPr>
          <p:nvPr/>
        </p:nvSpPr>
        <p:spPr>
          <a:xfrm>
            <a:off x="590112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4774">
            <a:extLst>
              <a:ext uri="{FF2B5EF4-FFF2-40B4-BE49-F238E27FC236}">
                <a16:creationId xmlns:a16="http://schemas.microsoft.com/office/drawing/2014/main" id="{4B4D7EB1-A8B0-4088-84EF-05B04AA4AF47}"/>
              </a:ext>
            </a:extLst>
          </p:cNvPr>
          <p:cNvSpPr>
            <a:spLocks noGrp="1"/>
          </p:cNvSpPr>
          <p:nvPr/>
        </p:nvSpPr>
        <p:spPr>
          <a:xfrm>
            <a:off x="593908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4775">
            <a:extLst>
              <a:ext uri="{FF2B5EF4-FFF2-40B4-BE49-F238E27FC236}">
                <a16:creationId xmlns:a16="http://schemas.microsoft.com/office/drawing/2014/main" id="{4B552DBC-F472-4540-86EB-22131BC3DA5E}"/>
              </a:ext>
            </a:extLst>
          </p:cNvPr>
          <p:cNvSpPr>
            <a:spLocks noGrp="1"/>
          </p:cNvSpPr>
          <p:nvPr/>
        </p:nvSpPr>
        <p:spPr>
          <a:xfrm>
            <a:off x="589773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4776">
            <a:extLst>
              <a:ext uri="{FF2B5EF4-FFF2-40B4-BE49-F238E27FC236}">
                <a16:creationId xmlns:a16="http://schemas.microsoft.com/office/drawing/2014/main" id="{D3A9613B-5EAC-44C5-8E64-5AE34D6ED230}"/>
              </a:ext>
            </a:extLst>
          </p:cNvPr>
          <p:cNvSpPr>
            <a:spLocks noGrp="1"/>
          </p:cNvSpPr>
          <p:nvPr/>
        </p:nvSpPr>
        <p:spPr>
          <a:xfrm>
            <a:off x="5903670" y="20844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4777">
            <a:extLst>
              <a:ext uri="{FF2B5EF4-FFF2-40B4-BE49-F238E27FC236}">
                <a16:creationId xmlns:a16="http://schemas.microsoft.com/office/drawing/2014/main" id="{C7C1478E-DF4E-4889-871A-3A72FF9F0860}"/>
              </a:ext>
            </a:extLst>
          </p:cNvPr>
          <p:cNvSpPr>
            <a:spLocks noGrp="1"/>
          </p:cNvSpPr>
          <p:nvPr/>
        </p:nvSpPr>
        <p:spPr>
          <a:xfrm>
            <a:off x="590647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4778">
            <a:extLst>
              <a:ext uri="{FF2B5EF4-FFF2-40B4-BE49-F238E27FC236}">
                <a16:creationId xmlns:a16="http://schemas.microsoft.com/office/drawing/2014/main" id="{4A90128C-7192-44EE-BBE4-6B45386E9763}"/>
              </a:ext>
            </a:extLst>
          </p:cNvPr>
          <p:cNvSpPr>
            <a:spLocks noGrp="1"/>
          </p:cNvSpPr>
          <p:nvPr/>
        </p:nvSpPr>
        <p:spPr>
          <a:xfrm>
            <a:off x="5945232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4779">
            <a:extLst>
              <a:ext uri="{FF2B5EF4-FFF2-40B4-BE49-F238E27FC236}">
                <a16:creationId xmlns:a16="http://schemas.microsoft.com/office/drawing/2014/main" id="{C5050EC9-4C8A-42DA-B689-95D048CFFBFA}"/>
              </a:ext>
            </a:extLst>
          </p:cNvPr>
          <p:cNvSpPr>
            <a:spLocks noGrp="1"/>
          </p:cNvSpPr>
          <p:nvPr/>
        </p:nvSpPr>
        <p:spPr>
          <a:xfrm>
            <a:off x="597698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4780">
            <a:extLst>
              <a:ext uri="{FF2B5EF4-FFF2-40B4-BE49-F238E27FC236}">
                <a16:creationId xmlns:a16="http://schemas.microsoft.com/office/drawing/2014/main" id="{AEBA47E7-A1DA-443C-A43A-D1E56D3D99F5}"/>
              </a:ext>
            </a:extLst>
          </p:cNvPr>
          <p:cNvSpPr>
            <a:spLocks noGrp="1"/>
          </p:cNvSpPr>
          <p:nvPr/>
        </p:nvSpPr>
        <p:spPr>
          <a:xfrm>
            <a:off x="595455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4781">
            <a:extLst>
              <a:ext uri="{FF2B5EF4-FFF2-40B4-BE49-F238E27FC236}">
                <a16:creationId xmlns:a16="http://schemas.microsoft.com/office/drawing/2014/main" id="{A2F861B4-FFB3-4D99-8FDF-6A378B2B1B09}"/>
              </a:ext>
            </a:extLst>
          </p:cNvPr>
          <p:cNvSpPr>
            <a:spLocks noGrp="1"/>
          </p:cNvSpPr>
          <p:nvPr/>
        </p:nvSpPr>
        <p:spPr>
          <a:xfrm>
            <a:off x="5967774" y="20768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4782">
            <a:extLst>
              <a:ext uri="{FF2B5EF4-FFF2-40B4-BE49-F238E27FC236}">
                <a16:creationId xmlns:a16="http://schemas.microsoft.com/office/drawing/2014/main" id="{AA27B63C-1E2B-474B-8426-0BD89037818B}"/>
              </a:ext>
            </a:extLst>
          </p:cNvPr>
          <p:cNvSpPr>
            <a:spLocks noGrp="1"/>
          </p:cNvSpPr>
          <p:nvPr/>
        </p:nvSpPr>
        <p:spPr>
          <a:xfrm>
            <a:off x="592783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4783">
            <a:extLst>
              <a:ext uri="{FF2B5EF4-FFF2-40B4-BE49-F238E27FC236}">
                <a16:creationId xmlns:a16="http://schemas.microsoft.com/office/drawing/2014/main" id="{C6321627-3560-47CB-AEAA-78B882F96439}"/>
              </a:ext>
            </a:extLst>
          </p:cNvPr>
          <p:cNvSpPr>
            <a:spLocks noGrp="1"/>
          </p:cNvSpPr>
          <p:nvPr/>
        </p:nvSpPr>
        <p:spPr>
          <a:xfrm>
            <a:off x="596765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4784">
            <a:extLst>
              <a:ext uri="{FF2B5EF4-FFF2-40B4-BE49-F238E27FC236}">
                <a16:creationId xmlns:a16="http://schemas.microsoft.com/office/drawing/2014/main" id="{D2AEAE2D-5EDC-42EE-A030-5076EF78C778}"/>
              </a:ext>
            </a:extLst>
          </p:cNvPr>
          <p:cNvSpPr>
            <a:spLocks noGrp="1"/>
          </p:cNvSpPr>
          <p:nvPr/>
        </p:nvSpPr>
        <p:spPr>
          <a:xfrm>
            <a:off x="5960825" y="25000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4785">
            <a:extLst>
              <a:ext uri="{FF2B5EF4-FFF2-40B4-BE49-F238E27FC236}">
                <a16:creationId xmlns:a16="http://schemas.microsoft.com/office/drawing/2014/main" id="{51D78475-EDB5-4FD1-9655-B04CBDC148BC}"/>
              </a:ext>
            </a:extLst>
          </p:cNvPr>
          <p:cNvSpPr>
            <a:spLocks noGrp="1"/>
          </p:cNvSpPr>
          <p:nvPr/>
        </p:nvSpPr>
        <p:spPr>
          <a:xfrm>
            <a:off x="5915302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4786">
            <a:extLst>
              <a:ext uri="{FF2B5EF4-FFF2-40B4-BE49-F238E27FC236}">
                <a16:creationId xmlns:a16="http://schemas.microsoft.com/office/drawing/2014/main" id="{62F32194-8F73-4F58-9429-2967BB8A3720}"/>
              </a:ext>
            </a:extLst>
          </p:cNvPr>
          <p:cNvSpPr>
            <a:spLocks noGrp="1"/>
          </p:cNvSpPr>
          <p:nvPr/>
        </p:nvSpPr>
        <p:spPr>
          <a:xfrm>
            <a:off x="5985029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4787">
            <a:extLst>
              <a:ext uri="{FF2B5EF4-FFF2-40B4-BE49-F238E27FC236}">
                <a16:creationId xmlns:a16="http://schemas.microsoft.com/office/drawing/2014/main" id="{E2D7C1B9-EBE4-4912-851F-A964B025310B}"/>
              </a:ext>
            </a:extLst>
          </p:cNvPr>
          <p:cNvSpPr>
            <a:spLocks noGrp="1"/>
          </p:cNvSpPr>
          <p:nvPr/>
        </p:nvSpPr>
        <p:spPr>
          <a:xfrm>
            <a:off x="588117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4788">
            <a:extLst>
              <a:ext uri="{FF2B5EF4-FFF2-40B4-BE49-F238E27FC236}">
                <a16:creationId xmlns:a16="http://schemas.microsoft.com/office/drawing/2014/main" id="{BF30ADDA-B425-45B8-85E5-7F4B179AF041}"/>
              </a:ext>
            </a:extLst>
          </p:cNvPr>
          <p:cNvSpPr>
            <a:spLocks noGrp="1"/>
          </p:cNvSpPr>
          <p:nvPr/>
        </p:nvSpPr>
        <p:spPr>
          <a:xfrm>
            <a:off x="593413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4789">
            <a:extLst>
              <a:ext uri="{FF2B5EF4-FFF2-40B4-BE49-F238E27FC236}">
                <a16:creationId xmlns:a16="http://schemas.microsoft.com/office/drawing/2014/main" id="{394671B2-DF72-4CE5-A298-9D29BB776FE9}"/>
              </a:ext>
            </a:extLst>
          </p:cNvPr>
          <p:cNvSpPr>
            <a:spLocks noGrp="1"/>
          </p:cNvSpPr>
          <p:nvPr/>
        </p:nvSpPr>
        <p:spPr>
          <a:xfrm>
            <a:off x="5895731" y="2034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4790">
            <a:extLst>
              <a:ext uri="{FF2B5EF4-FFF2-40B4-BE49-F238E27FC236}">
                <a16:creationId xmlns:a16="http://schemas.microsoft.com/office/drawing/2014/main" id="{8A223032-D622-457C-8FA3-CF886CF6B9AB}"/>
              </a:ext>
            </a:extLst>
          </p:cNvPr>
          <p:cNvSpPr>
            <a:spLocks noGrp="1"/>
          </p:cNvSpPr>
          <p:nvPr/>
        </p:nvSpPr>
        <p:spPr>
          <a:xfrm>
            <a:off x="597676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4791">
            <a:extLst>
              <a:ext uri="{FF2B5EF4-FFF2-40B4-BE49-F238E27FC236}">
                <a16:creationId xmlns:a16="http://schemas.microsoft.com/office/drawing/2014/main" id="{D92810BA-B78E-4428-B537-B1E926E9C4D6}"/>
              </a:ext>
            </a:extLst>
          </p:cNvPr>
          <p:cNvSpPr>
            <a:spLocks noGrp="1"/>
          </p:cNvSpPr>
          <p:nvPr/>
        </p:nvSpPr>
        <p:spPr>
          <a:xfrm>
            <a:off x="591034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4792">
            <a:extLst>
              <a:ext uri="{FF2B5EF4-FFF2-40B4-BE49-F238E27FC236}">
                <a16:creationId xmlns:a16="http://schemas.microsoft.com/office/drawing/2014/main" id="{0ECD8D17-2E9F-4071-ACE4-C9A61415089E}"/>
              </a:ext>
            </a:extLst>
          </p:cNvPr>
          <p:cNvSpPr>
            <a:spLocks noGrp="1"/>
          </p:cNvSpPr>
          <p:nvPr/>
        </p:nvSpPr>
        <p:spPr>
          <a:xfrm>
            <a:off x="590285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4793">
            <a:extLst>
              <a:ext uri="{FF2B5EF4-FFF2-40B4-BE49-F238E27FC236}">
                <a16:creationId xmlns:a16="http://schemas.microsoft.com/office/drawing/2014/main" id="{3D3FD8D4-65C7-4C67-9066-F01C1771E89B}"/>
              </a:ext>
            </a:extLst>
          </p:cNvPr>
          <p:cNvSpPr>
            <a:spLocks noGrp="1"/>
          </p:cNvSpPr>
          <p:nvPr/>
        </p:nvSpPr>
        <p:spPr>
          <a:xfrm>
            <a:off x="595288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4794">
            <a:extLst>
              <a:ext uri="{FF2B5EF4-FFF2-40B4-BE49-F238E27FC236}">
                <a16:creationId xmlns:a16="http://schemas.microsoft.com/office/drawing/2014/main" id="{FD6B034E-8B9F-4339-B06D-56A03CA933FD}"/>
              </a:ext>
            </a:extLst>
          </p:cNvPr>
          <p:cNvSpPr>
            <a:spLocks noGrp="1"/>
          </p:cNvSpPr>
          <p:nvPr/>
        </p:nvSpPr>
        <p:spPr>
          <a:xfrm>
            <a:off x="59281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4795">
            <a:extLst>
              <a:ext uri="{FF2B5EF4-FFF2-40B4-BE49-F238E27FC236}">
                <a16:creationId xmlns:a16="http://schemas.microsoft.com/office/drawing/2014/main" id="{0AD0F3D9-D312-4B03-849C-E0FB46CFAE84}"/>
              </a:ext>
            </a:extLst>
          </p:cNvPr>
          <p:cNvSpPr>
            <a:spLocks noGrp="1"/>
          </p:cNvSpPr>
          <p:nvPr/>
        </p:nvSpPr>
        <p:spPr>
          <a:xfrm>
            <a:off x="589461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4796">
            <a:extLst>
              <a:ext uri="{FF2B5EF4-FFF2-40B4-BE49-F238E27FC236}">
                <a16:creationId xmlns:a16="http://schemas.microsoft.com/office/drawing/2014/main" id="{33611985-B593-428C-9A52-ECD084CCF8C1}"/>
              </a:ext>
            </a:extLst>
          </p:cNvPr>
          <p:cNvSpPr>
            <a:spLocks noGrp="1"/>
          </p:cNvSpPr>
          <p:nvPr/>
        </p:nvSpPr>
        <p:spPr>
          <a:xfrm>
            <a:off x="589558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4797">
            <a:extLst>
              <a:ext uri="{FF2B5EF4-FFF2-40B4-BE49-F238E27FC236}">
                <a16:creationId xmlns:a16="http://schemas.microsoft.com/office/drawing/2014/main" id="{67ED4CCF-7041-4449-AAD3-C94174FAB0D6}"/>
              </a:ext>
            </a:extLst>
          </p:cNvPr>
          <p:cNvSpPr>
            <a:spLocks noGrp="1"/>
          </p:cNvSpPr>
          <p:nvPr/>
        </p:nvSpPr>
        <p:spPr>
          <a:xfrm>
            <a:off x="591724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4798">
            <a:extLst>
              <a:ext uri="{FF2B5EF4-FFF2-40B4-BE49-F238E27FC236}">
                <a16:creationId xmlns:a16="http://schemas.microsoft.com/office/drawing/2014/main" id="{C22B364D-3D98-41D6-AF03-44A774B872C5}"/>
              </a:ext>
            </a:extLst>
          </p:cNvPr>
          <p:cNvSpPr>
            <a:spLocks noGrp="1"/>
          </p:cNvSpPr>
          <p:nvPr/>
        </p:nvSpPr>
        <p:spPr>
          <a:xfrm>
            <a:off x="5938595" y="22690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4799">
            <a:extLst>
              <a:ext uri="{FF2B5EF4-FFF2-40B4-BE49-F238E27FC236}">
                <a16:creationId xmlns:a16="http://schemas.microsoft.com/office/drawing/2014/main" id="{C9D12B6F-C16B-4972-87CB-8B5AFECC9D08}"/>
              </a:ext>
            </a:extLst>
          </p:cNvPr>
          <p:cNvSpPr>
            <a:spLocks noGrp="1"/>
          </p:cNvSpPr>
          <p:nvPr/>
        </p:nvSpPr>
        <p:spPr>
          <a:xfrm>
            <a:off x="590367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4800">
            <a:extLst>
              <a:ext uri="{FF2B5EF4-FFF2-40B4-BE49-F238E27FC236}">
                <a16:creationId xmlns:a16="http://schemas.microsoft.com/office/drawing/2014/main" id="{DE5703B1-CC39-431B-AB32-97CB74463E8C}"/>
              </a:ext>
            </a:extLst>
          </p:cNvPr>
          <p:cNvSpPr>
            <a:spLocks noGrp="1"/>
          </p:cNvSpPr>
          <p:nvPr/>
        </p:nvSpPr>
        <p:spPr>
          <a:xfrm>
            <a:off x="5914787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4801">
            <a:extLst>
              <a:ext uri="{FF2B5EF4-FFF2-40B4-BE49-F238E27FC236}">
                <a16:creationId xmlns:a16="http://schemas.microsoft.com/office/drawing/2014/main" id="{9635EA12-3059-46F2-A4C4-59AFA93CADC9}"/>
              </a:ext>
            </a:extLst>
          </p:cNvPr>
          <p:cNvSpPr>
            <a:spLocks noGrp="1"/>
          </p:cNvSpPr>
          <p:nvPr/>
        </p:nvSpPr>
        <p:spPr>
          <a:xfrm>
            <a:off x="589336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4802">
            <a:extLst>
              <a:ext uri="{FF2B5EF4-FFF2-40B4-BE49-F238E27FC236}">
                <a16:creationId xmlns:a16="http://schemas.microsoft.com/office/drawing/2014/main" id="{C760E961-A43B-4299-98A4-8D00B42535AC}"/>
              </a:ext>
            </a:extLst>
          </p:cNvPr>
          <p:cNvSpPr>
            <a:spLocks noGrp="1"/>
          </p:cNvSpPr>
          <p:nvPr/>
        </p:nvSpPr>
        <p:spPr>
          <a:xfrm>
            <a:off x="594282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4803">
            <a:extLst>
              <a:ext uri="{FF2B5EF4-FFF2-40B4-BE49-F238E27FC236}">
                <a16:creationId xmlns:a16="http://schemas.microsoft.com/office/drawing/2014/main" id="{7583B00A-8B8F-473B-8666-ED82FB15F990}"/>
              </a:ext>
            </a:extLst>
          </p:cNvPr>
          <p:cNvSpPr>
            <a:spLocks noGrp="1"/>
          </p:cNvSpPr>
          <p:nvPr/>
        </p:nvSpPr>
        <p:spPr>
          <a:xfrm>
            <a:off x="589201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4804">
            <a:extLst>
              <a:ext uri="{FF2B5EF4-FFF2-40B4-BE49-F238E27FC236}">
                <a16:creationId xmlns:a16="http://schemas.microsoft.com/office/drawing/2014/main" id="{1C99AADB-423D-4E14-BAB1-EFBE10F9CA68}"/>
              </a:ext>
            </a:extLst>
          </p:cNvPr>
          <p:cNvSpPr>
            <a:spLocks noGrp="1"/>
          </p:cNvSpPr>
          <p:nvPr/>
        </p:nvSpPr>
        <p:spPr>
          <a:xfrm>
            <a:off x="596971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4805">
            <a:extLst>
              <a:ext uri="{FF2B5EF4-FFF2-40B4-BE49-F238E27FC236}">
                <a16:creationId xmlns:a16="http://schemas.microsoft.com/office/drawing/2014/main" id="{5EB931CC-0B1E-440E-8538-E8A7BCEE39E6}"/>
              </a:ext>
            </a:extLst>
          </p:cNvPr>
          <p:cNvSpPr>
            <a:spLocks noGrp="1"/>
          </p:cNvSpPr>
          <p:nvPr/>
        </p:nvSpPr>
        <p:spPr>
          <a:xfrm>
            <a:off x="593188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4806">
            <a:extLst>
              <a:ext uri="{FF2B5EF4-FFF2-40B4-BE49-F238E27FC236}">
                <a16:creationId xmlns:a16="http://schemas.microsoft.com/office/drawing/2014/main" id="{6EDFAEB4-B646-4658-9C0F-48371CB21AB8}"/>
              </a:ext>
            </a:extLst>
          </p:cNvPr>
          <p:cNvSpPr>
            <a:spLocks noGrp="1"/>
          </p:cNvSpPr>
          <p:nvPr/>
        </p:nvSpPr>
        <p:spPr>
          <a:xfrm>
            <a:off x="595812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4807">
            <a:extLst>
              <a:ext uri="{FF2B5EF4-FFF2-40B4-BE49-F238E27FC236}">
                <a16:creationId xmlns:a16="http://schemas.microsoft.com/office/drawing/2014/main" id="{C5776A23-BD76-4955-9DEA-B202C12085EC}"/>
              </a:ext>
            </a:extLst>
          </p:cNvPr>
          <p:cNvSpPr>
            <a:spLocks noGrp="1"/>
          </p:cNvSpPr>
          <p:nvPr/>
        </p:nvSpPr>
        <p:spPr>
          <a:xfrm>
            <a:off x="594517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4808">
            <a:extLst>
              <a:ext uri="{FF2B5EF4-FFF2-40B4-BE49-F238E27FC236}">
                <a16:creationId xmlns:a16="http://schemas.microsoft.com/office/drawing/2014/main" id="{AB15213A-8231-49B3-ACFF-981BBEC499B0}"/>
              </a:ext>
            </a:extLst>
          </p:cNvPr>
          <p:cNvSpPr>
            <a:spLocks noGrp="1"/>
          </p:cNvSpPr>
          <p:nvPr/>
        </p:nvSpPr>
        <p:spPr>
          <a:xfrm>
            <a:off x="590426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4809">
            <a:extLst>
              <a:ext uri="{FF2B5EF4-FFF2-40B4-BE49-F238E27FC236}">
                <a16:creationId xmlns:a16="http://schemas.microsoft.com/office/drawing/2014/main" id="{02661C47-9752-4B47-8562-A4F6643252CB}"/>
              </a:ext>
            </a:extLst>
          </p:cNvPr>
          <p:cNvSpPr>
            <a:spLocks noGrp="1"/>
          </p:cNvSpPr>
          <p:nvPr/>
        </p:nvSpPr>
        <p:spPr>
          <a:xfrm>
            <a:off x="588254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4810">
            <a:extLst>
              <a:ext uri="{FF2B5EF4-FFF2-40B4-BE49-F238E27FC236}">
                <a16:creationId xmlns:a16="http://schemas.microsoft.com/office/drawing/2014/main" id="{FF8EBFD6-1DFE-4DF5-B882-2A5EB7272009}"/>
              </a:ext>
            </a:extLst>
          </p:cNvPr>
          <p:cNvSpPr>
            <a:spLocks noGrp="1"/>
          </p:cNvSpPr>
          <p:nvPr/>
        </p:nvSpPr>
        <p:spPr>
          <a:xfrm>
            <a:off x="591983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4811">
            <a:extLst>
              <a:ext uri="{FF2B5EF4-FFF2-40B4-BE49-F238E27FC236}">
                <a16:creationId xmlns:a16="http://schemas.microsoft.com/office/drawing/2014/main" id="{4D0B8EAC-E3B9-49F1-AEA6-DD9029739F30}"/>
              </a:ext>
            </a:extLst>
          </p:cNvPr>
          <p:cNvSpPr>
            <a:spLocks noGrp="1"/>
          </p:cNvSpPr>
          <p:nvPr/>
        </p:nvSpPr>
        <p:spPr>
          <a:xfrm>
            <a:off x="5972624" y="23454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4812">
            <a:extLst>
              <a:ext uri="{FF2B5EF4-FFF2-40B4-BE49-F238E27FC236}">
                <a16:creationId xmlns:a16="http://schemas.microsoft.com/office/drawing/2014/main" id="{58FE4190-F0DC-413E-A508-5FE3E9AB4C1C}"/>
              </a:ext>
            </a:extLst>
          </p:cNvPr>
          <p:cNvSpPr>
            <a:spLocks noGrp="1"/>
          </p:cNvSpPr>
          <p:nvPr/>
        </p:nvSpPr>
        <p:spPr>
          <a:xfrm>
            <a:off x="588121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4813">
            <a:extLst>
              <a:ext uri="{FF2B5EF4-FFF2-40B4-BE49-F238E27FC236}">
                <a16:creationId xmlns:a16="http://schemas.microsoft.com/office/drawing/2014/main" id="{377A9F3B-BE59-4387-918B-71645EAABF7C}"/>
              </a:ext>
            </a:extLst>
          </p:cNvPr>
          <p:cNvSpPr>
            <a:spLocks noGrp="1"/>
          </p:cNvSpPr>
          <p:nvPr/>
        </p:nvSpPr>
        <p:spPr>
          <a:xfrm>
            <a:off x="5979860" y="22053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4814">
            <a:extLst>
              <a:ext uri="{FF2B5EF4-FFF2-40B4-BE49-F238E27FC236}">
                <a16:creationId xmlns:a16="http://schemas.microsoft.com/office/drawing/2014/main" id="{D371198D-D349-408D-8438-C3AF5A5C1283}"/>
              </a:ext>
            </a:extLst>
          </p:cNvPr>
          <p:cNvSpPr>
            <a:spLocks noGrp="1"/>
          </p:cNvSpPr>
          <p:nvPr/>
        </p:nvSpPr>
        <p:spPr>
          <a:xfrm>
            <a:off x="59717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4815">
            <a:extLst>
              <a:ext uri="{FF2B5EF4-FFF2-40B4-BE49-F238E27FC236}">
                <a16:creationId xmlns:a16="http://schemas.microsoft.com/office/drawing/2014/main" id="{9B8224CC-C527-4BFB-BEF8-A96B0E5A2CB9}"/>
              </a:ext>
            </a:extLst>
          </p:cNvPr>
          <p:cNvSpPr>
            <a:spLocks noGrp="1"/>
          </p:cNvSpPr>
          <p:nvPr/>
        </p:nvSpPr>
        <p:spPr>
          <a:xfrm>
            <a:off x="594698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4816">
            <a:extLst>
              <a:ext uri="{FF2B5EF4-FFF2-40B4-BE49-F238E27FC236}">
                <a16:creationId xmlns:a16="http://schemas.microsoft.com/office/drawing/2014/main" id="{1822D1BE-EEDB-472C-9D28-5940F7085AA9}"/>
              </a:ext>
            </a:extLst>
          </p:cNvPr>
          <p:cNvSpPr>
            <a:spLocks noGrp="1"/>
          </p:cNvSpPr>
          <p:nvPr/>
        </p:nvSpPr>
        <p:spPr>
          <a:xfrm>
            <a:off x="596972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4817">
            <a:extLst>
              <a:ext uri="{FF2B5EF4-FFF2-40B4-BE49-F238E27FC236}">
                <a16:creationId xmlns:a16="http://schemas.microsoft.com/office/drawing/2014/main" id="{815744B1-9D0B-4780-AF6F-396814AD2DF8}"/>
              </a:ext>
            </a:extLst>
          </p:cNvPr>
          <p:cNvSpPr>
            <a:spLocks noGrp="1"/>
          </p:cNvSpPr>
          <p:nvPr/>
        </p:nvSpPr>
        <p:spPr>
          <a:xfrm>
            <a:off x="596993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4818">
            <a:extLst>
              <a:ext uri="{FF2B5EF4-FFF2-40B4-BE49-F238E27FC236}">
                <a16:creationId xmlns:a16="http://schemas.microsoft.com/office/drawing/2014/main" id="{FDD31111-DAAB-4050-9E5F-21C700CE41AB}"/>
              </a:ext>
            </a:extLst>
          </p:cNvPr>
          <p:cNvSpPr>
            <a:spLocks noGrp="1"/>
          </p:cNvSpPr>
          <p:nvPr/>
        </p:nvSpPr>
        <p:spPr>
          <a:xfrm>
            <a:off x="59174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4819">
            <a:extLst>
              <a:ext uri="{FF2B5EF4-FFF2-40B4-BE49-F238E27FC236}">
                <a16:creationId xmlns:a16="http://schemas.microsoft.com/office/drawing/2014/main" id="{0CEF1899-121E-48AE-ABF1-6DE89F3026E7}"/>
              </a:ext>
            </a:extLst>
          </p:cNvPr>
          <p:cNvSpPr>
            <a:spLocks noGrp="1"/>
          </p:cNvSpPr>
          <p:nvPr/>
        </p:nvSpPr>
        <p:spPr>
          <a:xfrm>
            <a:off x="5926957" y="23980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4820">
            <a:extLst>
              <a:ext uri="{FF2B5EF4-FFF2-40B4-BE49-F238E27FC236}">
                <a16:creationId xmlns:a16="http://schemas.microsoft.com/office/drawing/2014/main" id="{8793D9AB-0001-4123-ACA7-871185932A82}"/>
              </a:ext>
            </a:extLst>
          </p:cNvPr>
          <p:cNvSpPr>
            <a:spLocks noGrp="1"/>
          </p:cNvSpPr>
          <p:nvPr/>
        </p:nvSpPr>
        <p:spPr>
          <a:xfrm>
            <a:off x="593519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4821">
            <a:extLst>
              <a:ext uri="{FF2B5EF4-FFF2-40B4-BE49-F238E27FC236}">
                <a16:creationId xmlns:a16="http://schemas.microsoft.com/office/drawing/2014/main" id="{2B682BF5-7F08-405D-B42F-DC85963D4137}"/>
              </a:ext>
            </a:extLst>
          </p:cNvPr>
          <p:cNvSpPr>
            <a:spLocks noGrp="1"/>
          </p:cNvSpPr>
          <p:nvPr/>
        </p:nvSpPr>
        <p:spPr>
          <a:xfrm>
            <a:off x="595755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4822">
            <a:extLst>
              <a:ext uri="{FF2B5EF4-FFF2-40B4-BE49-F238E27FC236}">
                <a16:creationId xmlns:a16="http://schemas.microsoft.com/office/drawing/2014/main" id="{8A7F84A2-49E6-4A6D-87AE-463DF8AEA4D5}"/>
              </a:ext>
            </a:extLst>
          </p:cNvPr>
          <p:cNvSpPr>
            <a:spLocks noGrp="1"/>
          </p:cNvSpPr>
          <p:nvPr/>
        </p:nvSpPr>
        <p:spPr>
          <a:xfrm>
            <a:off x="598466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4823">
            <a:extLst>
              <a:ext uri="{FF2B5EF4-FFF2-40B4-BE49-F238E27FC236}">
                <a16:creationId xmlns:a16="http://schemas.microsoft.com/office/drawing/2014/main" id="{F783A411-0A31-4515-BB13-CF9ABBE3B5F0}"/>
              </a:ext>
            </a:extLst>
          </p:cNvPr>
          <p:cNvSpPr>
            <a:spLocks noGrp="1"/>
          </p:cNvSpPr>
          <p:nvPr/>
        </p:nvSpPr>
        <p:spPr>
          <a:xfrm>
            <a:off x="5944439" y="2657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4824">
            <a:extLst>
              <a:ext uri="{FF2B5EF4-FFF2-40B4-BE49-F238E27FC236}">
                <a16:creationId xmlns:a16="http://schemas.microsoft.com/office/drawing/2014/main" id="{5EDABFAA-37AD-4E9E-B0FC-E931B2F53BDD}"/>
              </a:ext>
            </a:extLst>
          </p:cNvPr>
          <p:cNvSpPr>
            <a:spLocks noGrp="1"/>
          </p:cNvSpPr>
          <p:nvPr/>
        </p:nvSpPr>
        <p:spPr>
          <a:xfrm>
            <a:off x="59430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4825">
            <a:extLst>
              <a:ext uri="{FF2B5EF4-FFF2-40B4-BE49-F238E27FC236}">
                <a16:creationId xmlns:a16="http://schemas.microsoft.com/office/drawing/2014/main" id="{036074D1-F1EC-45CD-8A75-6E672280BAAF}"/>
              </a:ext>
            </a:extLst>
          </p:cNvPr>
          <p:cNvSpPr>
            <a:spLocks noGrp="1"/>
          </p:cNvSpPr>
          <p:nvPr/>
        </p:nvSpPr>
        <p:spPr>
          <a:xfrm>
            <a:off x="59574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4826">
            <a:extLst>
              <a:ext uri="{FF2B5EF4-FFF2-40B4-BE49-F238E27FC236}">
                <a16:creationId xmlns:a16="http://schemas.microsoft.com/office/drawing/2014/main" id="{245114CE-9AD4-4884-ACB0-4D7C0C143FD9}"/>
              </a:ext>
            </a:extLst>
          </p:cNvPr>
          <p:cNvSpPr>
            <a:spLocks noGrp="1"/>
          </p:cNvSpPr>
          <p:nvPr/>
        </p:nvSpPr>
        <p:spPr>
          <a:xfrm>
            <a:off x="5931207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4827">
            <a:extLst>
              <a:ext uri="{FF2B5EF4-FFF2-40B4-BE49-F238E27FC236}">
                <a16:creationId xmlns:a16="http://schemas.microsoft.com/office/drawing/2014/main" id="{CFCEEF27-560F-41D6-8AA2-E0D9900A7A96}"/>
              </a:ext>
            </a:extLst>
          </p:cNvPr>
          <p:cNvSpPr>
            <a:spLocks noGrp="1"/>
          </p:cNvSpPr>
          <p:nvPr/>
        </p:nvSpPr>
        <p:spPr>
          <a:xfrm>
            <a:off x="5882854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4828">
            <a:extLst>
              <a:ext uri="{FF2B5EF4-FFF2-40B4-BE49-F238E27FC236}">
                <a16:creationId xmlns:a16="http://schemas.microsoft.com/office/drawing/2014/main" id="{80E96E89-A97F-4BA3-87E3-AC392D5B52E7}"/>
              </a:ext>
            </a:extLst>
          </p:cNvPr>
          <p:cNvSpPr>
            <a:spLocks noGrp="1"/>
          </p:cNvSpPr>
          <p:nvPr/>
        </p:nvSpPr>
        <p:spPr>
          <a:xfrm>
            <a:off x="597169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4829">
            <a:extLst>
              <a:ext uri="{FF2B5EF4-FFF2-40B4-BE49-F238E27FC236}">
                <a16:creationId xmlns:a16="http://schemas.microsoft.com/office/drawing/2014/main" id="{14BADE5F-EF18-4E0B-9716-79213D42C8C4}"/>
              </a:ext>
            </a:extLst>
          </p:cNvPr>
          <p:cNvSpPr>
            <a:spLocks noGrp="1"/>
          </p:cNvSpPr>
          <p:nvPr/>
        </p:nvSpPr>
        <p:spPr>
          <a:xfrm>
            <a:off x="59446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4830">
            <a:extLst>
              <a:ext uri="{FF2B5EF4-FFF2-40B4-BE49-F238E27FC236}">
                <a16:creationId xmlns:a16="http://schemas.microsoft.com/office/drawing/2014/main" id="{0B332633-4F74-4311-A7BF-DC3E896681DC}"/>
              </a:ext>
            </a:extLst>
          </p:cNvPr>
          <p:cNvSpPr>
            <a:spLocks noGrp="1"/>
          </p:cNvSpPr>
          <p:nvPr/>
        </p:nvSpPr>
        <p:spPr>
          <a:xfrm>
            <a:off x="5900306" y="28476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4831">
            <a:extLst>
              <a:ext uri="{FF2B5EF4-FFF2-40B4-BE49-F238E27FC236}">
                <a16:creationId xmlns:a16="http://schemas.microsoft.com/office/drawing/2014/main" id="{FB638D3D-BA77-4B6D-A48C-84B339A70234}"/>
              </a:ext>
            </a:extLst>
          </p:cNvPr>
          <p:cNvSpPr>
            <a:spLocks noGrp="1"/>
          </p:cNvSpPr>
          <p:nvPr/>
        </p:nvSpPr>
        <p:spPr>
          <a:xfrm>
            <a:off x="59872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4832">
            <a:extLst>
              <a:ext uri="{FF2B5EF4-FFF2-40B4-BE49-F238E27FC236}">
                <a16:creationId xmlns:a16="http://schemas.microsoft.com/office/drawing/2014/main" id="{BAC6A24E-AFB7-4411-BD75-7F83210483E4}"/>
              </a:ext>
            </a:extLst>
          </p:cNvPr>
          <p:cNvSpPr>
            <a:spLocks noGrp="1"/>
          </p:cNvSpPr>
          <p:nvPr/>
        </p:nvSpPr>
        <p:spPr>
          <a:xfrm>
            <a:off x="5917113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4833">
            <a:extLst>
              <a:ext uri="{FF2B5EF4-FFF2-40B4-BE49-F238E27FC236}">
                <a16:creationId xmlns:a16="http://schemas.microsoft.com/office/drawing/2014/main" id="{EB3F6A78-6AE8-4D1B-B0AA-953E96977555}"/>
              </a:ext>
            </a:extLst>
          </p:cNvPr>
          <p:cNvSpPr>
            <a:spLocks noGrp="1"/>
          </p:cNvSpPr>
          <p:nvPr/>
        </p:nvSpPr>
        <p:spPr>
          <a:xfrm>
            <a:off x="597946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4834">
            <a:extLst>
              <a:ext uri="{FF2B5EF4-FFF2-40B4-BE49-F238E27FC236}">
                <a16:creationId xmlns:a16="http://schemas.microsoft.com/office/drawing/2014/main" id="{1A067B74-BA7C-4886-AE21-1173EC66A346}"/>
              </a:ext>
            </a:extLst>
          </p:cNvPr>
          <p:cNvSpPr>
            <a:spLocks noGrp="1"/>
          </p:cNvSpPr>
          <p:nvPr/>
        </p:nvSpPr>
        <p:spPr>
          <a:xfrm>
            <a:off x="588899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4835">
            <a:extLst>
              <a:ext uri="{FF2B5EF4-FFF2-40B4-BE49-F238E27FC236}">
                <a16:creationId xmlns:a16="http://schemas.microsoft.com/office/drawing/2014/main" id="{B4B99862-0334-4ABA-9216-8E52AFFC08C4}"/>
              </a:ext>
            </a:extLst>
          </p:cNvPr>
          <p:cNvSpPr>
            <a:spLocks noGrp="1"/>
          </p:cNvSpPr>
          <p:nvPr/>
        </p:nvSpPr>
        <p:spPr>
          <a:xfrm>
            <a:off x="598776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4836">
            <a:extLst>
              <a:ext uri="{FF2B5EF4-FFF2-40B4-BE49-F238E27FC236}">
                <a16:creationId xmlns:a16="http://schemas.microsoft.com/office/drawing/2014/main" id="{9044A124-0B85-4DD8-B551-F53C048C0258}"/>
              </a:ext>
            </a:extLst>
          </p:cNvPr>
          <p:cNvSpPr>
            <a:spLocks noGrp="1"/>
          </p:cNvSpPr>
          <p:nvPr/>
        </p:nvSpPr>
        <p:spPr>
          <a:xfrm>
            <a:off x="598581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4837">
            <a:extLst>
              <a:ext uri="{FF2B5EF4-FFF2-40B4-BE49-F238E27FC236}">
                <a16:creationId xmlns:a16="http://schemas.microsoft.com/office/drawing/2014/main" id="{D46BD64A-7D69-4BD8-830F-148F45AA1BD4}"/>
              </a:ext>
            </a:extLst>
          </p:cNvPr>
          <p:cNvSpPr>
            <a:spLocks noGrp="1"/>
          </p:cNvSpPr>
          <p:nvPr/>
        </p:nvSpPr>
        <p:spPr>
          <a:xfrm>
            <a:off x="5961326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4838">
            <a:extLst>
              <a:ext uri="{FF2B5EF4-FFF2-40B4-BE49-F238E27FC236}">
                <a16:creationId xmlns:a16="http://schemas.microsoft.com/office/drawing/2014/main" id="{E0A00B9C-BFA3-4507-9252-961D89C63221}"/>
              </a:ext>
            </a:extLst>
          </p:cNvPr>
          <p:cNvSpPr>
            <a:spLocks noGrp="1"/>
          </p:cNvSpPr>
          <p:nvPr/>
        </p:nvSpPr>
        <p:spPr>
          <a:xfrm>
            <a:off x="5934715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4839">
            <a:extLst>
              <a:ext uri="{FF2B5EF4-FFF2-40B4-BE49-F238E27FC236}">
                <a16:creationId xmlns:a16="http://schemas.microsoft.com/office/drawing/2014/main" id="{3B5972F8-4CB8-4C85-A8D6-DF81D40B4F10}"/>
              </a:ext>
            </a:extLst>
          </p:cNvPr>
          <p:cNvSpPr>
            <a:spLocks noGrp="1"/>
          </p:cNvSpPr>
          <p:nvPr/>
        </p:nvSpPr>
        <p:spPr>
          <a:xfrm>
            <a:off x="5903608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4840">
            <a:extLst>
              <a:ext uri="{FF2B5EF4-FFF2-40B4-BE49-F238E27FC236}">
                <a16:creationId xmlns:a16="http://schemas.microsoft.com/office/drawing/2014/main" id="{73982927-A480-4A1F-9F6D-CE4AFAA34EA9}"/>
              </a:ext>
            </a:extLst>
          </p:cNvPr>
          <p:cNvSpPr>
            <a:spLocks noGrp="1"/>
          </p:cNvSpPr>
          <p:nvPr/>
        </p:nvSpPr>
        <p:spPr>
          <a:xfrm>
            <a:off x="596644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4841">
            <a:extLst>
              <a:ext uri="{FF2B5EF4-FFF2-40B4-BE49-F238E27FC236}">
                <a16:creationId xmlns:a16="http://schemas.microsoft.com/office/drawing/2014/main" id="{BEAFB1DB-2424-4C16-AFA5-7323DB383778}"/>
              </a:ext>
            </a:extLst>
          </p:cNvPr>
          <p:cNvSpPr>
            <a:spLocks noGrp="1"/>
          </p:cNvSpPr>
          <p:nvPr/>
        </p:nvSpPr>
        <p:spPr>
          <a:xfrm>
            <a:off x="598342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4842">
            <a:extLst>
              <a:ext uri="{FF2B5EF4-FFF2-40B4-BE49-F238E27FC236}">
                <a16:creationId xmlns:a16="http://schemas.microsoft.com/office/drawing/2014/main" id="{B85E38A8-F763-440F-8F4C-2DAAC5F28669}"/>
              </a:ext>
            </a:extLst>
          </p:cNvPr>
          <p:cNvSpPr>
            <a:spLocks noGrp="1"/>
          </p:cNvSpPr>
          <p:nvPr/>
        </p:nvSpPr>
        <p:spPr>
          <a:xfrm>
            <a:off x="5903896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4843">
            <a:extLst>
              <a:ext uri="{FF2B5EF4-FFF2-40B4-BE49-F238E27FC236}">
                <a16:creationId xmlns:a16="http://schemas.microsoft.com/office/drawing/2014/main" id="{DFA4F6FC-92FF-4CAC-B11C-3F94D407A763}"/>
              </a:ext>
            </a:extLst>
          </p:cNvPr>
          <p:cNvSpPr>
            <a:spLocks noGrp="1"/>
          </p:cNvSpPr>
          <p:nvPr/>
        </p:nvSpPr>
        <p:spPr>
          <a:xfrm>
            <a:off x="5895035" y="30667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4844">
            <a:extLst>
              <a:ext uri="{FF2B5EF4-FFF2-40B4-BE49-F238E27FC236}">
                <a16:creationId xmlns:a16="http://schemas.microsoft.com/office/drawing/2014/main" id="{A35A3A05-7C73-4497-B665-B1F0ACDB490A}"/>
              </a:ext>
            </a:extLst>
          </p:cNvPr>
          <p:cNvSpPr>
            <a:spLocks noGrp="1"/>
          </p:cNvSpPr>
          <p:nvPr/>
        </p:nvSpPr>
        <p:spPr>
          <a:xfrm>
            <a:off x="59585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4845">
            <a:extLst>
              <a:ext uri="{FF2B5EF4-FFF2-40B4-BE49-F238E27FC236}">
                <a16:creationId xmlns:a16="http://schemas.microsoft.com/office/drawing/2014/main" id="{207E688E-BFC4-4F8F-80AB-DE46DCBB575D}"/>
              </a:ext>
            </a:extLst>
          </p:cNvPr>
          <p:cNvSpPr>
            <a:spLocks noGrp="1"/>
          </p:cNvSpPr>
          <p:nvPr/>
        </p:nvSpPr>
        <p:spPr>
          <a:xfrm>
            <a:off x="5881094" y="22787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4846">
            <a:extLst>
              <a:ext uri="{FF2B5EF4-FFF2-40B4-BE49-F238E27FC236}">
                <a16:creationId xmlns:a16="http://schemas.microsoft.com/office/drawing/2014/main" id="{75B49F78-9773-4B24-8E5F-830E3AFCCA09}"/>
              </a:ext>
            </a:extLst>
          </p:cNvPr>
          <p:cNvSpPr>
            <a:spLocks noGrp="1"/>
          </p:cNvSpPr>
          <p:nvPr/>
        </p:nvSpPr>
        <p:spPr>
          <a:xfrm>
            <a:off x="5916199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4847">
            <a:extLst>
              <a:ext uri="{FF2B5EF4-FFF2-40B4-BE49-F238E27FC236}">
                <a16:creationId xmlns:a16="http://schemas.microsoft.com/office/drawing/2014/main" id="{71ECF569-EC0E-41C0-91F7-65B1E7C1641F}"/>
              </a:ext>
            </a:extLst>
          </p:cNvPr>
          <p:cNvSpPr>
            <a:spLocks noGrp="1"/>
          </p:cNvSpPr>
          <p:nvPr/>
        </p:nvSpPr>
        <p:spPr>
          <a:xfrm>
            <a:off x="591643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4848">
            <a:extLst>
              <a:ext uri="{FF2B5EF4-FFF2-40B4-BE49-F238E27FC236}">
                <a16:creationId xmlns:a16="http://schemas.microsoft.com/office/drawing/2014/main" id="{6DB41A04-37B7-4843-BAEE-A3A6C18307D5}"/>
              </a:ext>
            </a:extLst>
          </p:cNvPr>
          <p:cNvSpPr>
            <a:spLocks noGrp="1"/>
          </p:cNvSpPr>
          <p:nvPr/>
        </p:nvSpPr>
        <p:spPr>
          <a:xfrm>
            <a:off x="59469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4849">
            <a:extLst>
              <a:ext uri="{FF2B5EF4-FFF2-40B4-BE49-F238E27FC236}">
                <a16:creationId xmlns:a16="http://schemas.microsoft.com/office/drawing/2014/main" id="{897EF457-8F84-420A-A82D-CBC4B2C84A1E}"/>
              </a:ext>
            </a:extLst>
          </p:cNvPr>
          <p:cNvSpPr>
            <a:spLocks noGrp="1"/>
          </p:cNvSpPr>
          <p:nvPr/>
        </p:nvSpPr>
        <p:spPr>
          <a:xfrm>
            <a:off x="596228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4850">
            <a:extLst>
              <a:ext uri="{FF2B5EF4-FFF2-40B4-BE49-F238E27FC236}">
                <a16:creationId xmlns:a16="http://schemas.microsoft.com/office/drawing/2014/main" id="{F4ED186E-6952-4091-9F9A-14B10EDF6219}"/>
              </a:ext>
            </a:extLst>
          </p:cNvPr>
          <p:cNvSpPr>
            <a:spLocks noGrp="1"/>
          </p:cNvSpPr>
          <p:nvPr/>
        </p:nvSpPr>
        <p:spPr>
          <a:xfrm>
            <a:off x="5961409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4851">
            <a:extLst>
              <a:ext uri="{FF2B5EF4-FFF2-40B4-BE49-F238E27FC236}">
                <a16:creationId xmlns:a16="http://schemas.microsoft.com/office/drawing/2014/main" id="{04E46CA8-B3E0-4B7A-A34F-40F04D5A6FB6}"/>
              </a:ext>
            </a:extLst>
          </p:cNvPr>
          <p:cNvSpPr>
            <a:spLocks noGrp="1"/>
          </p:cNvSpPr>
          <p:nvPr/>
        </p:nvSpPr>
        <p:spPr>
          <a:xfrm>
            <a:off x="5960262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4852">
            <a:extLst>
              <a:ext uri="{FF2B5EF4-FFF2-40B4-BE49-F238E27FC236}">
                <a16:creationId xmlns:a16="http://schemas.microsoft.com/office/drawing/2014/main" id="{A73BED6C-078A-48C0-8D7F-DDE99F5AF908}"/>
              </a:ext>
            </a:extLst>
          </p:cNvPr>
          <p:cNvSpPr>
            <a:spLocks noGrp="1"/>
          </p:cNvSpPr>
          <p:nvPr/>
        </p:nvSpPr>
        <p:spPr>
          <a:xfrm>
            <a:off x="589981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4853">
            <a:extLst>
              <a:ext uri="{FF2B5EF4-FFF2-40B4-BE49-F238E27FC236}">
                <a16:creationId xmlns:a16="http://schemas.microsoft.com/office/drawing/2014/main" id="{45BFED67-E532-4B7E-AC32-F893EEE8E38C}"/>
              </a:ext>
            </a:extLst>
          </p:cNvPr>
          <p:cNvSpPr>
            <a:spLocks noGrp="1"/>
          </p:cNvSpPr>
          <p:nvPr/>
        </p:nvSpPr>
        <p:spPr>
          <a:xfrm>
            <a:off x="5926111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4854">
            <a:extLst>
              <a:ext uri="{FF2B5EF4-FFF2-40B4-BE49-F238E27FC236}">
                <a16:creationId xmlns:a16="http://schemas.microsoft.com/office/drawing/2014/main" id="{F4717A12-41EA-4D1C-A9C1-5C0C06BC256C}"/>
              </a:ext>
            </a:extLst>
          </p:cNvPr>
          <p:cNvSpPr>
            <a:spLocks noGrp="1"/>
          </p:cNvSpPr>
          <p:nvPr/>
        </p:nvSpPr>
        <p:spPr>
          <a:xfrm>
            <a:off x="590746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4855">
            <a:extLst>
              <a:ext uri="{FF2B5EF4-FFF2-40B4-BE49-F238E27FC236}">
                <a16:creationId xmlns:a16="http://schemas.microsoft.com/office/drawing/2014/main" id="{5A4D8A98-B9CF-48E9-A30B-9356AE6627FB}"/>
              </a:ext>
            </a:extLst>
          </p:cNvPr>
          <p:cNvSpPr>
            <a:spLocks noGrp="1"/>
          </p:cNvSpPr>
          <p:nvPr/>
        </p:nvSpPr>
        <p:spPr>
          <a:xfrm>
            <a:off x="592367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4856">
            <a:extLst>
              <a:ext uri="{FF2B5EF4-FFF2-40B4-BE49-F238E27FC236}">
                <a16:creationId xmlns:a16="http://schemas.microsoft.com/office/drawing/2014/main" id="{1A4EDF43-F2EF-4A65-A440-7CBC4ABCE76A}"/>
              </a:ext>
            </a:extLst>
          </p:cNvPr>
          <p:cNvSpPr>
            <a:spLocks noGrp="1"/>
          </p:cNvSpPr>
          <p:nvPr/>
        </p:nvSpPr>
        <p:spPr>
          <a:xfrm>
            <a:off x="61923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4857">
            <a:extLst>
              <a:ext uri="{FF2B5EF4-FFF2-40B4-BE49-F238E27FC236}">
                <a16:creationId xmlns:a16="http://schemas.microsoft.com/office/drawing/2014/main" id="{0963DFA3-DC29-46DA-A999-58BFC4B3208A}"/>
              </a:ext>
            </a:extLst>
          </p:cNvPr>
          <p:cNvSpPr>
            <a:spLocks noGrp="1"/>
          </p:cNvSpPr>
          <p:nvPr/>
        </p:nvSpPr>
        <p:spPr>
          <a:xfrm>
            <a:off x="619231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4858">
            <a:extLst>
              <a:ext uri="{FF2B5EF4-FFF2-40B4-BE49-F238E27FC236}">
                <a16:creationId xmlns:a16="http://schemas.microsoft.com/office/drawing/2014/main" id="{A9EB0854-4CEF-49F2-BF3B-7B01D8762E92}"/>
              </a:ext>
            </a:extLst>
          </p:cNvPr>
          <p:cNvSpPr>
            <a:spLocks noGrp="1"/>
          </p:cNvSpPr>
          <p:nvPr/>
        </p:nvSpPr>
        <p:spPr>
          <a:xfrm>
            <a:off x="618648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4859">
            <a:extLst>
              <a:ext uri="{FF2B5EF4-FFF2-40B4-BE49-F238E27FC236}">
                <a16:creationId xmlns:a16="http://schemas.microsoft.com/office/drawing/2014/main" id="{9115BA67-B486-41A6-BBDA-9BBA32AABE5C}"/>
              </a:ext>
            </a:extLst>
          </p:cNvPr>
          <p:cNvSpPr>
            <a:spLocks noGrp="1"/>
          </p:cNvSpPr>
          <p:nvPr/>
        </p:nvSpPr>
        <p:spPr>
          <a:xfrm>
            <a:off x="6197257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4860">
            <a:extLst>
              <a:ext uri="{FF2B5EF4-FFF2-40B4-BE49-F238E27FC236}">
                <a16:creationId xmlns:a16="http://schemas.microsoft.com/office/drawing/2014/main" id="{83817E4E-A9E9-485E-AEB3-B8AA62A54ABD}"/>
              </a:ext>
            </a:extLst>
          </p:cNvPr>
          <p:cNvSpPr>
            <a:spLocks noGrp="1"/>
          </p:cNvSpPr>
          <p:nvPr/>
        </p:nvSpPr>
        <p:spPr>
          <a:xfrm>
            <a:off x="6150886" y="2116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4861">
            <a:extLst>
              <a:ext uri="{FF2B5EF4-FFF2-40B4-BE49-F238E27FC236}">
                <a16:creationId xmlns:a16="http://schemas.microsoft.com/office/drawing/2014/main" id="{DD4472D9-2F1A-412C-898C-11511207E2A5}"/>
              </a:ext>
            </a:extLst>
          </p:cNvPr>
          <p:cNvSpPr>
            <a:spLocks noGrp="1"/>
          </p:cNvSpPr>
          <p:nvPr/>
        </p:nvSpPr>
        <p:spPr>
          <a:xfrm>
            <a:off x="620768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4862">
            <a:extLst>
              <a:ext uri="{FF2B5EF4-FFF2-40B4-BE49-F238E27FC236}">
                <a16:creationId xmlns:a16="http://schemas.microsoft.com/office/drawing/2014/main" id="{FD7C5E47-90E3-4DEB-A05C-F781F6EBD1EC}"/>
              </a:ext>
            </a:extLst>
          </p:cNvPr>
          <p:cNvSpPr>
            <a:spLocks noGrp="1"/>
          </p:cNvSpPr>
          <p:nvPr/>
        </p:nvSpPr>
        <p:spPr>
          <a:xfrm>
            <a:off x="616889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4863">
            <a:extLst>
              <a:ext uri="{FF2B5EF4-FFF2-40B4-BE49-F238E27FC236}">
                <a16:creationId xmlns:a16="http://schemas.microsoft.com/office/drawing/2014/main" id="{4E339065-EF73-4A12-868A-944DE134BD94}"/>
              </a:ext>
            </a:extLst>
          </p:cNvPr>
          <p:cNvSpPr>
            <a:spLocks noGrp="1"/>
          </p:cNvSpPr>
          <p:nvPr/>
        </p:nvSpPr>
        <p:spPr>
          <a:xfrm>
            <a:off x="611818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4864">
            <a:extLst>
              <a:ext uri="{FF2B5EF4-FFF2-40B4-BE49-F238E27FC236}">
                <a16:creationId xmlns:a16="http://schemas.microsoft.com/office/drawing/2014/main" id="{1A1D66FC-4A00-43B6-9F6A-52C13AED14C1}"/>
              </a:ext>
            </a:extLst>
          </p:cNvPr>
          <p:cNvSpPr>
            <a:spLocks noGrp="1"/>
          </p:cNvSpPr>
          <p:nvPr/>
        </p:nvSpPr>
        <p:spPr>
          <a:xfrm>
            <a:off x="6108657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4865">
            <a:extLst>
              <a:ext uri="{FF2B5EF4-FFF2-40B4-BE49-F238E27FC236}">
                <a16:creationId xmlns:a16="http://schemas.microsoft.com/office/drawing/2014/main" id="{2F406A8C-8EC7-4719-8175-F32715545234}"/>
              </a:ext>
            </a:extLst>
          </p:cNvPr>
          <p:cNvSpPr>
            <a:spLocks noGrp="1"/>
          </p:cNvSpPr>
          <p:nvPr/>
        </p:nvSpPr>
        <p:spPr>
          <a:xfrm>
            <a:off x="619387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4866">
            <a:extLst>
              <a:ext uri="{FF2B5EF4-FFF2-40B4-BE49-F238E27FC236}">
                <a16:creationId xmlns:a16="http://schemas.microsoft.com/office/drawing/2014/main" id="{63CFCF5D-D1AC-4F80-834F-A1D6E6FF8D98}"/>
              </a:ext>
            </a:extLst>
          </p:cNvPr>
          <p:cNvSpPr>
            <a:spLocks noGrp="1"/>
          </p:cNvSpPr>
          <p:nvPr/>
        </p:nvSpPr>
        <p:spPr>
          <a:xfrm>
            <a:off x="6168172" y="27414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4867">
            <a:extLst>
              <a:ext uri="{FF2B5EF4-FFF2-40B4-BE49-F238E27FC236}">
                <a16:creationId xmlns:a16="http://schemas.microsoft.com/office/drawing/2014/main" id="{A859863C-FD66-4B15-9952-4A8EBAB47090}"/>
              </a:ext>
            </a:extLst>
          </p:cNvPr>
          <p:cNvSpPr>
            <a:spLocks noGrp="1"/>
          </p:cNvSpPr>
          <p:nvPr/>
        </p:nvSpPr>
        <p:spPr>
          <a:xfrm>
            <a:off x="613412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4868">
            <a:extLst>
              <a:ext uri="{FF2B5EF4-FFF2-40B4-BE49-F238E27FC236}">
                <a16:creationId xmlns:a16="http://schemas.microsoft.com/office/drawing/2014/main" id="{76E1F6FD-C29C-4EF0-8AF4-3D2B38D351F5}"/>
              </a:ext>
            </a:extLst>
          </p:cNvPr>
          <p:cNvSpPr>
            <a:spLocks noGrp="1"/>
          </p:cNvSpPr>
          <p:nvPr/>
        </p:nvSpPr>
        <p:spPr>
          <a:xfrm>
            <a:off x="616529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4869">
            <a:extLst>
              <a:ext uri="{FF2B5EF4-FFF2-40B4-BE49-F238E27FC236}">
                <a16:creationId xmlns:a16="http://schemas.microsoft.com/office/drawing/2014/main" id="{BF0F29F8-5226-4763-84A5-C78005C8BE43}"/>
              </a:ext>
            </a:extLst>
          </p:cNvPr>
          <p:cNvSpPr>
            <a:spLocks noGrp="1"/>
          </p:cNvSpPr>
          <p:nvPr/>
        </p:nvSpPr>
        <p:spPr>
          <a:xfrm>
            <a:off x="6169686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4870">
            <a:extLst>
              <a:ext uri="{FF2B5EF4-FFF2-40B4-BE49-F238E27FC236}">
                <a16:creationId xmlns:a16="http://schemas.microsoft.com/office/drawing/2014/main" id="{7190D3FC-733A-4EFD-ABE4-E96352317712}"/>
              </a:ext>
            </a:extLst>
          </p:cNvPr>
          <p:cNvSpPr>
            <a:spLocks noGrp="1"/>
          </p:cNvSpPr>
          <p:nvPr/>
        </p:nvSpPr>
        <p:spPr>
          <a:xfrm>
            <a:off x="61107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4871">
            <a:extLst>
              <a:ext uri="{FF2B5EF4-FFF2-40B4-BE49-F238E27FC236}">
                <a16:creationId xmlns:a16="http://schemas.microsoft.com/office/drawing/2014/main" id="{99A4C2FB-18A1-4326-9923-83709F045F9B}"/>
              </a:ext>
            </a:extLst>
          </p:cNvPr>
          <p:cNvSpPr>
            <a:spLocks noGrp="1"/>
          </p:cNvSpPr>
          <p:nvPr/>
        </p:nvSpPr>
        <p:spPr>
          <a:xfrm>
            <a:off x="618893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4872">
            <a:extLst>
              <a:ext uri="{FF2B5EF4-FFF2-40B4-BE49-F238E27FC236}">
                <a16:creationId xmlns:a16="http://schemas.microsoft.com/office/drawing/2014/main" id="{57E7915A-50F9-4D3E-BCE4-DBA9D54F7ECE}"/>
              </a:ext>
            </a:extLst>
          </p:cNvPr>
          <p:cNvSpPr>
            <a:spLocks noGrp="1"/>
          </p:cNvSpPr>
          <p:nvPr/>
        </p:nvSpPr>
        <p:spPr>
          <a:xfrm>
            <a:off x="620755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4873">
            <a:extLst>
              <a:ext uri="{FF2B5EF4-FFF2-40B4-BE49-F238E27FC236}">
                <a16:creationId xmlns:a16="http://schemas.microsoft.com/office/drawing/2014/main" id="{884B39A1-CCBC-4AC0-9D12-F41B4038203E}"/>
              </a:ext>
            </a:extLst>
          </p:cNvPr>
          <p:cNvSpPr>
            <a:spLocks noGrp="1"/>
          </p:cNvSpPr>
          <p:nvPr/>
        </p:nvSpPr>
        <p:spPr>
          <a:xfrm>
            <a:off x="615400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4874">
            <a:extLst>
              <a:ext uri="{FF2B5EF4-FFF2-40B4-BE49-F238E27FC236}">
                <a16:creationId xmlns:a16="http://schemas.microsoft.com/office/drawing/2014/main" id="{E6026C1E-2C9D-42FC-BB01-80056E46F59C}"/>
              </a:ext>
            </a:extLst>
          </p:cNvPr>
          <p:cNvSpPr>
            <a:spLocks noGrp="1"/>
          </p:cNvSpPr>
          <p:nvPr/>
        </p:nvSpPr>
        <p:spPr>
          <a:xfrm>
            <a:off x="61753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4875">
            <a:extLst>
              <a:ext uri="{FF2B5EF4-FFF2-40B4-BE49-F238E27FC236}">
                <a16:creationId xmlns:a16="http://schemas.microsoft.com/office/drawing/2014/main" id="{F4466EAA-1F9C-4248-89F7-FBAFD4CF3634}"/>
              </a:ext>
            </a:extLst>
          </p:cNvPr>
          <p:cNvSpPr>
            <a:spLocks noGrp="1"/>
          </p:cNvSpPr>
          <p:nvPr/>
        </p:nvSpPr>
        <p:spPr>
          <a:xfrm>
            <a:off x="619364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4876">
            <a:extLst>
              <a:ext uri="{FF2B5EF4-FFF2-40B4-BE49-F238E27FC236}">
                <a16:creationId xmlns:a16="http://schemas.microsoft.com/office/drawing/2014/main" id="{FA02F4DB-9AC8-4121-99EE-887092994353}"/>
              </a:ext>
            </a:extLst>
          </p:cNvPr>
          <p:cNvSpPr>
            <a:spLocks noGrp="1"/>
          </p:cNvSpPr>
          <p:nvPr/>
        </p:nvSpPr>
        <p:spPr>
          <a:xfrm>
            <a:off x="6128887" y="19805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4877">
            <a:extLst>
              <a:ext uri="{FF2B5EF4-FFF2-40B4-BE49-F238E27FC236}">
                <a16:creationId xmlns:a16="http://schemas.microsoft.com/office/drawing/2014/main" id="{FB1B6F81-A1B1-41F2-8B3B-68C0AE7B2FFA}"/>
              </a:ext>
            </a:extLst>
          </p:cNvPr>
          <p:cNvSpPr>
            <a:spLocks noGrp="1"/>
          </p:cNvSpPr>
          <p:nvPr/>
        </p:nvSpPr>
        <p:spPr>
          <a:xfrm>
            <a:off x="617048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4878">
            <a:extLst>
              <a:ext uri="{FF2B5EF4-FFF2-40B4-BE49-F238E27FC236}">
                <a16:creationId xmlns:a16="http://schemas.microsoft.com/office/drawing/2014/main" id="{E52C8326-B270-441D-BA09-FFAB63005F0D}"/>
              </a:ext>
            </a:extLst>
          </p:cNvPr>
          <p:cNvSpPr>
            <a:spLocks noGrp="1"/>
          </p:cNvSpPr>
          <p:nvPr/>
        </p:nvSpPr>
        <p:spPr>
          <a:xfrm>
            <a:off x="62152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4879">
            <a:extLst>
              <a:ext uri="{FF2B5EF4-FFF2-40B4-BE49-F238E27FC236}">
                <a16:creationId xmlns:a16="http://schemas.microsoft.com/office/drawing/2014/main" id="{409F9C09-C0F1-4C7B-8D4F-1CD24C40AB48}"/>
              </a:ext>
            </a:extLst>
          </p:cNvPr>
          <p:cNvSpPr>
            <a:spLocks noGrp="1"/>
          </p:cNvSpPr>
          <p:nvPr/>
        </p:nvSpPr>
        <p:spPr>
          <a:xfrm>
            <a:off x="613099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4880">
            <a:extLst>
              <a:ext uri="{FF2B5EF4-FFF2-40B4-BE49-F238E27FC236}">
                <a16:creationId xmlns:a16="http://schemas.microsoft.com/office/drawing/2014/main" id="{853DEA21-3C45-4A0B-80C0-DFC1C9CF8BC7}"/>
              </a:ext>
            </a:extLst>
          </p:cNvPr>
          <p:cNvSpPr>
            <a:spLocks noGrp="1"/>
          </p:cNvSpPr>
          <p:nvPr/>
        </p:nvSpPr>
        <p:spPr>
          <a:xfrm>
            <a:off x="6160261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4881">
            <a:extLst>
              <a:ext uri="{FF2B5EF4-FFF2-40B4-BE49-F238E27FC236}">
                <a16:creationId xmlns:a16="http://schemas.microsoft.com/office/drawing/2014/main" id="{6A4C810D-560C-46A5-88DD-3BE28482A7C2}"/>
              </a:ext>
            </a:extLst>
          </p:cNvPr>
          <p:cNvSpPr>
            <a:spLocks noGrp="1"/>
          </p:cNvSpPr>
          <p:nvPr/>
        </p:nvSpPr>
        <p:spPr>
          <a:xfrm>
            <a:off x="613887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4882">
            <a:extLst>
              <a:ext uri="{FF2B5EF4-FFF2-40B4-BE49-F238E27FC236}">
                <a16:creationId xmlns:a16="http://schemas.microsoft.com/office/drawing/2014/main" id="{6066E280-D3EB-47F3-BCBA-0395572C30F5}"/>
              </a:ext>
            </a:extLst>
          </p:cNvPr>
          <p:cNvSpPr>
            <a:spLocks noGrp="1"/>
          </p:cNvSpPr>
          <p:nvPr/>
        </p:nvSpPr>
        <p:spPr>
          <a:xfrm>
            <a:off x="6165635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4883">
            <a:extLst>
              <a:ext uri="{FF2B5EF4-FFF2-40B4-BE49-F238E27FC236}">
                <a16:creationId xmlns:a16="http://schemas.microsoft.com/office/drawing/2014/main" id="{D2628C71-98FC-4225-9AB5-0B8EFC08FFF4}"/>
              </a:ext>
            </a:extLst>
          </p:cNvPr>
          <p:cNvSpPr>
            <a:spLocks noGrp="1"/>
          </p:cNvSpPr>
          <p:nvPr/>
        </p:nvSpPr>
        <p:spPr>
          <a:xfrm>
            <a:off x="6188208" y="25206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4884">
            <a:extLst>
              <a:ext uri="{FF2B5EF4-FFF2-40B4-BE49-F238E27FC236}">
                <a16:creationId xmlns:a16="http://schemas.microsoft.com/office/drawing/2014/main" id="{EF25AA18-D080-4017-BC77-5F7009666409}"/>
              </a:ext>
            </a:extLst>
          </p:cNvPr>
          <p:cNvSpPr>
            <a:spLocks noGrp="1"/>
          </p:cNvSpPr>
          <p:nvPr/>
        </p:nvSpPr>
        <p:spPr>
          <a:xfrm>
            <a:off x="617711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4885">
            <a:extLst>
              <a:ext uri="{FF2B5EF4-FFF2-40B4-BE49-F238E27FC236}">
                <a16:creationId xmlns:a16="http://schemas.microsoft.com/office/drawing/2014/main" id="{659DF68A-7FB0-4659-8B1A-CC2F07BC76B2}"/>
              </a:ext>
            </a:extLst>
          </p:cNvPr>
          <p:cNvSpPr>
            <a:spLocks noGrp="1"/>
          </p:cNvSpPr>
          <p:nvPr/>
        </p:nvSpPr>
        <p:spPr>
          <a:xfrm>
            <a:off x="615011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4886">
            <a:extLst>
              <a:ext uri="{FF2B5EF4-FFF2-40B4-BE49-F238E27FC236}">
                <a16:creationId xmlns:a16="http://schemas.microsoft.com/office/drawing/2014/main" id="{6E578609-283C-4877-9B6D-20F954750855}"/>
              </a:ext>
            </a:extLst>
          </p:cNvPr>
          <p:cNvSpPr>
            <a:spLocks noGrp="1"/>
          </p:cNvSpPr>
          <p:nvPr/>
        </p:nvSpPr>
        <p:spPr>
          <a:xfrm>
            <a:off x="61618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4887">
            <a:extLst>
              <a:ext uri="{FF2B5EF4-FFF2-40B4-BE49-F238E27FC236}">
                <a16:creationId xmlns:a16="http://schemas.microsoft.com/office/drawing/2014/main" id="{49324FAA-2EE7-4180-A538-33137433965B}"/>
              </a:ext>
            </a:extLst>
          </p:cNvPr>
          <p:cNvSpPr>
            <a:spLocks noGrp="1"/>
          </p:cNvSpPr>
          <p:nvPr/>
        </p:nvSpPr>
        <p:spPr>
          <a:xfrm>
            <a:off x="6119468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4888">
            <a:extLst>
              <a:ext uri="{FF2B5EF4-FFF2-40B4-BE49-F238E27FC236}">
                <a16:creationId xmlns:a16="http://schemas.microsoft.com/office/drawing/2014/main" id="{3637FB8B-CAE1-4285-90A3-37B247CFEE23}"/>
              </a:ext>
            </a:extLst>
          </p:cNvPr>
          <p:cNvSpPr>
            <a:spLocks noGrp="1"/>
          </p:cNvSpPr>
          <p:nvPr/>
        </p:nvSpPr>
        <p:spPr>
          <a:xfrm>
            <a:off x="620408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4889">
            <a:extLst>
              <a:ext uri="{FF2B5EF4-FFF2-40B4-BE49-F238E27FC236}">
                <a16:creationId xmlns:a16="http://schemas.microsoft.com/office/drawing/2014/main" id="{B3FF9EA3-24E1-4FED-BF4C-099E3F5CF9FC}"/>
              </a:ext>
            </a:extLst>
          </p:cNvPr>
          <p:cNvSpPr>
            <a:spLocks noGrp="1"/>
          </p:cNvSpPr>
          <p:nvPr/>
        </p:nvSpPr>
        <p:spPr>
          <a:xfrm>
            <a:off x="6113829" y="35059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4890">
            <a:extLst>
              <a:ext uri="{FF2B5EF4-FFF2-40B4-BE49-F238E27FC236}">
                <a16:creationId xmlns:a16="http://schemas.microsoft.com/office/drawing/2014/main" id="{7E2F2C35-D01B-4AE5-96DC-907C34146943}"/>
              </a:ext>
            </a:extLst>
          </p:cNvPr>
          <p:cNvSpPr>
            <a:spLocks noGrp="1"/>
          </p:cNvSpPr>
          <p:nvPr/>
        </p:nvSpPr>
        <p:spPr>
          <a:xfrm>
            <a:off x="61640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4891">
            <a:extLst>
              <a:ext uri="{FF2B5EF4-FFF2-40B4-BE49-F238E27FC236}">
                <a16:creationId xmlns:a16="http://schemas.microsoft.com/office/drawing/2014/main" id="{A4C72437-9216-4CE6-98C0-ECCB80468A64}"/>
              </a:ext>
            </a:extLst>
          </p:cNvPr>
          <p:cNvSpPr>
            <a:spLocks noGrp="1"/>
          </p:cNvSpPr>
          <p:nvPr/>
        </p:nvSpPr>
        <p:spPr>
          <a:xfrm>
            <a:off x="613978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4892">
            <a:extLst>
              <a:ext uri="{FF2B5EF4-FFF2-40B4-BE49-F238E27FC236}">
                <a16:creationId xmlns:a16="http://schemas.microsoft.com/office/drawing/2014/main" id="{0E283AD8-D3F4-4089-B810-D5D9F46FBEB8}"/>
              </a:ext>
            </a:extLst>
          </p:cNvPr>
          <p:cNvSpPr>
            <a:spLocks noGrp="1"/>
          </p:cNvSpPr>
          <p:nvPr/>
        </p:nvSpPr>
        <p:spPr>
          <a:xfrm>
            <a:off x="614582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4893">
            <a:extLst>
              <a:ext uri="{FF2B5EF4-FFF2-40B4-BE49-F238E27FC236}">
                <a16:creationId xmlns:a16="http://schemas.microsoft.com/office/drawing/2014/main" id="{6DF433AE-02F1-448E-A558-6E43D6990537}"/>
              </a:ext>
            </a:extLst>
          </p:cNvPr>
          <p:cNvSpPr>
            <a:spLocks noGrp="1"/>
          </p:cNvSpPr>
          <p:nvPr/>
        </p:nvSpPr>
        <p:spPr>
          <a:xfrm>
            <a:off x="616750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4894">
            <a:extLst>
              <a:ext uri="{FF2B5EF4-FFF2-40B4-BE49-F238E27FC236}">
                <a16:creationId xmlns:a16="http://schemas.microsoft.com/office/drawing/2014/main" id="{79990A30-2641-45F9-B100-7E1EAE41B355}"/>
              </a:ext>
            </a:extLst>
          </p:cNvPr>
          <p:cNvSpPr>
            <a:spLocks noGrp="1"/>
          </p:cNvSpPr>
          <p:nvPr/>
        </p:nvSpPr>
        <p:spPr>
          <a:xfrm>
            <a:off x="61132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4895">
            <a:extLst>
              <a:ext uri="{FF2B5EF4-FFF2-40B4-BE49-F238E27FC236}">
                <a16:creationId xmlns:a16="http://schemas.microsoft.com/office/drawing/2014/main" id="{246341F6-C385-48BD-81F0-78B032C26883}"/>
              </a:ext>
            </a:extLst>
          </p:cNvPr>
          <p:cNvSpPr>
            <a:spLocks noGrp="1"/>
          </p:cNvSpPr>
          <p:nvPr/>
        </p:nvSpPr>
        <p:spPr>
          <a:xfrm>
            <a:off x="62149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4896">
            <a:extLst>
              <a:ext uri="{FF2B5EF4-FFF2-40B4-BE49-F238E27FC236}">
                <a16:creationId xmlns:a16="http://schemas.microsoft.com/office/drawing/2014/main" id="{D290834A-9F37-4D58-A135-C04EC63088CD}"/>
              </a:ext>
            </a:extLst>
          </p:cNvPr>
          <p:cNvSpPr>
            <a:spLocks noGrp="1"/>
          </p:cNvSpPr>
          <p:nvPr/>
        </p:nvSpPr>
        <p:spPr>
          <a:xfrm>
            <a:off x="618726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4897">
            <a:extLst>
              <a:ext uri="{FF2B5EF4-FFF2-40B4-BE49-F238E27FC236}">
                <a16:creationId xmlns:a16="http://schemas.microsoft.com/office/drawing/2014/main" id="{45EAB832-3CBF-4E99-AD37-CD2ECD90DC0F}"/>
              </a:ext>
            </a:extLst>
          </p:cNvPr>
          <p:cNvSpPr>
            <a:spLocks noGrp="1"/>
          </p:cNvSpPr>
          <p:nvPr/>
        </p:nvSpPr>
        <p:spPr>
          <a:xfrm>
            <a:off x="618398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4898">
            <a:extLst>
              <a:ext uri="{FF2B5EF4-FFF2-40B4-BE49-F238E27FC236}">
                <a16:creationId xmlns:a16="http://schemas.microsoft.com/office/drawing/2014/main" id="{CB89B384-F6FA-4789-A8AF-AA287AEB6B0E}"/>
              </a:ext>
            </a:extLst>
          </p:cNvPr>
          <p:cNvSpPr>
            <a:spLocks noGrp="1"/>
          </p:cNvSpPr>
          <p:nvPr/>
        </p:nvSpPr>
        <p:spPr>
          <a:xfrm>
            <a:off x="62140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4899">
            <a:extLst>
              <a:ext uri="{FF2B5EF4-FFF2-40B4-BE49-F238E27FC236}">
                <a16:creationId xmlns:a16="http://schemas.microsoft.com/office/drawing/2014/main" id="{142293D7-9EA4-48CD-8A9E-413971E83453}"/>
              </a:ext>
            </a:extLst>
          </p:cNvPr>
          <p:cNvSpPr>
            <a:spLocks noGrp="1"/>
          </p:cNvSpPr>
          <p:nvPr/>
        </p:nvSpPr>
        <p:spPr>
          <a:xfrm>
            <a:off x="61712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4900">
            <a:extLst>
              <a:ext uri="{FF2B5EF4-FFF2-40B4-BE49-F238E27FC236}">
                <a16:creationId xmlns:a16="http://schemas.microsoft.com/office/drawing/2014/main" id="{93A01785-444B-49CC-81CA-C94FAC332B6B}"/>
              </a:ext>
            </a:extLst>
          </p:cNvPr>
          <p:cNvSpPr>
            <a:spLocks noGrp="1"/>
          </p:cNvSpPr>
          <p:nvPr/>
        </p:nvSpPr>
        <p:spPr>
          <a:xfrm>
            <a:off x="61914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4901">
            <a:extLst>
              <a:ext uri="{FF2B5EF4-FFF2-40B4-BE49-F238E27FC236}">
                <a16:creationId xmlns:a16="http://schemas.microsoft.com/office/drawing/2014/main" id="{8BC92D61-4C1E-4B3F-9437-051E6335AAB2}"/>
              </a:ext>
            </a:extLst>
          </p:cNvPr>
          <p:cNvSpPr>
            <a:spLocks noGrp="1"/>
          </p:cNvSpPr>
          <p:nvPr/>
        </p:nvSpPr>
        <p:spPr>
          <a:xfrm>
            <a:off x="614370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4902">
            <a:extLst>
              <a:ext uri="{FF2B5EF4-FFF2-40B4-BE49-F238E27FC236}">
                <a16:creationId xmlns:a16="http://schemas.microsoft.com/office/drawing/2014/main" id="{4E6C8759-FCB1-48D1-9643-95741FAE6AE8}"/>
              </a:ext>
            </a:extLst>
          </p:cNvPr>
          <p:cNvSpPr>
            <a:spLocks noGrp="1"/>
          </p:cNvSpPr>
          <p:nvPr/>
        </p:nvSpPr>
        <p:spPr>
          <a:xfrm>
            <a:off x="612764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4903">
            <a:extLst>
              <a:ext uri="{FF2B5EF4-FFF2-40B4-BE49-F238E27FC236}">
                <a16:creationId xmlns:a16="http://schemas.microsoft.com/office/drawing/2014/main" id="{087FFB70-7F89-4328-982C-2E1E08E71558}"/>
              </a:ext>
            </a:extLst>
          </p:cNvPr>
          <p:cNvSpPr>
            <a:spLocks noGrp="1"/>
          </p:cNvSpPr>
          <p:nvPr/>
        </p:nvSpPr>
        <p:spPr>
          <a:xfrm>
            <a:off x="616953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4904">
            <a:extLst>
              <a:ext uri="{FF2B5EF4-FFF2-40B4-BE49-F238E27FC236}">
                <a16:creationId xmlns:a16="http://schemas.microsoft.com/office/drawing/2014/main" id="{C06AAAF3-BAF9-4A84-A3D9-B3C98726A061}"/>
              </a:ext>
            </a:extLst>
          </p:cNvPr>
          <p:cNvSpPr>
            <a:spLocks noGrp="1"/>
          </p:cNvSpPr>
          <p:nvPr/>
        </p:nvSpPr>
        <p:spPr>
          <a:xfrm>
            <a:off x="610897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4905">
            <a:extLst>
              <a:ext uri="{FF2B5EF4-FFF2-40B4-BE49-F238E27FC236}">
                <a16:creationId xmlns:a16="http://schemas.microsoft.com/office/drawing/2014/main" id="{103A11AB-7A23-43CA-AE11-1EC61FD6636E}"/>
              </a:ext>
            </a:extLst>
          </p:cNvPr>
          <p:cNvSpPr>
            <a:spLocks noGrp="1"/>
          </p:cNvSpPr>
          <p:nvPr/>
        </p:nvSpPr>
        <p:spPr>
          <a:xfrm>
            <a:off x="614729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4906">
            <a:extLst>
              <a:ext uri="{FF2B5EF4-FFF2-40B4-BE49-F238E27FC236}">
                <a16:creationId xmlns:a16="http://schemas.microsoft.com/office/drawing/2014/main" id="{3708EDAF-B687-4DDB-B2AD-39E8A92F45F1}"/>
              </a:ext>
            </a:extLst>
          </p:cNvPr>
          <p:cNvSpPr>
            <a:spLocks noGrp="1"/>
          </p:cNvSpPr>
          <p:nvPr/>
        </p:nvSpPr>
        <p:spPr>
          <a:xfrm>
            <a:off x="615350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4907">
            <a:extLst>
              <a:ext uri="{FF2B5EF4-FFF2-40B4-BE49-F238E27FC236}">
                <a16:creationId xmlns:a16="http://schemas.microsoft.com/office/drawing/2014/main" id="{1E81EA0F-0D48-4052-B7BF-F6B3BD595964}"/>
              </a:ext>
            </a:extLst>
          </p:cNvPr>
          <p:cNvSpPr>
            <a:spLocks noGrp="1"/>
          </p:cNvSpPr>
          <p:nvPr/>
        </p:nvSpPr>
        <p:spPr>
          <a:xfrm>
            <a:off x="618074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4908">
            <a:extLst>
              <a:ext uri="{FF2B5EF4-FFF2-40B4-BE49-F238E27FC236}">
                <a16:creationId xmlns:a16="http://schemas.microsoft.com/office/drawing/2014/main" id="{2E89D013-CE67-49FE-ABDA-088D703F55FE}"/>
              </a:ext>
            </a:extLst>
          </p:cNvPr>
          <p:cNvSpPr>
            <a:spLocks noGrp="1"/>
          </p:cNvSpPr>
          <p:nvPr/>
        </p:nvSpPr>
        <p:spPr>
          <a:xfrm>
            <a:off x="620140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4909">
            <a:extLst>
              <a:ext uri="{FF2B5EF4-FFF2-40B4-BE49-F238E27FC236}">
                <a16:creationId xmlns:a16="http://schemas.microsoft.com/office/drawing/2014/main" id="{50D10A6F-28BB-47E3-BF6C-0AD4E24844A1}"/>
              </a:ext>
            </a:extLst>
          </p:cNvPr>
          <p:cNvSpPr>
            <a:spLocks noGrp="1"/>
          </p:cNvSpPr>
          <p:nvPr/>
        </p:nvSpPr>
        <p:spPr>
          <a:xfrm>
            <a:off x="6166552" y="18991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4910">
            <a:extLst>
              <a:ext uri="{FF2B5EF4-FFF2-40B4-BE49-F238E27FC236}">
                <a16:creationId xmlns:a16="http://schemas.microsoft.com/office/drawing/2014/main" id="{AAFF3186-98DB-4A0F-A89F-F30C8A18A087}"/>
              </a:ext>
            </a:extLst>
          </p:cNvPr>
          <p:cNvSpPr>
            <a:spLocks noGrp="1"/>
          </p:cNvSpPr>
          <p:nvPr/>
        </p:nvSpPr>
        <p:spPr>
          <a:xfrm>
            <a:off x="6197761" y="20126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4911">
            <a:extLst>
              <a:ext uri="{FF2B5EF4-FFF2-40B4-BE49-F238E27FC236}">
                <a16:creationId xmlns:a16="http://schemas.microsoft.com/office/drawing/2014/main" id="{FF8989DE-A9A6-41EF-B5D7-2C6DF9802515}"/>
              </a:ext>
            </a:extLst>
          </p:cNvPr>
          <p:cNvSpPr>
            <a:spLocks noGrp="1"/>
          </p:cNvSpPr>
          <p:nvPr/>
        </p:nvSpPr>
        <p:spPr>
          <a:xfrm>
            <a:off x="6109409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4912">
            <a:extLst>
              <a:ext uri="{FF2B5EF4-FFF2-40B4-BE49-F238E27FC236}">
                <a16:creationId xmlns:a16="http://schemas.microsoft.com/office/drawing/2014/main" id="{511E6F8B-0466-4C51-A658-AD1D992B1513}"/>
              </a:ext>
            </a:extLst>
          </p:cNvPr>
          <p:cNvSpPr>
            <a:spLocks noGrp="1"/>
          </p:cNvSpPr>
          <p:nvPr/>
        </p:nvSpPr>
        <p:spPr>
          <a:xfrm>
            <a:off x="61112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4913">
            <a:extLst>
              <a:ext uri="{FF2B5EF4-FFF2-40B4-BE49-F238E27FC236}">
                <a16:creationId xmlns:a16="http://schemas.microsoft.com/office/drawing/2014/main" id="{7A77B9F4-08B0-4CBE-B31E-78B351CAAFBC}"/>
              </a:ext>
            </a:extLst>
          </p:cNvPr>
          <p:cNvSpPr>
            <a:spLocks noGrp="1"/>
          </p:cNvSpPr>
          <p:nvPr/>
        </p:nvSpPr>
        <p:spPr>
          <a:xfrm>
            <a:off x="613524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4914">
            <a:extLst>
              <a:ext uri="{FF2B5EF4-FFF2-40B4-BE49-F238E27FC236}">
                <a16:creationId xmlns:a16="http://schemas.microsoft.com/office/drawing/2014/main" id="{4E637E0D-A6B8-47B0-B2A4-7C1B2B6FD59D}"/>
              </a:ext>
            </a:extLst>
          </p:cNvPr>
          <p:cNvSpPr>
            <a:spLocks noGrp="1"/>
          </p:cNvSpPr>
          <p:nvPr/>
        </p:nvSpPr>
        <p:spPr>
          <a:xfrm>
            <a:off x="6167191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4915">
            <a:extLst>
              <a:ext uri="{FF2B5EF4-FFF2-40B4-BE49-F238E27FC236}">
                <a16:creationId xmlns:a16="http://schemas.microsoft.com/office/drawing/2014/main" id="{DB4AEE27-E5E9-4128-946C-9C3FBC3B7CC6}"/>
              </a:ext>
            </a:extLst>
          </p:cNvPr>
          <p:cNvSpPr>
            <a:spLocks noGrp="1"/>
          </p:cNvSpPr>
          <p:nvPr/>
        </p:nvSpPr>
        <p:spPr>
          <a:xfrm>
            <a:off x="61299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4916">
            <a:extLst>
              <a:ext uri="{FF2B5EF4-FFF2-40B4-BE49-F238E27FC236}">
                <a16:creationId xmlns:a16="http://schemas.microsoft.com/office/drawing/2014/main" id="{FEE450B5-3DB8-4CF4-9D39-F83478AE831B}"/>
              </a:ext>
            </a:extLst>
          </p:cNvPr>
          <p:cNvSpPr>
            <a:spLocks noGrp="1"/>
          </p:cNvSpPr>
          <p:nvPr/>
        </p:nvSpPr>
        <p:spPr>
          <a:xfrm>
            <a:off x="6157954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4917">
            <a:extLst>
              <a:ext uri="{FF2B5EF4-FFF2-40B4-BE49-F238E27FC236}">
                <a16:creationId xmlns:a16="http://schemas.microsoft.com/office/drawing/2014/main" id="{5B06A05F-A2A5-440E-AD7A-4C16E81F1DF5}"/>
              </a:ext>
            </a:extLst>
          </p:cNvPr>
          <p:cNvSpPr>
            <a:spLocks noGrp="1"/>
          </p:cNvSpPr>
          <p:nvPr/>
        </p:nvSpPr>
        <p:spPr>
          <a:xfrm>
            <a:off x="617208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4918">
            <a:extLst>
              <a:ext uri="{FF2B5EF4-FFF2-40B4-BE49-F238E27FC236}">
                <a16:creationId xmlns:a16="http://schemas.microsoft.com/office/drawing/2014/main" id="{1CEB922C-3109-4C2F-8BAB-FE86D053E83D}"/>
              </a:ext>
            </a:extLst>
          </p:cNvPr>
          <p:cNvSpPr>
            <a:spLocks noGrp="1"/>
          </p:cNvSpPr>
          <p:nvPr/>
        </p:nvSpPr>
        <p:spPr>
          <a:xfrm>
            <a:off x="617287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4919">
            <a:extLst>
              <a:ext uri="{FF2B5EF4-FFF2-40B4-BE49-F238E27FC236}">
                <a16:creationId xmlns:a16="http://schemas.microsoft.com/office/drawing/2014/main" id="{0D7C8058-878C-4ABA-8851-66CA46740EC8}"/>
              </a:ext>
            </a:extLst>
          </p:cNvPr>
          <p:cNvSpPr>
            <a:spLocks noGrp="1"/>
          </p:cNvSpPr>
          <p:nvPr/>
        </p:nvSpPr>
        <p:spPr>
          <a:xfrm>
            <a:off x="61394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4920">
            <a:extLst>
              <a:ext uri="{FF2B5EF4-FFF2-40B4-BE49-F238E27FC236}">
                <a16:creationId xmlns:a16="http://schemas.microsoft.com/office/drawing/2014/main" id="{C7E2E712-ECEF-4A68-979A-EFE04CD785D2}"/>
              </a:ext>
            </a:extLst>
          </p:cNvPr>
          <p:cNvSpPr>
            <a:spLocks noGrp="1"/>
          </p:cNvSpPr>
          <p:nvPr/>
        </p:nvSpPr>
        <p:spPr>
          <a:xfrm>
            <a:off x="618746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4921">
            <a:extLst>
              <a:ext uri="{FF2B5EF4-FFF2-40B4-BE49-F238E27FC236}">
                <a16:creationId xmlns:a16="http://schemas.microsoft.com/office/drawing/2014/main" id="{298A9738-3ADC-414F-8DE2-7D050CC7E2D0}"/>
              </a:ext>
            </a:extLst>
          </p:cNvPr>
          <p:cNvSpPr>
            <a:spLocks noGrp="1"/>
          </p:cNvSpPr>
          <p:nvPr/>
        </p:nvSpPr>
        <p:spPr>
          <a:xfrm>
            <a:off x="6176631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4922">
            <a:extLst>
              <a:ext uri="{FF2B5EF4-FFF2-40B4-BE49-F238E27FC236}">
                <a16:creationId xmlns:a16="http://schemas.microsoft.com/office/drawing/2014/main" id="{EF3061DC-4BE4-4A20-ABE2-6660ABD2C275}"/>
              </a:ext>
            </a:extLst>
          </p:cNvPr>
          <p:cNvSpPr>
            <a:spLocks noGrp="1"/>
          </p:cNvSpPr>
          <p:nvPr/>
        </p:nvSpPr>
        <p:spPr>
          <a:xfrm>
            <a:off x="6190407" y="3232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4923">
            <a:extLst>
              <a:ext uri="{FF2B5EF4-FFF2-40B4-BE49-F238E27FC236}">
                <a16:creationId xmlns:a16="http://schemas.microsoft.com/office/drawing/2014/main" id="{5E84A9D3-A548-4927-8CEE-B262820FC7FB}"/>
              </a:ext>
            </a:extLst>
          </p:cNvPr>
          <p:cNvSpPr>
            <a:spLocks noGrp="1"/>
          </p:cNvSpPr>
          <p:nvPr/>
        </p:nvSpPr>
        <p:spPr>
          <a:xfrm>
            <a:off x="614533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4924">
            <a:extLst>
              <a:ext uri="{FF2B5EF4-FFF2-40B4-BE49-F238E27FC236}">
                <a16:creationId xmlns:a16="http://schemas.microsoft.com/office/drawing/2014/main" id="{2E58335E-A6E8-4679-A224-81919AA5C6FA}"/>
              </a:ext>
            </a:extLst>
          </p:cNvPr>
          <p:cNvSpPr>
            <a:spLocks noGrp="1"/>
          </p:cNvSpPr>
          <p:nvPr/>
        </p:nvSpPr>
        <p:spPr>
          <a:xfrm>
            <a:off x="61756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4925">
            <a:extLst>
              <a:ext uri="{FF2B5EF4-FFF2-40B4-BE49-F238E27FC236}">
                <a16:creationId xmlns:a16="http://schemas.microsoft.com/office/drawing/2014/main" id="{410211F6-4410-46E5-AA02-4C80A47CC964}"/>
              </a:ext>
            </a:extLst>
          </p:cNvPr>
          <p:cNvSpPr>
            <a:spLocks noGrp="1"/>
          </p:cNvSpPr>
          <p:nvPr/>
        </p:nvSpPr>
        <p:spPr>
          <a:xfrm>
            <a:off x="6203478" y="3239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4926">
            <a:extLst>
              <a:ext uri="{FF2B5EF4-FFF2-40B4-BE49-F238E27FC236}">
                <a16:creationId xmlns:a16="http://schemas.microsoft.com/office/drawing/2014/main" id="{177A8A00-ECE0-44F3-9491-8A0E7797C45A}"/>
              </a:ext>
            </a:extLst>
          </p:cNvPr>
          <p:cNvSpPr>
            <a:spLocks noGrp="1"/>
          </p:cNvSpPr>
          <p:nvPr/>
        </p:nvSpPr>
        <p:spPr>
          <a:xfrm>
            <a:off x="616151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4927">
            <a:extLst>
              <a:ext uri="{FF2B5EF4-FFF2-40B4-BE49-F238E27FC236}">
                <a16:creationId xmlns:a16="http://schemas.microsoft.com/office/drawing/2014/main" id="{86AD8971-FF3E-40BD-BAB5-BF79C6064918}"/>
              </a:ext>
            </a:extLst>
          </p:cNvPr>
          <p:cNvSpPr>
            <a:spLocks noGrp="1"/>
          </p:cNvSpPr>
          <p:nvPr/>
        </p:nvSpPr>
        <p:spPr>
          <a:xfrm>
            <a:off x="6112771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4928">
            <a:extLst>
              <a:ext uri="{FF2B5EF4-FFF2-40B4-BE49-F238E27FC236}">
                <a16:creationId xmlns:a16="http://schemas.microsoft.com/office/drawing/2014/main" id="{F1A41441-9BF0-452E-BDFD-B82355B4E3CC}"/>
              </a:ext>
            </a:extLst>
          </p:cNvPr>
          <p:cNvSpPr>
            <a:spLocks noGrp="1"/>
          </p:cNvSpPr>
          <p:nvPr/>
        </p:nvSpPr>
        <p:spPr>
          <a:xfrm>
            <a:off x="61850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4929">
            <a:extLst>
              <a:ext uri="{FF2B5EF4-FFF2-40B4-BE49-F238E27FC236}">
                <a16:creationId xmlns:a16="http://schemas.microsoft.com/office/drawing/2014/main" id="{8F84C275-0E47-48AC-8C9A-144E12BD7D45}"/>
              </a:ext>
            </a:extLst>
          </p:cNvPr>
          <p:cNvSpPr>
            <a:spLocks noGrp="1"/>
          </p:cNvSpPr>
          <p:nvPr/>
        </p:nvSpPr>
        <p:spPr>
          <a:xfrm>
            <a:off x="61345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4930">
            <a:extLst>
              <a:ext uri="{FF2B5EF4-FFF2-40B4-BE49-F238E27FC236}">
                <a16:creationId xmlns:a16="http://schemas.microsoft.com/office/drawing/2014/main" id="{FCA88070-2BC6-4DDC-A27E-C8EE1E884912}"/>
              </a:ext>
            </a:extLst>
          </p:cNvPr>
          <p:cNvSpPr>
            <a:spLocks noGrp="1"/>
          </p:cNvSpPr>
          <p:nvPr/>
        </p:nvSpPr>
        <p:spPr>
          <a:xfrm>
            <a:off x="620947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4931">
            <a:extLst>
              <a:ext uri="{FF2B5EF4-FFF2-40B4-BE49-F238E27FC236}">
                <a16:creationId xmlns:a16="http://schemas.microsoft.com/office/drawing/2014/main" id="{83F7723F-6A4E-4A37-8362-23D29A624CA8}"/>
              </a:ext>
            </a:extLst>
          </p:cNvPr>
          <p:cNvSpPr>
            <a:spLocks noGrp="1"/>
          </p:cNvSpPr>
          <p:nvPr/>
        </p:nvSpPr>
        <p:spPr>
          <a:xfrm>
            <a:off x="6143201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4932">
            <a:extLst>
              <a:ext uri="{FF2B5EF4-FFF2-40B4-BE49-F238E27FC236}">
                <a16:creationId xmlns:a16="http://schemas.microsoft.com/office/drawing/2014/main" id="{D47B1F27-70A0-4D76-AED8-089173DD8345}"/>
              </a:ext>
            </a:extLst>
          </p:cNvPr>
          <p:cNvSpPr>
            <a:spLocks noGrp="1"/>
          </p:cNvSpPr>
          <p:nvPr/>
        </p:nvSpPr>
        <p:spPr>
          <a:xfrm>
            <a:off x="610747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4933">
            <a:extLst>
              <a:ext uri="{FF2B5EF4-FFF2-40B4-BE49-F238E27FC236}">
                <a16:creationId xmlns:a16="http://schemas.microsoft.com/office/drawing/2014/main" id="{BCE6FAA4-88CB-463E-B012-8313F079BA11}"/>
              </a:ext>
            </a:extLst>
          </p:cNvPr>
          <p:cNvSpPr>
            <a:spLocks noGrp="1"/>
          </p:cNvSpPr>
          <p:nvPr/>
        </p:nvSpPr>
        <p:spPr>
          <a:xfrm>
            <a:off x="61961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4934">
            <a:extLst>
              <a:ext uri="{FF2B5EF4-FFF2-40B4-BE49-F238E27FC236}">
                <a16:creationId xmlns:a16="http://schemas.microsoft.com/office/drawing/2014/main" id="{81DC5E1F-9BDF-4841-9682-E4A99F338DE4}"/>
              </a:ext>
            </a:extLst>
          </p:cNvPr>
          <p:cNvSpPr>
            <a:spLocks noGrp="1"/>
          </p:cNvSpPr>
          <p:nvPr/>
        </p:nvSpPr>
        <p:spPr>
          <a:xfrm>
            <a:off x="61621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4935">
            <a:extLst>
              <a:ext uri="{FF2B5EF4-FFF2-40B4-BE49-F238E27FC236}">
                <a16:creationId xmlns:a16="http://schemas.microsoft.com/office/drawing/2014/main" id="{3E092682-F3C2-428E-8994-1DD3606680D1}"/>
              </a:ext>
            </a:extLst>
          </p:cNvPr>
          <p:cNvSpPr>
            <a:spLocks noGrp="1"/>
          </p:cNvSpPr>
          <p:nvPr/>
        </p:nvSpPr>
        <p:spPr>
          <a:xfrm>
            <a:off x="6196017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4936">
            <a:extLst>
              <a:ext uri="{FF2B5EF4-FFF2-40B4-BE49-F238E27FC236}">
                <a16:creationId xmlns:a16="http://schemas.microsoft.com/office/drawing/2014/main" id="{656C03FA-9FB3-4DDA-A602-9E6BA9EAD46E}"/>
              </a:ext>
            </a:extLst>
          </p:cNvPr>
          <p:cNvSpPr>
            <a:spLocks noGrp="1"/>
          </p:cNvSpPr>
          <p:nvPr/>
        </p:nvSpPr>
        <p:spPr>
          <a:xfrm>
            <a:off x="612735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4937">
            <a:extLst>
              <a:ext uri="{FF2B5EF4-FFF2-40B4-BE49-F238E27FC236}">
                <a16:creationId xmlns:a16="http://schemas.microsoft.com/office/drawing/2014/main" id="{CBE85D0A-7C06-4518-97E4-F91C98179E31}"/>
              </a:ext>
            </a:extLst>
          </p:cNvPr>
          <p:cNvSpPr>
            <a:spLocks noGrp="1"/>
          </p:cNvSpPr>
          <p:nvPr/>
        </p:nvSpPr>
        <p:spPr>
          <a:xfrm>
            <a:off x="613991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4938">
            <a:extLst>
              <a:ext uri="{FF2B5EF4-FFF2-40B4-BE49-F238E27FC236}">
                <a16:creationId xmlns:a16="http://schemas.microsoft.com/office/drawing/2014/main" id="{9BE8C785-66DF-486B-8CE8-5CEC3BD8F6FA}"/>
              </a:ext>
            </a:extLst>
          </p:cNvPr>
          <p:cNvSpPr>
            <a:spLocks noGrp="1"/>
          </p:cNvSpPr>
          <p:nvPr/>
        </p:nvSpPr>
        <p:spPr>
          <a:xfrm>
            <a:off x="611578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4939">
            <a:extLst>
              <a:ext uri="{FF2B5EF4-FFF2-40B4-BE49-F238E27FC236}">
                <a16:creationId xmlns:a16="http://schemas.microsoft.com/office/drawing/2014/main" id="{BC875EFB-D253-40CA-A6CD-425017E75D69}"/>
              </a:ext>
            </a:extLst>
          </p:cNvPr>
          <p:cNvSpPr>
            <a:spLocks noGrp="1"/>
          </p:cNvSpPr>
          <p:nvPr/>
        </p:nvSpPr>
        <p:spPr>
          <a:xfrm>
            <a:off x="616347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4940">
            <a:extLst>
              <a:ext uri="{FF2B5EF4-FFF2-40B4-BE49-F238E27FC236}">
                <a16:creationId xmlns:a16="http://schemas.microsoft.com/office/drawing/2014/main" id="{413F3752-399C-4B4F-BFBC-63F89A611BC5}"/>
              </a:ext>
            </a:extLst>
          </p:cNvPr>
          <p:cNvSpPr>
            <a:spLocks noGrp="1"/>
          </p:cNvSpPr>
          <p:nvPr/>
        </p:nvSpPr>
        <p:spPr>
          <a:xfrm>
            <a:off x="62002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4941">
            <a:extLst>
              <a:ext uri="{FF2B5EF4-FFF2-40B4-BE49-F238E27FC236}">
                <a16:creationId xmlns:a16="http://schemas.microsoft.com/office/drawing/2014/main" id="{A16EC224-46C1-4E4F-A1AF-06B5B1A0C3EF}"/>
              </a:ext>
            </a:extLst>
          </p:cNvPr>
          <p:cNvSpPr>
            <a:spLocks noGrp="1"/>
          </p:cNvSpPr>
          <p:nvPr/>
        </p:nvSpPr>
        <p:spPr>
          <a:xfrm>
            <a:off x="6177929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4942">
            <a:extLst>
              <a:ext uri="{FF2B5EF4-FFF2-40B4-BE49-F238E27FC236}">
                <a16:creationId xmlns:a16="http://schemas.microsoft.com/office/drawing/2014/main" id="{AEEFA6C4-4D2D-4DBF-B2C3-A21A39CE9F7F}"/>
              </a:ext>
            </a:extLst>
          </p:cNvPr>
          <p:cNvSpPr>
            <a:spLocks noGrp="1"/>
          </p:cNvSpPr>
          <p:nvPr/>
        </p:nvSpPr>
        <p:spPr>
          <a:xfrm>
            <a:off x="612127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4943">
            <a:extLst>
              <a:ext uri="{FF2B5EF4-FFF2-40B4-BE49-F238E27FC236}">
                <a16:creationId xmlns:a16="http://schemas.microsoft.com/office/drawing/2014/main" id="{2813232B-BB89-4B3F-BD68-0A57A805ED6C}"/>
              </a:ext>
            </a:extLst>
          </p:cNvPr>
          <p:cNvSpPr>
            <a:spLocks noGrp="1"/>
          </p:cNvSpPr>
          <p:nvPr/>
        </p:nvSpPr>
        <p:spPr>
          <a:xfrm>
            <a:off x="611555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4944">
            <a:extLst>
              <a:ext uri="{FF2B5EF4-FFF2-40B4-BE49-F238E27FC236}">
                <a16:creationId xmlns:a16="http://schemas.microsoft.com/office/drawing/2014/main" id="{31A66953-C849-4225-A738-B77708011F16}"/>
              </a:ext>
            </a:extLst>
          </p:cNvPr>
          <p:cNvSpPr>
            <a:spLocks noGrp="1"/>
          </p:cNvSpPr>
          <p:nvPr/>
        </p:nvSpPr>
        <p:spPr>
          <a:xfrm>
            <a:off x="615861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4945">
            <a:extLst>
              <a:ext uri="{FF2B5EF4-FFF2-40B4-BE49-F238E27FC236}">
                <a16:creationId xmlns:a16="http://schemas.microsoft.com/office/drawing/2014/main" id="{CBC1E2D9-F7C1-4142-BA92-B5CD233DE34F}"/>
              </a:ext>
            </a:extLst>
          </p:cNvPr>
          <p:cNvSpPr>
            <a:spLocks noGrp="1"/>
          </p:cNvSpPr>
          <p:nvPr/>
        </p:nvSpPr>
        <p:spPr>
          <a:xfrm>
            <a:off x="61400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4946">
            <a:extLst>
              <a:ext uri="{FF2B5EF4-FFF2-40B4-BE49-F238E27FC236}">
                <a16:creationId xmlns:a16="http://schemas.microsoft.com/office/drawing/2014/main" id="{1C4ED4FC-5573-4A07-9617-1E92CEB7F8A5}"/>
              </a:ext>
            </a:extLst>
          </p:cNvPr>
          <p:cNvSpPr>
            <a:spLocks noGrp="1"/>
          </p:cNvSpPr>
          <p:nvPr/>
        </p:nvSpPr>
        <p:spPr>
          <a:xfrm>
            <a:off x="6150806" y="26957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4947">
            <a:extLst>
              <a:ext uri="{FF2B5EF4-FFF2-40B4-BE49-F238E27FC236}">
                <a16:creationId xmlns:a16="http://schemas.microsoft.com/office/drawing/2014/main" id="{4221B4B5-E499-428C-950F-0A9491B7B1E9}"/>
              </a:ext>
            </a:extLst>
          </p:cNvPr>
          <p:cNvSpPr>
            <a:spLocks noGrp="1"/>
          </p:cNvSpPr>
          <p:nvPr/>
        </p:nvSpPr>
        <p:spPr>
          <a:xfrm>
            <a:off x="61874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4948">
            <a:extLst>
              <a:ext uri="{FF2B5EF4-FFF2-40B4-BE49-F238E27FC236}">
                <a16:creationId xmlns:a16="http://schemas.microsoft.com/office/drawing/2014/main" id="{5F07864A-DF18-46DD-9EFC-35A94A5A0D60}"/>
              </a:ext>
            </a:extLst>
          </p:cNvPr>
          <p:cNvSpPr>
            <a:spLocks noGrp="1"/>
          </p:cNvSpPr>
          <p:nvPr/>
        </p:nvSpPr>
        <p:spPr>
          <a:xfrm>
            <a:off x="614120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4949">
            <a:extLst>
              <a:ext uri="{FF2B5EF4-FFF2-40B4-BE49-F238E27FC236}">
                <a16:creationId xmlns:a16="http://schemas.microsoft.com/office/drawing/2014/main" id="{F9878F1B-0A54-4992-B96F-76A969253CFB}"/>
              </a:ext>
            </a:extLst>
          </p:cNvPr>
          <p:cNvSpPr>
            <a:spLocks noGrp="1"/>
          </p:cNvSpPr>
          <p:nvPr/>
        </p:nvSpPr>
        <p:spPr>
          <a:xfrm>
            <a:off x="61452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4950">
            <a:extLst>
              <a:ext uri="{FF2B5EF4-FFF2-40B4-BE49-F238E27FC236}">
                <a16:creationId xmlns:a16="http://schemas.microsoft.com/office/drawing/2014/main" id="{CFC80219-C951-4A89-97CF-B1DC06857FF3}"/>
              </a:ext>
            </a:extLst>
          </p:cNvPr>
          <p:cNvSpPr>
            <a:spLocks noGrp="1"/>
          </p:cNvSpPr>
          <p:nvPr/>
        </p:nvSpPr>
        <p:spPr>
          <a:xfrm>
            <a:off x="618412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4951">
            <a:extLst>
              <a:ext uri="{FF2B5EF4-FFF2-40B4-BE49-F238E27FC236}">
                <a16:creationId xmlns:a16="http://schemas.microsoft.com/office/drawing/2014/main" id="{C317D7AE-6FBF-4911-B3FE-C9218BD383F0}"/>
              </a:ext>
            </a:extLst>
          </p:cNvPr>
          <p:cNvSpPr>
            <a:spLocks noGrp="1"/>
          </p:cNvSpPr>
          <p:nvPr/>
        </p:nvSpPr>
        <p:spPr>
          <a:xfrm>
            <a:off x="61311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4952">
            <a:extLst>
              <a:ext uri="{FF2B5EF4-FFF2-40B4-BE49-F238E27FC236}">
                <a16:creationId xmlns:a16="http://schemas.microsoft.com/office/drawing/2014/main" id="{BE7B7CF1-0380-4807-8261-DD359736F0D8}"/>
              </a:ext>
            </a:extLst>
          </p:cNvPr>
          <p:cNvSpPr>
            <a:spLocks noGrp="1"/>
          </p:cNvSpPr>
          <p:nvPr/>
        </p:nvSpPr>
        <p:spPr>
          <a:xfrm>
            <a:off x="613616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4953">
            <a:extLst>
              <a:ext uri="{FF2B5EF4-FFF2-40B4-BE49-F238E27FC236}">
                <a16:creationId xmlns:a16="http://schemas.microsoft.com/office/drawing/2014/main" id="{5304FECE-C2F5-4549-ABC7-F890DA834DC9}"/>
              </a:ext>
            </a:extLst>
          </p:cNvPr>
          <p:cNvSpPr>
            <a:spLocks noGrp="1"/>
          </p:cNvSpPr>
          <p:nvPr/>
        </p:nvSpPr>
        <p:spPr>
          <a:xfrm>
            <a:off x="613509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4954">
            <a:extLst>
              <a:ext uri="{FF2B5EF4-FFF2-40B4-BE49-F238E27FC236}">
                <a16:creationId xmlns:a16="http://schemas.microsoft.com/office/drawing/2014/main" id="{0ADC3403-61A2-40F2-9DCC-E3115834AFF3}"/>
              </a:ext>
            </a:extLst>
          </p:cNvPr>
          <p:cNvSpPr>
            <a:spLocks noGrp="1"/>
          </p:cNvSpPr>
          <p:nvPr/>
        </p:nvSpPr>
        <p:spPr>
          <a:xfrm>
            <a:off x="61934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4955">
            <a:extLst>
              <a:ext uri="{FF2B5EF4-FFF2-40B4-BE49-F238E27FC236}">
                <a16:creationId xmlns:a16="http://schemas.microsoft.com/office/drawing/2014/main" id="{AC4BD5F3-B0E4-469B-972A-7DD2E76F21E3}"/>
              </a:ext>
            </a:extLst>
          </p:cNvPr>
          <p:cNvSpPr>
            <a:spLocks noGrp="1"/>
          </p:cNvSpPr>
          <p:nvPr/>
        </p:nvSpPr>
        <p:spPr>
          <a:xfrm>
            <a:off x="6116420" y="1921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4956">
            <a:extLst>
              <a:ext uri="{FF2B5EF4-FFF2-40B4-BE49-F238E27FC236}">
                <a16:creationId xmlns:a16="http://schemas.microsoft.com/office/drawing/2014/main" id="{8E35116B-3C67-4416-A547-96B34A68C191}"/>
              </a:ext>
            </a:extLst>
          </p:cNvPr>
          <p:cNvSpPr>
            <a:spLocks noGrp="1"/>
          </p:cNvSpPr>
          <p:nvPr/>
        </p:nvSpPr>
        <p:spPr>
          <a:xfrm>
            <a:off x="6111227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4957">
            <a:extLst>
              <a:ext uri="{FF2B5EF4-FFF2-40B4-BE49-F238E27FC236}">
                <a16:creationId xmlns:a16="http://schemas.microsoft.com/office/drawing/2014/main" id="{F02A50D1-37A8-4454-9104-59416386A520}"/>
              </a:ext>
            </a:extLst>
          </p:cNvPr>
          <p:cNvSpPr>
            <a:spLocks noGrp="1"/>
          </p:cNvSpPr>
          <p:nvPr/>
        </p:nvSpPr>
        <p:spPr>
          <a:xfrm>
            <a:off x="621459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4958">
            <a:extLst>
              <a:ext uri="{FF2B5EF4-FFF2-40B4-BE49-F238E27FC236}">
                <a16:creationId xmlns:a16="http://schemas.microsoft.com/office/drawing/2014/main" id="{CE3391C9-B0F4-48DE-9487-2C5FE8BC6D5F}"/>
              </a:ext>
            </a:extLst>
          </p:cNvPr>
          <p:cNvSpPr>
            <a:spLocks noGrp="1"/>
          </p:cNvSpPr>
          <p:nvPr/>
        </p:nvSpPr>
        <p:spPr>
          <a:xfrm>
            <a:off x="620266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4959">
            <a:extLst>
              <a:ext uri="{FF2B5EF4-FFF2-40B4-BE49-F238E27FC236}">
                <a16:creationId xmlns:a16="http://schemas.microsoft.com/office/drawing/2014/main" id="{8A361F50-20BE-4244-8D5E-6671E85795AE}"/>
              </a:ext>
            </a:extLst>
          </p:cNvPr>
          <p:cNvSpPr>
            <a:spLocks noGrp="1"/>
          </p:cNvSpPr>
          <p:nvPr/>
        </p:nvSpPr>
        <p:spPr>
          <a:xfrm>
            <a:off x="614027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4960">
            <a:extLst>
              <a:ext uri="{FF2B5EF4-FFF2-40B4-BE49-F238E27FC236}">
                <a16:creationId xmlns:a16="http://schemas.microsoft.com/office/drawing/2014/main" id="{A0F6B9DB-FF12-407F-ACCF-DCE0C4D0B9B6}"/>
              </a:ext>
            </a:extLst>
          </p:cNvPr>
          <p:cNvSpPr>
            <a:spLocks noGrp="1"/>
          </p:cNvSpPr>
          <p:nvPr/>
        </p:nvSpPr>
        <p:spPr>
          <a:xfrm>
            <a:off x="6157245" y="18913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4961">
            <a:extLst>
              <a:ext uri="{FF2B5EF4-FFF2-40B4-BE49-F238E27FC236}">
                <a16:creationId xmlns:a16="http://schemas.microsoft.com/office/drawing/2014/main" id="{123125C1-418F-4B11-9CA1-06F5499B95EC}"/>
              </a:ext>
            </a:extLst>
          </p:cNvPr>
          <p:cNvSpPr>
            <a:spLocks noGrp="1"/>
          </p:cNvSpPr>
          <p:nvPr/>
        </p:nvSpPr>
        <p:spPr>
          <a:xfrm>
            <a:off x="617611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4962">
            <a:extLst>
              <a:ext uri="{FF2B5EF4-FFF2-40B4-BE49-F238E27FC236}">
                <a16:creationId xmlns:a16="http://schemas.microsoft.com/office/drawing/2014/main" id="{8CE26BD0-C275-4575-995D-CDF8E034DE6C}"/>
              </a:ext>
            </a:extLst>
          </p:cNvPr>
          <p:cNvSpPr>
            <a:spLocks noGrp="1"/>
          </p:cNvSpPr>
          <p:nvPr/>
        </p:nvSpPr>
        <p:spPr>
          <a:xfrm>
            <a:off x="61125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4963">
            <a:extLst>
              <a:ext uri="{FF2B5EF4-FFF2-40B4-BE49-F238E27FC236}">
                <a16:creationId xmlns:a16="http://schemas.microsoft.com/office/drawing/2014/main" id="{4A9F4410-5193-40A1-B8A9-B493E1CCCD4C}"/>
              </a:ext>
            </a:extLst>
          </p:cNvPr>
          <p:cNvSpPr>
            <a:spLocks noGrp="1"/>
          </p:cNvSpPr>
          <p:nvPr/>
        </p:nvSpPr>
        <p:spPr>
          <a:xfrm>
            <a:off x="6115050" y="24221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4964">
            <a:extLst>
              <a:ext uri="{FF2B5EF4-FFF2-40B4-BE49-F238E27FC236}">
                <a16:creationId xmlns:a16="http://schemas.microsoft.com/office/drawing/2014/main" id="{C54136E9-DE21-44F4-993B-4D5BD0C77D2A}"/>
              </a:ext>
            </a:extLst>
          </p:cNvPr>
          <p:cNvSpPr>
            <a:spLocks noGrp="1"/>
          </p:cNvSpPr>
          <p:nvPr/>
        </p:nvSpPr>
        <p:spPr>
          <a:xfrm>
            <a:off x="6205271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4965">
            <a:extLst>
              <a:ext uri="{FF2B5EF4-FFF2-40B4-BE49-F238E27FC236}">
                <a16:creationId xmlns:a16="http://schemas.microsoft.com/office/drawing/2014/main" id="{380A1A23-F569-40D0-B66E-6E161AB233ED}"/>
              </a:ext>
            </a:extLst>
          </p:cNvPr>
          <p:cNvSpPr>
            <a:spLocks noGrp="1"/>
          </p:cNvSpPr>
          <p:nvPr/>
        </p:nvSpPr>
        <p:spPr>
          <a:xfrm>
            <a:off x="614850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4966">
            <a:extLst>
              <a:ext uri="{FF2B5EF4-FFF2-40B4-BE49-F238E27FC236}">
                <a16:creationId xmlns:a16="http://schemas.microsoft.com/office/drawing/2014/main" id="{1BAF31C4-7E34-436A-9381-B6D6C6BC22F1}"/>
              </a:ext>
            </a:extLst>
          </p:cNvPr>
          <p:cNvSpPr>
            <a:spLocks noGrp="1"/>
          </p:cNvSpPr>
          <p:nvPr/>
        </p:nvSpPr>
        <p:spPr>
          <a:xfrm>
            <a:off x="618291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4967">
            <a:extLst>
              <a:ext uri="{FF2B5EF4-FFF2-40B4-BE49-F238E27FC236}">
                <a16:creationId xmlns:a16="http://schemas.microsoft.com/office/drawing/2014/main" id="{BE3A9CC8-871D-4324-9EF0-015A33AD9DCE}"/>
              </a:ext>
            </a:extLst>
          </p:cNvPr>
          <p:cNvSpPr>
            <a:spLocks noGrp="1"/>
          </p:cNvSpPr>
          <p:nvPr/>
        </p:nvSpPr>
        <p:spPr>
          <a:xfrm>
            <a:off x="616095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4968">
            <a:extLst>
              <a:ext uri="{FF2B5EF4-FFF2-40B4-BE49-F238E27FC236}">
                <a16:creationId xmlns:a16="http://schemas.microsoft.com/office/drawing/2014/main" id="{AAF53A04-A6E9-4F30-B4B8-013244F8B216}"/>
              </a:ext>
            </a:extLst>
          </p:cNvPr>
          <p:cNvSpPr>
            <a:spLocks noGrp="1"/>
          </p:cNvSpPr>
          <p:nvPr/>
        </p:nvSpPr>
        <p:spPr>
          <a:xfrm>
            <a:off x="621146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4969">
            <a:extLst>
              <a:ext uri="{FF2B5EF4-FFF2-40B4-BE49-F238E27FC236}">
                <a16:creationId xmlns:a16="http://schemas.microsoft.com/office/drawing/2014/main" id="{688E4D9C-8104-4C54-8979-D87ACB2DE49B}"/>
              </a:ext>
            </a:extLst>
          </p:cNvPr>
          <p:cNvSpPr>
            <a:spLocks noGrp="1"/>
          </p:cNvSpPr>
          <p:nvPr/>
        </p:nvSpPr>
        <p:spPr>
          <a:xfrm>
            <a:off x="611648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4970">
            <a:extLst>
              <a:ext uri="{FF2B5EF4-FFF2-40B4-BE49-F238E27FC236}">
                <a16:creationId xmlns:a16="http://schemas.microsoft.com/office/drawing/2014/main" id="{FAD61D2B-969C-45E5-A60F-99F73F68980F}"/>
              </a:ext>
            </a:extLst>
          </p:cNvPr>
          <p:cNvSpPr>
            <a:spLocks noGrp="1"/>
          </p:cNvSpPr>
          <p:nvPr/>
        </p:nvSpPr>
        <p:spPr>
          <a:xfrm>
            <a:off x="613909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4971">
            <a:extLst>
              <a:ext uri="{FF2B5EF4-FFF2-40B4-BE49-F238E27FC236}">
                <a16:creationId xmlns:a16="http://schemas.microsoft.com/office/drawing/2014/main" id="{45A07F56-0258-41B9-840C-32DB4C03AF40}"/>
              </a:ext>
            </a:extLst>
          </p:cNvPr>
          <p:cNvSpPr>
            <a:spLocks noGrp="1"/>
          </p:cNvSpPr>
          <p:nvPr/>
        </p:nvSpPr>
        <p:spPr>
          <a:xfrm>
            <a:off x="620011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4972">
            <a:extLst>
              <a:ext uri="{FF2B5EF4-FFF2-40B4-BE49-F238E27FC236}">
                <a16:creationId xmlns:a16="http://schemas.microsoft.com/office/drawing/2014/main" id="{3095902B-F9B4-4DDA-9FEE-36B2A107531E}"/>
              </a:ext>
            </a:extLst>
          </p:cNvPr>
          <p:cNvSpPr>
            <a:spLocks noGrp="1"/>
          </p:cNvSpPr>
          <p:nvPr/>
        </p:nvSpPr>
        <p:spPr>
          <a:xfrm>
            <a:off x="6188271" y="25081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4973">
            <a:extLst>
              <a:ext uri="{FF2B5EF4-FFF2-40B4-BE49-F238E27FC236}">
                <a16:creationId xmlns:a16="http://schemas.microsoft.com/office/drawing/2014/main" id="{59350389-8958-4AA0-9812-56DD4C48D81D}"/>
              </a:ext>
            </a:extLst>
          </p:cNvPr>
          <p:cNvSpPr>
            <a:spLocks noGrp="1"/>
          </p:cNvSpPr>
          <p:nvPr/>
        </p:nvSpPr>
        <p:spPr>
          <a:xfrm>
            <a:off x="614495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4974">
            <a:extLst>
              <a:ext uri="{FF2B5EF4-FFF2-40B4-BE49-F238E27FC236}">
                <a16:creationId xmlns:a16="http://schemas.microsoft.com/office/drawing/2014/main" id="{940038DA-FEA3-46C5-B648-42C574B5088A}"/>
              </a:ext>
            </a:extLst>
          </p:cNvPr>
          <p:cNvSpPr>
            <a:spLocks noGrp="1"/>
          </p:cNvSpPr>
          <p:nvPr/>
        </p:nvSpPr>
        <p:spPr>
          <a:xfrm>
            <a:off x="615173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4975">
            <a:extLst>
              <a:ext uri="{FF2B5EF4-FFF2-40B4-BE49-F238E27FC236}">
                <a16:creationId xmlns:a16="http://schemas.microsoft.com/office/drawing/2014/main" id="{226D9FCC-93B1-488A-A8B5-992CD039D10F}"/>
              </a:ext>
            </a:extLst>
          </p:cNvPr>
          <p:cNvSpPr>
            <a:spLocks noGrp="1"/>
          </p:cNvSpPr>
          <p:nvPr/>
        </p:nvSpPr>
        <p:spPr>
          <a:xfrm>
            <a:off x="616897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4976">
            <a:extLst>
              <a:ext uri="{FF2B5EF4-FFF2-40B4-BE49-F238E27FC236}">
                <a16:creationId xmlns:a16="http://schemas.microsoft.com/office/drawing/2014/main" id="{28FCC9D6-AFCC-4722-8955-DC4B542E7A9B}"/>
              </a:ext>
            </a:extLst>
          </p:cNvPr>
          <p:cNvSpPr>
            <a:spLocks noGrp="1"/>
          </p:cNvSpPr>
          <p:nvPr/>
        </p:nvSpPr>
        <p:spPr>
          <a:xfrm>
            <a:off x="617737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4977">
            <a:extLst>
              <a:ext uri="{FF2B5EF4-FFF2-40B4-BE49-F238E27FC236}">
                <a16:creationId xmlns:a16="http://schemas.microsoft.com/office/drawing/2014/main" id="{31A21E6F-BF5E-4F96-BFAF-2B20735AF05A}"/>
              </a:ext>
            </a:extLst>
          </p:cNvPr>
          <p:cNvSpPr>
            <a:spLocks noGrp="1"/>
          </p:cNvSpPr>
          <p:nvPr/>
        </p:nvSpPr>
        <p:spPr>
          <a:xfrm>
            <a:off x="6139810" y="22685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4978">
            <a:extLst>
              <a:ext uri="{FF2B5EF4-FFF2-40B4-BE49-F238E27FC236}">
                <a16:creationId xmlns:a16="http://schemas.microsoft.com/office/drawing/2014/main" id="{E8F19C39-0923-4CAA-BD55-6C9ACB54FBC8}"/>
              </a:ext>
            </a:extLst>
          </p:cNvPr>
          <p:cNvSpPr>
            <a:spLocks noGrp="1"/>
          </p:cNvSpPr>
          <p:nvPr/>
        </p:nvSpPr>
        <p:spPr>
          <a:xfrm>
            <a:off x="613745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4979">
            <a:extLst>
              <a:ext uri="{FF2B5EF4-FFF2-40B4-BE49-F238E27FC236}">
                <a16:creationId xmlns:a16="http://schemas.microsoft.com/office/drawing/2014/main" id="{6B391B98-239D-4BD7-8DE9-B8C4FD65F831}"/>
              </a:ext>
            </a:extLst>
          </p:cNvPr>
          <p:cNvSpPr>
            <a:spLocks noGrp="1"/>
          </p:cNvSpPr>
          <p:nvPr/>
        </p:nvSpPr>
        <p:spPr>
          <a:xfrm>
            <a:off x="6166386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4980">
            <a:extLst>
              <a:ext uri="{FF2B5EF4-FFF2-40B4-BE49-F238E27FC236}">
                <a16:creationId xmlns:a16="http://schemas.microsoft.com/office/drawing/2014/main" id="{A6FF63EE-B498-45D3-8165-9DECA1DA1E41}"/>
              </a:ext>
            </a:extLst>
          </p:cNvPr>
          <p:cNvSpPr>
            <a:spLocks noGrp="1"/>
          </p:cNvSpPr>
          <p:nvPr/>
        </p:nvSpPr>
        <p:spPr>
          <a:xfrm>
            <a:off x="617132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4981">
            <a:extLst>
              <a:ext uri="{FF2B5EF4-FFF2-40B4-BE49-F238E27FC236}">
                <a16:creationId xmlns:a16="http://schemas.microsoft.com/office/drawing/2014/main" id="{9FD3AC75-D2A2-4C17-81CA-184795224AF6}"/>
              </a:ext>
            </a:extLst>
          </p:cNvPr>
          <p:cNvSpPr>
            <a:spLocks noGrp="1"/>
          </p:cNvSpPr>
          <p:nvPr/>
        </p:nvSpPr>
        <p:spPr>
          <a:xfrm>
            <a:off x="61126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4982">
            <a:extLst>
              <a:ext uri="{FF2B5EF4-FFF2-40B4-BE49-F238E27FC236}">
                <a16:creationId xmlns:a16="http://schemas.microsoft.com/office/drawing/2014/main" id="{C8CEA4B1-4C64-40F7-A3AE-EBB8F9B1EB63}"/>
              </a:ext>
            </a:extLst>
          </p:cNvPr>
          <p:cNvSpPr>
            <a:spLocks noGrp="1"/>
          </p:cNvSpPr>
          <p:nvPr/>
        </p:nvSpPr>
        <p:spPr>
          <a:xfrm>
            <a:off x="61162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4983">
            <a:extLst>
              <a:ext uri="{FF2B5EF4-FFF2-40B4-BE49-F238E27FC236}">
                <a16:creationId xmlns:a16="http://schemas.microsoft.com/office/drawing/2014/main" id="{8A057E94-B922-47D5-A4BE-12B63512CF26}"/>
              </a:ext>
            </a:extLst>
          </p:cNvPr>
          <p:cNvSpPr>
            <a:spLocks noGrp="1"/>
          </p:cNvSpPr>
          <p:nvPr/>
        </p:nvSpPr>
        <p:spPr>
          <a:xfrm>
            <a:off x="613931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4984">
            <a:extLst>
              <a:ext uri="{FF2B5EF4-FFF2-40B4-BE49-F238E27FC236}">
                <a16:creationId xmlns:a16="http://schemas.microsoft.com/office/drawing/2014/main" id="{BC8F0F58-60C0-4A0C-8D58-28BC3E393BEF}"/>
              </a:ext>
            </a:extLst>
          </p:cNvPr>
          <p:cNvSpPr>
            <a:spLocks noGrp="1"/>
          </p:cNvSpPr>
          <p:nvPr/>
        </p:nvSpPr>
        <p:spPr>
          <a:xfrm>
            <a:off x="610778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4985">
            <a:extLst>
              <a:ext uri="{FF2B5EF4-FFF2-40B4-BE49-F238E27FC236}">
                <a16:creationId xmlns:a16="http://schemas.microsoft.com/office/drawing/2014/main" id="{83FB4106-8895-492B-BC06-F0E59169285E}"/>
              </a:ext>
            </a:extLst>
          </p:cNvPr>
          <p:cNvSpPr>
            <a:spLocks noGrp="1"/>
          </p:cNvSpPr>
          <p:nvPr/>
        </p:nvSpPr>
        <p:spPr>
          <a:xfrm>
            <a:off x="619610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4986">
            <a:extLst>
              <a:ext uri="{FF2B5EF4-FFF2-40B4-BE49-F238E27FC236}">
                <a16:creationId xmlns:a16="http://schemas.microsoft.com/office/drawing/2014/main" id="{D145D17B-742E-40EC-8623-167F39425E85}"/>
              </a:ext>
            </a:extLst>
          </p:cNvPr>
          <p:cNvSpPr>
            <a:spLocks noGrp="1"/>
          </p:cNvSpPr>
          <p:nvPr/>
        </p:nvSpPr>
        <p:spPr>
          <a:xfrm>
            <a:off x="618438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4987">
            <a:extLst>
              <a:ext uri="{FF2B5EF4-FFF2-40B4-BE49-F238E27FC236}">
                <a16:creationId xmlns:a16="http://schemas.microsoft.com/office/drawing/2014/main" id="{28065057-E4F0-498A-A773-1DBEF9A7D0C6}"/>
              </a:ext>
            </a:extLst>
          </p:cNvPr>
          <p:cNvSpPr>
            <a:spLocks noGrp="1"/>
          </p:cNvSpPr>
          <p:nvPr/>
        </p:nvSpPr>
        <p:spPr>
          <a:xfrm>
            <a:off x="613420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4988">
            <a:extLst>
              <a:ext uri="{FF2B5EF4-FFF2-40B4-BE49-F238E27FC236}">
                <a16:creationId xmlns:a16="http://schemas.microsoft.com/office/drawing/2014/main" id="{48758DE9-75C1-42BA-BBD8-214B2C3E24E7}"/>
              </a:ext>
            </a:extLst>
          </p:cNvPr>
          <p:cNvSpPr>
            <a:spLocks noGrp="1"/>
          </p:cNvSpPr>
          <p:nvPr/>
        </p:nvSpPr>
        <p:spPr>
          <a:xfrm>
            <a:off x="620162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4989">
            <a:extLst>
              <a:ext uri="{FF2B5EF4-FFF2-40B4-BE49-F238E27FC236}">
                <a16:creationId xmlns:a16="http://schemas.microsoft.com/office/drawing/2014/main" id="{8D130799-A2F4-43E8-AC7B-9273B03E3DD3}"/>
              </a:ext>
            </a:extLst>
          </p:cNvPr>
          <p:cNvSpPr>
            <a:spLocks noGrp="1"/>
          </p:cNvSpPr>
          <p:nvPr/>
        </p:nvSpPr>
        <p:spPr>
          <a:xfrm>
            <a:off x="61086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4990">
            <a:extLst>
              <a:ext uri="{FF2B5EF4-FFF2-40B4-BE49-F238E27FC236}">
                <a16:creationId xmlns:a16="http://schemas.microsoft.com/office/drawing/2014/main" id="{509CA287-B195-4BFF-8D0A-B8064394D050}"/>
              </a:ext>
            </a:extLst>
          </p:cNvPr>
          <p:cNvSpPr>
            <a:spLocks noGrp="1"/>
          </p:cNvSpPr>
          <p:nvPr/>
        </p:nvSpPr>
        <p:spPr>
          <a:xfrm>
            <a:off x="6153606" y="23454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4991">
            <a:extLst>
              <a:ext uri="{FF2B5EF4-FFF2-40B4-BE49-F238E27FC236}">
                <a16:creationId xmlns:a16="http://schemas.microsoft.com/office/drawing/2014/main" id="{55A77596-EA57-42FD-A486-56D8DDBDB263}"/>
              </a:ext>
            </a:extLst>
          </p:cNvPr>
          <p:cNvSpPr>
            <a:spLocks noGrp="1"/>
          </p:cNvSpPr>
          <p:nvPr/>
        </p:nvSpPr>
        <p:spPr>
          <a:xfrm>
            <a:off x="613400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4992">
            <a:extLst>
              <a:ext uri="{FF2B5EF4-FFF2-40B4-BE49-F238E27FC236}">
                <a16:creationId xmlns:a16="http://schemas.microsoft.com/office/drawing/2014/main" id="{83B56874-A616-416D-841F-2741FEFB9994}"/>
              </a:ext>
            </a:extLst>
          </p:cNvPr>
          <p:cNvSpPr>
            <a:spLocks noGrp="1"/>
          </p:cNvSpPr>
          <p:nvPr/>
        </p:nvSpPr>
        <p:spPr>
          <a:xfrm>
            <a:off x="61540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4993">
            <a:extLst>
              <a:ext uri="{FF2B5EF4-FFF2-40B4-BE49-F238E27FC236}">
                <a16:creationId xmlns:a16="http://schemas.microsoft.com/office/drawing/2014/main" id="{F0BEE035-16F7-4CF4-BE1C-F0238697E4D5}"/>
              </a:ext>
            </a:extLst>
          </p:cNvPr>
          <p:cNvSpPr>
            <a:spLocks noGrp="1"/>
          </p:cNvSpPr>
          <p:nvPr/>
        </p:nvSpPr>
        <p:spPr>
          <a:xfrm>
            <a:off x="61436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4994">
            <a:extLst>
              <a:ext uri="{FF2B5EF4-FFF2-40B4-BE49-F238E27FC236}">
                <a16:creationId xmlns:a16="http://schemas.microsoft.com/office/drawing/2014/main" id="{EA74AE48-72F2-4134-B8E2-B2645E63C95B}"/>
              </a:ext>
            </a:extLst>
          </p:cNvPr>
          <p:cNvSpPr>
            <a:spLocks noGrp="1"/>
          </p:cNvSpPr>
          <p:nvPr/>
        </p:nvSpPr>
        <p:spPr>
          <a:xfrm>
            <a:off x="615791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4995">
            <a:extLst>
              <a:ext uri="{FF2B5EF4-FFF2-40B4-BE49-F238E27FC236}">
                <a16:creationId xmlns:a16="http://schemas.microsoft.com/office/drawing/2014/main" id="{D8A9A3C8-1AA3-4C06-997E-6736BC5F4F80}"/>
              </a:ext>
            </a:extLst>
          </p:cNvPr>
          <p:cNvSpPr>
            <a:spLocks noGrp="1"/>
          </p:cNvSpPr>
          <p:nvPr/>
        </p:nvSpPr>
        <p:spPr>
          <a:xfrm>
            <a:off x="6160638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4996">
            <a:extLst>
              <a:ext uri="{FF2B5EF4-FFF2-40B4-BE49-F238E27FC236}">
                <a16:creationId xmlns:a16="http://schemas.microsoft.com/office/drawing/2014/main" id="{9E3D7A37-5395-4DE0-B35B-34087E381392}"/>
              </a:ext>
            </a:extLst>
          </p:cNvPr>
          <p:cNvSpPr>
            <a:spLocks noGrp="1"/>
          </p:cNvSpPr>
          <p:nvPr/>
        </p:nvSpPr>
        <p:spPr>
          <a:xfrm>
            <a:off x="615180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4997">
            <a:extLst>
              <a:ext uri="{FF2B5EF4-FFF2-40B4-BE49-F238E27FC236}">
                <a16:creationId xmlns:a16="http://schemas.microsoft.com/office/drawing/2014/main" id="{4621F586-4914-46CC-92F6-2253EF7A1108}"/>
              </a:ext>
            </a:extLst>
          </p:cNvPr>
          <p:cNvSpPr>
            <a:spLocks noGrp="1"/>
          </p:cNvSpPr>
          <p:nvPr/>
        </p:nvSpPr>
        <p:spPr>
          <a:xfrm>
            <a:off x="613447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4998">
            <a:extLst>
              <a:ext uri="{FF2B5EF4-FFF2-40B4-BE49-F238E27FC236}">
                <a16:creationId xmlns:a16="http://schemas.microsoft.com/office/drawing/2014/main" id="{2B456EEF-A629-49AA-BA42-DF3C07631F0F}"/>
              </a:ext>
            </a:extLst>
          </p:cNvPr>
          <p:cNvSpPr>
            <a:spLocks noGrp="1"/>
          </p:cNvSpPr>
          <p:nvPr/>
        </p:nvSpPr>
        <p:spPr>
          <a:xfrm>
            <a:off x="6213042" y="28904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4999">
            <a:extLst>
              <a:ext uri="{FF2B5EF4-FFF2-40B4-BE49-F238E27FC236}">
                <a16:creationId xmlns:a16="http://schemas.microsoft.com/office/drawing/2014/main" id="{210176D6-321C-4705-85BB-116EE5A7C1D4}"/>
              </a:ext>
            </a:extLst>
          </p:cNvPr>
          <p:cNvSpPr>
            <a:spLocks noGrp="1"/>
          </p:cNvSpPr>
          <p:nvPr/>
        </p:nvSpPr>
        <p:spPr>
          <a:xfrm>
            <a:off x="618634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5000">
            <a:extLst>
              <a:ext uri="{FF2B5EF4-FFF2-40B4-BE49-F238E27FC236}">
                <a16:creationId xmlns:a16="http://schemas.microsoft.com/office/drawing/2014/main" id="{37E99082-878C-4051-AF9C-D3F8BA53DDD8}"/>
              </a:ext>
            </a:extLst>
          </p:cNvPr>
          <p:cNvSpPr>
            <a:spLocks noGrp="1"/>
          </p:cNvSpPr>
          <p:nvPr/>
        </p:nvSpPr>
        <p:spPr>
          <a:xfrm>
            <a:off x="61090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5001">
            <a:extLst>
              <a:ext uri="{FF2B5EF4-FFF2-40B4-BE49-F238E27FC236}">
                <a16:creationId xmlns:a16="http://schemas.microsoft.com/office/drawing/2014/main" id="{96F21EB6-3BE1-46DD-9BA3-2FE4542F99B7}"/>
              </a:ext>
            </a:extLst>
          </p:cNvPr>
          <p:cNvSpPr>
            <a:spLocks noGrp="1"/>
          </p:cNvSpPr>
          <p:nvPr/>
        </p:nvSpPr>
        <p:spPr>
          <a:xfrm>
            <a:off x="613741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5002">
            <a:extLst>
              <a:ext uri="{FF2B5EF4-FFF2-40B4-BE49-F238E27FC236}">
                <a16:creationId xmlns:a16="http://schemas.microsoft.com/office/drawing/2014/main" id="{8A9E962C-EDD7-4E6F-BCF8-FA4AAB2F5E44}"/>
              </a:ext>
            </a:extLst>
          </p:cNvPr>
          <p:cNvSpPr>
            <a:spLocks noGrp="1"/>
          </p:cNvSpPr>
          <p:nvPr/>
        </p:nvSpPr>
        <p:spPr>
          <a:xfrm>
            <a:off x="6165990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5003">
            <a:extLst>
              <a:ext uri="{FF2B5EF4-FFF2-40B4-BE49-F238E27FC236}">
                <a16:creationId xmlns:a16="http://schemas.microsoft.com/office/drawing/2014/main" id="{AE28F1F8-48BA-471F-BE6B-9FE582D017E7}"/>
              </a:ext>
            </a:extLst>
          </p:cNvPr>
          <p:cNvSpPr>
            <a:spLocks noGrp="1"/>
          </p:cNvSpPr>
          <p:nvPr/>
        </p:nvSpPr>
        <p:spPr>
          <a:xfrm>
            <a:off x="612609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5004">
            <a:extLst>
              <a:ext uri="{FF2B5EF4-FFF2-40B4-BE49-F238E27FC236}">
                <a16:creationId xmlns:a16="http://schemas.microsoft.com/office/drawing/2014/main" id="{C6EB0EB6-7764-457F-9E0A-76B4A7231C81}"/>
              </a:ext>
            </a:extLst>
          </p:cNvPr>
          <p:cNvSpPr>
            <a:spLocks noGrp="1"/>
          </p:cNvSpPr>
          <p:nvPr/>
        </p:nvSpPr>
        <p:spPr>
          <a:xfrm>
            <a:off x="6202955" y="19682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5005">
            <a:extLst>
              <a:ext uri="{FF2B5EF4-FFF2-40B4-BE49-F238E27FC236}">
                <a16:creationId xmlns:a16="http://schemas.microsoft.com/office/drawing/2014/main" id="{7CBAD820-0681-4EBA-BB9E-EB8DC3F237D8}"/>
              </a:ext>
            </a:extLst>
          </p:cNvPr>
          <p:cNvSpPr>
            <a:spLocks noGrp="1"/>
          </p:cNvSpPr>
          <p:nvPr/>
        </p:nvSpPr>
        <p:spPr>
          <a:xfrm>
            <a:off x="6184654" y="23270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5006">
            <a:extLst>
              <a:ext uri="{FF2B5EF4-FFF2-40B4-BE49-F238E27FC236}">
                <a16:creationId xmlns:a16="http://schemas.microsoft.com/office/drawing/2014/main" id="{D506948A-A21C-417B-A24C-CF41F77A2149}"/>
              </a:ext>
            </a:extLst>
          </p:cNvPr>
          <p:cNvSpPr>
            <a:spLocks noGrp="1"/>
          </p:cNvSpPr>
          <p:nvPr/>
        </p:nvSpPr>
        <p:spPr>
          <a:xfrm>
            <a:off x="618537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5007">
            <a:extLst>
              <a:ext uri="{FF2B5EF4-FFF2-40B4-BE49-F238E27FC236}">
                <a16:creationId xmlns:a16="http://schemas.microsoft.com/office/drawing/2014/main" id="{B7B69857-A275-4449-9E53-DF24EFFCA10F}"/>
              </a:ext>
            </a:extLst>
          </p:cNvPr>
          <p:cNvSpPr>
            <a:spLocks noGrp="1"/>
          </p:cNvSpPr>
          <p:nvPr/>
        </p:nvSpPr>
        <p:spPr>
          <a:xfrm>
            <a:off x="61960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5008">
            <a:extLst>
              <a:ext uri="{FF2B5EF4-FFF2-40B4-BE49-F238E27FC236}">
                <a16:creationId xmlns:a16="http://schemas.microsoft.com/office/drawing/2014/main" id="{4C092FE4-7173-45A0-8456-125CE9ED8C95}"/>
              </a:ext>
            </a:extLst>
          </p:cNvPr>
          <p:cNvSpPr>
            <a:spLocks noGrp="1"/>
          </p:cNvSpPr>
          <p:nvPr/>
        </p:nvSpPr>
        <p:spPr>
          <a:xfrm>
            <a:off x="613879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5009">
            <a:extLst>
              <a:ext uri="{FF2B5EF4-FFF2-40B4-BE49-F238E27FC236}">
                <a16:creationId xmlns:a16="http://schemas.microsoft.com/office/drawing/2014/main" id="{99964BF4-096F-45F5-8A75-E96EE7736B20}"/>
              </a:ext>
            </a:extLst>
          </p:cNvPr>
          <p:cNvSpPr>
            <a:spLocks noGrp="1"/>
          </p:cNvSpPr>
          <p:nvPr/>
        </p:nvSpPr>
        <p:spPr>
          <a:xfrm>
            <a:off x="6149560" y="25206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5010">
            <a:extLst>
              <a:ext uri="{FF2B5EF4-FFF2-40B4-BE49-F238E27FC236}">
                <a16:creationId xmlns:a16="http://schemas.microsoft.com/office/drawing/2014/main" id="{FAE092D2-1BA6-42C8-AD13-B3F77DBC7790}"/>
              </a:ext>
            </a:extLst>
          </p:cNvPr>
          <p:cNvSpPr>
            <a:spLocks noGrp="1"/>
          </p:cNvSpPr>
          <p:nvPr/>
        </p:nvSpPr>
        <p:spPr>
          <a:xfrm>
            <a:off x="61169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5011">
            <a:extLst>
              <a:ext uri="{FF2B5EF4-FFF2-40B4-BE49-F238E27FC236}">
                <a16:creationId xmlns:a16="http://schemas.microsoft.com/office/drawing/2014/main" id="{23A49EAA-8084-466E-9E2A-5F1DA44DDB64}"/>
              </a:ext>
            </a:extLst>
          </p:cNvPr>
          <p:cNvSpPr>
            <a:spLocks noGrp="1"/>
          </p:cNvSpPr>
          <p:nvPr/>
        </p:nvSpPr>
        <p:spPr>
          <a:xfrm>
            <a:off x="6123304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5012">
            <a:extLst>
              <a:ext uri="{FF2B5EF4-FFF2-40B4-BE49-F238E27FC236}">
                <a16:creationId xmlns:a16="http://schemas.microsoft.com/office/drawing/2014/main" id="{6EAE2733-8E23-4319-A157-CB5067936E95}"/>
              </a:ext>
            </a:extLst>
          </p:cNvPr>
          <p:cNvSpPr>
            <a:spLocks noGrp="1"/>
          </p:cNvSpPr>
          <p:nvPr/>
        </p:nvSpPr>
        <p:spPr>
          <a:xfrm>
            <a:off x="615545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5013">
            <a:extLst>
              <a:ext uri="{FF2B5EF4-FFF2-40B4-BE49-F238E27FC236}">
                <a16:creationId xmlns:a16="http://schemas.microsoft.com/office/drawing/2014/main" id="{1BA97B2F-D0FA-460A-AC91-F2F5608AD6D9}"/>
              </a:ext>
            </a:extLst>
          </p:cNvPr>
          <p:cNvSpPr>
            <a:spLocks noGrp="1"/>
          </p:cNvSpPr>
          <p:nvPr/>
        </p:nvSpPr>
        <p:spPr>
          <a:xfrm>
            <a:off x="616085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5014">
            <a:extLst>
              <a:ext uri="{FF2B5EF4-FFF2-40B4-BE49-F238E27FC236}">
                <a16:creationId xmlns:a16="http://schemas.microsoft.com/office/drawing/2014/main" id="{21FB722E-69E3-4CAF-85E4-D7C751306A58}"/>
              </a:ext>
            </a:extLst>
          </p:cNvPr>
          <p:cNvSpPr>
            <a:spLocks noGrp="1"/>
          </p:cNvSpPr>
          <p:nvPr/>
        </p:nvSpPr>
        <p:spPr>
          <a:xfrm>
            <a:off x="6178217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5015">
            <a:extLst>
              <a:ext uri="{FF2B5EF4-FFF2-40B4-BE49-F238E27FC236}">
                <a16:creationId xmlns:a16="http://schemas.microsoft.com/office/drawing/2014/main" id="{F2B177B2-BC69-4079-AFF7-B247DC09979A}"/>
              </a:ext>
            </a:extLst>
          </p:cNvPr>
          <p:cNvSpPr>
            <a:spLocks noGrp="1"/>
          </p:cNvSpPr>
          <p:nvPr/>
        </p:nvSpPr>
        <p:spPr>
          <a:xfrm>
            <a:off x="617561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5016">
            <a:extLst>
              <a:ext uri="{FF2B5EF4-FFF2-40B4-BE49-F238E27FC236}">
                <a16:creationId xmlns:a16="http://schemas.microsoft.com/office/drawing/2014/main" id="{8AE1731B-B0D6-4B4F-A1BB-AFD7299057F4}"/>
              </a:ext>
            </a:extLst>
          </p:cNvPr>
          <p:cNvSpPr>
            <a:spLocks noGrp="1"/>
          </p:cNvSpPr>
          <p:nvPr/>
        </p:nvSpPr>
        <p:spPr>
          <a:xfrm>
            <a:off x="6211647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5017">
            <a:extLst>
              <a:ext uri="{FF2B5EF4-FFF2-40B4-BE49-F238E27FC236}">
                <a16:creationId xmlns:a16="http://schemas.microsoft.com/office/drawing/2014/main" id="{7565E61D-B123-4414-8C97-BADC84CEBD2C}"/>
              </a:ext>
            </a:extLst>
          </p:cNvPr>
          <p:cNvSpPr>
            <a:spLocks noGrp="1"/>
          </p:cNvSpPr>
          <p:nvPr/>
        </p:nvSpPr>
        <p:spPr>
          <a:xfrm>
            <a:off x="6150257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5018">
            <a:extLst>
              <a:ext uri="{FF2B5EF4-FFF2-40B4-BE49-F238E27FC236}">
                <a16:creationId xmlns:a16="http://schemas.microsoft.com/office/drawing/2014/main" id="{581AA6AB-D284-40BC-86D3-CFCB63D2B99B}"/>
              </a:ext>
            </a:extLst>
          </p:cNvPr>
          <p:cNvSpPr>
            <a:spLocks noGrp="1"/>
          </p:cNvSpPr>
          <p:nvPr/>
        </p:nvSpPr>
        <p:spPr>
          <a:xfrm>
            <a:off x="612217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5019">
            <a:extLst>
              <a:ext uri="{FF2B5EF4-FFF2-40B4-BE49-F238E27FC236}">
                <a16:creationId xmlns:a16="http://schemas.microsoft.com/office/drawing/2014/main" id="{E430DA2B-B592-4430-BFF1-598828129818}"/>
              </a:ext>
            </a:extLst>
          </p:cNvPr>
          <p:cNvSpPr>
            <a:spLocks noGrp="1"/>
          </p:cNvSpPr>
          <p:nvPr/>
        </p:nvSpPr>
        <p:spPr>
          <a:xfrm>
            <a:off x="61415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5020">
            <a:extLst>
              <a:ext uri="{FF2B5EF4-FFF2-40B4-BE49-F238E27FC236}">
                <a16:creationId xmlns:a16="http://schemas.microsoft.com/office/drawing/2014/main" id="{D4A70652-1542-4E72-A70D-9435DF852564}"/>
              </a:ext>
            </a:extLst>
          </p:cNvPr>
          <p:cNvSpPr>
            <a:spLocks noGrp="1"/>
          </p:cNvSpPr>
          <p:nvPr/>
        </p:nvSpPr>
        <p:spPr>
          <a:xfrm>
            <a:off x="613679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5021">
            <a:extLst>
              <a:ext uri="{FF2B5EF4-FFF2-40B4-BE49-F238E27FC236}">
                <a16:creationId xmlns:a16="http://schemas.microsoft.com/office/drawing/2014/main" id="{101A5D8F-1CEC-42B7-BCAF-D3DBC228D816}"/>
              </a:ext>
            </a:extLst>
          </p:cNvPr>
          <p:cNvSpPr>
            <a:spLocks noGrp="1"/>
          </p:cNvSpPr>
          <p:nvPr/>
        </p:nvSpPr>
        <p:spPr>
          <a:xfrm>
            <a:off x="6125460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5022">
            <a:extLst>
              <a:ext uri="{FF2B5EF4-FFF2-40B4-BE49-F238E27FC236}">
                <a16:creationId xmlns:a16="http://schemas.microsoft.com/office/drawing/2014/main" id="{2CEFBCC9-0A0C-4A91-BE12-65D8B7079932}"/>
              </a:ext>
            </a:extLst>
          </p:cNvPr>
          <p:cNvSpPr>
            <a:spLocks noGrp="1"/>
          </p:cNvSpPr>
          <p:nvPr/>
        </p:nvSpPr>
        <p:spPr>
          <a:xfrm>
            <a:off x="6158895" y="3072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5023">
            <a:extLst>
              <a:ext uri="{FF2B5EF4-FFF2-40B4-BE49-F238E27FC236}">
                <a16:creationId xmlns:a16="http://schemas.microsoft.com/office/drawing/2014/main" id="{D9C97B6A-26DC-49D9-95F1-9EC9F2C18EB5}"/>
              </a:ext>
            </a:extLst>
          </p:cNvPr>
          <p:cNvSpPr>
            <a:spLocks noGrp="1"/>
          </p:cNvSpPr>
          <p:nvPr/>
        </p:nvSpPr>
        <p:spPr>
          <a:xfrm>
            <a:off x="616182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5024">
            <a:extLst>
              <a:ext uri="{FF2B5EF4-FFF2-40B4-BE49-F238E27FC236}">
                <a16:creationId xmlns:a16="http://schemas.microsoft.com/office/drawing/2014/main" id="{045B3E08-2E1B-4993-AB24-83107CE886D9}"/>
              </a:ext>
            </a:extLst>
          </p:cNvPr>
          <p:cNvSpPr>
            <a:spLocks noGrp="1"/>
          </p:cNvSpPr>
          <p:nvPr/>
        </p:nvSpPr>
        <p:spPr>
          <a:xfrm>
            <a:off x="6195785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5025">
            <a:extLst>
              <a:ext uri="{FF2B5EF4-FFF2-40B4-BE49-F238E27FC236}">
                <a16:creationId xmlns:a16="http://schemas.microsoft.com/office/drawing/2014/main" id="{8DA1E24E-B9D2-4733-B041-E71A9DAE1DA6}"/>
              </a:ext>
            </a:extLst>
          </p:cNvPr>
          <p:cNvSpPr>
            <a:spLocks noGrp="1"/>
          </p:cNvSpPr>
          <p:nvPr/>
        </p:nvSpPr>
        <p:spPr>
          <a:xfrm>
            <a:off x="616371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5026">
            <a:extLst>
              <a:ext uri="{FF2B5EF4-FFF2-40B4-BE49-F238E27FC236}">
                <a16:creationId xmlns:a16="http://schemas.microsoft.com/office/drawing/2014/main" id="{6FB51447-48AF-4F7E-AF33-AEEE6B5B03D7}"/>
              </a:ext>
            </a:extLst>
          </p:cNvPr>
          <p:cNvSpPr>
            <a:spLocks noGrp="1"/>
          </p:cNvSpPr>
          <p:nvPr/>
        </p:nvSpPr>
        <p:spPr>
          <a:xfrm>
            <a:off x="620268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5027">
            <a:extLst>
              <a:ext uri="{FF2B5EF4-FFF2-40B4-BE49-F238E27FC236}">
                <a16:creationId xmlns:a16="http://schemas.microsoft.com/office/drawing/2014/main" id="{91BCFF84-6F65-4636-9D38-64AF94AEEE52}"/>
              </a:ext>
            </a:extLst>
          </p:cNvPr>
          <p:cNvSpPr>
            <a:spLocks noGrp="1"/>
          </p:cNvSpPr>
          <p:nvPr/>
        </p:nvSpPr>
        <p:spPr>
          <a:xfrm>
            <a:off x="61329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5028">
            <a:extLst>
              <a:ext uri="{FF2B5EF4-FFF2-40B4-BE49-F238E27FC236}">
                <a16:creationId xmlns:a16="http://schemas.microsoft.com/office/drawing/2014/main" id="{F0DEBF66-A7C4-42BE-914A-F438B763AEEE}"/>
              </a:ext>
            </a:extLst>
          </p:cNvPr>
          <p:cNvSpPr>
            <a:spLocks noGrp="1"/>
          </p:cNvSpPr>
          <p:nvPr/>
        </p:nvSpPr>
        <p:spPr>
          <a:xfrm>
            <a:off x="61405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5029">
            <a:extLst>
              <a:ext uri="{FF2B5EF4-FFF2-40B4-BE49-F238E27FC236}">
                <a16:creationId xmlns:a16="http://schemas.microsoft.com/office/drawing/2014/main" id="{9F188903-F155-4319-973F-4F4B42D3B7DE}"/>
              </a:ext>
            </a:extLst>
          </p:cNvPr>
          <p:cNvSpPr>
            <a:spLocks noGrp="1"/>
          </p:cNvSpPr>
          <p:nvPr/>
        </p:nvSpPr>
        <p:spPr>
          <a:xfrm>
            <a:off x="6199259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5030">
            <a:extLst>
              <a:ext uri="{FF2B5EF4-FFF2-40B4-BE49-F238E27FC236}">
                <a16:creationId xmlns:a16="http://schemas.microsoft.com/office/drawing/2014/main" id="{BB24DB62-B112-451D-8A8F-B18795F0ADD4}"/>
              </a:ext>
            </a:extLst>
          </p:cNvPr>
          <p:cNvSpPr>
            <a:spLocks noGrp="1"/>
          </p:cNvSpPr>
          <p:nvPr/>
        </p:nvSpPr>
        <p:spPr>
          <a:xfrm>
            <a:off x="613165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5031">
            <a:extLst>
              <a:ext uri="{FF2B5EF4-FFF2-40B4-BE49-F238E27FC236}">
                <a16:creationId xmlns:a16="http://schemas.microsoft.com/office/drawing/2014/main" id="{BAA97298-1D8D-4FD5-AD6D-6FC6AFB627F2}"/>
              </a:ext>
            </a:extLst>
          </p:cNvPr>
          <p:cNvSpPr>
            <a:spLocks noGrp="1"/>
          </p:cNvSpPr>
          <p:nvPr/>
        </p:nvSpPr>
        <p:spPr>
          <a:xfrm>
            <a:off x="6144785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5032">
            <a:extLst>
              <a:ext uri="{FF2B5EF4-FFF2-40B4-BE49-F238E27FC236}">
                <a16:creationId xmlns:a16="http://schemas.microsoft.com/office/drawing/2014/main" id="{2B201395-AD14-472B-A852-AF53F80A1432}"/>
              </a:ext>
            </a:extLst>
          </p:cNvPr>
          <p:cNvSpPr>
            <a:spLocks noGrp="1"/>
          </p:cNvSpPr>
          <p:nvPr/>
        </p:nvSpPr>
        <p:spPr>
          <a:xfrm>
            <a:off x="616395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5033">
            <a:extLst>
              <a:ext uri="{FF2B5EF4-FFF2-40B4-BE49-F238E27FC236}">
                <a16:creationId xmlns:a16="http://schemas.microsoft.com/office/drawing/2014/main" id="{801E3F4B-BD42-4D4C-B76C-94B61CD951FC}"/>
              </a:ext>
            </a:extLst>
          </p:cNvPr>
          <p:cNvSpPr>
            <a:spLocks noGrp="1"/>
          </p:cNvSpPr>
          <p:nvPr/>
        </p:nvSpPr>
        <p:spPr>
          <a:xfrm>
            <a:off x="618543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5034">
            <a:extLst>
              <a:ext uri="{FF2B5EF4-FFF2-40B4-BE49-F238E27FC236}">
                <a16:creationId xmlns:a16="http://schemas.microsoft.com/office/drawing/2014/main" id="{4E634AAB-F8A0-455F-81E2-09F86DB81F6B}"/>
              </a:ext>
            </a:extLst>
          </p:cNvPr>
          <p:cNvSpPr>
            <a:spLocks noGrp="1"/>
          </p:cNvSpPr>
          <p:nvPr/>
        </p:nvSpPr>
        <p:spPr>
          <a:xfrm>
            <a:off x="616532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5035">
            <a:extLst>
              <a:ext uri="{FF2B5EF4-FFF2-40B4-BE49-F238E27FC236}">
                <a16:creationId xmlns:a16="http://schemas.microsoft.com/office/drawing/2014/main" id="{9EF1D273-600A-44CD-9098-E54C4BC64D3E}"/>
              </a:ext>
            </a:extLst>
          </p:cNvPr>
          <p:cNvSpPr>
            <a:spLocks noGrp="1"/>
          </p:cNvSpPr>
          <p:nvPr/>
        </p:nvSpPr>
        <p:spPr>
          <a:xfrm>
            <a:off x="66458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5036">
            <a:extLst>
              <a:ext uri="{FF2B5EF4-FFF2-40B4-BE49-F238E27FC236}">
                <a16:creationId xmlns:a16="http://schemas.microsoft.com/office/drawing/2014/main" id="{E41774EA-4123-4DF3-A731-7471994C4348}"/>
              </a:ext>
            </a:extLst>
          </p:cNvPr>
          <p:cNvSpPr>
            <a:spLocks noGrp="1"/>
          </p:cNvSpPr>
          <p:nvPr/>
        </p:nvSpPr>
        <p:spPr>
          <a:xfrm>
            <a:off x="66537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5037">
            <a:extLst>
              <a:ext uri="{FF2B5EF4-FFF2-40B4-BE49-F238E27FC236}">
                <a16:creationId xmlns:a16="http://schemas.microsoft.com/office/drawing/2014/main" id="{854DB13E-DE98-46EC-9153-819A171D8E7C}"/>
              </a:ext>
            </a:extLst>
          </p:cNvPr>
          <p:cNvSpPr>
            <a:spLocks noGrp="1"/>
          </p:cNvSpPr>
          <p:nvPr/>
        </p:nvSpPr>
        <p:spPr>
          <a:xfrm>
            <a:off x="663107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5038">
            <a:extLst>
              <a:ext uri="{FF2B5EF4-FFF2-40B4-BE49-F238E27FC236}">
                <a16:creationId xmlns:a16="http://schemas.microsoft.com/office/drawing/2014/main" id="{AD9EA654-F8EE-401F-A46F-0EB18F460CAE}"/>
              </a:ext>
            </a:extLst>
          </p:cNvPr>
          <p:cNvSpPr>
            <a:spLocks noGrp="1"/>
          </p:cNvSpPr>
          <p:nvPr/>
        </p:nvSpPr>
        <p:spPr>
          <a:xfrm>
            <a:off x="66298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5039">
            <a:extLst>
              <a:ext uri="{FF2B5EF4-FFF2-40B4-BE49-F238E27FC236}">
                <a16:creationId xmlns:a16="http://schemas.microsoft.com/office/drawing/2014/main" id="{C2057BA1-618F-4337-AA54-4F598444D08D}"/>
              </a:ext>
            </a:extLst>
          </p:cNvPr>
          <p:cNvSpPr>
            <a:spLocks noGrp="1"/>
          </p:cNvSpPr>
          <p:nvPr/>
        </p:nvSpPr>
        <p:spPr>
          <a:xfrm>
            <a:off x="6630417" y="2732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5040">
            <a:extLst>
              <a:ext uri="{FF2B5EF4-FFF2-40B4-BE49-F238E27FC236}">
                <a16:creationId xmlns:a16="http://schemas.microsoft.com/office/drawing/2014/main" id="{C8F96691-03D8-4446-8902-B47B55E6F262}"/>
              </a:ext>
            </a:extLst>
          </p:cNvPr>
          <p:cNvSpPr>
            <a:spLocks noGrp="1"/>
          </p:cNvSpPr>
          <p:nvPr/>
        </p:nvSpPr>
        <p:spPr>
          <a:xfrm>
            <a:off x="66724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5041">
            <a:extLst>
              <a:ext uri="{FF2B5EF4-FFF2-40B4-BE49-F238E27FC236}">
                <a16:creationId xmlns:a16="http://schemas.microsoft.com/office/drawing/2014/main" id="{E71F5761-E10D-4A77-9616-0AB8916BF69F}"/>
              </a:ext>
            </a:extLst>
          </p:cNvPr>
          <p:cNvSpPr>
            <a:spLocks noGrp="1"/>
          </p:cNvSpPr>
          <p:nvPr/>
        </p:nvSpPr>
        <p:spPr>
          <a:xfrm>
            <a:off x="664086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5042">
            <a:extLst>
              <a:ext uri="{FF2B5EF4-FFF2-40B4-BE49-F238E27FC236}">
                <a16:creationId xmlns:a16="http://schemas.microsoft.com/office/drawing/2014/main" id="{C3ABFDFF-D13F-48D3-82E2-6553098AA89C}"/>
              </a:ext>
            </a:extLst>
          </p:cNvPr>
          <p:cNvSpPr>
            <a:spLocks noGrp="1"/>
          </p:cNvSpPr>
          <p:nvPr/>
        </p:nvSpPr>
        <p:spPr>
          <a:xfrm>
            <a:off x="6650268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5043">
            <a:extLst>
              <a:ext uri="{FF2B5EF4-FFF2-40B4-BE49-F238E27FC236}">
                <a16:creationId xmlns:a16="http://schemas.microsoft.com/office/drawing/2014/main" id="{4973C345-73A3-46FD-BD11-3D2CE7B0ADA7}"/>
              </a:ext>
            </a:extLst>
          </p:cNvPr>
          <p:cNvSpPr>
            <a:spLocks noGrp="1"/>
          </p:cNvSpPr>
          <p:nvPr/>
        </p:nvSpPr>
        <p:spPr>
          <a:xfrm>
            <a:off x="65960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5044">
            <a:extLst>
              <a:ext uri="{FF2B5EF4-FFF2-40B4-BE49-F238E27FC236}">
                <a16:creationId xmlns:a16="http://schemas.microsoft.com/office/drawing/2014/main" id="{AD077773-F3AD-424F-8256-69B558571C5C}"/>
              </a:ext>
            </a:extLst>
          </p:cNvPr>
          <p:cNvSpPr>
            <a:spLocks noGrp="1"/>
          </p:cNvSpPr>
          <p:nvPr/>
        </p:nvSpPr>
        <p:spPr>
          <a:xfrm>
            <a:off x="6693391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5045">
            <a:extLst>
              <a:ext uri="{FF2B5EF4-FFF2-40B4-BE49-F238E27FC236}">
                <a16:creationId xmlns:a16="http://schemas.microsoft.com/office/drawing/2014/main" id="{FF3F54CE-A020-4C3E-B204-F540655A60B8}"/>
              </a:ext>
            </a:extLst>
          </p:cNvPr>
          <p:cNvSpPr>
            <a:spLocks noGrp="1"/>
          </p:cNvSpPr>
          <p:nvPr/>
        </p:nvSpPr>
        <p:spPr>
          <a:xfrm>
            <a:off x="6679473" y="21090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5046">
            <a:extLst>
              <a:ext uri="{FF2B5EF4-FFF2-40B4-BE49-F238E27FC236}">
                <a16:creationId xmlns:a16="http://schemas.microsoft.com/office/drawing/2014/main" id="{41D8D5BA-4A2B-499C-9F49-DC91DC25140E}"/>
              </a:ext>
            </a:extLst>
          </p:cNvPr>
          <p:cNvSpPr>
            <a:spLocks noGrp="1"/>
          </p:cNvSpPr>
          <p:nvPr/>
        </p:nvSpPr>
        <p:spPr>
          <a:xfrm>
            <a:off x="6607780" y="2141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5047">
            <a:extLst>
              <a:ext uri="{FF2B5EF4-FFF2-40B4-BE49-F238E27FC236}">
                <a16:creationId xmlns:a16="http://schemas.microsoft.com/office/drawing/2014/main" id="{0BFF003E-402B-4F42-B08F-F19E800439BB}"/>
              </a:ext>
            </a:extLst>
          </p:cNvPr>
          <p:cNvSpPr>
            <a:spLocks noGrp="1"/>
          </p:cNvSpPr>
          <p:nvPr/>
        </p:nvSpPr>
        <p:spPr>
          <a:xfrm>
            <a:off x="6632696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5048">
            <a:extLst>
              <a:ext uri="{FF2B5EF4-FFF2-40B4-BE49-F238E27FC236}">
                <a16:creationId xmlns:a16="http://schemas.microsoft.com/office/drawing/2014/main" id="{210F5D50-2FA4-41C4-ABE1-702647A1D8EC}"/>
              </a:ext>
            </a:extLst>
          </p:cNvPr>
          <p:cNvSpPr>
            <a:spLocks noGrp="1"/>
          </p:cNvSpPr>
          <p:nvPr/>
        </p:nvSpPr>
        <p:spPr>
          <a:xfrm>
            <a:off x="66970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5049">
            <a:extLst>
              <a:ext uri="{FF2B5EF4-FFF2-40B4-BE49-F238E27FC236}">
                <a16:creationId xmlns:a16="http://schemas.microsoft.com/office/drawing/2014/main" id="{42CB7C60-B59B-4DC2-8782-23E104FC6EFA}"/>
              </a:ext>
            </a:extLst>
          </p:cNvPr>
          <p:cNvSpPr>
            <a:spLocks noGrp="1"/>
          </p:cNvSpPr>
          <p:nvPr/>
        </p:nvSpPr>
        <p:spPr>
          <a:xfrm>
            <a:off x="6592927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5050">
            <a:extLst>
              <a:ext uri="{FF2B5EF4-FFF2-40B4-BE49-F238E27FC236}">
                <a16:creationId xmlns:a16="http://schemas.microsoft.com/office/drawing/2014/main" id="{F764037D-704D-4359-9E84-9493FF85E38E}"/>
              </a:ext>
            </a:extLst>
          </p:cNvPr>
          <p:cNvSpPr>
            <a:spLocks noGrp="1"/>
          </p:cNvSpPr>
          <p:nvPr/>
        </p:nvSpPr>
        <p:spPr>
          <a:xfrm>
            <a:off x="6644984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5051">
            <a:extLst>
              <a:ext uri="{FF2B5EF4-FFF2-40B4-BE49-F238E27FC236}">
                <a16:creationId xmlns:a16="http://schemas.microsoft.com/office/drawing/2014/main" id="{10260D16-E326-471F-8295-F310267F9E82}"/>
              </a:ext>
            </a:extLst>
          </p:cNvPr>
          <p:cNvSpPr>
            <a:spLocks noGrp="1"/>
          </p:cNvSpPr>
          <p:nvPr/>
        </p:nvSpPr>
        <p:spPr>
          <a:xfrm>
            <a:off x="665040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5052">
            <a:extLst>
              <a:ext uri="{FF2B5EF4-FFF2-40B4-BE49-F238E27FC236}">
                <a16:creationId xmlns:a16="http://schemas.microsoft.com/office/drawing/2014/main" id="{3DE08C7F-91DA-48F8-AA9A-41263978A550}"/>
              </a:ext>
            </a:extLst>
          </p:cNvPr>
          <p:cNvSpPr>
            <a:spLocks noGrp="1"/>
          </p:cNvSpPr>
          <p:nvPr/>
        </p:nvSpPr>
        <p:spPr>
          <a:xfrm>
            <a:off x="6643547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5053">
            <a:extLst>
              <a:ext uri="{FF2B5EF4-FFF2-40B4-BE49-F238E27FC236}">
                <a16:creationId xmlns:a16="http://schemas.microsoft.com/office/drawing/2014/main" id="{D2DB48A7-F289-4EFB-89C0-82BCFD6E1C73}"/>
              </a:ext>
            </a:extLst>
          </p:cNvPr>
          <p:cNvSpPr>
            <a:spLocks noGrp="1"/>
          </p:cNvSpPr>
          <p:nvPr/>
        </p:nvSpPr>
        <p:spPr>
          <a:xfrm>
            <a:off x="6697738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5054">
            <a:extLst>
              <a:ext uri="{FF2B5EF4-FFF2-40B4-BE49-F238E27FC236}">
                <a16:creationId xmlns:a16="http://schemas.microsoft.com/office/drawing/2014/main" id="{6E398260-9977-4A3D-90BD-04FE09737C97}"/>
              </a:ext>
            </a:extLst>
          </p:cNvPr>
          <p:cNvSpPr>
            <a:spLocks noGrp="1"/>
          </p:cNvSpPr>
          <p:nvPr/>
        </p:nvSpPr>
        <p:spPr>
          <a:xfrm>
            <a:off x="6682487" y="20608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5055">
            <a:extLst>
              <a:ext uri="{FF2B5EF4-FFF2-40B4-BE49-F238E27FC236}">
                <a16:creationId xmlns:a16="http://schemas.microsoft.com/office/drawing/2014/main" id="{CADAA730-D2D3-4DC6-A2C5-D3222F323F0C}"/>
              </a:ext>
            </a:extLst>
          </p:cNvPr>
          <p:cNvSpPr>
            <a:spLocks noGrp="1"/>
          </p:cNvSpPr>
          <p:nvPr/>
        </p:nvSpPr>
        <p:spPr>
          <a:xfrm>
            <a:off x="6600811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5056">
            <a:extLst>
              <a:ext uri="{FF2B5EF4-FFF2-40B4-BE49-F238E27FC236}">
                <a16:creationId xmlns:a16="http://schemas.microsoft.com/office/drawing/2014/main" id="{E407E229-E8D9-41B1-BF3D-09B40856DE20}"/>
              </a:ext>
            </a:extLst>
          </p:cNvPr>
          <p:cNvSpPr>
            <a:spLocks noGrp="1"/>
          </p:cNvSpPr>
          <p:nvPr/>
        </p:nvSpPr>
        <p:spPr>
          <a:xfrm>
            <a:off x="661290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5057">
            <a:extLst>
              <a:ext uri="{FF2B5EF4-FFF2-40B4-BE49-F238E27FC236}">
                <a16:creationId xmlns:a16="http://schemas.microsoft.com/office/drawing/2014/main" id="{A313592A-39F8-4D4D-8C90-0DFAB03C32A4}"/>
              </a:ext>
            </a:extLst>
          </p:cNvPr>
          <p:cNvSpPr>
            <a:spLocks noGrp="1"/>
          </p:cNvSpPr>
          <p:nvPr/>
        </p:nvSpPr>
        <p:spPr>
          <a:xfrm>
            <a:off x="6625167" y="2205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5058">
            <a:extLst>
              <a:ext uri="{FF2B5EF4-FFF2-40B4-BE49-F238E27FC236}">
                <a16:creationId xmlns:a16="http://schemas.microsoft.com/office/drawing/2014/main" id="{2B45F1C4-AC56-4F73-B282-9F359D1E6E9B}"/>
              </a:ext>
            </a:extLst>
          </p:cNvPr>
          <p:cNvSpPr>
            <a:spLocks noGrp="1"/>
          </p:cNvSpPr>
          <p:nvPr/>
        </p:nvSpPr>
        <p:spPr>
          <a:xfrm>
            <a:off x="6644935" y="25425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5059">
            <a:extLst>
              <a:ext uri="{FF2B5EF4-FFF2-40B4-BE49-F238E27FC236}">
                <a16:creationId xmlns:a16="http://schemas.microsoft.com/office/drawing/2014/main" id="{8BFD6FC1-0B09-4E81-9BB0-3A151499FD7B}"/>
              </a:ext>
            </a:extLst>
          </p:cNvPr>
          <p:cNvSpPr>
            <a:spLocks noGrp="1"/>
          </p:cNvSpPr>
          <p:nvPr/>
        </p:nvSpPr>
        <p:spPr>
          <a:xfrm>
            <a:off x="66775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5060">
            <a:extLst>
              <a:ext uri="{FF2B5EF4-FFF2-40B4-BE49-F238E27FC236}">
                <a16:creationId xmlns:a16="http://schemas.microsoft.com/office/drawing/2014/main" id="{198DB3E2-B96A-43BC-B705-9ABD23D45CF8}"/>
              </a:ext>
            </a:extLst>
          </p:cNvPr>
          <p:cNvSpPr>
            <a:spLocks noGrp="1"/>
          </p:cNvSpPr>
          <p:nvPr/>
        </p:nvSpPr>
        <p:spPr>
          <a:xfrm>
            <a:off x="665811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5061">
            <a:extLst>
              <a:ext uri="{FF2B5EF4-FFF2-40B4-BE49-F238E27FC236}">
                <a16:creationId xmlns:a16="http://schemas.microsoft.com/office/drawing/2014/main" id="{079FCAC1-9324-4FCE-A968-52B146113196}"/>
              </a:ext>
            </a:extLst>
          </p:cNvPr>
          <p:cNvSpPr>
            <a:spLocks noGrp="1"/>
          </p:cNvSpPr>
          <p:nvPr/>
        </p:nvSpPr>
        <p:spPr>
          <a:xfrm>
            <a:off x="6683623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5062">
            <a:extLst>
              <a:ext uri="{FF2B5EF4-FFF2-40B4-BE49-F238E27FC236}">
                <a16:creationId xmlns:a16="http://schemas.microsoft.com/office/drawing/2014/main" id="{510B1D88-2EF3-40A6-B1D7-853FF19A4ED6}"/>
              </a:ext>
            </a:extLst>
          </p:cNvPr>
          <p:cNvSpPr>
            <a:spLocks noGrp="1"/>
          </p:cNvSpPr>
          <p:nvPr/>
        </p:nvSpPr>
        <p:spPr>
          <a:xfrm>
            <a:off x="661512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5063">
            <a:extLst>
              <a:ext uri="{FF2B5EF4-FFF2-40B4-BE49-F238E27FC236}">
                <a16:creationId xmlns:a16="http://schemas.microsoft.com/office/drawing/2014/main" id="{BF1A2876-0F60-46D1-B429-F3955FC39838}"/>
              </a:ext>
            </a:extLst>
          </p:cNvPr>
          <p:cNvSpPr>
            <a:spLocks noGrp="1"/>
          </p:cNvSpPr>
          <p:nvPr/>
        </p:nvSpPr>
        <p:spPr>
          <a:xfrm>
            <a:off x="6652275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5064">
            <a:extLst>
              <a:ext uri="{FF2B5EF4-FFF2-40B4-BE49-F238E27FC236}">
                <a16:creationId xmlns:a16="http://schemas.microsoft.com/office/drawing/2014/main" id="{946B9316-CAC2-4C74-8531-462B791872D3}"/>
              </a:ext>
            </a:extLst>
          </p:cNvPr>
          <p:cNvSpPr>
            <a:spLocks noGrp="1"/>
          </p:cNvSpPr>
          <p:nvPr/>
        </p:nvSpPr>
        <p:spPr>
          <a:xfrm>
            <a:off x="6652880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5065">
            <a:extLst>
              <a:ext uri="{FF2B5EF4-FFF2-40B4-BE49-F238E27FC236}">
                <a16:creationId xmlns:a16="http://schemas.microsoft.com/office/drawing/2014/main" id="{771545BE-B2ED-437D-A6C3-3600E44D2962}"/>
              </a:ext>
            </a:extLst>
          </p:cNvPr>
          <p:cNvSpPr>
            <a:spLocks noGrp="1"/>
          </p:cNvSpPr>
          <p:nvPr/>
        </p:nvSpPr>
        <p:spPr>
          <a:xfrm>
            <a:off x="65922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5066">
            <a:extLst>
              <a:ext uri="{FF2B5EF4-FFF2-40B4-BE49-F238E27FC236}">
                <a16:creationId xmlns:a16="http://schemas.microsoft.com/office/drawing/2014/main" id="{85219B39-76B7-4C0D-A37A-27CA0579831C}"/>
              </a:ext>
            </a:extLst>
          </p:cNvPr>
          <p:cNvSpPr>
            <a:spLocks noGrp="1"/>
          </p:cNvSpPr>
          <p:nvPr/>
        </p:nvSpPr>
        <p:spPr>
          <a:xfrm>
            <a:off x="6595507" y="3450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5067">
            <a:extLst>
              <a:ext uri="{FF2B5EF4-FFF2-40B4-BE49-F238E27FC236}">
                <a16:creationId xmlns:a16="http://schemas.microsoft.com/office/drawing/2014/main" id="{53A9C984-E932-4773-90A1-E3B65DA4BD46}"/>
              </a:ext>
            </a:extLst>
          </p:cNvPr>
          <p:cNvSpPr>
            <a:spLocks noGrp="1"/>
          </p:cNvSpPr>
          <p:nvPr/>
        </p:nvSpPr>
        <p:spPr>
          <a:xfrm>
            <a:off x="662348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5068">
            <a:extLst>
              <a:ext uri="{FF2B5EF4-FFF2-40B4-BE49-F238E27FC236}">
                <a16:creationId xmlns:a16="http://schemas.microsoft.com/office/drawing/2014/main" id="{99043D96-B105-4365-9B0B-3801C137C447}"/>
              </a:ext>
            </a:extLst>
          </p:cNvPr>
          <p:cNvSpPr>
            <a:spLocks noGrp="1"/>
          </p:cNvSpPr>
          <p:nvPr/>
        </p:nvSpPr>
        <p:spPr>
          <a:xfrm>
            <a:off x="6611407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5069">
            <a:extLst>
              <a:ext uri="{FF2B5EF4-FFF2-40B4-BE49-F238E27FC236}">
                <a16:creationId xmlns:a16="http://schemas.microsoft.com/office/drawing/2014/main" id="{CC577C2C-720A-4A94-9517-E0AA64AF8EEC}"/>
              </a:ext>
            </a:extLst>
          </p:cNvPr>
          <p:cNvSpPr>
            <a:spLocks noGrp="1"/>
          </p:cNvSpPr>
          <p:nvPr/>
        </p:nvSpPr>
        <p:spPr>
          <a:xfrm>
            <a:off x="663783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5070">
            <a:extLst>
              <a:ext uri="{FF2B5EF4-FFF2-40B4-BE49-F238E27FC236}">
                <a16:creationId xmlns:a16="http://schemas.microsoft.com/office/drawing/2014/main" id="{65CE03F0-9171-498E-8A5C-3031AA39CB2C}"/>
              </a:ext>
            </a:extLst>
          </p:cNvPr>
          <p:cNvSpPr>
            <a:spLocks noGrp="1"/>
          </p:cNvSpPr>
          <p:nvPr/>
        </p:nvSpPr>
        <p:spPr>
          <a:xfrm>
            <a:off x="66233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5071">
            <a:extLst>
              <a:ext uri="{FF2B5EF4-FFF2-40B4-BE49-F238E27FC236}">
                <a16:creationId xmlns:a16="http://schemas.microsoft.com/office/drawing/2014/main" id="{3C41A66A-83EF-463B-A5D0-6CF28DFDEEF8}"/>
              </a:ext>
            </a:extLst>
          </p:cNvPr>
          <p:cNvSpPr>
            <a:spLocks noGrp="1"/>
          </p:cNvSpPr>
          <p:nvPr/>
        </p:nvSpPr>
        <p:spPr>
          <a:xfrm>
            <a:off x="667135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5072">
            <a:extLst>
              <a:ext uri="{FF2B5EF4-FFF2-40B4-BE49-F238E27FC236}">
                <a16:creationId xmlns:a16="http://schemas.microsoft.com/office/drawing/2014/main" id="{0E1F7517-851D-4D4F-81BD-2B762D12BBB2}"/>
              </a:ext>
            </a:extLst>
          </p:cNvPr>
          <p:cNvSpPr>
            <a:spLocks noGrp="1"/>
          </p:cNvSpPr>
          <p:nvPr/>
        </p:nvSpPr>
        <p:spPr>
          <a:xfrm>
            <a:off x="6668511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5073">
            <a:extLst>
              <a:ext uri="{FF2B5EF4-FFF2-40B4-BE49-F238E27FC236}">
                <a16:creationId xmlns:a16="http://schemas.microsoft.com/office/drawing/2014/main" id="{F7D85A21-9B8E-4D66-B533-AB2827282FA9}"/>
              </a:ext>
            </a:extLst>
          </p:cNvPr>
          <p:cNvSpPr>
            <a:spLocks noGrp="1"/>
          </p:cNvSpPr>
          <p:nvPr/>
        </p:nvSpPr>
        <p:spPr>
          <a:xfrm>
            <a:off x="658995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5074">
            <a:extLst>
              <a:ext uri="{FF2B5EF4-FFF2-40B4-BE49-F238E27FC236}">
                <a16:creationId xmlns:a16="http://schemas.microsoft.com/office/drawing/2014/main" id="{A05FCC71-B6CC-4118-A59D-D2A3999A5C33}"/>
              </a:ext>
            </a:extLst>
          </p:cNvPr>
          <p:cNvSpPr>
            <a:spLocks noGrp="1"/>
          </p:cNvSpPr>
          <p:nvPr/>
        </p:nvSpPr>
        <p:spPr>
          <a:xfrm>
            <a:off x="6633146" y="30242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5075">
            <a:extLst>
              <a:ext uri="{FF2B5EF4-FFF2-40B4-BE49-F238E27FC236}">
                <a16:creationId xmlns:a16="http://schemas.microsoft.com/office/drawing/2014/main" id="{951FFBA4-52AB-4DA1-A01C-F1CADA88E120}"/>
              </a:ext>
            </a:extLst>
          </p:cNvPr>
          <p:cNvSpPr>
            <a:spLocks noGrp="1"/>
          </p:cNvSpPr>
          <p:nvPr/>
        </p:nvSpPr>
        <p:spPr>
          <a:xfrm>
            <a:off x="66447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5076">
            <a:extLst>
              <a:ext uri="{FF2B5EF4-FFF2-40B4-BE49-F238E27FC236}">
                <a16:creationId xmlns:a16="http://schemas.microsoft.com/office/drawing/2014/main" id="{67525FEB-DB8B-4EE4-8ADC-6CC072970D19}"/>
              </a:ext>
            </a:extLst>
          </p:cNvPr>
          <p:cNvSpPr>
            <a:spLocks noGrp="1"/>
          </p:cNvSpPr>
          <p:nvPr/>
        </p:nvSpPr>
        <p:spPr>
          <a:xfrm>
            <a:off x="664703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5077">
            <a:extLst>
              <a:ext uri="{FF2B5EF4-FFF2-40B4-BE49-F238E27FC236}">
                <a16:creationId xmlns:a16="http://schemas.microsoft.com/office/drawing/2014/main" id="{78C7B5E9-E41A-413F-9BAF-D95B0CF42323}"/>
              </a:ext>
            </a:extLst>
          </p:cNvPr>
          <p:cNvSpPr>
            <a:spLocks noGrp="1"/>
          </p:cNvSpPr>
          <p:nvPr/>
        </p:nvSpPr>
        <p:spPr>
          <a:xfrm>
            <a:off x="66424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5078">
            <a:extLst>
              <a:ext uri="{FF2B5EF4-FFF2-40B4-BE49-F238E27FC236}">
                <a16:creationId xmlns:a16="http://schemas.microsoft.com/office/drawing/2014/main" id="{56E992BD-5AE6-46AC-9491-1A6F32E2FEF3}"/>
              </a:ext>
            </a:extLst>
          </p:cNvPr>
          <p:cNvSpPr>
            <a:spLocks noGrp="1"/>
          </p:cNvSpPr>
          <p:nvPr/>
        </p:nvSpPr>
        <p:spPr>
          <a:xfrm>
            <a:off x="66773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5079">
            <a:extLst>
              <a:ext uri="{FF2B5EF4-FFF2-40B4-BE49-F238E27FC236}">
                <a16:creationId xmlns:a16="http://schemas.microsoft.com/office/drawing/2014/main" id="{6DEB1419-48A4-4F0F-8995-ACA9DF7E4F6B}"/>
              </a:ext>
            </a:extLst>
          </p:cNvPr>
          <p:cNvSpPr>
            <a:spLocks noGrp="1"/>
          </p:cNvSpPr>
          <p:nvPr/>
        </p:nvSpPr>
        <p:spPr>
          <a:xfrm>
            <a:off x="65996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5080">
            <a:extLst>
              <a:ext uri="{FF2B5EF4-FFF2-40B4-BE49-F238E27FC236}">
                <a16:creationId xmlns:a16="http://schemas.microsoft.com/office/drawing/2014/main" id="{468027A2-61EA-450D-A7A5-00C4C6EE857A}"/>
              </a:ext>
            </a:extLst>
          </p:cNvPr>
          <p:cNvSpPr>
            <a:spLocks noGrp="1"/>
          </p:cNvSpPr>
          <p:nvPr/>
        </p:nvSpPr>
        <p:spPr>
          <a:xfrm>
            <a:off x="65988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5081">
            <a:extLst>
              <a:ext uri="{FF2B5EF4-FFF2-40B4-BE49-F238E27FC236}">
                <a16:creationId xmlns:a16="http://schemas.microsoft.com/office/drawing/2014/main" id="{4F194801-9060-4CE3-93CC-5CE43C050605}"/>
              </a:ext>
            </a:extLst>
          </p:cNvPr>
          <p:cNvSpPr>
            <a:spLocks noGrp="1"/>
          </p:cNvSpPr>
          <p:nvPr/>
        </p:nvSpPr>
        <p:spPr>
          <a:xfrm>
            <a:off x="661322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5082">
            <a:extLst>
              <a:ext uri="{FF2B5EF4-FFF2-40B4-BE49-F238E27FC236}">
                <a16:creationId xmlns:a16="http://schemas.microsoft.com/office/drawing/2014/main" id="{735EA962-5B9A-4857-9263-6E0766592944}"/>
              </a:ext>
            </a:extLst>
          </p:cNvPr>
          <p:cNvSpPr>
            <a:spLocks noGrp="1"/>
          </p:cNvSpPr>
          <p:nvPr/>
        </p:nvSpPr>
        <p:spPr>
          <a:xfrm>
            <a:off x="665394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5083">
            <a:extLst>
              <a:ext uri="{FF2B5EF4-FFF2-40B4-BE49-F238E27FC236}">
                <a16:creationId xmlns:a16="http://schemas.microsoft.com/office/drawing/2014/main" id="{C592ACAD-0E6C-4490-AED6-710EA8C8D066}"/>
              </a:ext>
            </a:extLst>
          </p:cNvPr>
          <p:cNvSpPr>
            <a:spLocks noGrp="1"/>
          </p:cNvSpPr>
          <p:nvPr/>
        </p:nvSpPr>
        <p:spPr>
          <a:xfrm>
            <a:off x="6634823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5084">
            <a:extLst>
              <a:ext uri="{FF2B5EF4-FFF2-40B4-BE49-F238E27FC236}">
                <a16:creationId xmlns:a16="http://schemas.microsoft.com/office/drawing/2014/main" id="{89181E0D-7BA1-4433-9EEB-1CED3BB22A9A}"/>
              </a:ext>
            </a:extLst>
          </p:cNvPr>
          <p:cNvSpPr>
            <a:spLocks noGrp="1"/>
          </p:cNvSpPr>
          <p:nvPr/>
        </p:nvSpPr>
        <p:spPr>
          <a:xfrm>
            <a:off x="6679084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5085">
            <a:extLst>
              <a:ext uri="{FF2B5EF4-FFF2-40B4-BE49-F238E27FC236}">
                <a16:creationId xmlns:a16="http://schemas.microsoft.com/office/drawing/2014/main" id="{1709CE01-4E5C-48A6-A49F-5EB151CC2E39}"/>
              </a:ext>
            </a:extLst>
          </p:cNvPr>
          <p:cNvSpPr>
            <a:spLocks noGrp="1"/>
          </p:cNvSpPr>
          <p:nvPr/>
        </p:nvSpPr>
        <p:spPr>
          <a:xfrm>
            <a:off x="668147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5086">
            <a:extLst>
              <a:ext uri="{FF2B5EF4-FFF2-40B4-BE49-F238E27FC236}">
                <a16:creationId xmlns:a16="http://schemas.microsoft.com/office/drawing/2014/main" id="{E5FAF19A-76F5-4BA2-9D7C-8001BACEC1C0}"/>
              </a:ext>
            </a:extLst>
          </p:cNvPr>
          <p:cNvSpPr>
            <a:spLocks noGrp="1"/>
          </p:cNvSpPr>
          <p:nvPr/>
        </p:nvSpPr>
        <p:spPr>
          <a:xfrm>
            <a:off x="66215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5087">
            <a:extLst>
              <a:ext uri="{FF2B5EF4-FFF2-40B4-BE49-F238E27FC236}">
                <a16:creationId xmlns:a16="http://schemas.microsoft.com/office/drawing/2014/main" id="{7DCC0284-8EBB-45C8-B5D3-0348A4CDB09E}"/>
              </a:ext>
            </a:extLst>
          </p:cNvPr>
          <p:cNvSpPr>
            <a:spLocks noGrp="1"/>
          </p:cNvSpPr>
          <p:nvPr/>
        </p:nvSpPr>
        <p:spPr>
          <a:xfrm>
            <a:off x="66269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5088">
            <a:extLst>
              <a:ext uri="{FF2B5EF4-FFF2-40B4-BE49-F238E27FC236}">
                <a16:creationId xmlns:a16="http://schemas.microsoft.com/office/drawing/2014/main" id="{8D0C8A9A-DE12-49D7-BD8F-03AE9C6F71C7}"/>
              </a:ext>
            </a:extLst>
          </p:cNvPr>
          <p:cNvSpPr>
            <a:spLocks noGrp="1"/>
          </p:cNvSpPr>
          <p:nvPr/>
        </p:nvSpPr>
        <p:spPr>
          <a:xfrm>
            <a:off x="6615569" y="2234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5089">
            <a:extLst>
              <a:ext uri="{FF2B5EF4-FFF2-40B4-BE49-F238E27FC236}">
                <a16:creationId xmlns:a16="http://schemas.microsoft.com/office/drawing/2014/main" id="{78AD24FB-CAE3-4FF4-921D-BBE7E6859E3A}"/>
              </a:ext>
            </a:extLst>
          </p:cNvPr>
          <p:cNvSpPr>
            <a:spLocks noGrp="1"/>
          </p:cNvSpPr>
          <p:nvPr/>
        </p:nvSpPr>
        <p:spPr>
          <a:xfrm>
            <a:off x="665069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5090">
            <a:extLst>
              <a:ext uri="{FF2B5EF4-FFF2-40B4-BE49-F238E27FC236}">
                <a16:creationId xmlns:a16="http://schemas.microsoft.com/office/drawing/2014/main" id="{C0EB83D9-A992-454C-A824-C8D64C088B1E}"/>
              </a:ext>
            </a:extLst>
          </p:cNvPr>
          <p:cNvSpPr>
            <a:spLocks noGrp="1"/>
          </p:cNvSpPr>
          <p:nvPr/>
        </p:nvSpPr>
        <p:spPr>
          <a:xfrm>
            <a:off x="6666149" y="24622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5091">
            <a:extLst>
              <a:ext uri="{FF2B5EF4-FFF2-40B4-BE49-F238E27FC236}">
                <a16:creationId xmlns:a16="http://schemas.microsoft.com/office/drawing/2014/main" id="{EFBF59AD-7489-462E-9CC0-5685813B18F1}"/>
              </a:ext>
            </a:extLst>
          </p:cNvPr>
          <p:cNvSpPr>
            <a:spLocks noGrp="1"/>
          </p:cNvSpPr>
          <p:nvPr/>
        </p:nvSpPr>
        <p:spPr>
          <a:xfrm>
            <a:off x="664601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5092">
            <a:extLst>
              <a:ext uri="{FF2B5EF4-FFF2-40B4-BE49-F238E27FC236}">
                <a16:creationId xmlns:a16="http://schemas.microsoft.com/office/drawing/2014/main" id="{59675F63-F634-4DEA-993F-63B8D230849F}"/>
              </a:ext>
            </a:extLst>
          </p:cNvPr>
          <p:cNvSpPr>
            <a:spLocks noGrp="1"/>
          </p:cNvSpPr>
          <p:nvPr/>
        </p:nvSpPr>
        <p:spPr>
          <a:xfrm>
            <a:off x="6691173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5093">
            <a:extLst>
              <a:ext uri="{FF2B5EF4-FFF2-40B4-BE49-F238E27FC236}">
                <a16:creationId xmlns:a16="http://schemas.microsoft.com/office/drawing/2014/main" id="{DC01F94F-87C6-4020-AF5B-A00A5E9687E5}"/>
              </a:ext>
            </a:extLst>
          </p:cNvPr>
          <p:cNvSpPr>
            <a:spLocks noGrp="1"/>
          </p:cNvSpPr>
          <p:nvPr/>
        </p:nvSpPr>
        <p:spPr>
          <a:xfrm>
            <a:off x="6695901" y="3700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5094">
            <a:extLst>
              <a:ext uri="{FF2B5EF4-FFF2-40B4-BE49-F238E27FC236}">
                <a16:creationId xmlns:a16="http://schemas.microsoft.com/office/drawing/2014/main" id="{1D2C76BC-9582-4557-A524-D422CE8C17D3}"/>
              </a:ext>
            </a:extLst>
          </p:cNvPr>
          <p:cNvSpPr>
            <a:spLocks noGrp="1"/>
          </p:cNvSpPr>
          <p:nvPr/>
        </p:nvSpPr>
        <p:spPr>
          <a:xfrm>
            <a:off x="6652702" y="24622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5095">
            <a:extLst>
              <a:ext uri="{FF2B5EF4-FFF2-40B4-BE49-F238E27FC236}">
                <a16:creationId xmlns:a16="http://schemas.microsoft.com/office/drawing/2014/main" id="{C3352751-0D98-4DE2-8254-34B86733BE46}"/>
              </a:ext>
            </a:extLst>
          </p:cNvPr>
          <p:cNvSpPr>
            <a:spLocks noGrp="1"/>
          </p:cNvSpPr>
          <p:nvPr/>
        </p:nvSpPr>
        <p:spPr>
          <a:xfrm>
            <a:off x="6641556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5096">
            <a:extLst>
              <a:ext uri="{FF2B5EF4-FFF2-40B4-BE49-F238E27FC236}">
                <a16:creationId xmlns:a16="http://schemas.microsoft.com/office/drawing/2014/main" id="{9479FADD-CB16-469A-8C1D-71340D66F87F}"/>
              </a:ext>
            </a:extLst>
          </p:cNvPr>
          <p:cNvSpPr>
            <a:spLocks noGrp="1"/>
          </p:cNvSpPr>
          <p:nvPr/>
        </p:nvSpPr>
        <p:spPr>
          <a:xfrm>
            <a:off x="66542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5097">
            <a:extLst>
              <a:ext uri="{FF2B5EF4-FFF2-40B4-BE49-F238E27FC236}">
                <a16:creationId xmlns:a16="http://schemas.microsoft.com/office/drawing/2014/main" id="{E55F0C2F-7209-4D4D-BFE2-3A4829F057EC}"/>
              </a:ext>
            </a:extLst>
          </p:cNvPr>
          <p:cNvSpPr>
            <a:spLocks noGrp="1"/>
          </p:cNvSpPr>
          <p:nvPr/>
        </p:nvSpPr>
        <p:spPr>
          <a:xfrm>
            <a:off x="665810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5098">
            <a:extLst>
              <a:ext uri="{FF2B5EF4-FFF2-40B4-BE49-F238E27FC236}">
                <a16:creationId xmlns:a16="http://schemas.microsoft.com/office/drawing/2014/main" id="{339624B9-396B-4383-B5E6-34CCE99E7328}"/>
              </a:ext>
            </a:extLst>
          </p:cNvPr>
          <p:cNvSpPr>
            <a:spLocks noGrp="1"/>
          </p:cNvSpPr>
          <p:nvPr/>
        </p:nvSpPr>
        <p:spPr>
          <a:xfrm>
            <a:off x="66121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5099">
            <a:extLst>
              <a:ext uri="{FF2B5EF4-FFF2-40B4-BE49-F238E27FC236}">
                <a16:creationId xmlns:a16="http://schemas.microsoft.com/office/drawing/2014/main" id="{23B19094-66DC-473A-A820-A6C100B83878}"/>
              </a:ext>
            </a:extLst>
          </p:cNvPr>
          <p:cNvSpPr>
            <a:spLocks noGrp="1"/>
          </p:cNvSpPr>
          <p:nvPr/>
        </p:nvSpPr>
        <p:spPr>
          <a:xfrm>
            <a:off x="6665580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5100">
            <a:extLst>
              <a:ext uri="{FF2B5EF4-FFF2-40B4-BE49-F238E27FC236}">
                <a16:creationId xmlns:a16="http://schemas.microsoft.com/office/drawing/2014/main" id="{FEC8A840-4E09-41A6-81AA-A9F5F476B705}"/>
              </a:ext>
            </a:extLst>
          </p:cNvPr>
          <p:cNvSpPr>
            <a:spLocks noGrp="1"/>
          </p:cNvSpPr>
          <p:nvPr/>
        </p:nvSpPr>
        <p:spPr>
          <a:xfrm>
            <a:off x="668603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5101">
            <a:extLst>
              <a:ext uri="{FF2B5EF4-FFF2-40B4-BE49-F238E27FC236}">
                <a16:creationId xmlns:a16="http://schemas.microsoft.com/office/drawing/2014/main" id="{57254EE7-3F29-444D-AA86-A478AD68B929}"/>
              </a:ext>
            </a:extLst>
          </p:cNvPr>
          <p:cNvSpPr>
            <a:spLocks noGrp="1"/>
          </p:cNvSpPr>
          <p:nvPr/>
        </p:nvSpPr>
        <p:spPr>
          <a:xfrm>
            <a:off x="66161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5102">
            <a:extLst>
              <a:ext uri="{FF2B5EF4-FFF2-40B4-BE49-F238E27FC236}">
                <a16:creationId xmlns:a16="http://schemas.microsoft.com/office/drawing/2014/main" id="{E9EB6BF6-A96C-475F-9ED9-15B082B3E785}"/>
              </a:ext>
            </a:extLst>
          </p:cNvPr>
          <p:cNvSpPr>
            <a:spLocks noGrp="1"/>
          </p:cNvSpPr>
          <p:nvPr/>
        </p:nvSpPr>
        <p:spPr>
          <a:xfrm>
            <a:off x="65908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5103">
            <a:extLst>
              <a:ext uri="{FF2B5EF4-FFF2-40B4-BE49-F238E27FC236}">
                <a16:creationId xmlns:a16="http://schemas.microsoft.com/office/drawing/2014/main" id="{F36F5FCF-7E41-4B06-9F56-A50A03ED05C3}"/>
              </a:ext>
            </a:extLst>
          </p:cNvPr>
          <p:cNvSpPr>
            <a:spLocks noGrp="1"/>
          </p:cNvSpPr>
          <p:nvPr/>
        </p:nvSpPr>
        <p:spPr>
          <a:xfrm>
            <a:off x="6669268" y="2921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5104">
            <a:extLst>
              <a:ext uri="{FF2B5EF4-FFF2-40B4-BE49-F238E27FC236}">
                <a16:creationId xmlns:a16="http://schemas.microsoft.com/office/drawing/2014/main" id="{238F8BB6-4FD9-43E3-B0CF-3D69A14BEDDF}"/>
              </a:ext>
            </a:extLst>
          </p:cNvPr>
          <p:cNvSpPr>
            <a:spLocks noGrp="1"/>
          </p:cNvSpPr>
          <p:nvPr/>
        </p:nvSpPr>
        <p:spPr>
          <a:xfrm>
            <a:off x="66116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5105">
            <a:extLst>
              <a:ext uri="{FF2B5EF4-FFF2-40B4-BE49-F238E27FC236}">
                <a16:creationId xmlns:a16="http://schemas.microsoft.com/office/drawing/2014/main" id="{DD50F509-E416-4F67-B88D-A00A417F4353}"/>
              </a:ext>
            </a:extLst>
          </p:cNvPr>
          <p:cNvSpPr>
            <a:spLocks noGrp="1"/>
          </p:cNvSpPr>
          <p:nvPr/>
        </p:nvSpPr>
        <p:spPr>
          <a:xfrm>
            <a:off x="662908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5106">
            <a:extLst>
              <a:ext uri="{FF2B5EF4-FFF2-40B4-BE49-F238E27FC236}">
                <a16:creationId xmlns:a16="http://schemas.microsoft.com/office/drawing/2014/main" id="{F4C49545-4FC0-4295-AF2C-AE578DF5EE2E}"/>
              </a:ext>
            </a:extLst>
          </p:cNvPr>
          <p:cNvSpPr>
            <a:spLocks noGrp="1"/>
          </p:cNvSpPr>
          <p:nvPr/>
        </p:nvSpPr>
        <p:spPr>
          <a:xfrm>
            <a:off x="6614932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5107">
            <a:extLst>
              <a:ext uri="{FF2B5EF4-FFF2-40B4-BE49-F238E27FC236}">
                <a16:creationId xmlns:a16="http://schemas.microsoft.com/office/drawing/2014/main" id="{5DE51275-F6DD-4135-A88F-7837C6F3956A}"/>
              </a:ext>
            </a:extLst>
          </p:cNvPr>
          <p:cNvSpPr>
            <a:spLocks noGrp="1"/>
          </p:cNvSpPr>
          <p:nvPr/>
        </p:nvSpPr>
        <p:spPr>
          <a:xfrm>
            <a:off x="66032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5108">
            <a:extLst>
              <a:ext uri="{FF2B5EF4-FFF2-40B4-BE49-F238E27FC236}">
                <a16:creationId xmlns:a16="http://schemas.microsoft.com/office/drawing/2014/main" id="{ADA88915-5FB9-4A6D-B091-F1B87964DF23}"/>
              </a:ext>
            </a:extLst>
          </p:cNvPr>
          <p:cNvSpPr>
            <a:spLocks noGrp="1"/>
          </p:cNvSpPr>
          <p:nvPr/>
        </p:nvSpPr>
        <p:spPr>
          <a:xfrm>
            <a:off x="6657027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5109">
            <a:extLst>
              <a:ext uri="{FF2B5EF4-FFF2-40B4-BE49-F238E27FC236}">
                <a16:creationId xmlns:a16="http://schemas.microsoft.com/office/drawing/2014/main" id="{3B500BF0-3BD2-4422-A5C2-480D0A7F3A7B}"/>
              </a:ext>
            </a:extLst>
          </p:cNvPr>
          <p:cNvSpPr>
            <a:spLocks noGrp="1"/>
          </p:cNvSpPr>
          <p:nvPr/>
        </p:nvSpPr>
        <p:spPr>
          <a:xfrm>
            <a:off x="6676067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5110">
            <a:extLst>
              <a:ext uri="{FF2B5EF4-FFF2-40B4-BE49-F238E27FC236}">
                <a16:creationId xmlns:a16="http://schemas.microsoft.com/office/drawing/2014/main" id="{721FD765-E5C0-4C42-9181-C5B4E28D697A}"/>
              </a:ext>
            </a:extLst>
          </p:cNvPr>
          <p:cNvSpPr>
            <a:spLocks noGrp="1"/>
          </p:cNvSpPr>
          <p:nvPr/>
        </p:nvSpPr>
        <p:spPr>
          <a:xfrm>
            <a:off x="6603494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5111">
            <a:extLst>
              <a:ext uri="{FF2B5EF4-FFF2-40B4-BE49-F238E27FC236}">
                <a16:creationId xmlns:a16="http://schemas.microsoft.com/office/drawing/2014/main" id="{44DD4294-3B0C-4AFE-BF11-1274A175531E}"/>
              </a:ext>
            </a:extLst>
          </p:cNvPr>
          <p:cNvSpPr>
            <a:spLocks noGrp="1"/>
          </p:cNvSpPr>
          <p:nvPr/>
        </p:nvSpPr>
        <p:spPr>
          <a:xfrm>
            <a:off x="662086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5112">
            <a:extLst>
              <a:ext uri="{FF2B5EF4-FFF2-40B4-BE49-F238E27FC236}">
                <a16:creationId xmlns:a16="http://schemas.microsoft.com/office/drawing/2014/main" id="{07E4660F-A54D-458C-AEAB-9EE7670B951B}"/>
              </a:ext>
            </a:extLst>
          </p:cNvPr>
          <p:cNvSpPr>
            <a:spLocks noGrp="1"/>
          </p:cNvSpPr>
          <p:nvPr/>
        </p:nvSpPr>
        <p:spPr>
          <a:xfrm>
            <a:off x="6677079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5113">
            <a:extLst>
              <a:ext uri="{FF2B5EF4-FFF2-40B4-BE49-F238E27FC236}">
                <a16:creationId xmlns:a16="http://schemas.microsoft.com/office/drawing/2014/main" id="{90C5DB90-B981-41C7-8CFE-70BC129F9E77}"/>
              </a:ext>
            </a:extLst>
          </p:cNvPr>
          <p:cNvSpPr>
            <a:spLocks noGrp="1"/>
          </p:cNvSpPr>
          <p:nvPr/>
        </p:nvSpPr>
        <p:spPr>
          <a:xfrm>
            <a:off x="66315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5114">
            <a:extLst>
              <a:ext uri="{FF2B5EF4-FFF2-40B4-BE49-F238E27FC236}">
                <a16:creationId xmlns:a16="http://schemas.microsoft.com/office/drawing/2014/main" id="{DB60FCAB-64F1-437A-BEF7-D76CB6BCA541}"/>
              </a:ext>
            </a:extLst>
          </p:cNvPr>
          <p:cNvSpPr>
            <a:spLocks noGrp="1"/>
          </p:cNvSpPr>
          <p:nvPr/>
        </p:nvSpPr>
        <p:spPr>
          <a:xfrm>
            <a:off x="66291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5115">
            <a:extLst>
              <a:ext uri="{FF2B5EF4-FFF2-40B4-BE49-F238E27FC236}">
                <a16:creationId xmlns:a16="http://schemas.microsoft.com/office/drawing/2014/main" id="{4E2225EC-4A30-4858-84D9-BEA81119E630}"/>
              </a:ext>
            </a:extLst>
          </p:cNvPr>
          <p:cNvSpPr>
            <a:spLocks noGrp="1"/>
          </p:cNvSpPr>
          <p:nvPr/>
        </p:nvSpPr>
        <p:spPr>
          <a:xfrm>
            <a:off x="660470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5116">
            <a:extLst>
              <a:ext uri="{FF2B5EF4-FFF2-40B4-BE49-F238E27FC236}">
                <a16:creationId xmlns:a16="http://schemas.microsoft.com/office/drawing/2014/main" id="{BFD3D3C1-51DD-4CF2-99AB-8DC85865C879}"/>
              </a:ext>
            </a:extLst>
          </p:cNvPr>
          <p:cNvSpPr>
            <a:spLocks noGrp="1"/>
          </p:cNvSpPr>
          <p:nvPr/>
        </p:nvSpPr>
        <p:spPr>
          <a:xfrm>
            <a:off x="669691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5117">
            <a:extLst>
              <a:ext uri="{FF2B5EF4-FFF2-40B4-BE49-F238E27FC236}">
                <a16:creationId xmlns:a16="http://schemas.microsoft.com/office/drawing/2014/main" id="{7C46D865-4489-456F-9800-220F9F0E7038}"/>
              </a:ext>
            </a:extLst>
          </p:cNvPr>
          <p:cNvSpPr>
            <a:spLocks noGrp="1"/>
          </p:cNvSpPr>
          <p:nvPr/>
        </p:nvSpPr>
        <p:spPr>
          <a:xfrm>
            <a:off x="6663376" y="23704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5118">
            <a:extLst>
              <a:ext uri="{FF2B5EF4-FFF2-40B4-BE49-F238E27FC236}">
                <a16:creationId xmlns:a16="http://schemas.microsoft.com/office/drawing/2014/main" id="{9250610A-0A02-4F07-8F34-084669D13836}"/>
              </a:ext>
            </a:extLst>
          </p:cNvPr>
          <p:cNvSpPr>
            <a:spLocks noGrp="1"/>
          </p:cNvSpPr>
          <p:nvPr/>
        </p:nvSpPr>
        <p:spPr>
          <a:xfrm>
            <a:off x="66311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5119">
            <a:extLst>
              <a:ext uri="{FF2B5EF4-FFF2-40B4-BE49-F238E27FC236}">
                <a16:creationId xmlns:a16="http://schemas.microsoft.com/office/drawing/2014/main" id="{73826E08-D3D4-4E33-922F-48E51731DA43}"/>
              </a:ext>
            </a:extLst>
          </p:cNvPr>
          <p:cNvSpPr>
            <a:spLocks noGrp="1"/>
          </p:cNvSpPr>
          <p:nvPr/>
        </p:nvSpPr>
        <p:spPr>
          <a:xfrm>
            <a:off x="660684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5120">
            <a:extLst>
              <a:ext uri="{FF2B5EF4-FFF2-40B4-BE49-F238E27FC236}">
                <a16:creationId xmlns:a16="http://schemas.microsoft.com/office/drawing/2014/main" id="{41A8E02D-7909-439F-ACB2-C8B248B57D38}"/>
              </a:ext>
            </a:extLst>
          </p:cNvPr>
          <p:cNvSpPr>
            <a:spLocks noGrp="1"/>
          </p:cNvSpPr>
          <p:nvPr/>
        </p:nvSpPr>
        <p:spPr>
          <a:xfrm>
            <a:off x="6661878" y="3153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5121">
            <a:extLst>
              <a:ext uri="{FF2B5EF4-FFF2-40B4-BE49-F238E27FC236}">
                <a16:creationId xmlns:a16="http://schemas.microsoft.com/office/drawing/2014/main" id="{BD0C2980-FFA7-4CB6-B723-8FC1B33D1B38}"/>
              </a:ext>
            </a:extLst>
          </p:cNvPr>
          <p:cNvSpPr>
            <a:spLocks noGrp="1"/>
          </p:cNvSpPr>
          <p:nvPr/>
        </p:nvSpPr>
        <p:spPr>
          <a:xfrm>
            <a:off x="6635462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5122">
            <a:extLst>
              <a:ext uri="{FF2B5EF4-FFF2-40B4-BE49-F238E27FC236}">
                <a16:creationId xmlns:a16="http://schemas.microsoft.com/office/drawing/2014/main" id="{1D47EB13-D278-4DFF-B809-AA3A3C9A1CAE}"/>
              </a:ext>
            </a:extLst>
          </p:cNvPr>
          <p:cNvSpPr>
            <a:spLocks noGrp="1"/>
          </p:cNvSpPr>
          <p:nvPr/>
        </p:nvSpPr>
        <p:spPr>
          <a:xfrm>
            <a:off x="663273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5123">
            <a:extLst>
              <a:ext uri="{FF2B5EF4-FFF2-40B4-BE49-F238E27FC236}">
                <a16:creationId xmlns:a16="http://schemas.microsoft.com/office/drawing/2014/main" id="{DD63A50A-61AF-4D47-AA63-FFF0EE235D76}"/>
              </a:ext>
            </a:extLst>
          </p:cNvPr>
          <p:cNvSpPr>
            <a:spLocks noGrp="1"/>
          </p:cNvSpPr>
          <p:nvPr/>
        </p:nvSpPr>
        <p:spPr>
          <a:xfrm>
            <a:off x="661809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5124">
            <a:extLst>
              <a:ext uri="{FF2B5EF4-FFF2-40B4-BE49-F238E27FC236}">
                <a16:creationId xmlns:a16="http://schemas.microsoft.com/office/drawing/2014/main" id="{4A0A287F-AECF-4F0A-B2DF-95A430F696D9}"/>
              </a:ext>
            </a:extLst>
          </p:cNvPr>
          <p:cNvSpPr>
            <a:spLocks noGrp="1"/>
          </p:cNvSpPr>
          <p:nvPr/>
        </p:nvSpPr>
        <p:spPr>
          <a:xfrm>
            <a:off x="6639534" y="18446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5125">
            <a:extLst>
              <a:ext uri="{FF2B5EF4-FFF2-40B4-BE49-F238E27FC236}">
                <a16:creationId xmlns:a16="http://schemas.microsoft.com/office/drawing/2014/main" id="{50326424-E9CD-48B0-8E30-E9AC5F68C71C}"/>
              </a:ext>
            </a:extLst>
          </p:cNvPr>
          <p:cNvSpPr>
            <a:spLocks noGrp="1"/>
          </p:cNvSpPr>
          <p:nvPr/>
        </p:nvSpPr>
        <p:spPr>
          <a:xfrm>
            <a:off x="66295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5126">
            <a:extLst>
              <a:ext uri="{FF2B5EF4-FFF2-40B4-BE49-F238E27FC236}">
                <a16:creationId xmlns:a16="http://schemas.microsoft.com/office/drawing/2014/main" id="{F96D2B36-0FC9-4A2A-AD95-137237D6BC42}"/>
              </a:ext>
            </a:extLst>
          </p:cNvPr>
          <p:cNvSpPr>
            <a:spLocks noGrp="1"/>
          </p:cNvSpPr>
          <p:nvPr/>
        </p:nvSpPr>
        <p:spPr>
          <a:xfrm>
            <a:off x="6638167" y="36932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5127">
            <a:extLst>
              <a:ext uri="{FF2B5EF4-FFF2-40B4-BE49-F238E27FC236}">
                <a16:creationId xmlns:a16="http://schemas.microsoft.com/office/drawing/2014/main" id="{3E813D59-3C92-462B-937A-9ACED4EDE590}"/>
              </a:ext>
            </a:extLst>
          </p:cNvPr>
          <p:cNvSpPr>
            <a:spLocks noGrp="1"/>
          </p:cNvSpPr>
          <p:nvPr/>
        </p:nvSpPr>
        <p:spPr>
          <a:xfrm>
            <a:off x="66924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5128">
            <a:extLst>
              <a:ext uri="{FF2B5EF4-FFF2-40B4-BE49-F238E27FC236}">
                <a16:creationId xmlns:a16="http://schemas.microsoft.com/office/drawing/2014/main" id="{037AE9B9-4725-4895-8D2A-5921B601FD44}"/>
              </a:ext>
            </a:extLst>
          </p:cNvPr>
          <p:cNvSpPr>
            <a:spLocks noGrp="1"/>
          </p:cNvSpPr>
          <p:nvPr/>
        </p:nvSpPr>
        <p:spPr>
          <a:xfrm>
            <a:off x="6598583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5129">
            <a:extLst>
              <a:ext uri="{FF2B5EF4-FFF2-40B4-BE49-F238E27FC236}">
                <a16:creationId xmlns:a16="http://schemas.microsoft.com/office/drawing/2014/main" id="{ECFB4696-782B-4E44-9B58-F23B40657AFB}"/>
              </a:ext>
            </a:extLst>
          </p:cNvPr>
          <p:cNvSpPr>
            <a:spLocks noGrp="1"/>
          </p:cNvSpPr>
          <p:nvPr/>
        </p:nvSpPr>
        <p:spPr>
          <a:xfrm>
            <a:off x="66730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5130">
            <a:extLst>
              <a:ext uri="{FF2B5EF4-FFF2-40B4-BE49-F238E27FC236}">
                <a16:creationId xmlns:a16="http://schemas.microsoft.com/office/drawing/2014/main" id="{B3A41491-F8AA-4926-9896-6756FB894E93}"/>
              </a:ext>
            </a:extLst>
          </p:cNvPr>
          <p:cNvSpPr>
            <a:spLocks noGrp="1"/>
          </p:cNvSpPr>
          <p:nvPr/>
        </p:nvSpPr>
        <p:spPr>
          <a:xfrm>
            <a:off x="6682292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5131">
            <a:extLst>
              <a:ext uri="{FF2B5EF4-FFF2-40B4-BE49-F238E27FC236}">
                <a16:creationId xmlns:a16="http://schemas.microsoft.com/office/drawing/2014/main" id="{578A80F7-98EA-469C-BDFC-B9A6E38A5380}"/>
              </a:ext>
            </a:extLst>
          </p:cNvPr>
          <p:cNvSpPr>
            <a:spLocks noGrp="1"/>
          </p:cNvSpPr>
          <p:nvPr/>
        </p:nvSpPr>
        <p:spPr>
          <a:xfrm>
            <a:off x="663913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5132">
            <a:extLst>
              <a:ext uri="{FF2B5EF4-FFF2-40B4-BE49-F238E27FC236}">
                <a16:creationId xmlns:a16="http://schemas.microsoft.com/office/drawing/2014/main" id="{3F6D9A94-139B-47DF-AF55-76DB285D8DAF}"/>
              </a:ext>
            </a:extLst>
          </p:cNvPr>
          <p:cNvSpPr>
            <a:spLocks noGrp="1"/>
          </p:cNvSpPr>
          <p:nvPr/>
        </p:nvSpPr>
        <p:spPr>
          <a:xfrm>
            <a:off x="6688324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5133">
            <a:extLst>
              <a:ext uri="{FF2B5EF4-FFF2-40B4-BE49-F238E27FC236}">
                <a16:creationId xmlns:a16="http://schemas.microsoft.com/office/drawing/2014/main" id="{29084299-789E-4AF6-BE4B-D4958A848659}"/>
              </a:ext>
            </a:extLst>
          </p:cNvPr>
          <p:cNvSpPr>
            <a:spLocks noGrp="1"/>
          </p:cNvSpPr>
          <p:nvPr/>
        </p:nvSpPr>
        <p:spPr>
          <a:xfrm>
            <a:off x="659907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5134">
            <a:extLst>
              <a:ext uri="{FF2B5EF4-FFF2-40B4-BE49-F238E27FC236}">
                <a16:creationId xmlns:a16="http://schemas.microsoft.com/office/drawing/2014/main" id="{B3FABD06-7751-4652-9BA3-2A42B7CDC7ED}"/>
              </a:ext>
            </a:extLst>
          </p:cNvPr>
          <p:cNvSpPr>
            <a:spLocks noGrp="1"/>
          </p:cNvSpPr>
          <p:nvPr/>
        </p:nvSpPr>
        <p:spPr>
          <a:xfrm>
            <a:off x="6633354" y="26297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5135">
            <a:extLst>
              <a:ext uri="{FF2B5EF4-FFF2-40B4-BE49-F238E27FC236}">
                <a16:creationId xmlns:a16="http://schemas.microsoft.com/office/drawing/2014/main" id="{A6C8A731-DC98-4B4D-AED1-61ED01942116}"/>
              </a:ext>
            </a:extLst>
          </p:cNvPr>
          <p:cNvSpPr>
            <a:spLocks noGrp="1"/>
          </p:cNvSpPr>
          <p:nvPr/>
        </p:nvSpPr>
        <p:spPr>
          <a:xfrm>
            <a:off x="6616571" y="24622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5136">
            <a:extLst>
              <a:ext uri="{FF2B5EF4-FFF2-40B4-BE49-F238E27FC236}">
                <a16:creationId xmlns:a16="http://schemas.microsoft.com/office/drawing/2014/main" id="{FFF06FD8-974B-4522-88DB-AD8BE0495216}"/>
              </a:ext>
            </a:extLst>
          </p:cNvPr>
          <p:cNvSpPr>
            <a:spLocks noGrp="1"/>
          </p:cNvSpPr>
          <p:nvPr/>
        </p:nvSpPr>
        <p:spPr>
          <a:xfrm>
            <a:off x="666950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5137">
            <a:extLst>
              <a:ext uri="{FF2B5EF4-FFF2-40B4-BE49-F238E27FC236}">
                <a16:creationId xmlns:a16="http://schemas.microsoft.com/office/drawing/2014/main" id="{BF3FA5DB-63FE-4653-9042-57ADE3AE9663}"/>
              </a:ext>
            </a:extLst>
          </p:cNvPr>
          <p:cNvSpPr>
            <a:spLocks noGrp="1"/>
          </p:cNvSpPr>
          <p:nvPr/>
        </p:nvSpPr>
        <p:spPr>
          <a:xfrm>
            <a:off x="66531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5138">
            <a:extLst>
              <a:ext uri="{FF2B5EF4-FFF2-40B4-BE49-F238E27FC236}">
                <a16:creationId xmlns:a16="http://schemas.microsoft.com/office/drawing/2014/main" id="{CDBC9C39-77AC-4F47-9882-6E7F2844CC22}"/>
              </a:ext>
            </a:extLst>
          </p:cNvPr>
          <p:cNvSpPr>
            <a:spLocks noGrp="1"/>
          </p:cNvSpPr>
          <p:nvPr/>
        </p:nvSpPr>
        <p:spPr>
          <a:xfrm>
            <a:off x="668837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5139">
            <a:extLst>
              <a:ext uri="{FF2B5EF4-FFF2-40B4-BE49-F238E27FC236}">
                <a16:creationId xmlns:a16="http://schemas.microsoft.com/office/drawing/2014/main" id="{3EDF0057-52D1-41FF-BFF1-B1A9D6640797}"/>
              </a:ext>
            </a:extLst>
          </p:cNvPr>
          <p:cNvSpPr>
            <a:spLocks noGrp="1"/>
          </p:cNvSpPr>
          <p:nvPr/>
        </p:nvSpPr>
        <p:spPr>
          <a:xfrm>
            <a:off x="6610576" y="21164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5140">
            <a:extLst>
              <a:ext uri="{FF2B5EF4-FFF2-40B4-BE49-F238E27FC236}">
                <a16:creationId xmlns:a16="http://schemas.microsoft.com/office/drawing/2014/main" id="{6B73E223-D2F9-4686-886D-4D9340F44954}"/>
              </a:ext>
            </a:extLst>
          </p:cNvPr>
          <p:cNvSpPr>
            <a:spLocks noGrp="1"/>
          </p:cNvSpPr>
          <p:nvPr/>
        </p:nvSpPr>
        <p:spPr>
          <a:xfrm>
            <a:off x="662415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5141">
            <a:extLst>
              <a:ext uri="{FF2B5EF4-FFF2-40B4-BE49-F238E27FC236}">
                <a16:creationId xmlns:a16="http://schemas.microsoft.com/office/drawing/2014/main" id="{B23B4CBE-CD82-4CD2-AB93-53F0764A452D}"/>
              </a:ext>
            </a:extLst>
          </p:cNvPr>
          <p:cNvSpPr>
            <a:spLocks noGrp="1"/>
          </p:cNvSpPr>
          <p:nvPr/>
        </p:nvSpPr>
        <p:spPr>
          <a:xfrm>
            <a:off x="6681567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5142">
            <a:extLst>
              <a:ext uri="{FF2B5EF4-FFF2-40B4-BE49-F238E27FC236}">
                <a16:creationId xmlns:a16="http://schemas.microsoft.com/office/drawing/2014/main" id="{A659C3AC-BA10-4A5E-83CB-6231F5BB06BF}"/>
              </a:ext>
            </a:extLst>
          </p:cNvPr>
          <p:cNvSpPr>
            <a:spLocks noGrp="1"/>
          </p:cNvSpPr>
          <p:nvPr/>
        </p:nvSpPr>
        <p:spPr>
          <a:xfrm>
            <a:off x="6690693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5143">
            <a:extLst>
              <a:ext uri="{FF2B5EF4-FFF2-40B4-BE49-F238E27FC236}">
                <a16:creationId xmlns:a16="http://schemas.microsoft.com/office/drawing/2014/main" id="{FD3CDEA8-3174-4C90-BA66-BAD8BE431E2A}"/>
              </a:ext>
            </a:extLst>
          </p:cNvPr>
          <p:cNvSpPr>
            <a:spLocks noGrp="1"/>
          </p:cNvSpPr>
          <p:nvPr/>
        </p:nvSpPr>
        <p:spPr>
          <a:xfrm>
            <a:off x="66456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5144">
            <a:extLst>
              <a:ext uri="{FF2B5EF4-FFF2-40B4-BE49-F238E27FC236}">
                <a16:creationId xmlns:a16="http://schemas.microsoft.com/office/drawing/2014/main" id="{5344DD2C-A299-4C01-A6FC-5A5B6614ED94}"/>
              </a:ext>
            </a:extLst>
          </p:cNvPr>
          <p:cNvSpPr>
            <a:spLocks noGrp="1"/>
          </p:cNvSpPr>
          <p:nvPr/>
        </p:nvSpPr>
        <p:spPr>
          <a:xfrm>
            <a:off x="6598748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5145">
            <a:extLst>
              <a:ext uri="{FF2B5EF4-FFF2-40B4-BE49-F238E27FC236}">
                <a16:creationId xmlns:a16="http://schemas.microsoft.com/office/drawing/2014/main" id="{B5E6E8B7-8998-4B6D-99CF-71C6DA4F738A}"/>
              </a:ext>
            </a:extLst>
          </p:cNvPr>
          <p:cNvSpPr>
            <a:spLocks noGrp="1"/>
          </p:cNvSpPr>
          <p:nvPr/>
        </p:nvSpPr>
        <p:spPr>
          <a:xfrm>
            <a:off x="6635454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5146">
            <a:extLst>
              <a:ext uri="{FF2B5EF4-FFF2-40B4-BE49-F238E27FC236}">
                <a16:creationId xmlns:a16="http://schemas.microsoft.com/office/drawing/2014/main" id="{D6DC27CE-DD78-4D78-910B-AF2B32ED320F}"/>
              </a:ext>
            </a:extLst>
          </p:cNvPr>
          <p:cNvSpPr>
            <a:spLocks noGrp="1"/>
          </p:cNvSpPr>
          <p:nvPr/>
        </p:nvSpPr>
        <p:spPr>
          <a:xfrm>
            <a:off x="660335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5147">
            <a:extLst>
              <a:ext uri="{FF2B5EF4-FFF2-40B4-BE49-F238E27FC236}">
                <a16:creationId xmlns:a16="http://schemas.microsoft.com/office/drawing/2014/main" id="{462D5159-6278-4A31-A628-14F53CE3660A}"/>
              </a:ext>
            </a:extLst>
          </p:cNvPr>
          <p:cNvSpPr>
            <a:spLocks noGrp="1"/>
          </p:cNvSpPr>
          <p:nvPr/>
        </p:nvSpPr>
        <p:spPr>
          <a:xfrm>
            <a:off x="66902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5148">
            <a:extLst>
              <a:ext uri="{FF2B5EF4-FFF2-40B4-BE49-F238E27FC236}">
                <a16:creationId xmlns:a16="http://schemas.microsoft.com/office/drawing/2014/main" id="{648F7EF1-FB12-4249-9B7D-9E51C7994A5B}"/>
              </a:ext>
            </a:extLst>
          </p:cNvPr>
          <p:cNvSpPr>
            <a:spLocks noGrp="1"/>
          </p:cNvSpPr>
          <p:nvPr/>
        </p:nvSpPr>
        <p:spPr>
          <a:xfrm>
            <a:off x="6593526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5149">
            <a:extLst>
              <a:ext uri="{FF2B5EF4-FFF2-40B4-BE49-F238E27FC236}">
                <a16:creationId xmlns:a16="http://schemas.microsoft.com/office/drawing/2014/main" id="{5BE9812E-520E-411A-BA2A-FCF74AC72835}"/>
              </a:ext>
            </a:extLst>
          </p:cNvPr>
          <p:cNvSpPr>
            <a:spLocks noGrp="1"/>
          </p:cNvSpPr>
          <p:nvPr/>
        </p:nvSpPr>
        <p:spPr>
          <a:xfrm>
            <a:off x="662368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5150">
            <a:extLst>
              <a:ext uri="{FF2B5EF4-FFF2-40B4-BE49-F238E27FC236}">
                <a16:creationId xmlns:a16="http://schemas.microsoft.com/office/drawing/2014/main" id="{44F5C5A9-3527-4AAE-A8CB-6EBB758CE063}"/>
              </a:ext>
            </a:extLst>
          </p:cNvPr>
          <p:cNvSpPr>
            <a:spLocks noGrp="1"/>
          </p:cNvSpPr>
          <p:nvPr/>
        </p:nvSpPr>
        <p:spPr>
          <a:xfrm>
            <a:off x="66675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5151">
            <a:extLst>
              <a:ext uri="{FF2B5EF4-FFF2-40B4-BE49-F238E27FC236}">
                <a16:creationId xmlns:a16="http://schemas.microsoft.com/office/drawing/2014/main" id="{71E161E5-09E7-4F10-9F68-794E87F5ED39}"/>
              </a:ext>
            </a:extLst>
          </p:cNvPr>
          <p:cNvSpPr>
            <a:spLocks noGrp="1"/>
          </p:cNvSpPr>
          <p:nvPr/>
        </p:nvSpPr>
        <p:spPr>
          <a:xfrm>
            <a:off x="6611960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5152">
            <a:extLst>
              <a:ext uri="{FF2B5EF4-FFF2-40B4-BE49-F238E27FC236}">
                <a16:creationId xmlns:a16="http://schemas.microsoft.com/office/drawing/2014/main" id="{702BDA96-4DF4-46D4-8CB6-3386682D651D}"/>
              </a:ext>
            </a:extLst>
          </p:cNvPr>
          <p:cNvSpPr>
            <a:spLocks noGrp="1"/>
          </p:cNvSpPr>
          <p:nvPr/>
        </p:nvSpPr>
        <p:spPr>
          <a:xfrm>
            <a:off x="65910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5153">
            <a:extLst>
              <a:ext uri="{FF2B5EF4-FFF2-40B4-BE49-F238E27FC236}">
                <a16:creationId xmlns:a16="http://schemas.microsoft.com/office/drawing/2014/main" id="{34321D6F-29C3-4FCD-AFBA-612E63A65249}"/>
              </a:ext>
            </a:extLst>
          </p:cNvPr>
          <p:cNvSpPr>
            <a:spLocks noGrp="1"/>
          </p:cNvSpPr>
          <p:nvPr/>
        </p:nvSpPr>
        <p:spPr>
          <a:xfrm>
            <a:off x="66523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5154">
            <a:extLst>
              <a:ext uri="{FF2B5EF4-FFF2-40B4-BE49-F238E27FC236}">
                <a16:creationId xmlns:a16="http://schemas.microsoft.com/office/drawing/2014/main" id="{5A0F8D5D-22EE-420A-9ED4-61DC6A1B5895}"/>
              </a:ext>
            </a:extLst>
          </p:cNvPr>
          <p:cNvSpPr>
            <a:spLocks noGrp="1"/>
          </p:cNvSpPr>
          <p:nvPr/>
        </p:nvSpPr>
        <p:spPr>
          <a:xfrm>
            <a:off x="667238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5155">
            <a:extLst>
              <a:ext uri="{FF2B5EF4-FFF2-40B4-BE49-F238E27FC236}">
                <a16:creationId xmlns:a16="http://schemas.microsoft.com/office/drawing/2014/main" id="{627137F3-0235-4185-A192-3314BE97A5C6}"/>
              </a:ext>
            </a:extLst>
          </p:cNvPr>
          <p:cNvSpPr>
            <a:spLocks noGrp="1"/>
          </p:cNvSpPr>
          <p:nvPr/>
        </p:nvSpPr>
        <p:spPr>
          <a:xfrm>
            <a:off x="662578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5156">
            <a:extLst>
              <a:ext uri="{FF2B5EF4-FFF2-40B4-BE49-F238E27FC236}">
                <a16:creationId xmlns:a16="http://schemas.microsoft.com/office/drawing/2014/main" id="{293DD5E1-058B-4AAE-91D9-78383B4796C6}"/>
              </a:ext>
            </a:extLst>
          </p:cNvPr>
          <p:cNvSpPr>
            <a:spLocks noGrp="1"/>
          </p:cNvSpPr>
          <p:nvPr/>
        </p:nvSpPr>
        <p:spPr>
          <a:xfrm>
            <a:off x="66385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5157">
            <a:extLst>
              <a:ext uri="{FF2B5EF4-FFF2-40B4-BE49-F238E27FC236}">
                <a16:creationId xmlns:a16="http://schemas.microsoft.com/office/drawing/2014/main" id="{67F5C075-A214-4308-B62F-D860081ADB41}"/>
              </a:ext>
            </a:extLst>
          </p:cNvPr>
          <p:cNvSpPr>
            <a:spLocks noGrp="1"/>
          </p:cNvSpPr>
          <p:nvPr/>
        </p:nvSpPr>
        <p:spPr>
          <a:xfrm>
            <a:off x="66009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5158">
            <a:extLst>
              <a:ext uri="{FF2B5EF4-FFF2-40B4-BE49-F238E27FC236}">
                <a16:creationId xmlns:a16="http://schemas.microsoft.com/office/drawing/2014/main" id="{D012780D-3F7E-43BF-BB7F-C3CE2681A759}"/>
              </a:ext>
            </a:extLst>
          </p:cNvPr>
          <p:cNvSpPr>
            <a:spLocks noGrp="1"/>
          </p:cNvSpPr>
          <p:nvPr/>
        </p:nvSpPr>
        <p:spPr>
          <a:xfrm>
            <a:off x="6697846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5159">
            <a:extLst>
              <a:ext uri="{FF2B5EF4-FFF2-40B4-BE49-F238E27FC236}">
                <a16:creationId xmlns:a16="http://schemas.microsoft.com/office/drawing/2014/main" id="{7B4FBADA-E688-42BE-B897-F24022D95506}"/>
              </a:ext>
            </a:extLst>
          </p:cNvPr>
          <p:cNvSpPr>
            <a:spLocks noGrp="1"/>
          </p:cNvSpPr>
          <p:nvPr/>
        </p:nvSpPr>
        <p:spPr>
          <a:xfrm>
            <a:off x="66198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5160">
            <a:extLst>
              <a:ext uri="{FF2B5EF4-FFF2-40B4-BE49-F238E27FC236}">
                <a16:creationId xmlns:a16="http://schemas.microsoft.com/office/drawing/2014/main" id="{660B8227-4C07-4F7B-9B9C-CB4F4767B56B}"/>
              </a:ext>
            </a:extLst>
          </p:cNvPr>
          <p:cNvSpPr>
            <a:spLocks noGrp="1"/>
          </p:cNvSpPr>
          <p:nvPr/>
        </p:nvSpPr>
        <p:spPr>
          <a:xfrm>
            <a:off x="66006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5161">
            <a:extLst>
              <a:ext uri="{FF2B5EF4-FFF2-40B4-BE49-F238E27FC236}">
                <a16:creationId xmlns:a16="http://schemas.microsoft.com/office/drawing/2014/main" id="{2467B844-4AFB-4A1C-8A0F-74B97AEA6AC5}"/>
              </a:ext>
            </a:extLst>
          </p:cNvPr>
          <p:cNvSpPr>
            <a:spLocks noGrp="1"/>
          </p:cNvSpPr>
          <p:nvPr/>
        </p:nvSpPr>
        <p:spPr>
          <a:xfrm>
            <a:off x="65974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5162">
            <a:extLst>
              <a:ext uri="{FF2B5EF4-FFF2-40B4-BE49-F238E27FC236}">
                <a16:creationId xmlns:a16="http://schemas.microsoft.com/office/drawing/2014/main" id="{CDA85A96-2860-4742-AD05-B6D10518AA43}"/>
              </a:ext>
            </a:extLst>
          </p:cNvPr>
          <p:cNvSpPr>
            <a:spLocks noGrp="1"/>
          </p:cNvSpPr>
          <p:nvPr/>
        </p:nvSpPr>
        <p:spPr>
          <a:xfrm>
            <a:off x="66616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5163">
            <a:extLst>
              <a:ext uri="{FF2B5EF4-FFF2-40B4-BE49-F238E27FC236}">
                <a16:creationId xmlns:a16="http://schemas.microsoft.com/office/drawing/2014/main" id="{C862D613-4C8E-48B4-A39C-19C1AA08B623}"/>
              </a:ext>
            </a:extLst>
          </p:cNvPr>
          <p:cNvSpPr>
            <a:spLocks noGrp="1"/>
          </p:cNvSpPr>
          <p:nvPr/>
        </p:nvSpPr>
        <p:spPr>
          <a:xfrm>
            <a:off x="667374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5164">
            <a:extLst>
              <a:ext uri="{FF2B5EF4-FFF2-40B4-BE49-F238E27FC236}">
                <a16:creationId xmlns:a16="http://schemas.microsoft.com/office/drawing/2014/main" id="{5D333874-FA71-41BE-92E6-20B2EB297F5E}"/>
              </a:ext>
            </a:extLst>
          </p:cNvPr>
          <p:cNvSpPr>
            <a:spLocks noGrp="1"/>
          </p:cNvSpPr>
          <p:nvPr/>
        </p:nvSpPr>
        <p:spPr>
          <a:xfrm>
            <a:off x="665010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5165">
            <a:extLst>
              <a:ext uri="{FF2B5EF4-FFF2-40B4-BE49-F238E27FC236}">
                <a16:creationId xmlns:a16="http://schemas.microsoft.com/office/drawing/2014/main" id="{536CA730-078B-4790-9086-85DA968F695C}"/>
              </a:ext>
            </a:extLst>
          </p:cNvPr>
          <p:cNvSpPr>
            <a:spLocks noGrp="1"/>
          </p:cNvSpPr>
          <p:nvPr/>
        </p:nvSpPr>
        <p:spPr>
          <a:xfrm>
            <a:off x="666910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5166">
            <a:extLst>
              <a:ext uri="{FF2B5EF4-FFF2-40B4-BE49-F238E27FC236}">
                <a16:creationId xmlns:a16="http://schemas.microsoft.com/office/drawing/2014/main" id="{47989EC8-D62A-44A6-9502-B48EB3D829CB}"/>
              </a:ext>
            </a:extLst>
          </p:cNvPr>
          <p:cNvSpPr>
            <a:spLocks noGrp="1"/>
          </p:cNvSpPr>
          <p:nvPr/>
        </p:nvSpPr>
        <p:spPr>
          <a:xfrm>
            <a:off x="6607064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5167">
            <a:extLst>
              <a:ext uri="{FF2B5EF4-FFF2-40B4-BE49-F238E27FC236}">
                <a16:creationId xmlns:a16="http://schemas.microsoft.com/office/drawing/2014/main" id="{AC447FD7-9D05-4851-BC91-6E8A16F93157}"/>
              </a:ext>
            </a:extLst>
          </p:cNvPr>
          <p:cNvSpPr>
            <a:spLocks noGrp="1"/>
          </p:cNvSpPr>
          <p:nvPr/>
        </p:nvSpPr>
        <p:spPr>
          <a:xfrm>
            <a:off x="66378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5168">
            <a:extLst>
              <a:ext uri="{FF2B5EF4-FFF2-40B4-BE49-F238E27FC236}">
                <a16:creationId xmlns:a16="http://schemas.microsoft.com/office/drawing/2014/main" id="{8E122865-7B00-4E00-811A-E49B92F0297B}"/>
              </a:ext>
            </a:extLst>
          </p:cNvPr>
          <p:cNvSpPr>
            <a:spLocks noGrp="1"/>
          </p:cNvSpPr>
          <p:nvPr/>
        </p:nvSpPr>
        <p:spPr>
          <a:xfrm>
            <a:off x="661659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5169">
            <a:extLst>
              <a:ext uri="{FF2B5EF4-FFF2-40B4-BE49-F238E27FC236}">
                <a16:creationId xmlns:a16="http://schemas.microsoft.com/office/drawing/2014/main" id="{A363EE0D-126F-435B-9B35-1AE05802C8CD}"/>
              </a:ext>
            </a:extLst>
          </p:cNvPr>
          <p:cNvSpPr>
            <a:spLocks noGrp="1"/>
          </p:cNvSpPr>
          <p:nvPr/>
        </p:nvSpPr>
        <p:spPr>
          <a:xfrm>
            <a:off x="6669063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5170">
            <a:extLst>
              <a:ext uri="{FF2B5EF4-FFF2-40B4-BE49-F238E27FC236}">
                <a16:creationId xmlns:a16="http://schemas.microsoft.com/office/drawing/2014/main" id="{860FCD98-2592-4EE7-AAB8-81393906C0FE}"/>
              </a:ext>
            </a:extLst>
          </p:cNvPr>
          <p:cNvSpPr>
            <a:spLocks noGrp="1"/>
          </p:cNvSpPr>
          <p:nvPr/>
        </p:nvSpPr>
        <p:spPr>
          <a:xfrm>
            <a:off x="6673320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5171">
            <a:extLst>
              <a:ext uri="{FF2B5EF4-FFF2-40B4-BE49-F238E27FC236}">
                <a16:creationId xmlns:a16="http://schemas.microsoft.com/office/drawing/2014/main" id="{F99A88E5-3011-47CC-9A60-1BA69350B6C0}"/>
              </a:ext>
            </a:extLst>
          </p:cNvPr>
          <p:cNvSpPr>
            <a:spLocks noGrp="1"/>
          </p:cNvSpPr>
          <p:nvPr/>
        </p:nvSpPr>
        <p:spPr>
          <a:xfrm>
            <a:off x="662158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5172">
            <a:extLst>
              <a:ext uri="{FF2B5EF4-FFF2-40B4-BE49-F238E27FC236}">
                <a16:creationId xmlns:a16="http://schemas.microsoft.com/office/drawing/2014/main" id="{8257EA35-4DE1-4131-97EF-9D54ECC1A01A}"/>
              </a:ext>
            </a:extLst>
          </p:cNvPr>
          <p:cNvSpPr>
            <a:spLocks noGrp="1"/>
          </p:cNvSpPr>
          <p:nvPr/>
        </p:nvSpPr>
        <p:spPr>
          <a:xfrm>
            <a:off x="6589150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5173">
            <a:extLst>
              <a:ext uri="{FF2B5EF4-FFF2-40B4-BE49-F238E27FC236}">
                <a16:creationId xmlns:a16="http://schemas.microsoft.com/office/drawing/2014/main" id="{F17788CE-5453-45F2-A476-78EFDC852175}"/>
              </a:ext>
            </a:extLst>
          </p:cNvPr>
          <p:cNvSpPr>
            <a:spLocks noGrp="1"/>
          </p:cNvSpPr>
          <p:nvPr/>
        </p:nvSpPr>
        <p:spPr>
          <a:xfrm>
            <a:off x="6638286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5174">
            <a:extLst>
              <a:ext uri="{FF2B5EF4-FFF2-40B4-BE49-F238E27FC236}">
                <a16:creationId xmlns:a16="http://schemas.microsoft.com/office/drawing/2014/main" id="{504F8BDD-AFF1-42A2-A1B3-859CD9E55C8C}"/>
              </a:ext>
            </a:extLst>
          </p:cNvPr>
          <p:cNvSpPr>
            <a:spLocks noGrp="1"/>
          </p:cNvSpPr>
          <p:nvPr/>
        </p:nvSpPr>
        <p:spPr>
          <a:xfrm>
            <a:off x="660040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5175">
            <a:extLst>
              <a:ext uri="{FF2B5EF4-FFF2-40B4-BE49-F238E27FC236}">
                <a16:creationId xmlns:a16="http://schemas.microsoft.com/office/drawing/2014/main" id="{79EDA965-82EE-4431-B020-3C7DA043C015}"/>
              </a:ext>
            </a:extLst>
          </p:cNvPr>
          <p:cNvSpPr>
            <a:spLocks noGrp="1"/>
          </p:cNvSpPr>
          <p:nvPr/>
        </p:nvSpPr>
        <p:spPr>
          <a:xfrm>
            <a:off x="6663682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5176">
            <a:extLst>
              <a:ext uri="{FF2B5EF4-FFF2-40B4-BE49-F238E27FC236}">
                <a16:creationId xmlns:a16="http://schemas.microsoft.com/office/drawing/2014/main" id="{8BDDA5C5-CE66-4785-AAB7-EF44F75177B1}"/>
              </a:ext>
            </a:extLst>
          </p:cNvPr>
          <p:cNvSpPr>
            <a:spLocks noGrp="1"/>
          </p:cNvSpPr>
          <p:nvPr/>
        </p:nvSpPr>
        <p:spPr>
          <a:xfrm>
            <a:off x="66574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5177">
            <a:extLst>
              <a:ext uri="{FF2B5EF4-FFF2-40B4-BE49-F238E27FC236}">
                <a16:creationId xmlns:a16="http://schemas.microsoft.com/office/drawing/2014/main" id="{8C6A15AA-9B77-4E0B-BAEA-7F996A1A13C8}"/>
              </a:ext>
            </a:extLst>
          </p:cNvPr>
          <p:cNvSpPr>
            <a:spLocks noGrp="1"/>
          </p:cNvSpPr>
          <p:nvPr/>
        </p:nvSpPr>
        <p:spPr>
          <a:xfrm>
            <a:off x="663026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5178">
            <a:extLst>
              <a:ext uri="{FF2B5EF4-FFF2-40B4-BE49-F238E27FC236}">
                <a16:creationId xmlns:a16="http://schemas.microsoft.com/office/drawing/2014/main" id="{100E39E2-E25A-4F66-BA50-123EBB13CB0D}"/>
              </a:ext>
            </a:extLst>
          </p:cNvPr>
          <p:cNvSpPr>
            <a:spLocks noGrp="1"/>
          </p:cNvSpPr>
          <p:nvPr/>
        </p:nvSpPr>
        <p:spPr>
          <a:xfrm>
            <a:off x="667581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5179">
            <a:extLst>
              <a:ext uri="{FF2B5EF4-FFF2-40B4-BE49-F238E27FC236}">
                <a16:creationId xmlns:a16="http://schemas.microsoft.com/office/drawing/2014/main" id="{844D2DE3-4DEC-4046-9271-0A47992BE8DD}"/>
              </a:ext>
            </a:extLst>
          </p:cNvPr>
          <p:cNvSpPr>
            <a:spLocks noGrp="1"/>
          </p:cNvSpPr>
          <p:nvPr/>
        </p:nvSpPr>
        <p:spPr>
          <a:xfrm>
            <a:off x="659358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5180">
            <a:extLst>
              <a:ext uri="{FF2B5EF4-FFF2-40B4-BE49-F238E27FC236}">
                <a16:creationId xmlns:a16="http://schemas.microsoft.com/office/drawing/2014/main" id="{19DCCBC8-DEA5-4986-9B9D-E6A2908C69CE}"/>
              </a:ext>
            </a:extLst>
          </p:cNvPr>
          <p:cNvSpPr>
            <a:spLocks noGrp="1"/>
          </p:cNvSpPr>
          <p:nvPr/>
        </p:nvSpPr>
        <p:spPr>
          <a:xfrm>
            <a:off x="66225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5181">
            <a:extLst>
              <a:ext uri="{FF2B5EF4-FFF2-40B4-BE49-F238E27FC236}">
                <a16:creationId xmlns:a16="http://schemas.microsoft.com/office/drawing/2014/main" id="{9172E619-4D87-45C0-9255-F50778FB21FE}"/>
              </a:ext>
            </a:extLst>
          </p:cNvPr>
          <p:cNvSpPr>
            <a:spLocks noGrp="1"/>
          </p:cNvSpPr>
          <p:nvPr/>
        </p:nvSpPr>
        <p:spPr>
          <a:xfrm>
            <a:off x="6649849" y="22481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5182">
            <a:extLst>
              <a:ext uri="{FF2B5EF4-FFF2-40B4-BE49-F238E27FC236}">
                <a16:creationId xmlns:a16="http://schemas.microsoft.com/office/drawing/2014/main" id="{B412D46D-D8E1-4A40-B19A-2271742E10C1}"/>
              </a:ext>
            </a:extLst>
          </p:cNvPr>
          <p:cNvSpPr>
            <a:spLocks noGrp="1"/>
          </p:cNvSpPr>
          <p:nvPr/>
        </p:nvSpPr>
        <p:spPr>
          <a:xfrm>
            <a:off x="6630061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5183">
            <a:extLst>
              <a:ext uri="{FF2B5EF4-FFF2-40B4-BE49-F238E27FC236}">
                <a16:creationId xmlns:a16="http://schemas.microsoft.com/office/drawing/2014/main" id="{064D69E7-9FAC-4132-AD3D-7ECC60CEE63F}"/>
              </a:ext>
            </a:extLst>
          </p:cNvPr>
          <p:cNvSpPr>
            <a:spLocks noGrp="1"/>
          </p:cNvSpPr>
          <p:nvPr/>
        </p:nvSpPr>
        <p:spPr>
          <a:xfrm>
            <a:off x="6692671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5184">
            <a:extLst>
              <a:ext uri="{FF2B5EF4-FFF2-40B4-BE49-F238E27FC236}">
                <a16:creationId xmlns:a16="http://schemas.microsoft.com/office/drawing/2014/main" id="{D89880C4-7348-465D-B8AE-B441FD5B92D6}"/>
              </a:ext>
            </a:extLst>
          </p:cNvPr>
          <p:cNvSpPr>
            <a:spLocks noGrp="1"/>
          </p:cNvSpPr>
          <p:nvPr/>
        </p:nvSpPr>
        <p:spPr>
          <a:xfrm>
            <a:off x="6635084" y="31962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5185">
            <a:extLst>
              <a:ext uri="{FF2B5EF4-FFF2-40B4-BE49-F238E27FC236}">
                <a16:creationId xmlns:a16="http://schemas.microsoft.com/office/drawing/2014/main" id="{D409EEF4-2A53-4EC8-8A8F-CE2D05A63ECE}"/>
              </a:ext>
            </a:extLst>
          </p:cNvPr>
          <p:cNvSpPr>
            <a:spLocks noGrp="1"/>
          </p:cNvSpPr>
          <p:nvPr/>
        </p:nvSpPr>
        <p:spPr>
          <a:xfrm>
            <a:off x="6609355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5186">
            <a:extLst>
              <a:ext uri="{FF2B5EF4-FFF2-40B4-BE49-F238E27FC236}">
                <a16:creationId xmlns:a16="http://schemas.microsoft.com/office/drawing/2014/main" id="{759590B7-99FA-4F2C-948B-95A1464F5B55}"/>
              </a:ext>
            </a:extLst>
          </p:cNvPr>
          <p:cNvSpPr>
            <a:spLocks noGrp="1"/>
          </p:cNvSpPr>
          <p:nvPr/>
        </p:nvSpPr>
        <p:spPr>
          <a:xfrm>
            <a:off x="66610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5187">
            <a:extLst>
              <a:ext uri="{FF2B5EF4-FFF2-40B4-BE49-F238E27FC236}">
                <a16:creationId xmlns:a16="http://schemas.microsoft.com/office/drawing/2014/main" id="{856384E4-4FAF-4961-8FC8-35893B075020}"/>
              </a:ext>
            </a:extLst>
          </p:cNvPr>
          <p:cNvSpPr>
            <a:spLocks noGrp="1"/>
          </p:cNvSpPr>
          <p:nvPr/>
        </p:nvSpPr>
        <p:spPr>
          <a:xfrm>
            <a:off x="66807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5188">
            <a:extLst>
              <a:ext uri="{FF2B5EF4-FFF2-40B4-BE49-F238E27FC236}">
                <a16:creationId xmlns:a16="http://schemas.microsoft.com/office/drawing/2014/main" id="{6AA5808B-1BD9-4B26-B889-A1A0414F4B0B}"/>
              </a:ext>
            </a:extLst>
          </p:cNvPr>
          <p:cNvSpPr>
            <a:spLocks noGrp="1"/>
          </p:cNvSpPr>
          <p:nvPr/>
        </p:nvSpPr>
        <p:spPr>
          <a:xfrm>
            <a:off x="6639722" y="25425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5189">
            <a:extLst>
              <a:ext uri="{FF2B5EF4-FFF2-40B4-BE49-F238E27FC236}">
                <a16:creationId xmlns:a16="http://schemas.microsoft.com/office/drawing/2014/main" id="{08D1BC1B-4649-4C89-B209-C73C72AEC91C}"/>
              </a:ext>
            </a:extLst>
          </p:cNvPr>
          <p:cNvSpPr>
            <a:spLocks noGrp="1"/>
          </p:cNvSpPr>
          <p:nvPr/>
        </p:nvSpPr>
        <p:spPr>
          <a:xfrm>
            <a:off x="66908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5190">
            <a:extLst>
              <a:ext uri="{FF2B5EF4-FFF2-40B4-BE49-F238E27FC236}">
                <a16:creationId xmlns:a16="http://schemas.microsoft.com/office/drawing/2014/main" id="{93D96610-0CF2-4C60-BA6D-94EC22B5FEDF}"/>
              </a:ext>
            </a:extLst>
          </p:cNvPr>
          <p:cNvSpPr>
            <a:spLocks noGrp="1"/>
          </p:cNvSpPr>
          <p:nvPr/>
        </p:nvSpPr>
        <p:spPr>
          <a:xfrm>
            <a:off x="663672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5191">
            <a:extLst>
              <a:ext uri="{FF2B5EF4-FFF2-40B4-BE49-F238E27FC236}">
                <a16:creationId xmlns:a16="http://schemas.microsoft.com/office/drawing/2014/main" id="{D33F9177-1000-4A03-8975-BC9CCC7C1138}"/>
              </a:ext>
            </a:extLst>
          </p:cNvPr>
          <p:cNvSpPr>
            <a:spLocks noGrp="1"/>
          </p:cNvSpPr>
          <p:nvPr/>
        </p:nvSpPr>
        <p:spPr>
          <a:xfrm>
            <a:off x="6622379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5192">
            <a:extLst>
              <a:ext uri="{FF2B5EF4-FFF2-40B4-BE49-F238E27FC236}">
                <a16:creationId xmlns:a16="http://schemas.microsoft.com/office/drawing/2014/main" id="{238F72E5-74A2-4B28-A40C-528CAE1DE5BF}"/>
              </a:ext>
            </a:extLst>
          </p:cNvPr>
          <p:cNvSpPr>
            <a:spLocks noGrp="1"/>
          </p:cNvSpPr>
          <p:nvPr/>
        </p:nvSpPr>
        <p:spPr>
          <a:xfrm>
            <a:off x="6671517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5193">
            <a:extLst>
              <a:ext uri="{FF2B5EF4-FFF2-40B4-BE49-F238E27FC236}">
                <a16:creationId xmlns:a16="http://schemas.microsoft.com/office/drawing/2014/main" id="{C436F036-D259-4120-8629-8E656FC4E6B3}"/>
              </a:ext>
            </a:extLst>
          </p:cNvPr>
          <p:cNvSpPr>
            <a:spLocks noGrp="1"/>
          </p:cNvSpPr>
          <p:nvPr/>
        </p:nvSpPr>
        <p:spPr>
          <a:xfrm>
            <a:off x="662518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5194">
            <a:extLst>
              <a:ext uri="{FF2B5EF4-FFF2-40B4-BE49-F238E27FC236}">
                <a16:creationId xmlns:a16="http://schemas.microsoft.com/office/drawing/2014/main" id="{C61F9FB3-D6FD-44DE-B4B6-67DF43C76AAC}"/>
              </a:ext>
            </a:extLst>
          </p:cNvPr>
          <p:cNvSpPr>
            <a:spLocks noGrp="1"/>
          </p:cNvSpPr>
          <p:nvPr/>
        </p:nvSpPr>
        <p:spPr>
          <a:xfrm>
            <a:off x="6614064" y="2205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5195">
            <a:extLst>
              <a:ext uri="{FF2B5EF4-FFF2-40B4-BE49-F238E27FC236}">
                <a16:creationId xmlns:a16="http://schemas.microsoft.com/office/drawing/2014/main" id="{CB2CE029-5979-42BE-8F93-D27D6AFA9892}"/>
              </a:ext>
            </a:extLst>
          </p:cNvPr>
          <p:cNvSpPr>
            <a:spLocks noGrp="1"/>
          </p:cNvSpPr>
          <p:nvPr/>
        </p:nvSpPr>
        <p:spPr>
          <a:xfrm>
            <a:off x="6664200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5196">
            <a:extLst>
              <a:ext uri="{FF2B5EF4-FFF2-40B4-BE49-F238E27FC236}">
                <a16:creationId xmlns:a16="http://schemas.microsoft.com/office/drawing/2014/main" id="{5B17F37A-2545-4365-944D-C5D2EC9ACAA0}"/>
              </a:ext>
            </a:extLst>
          </p:cNvPr>
          <p:cNvSpPr>
            <a:spLocks noGrp="1"/>
          </p:cNvSpPr>
          <p:nvPr/>
        </p:nvSpPr>
        <p:spPr>
          <a:xfrm>
            <a:off x="66812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5197">
            <a:extLst>
              <a:ext uri="{FF2B5EF4-FFF2-40B4-BE49-F238E27FC236}">
                <a16:creationId xmlns:a16="http://schemas.microsoft.com/office/drawing/2014/main" id="{F4BCA64C-D3B9-4B8D-A71A-3581B937CCA9}"/>
              </a:ext>
            </a:extLst>
          </p:cNvPr>
          <p:cNvSpPr>
            <a:spLocks noGrp="1"/>
          </p:cNvSpPr>
          <p:nvPr/>
        </p:nvSpPr>
        <p:spPr>
          <a:xfrm>
            <a:off x="66411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5198">
            <a:extLst>
              <a:ext uri="{FF2B5EF4-FFF2-40B4-BE49-F238E27FC236}">
                <a16:creationId xmlns:a16="http://schemas.microsoft.com/office/drawing/2014/main" id="{07F9E2EA-E5BC-4358-AECA-391661CBB96A}"/>
              </a:ext>
            </a:extLst>
          </p:cNvPr>
          <p:cNvSpPr>
            <a:spLocks noGrp="1"/>
          </p:cNvSpPr>
          <p:nvPr/>
        </p:nvSpPr>
        <p:spPr>
          <a:xfrm>
            <a:off x="66647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5199">
            <a:extLst>
              <a:ext uri="{FF2B5EF4-FFF2-40B4-BE49-F238E27FC236}">
                <a16:creationId xmlns:a16="http://schemas.microsoft.com/office/drawing/2014/main" id="{227F0624-92B5-4A49-BDCF-A40DC01C450C}"/>
              </a:ext>
            </a:extLst>
          </p:cNvPr>
          <p:cNvSpPr>
            <a:spLocks noGrp="1"/>
          </p:cNvSpPr>
          <p:nvPr/>
        </p:nvSpPr>
        <p:spPr>
          <a:xfrm>
            <a:off x="66321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5200">
            <a:extLst>
              <a:ext uri="{FF2B5EF4-FFF2-40B4-BE49-F238E27FC236}">
                <a16:creationId xmlns:a16="http://schemas.microsoft.com/office/drawing/2014/main" id="{1A942A53-A73A-4F13-A7A0-F3B47D3E22B2}"/>
              </a:ext>
            </a:extLst>
          </p:cNvPr>
          <p:cNvSpPr>
            <a:spLocks noGrp="1"/>
          </p:cNvSpPr>
          <p:nvPr/>
        </p:nvSpPr>
        <p:spPr>
          <a:xfrm>
            <a:off x="6615637" y="2921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5201">
            <a:extLst>
              <a:ext uri="{FF2B5EF4-FFF2-40B4-BE49-F238E27FC236}">
                <a16:creationId xmlns:a16="http://schemas.microsoft.com/office/drawing/2014/main" id="{FEADF718-C17B-4EE3-9D71-1E408E590E38}"/>
              </a:ext>
            </a:extLst>
          </p:cNvPr>
          <p:cNvSpPr>
            <a:spLocks noGrp="1"/>
          </p:cNvSpPr>
          <p:nvPr/>
        </p:nvSpPr>
        <p:spPr>
          <a:xfrm>
            <a:off x="66451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5202">
            <a:extLst>
              <a:ext uri="{FF2B5EF4-FFF2-40B4-BE49-F238E27FC236}">
                <a16:creationId xmlns:a16="http://schemas.microsoft.com/office/drawing/2014/main" id="{18E486BF-1496-4E85-B5B8-CB2913808F53}"/>
              </a:ext>
            </a:extLst>
          </p:cNvPr>
          <p:cNvSpPr>
            <a:spLocks noGrp="1"/>
          </p:cNvSpPr>
          <p:nvPr/>
        </p:nvSpPr>
        <p:spPr>
          <a:xfrm>
            <a:off x="659921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5203">
            <a:extLst>
              <a:ext uri="{FF2B5EF4-FFF2-40B4-BE49-F238E27FC236}">
                <a16:creationId xmlns:a16="http://schemas.microsoft.com/office/drawing/2014/main" id="{F037996F-02B4-4805-AF07-FCB08E105B82}"/>
              </a:ext>
            </a:extLst>
          </p:cNvPr>
          <p:cNvSpPr>
            <a:spLocks noGrp="1"/>
          </p:cNvSpPr>
          <p:nvPr/>
        </p:nvSpPr>
        <p:spPr>
          <a:xfrm>
            <a:off x="6678782" y="3348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5204">
            <a:extLst>
              <a:ext uri="{FF2B5EF4-FFF2-40B4-BE49-F238E27FC236}">
                <a16:creationId xmlns:a16="http://schemas.microsoft.com/office/drawing/2014/main" id="{E840C115-594E-4341-B239-62D31AD51A41}"/>
              </a:ext>
            </a:extLst>
          </p:cNvPr>
          <p:cNvSpPr>
            <a:spLocks noGrp="1"/>
          </p:cNvSpPr>
          <p:nvPr/>
        </p:nvSpPr>
        <p:spPr>
          <a:xfrm>
            <a:off x="6650724" y="2590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5205">
            <a:extLst>
              <a:ext uri="{FF2B5EF4-FFF2-40B4-BE49-F238E27FC236}">
                <a16:creationId xmlns:a16="http://schemas.microsoft.com/office/drawing/2014/main" id="{7A646D04-F087-464B-A974-4EBD89845EF2}"/>
              </a:ext>
            </a:extLst>
          </p:cNvPr>
          <p:cNvSpPr>
            <a:spLocks noGrp="1"/>
          </p:cNvSpPr>
          <p:nvPr/>
        </p:nvSpPr>
        <p:spPr>
          <a:xfrm>
            <a:off x="6638527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5206">
            <a:extLst>
              <a:ext uri="{FF2B5EF4-FFF2-40B4-BE49-F238E27FC236}">
                <a16:creationId xmlns:a16="http://schemas.microsoft.com/office/drawing/2014/main" id="{4250818D-5AB3-4F95-89F4-2B3D5927C266}"/>
              </a:ext>
            </a:extLst>
          </p:cNvPr>
          <p:cNvSpPr>
            <a:spLocks noGrp="1"/>
          </p:cNvSpPr>
          <p:nvPr/>
        </p:nvSpPr>
        <p:spPr>
          <a:xfrm>
            <a:off x="6676971" y="3588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5207">
            <a:extLst>
              <a:ext uri="{FF2B5EF4-FFF2-40B4-BE49-F238E27FC236}">
                <a16:creationId xmlns:a16="http://schemas.microsoft.com/office/drawing/2014/main" id="{266D6B88-0E3F-43A4-A793-21C02C9A247F}"/>
              </a:ext>
            </a:extLst>
          </p:cNvPr>
          <p:cNvSpPr>
            <a:spLocks noGrp="1"/>
          </p:cNvSpPr>
          <p:nvPr/>
        </p:nvSpPr>
        <p:spPr>
          <a:xfrm>
            <a:off x="6683725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5208">
            <a:extLst>
              <a:ext uri="{FF2B5EF4-FFF2-40B4-BE49-F238E27FC236}">
                <a16:creationId xmlns:a16="http://schemas.microsoft.com/office/drawing/2014/main" id="{5D231C31-9CD2-449F-A27A-DC9CDA6D9C72}"/>
              </a:ext>
            </a:extLst>
          </p:cNvPr>
          <p:cNvSpPr>
            <a:spLocks noGrp="1"/>
          </p:cNvSpPr>
          <p:nvPr/>
        </p:nvSpPr>
        <p:spPr>
          <a:xfrm>
            <a:off x="65921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5209">
            <a:extLst>
              <a:ext uri="{FF2B5EF4-FFF2-40B4-BE49-F238E27FC236}">
                <a16:creationId xmlns:a16="http://schemas.microsoft.com/office/drawing/2014/main" id="{F704AA7B-3CC3-47D9-8181-8C430E3C5F6A}"/>
              </a:ext>
            </a:extLst>
          </p:cNvPr>
          <p:cNvSpPr>
            <a:spLocks noGrp="1"/>
          </p:cNvSpPr>
          <p:nvPr/>
        </p:nvSpPr>
        <p:spPr>
          <a:xfrm>
            <a:off x="668412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5210">
            <a:extLst>
              <a:ext uri="{FF2B5EF4-FFF2-40B4-BE49-F238E27FC236}">
                <a16:creationId xmlns:a16="http://schemas.microsoft.com/office/drawing/2014/main" id="{74035039-2D53-4835-9C6E-7B2F0994B16A}"/>
              </a:ext>
            </a:extLst>
          </p:cNvPr>
          <p:cNvSpPr>
            <a:spLocks noGrp="1"/>
          </p:cNvSpPr>
          <p:nvPr/>
        </p:nvSpPr>
        <p:spPr>
          <a:xfrm>
            <a:off x="664655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5211">
            <a:extLst>
              <a:ext uri="{FF2B5EF4-FFF2-40B4-BE49-F238E27FC236}">
                <a16:creationId xmlns:a16="http://schemas.microsoft.com/office/drawing/2014/main" id="{056DDAF0-F098-4804-8234-69620AC2900A}"/>
              </a:ext>
            </a:extLst>
          </p:cNvPr>
          <p:cNvSpPr>
            <a:spLocks noGrp="1"/>
          </p:cNvSpPr>
          <p:nvPr/>
        </p:nvSpPr>
        <p:spPr>
          <a:xfrm>
            <a:off x="6650113" y="24956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5212">
            <a:extLst>
              <a:ext uri="{FF2B5EF4-FFF2-40B4-BE49-F238E27FC236}">
                <a16:creationId xmlns:a16="http://schemas.microsoft.com/office/drawing/2014/main" id="{AFF58AA0-1517-4498-82C6-52FF0D851B80}"/>
              </a:ext>
            </a:extLst>
          </p:cNvPr>
          <p:cNvSpPr>
            <a:spLocks noGrp="1"/>
          </p:cNvSpPr>
          <p:nvPr/>
        </p:nvSpPr>
        <p:spPr>
          <a:xfrm>
            <a:off x="66664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5213">
            <a:extLst>
              <a:ext uri="{FF2B5EF4-FFF2-40B4-BE49-F238E27FC236}">
                <a16:creationId xmlns:a16="http://schemas.microsoft.com/office/drawing/2014/main" id="{4E4ACE94-2CDC-4329-AA70-54B63DBDF300}"/>
              </a:ext>
            </a:extLst>
          </p:cNvPr>
          <p:cNvSpPr>
            <a:spLocks noGrp="1"/>
          </p:cNvSpPr>
          <p:nvPr/>
        </p:nvSpPr>
        <p:spPr>
          <a:xfrm>
            <a:off x="6652218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5214">
            <a:extLst>
              <a:ext uri="{FF2B5EF4-FFF2-40B4-BE49-F238E27FC236}">
                <a16:creationId xmlns:a16="http://schemas.microsoft.com/office/drawing/2014/main" id="{A0DC4BA4-B418-4926-9C3C-8623394BCF77}"/>
              </a:ext>
            </a:extLst>
          </p:cNvPr>
          <p:cNvSpPr>
            <a:spLocks noGrp="1"/>
          </p:cNvSpPr>
          <p:nvPr/>
        </p:nvSpPr>
        <p:spPr>
          <a:xfrm>
            <a:off x="683963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5215">
            <a:extLst>
              <a:ext uri="{FF2B5EF4-FFF2-40B4-BE49-F238E27FC236}">
                <a16:creationId xmlns:a16="http://schemas.microsoft.com/office/drawing/2014/main" id="{1FDEEA23-D6C7-4985-88A8-BF978D5E4AF3}"/>
              </a:ext>
            </a:extLst>
          </p:cNvPr>
          <p:cNvSpPr>
            <a:spLocks noGrp="1"/>
          </p:cNvSpPr>
          <p:nvPr/>
        </p:nvSpPr>
        <p:spPr>
          <a:xfrm>
            <a:off x="687849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5216">
            <a:extLst>
              <a:ext uri="{FF2B5EF4-FFF2-40B4-BE49-F238E27FC236}">
                <a16:creationId xmlns:a16="http://schemas.microsoft.com/office/drawing/2014/main" id="{45B845D2-E054-42BC-BFC6-196ACF74B929}"/>
              </a:ext>
            </a:extLst>
          </p:cNvPr>
          <p:cNvSpPr>
            <a:spLocks noGrp="1"/>
          </p:cNvSpPr>
          <p:nvPr/>
        </p:nvSpPr>
        <p:spPr>
          <a:xfrm>
            <a:off x="688093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5217">
            <a:extLst>
              <a:ext uri="{FF2B5EF4-FFF2-40B4-BE49-F238E27FC236}">
                <a16:creationId xmlns:a16="http://schemas.microsoft.com/office/drawing/2014/main" id="{3DF246F8-DA91-489D-A7D1-7DBFDEBA4BF9}"/>
              </a:ext>
            </a:extLst>
          </p:cNvPr>
          <p:cNvSpPr>
            <a:spLocks noGrp="1"/>
          </p:cNvSpPr>
          <p:nvPr/>
        </p:nvSpPr>
        <p:spPr>
          <a:xfrm>
            <a:off x="686350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5218">
            <a:extLst>
              <a:ext uri="{FF2B5EF4-FFF2-40B4-BE49-F238E27FC236}">
                <a16:creationId xmlns:a16="http://schemas.microsoft.com/office/drawing/2014/main" id="{0E051DA8-FC12-4D23-BE1F-E1B0534C5A4B}"/>
              </a:ext>
            </a:extLst>
          </p:cNvPr>
          <p:cNvSpPr>
            <a:spLocks noGrp="1"/>
          </p:cNvSpPr>
          <p:nvPr/>
        </p:nvSpPr>
        <p:spPr>
          <a:xfrm>
            <a:off x="6846088" y="2631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5219">
            <a:extLst>
              <a:ext uri="{FF2B5EF4-FFF2-40B4-BE49-F238E27FC236}">
                <a16:creationId xmlns:a16="http://schemas.microsoft.com/office/drawing/2014/main" id="{8B00DA88-2F06-4AE6-A065-CCA24DC1BB65}"/>
              </a:ext>
            </a:extLst>
          </p:cNvPr>
          <p:cNvSpPr>
            <a:spLocks noGrp="1"/>
          </p:cNvSpPr>
          <p:nvPr/>
        </p:nvSpPr>
        <p:spPr>
          <a:xfrm>
            <a:off x="687003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5220">
            <a:extLst>
              <a:ext uri="{FF2B5EF4-FFF2-40B4-BE49-F238E27FC236}">
                <a16:creationId xmlns:a16="http://schemas.microsoft.com/office/drawing/2014/main" id="{C231CC59-4FA4-4810-914F-E9919FCC1E4B}"/>
              </a:ext>
            </a:extLst>
          </p:cNvPr>
          <p:cNvSpPr>
            <a:spLocks noGrp="1"/>
          </p:cNvSpPr>
          <p:nvPr/>
        </p:nvSpPr>
        <p:spPr>
          <a:xfrm>
            <a:off x="684422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5221">
            <a:extLst>
              <a:ext uri="{FF2B5EF4-FFF2-40B4-BE49-F238E27FC236}">
                <a16:creationId xmlns:a16="http://schemas.microsoft.com/office/drawing/2014/main" id="{29633856-2334-46A8-BD34-A367005B81DB}"/>
              </a:ext>
            </a:extLst>
          </p:cNvPr>
          <p:cNvSpPr>
            <a:spLocks noGrp="1"/>
          </p:cNvSpPr>
          <p:nvPr/>
        </p:nvSpPr>
        <p:spPr>
          <a:xfrm>
            <a:off x="685701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5222">
            <a:extLst>
              <a:ext uri="{FF2B5EF4-FFF2-40B4-BE49-F238E27FC236}">
                <a16:creationId xmlns:a16="http://schemas.microsoft.com/office/drawing/2014/main" id="{0CAFD2CF-5E71-4145-BA53-77AD13A536B3}"/>
              </a:ext>
            </a:extLst>
          </p:cNvPr>
          <p:cNvSpPr>
            <a:spLocks noGrp="1"/>
          </p:cNvSpPr>
          <p:nvPr/>
        </p:nvSpPr>
        <p:spPr>
          <a:xfrm>
            <a:off x="6928439" y="32329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5223">
            <a:extLst>
              <a:ext uri="{FF2B5EF4-FFF2-40B4-BE49-F238E27FC236}">
                <a16:creationId xmlns:a16="http://schemas.microsoft.com/office/drawing/2014/main" id="{7B388B5E-3B0E-4927-8219-E2D694078E55}"/>
              </a:ext>
            </a:extLst>
          </p:cNvPr>
          <p:cNvSpPr>
            <a:spLocks noGrp="1"/>
          </p:cNvSpPr>
          <p:nvPr/>
        </p:nvSpPr>
        <p:spPr>
          <a:xfrm>
            <a:off x="691651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5224">
            <a:extLst>
              <a:ext uri="{FF2B5EF4-FFF2-40B4-BE49-F238E27FC236}">
                <a16:creationId xmlns:a16="http://schemas.microsoft.com/office/drawing/2014/main" id="{04BABF7E-5180-4805-9458-EE61DCD20D8F}"/>
              </a:ext>
            </a:extLst>
          </p:cNvPr>
          <p:cNvSpPr>
            <a:spLocks noGrp="1"/>
          </p:cNvSpPr>
          <p:nvPr/>
        </p:nvSpPr>
        <p:spPr>
          <a:xfrm>
            <a:off x="6887306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5225">
            <a:extLst>
              <a:ext uri="{FF2B5EF4-FFF2-40B4-BE49-F238E27FC236}">
                <a16:creationId xmlns:a16="http://schemas.microsoft.com/office/drawing/2014/main" id="{59424B12-7B10-4441-A239-283A9D2CE1C9}"/>
              </a:ext>
            </a:extLst>
          </p:cNvPr>
          <p:cNvSpPr>
            <a:spLocks noGrp="1"/>
          </p:cNvSpPr>
          <p:nvPr/>
        </p:nvSpPr>
        <p:spPr>
          <a:xfrm>
            <a:off x="685098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5226">
            <a:extLst>
              <a:ext uri="{FF2B5EF4-FFF2-40B4-BE49-F238E27FC236}">
                <a16:creationId xmlns:a16="http://schemas.microsoft.com/office/drawing/2014/main" id="{F346D2C7-27B9-4C28-B254-C43C9862B33E}"/>
              </a:ext>
            </a:extLst>
          </p:cNvPr>
          <p:cNvSpPr>
            <a:spLocks noGrp="1"/>
          </p:cNvSpPr>
          <p:nvPr/>
        </p:nvSpPr>
        <p:spPr>
          <a:xfrm>
            <a:off x="683441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5227">
            <a:extLst>
              <a:ext uri="{FF2B5EF4-FFF2-40B4-BE49-F238E27FC236}">
                <a16:creationId xmlns:a16="http://schemas.microsoft.com/office/drawing/2014/main" id="{F39EF697-1DF4-465E-BD24-FCD4CA5BF220}"/>
              </a:ext>
            </a:extLst>
          </p:cNvPr>
          <p:cNvSpPr>
            <a:spLocks noGrp="1"/>
          </p:cNvSpPr>
          <p:nvPr/>
        </p:nvSpPr>
        <p:spPr>
          <a:xfrm>
            <a:off x="6844659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5228">
            <a:extLst>
              <a:ext uri="{FF2B5EF4-FFF2-40B4-BE49-F238E27FC236}">
                <a16:creationId xmlns:a16="http://schemas.microsoft.com/office/drawing/2014/main" id="{03CFC1BD-4A40-4B00-9943-E7D8CDBDDE8C}"/>
              </a:ext>
            </a:extLst>
          </p:cNvPr>
          <p:cNvSpPr>
            <a:spLocks noGrp="1"/>
          </p:cNvSpPr>
          <p:nvPr/>
        </p:nvSpPr>
        <p:spPr>
          <a:xfrm>
            <a:off x="6855339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5229">
            <a:extLst>
              <a:ext uri="{FF2B5EF4-FFF2-40B4-BE49-F238E27FC236}">
                <a16:creationId xmlns:a16="http://schemas.microsoft.com/office/drawing/2014/main" id="{7D14D3CF-29FF-446D-A9B4-56027EEB0582}"/>
              </a:ext>
            </a:extLst>
          </p:cNvPr>
          <p:cNvSpPr>
            <a:spLocks noGrp="1"/>
          </p:cNvSpPr>
          <p:nvPr/>
        </p:nvSpPr>
        <p:spPr>
          <a:xfrm>
            <a:off x="685204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5230">
            <a:extLst>
              <a:ext uri="{FF2B5EF4-FFF2-40B4-BE49-F238E27FC236}">
                <a16:creationId xmlns:a16="http://schemas.microsoft.com/office/drawing/2014/main" id="{1BEBA40F-A8EB-4418-8347-6CC4D7D840B0}"/>
              </a:ext>
            </a:extLst>
          </p:cNvPr>
          <p:cNvSpPr>
            <a:spLocks noGrp="1"/>
          </p:cNvSpPr>
          <p:nvPr/>
        </p:nvSpPr>
        <p:spPr>
          <a:xfrm>
            <a:off x="683014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5231">
            <a:extLst>
              <a:ext uri="{FF2B5EF4-FFF2-40B4-BE49-F238E27FC236}">
                <a16:creationId xmlns:a16="http://schemas.microsoft.com/office/drawing/2014/main" id="{0AAD1586-C1EF-42F9-B9FD-2B7B2FA98897}"/>
              </a:ext>
            </a:extLst>
          </p:cNvPr>
          <p:cNvSpPr>
            <a:spLocks noGrp="1"/>
          </p:cNvSpPr>
          <p:nvPr/>
        </p:nvSpPr>
        <p:spPr>
          <a:xfrm>
            <a:off x="688449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5232">
            <a:extLst>
              <a:ext uri="{FF2B5EF4-FFF2-40B4-BE49-F238E27FC236}">
                <a16:creationId xmlns:a16="http://schemas.microsoft.com/office/drawing/2014/main" id="{F3B0F5C4-15DB-4AA2-A3C9-77A0F256752A}"/>
              </a:ext>
            </a:extLst>
          </p:cNvPr>
          <p:cNvSpPr>
            <a:spLocks noGrp="1"/>
          </p:cNvSpPr>
          <p:nvPr/>
        </p:nvSpPr>
        <p:spPr>
          <a:xfrm>
            <a:off x="69155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5233">
            <a:extLst>
              <a:ext uri="{FF2B5EF4-FFF2-40B4-BE49-F238E27FC236}">
                <a16:creationId xmlns:a16="http://schemas.microsoft.com/office/drawing/2014/main" id="{885F3832-8F39-4166-BB83-7281D639292F}"/>
              </a:ext>
            </a:extLst>
          </p:cNvPr>
          <p:cNvSpPr>
            <a:spLocks noGrp="1"/>
          </p:cNvSpPr>
          <p:nvPr/>
        </p:nvSpPr>
        <p:spPr>
          <a:xfrm>
            <a:off x="6835059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5234">
            <a:extLst>
              <a:ext uri="{FF2B5EF4-FFF2-40B4-BE49-F238E27FC236}">
                <a16:creationId xmlns:a16="http://schemas.microsoft.com/office/drawing/2014/main" id="{CB631422-717C-4914-8AD8-8224529A4406}"/>
              </a:ext>
            </a:extLst>
          </p:cNvPr>
          <p:cNvSpPr>
            <a:spLocks noGrp="1"/>
          </p:cNvSpPr>
          <p:nvPr/>
        </p:nvSpPr>
        <p:spPr>
          <a:xfrm>
            <a:off x="6895255" y="32115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5235">
            <a:extLst>
              <a:ext uri="{FF2B5EF4-FFF2-40B4-BE49-F238E27FC236}">
                <a16:creationId xmlns:a16="http://schemas.microsoft.com/office/drawing/2014/main" id="{4AD795FF-C66B-4102-8196-5D99DE731A89}"/>
              </a:ext>
            </a:extLst>
          </p:cNvPr>
          <p:cNvSpPr>
            <a:spLocks noGrp="1"/>
          </p:cNvSpPr>
          <p:nvPr/>
        </p:nvSpPr>
        <p:spPr>
          <a:xfrm>
            <a:off x="690511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5236">
            <a:extLst>
              <a:ext uri="{FF2B5EF4-FFF2-40B4-BE49-F238E27FC236}">
                <a16:creationId xmlns:a16="http://schemas.microsoft.com/office/drawing/2014/main" id="{AD582CEE-35ED-4532-9CAD-4E1E35C92E85}"/>
              </a:ext>
            </a:extLst>
          </p:cNvPr>
          <p:cNvSpPr>
            <a:spLocks noGrp="1"/>
          </p:cNvSpPr>
          <p:nvPr/>
        </p:nvSpPr>
        <p:spPr>
          <a:xfrm>
            <a:off x="6859260" y="22053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5237">
            <a:extLst>
              <a:ext uri="{FF2B5EF4-FFF2-40B4-BE49-F238E27FC236}">
                <a16:creationId xmlns:a16="http://schemas.microsoft.com/office/drawing/2014/main" id="{D69EE864-65F4-48F8-B885-C165D9B5B3F1}"/>
              </a:ext>
            </a:extLst>
          </p:cNvPr>
          <p:cNvSpPr>
            <a:spLocks noGrp="1"/>
          </p:cNvSpPr>
          <p:nvPr/>
        </p:nvSpPr>
        <p:spPr>
          <a:xfrm>
            <a:off x="6912053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5238">
            <a:extLst>
              <a:ext uri="{FF2B5EF4-FFF2-40B4-BE49-F238E27FC236}">
                <a16:creationId xmlns:a16="http://schemas.microsoft.com/office/drawing/2014/main" id="{5AAEDAA2-E08B-45C1-881B-2028B9AB9348}"/>
              </a:ext>
            </a:extLst>
          </p:cNvPr>
          <p:cNvSpPr>
            <a:spLocks noGrp="1"/>
          </p:cNvSpPr>
          <p:nvPr/>
        </p:nvSpPr>
        <p:spPr>
          <a:xfrm>
            <a:off x="6875482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5239">
            <a:extLst>
              <a:ext uri="{FF2B5EF4-FFF2-40B4-BE49-F238E27FC236}">
                <a16:creationId xmlns:a16="http://schemas.microsoft.com/office/drawing/2014/main" id="{E2376420-764F-45D8-A49D-5A4B8E6926D9}"/>
              </a:ext>
            </a:extLst>
          </p:cNvPr>
          <p:cNvSpPr>
            <a:spLocks noGrp="1"/>
          </p:cNvSpPr>
          <p:nvPr/>
        </p:nvSpPr>
        <p:spPr>
          <a:xfrm>
            <a:off x="687798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5240">
            <a:extLst>
              <a:ext uri="{FF2B5EF4-FFF2-40B4-BE49-F238E27FC236}">
                <a16:creationId xmlns:a16="http://schemas.microsoft.com/office/drawing/2014/main" id="{2F91E649-6785-4561-9DAC-E9A7A7461CB2}"/>
              </a:ext>
            </a:extLst>
          </p:cNvPr>
          <p:cNvSpPr>
            <a:spLocks noGrp="1"/>
          </p:cNvSpPr>
          <p:nvPr/>
        </p:nvSpPr>
        <p:spPr>
          <a:xfrm>
            <a:off x="692092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5241">
            <a:extLst>
              <a:ext uri="{FF2B5EF4-FFF2-40B4-BE49-F238E27FC236}">
                <a16:creationId xmlns:a16="http://schemas.microsoft.com/office/drawing/2014/main" id="{79B5771D-50C9-4BFC-BBCA-75D45037EF4C}"/>
              </a:ext>
            </a:extLst>
          </p:cNvPr>
          <p:cNvSpPr>
            <a:spLocks noGrp="1"/>
          </p:cNvSpPr>
          <p:nvPr/>
        </p:nvSpPr>
        <p:spPr>
          <a:xfrm>
            <a:off x="6910323" y="3302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5242">
            <a:extLst>
              <a:ext uri="{FF2B5EF4-FFF2-40B4-BE49-F238E27FC236}">
                <a16:creationId xmlns:a16="http://schemas.microsoft.com/office/drawing/2014/main" id="{BFB01BEF-8600-4894-B86A-5BD691E8FE5D}"/>
              </a:ext>
            </a:extLst>
          </p:cNvPr>
          <p:cNvSpPr>
            <a:spLocks noGrp="1"/>
          </p:cNvSpPr>
          <p:nvPr/>
        </p:nvSpPr>
        <p:spPr>
          <a:xfrm>
            <a:off x="6897479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5243">
            <a:extLst>
              <a:ext uri="{FF2B5EF4-FFF2-40B4-BE49-F238E27FC236}">
                <a16:creationId xmlns:a16="http://schemas.microsoft.com/office/drawing/2014/main" id="{54C27248-411C-4B20-9BA3-28F780EA6EE5}"/>
              </a:ext>
            </a:extLst>
          </p:cNvPr>
          <p:cNvSpPr>
            <a:spLocks noGrp="1"/>
          </p:cNvSpPr>
          <p:nvPr/>
        </p:nvSpPr>
        <p:spPr>
          <a:xfrm>
            <a:off x="686292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5244">
            <a:extLst>
              <a:ext uri="{FF2B5EF4-FFF2-40B4-BE49-F238E27FC236}">
                <a16:creationId xmlns:a16="http://schemas.microsoft.com/office/drawing/2014/main" id="{2393A025-90AC-4804-8BB9-D8E5C0AE7950}"/>
              </a:ext>
            </a:extLst>
          </p:cNvPr>
          <p:cNvSpPr>
            <a:spLocks noGrp="1"/>
          </p:cNvSpPr>
          <p:nvPr/>
        </p:nvSpPr>
        <p:spPr>
          <a:xfrm>
            <a:off x="690440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5245">
            <a:extLst>
              <a:ext uri="{FF2B5EF4-FFF2-40B4-BE49-F238E27FC236}">
                <a16:creationId xmlns:a16="http://schemas.microsoft.com/office/drawing/2014/main" id="{F572D571-322B-41AD-9654-DBD3FB695766}"/>
              </a:ext>
            </a:extLst>
          </p:cNvPr>
          <p:cNvSpPr>
            <a:spLocks noGrp="1"/>
          </p:cNvSpPr>
          <p:nvPr/>
        </p:nvSpPr>
        <p:spPr>
          <a:xfrm>
            <a:off x="6907147" y="3450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5246">
            <a:extLst>
              <a:ext uri="{FF2B5EF4-FFF2-40B4-BE49-F238E27FC236}">
                <a16:creationId xmlns:a16="http://schemas.microsoft.com/office/drawing/2014/main" id="{434F3267-648C-45B8-A5BE-A0AA4E292600}"/>
              </a:ext>
            </a:extLst>
          </p:cNvPr>
          <p:cNvSpPr>
            <a:spLocks noGrp="1"/>
          </p:cNvSpPr>
          <p:nvPr/>
        </p:nvSpPr>
        <p:spPr>
          <a:xfrm>
            <a:off x="68672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5247">
            <a:extLst>
              <a:ext uri="{FF2B5EF4-FFF2-40B4-BE49-F238E27FC236}">
                <a16:creationId xmlns:a16="http://schemas.microsoft.com/office/drawing/2014/main" id="{8197D6ED-A4F1-44D6-AEF6-CDCAF75EE010}"/>
              </a:ext>
            </a:extLst>
          </p:cNvPr>
          <p:cNvSpPr>
            <a:spLocks noGrp="1"/>
          </p:cNvSpPr>
          <p:nvPr/>
        </p:nvSpPr>
        <p:spPr>
          <a:xfrm>
            <a:off x="682739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5248">
            <a:extLst>
              <a:ext uri="{FF2B5EF4-FFF2-40B4-BE49-F238E27FC236}">
                <a16:creationId xmlns:a16="http://schemas.microsoft.com/office/drawing/2014/main" id="{A079C6EF-C7E7-45F3-B0CC-93A24B1E0CE9}"/>
              </a:ext>
            </a:extLst>
          </p:cNvPr>
          <p:cNvSpPr>
            <a:spLocks noGrp="1"/>
          </p:cNvSpPr>
          <p:nvPr/>
        </p:nvSpPr>
        <p:spPr>
          <a:xfrm>
            <a:off x="685475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5249">
            <a:extLst>
              <a:ext uri="{FF2B5EF4-FFF2-40B4-BE49-F238E27FC236}">
                <a16:creationId xmlns:a16="http://schemas.microsoft.com/office/drawing/2014/main" id="{75FC2D9C-C461-40BA-A743-7726315D5E0B}"/>
              </a:ext>
            </a:extLst>
          </p:cNvPr>
          <p:cNvSpPr>
            <a:spLocks noGrp="1"/>
          </p:cNvSpPr>
          <p:nvPr/>
        </p:nvSpPr>
        <p:spPr>
          <a:xfrm>
            <a:off x="683778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5250">
            <a:extLst>
              <a:ext uri="{FF2B5EF4-FFF2-40B4-BE49-F238E27FC236}">
                <a16:creationId xmlns:a16="http://schemas.microsoft.com/office/drawing/2014/main" id="{CACE61AB-7618-4834-9EBA-258EA031DF75}"/>
              </a:ext>
            </a:extLst>
          </p:cNvPr>
          <p:cNvSpPr>
            <a:spLocks noGrp="1"/>
          </p:cNvSpPr>
          <p:nvPr/>
        </p:nvSpPr>
        <p:spPr>
          <a:xfrm>
            <a:off x="685544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5251">
            <a:extLst>
              <a:ext uri="{FF2B5EF4-FFF2-40B4-BE49-F238E27FC236}">
                <a16:creationId xmlns:a16="http://schemas.microsoft.com/office/drawing/2014/main" id="{E41B4672-2ACF-442C-847C-A7EB83DFA0E8}"/>
              </a:ext>
            </a:extLst>
          </p:cNvPr>
          <p:cNvSpPr>
            <a:spLocks noGrp="1"/>
          </p:cNvSpPr>
          <p:nvPr/>
        </p:nvSpPr>
        <p:spPr>
          <a:xfrm>
            <a:off x="682914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5252">
            <a:extLst>
              <a:ext uri="{FF2B5EF4-FFF2-40B4-BE49-F238E27FC236}">
                <a16:creationId xmlns:a16="http://schemas.microsoft.com/office/drawing/2014/main" id="{5032B05B-9F81-49E8-8CC6-4C95375B1424}"/>
              </a:ext>
            </a:extLst>
          </p:cNvPr>
          <p:cNvSpPr>
            <a:spLocks noGrp="1"/>
          </p:cNvSpPr>
          <p:nvPr/>
        </p:nvSpPr>
        <p:spPr>
          <a:xfrm>
            <a:off x="691773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5253">
            <a:extLst>
              <a:ext uri="{FF2B5EF4-FFF2-40B4-BE49-F238E27FC236}">
                <a16:creationId xmlns:a16="http://schemas.microsoft.com/office/drawing/2014/main" id="{4E90E066-EE5C-44EF-8411-7ADA50F7F564}"/>
              </a:ext>
            </a:extLst>
          </p:cNvPr>
          <p:cNvSpPr>
            <a:spLocks noGrp="1"/>
          </p:cNvSpPr>
          <p:nvPr/>
        </p:nvSpPr>
        <p:spPr>
          <a:xfrm>
            <a:off x="6897054" y="206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5254">
            <a:extLst>
              <a:ext uri="{FF2B5EF4-FFF2-40B4-BE49-F238E27FC236}">
                <a16:creationId xmlns:a16="http://schemas.microsoft.com/office/drawing/2014/main" id="{2A1A1BC5-A70D-4A15-A394-8D8F25CA2AFF}"/>
              </a:ext>
            </a:extLst>
          </p:cNvPr>
          <p:cNvSpPr>
            <a:spLocks noGrp="1"/>
          </p:cNvSpPr>
          <p:nvPr/>
        </p:nvSpPr>
        <p:spPr>
          <a:xfrm>
            <a:off x="691616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5255">
            <a:extLst>
              <a:ext uri="{FF2B5EF4-FFF2-40B4-BE49-F238E27FC236}">
                <a16:creationId xmlns:a16="http://schemas.microsoft.com/office/drawing/2014/main" id="{336F34A3-7919-4485-A31A-56E26CA049D3}"/>
              </a:ext>
            </a:extLst>
          </p:cNvPr>
          <p:cNvSpPr>
            <a:spLocks noGrp="1"/>
          </p:cNvSpPr>
          <p:nvPr/>
        </p:nvSpPr>
        <p:spPr>
          <a:xfrm>
            <a:off x="682673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5256">
            <a:extLst>
              <a:ext uri="{FF2B5EF4-FFF2-40B4-BE49-F238E27FC236}">
                <a16:creationId xmlns:a16="http://schemas.microsoft.com/office/drawing/2014/main" id="{5ADA7B46-1EFE-4A1E-A556-6DDAC3A8A1BD}"/>
              </a:ext>
            </a:extLst>
          </p:cNvPr>
          <p:cNvSpPr>
            <a:spLocks noGrp="1"/>
          </p:cNvSpPr>
          <p:nvPr/>
        </p:nvSpPr>
        <p:spPr>
          <a:xfrm>
            <a:off x="69069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5257">
            <a:extLst>
              <a:ext uri="{FF2B5EF4-FFF2-40B4-BE49-F238E27FC236}">
                <a16:creationId xmlns:a16="http://schemas.microsoft.com/office/drawing/2014/main" id="{4189E985-CEBB-4E5C-9A31-5244A524B96A}"/>
              </a:ext>
            </a:extLst>
          </p:cNvPr>
          <p:cNvSpPr>
            <a:spLocks noGrp="1"/>
          </p:cNvSpPr>
          <p:nvPr/>
        </p:nvSpPr>
        <p:spPr>
          <a:xfrm>
            <a:off x="691243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5258">
            <a:extLst>
              <a:ext uri="{FF2B5EF4-FFF2-40B4-BE49-F238E27FC236}">
                <a16:creationId xmlns:a16="http://schemas.microsoft.com/office/drawing/2014/main" id="{D19D71D3-499D-41A1-8354-508927BB16C3}"/>
              </a:ext>
            </a:extLst>
          </p:cNvPr>
          <p:cNvSpPr>
            <a:spLocks noGrp="1"/>
          </p:cNvSpPr>
          <p:nvPr/>
        </p:nvSpPr>
        <p:spPr>
          <a:xfrm>
            <a:off x="682429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5259">
            <a:extLst>
              <a:ext uri="{FF2B5EF4-FFF2-40B4-BE49-F238E27FC236}">
                <a16:creationId xmlns:a16="http://schemas.microsoft.com/office/drawing/2014/main" id="{A23E5AE2-4A9D-4AF3-9DFB-2BFFCAAD1421}"/>
              </a:ext>
            </a:extLst>
          </p:cNvPr>
          <p:cNvSpPr>
            <a:spLocks noGrp="1"/>
          </p:cNvSpPr>
          <p:nvPr/>
        </p:nvSpPr>
        <p:spPr>
          <a:xfrm>
            <a:off x="686839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5260">
            <a:extLst>
              <a:ext uri="{FF2B5EF4-FFF2-40B4-BE49-F238E27FC236}">
                <a16:creationId xmlns:a16="http://schemas.microsoft.com/office/drawing/2014/main" id="{15748D38-EA16-4E31-9DA5-EF1EA63FC099}"/>
              </a:ext>
            </a:extLst>
          </p:cNvPr>
          <p:cNvSpPr>
            <a:spLocks noGrp="1"/>
          </p:cNvSpPr>
          <p:nvPr/>
        </p:nvSpPr>
        <p:spPr>
          <a:xfrm>
            <a:off x="689557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5261">
            <a:extLst>
              <a:ext uri="{FF2B5EF4-FFF2-40B4-BE49-F238E27FC236}">
                <a16:creationId xmlns:a16="http://schemas.microsoft.com/office/drawing/2014/main" id="{3C3C851F-41F7-4413-A0B2-A4C83BD60AD3}"/>
              </a:ext>
            </a:extLst>
          </p:cNvPr>
          <p:cNvSpPr>
            <a:spLocks noGrp="1"/>
          </p:cNvSpPr>
          <p:nvPr/>
        </p:nvSpPr>
        <p:spPr>
          <a:xfrm>
            <a:off x="684062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5262">
            <a:extLst>
              <a:ext uri="{FF2B5EF4-FFF2-40B4-BE49-F238E27FC236}">
                <a16:creationId xmlns:a16="http://schemas.microsoft.com/office/drawing/2014/main" id="{84DF9DA4-1BC0-4588-9BBF-BD44E46BA8B0}"/>
              </a:ext>
            </a:extLst>
          </p:cNvPr>
          <p:cNvSpPr>
            <a:spLocks noGrp="1"/>
          </p:cNvSpPr>
          <p:nvPr/>
        </p:nvSpPr>
        <p:spPr>
          <a:xfrm>
            <a:off x="687535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5263">
            <a:extLst>
              <a:ext uri="{FF2B5EF4-FFF2-40B4-BE49-F238E27FC236}">
                <a16:creationId xmlns:a16="http://schemas.microsoft.com/office/drawing/2014/main" id="{DA6D774E-2AEF-4B86-9ACF-EECD4DBF3F5A}"/>
              </a:ext>
            </a:extLst>
          </p:cNvPr>
          <p:cNvSpPr>
            <a:spLocks noGrp="1"/>
          </p:cNvSpPr>
          <p:nvPr/>
        </p:nvSpPr>
        <p:spPr>
          <a:xfrm>
            <a:off x="6914129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5264">
            <a:extLst>
              <a:ext uri="{FF2B5EF4-FFF2-40B4-BE49-F238E27FC236}">
                <a16:creationId xmlns:a16="http://schemas.microsoft.com/office/drawing/2014/main" id="{AB5CE9B7-B372-4D79-8DF8-06C732016DBD}"/>
              </a:ext>
            </a:extLst>
          </p:cNvPr>
          <p:cNvSpPr>
            <a:spLocks noGrp="1"/>
          </p:cNvSpPr>
          <p:nvPr/>
        </p:nvSpPr>
        <p:spPr>
          <a:xfrm>
            <a:off x="6863581" y="31446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5265">
            <a:extLst>
              <a:ext uri="{FF2B5EF4-FFF2-40B4-BE49-F238E27FC236}">
                <a16:creationId xmlns:a16="http://schemas.microsoft.com/office/drawing/2014/main" id="{8137D5B8-7293-4D99-AEA2-86426AAC492B}"/>
              </a:ext>
            </a:extLst>
          </p:cNvPr>
          <p:cNvSpPr>
            <a:spLocks noGrp="1"/>
          </p:cNvSpPr>
          <p:nvPr/>
        </p:nvSpPr>
        <p:spPr>
          <a:xfrm>
            <a:off x="683172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5266">
            <a:extLst>
              <a:ext uri="{FF2B5EF4-FFF2-40B4-BE49-F238E27FC236}">
                <a16:creationId xmlns:a16="http://schemas.microsoft.com/office/drawing/2014/main" id="{2CE1EA8E-F9CE-4739-BB34-1E965031F1B1}"/>
              </a:ext>
            </a:extLst>
          </p:cNvPr>
          <p:cNvSpPr>
            <a:spLocks noGrp="1"/>
          </p:cNvSpPr>
          <p:nvPr/>
        </p:nvSpPr>
        <p:spPr>
          <a:xfrm>
            <a:off x="6908528" y="19404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5267">
            <a:extLst>
              <a:ext uri="{FF2B5EF4-FFF2-40B4-BE49-F238E27FC236}">
                <a16:creationId xmlns:a16="http://schemas.microsoft.com/office/drawing/2014/main" id="{594F6674-75D0-4E27-A23A-C4CC29396094}"/>
              </a:ext>
            </a:extLst>
          </p:cNvPr>
          <p:cNvSpPr>
            <a:spLocks noGrp="1"/>
          </p:cNvSpPr>
          <p:nvPr/>
        </p:nvSpPr>
        <p:spPr>
          <a:xfrm>
            <a:off x="6845373" y="229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5268">
            <a:extLst>
              <a:ext uri="{FF2B5EF4-FFF2-40B4-BE49-F238E27FC236}">
                <a16:creationId xmlns:a16="http://schemas.microsoft.com/office/drawing/2014/main" id="{81E09F4A-B19C-4486-BE86-5CFC8E35D889}"/>
              </a:ext>
            </a:extLst>
          </p:cNvPr>
          <p:cNvSpPr>
            <a:spLocks noGrp="1"/>
          </p:cNvSpPr>
          <p:nvPr/>
        </p:nvSpPr>
        <p:spPr>
          <a:xfrm>
            <a:off x="6865662" y="2829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5269">
            <a:extLst>
              <a:ext uri="{FF2B5EF4-FFF2-40B4-BE49-F238E27FC236}">
                <a16:creationId xmlns:a16="http://schemas.microsoft.com/office/drawing/2014/main" id="{E14D4431-D77B-4C39-A5CB-A2EA23E37D0B}"/>
              </a:ext>
            </a:extLst>
          </p:cNvPr>
          <p:cNvSpPr>
            <a:spLocks noGrp="1"/>
          </p:cNvSpPr>
          <p:nvPr/>
        </p:nvSpPr>
        <p:spPr>
          <a:xfrm>
            <a:off x="687665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5270">
            <a:extLst>
              <a:ext uri="{FF2B5EF4-FFF2-40B4-BE49-F238E27FC236}">
                <a16:creationId xmlns:a16="http://schemas.microsoft.com/office/drawing/2014/main" id="{DEC1599A-037B-44FA-9345-1BACD33410F6}"/>
              </a:ext>
            </a:extLst>
          </p:cNvPr>
          <p:cNvSpPr>
            <a:spLocks noGrp="1"/>
          </p:cNvSpPr>
          <p:nvPr/>
        </p:nvSpPr>
        <p:spPr>
          <a:xfrm>
            <a:off x="6819792" y="34715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5271">
            <a:extLst>
              <a:ext uri="{FF2B5EF4-FFF2-40B4-BE49-F238E27FC236}">
                <a16:creationId xmlns:a16="http://schemas.microsoft.com/office/drawing/2014/main" id="{DECE6926-D586-468F-A450-4CB2C4AB04E7}"/>
              </a:ext>
            </a:extLst>
          </p:cNvPr>
          <p:cNvSpPr>
            <a:spLocks noGrp="1"/>
          </p:cNvSpPr>
          <p:nvPr/>
        </p:nvSpPr>
        <p:spPr>
          <a:xfrm>
            <a:off x="691084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5272">
            <a:extLst>
              <a:ext uri="{FF2B5EF4-FFF2-40B4-BE49-F238E27FC236}">
                <a16:creationId xmlns:a16="http://schemas.microsoft.com/office/drawing/2014/main" id="{2B67F06A-01D5-491B-9812-45B9DA0ABA8F}"/>
              </a:ext>
            </a:extLst>
          </p:cNvPr>
          <p:cNvSpPr>
            <a:spLocks noGrp="1"/>
          </p:cNvSpPr>
          <p:nvPr/>
        </p:nvSpPr>
        <p:spPr>
          <a:xfrm>
            <a:off x="6922215" y="3692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5273">
            <a:extLst>
              <a:ext uri="{FF2B5EF4-FFF2-40B4-BE49-F238E27FC236}">
                <a16:creationId xmlns:a16="http://schemas.microsoft.com/office/drawing/2014/main" id="{D14B8B73-E5A0-4240-A46D-B30E2C7FFD5D}"/>
              </a:ext>
            </a:extLst>
          </p:cNvPr>
          <p:cNvSpPr>
            <a:spLocks noGrp="1"/>
          </p:cNvSpPr>
          <p:nvPr/>
        </p:nvSpPr>
        <p:spPr>
          <a:xfrm>
            <a:off x="685027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5274">
            <a:extLst>
              <a:ext uri="{FF2B5EF4-FFF2-40B4-BE49-F238E27FC236}">
                <a16:creationId xmlns:a16="http://schemas.microsoft.com/office/drawing/2014/main" id="{8E9BBDBC-BB11-4567-B9B8-B95956FC24E6}"/>
              </a:ext>
            </a:extLst>
          </p:cNvPr>
          <p:cNvSpPr>
            <a:spLocks noGrp="1"/>
          </p:cNvSpPr>
          <p:nvPr/>
        </p:nvSpPr>
        <p:spPr>
          <a:xfrm>
            <a:off x="688912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5275">
            <a:extLst>
              <a:ext uri="{FF2B5EF4-FFF2-40B4-BE49-F238E27FC236}">
                <a16:creationId xmlns:a16="http://schemas.microsoft.com/office/drawing/2014/main" id="{19C7E6BF-E5E0-45C7-A034-53537A995C6B}"/>
              </a:ext>
            </a:extLst>
          </p:cNvPr>
          <p:cNvSpPr>
            <a:spLocks noGrp="1"/>
          </p:cNvSpPr>
          <p:nvPr/>
        </p:nvSpPr>
        <p:spPr>
          <a:xfrm>
            <a:off x="685632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5276">
            <a:extLst>
              <a:ext uri="{FF2B5EF4-FFF2-40B4-BE49-F238E27FC236}">
                <a16:creationId xmlns:a16="http://schemas.microsoft.com/office/drawing/2014/main" id="{DFAC4F00-CC9D-429C-881B-ADD8C02E8E55}"/>
              </a:ext>
            </a:extLst>
          </p:cNvPr>
          <p:cNvSpPr>
            <a:spLocks noGrp="1"/>
          </p:cNvSpPr>
          <p:nvPr/>
        </p:nvSpPr>
        <p:spPr>
          <a:xfrm>
            <a:off x="68675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5277">
            <a:extLst>
              <a:ext uri="{FF2B5EF4-FFF2-40B4-BE49-F238E27FC236}">
                <a16:creationId xmlns:a16="http://schemas.microsoft.com/office/drawing/2014/main" id="{7F051527-B44B-4EAD-833F-5E35C2768DA2}"/>
              </a:ext>
            </a:extLst>
          </p:cNvPr>
          <p:cNvSpPr>
            <a:spLocks noGrp="1"/>
          </p:cNvSpPr>
          <p:nvPr/>
        </p:nvSpPr>
        <p:spPr>
          <a:xfrm>
            <a:off x="6923484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5278">
            <a:extLst>
              <a:ext uri="{FF2B5EF4-FFF2-40B4-BE49-F238E27FC236}">
                <a16:creationId xmlns:a16="http://schemas.microsoft.com/office/drawing/2014/main" id="{237CC40D-9CDB-482B-98DE-330F9D4C1A56}"/>
              </a:ext>
            </a:extLst>
          </p:cNvPr>
          <p:cNvSpPr>
            <a:spLocks noGrp="1"/>
          </p:cNvSpPr>
          <p:nvPr/>
        </p:nvSpPr>
        <p:spPr>
          <a:xfrm>
            <a:off x="687324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5279">
            <a:extLst>
              <a:ext uri="{FF2B5EF4-FFF2-40B4-BE49-F238E27FC236}">
                <a16:creationId xmlns:a16="http://schemas.microsoft.com/office/drawing/2014/main" id="{A47CD43E-2218-461A-B8EA-110239C94E4D}"/>
              </a:ext>
            </a:extLst>
          </p:cNvPr>
          <p:cNvSpPr>
            <a:spLocks noGrp="1"/>
          </p:cNvSpPr>
          <p:nvPr/>
        </p:nvSpPr>
        <p:spPr>
          <a:xfrm>
            <a:off x="6921982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5280">
            <a:extLst>
              <a:ext uri="{FF2B5EF4-FFF2-40B4-BE49-F238E27FC236}">
                <a16:creationId xmlns:a16="http://schemas.microsoft.com/office/drawing/2014/main" id="{25320D63-446F-4AEA-A009-C5F88695DBC0}"/>
              </a:ext>
            </a:extLst>
          </p:cNvPr>
          <p:cNvSpPr>
            <a:spLocks noGrp="1"/>
          </p:cNvSpPr>
          <p:nvPr/>
        </p:nvSpPr>
        <p:spPr>
          <a:xfrm>
            <a:off x="6866303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5281">
            <a:extLst>
              <a:ext uri="{FF2B5EF4-FFF2-40B4-BE49-F238E27FC236}">
                <a16:creationId xmlns:a16="http://schemas.microsoft.com/office/drawing/2014/main" id="{ADD62153-9BEC-4615-B6D6-C6FEE2FFF55F}"/>
              </a:ext>
            </a:extLst>
          </p:cNvPr>
          <p:cNvSpPr>
            <a:spLocks noGrp="1"/>
          </p:cNvSpPr>
          <p:nvPr/>
        </p:nvSpPr>
        <p:spPr>
          <a:xfrm>
            <a:off x="690314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5282">
            <a:extLst>
              <a:ext uri="{FF2B5EF4-FFF2-40B4-BE49-F238E27FC236}">
                <a16:creationId xmlns:a16="http://schemas.microsoft.com/office/drawing/2014/main" id="{C3DE6767-4E99-4170-9937-CC8F5C86D79C}"/>
              </a:ext>
            </a:extLst>
          </p:cNvPr>
          <p:cNvSpPr>
            <a:spLocks noGrp="1"/>
          </p:cNvSpPr>
          <p:nvPr/>
        </p:nvSpPr>
        <p:spPr>
          <a:xfrm>
            <a:off x="688813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5283">
            <a:extLst>
              <a:ext uri="{FF2B5EF4-FFF2-40B4-BE49-F238E27FC236}">
                <a16:creationId xmlns:a16="http://schemas.microsoft.com/office/drawing/2014/main" id="{CD04CD86-E776-4186-9360-73B7081A7983}"/>
              </a:ext>
            </a:extLst>
          </p:cNvPr>
          <p:cNvSpPr>
            <a:spLocks noGrp="1"/>
          </p:cNvSpPr>
          <p:nvPr/>
        </p:nvSpPr>
        <p:spPr>
          <a:xfrm>
            <a:off x="6883766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5284">
            <a:extLst>
              <a:ext uri="{FF2B5EF4-FFF2-40B4-BE49-F238E27FC236}">
                <a16:creationId xmlns:a16="http://schemas.microsoft.com/office/drawing/2014/main" id="{CB1ABA16-107F-40B9-896B-B2A6F080FB7E}"/>
              </a:ext>
            </a:extLst>
          </p:cNvPr>
          <p:cNvSpPr>
            <a:spLocks noGrp="1"/>
          </p:cNvSpPr>
          <p:nvPr/>
        </p:nvSpPr>
        <p:spPr>
          <a:xfrm>
            <a:off x="682357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5285">
            <a:extLst>
              <a:ext uri="{FF2B5EF4-FFF2-40B4-BE49-F238E27FC236}">
                <a16:creationId xmlns:a16="http://schemas.microsoft.com/office/drawing/2014/main" id="{4D258A48-57CD-46B1-9F70-50A37CA8A3B8}"/>
              </a:ext>
            </a:extLst>
          </p:cNvPr>
          <p:cNvSpPr>
            <a:spLocks noGrp="1"/>
          </p:cNvSpPr>
          <p:nvPr/>
        </p:nvSpPr>
        <p:spPr>
          <a:xfrm>
            <a:off x="6843103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5286">
            <a:extLst>
              <a:ext uri="{FF2B5EF4-FFF2-40B4-BE49-F238E27FC236}">
                <a16:creationId xmlns:a16="http://schemas.microsoft.com/office/drawing/2014/main" id="{965CF035-A495-4249-B113-AA3BC267DB55}"/>
              </a:ext>
            </a:extLst>
          </p:cNvPr>
          <p:cNvSpPr>
            <a:spLocks noGrp="1"/>
          </p:cNvSpPr>
          <p:nvPr/>
        </p:nvSpPr>
        <p:spPr>
          <a:xfrm>
            <a:off x="692749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5287">
            <a:extLst>
              <a:ext uri="{FF2B5EF4-FFF2-40B4-BE49-F238E27FC236}">
                <a16:creationId xmlns:a16="http://schemas.microsoft.com/office/drawing/2014/main" id="{A05CDE78-884A-4DF3-A3FF-B01B8B29C3E6}"/>
              </a:ext>
            </a:extLst>
          </p:cNvPr>
          <p:cNvSpPr>
            <a:spLocks noGrp="1"/>
          </p:cNvSpPr>
          <p:nvPr/>
        </p:nvSpPr>
        <p:spPr>
          <a:xfrm>
            <a:off x="690085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5288">
            <a:extLst>
              <a:ext uri="{FF2B5EF4-FFF2-40B4-BE49-F238E27FC236}">
                <a16:creationId xmlns:a16="http://schemas.microsoft.com/office/drawing/2014/main" id="{125ED169-F93A-49D0-B60D-7956E7717AB1}"/>
              </a:ext>
            </a:extLst>
          </p:cNvPr>
          <p:cNvSpPr>
            <a:spLocks noGrp="1"/>
          </p:cNvSpPr>
          <p:nvPr/>
        </p:nvSpPr>
        <p:spPr>
          <a:xfrm>
            <a:off x="6898263" y="31687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5289">
            <a:extLst>
              <a:ext uri="{FF2B5EF4-FFF2-40B4-BE49-F238E27FC236}">
                <a16:creationId xmlns:a16="http://schemas.microsoft.com/office/drawing/2014/main" id="{C2354458-ABC9-4342-852E-B5CA59FADB65}"/>
              </a:ext>
            </a:extLst>
          </p:cNvPr>
          <p:cNvSpPr>
            <a:spLocks noGrp="1"/>
          </p:cNvSpPr>
          <p:nvPr/>
        </p:nvSpPr>
        <p:spPr>
          <a:xfrm>
            <a:off x="6847054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5290">
            <a:extLst>
              <a:ext uri="{FF2B5EF4-FFF2-40B4-BE49-F238E27FC236}">
                <a16:creationId xmlns:a16="http://schemas.microsoft.com/office/drawing/2014/main" id="{C37C2865-0753-4CBA-B17B-03EF22272AFF}"/>
              </a:ext>
            </a:extLst>
          </p:cNvPr>
          <p:cNvSpPr>
            <a:spLocks noGrp="1"/>
          </p:cNvSpPr>
          <p:nvPr/>
        </p:nvSpPr>
        <p:spPr>
          <a:xfrm>
            <a:off x="689166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5291">
            <a:extLst>
              <a:ext uri="{FF2B5EF4-FFF2-40B4-BE49-F238E27FC236}">
                <a16:creationId xmlns:a16="http://schemas.microsoft.com/office/drawing/2014/main" id="{ECCB2FA9-7958-4B85-8121-8DB147E56FEA}"/>
              </a:ext>
            </a:extLst>
          </p:cNvPr>
          <p:cNvSpPr>
            <a:spLocks noGrp="1"/>
          </p:cNvSpPr>
          <p:nvPr/>
        </p:nvSpPr>
        <p:spPr>
          <a:xfrm>
            <a:off x="6861329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5292">
            <a:extLst>
              <a:ext uri="{FF2B5EF4-FFF2-40B4-BE49-F238E27FC236}">
                <a16:creationId xmlns:a16="http://schemas.microsoft.com/office/drawing/2014/main" id="{09AC273B-C286-4214-8706-B942EEB17AEA}"/>
              </a:ext>
            </a:extLst>
          </p:cNvPr>
          <p:cNvSpPr>
            <a:spLocks noGrp="1"/>
          </p:cNvSpPr>
          <p:nvPr/>
        </p:nvSpPr>
        <p:spPr>
          <a:xfrm>
            <a:off x="682306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5293">
            <a:extLst>
              <a:ext uri="{FF2B5EF4-FFF2-40B4-BE49-F238E27FC236}">
                <a16:creationId xmlns:a16="http://schemas.microsoft.com/office/drawing/2014/main" id="{DD20B311-EFAA-42F0-B972-FAD2C2642F0E}"/>
              </a:ext>
            </a:extLst>
          </p:cNvPr>
          <p:cNvSpPr>
            <a:spLocks noGrp="1"/>
          </p:cNvSpPr>
          <p:nvPr/>
        </p:nvSpPr>
        <p:spPr>
          <a:xfrm>
            <a:off x="6834508" y="22481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5294">
            <a:extLst>
              <a:ext uri="{FF2B5EF4-FFF2-40B4-BE49-F238E27FC236}">
                <a16:creationId xmlns:a16="http://schemas.microsoft.com/office/drawing/2014/main" id="{828312F6-60DB-41FD-A2D1-A7E7A3D76D6E}"/>
              </a:ext>
            </a:extLst>
          </p:cNvPr>
          <p:cNvSpPr>
            <a:spLocks noGrp="1"/>
          </p:cNvSpPr>
          <p:nvPr/>
        </p:nvSpPr>
        <p:spPr>
          <a:xfrm>
            <a:off x="690253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5295">
            <a:extLst>
              <a:ext uri="{FF2B5EF4-FFF2-40B4-BE49-F238E27FC236}">
                <a16:creationId xmlns:a16="http://schemas.microsoft.com/office/drawing/2014/main" id="{D424B2E0-C2AF-45BC-AA03-ACBDB1BA605E}"/>
              </a:ext>
            </a:extLst>
          </p:cNvPr>
          <p:cNvSpPr>
            <a:spLocks noGrp="1"/>
          </p:cNvSpPr>
          <p:nvPr/>
        </p:nvSpPr>
        <p:spPr>
          <a:xfrm>
            <a:off x="691794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5296">
            <a:extLst>
              <a:ext uri="{FF2B5EF4-FFF2-40B4-BE49-F238E27FC236}">
                <a16:creationId xmlns:a16="http://schemas.microsoft.com/office/drawing/2014/main" id="{C80F6A53-65F4-424C-B299-0869E228AEC0}"/>
              </a:ext>
            </a:extLst>
          </p:cNvPr>
          <p:cNvSpPr>
            <a:spLocks noGrp="1"/>
          </p:cNvSpPr>
          <p:nvPr/>
        </p:nvSpPr>
        <p:spPr>
          <a:xfrm>
            <a:off x="6873874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5297">
            <a:extLst>
              <a:ext uri="{FF2B5EF4-FFF2-40B4-BE49-F238E27FC236}">
                <a16:creationId xmlns:a16="http://schemas.microsoft.com/office/drawing/2014/main" id="{94F13320-BE18-4B28-A6E3-2798F5AE4988}"/>
              </a:ext>
            </a:extLst>
          </p:cNvPr>
          <p:cNvSpPr>
            <a:spLocks noGrp="1"/>
          </p:cNvSpPr>
          <p:nvPr/>
        </p:nvSpPr>
        <p:spPr>
          <a:xfrm>
            <a:off x="68848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5298">
            <a:extLst>
              <a:ext uri="{FF2B5EF4-FFF2-40B4-BE49-F238E27FC236}">
                <a16:creationId xmlns:a16="http://schemas.microsoft.com/office/drawing/2014/main" id="{197AEC39-2053-426E-9707-7A39B5A7FAA6}"/>
              </a:ext>
            </a:extLst>
          </p:cNvPr>
          <p:cNvSpPr>
            <a:spLocks noGrp="1"/>
          </p:cNvSpPr>
          <p:nvPr/>
        </p:nvSpPr>
        <p:spPr>
          <a:xfrm>
            <a:off x="68558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5299">
            <a:extLst>
              <a:ext uri="{FF2B5EF4-FFF2-40B4-BE49-F238E27FC236}">
                <a16:creationId xmlns:a16="http://schemas.microsoft.com/office/drawing/2014/main" id="{80D79BC5-396C-4AA6-A307-70114FC5DBEA}"/>
              </a:ext>
            </a:extLst>
          </p:cNvPr>
          <p:cNvSpPr>
            <a:spLocks noGrp="1"/>
          </p:cNvSpPr>
          <p:nvPr/>
        </p:nvSpPr>
        <p:spPr>
          <a:xfrm>
            <a:off x="6831610" y="35985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5300">
            <a:extLst>
              <a:ext uri="{FF2B5EF4-FFF2-40B4-BE49-F238E27FC236}">
                <a16:creationId xmlns:a16="http://schemas.microsoft.com/office/drawing/2014/main" id="{77FCDCC2-DF9C-48BB-8DC2-BA709A8188EC}"/>
              </a:ext>
            </a:extLst>
          </p:cNvPr>
          <p:cNvSpPr>
            <a:spLocks noGrp="1"/>
          </p:cNvSpPr>
          <p:nvPr/>
        </p:nvSpPr>
        <p:spPr>
          <a:xfrm>
            <a:off x="6842899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5301">
            <a:extLst>
              <a:ext uri="{FF2B5EF4-FFF2-40B4-BE49-F238E27FC236}">
                <a16:creationId xmlns:a16="http://schemas.microsoft.com/office/drawing/2014/main" id="{01724FC5-80A2-4C1B-B1F6-91742EB41B6A}"/>
              </a:ext>
            </a:extLst>
          </p:cNvPr>
          <p:cNvSpPr>
            <a:spLocks noGrp="1"/>
          </p:cNvSpPr>
          <p:nvPr/>
        </p:nvSpPr>
        <p:spPr>
          <a:xfrm>
            <a:off x="682873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5302">
            <a:extLst>
              <a:ext uri="{FF2B5EF4-FFF2-40B4-BE49-F238E27FC236}">
                <a16:creationId xmlns:a16="http://schemas.microsoft.com/office/drawing/2014/main" id="{D61FB025-2C39-49B8-AF37-A83ECCEEA360}"/>
              </a:ext>
            </a:extLst>
          </p:cNvPr>
          <p:cNvSpPr>
            <a:spLocks noGrp="1"/>
          </p:cNvSpPr>
          <p:nvPr/>
        </p:nvSpPr>
        <p:spPr>
          <a:xfrm>
            <a:off x="6850436" y="26228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5303">
            <a:extLst>
              <a:ext uri="{FF2B5EF4-FFF2-40B4-BE49-F238E27FC236}">
                <a16:creationId xmlns:a16="http://schemas.microsoft.com/office/drawing/2014/main" id="{37E8F0EA-1F32-4762-B977-34883F4FA96A}"/>
              </a:ext>
            </a:extLst>
          </p:cNvPr>
          <p:cNvSpPr>
            <a:spLocks noGrp="1"/>
          </p:cNvSpPr>
          <p:nvPr/>
        </p:nvSpPr>
        <p:spPr>
          <a:xfrm>
            <a:off x="684016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5304">
            <a:extLst>
              <a:ext uri="{FF2B5EF4-FFF2-40B4-BE49-F238E27FC236}">
                <a16:creationId xmlns:a16="http://schemas.microsoft.com/office/drawing/2014/main" id="{A2CE54F0-A97B-4F33-81F1-46FB796A33FB}"/>
              </a:ext>
            </a:extLst>
          </p:cNvPr>
          <p:cNvSpPr>
            <a:spLocks noGrp="1"/>
          </p:cNvSpPr>
          <p:nvPr/>
        </p:nvSpPr>
        <p:spPr>
          <a:xfrm>
            <a:off x="686012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5305">
            <a:extLst>
              <a:ext uri="{FF2B5EF4-FFF2-40B4-BE49-F238E27FC236}">
                <a16:creationId xmlns:a16="http://schemas.microsoft.com/office/drawing/2014/main" id="{E253723B-251D-4E2B-9121-E64C97CEE967}"/>
              </a:ext>
            </a:extLst>
          </p:cNvPr>
          <p:cNvSpPr>
            <a:spLocks noGrp="1"/>
          </p:cNvSpPr>
          <p:nvPr/>
        </p:nvSpPr>
        <p:spPr>
          <a:xfrm>
            <a:off x="690102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5306">
            <a:extLst>
              <a:ext uri="{FF2B5EF4-FFF2-40B4-BE49-F238E27FC236}">
                <a16:creationId xmlns:a16="http://schemas.microsoft.com/office/drawing/2014/main" id="{9A832864-DEB6-47CC-A64C-95E825C3C6CE}"/>
              </a:ext>
            </a:extLst>
          </p:cNvPr>
          <p:cNvSpPr>
            <a:spLocks noGrp="1"/>
          </p:cNvSpPr>
          <p:nvPr/>
        </p:nvSpPr>
        <p:spPr>
          <a:xfrm>
            <a:off x="686016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5307">
            <a:extLst>
              <a:ext uri="{FF2B5EF4-FFF2-40B4-BE49-F238E27FC236}">
                <a16:creationId xmlns:a16="http://schemas.microsoft.com/office/drawing/2014/main" id="{26E6B448-B49A-4087-9559-63DBB97A9D28}"/>
              </a:ext>
            </a:extLst>
          </p:cNvPr>
          <p:cNvSpPr>
            <a:spLocks noGrp="1"/>
          </p:cNvSpPr>
          <p:nvPr/>
        </p:nvSpPr>
        <p:spPr>
          <a:xfrm>
            <a:off x="6909380" y="19805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5308">
            <a:extLst>
              <a:ext uri="{FF2B5EF4-FFF2-40B4-BE49-F238E27FC236}">
                <a16:creationId xmlns:a16="http://schemas.microsoft.com/office/drawing/2014/main" id="{9B24B8B6-53CE-4160-B8D5-AC850EFAA60C}"/>
              </a:ext>
            </a:extLst>
          </p:cNvPr>
          <p:cNvSpPr>
            <a:spLocks noGrp="1"/>
          </p:cNvSpPr>
          <p:nvPr/>
        </p:nvSpPr>
        <p:spPr>
          <a:xfrm>
            <a:off x="686880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5309">
            <a:extLst>
              <a:ext uri="{FF2B5EF4-FFF2-40B4-BE49-F238E27FC236}">
                <a16:creationId xmlns:a16="http://schemas.microsoft.com/office/drawing/2014/main" id="{26B1FCFF-C5EA-49BB-9A41-7BAB78DD4E1D}"/>
              </a:ext>
            </a:extLst>
          </p:cNvPr>
          <p:cNvSpPr>
            <a:spLocks noGrp="1"/>
          </p:cNvSpPr>
          <p:nvPr/>
        </p:nvSpPr>
        <p:spPr>
          <a:xfrm>
            <a:off x="6878135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5310">
            <a:extLst>
              <a:ext uri="{FF2B5EF4-FFF2-40B4-BE49-F238E27FC236}">
                <a16:creationId xmlns:a16="http://schemas.microsoft.com/office/drawing/2014/main" id="{DF5263D1-5CF6-4F64-AC46-2D89165053C8}"/>
              </a:ext>
            </a:extLst>
          </p:cNvPr>
          <p:cNvSpPr>
            <a:spLocks noGrp="1"/>
          </p:cNvSpPr>
          <p:nvPr/>
        </p:nvSpPr>
        <p:spPr>
          <a:xfrm>
            <a:off x="687750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5311">
            <a:extLst>
              <a:ext uri="{FF2B5EF4-FFF2-40B4-BE49-F238E27FC236}">
                <a16:creationId xmlns:a16="http://schemas.microsoft.com/office/drawing/2014/main" id="{F97263C5-E3AB-48A8-8A46-9CCE472023DB}"/>
              </a:ext>
            </a:extLst>
          </p:cNvPr>
          <p:cNvSpPr>
            <a:spLocks noGrp="1"/>
          </p:cNvSpPr>
          <p:nvPr/>
        </p:nvSpPr>
        <p:spPr>
          <a:xfrm>
            <a:off x="6909306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5312">
            <a:extLst>
              <a:ext uri="{FF2B5EF4-FFF2-40B4-BE49-F238E27FC236}">
                <a16:creationId xmlns:a16="http://schemas.microsoft.com/office/drawing/2014/main" id="{35BEDCCE-00CD-4BCC-AE99-1548EE75EB37}"/>
              </a:ext>
            </a:extLst>
          </p:cNvPr>
          <p:cNvSpPr>
            <a:spLocks noGrp="1"/>
          </p:cNvSpPr>
          <p:nvPr/>
        </p:nvSpPr>
        <p:spPr>
          <a:xfrm>
            <a:off x="691195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5313">
            <a:extLst>
              <a:ext uri="{FF2B5EF4-FFF2-40B4-BE49-F238E27FC236}">
                <a16:creationId xmlns:a16="http://schemas.microsoft.com/office/drawing/2014/main" id="{A389899C-FA1F-4A47-AD40-94681DC393BB}"/>
              </a:ext>
            </a:extLst>
          </p:cNvPr>
          <p:cNvSpPr>
            <a:spLocks noGrp="1"/>
          </p:cNvSpPr>
          <p:nvPr/>
        </p:nvSpPr>
        <p:spPr>
          <a:xfrm>
            <a:off x="6904368" y="25180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5314">
            <a:extLst>
              <a:ext uri="{FF2B5EF4-FFF2-40B4-BE49-F238E27FC236}">
                <a16:creationId xmlns:a16="http://schemas.microsoft.com/office/drawing/2014/main" id="{5E4DB645-EDFC-4E03-A327-ACB873202146}"/>
              </a:ext>
            </a:extLst>
          </p:cNvPr>
          <p:cNvSpPr>
            <a:spLocks noGrp="1"/>
          </p:cNvSpPr>
          <p:nvPr/>
        </p:nvSpPr>
        <p:spPr>
          <a:xfrm>
            <a:off x="684423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5315">
            <a:extLst>
              <a:ext uri="{FF2B5EF4-FFF2-40B4-BE49-F238E27FC236}">
                <a16:creationId xmlns:a16="http://schemas.microsoft.com/office/drawing/2014/main" id="{F7688473-DABB-4DC9-8578-A6D91E358A68}"/>
              </a:ext>
            </a:extLst>
          </p:cNvPr>
          <p:cNvSpPr>
            <a:spLocks noGrp="1"/>
          </p:cNvSpPr>
          <p:nvPr/>
        </p:nvSpPr>
        <p:spPr>
          <a:xfrm>
            <a:off x="682990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5316">
            <a:extLst>
              <a:ext uri="{FF2B5EF4-FFF2-40B4-BE49-F238E27FC236}">
                <a16:creationId xmlns:a16="http://schemas.microsoft.com/office/drawing/2014/main" id="{FE62203A-922B-4CA1-A4EF-00DEA4F7EDA0}"/>
              </a:ext>
            </a:extLst>
          </p:cNvPr>
          <p:cNvSpPr>
            <a:spLocks noGrp="1"/>
          </p:cNvSpPr>
          <p:nvPr/>
        </p:nvSpPr>
        <p:spPr>
          <a:xfrm>
            <a:off x="683723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5317">
            <a:extLst>
              <a:ext uri="{FF2B5EF4-FFF2-40B4-BE49-F238E27FC236}">
                <a16:creationId xmlns:a16="http://schemas.microsoft.com/office/drawing/2014/main" id="{C10A131F-3658-4EDA-983C-3CDB00357DFE}"/>
              </a:ext>
            </a:extLst>
          </p:cNvPr>
          <p:cNvSpPr>
            <a:spLocks noGrp="1"/>
          </p:cNvSpPr>
          <p:nvPr/>
        </p:nvSpPr>
        <p:spPr>
          <a:xfrm>
            <a:off x="691104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5318">
            <a:extLst>
              <a:ext uri="{FF2B5EF4-FFF2-40B4-BE49-F238E27FC236}">
                <a16:creationId xmlns:a16="http://schemas.microsoft.com/office/drawing/2014/main" id="{FFCB1808-D4A9-41E1-9F83-8A7C0A587998}"/>
              </a:ext>
            </a:extLst>
          </p:cNvPr>
          <p:cNvSpPr>
            <a:spLocks noGrp="1"/>
          </p:cNvSpPr>
          <p:nvPr/>
        </p:nvSpPr>
        <p:spPr>
          <a:xfrm>
            <a:off x="686998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5319">
            <a:extLst>
              <a:ext uri="{FF2B5EF4-FFF2-40B4-BE49-F238E27FC236}">
                <a16:creationId xmlns:a16="http://schemas.microsoft.com/office/drawing/2014/main" id="{81796E66-15AE-4926-9F73-D2126B3FD338}"/>
              </a:ext>
            </a:extLst>
          </p:cNvPr>
          <p:cNvSpPr>
            <a:spLocks noGrp="1"/>
          </p:cNvSpPr>
          <p:nvPr/>
        </p:nvSpPr>
        <p:spPr>
          <a:xfrm>
            <a:off x="682355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5320">
            <a:extLst>
              <a:ext uri="{FF2B5EF4-FFF2-40B4-BE49-F238E27FC236}">
                <a16:creationId xmlns:a16="http://schemas.microsoft.com/office/drawing/2014/main" id="{29EC394F-81A2-4921-B5B5-0C2B26154CC0}"/>
              </a:ext>
            </a:extLst>
          </p:cNvPr>
          <p:cNvSpPr>
            <a:spLocks noGrp="1"/>
          </p:cNvSpPr>
          <p:nvPr/>
        </p:nvSpPr>
        <p:spPr>
          <a:xfrm>
            <a:off x="686032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5321">
            <a:extLst>
              <a:ext uri="{FF2B5EF4-FFF2-40B4-BE49-F238E27FC236}">
                <a16:creationId xmlns:a16="http://schemas.microsoft.com/office/drawing/2014/main" id="{FB986238-0C60-4DEB-8480-A8F7A1C6034D}"/>
              </a:ext>
            </a:extLst>
          </p:cNvPr>
          <p:cNvSpPr>
            <a:spLocks noGrp="1"/>
          </p:cNvSpPr>
          <p:nvPr/>
        </p:nvSpPr>
        <p:spPr>
          <a:xfrm>
            <a:off x="6819987" y="26870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5322">
            <a:extLst>
              <a:ext uri="{FF2B5EF4-FFF2-40B4-BE49-F238E27FC236}">
                <a16:creationId xmlns:a16="http://schemas.microsoft.com/office/drawing/2014/main" id="{65815275-3ECA-46BF-A0E2-AEA9FC3C1D5D}"/>
              </a:ext>
            </a:extLst>
          </p:cNvPr>
          <p:cNvSpPr>
            <a:spLocks noGrp="1"/>
          </p:cNvSpPr>
          <p:nvPr/>
        </p:nvSpPr>
        <p:spPr>
          <a:xfrm>
            <a:off x="686912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5323">
            <a:extLst>
              <a:ext uri="{FF2B5EF4-FFF2-40B4-BE49-F238E27FC236}">
                <a16:creationId xmlns:a16="http://schemas.microsoft.com/office/drawing/2014/main" id="{7F3E40E5-FB8F-4CD9-A101-C52E836C8D07}"/>
              </a:ext>
            </a:extLst>
          </p:cNvPr>
          <p:cNvSpPr>
            <a:spLocks noGrp="1"/>
          </p:cNvSpPr>
          <p:nvPr/>
        </p:nvSpPr>
        <p:spPr>
          <a:xfrm>
            <a:off x="687001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5324">
            <a:extLst>
              <a:ext uri="{FF2B5EF4-FFF2-40B4-BE49-F238E27FC236}">
                <a16:creationId xmlns:a16="http://schemas.microsoft.com/office/drawing/2014/main" id="{A4FFE7D3-2A74-44E9-A785-C7E89D1E49C5}"/>
              </a:ext>
            </a:extLst>
          </p:cNvPr>
          <p:cNvSpPr>
            <a:spLocks noGrp="1"/>
          </p:cNvSpPr>
          <p:nvPr/>
        </p:nvSpPr>
        <p:spPr>
          <a:xfrm>
            <a:off x="683677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5325">
            <a:extLst>
              <a:ext uri="{FF2B5EF4-FFF2-40B4-BE49-F238E27FC236}">
                <a16:creationId xmlns:a16="http://schemas.microsoft.com/office/drawing/2014/main" id="{97659655-427E-431C-B8A2-7A1D71017EB2}"/>
              </a:ext>
            </a:extLst>
          </p:cNvPr>
          <p:cNvSpPr>
            <a:spLocks noGrp="1"/>
          </p:cNvSpPr>
          <p:nvPr/>
        </p:nvSpPr>
        <p:spPr>
          <a:xfrm>
            <a:off x="689117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5326">
            <a:extLst>
              <a:ext uri="{FF2B5EF4-FFF2-40B4-BE49-F238E27FC236}">
                <a16:creationId xmlns:a16="http://schemas.microsoft.com/office/drawing/2014/main" id="{6901AF46-6E06-485C-80DA-AE573D717402}"/>
              </a:ext>
            </a:extLst>
          </p:cNvPr>
          <p:cNvSpPr>
            <a:spLocks noGrp="1"/>
          </p:cNvSpPr>
          <p:nvPr/>
        </p:nvSpPr>
        <p:spPr>
          <a:xfrm>
            <a:off x="6923727" y="25610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5327">
            <a:extLst>
              <a:ext uri="{FF2B5EF4-FFF2-40B4-BE49-F238E27FC236}">
                <a16:creationId xmlns:a16="http://schemas.microsoft.com/office/drawing/2014/main" id="{1BED6190-D186-4D01-B1A2-1ACFF531BD8A}"/>
              </a:ext>
            </a:extLst>
          </p:cNvPr>
          <p:cNvSpPr>
            <a:spLocks noGrp="1"/>
          </p:cNvSpPr>
          <p:nvPr/>
        </p:nvSpPr>
        <p:spPr>
          <a:xfrm>
            <a:off x="6914654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5328">
            <a:extLst>
              <a:ext uri="{FF2B5EF4-FFF2-40B4-BE49-F238E27FC236}">
                <a16:creationId xmlns:a16="http://schemas.microsoft.com/office/drawing/2014/main" id="{EA2FBA48-0440-42B2-8624-F79DCCB017D5}"/>
              </a:ext>
            </a:extLst>
          </p:cNvPr>
          <p:cNvSpPr>
            <a:spLocks noGrp="1"/>
          </p:cNvSpPr>
          <p:nvPr/>
        </p:nvSpPr>
        <p:spPr>
          <a:xfrm>
            <a:off x="6871001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5329">
            <a:extLst>
              <a:ext uri="{FF2B5EF4-FFF2-40B4-BE49-F238E27FC236}">
                <a16:creationId xmlns:a16="http://schemas.microsoft.com/office/drawing/2014/main" id="{E1FB48E4-A12C-44FD-91BE-5147926F3097}"/>
              </a:ext>
            </a:extLst>
          </p:cNvPr>
          <p:cNvSpPr>
            <a:spLocks noGrp="1"/>
          </p:cNvSpPr>
          <p:nvPr/>
        </p:nvSpPr>
        <p:spPr>
          <a:xfrm>
            <a:off x="687592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5330">
            <a:extLst>
              <a:ext uri="{FF2B5EF4-FFF2-40B4-BE49-F238E27FC236}">
                <a16:creationId xmlns:a16="http://schemas.microsoft.com/office/drawing/2014/main" id="{A932EC12-67ED-4E14-80D3-10E2E9563FFF}"/>
              </a:ext>
            </a:extLst>
          </p:cNvPr>
          <p:cNvSpPr>
            <a:spLocks noGrp="1"/>
          </p:cNvSpPr>
          <p:nvPr/>
        </p:nvSpPr>
        <p:spPr>
          <a:xfrm>
            <a:off x="691812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5331">
            <a:extLst>
              <a:ext uri="{FF2B5EF4-FFF2-40B4-BE49-F238E27FC236}">
                <a16:creationId xmlns:a16="http://schemas.microsoft.com/office/drawing/2014/main" id="{3461D2EA-E125-4759-A058-B129415DB46C}"/>
              </a:ext>
            </a:extLst>
          </p:cNvPr>
          <p:cNvSpPr>
            <a:spLocks noGrp="1"/>
          </p:cNvSpPr>
          <p:nvPr/>
        </p:nvSpPr>
        <p:spPr>
          <a:xfrm>
            <a:off x="689535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5332">
            <a:extLst>
              <a:ext uri="{FF2B5EF4-FFF2-40B4-BE49-F238E27FC236}">
                <a16:creationId xmlns:a16="http://schemas.microsoft.com/office/drawing/2014/main" id="{B7D501D5-1208-4E7F-8625-47AC68AB2383}"/>
              </a:ext>
            </a:extLst>
          </p:cNvPr>
          <p:cNvSpPr>
            <a:spLocks noGrp="1"/>
          </p:cNvSpPr>
          <p:nvPr/>
        </p:nvSpPr>
        <p:spPr>
          <a:xfrm>
            <a:off x="687289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5333">
            <a:extLst>
              <a:ext uri="{FF2B5EF4-FFF2-40B4-BE49-F238E27FC236}">
                <a16:creationId xmlns:a16="http://schemas.microsoft.com/office/drawing/2014/main" id="{5DB8D668-BF67-40D6-924E-46CC08421368}"/>
              </a:ext>
            </a:extLst>
          </p:cNvPr>
          <p:cNvSpPr>
            <a:spLocks noGrp="1"/>
          </p:cNvSpPr>
          <p:nvPr/>
        </p:nvSpPr>
        <p:spPr>
          <a:xfrm>
            <a:off x="692827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5334">
            <a:extLst>
              <a:ext uri="{FF2B5EF4-FFF2-40B4-BE49-F238E27FC236}">
                <a16:creationId xmlns:a16="http://schemas.microsoft.com/office/drawing/2014/main" id="{DA5807F8-B94C-421B-92AF-D1F04B6D663E}"/>
              </a:ext>
            </a:extLst>
          </p:cNvPr>
          <p:cNvSpPr>
            <a:spLocks noGrp="1"/>
          </p:cNvSpPr>
          <p:nvPr/>
        </p:nvSpPr>
        <p:spPr>
          <a:xfrm>
            <a:off x="682010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5335">
            <a:extLst>
              <a:ext uri="{FF2B5EF4-FFF2-40B4-BE49-F238E27FC236}">
                <a16:creationId xmlns:a16="http://schemas.microsoft.com/office/drawing/2014/main" id="{E7F211BC-17CD-41ED-8D0A-0FEEF8C07472}"/>
              </a:ext>
            </a:extLst>
          </p:cNvPr>
          <p:cNvSpPr>
            <a:spLocks noGrp="1"/>
          </p:cNvSpPr>
          <p:nvPr/>
        </p:nvSpPr>
        <p:spPr>
          <a:xfrm>
            <a:off x="6884311" y="2561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5336">
            <a:extLst>
              <a:ext uri="{FF2B5EF4-FFF2-40B4-BE49-F238E27FC236}">
                <a16:creationId xmlns:a16="http://schemas.microsoft.com/office/drawing/2014/main" id="{B06AAE25-EE8D-4CC7-BCE6-144922E06016}"/>
              </a:ext>
            </a:extLst>
          </p:cNvPr>
          <p:cNvSpPr>
            <a:spLocks noGrp="1"/>
          </p:cNvSpPr>
          <p:nvPr/>
        </p:nvSpPr>
        <p:spPr>
          <a:xfrm>
            <a:off x="682626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5337">
            <a:extLst>
              <a:ext uri="{FF2B5EF4-FFF2-40B4-BE49-F238E27FC236}">
                <a16:creationId xmlns:a16="http://schemas.microsoft.com/office/drawing/2014/main" id="{6DAE30A1-BA8F-4234-8F1E-66EAABB51E56}"/>
              </a:ext>
            </a:extLst>
          </p:cNvPr>
          <p:cNvSpPr>
            <a:spLocks noGrp="1"/>
          </p:cNvSpPr>
          <p:nvPr/>
        </p:nvSpPr>
        <p:spPr>
          <a:xfrm>
            <a:off x="6916403" y="33854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5338">
            <a:extLst>
              <a:ext uri="{FF2B5EF4-FFF2-40B4-BE49-F238E27FC236}">
                <a16:creationId xmlns:a16="http://schemas.microsoft.com/office/drawing/2014/main" id="{D3A7A06C-C0BD-4CB3-ABFB-FFCC793539A6}"/>
              </a:ext>
            </a:extLst>
          </p:cNvPr>
          <p:cNvSpPr>
            <a:spLocks noGrp="1"/>
          </p:cNvSpPr>
          <p:nvPr/>
        </p:nvSpPr>
        <p:spPr>
          <a:xfrm>
            <a:off x="688698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5339">
            <a:extLst>
              <a:ext uri="{FF2B5EF4-FFF2-40B4-BE49-F238E27FC236}">
                <a16:creationId xmlns:a16="http://schemas.microsoft.com/office/drawing/2014/main" id="{DD568427-6C7C-4EFA-AB31-4BEB4DC56039}"/>
              </a:ext>
            </a:extLst>
          </p:cNvPr>
          <p:cNvSpPr>
            <a:spLocks noGrp="1"/>
          </p:cNvSpPr>
          <p:nvPr/>
        </p:nvSpPr>
        <p:spPr>
          <a:xfrm>
            <a:off x="688565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5340">
            <a:extLst>
              <a:ext uri="{FF2B5EF4-FFF2-40B4-BE49-F238E27FC236}">
                <a16:creationId xmlns:a16="http://schemas.microsoft.com/office/drawing/2014/main" id="{EF670404-8451-4C85-A1D1-FD1E5608AF17}"/>
              </a:ext>
            </a:extLst>
          </p:cNvPr>
          <p:cNvSpPr>
            <a:spLocks noGrp="1"/>
          </p:cNvSpPr>
          <p:nvPr/>
        </p:nvSpPr>
        <p:spPr>
          <a:xfrm>
            <a:off x="684681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5341">
            <a:extLst>
              <a:ext uri="{FF2B5EF4-FFF2-40B4-BE49-F238E27FC236}">
                <a16:creationId xmlns:a16="http://schemas.microsoft.com/office/drawing/2014/main" id="{20613665-A320-4BF7-B512-D03630B23AD5}"/>
              </a:ext>
            </a:extLst>
          </p:cNvPr>
          <p:cNvSpPr>
            <a:spLocks noGrp="1"/>
          </p:cNvSpPr>
          <p:nvPr/>
        </p:nvSpPr>
        <p:spPr>
          <a:xfrm>
            <a:off x="692461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5342">
            <a:extLst>
              <a:ext uri="{FF2B5EF4-FFF2-40B4-BE49-F238E27FC236}">
                <a16:creationId xmlns:a16="http://schemas.microsoft.com/office/drawing/2014/main" id="{AA73CA7A-58D6-4705-9709-49D99E971C5A}"/>
              </a:ext>
            </a:extLst>
          </p:cNvPr>
          <p:cNvSpPr>
            <a:spLocks noGrp="1"/>
          </p:cNvSpPr>
          <p:nvPr/>
        </p:nvSpPr>
        <p:spPr>
          <a:xfrm>
            <a:off x="683715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5343">
            <a:extLst>
              <a:ext uri="{FF2B5EF4-FFF2-40B4-BE49-F238E27FC236}">
                <a16:creationId xmlns:a16="http://schemas.microsoft.com/office/drawing/2014/main" id="{53D62A17-E9AE-4E66-8E67-62315412C517}"/>
              </a:ext>
            </a:extLst>
          </p:cNvPr>
          <p:cNvSpPr>
            <a:spLocks noGrp="1"/>
          </p:cNvSpPr>
          <p:nvPr/>
        </p:nvSpPr>
        <p:spPr>
          <a:xfrm>
            <a:off x="685727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5344">
            <a:extLst>
              <a:ext uri="{FF2B5EF4-FFF2-40B4-BE49-F238E27FC236}">
                <a16:creationId xmlns:a16="http://schemas.microsoft.com/office/drawing/2014/main" id="{1CD4AD1E-9934-4535-9C50-26FB0BCDB29E}"/>
              </a:ext>
            </a:extLst>
          </p:cNvPr>
          <p:cNvSpPr>
            <a:spLocks noGrp="1"/>
          </p:cNvSpPr>
          <p:nvPr/>
        </p:nvSpPr>
        <p:spPr>
          <a:xfrm>
            <a:off x="686589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5345">
            <a:extLst>
              <a:ext uri="{FF2B5EF4-FFF2-40B4-BE49-F238E27FC236}">
                <a16:creationId xmlns:a16="http://schemas.microsoft.com/office/drawing/2014/main" id="{F35ECDB6-6FA7-482B-A3BF-D2A752F8C676}"/>
              </a:ext>
            </a:extLst>
          </p:cNvPr>
          <p:cNvSpPr>
            <a:spLocks noGrp="1"/>
          </p:cNvSpPr>
          <p:nvPr/>
        </p:nvSpPr>
        <p:spPr>
          <a:xfrm>
            <a:off x="685775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5346">
            <a:extLst>
              <a:ext uri="{FF2B5EF4-FFF2-40B4-BE49-F238E27FC236}">
                <a16:creationId xmlns:a16="http://schemas.microsoft.com/office/drawing/2014/main" id="{CF30AB8C-B4DC-4F6C-87E0-27778124D855}"/>
              </a:ext>
            </a:extLst>
          </p:cNvPr>
          <p:cNvSpPr>
            <a:spLocks noGrp="1"/>
          </p:cNvSpPr>
          <p:nvPr/>
        </p:nvSpPr>
        <p:spPr>
          <a:xfrm>
            <a:off x="687944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5347">
            <a:extLst>
              <a:ext uri="{FF2B5EF4-FFF2-40B4-BE49-F238E27FC236}">
                <a16:creationId xmlns:a16="http://schemas.microsoft.com/office/drawing/2014/main" id="{57DA58BF-8425-420E-A8D5-423AD9A0B981}"/>
              </a:ext>
            </a:extLst>
          </p:cNvPr>
          <p:cNvSpPr>
            <a:spLocks noGrp="1"/>
          </p:cNvSpPr>
          <p:nvPr/>
        </p:nvSpPr>
        <p:spPr>
          <a:xfrm>
            <a:off x="686304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5348">
            <a:extLst>
              <a:ext uri="{FF2B5EF4-FFF2-40B4-BE49-F238E27FC236}">
                <a16:creationId xmlns:a16="http://schemas.microsoft.com/office/drawing/2014/main" id="{FB1932AC-8FF7-4615-802A-F5472BB84C0E}"/>
              </a:ext>
            </a:extLst>
          </p:cNvPr>
          <p:cNvSpPr>
            <a:spLocks noGrp="1"/>
          </p:cNvSpPr>
          <p:nvPr/>
        </p:nvSpPr>
        <p:spPr>
          <a:xfrm>
            <a:off x="684496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5349">
            <a:extLst>
              <a:ext uri="{FF2B5EF4-FFF2-40B4-BE49-F238E27FC236}">
                <a16:creationId xmlns:a16="http://schemas.microsoft.com/office/drawing/2014/main" id="{7F2FD22F-650A-479D-990E-3246638717EC}"/>
              </a:ext>
            </a:extLst>
          </p:cNvPr>
          <p:cNvSpPr>
            <a:spLocks noGrp="1"/>
          </p:cNvSpPr>
          <p:nvPr/>
        </p:nvSpPr>
        <p:spPr>
          <a:xfrm>
            <a:off x="689200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5350">
            <a:extLst>
              <a:ext uri="{FF2B5EF4-FFF2-40B4-BE49-F238E27FC236}">
                <a16:creationId xmlns:a16="http://schemas.microsoft.com/office/drawing/2014/main" id="{7BAE2856-2636-4D66-8E99-E2BEE5B87C10}"/>
              </a:ext>
            </a:extLst>
          </p:cNvPr>
          <p:cNvSpPr>
            <a:spLocks noGrp="1"/>
          </p:cNvSpPr>
          <p:nvPr/>
        </p:nvSpPr>
        <p:spPr>
          <a:xfrm>
            <a:off x="688154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5351">
            <a:extLst>
              <a:ext uri="{FF2B5EF4-FFF2-40B4-BE49-F238E27FC236}">
                <a16:creationId xmlns:a16="http://schemas.microsoft.com/office/drawing/2014/main" id="{C3D427D6-1488-438D-AA8D-994770FC45DD}"/>
              </a:ext>
            </a:extLst>
          </p:cNvPr>
          <p:cNvSpPr>
            <a:spLocks noGrp="1"/>
          </p:cNvSpPr>
          <p:nvPr/>
        </p:nvSpPr>
        <p:spPr>
          <a:xfrm>
            <a:off x="682933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5352">
            <a:extLst>
              <a:ext uri="{FF2B5EF4-FFF2-40B4-BE49-F238E27FC236}">
                <a16:creationId xmlns:a16="http://schemas.microsoft.com/office/drawing/2014/main" id="{607423C1-DFCE-4D15-915C-7FA20A8DC29F}"/>
              </a:ext>
            </a:extLst>
          </p:cNvPr>
          <p:cNvSpPr>
            <a:spLocks noGrp="1"/>
          </p:cNvSpPr>
          <p:nvPr/>
        </p:nvSpPr>
        <p:spPr>
          <a:xfrm>
            <a:off x="689472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5353">
            <a:extLst>
              <a:ext uri="{FF2B5EF4-FFF2-40B4-BE49-F238E27FC236}">
                <a16:creationId xmlns:a16="http://schemas.microsoft.com/office/drawing/2014/main" id="{D8DD9885-1042-4FF9-BC7A-DF403DB34420}"/>
              </a:ext>
            </a:extLst>
          </p:cNvPr>
          <p:cNvSpPr>
            <a:spLocks noGrp="1"/>
          </p:cNvSpPr>
          <p:nvPr/>
        </p:nvSpPr>
        <p:spPr>
          <a:xfrm>
            <a:off x="683009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5354">
            <a:extLst>
              <a:ext uri="{FF2B5EF4-FFF2-40B4-BE49-F238E27FC236}">
                <a16:creationId xmlns:a16="http://schemas.microsoft.com/office/drawing/2014/main" id="{05D28A07-3422-4C22-98CC-E66E4C1586E5}"/>
              </a:ext>
            </a:extLst>
          </p:cNvPr>
          <p:cNvSpPr>
            <a:spLocks noGrp="1"/>
          </p:cNvSpPr>
          <p:nvPr/>
        </p:nvSpPr>
        <p:spPr>
          <a:xfrm>
            <a:off x="692606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5355">
            <a:extLst>
              <a:ext uri="{FF2B5EF4-FFF2-40B4-BE49-F238E27FC236}">
                <a16:creationId xmlns:a16="http://schemas.microsoft.com/office/drawing/2014/main" id="{0C6FAB3B-F762-4C5D-A5EA-461C6DF66D6B}"/>
              </a:ext>
            </a:extLst>
          </p:cNvPr>
          <p:cNvSpPr>
            <a:spLocks noGrp="1"/>
          </p:cNvSpPr>
          <p:nvPr/>
        </p:nvSpPr>
        <p:spPr>
          <a:xfrm>
            <a:off x="686746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5356">
            <a:extLst>
              <a:ext uri="{FF2B5EF4-FFF2-40B4-BE49-F238E27FC236}">
                <a16:creationId xmlns:a16="http://schemas.microsoft.com/office/drawing/2014/main" id="{5C4591E0-F4C5-4DF1-8EEC-811D8B30CD2A}"/>
              </a:ext>
            </a:extLst>
          </p:cNvPr>
          <p:cNvSpPr>
            <a:spLocks noGrp="1"/>
          </p:cNvSpPr>
          <p:nvPr/>
        </p:nvSpPr>
        <p:spPr>
          <a:xfrm>
            <a:off x="6831401" y="29974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5357">
            <a:extLst>
              <a:ext uri="{FF2B5EF4-FFF2-40B4-BE49-F238E27FC236}">
                <a16:creationId xmlns:a16="http://schemas.microsoft.com/office/drawing/2014/main" id="{8F9895AA-1837-406D-AF0F-CB889018BAD9}"/>
              </a:ext>
            </a:extLst>
          </p:cNvPr>
          <p:cNvSpPr>
            <a:spLocks noGrp="1"/>
          </p:cNvSpPr>
          <p:nvPr/>
        </p:nvSpPr>
        <p:spPr>
          <a:xfrm>
            <a:off x="690159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5358">
            <a:extLst>
              <a:ext uri="{FF2B5EF4-FFF2-40B4-BE49-F238E27FC236}">
                <a16:creationId xmlns:a16="http://schemas.microsoft.com/office/drawing/2014/main" id="{AFB868DB-33B2-45B8-8167-861F6A4292B4}"/>
              </a:ext>
            </a:extLst>
          </p:cNvPr>
          <p:cNvSpPr>
            <a:spLocks noGrp="1"/>
          </p:cNvSpPr>
          <p:nvPr/>
        </p:nvSpPr>
        <p:spPr>
          <a:xfrm>
            <a:off x="68721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5359">
            <a:extLst>
              <a:ext uri="{FF2B5EF4-FFF2-40B4-BE49-F238E27FC236}">
                <a16:creationId xmlns:a16="http://schemas.microsoft.com/office/drawing/2014/main" id="{24AA76B3-7C84-4FBD-8EDC-3DC4861097B6}"/>
              </a:ext>
            </a:extLst>
          </p:cNvPr>
          <p:cNvSpPr>
            <a:spLocks noGrp="1"/>
          </p:cNvSpPr>
          <p:nvPr/>
        </p:nvSpPr>
        <p:spPr>
          <a:xfrm>
            <a:off x="685792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5360">
            <a:extLst>
              <a:ext uri="{FF2B5EF4-FFF2-40B4-BE49-F238E27FC236}">
                <a16:creationId xmlns:a16="http://schemas.microsoft.com/office/drawing/2014/main" id="{0A4B1CCE-3DF4-45C1-AF67-DF01190A1828}"/>
              </a:ext>
            </a:extLst>
          </p:cNvPr>
          <p:cNvSpPr>
            <a:spLocks noGrp="1"/>
          </p:cNvSpPr>
          <p:nvPr/>
        </p:nvSpPr>
        <p:spPr>
          <a:xfrm>
            <a:off x="6892366" y="235520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5361">
            <a:extLst>
              <a:ext uri="{FF2B5EF4-FFF2-40B4-BE49-F238E27FC236}">
                <a16:creationId xmlns:a16="http://schemas.microsoft.com/office/drawing/2014/main" id="{9FA50E11-9DF0-4431-ACA1-9AD712AA3CC1}"/>
              </a:ext>
            </a:extLst>
          </p:cNvPr>
          <p:cNvSpPr>
            <a:spLocks noGrp="1"/>
          </p:cNvSpPr>
          <p:nvPr/>
        </p:nvSpPr>
        <p:spPr>
          <a:xfrm>
            <a:off x="684318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5362">
            <a:extLst>
              <a:ext uri="{FF2B5EF4-FFF2-40B4-BE49-F238E27FC236}">
                <a16:creationId xmlns:a16="http://schemas.microsoft.com/office/drawing/2014/main" id="{2B4DD7C4-A03E-4284-96F9-7FF407684613}"/>
              </a:ext>
            </a:extLst>
          </p:cNvPr>
          <p:cNvSpPr>
            <a:spLocks noGrp="1"/>
          </p:cNvSpPr>
          <p:nvPr/>
        </p:nvSpPr>
        <p:spPr>
          <a:xfrm>
            <a:off x="691490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5363">
            <a:extLst>
              <a:ext uri="{FF2B5EF4-FFF2-40B4-BE49-F238E27FC236}">
                <a16:creationId xmlns:a16="http://schemas.microsoft.com/office/drawing/2014/main" id="{CE42F40D-EBEC-4B58-8EAD-802715215459}"/>
              </a:ext>
            </a:extLst>
          </p:cNvPr>
          <p:cNvSpPr>
            <a:spLocks noGrp="1"/>
          </p:cNvSpPr>
          <p:nvPr/>
        </p:nvSpPr>
        <p:spPr>
          <a:xfrm>
            <a:off x="686774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5364">
            <a:extLst>
              <a:ext uri="{FF2B5EF4-FFF2-40B4-BE49-F238E27FC236}">
                <a16:creationId xmlns:a16="http://schemas.microsoft.com/office/drawing/2014/main" id="{45DA9711-4907-4F07-9803-287621E742A1}"/>
              </a:ext>
            </a:extLst>
          </p:cNvPr>
          <p:cNvSpPr>
            <a:spLocks noGrp="1"/>
          </p:cNvSpPr>
          <p:nvPr/>
        </p:nvSpPr>
        <p:spPr>
          <a:xfrm>
            <a:off x="684740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5365">
            <a:extLst>
              <a:ext uri="{FF2B5EF4-FFF2-40B4-BE49-F238E27FC236}">
                <a16:creationId xmlns:a16="http://schemas.microsoft.com/office/drawing/2014/main" id="{8EA95538-EC9F-474F-BE48-374C7E38BD61}"/>
              </a:ext>
            </a:extLst>
          </p:cNvPr>
          <p:cNvSpPr>
            <a:spLocks noGrp="1"/>
          </p:cNvSpPr>
          <p:nvPr/>
        </p:nvSpPr>
        <p:spPr>
          <a:xfrm>
            <a:off x="688990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5366">
            <a:extLst>
              <a:ext uri="{FF2B5EF4-FFF2-40B4-BE49-F238E27FC236}">
                <a16:creationId xmlns:a16="http://schemas.microsoft.com/office/drawing/2014/main" id="{6D7E7431-DAAE-4872-949F-E69056F31A82}"/>
              </a:ext>
            </a:extLst>
          </p:cNvPr>
          <p:cNvSpPr>
            <a:spLocks noGrp="1"/>
          </p:cNvSpPr>
          <p:nvPr/>
        </p:nvSpPr>
        <p:spPr>
          <a:xfrm>
            <a:off x="6829975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5367">
            <a:extLst>
              <a:ext uri="{FF2B5EF4-FFF2-40B4-BE49-F238E27FC236}">
                <a16:creationId xmlns:a16="http://schemas.microsoft.com/office/drawing/2014/main" id="{A07F9272-2765-459B-AADF-E30CCD882907}"/>
              </a:ext>
            </a:extLst>
          </p:cNvPr>
          <p:cNvSpPr>
            <a:spLocks noGrp="1"/>
          </p:cNvSpPr>
          <p:nvPr/>
        </p:nvSpPr>
        <p:spPr>
          <a:xfrm>
            <a:off x="6917627" y="206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5368">
            <a:extLst>
              <a:ext uri="{FF2B5EF4-FFF2-40B4-BE49-F238E27FC236}">
                <a16:creationId xmlns:a16="http://schemas.microsoft.com/office/drawing/2014/main" id="{93B9884F-32A0-4C6E-A3DD-650B9FE86115}"/>
              </a:ext>
            </a:extLst>
          </p:cNvPr>
          <p:cNvSpPr>
            <a:spLocks noGrp="1"/>
          </p:cNvSpPr>
          <p:nvPr/>
        </p:nvSpPr>
        <p:spPr>
          <a:xfrm>
            <a:off x="6916682" y="35326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5369">
            <a:extLst>
              <a:ext uri="{FF2B5EF4-FFF2-40B4-BE49-F238E27FC236}">
                <a16:creationId xmlns:a16="http://schemas.microsoft.com/office/drawing/2014/main" id="{EBD27DC5-BD32-4B56-B7DC-A3B3258BB340}"/>
              </a:ext>
            </a:extLst>
          </p:cNvPr>
          <p:cNvSpPr>
            <a:spLocks noGrp="1"/>
          </p:cNvSpPr>
          <p:nvPr/>
        </p:nvSpPr>
        <p:spPr>
          <a:xfrm>
            <a:off x="691447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5370">
            <a:extLst>
              <a:ext uri="{FF2B5EF4-FFF2-40B4-BE49-F238E27FC236}">
                <a16:creationId xmlns:a16="http://schemas.microsoft.com/office/drawing/2014/main" id="{3A9C310D-3E45-49B1-AC61-01A6A2E7B1F3}"/>
              </a:ext>
            </a:extLst>
          </p:cNvPr>
          <p:cNvSpPr>
            <a:spLocks noGrp="1"/>
          </p:cNvSpPr>
          <p:nvPr/>
        </p:nvSpPr>
        <p:spPr>
          <a:xfrm>
            <a:off x="690393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5371">
            <a:extLst>
              <a:ext uri="{FF2B5EF4-FFF2-40B4-BE49-F238E27FC236}">
                <a16:creationId xmlns:a16="http://schemas.microsoft.com/office/drawing/2014/main" id="{072AA20B-C79D-41E0-AB4B-193CA4D807BB}"/>
              </a:ext>
            </a:extLst>
          </p:cNvPr>
          <p:cNvSpPr>
            <a:spLocks noGrp="1"/>
          </p:cNvSpPr>
          <p:nvPr/>
        </p:nvSpPr>
        <p:spPr>
          <a:xfrm>
            <a:off x="688460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5372">
            <a:extLst>
              <a:ext uri="{FF2B5EF4-FFF2-40B4-BE49-F238E27FC236}">
                <a16:creationId xmlns:a16="http://schemas.microsoft.com/office/drawing/2014/main" id="{471092F1-54EB-4525-A627-75F4ADD01A59}"/>
              </a:ext>
            </a:extLst>
          </p:cNvPr>
          <p:cNvSpPr>
            <a:spLocks noGrp="1"/>
          </p:cNvSpPr>
          <p:nvPr/>
        </p:nvSpPr>
        <p:spPr>
          <a:xfrm>
            <a:off x="683644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5373">
            <a:extLst>
              <a:ext uri="{FF2B5EF4-FFF2-40B4-BE49-F238E27FC236}">
                <a16:creationId xmlns:a16="http://schemas.microsoft.com/office/drawing/2014/main" id="{555CF5EC-7214-408A-B43C-63B28828DDC4}"/>
              </a:ext>
            </a:extLst>
          </p:cNvPr>
          <p:cNvSpPr>
            <a:spLocks noGrp="1"/>
          </p:cNvSpPr>
          <p:nvPr/>
        </p:nvSpPr>
        <p:spPr>
          <a:xfrm>
            <a:off x="6840451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5374">
            <a:extLst>
              <a:ext uri="{FF2B5EF4-FFF2-40B4-BE49-F238E27FC236}">
                <a16:creationId xmlns:a16="http://schemas.microsoft.com/office/drawing/2014/main" id="{0E12D7F4-D045-4335-A26A-6AD0F3750410}"/>
              </a:ext>
            </a:extLst>
          </p:cNvPr>
          <p:cNvSpPr>
            <a:spLocks noGrp="1"/>
          </p:cNvSpPr>
          <p:nvPr/>
        </p:nvSpPr>
        <p:spPr>
          <a:xfrm>
            <a:off x="691565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5375">
            <a:extLst>
              <a:ext uri="{FF2B5EF4-FFF2-40B4-BE49-F238E27FC236}">
                <a16:creationId xmlns:a16="http://schemas.microsoft.com/office/drawing/2014/main" id="{5C2C2394-5C3A-45EC-82B4-27D555A9641B}"/>
              </a:ext>
            </a:extLst>
          </p:cNvPr>
          <p:cNvSpPr>
            <a:spLocks noGrp="1"/>
          </p:cNvSpPr>
          <p:nvPr/>
        </p:nvSpPr>
        <p:spPr>
          <a:xfrm>
            <a:off x="68573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5376">
            <a:extLst>
              <a:ext uri="{FF2B5EF4-FFF2-40B4-BE49-F238E27FC236}">
                <a16:creationId xmlns:a16="http://schemas.microsoft.com/office/drawing/2014/main" id="{783497B1-BA24-4254-B991-005CF1B9C155}"/>
              </a:ext>
            </a:extLst>
          </p:cNvPr>
          <p:cNvSpPr>
            <a:spLocks noGrp="1"/>
          </p:cNvSpPr>
          <p:nvPr/>
        </p:nvSpPr>
        <p:spPr>
          <a:xfrm>
            <a:off x="690980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5377">
            <a:extLst>
              <a:ext uri="{FF2B5EF4-FFF2-40B4-BE49-F238E27FC236}">
                <a16:creationId xmlns:a16="http://schemas.microsoft.com/office/drawing/2014/main" id="{D6133869-DA0F-4E33-A528-CDC7D748020D}"/>
              </a:ext>
            </a:extLst>
          </p:cNvPr>
          <p:cNvSpPr>
            <a:spLocks noGrp="1"/>
          </p:cNvSpPr>
          <p:nvPr/>
        </p:nvSpPr>
        <p:spPr>
          <a:xfrm>
            <a:off x="684874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5378">
            <a:extLst>
              <a:ext uri="{FF2B5EF4-FFF2-40B4-BE49-F238E27FC236}">
                <a16:creationId xmlns:a16="http://schemas.microsoft.com/office/drawing/2014/main" id="{C8A202B7-3D04-4C18-BC33-AED50851DEEA}"/>
              </a:ext>
            </a:extLst>
          </p:cNvPr>
          <p:cNvSpPr>
            <a:spLocks noGrp="1"/>
          </p:cNvSpPr>
          <p:nvPr/>
        </p:nvSpPr>
        <p:spPr>
          <a:xfrm>
            <a:off x="682340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5379">
            <a:extLst>
              <a:ext uri="{FF2B5EF4-FFF2-40B4-BE49-F238E27FC236}">
                <a16:creationId xmlns:a16="http://schemas.microsoft.com/office/drawing/2014/main" id="{31352F1D-57CE-42B6-9B3A-80948966A99D}"/>
              </a:ext>
            </a:extLst>
          </p:cNvPr>
          <p:cNvSpPr>
            <a:spLocks noGrp="1"/>
          </p:cNvSpPr>
          <p:nvPr/>
        </p:nvSpPr>
        <p:spPr>
          <a:xfrm>
            <a:off x="6846115" y="29210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5380">
            <a:extLst>
              <a:ext uri="{FF2B5EF4-FFF2-40B4-BE49-F238E27FC236}">
                <a16:creationId xmlns:a16="http://schemas.microsoft.com/office/drawing/2014/main" id="{2479286E-167F-4004-A5D5-FC86D939F4BE}"/>
              </a:ext>
            </a:extLst>
          </p:cNvPr>
          <p:cNvSpPr>
            <a:spLocks noGrp="1"/>
          </p:cNvSpPr>
          <p:nvPr/>
        </p:nvSpPr>
        <p:spPr>
          <a:xfrm>
            <a:off x="6901531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5381">
            <a:extLst>
              <a:ext uri="{FF2B5EF4-FFF2-40B4-BE49-F238E27FC236}">
                <a16:creationId xmlns:a16="http://schemas.microsoft.com/office/drawing/2014/main" id="{A65C1FF8-466C-425B-B19E-E188C7A054BC}"/>
              </a:ext>
            </a:extLst>
          </p:cNvPr>
          <p:cNvSpPr>
            <a:spLocks noGrp="1"/>
          </p:cNvSpPr>
          <p:nvPr/>
        </p:nvSpPr>
        <p:spPr>
          <a:xfrm>
            <a:off x="688332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5382">
            <a:extLst>
              <a:ext uri="{FF2B5EF4-FFF2-40B4-BE49-F238E27FC236}">
                <a16:creationId xmlns:a16="http://schemas.microsoft.com/office/drawing/2014/main" id="{41CFBC46-F70E-4694-9E15-EA6AF38567B2}"/>
              </a:ext>
            </a:extLst>
          </p:cNvPr>
          <p:cNvSpPr>
            <a:spLocks noGrp="1"/>
          </p:cNvSpPr>
          <p:nvPr/>
        </p:nvSpPr>
        <p:spPr>
          <a:xfrm>
            <a:off x="6885928" y="26837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5383">
            <a:extLst>
              <a:ext uri="{FF2B5EF4-FFF2-40B4-BE49-F238E27FC236}">
                <a16:creationId xmlns:a16="http://schemas.microsoft.com/office/drawing/2014/main" id="{E0C64A61-05AA-4BA2-B2AD-16A05E00A2FD}"/>
              </a:ext>
            </a:extLst>
          </p:cNvPr>
          <p:cNvSpPr>
            <a:spLocks noGrp="1"/>
          </p:cNvSpPr>
          <p:nvPr/>
        </p:nvSpPr>
        <p:spPr>
          <a:xfrm>
            <a:off x="6887865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5384">
            <a:extLst>
              <a:ext uri="{FF2B5EF4-FFF2-40B4-BE49-F238E27FC236}">
                <a16:creationId xmlns:a16="http://schemas.microsoft.com/office/drawing/2014/main" id="{83E400ED-3D3F-4683-A1E6-4C9F313D2F91}"/>
              </a:ext>
            </a:extLst>
          </p:cNvPr>
          <p:cNvSpPr>
            <a:spLocks noGrp="1"/>
          </p:cNvSpPr>
          <p:nvPr/>
        </p:nvSpPr>
        <p:spPr>
          <a:xfrm>
            <a:off x="69007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5385">
            <a:extLst>
              <a:ext uri="{FF2B5EF4-FFF2-40B4-BE49-F238E27FC236}">
                <a16:creationId xmlns:a16="http://schemas.microsoft.com/office/drawing/2014/main" id="{65A69C40-5AF9-47A3-B845-2FA407E35F6B}"/>
              </a:ext>
            </a:extLst>
          </p:cNvPr>
          <p:cNvSpPr>
            <a:spLocks noGrp="1"/>
          </p:cNvSpPr>
          <p:nvPr/>
        </p:nvSpPr>
        <p:spPr>
          <a:xfrm>
            <a:off x="6827454" y="37151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5386">
            <a:extLst>
              <a:ext uri="{FF2B5EF4-FFF2-40B4-BE49-F238E27FC236}">
                <a16:creationId xmlns:a16="http://schemas.microsoft.com/office/drawing/2014/main" id="{297D1371-51F9-4A1B-A53E-4210769F600E}"/>
              </a:ext>
            </a:extLst>
          </p:cNvPr>
          <p:cNvSpPr>
            <a:spLocks noGrp="1"/>
          </p:cNvSpPr>
          <p:nvPr/>
        </p:nvSpPr>
        <p:spPr>
          <a:xfrm>
            <a:off x="6827632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5387">
            <a:extLst>
              <a:ext uri="{FF2B5EF4-FFF2-40B4-BE49-F238E27FC236}">
                <a16:creationId xmlns:a16="http://schemas.microsoft.com/office/drawing/2014/main" id="{59F418B3-C238-46A1-BDE3-0C8DDE16E20A}"/>
              </a:ext>
            </a:extLst>
          </p:cNvPr>
          <p:cNvSpPr>
            <a:spLocks noGrp="1"/>
          </p:cNvSpPr>
          <p:nvPr/>
        </p:nvSpPr>
        <p:spPr>
          <a:xfrm>
            <a:off x="688994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5388">
            <a:extLst>
              <a:ext uri="{FF2B5EF4-FFF2-40B4-BE49-F238E27FC236}">
                <a16:creationId xmlns:a16="http://schemas.microsoft.com/office/drawing/2014/main" id="{A9B9C157-D44E-46A1-AB50-B67647ACB82E}"/>
              </a:ext>
            </a:extLst>
          </p:cNvPr>
          <p:cNvSpPr>
            <a:spLocks noGrp="1"/>
          </p:cNvSpPr>
          <p:nvPr/>
        </p:nvSpPr>
        <p:spPr>
          <a:xfrm>
            <a:off x="68284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5389">
            <a:extLst>
              <a:ext uri="{FF2B5EF4-FFF2-40B4-BE49-F238E27FC236}">
                <a16:creationId xmlns:a16="http://schemas.microsoft.com/office/drawing/2014/main" id="{9BBD1702-E21E-4AF8-B57F-D4BD44767780}"/>
              </a:ext>
            </a:extLst>
          </p:cNvPr>
          <p:cNvSpPr>
            <a:spLocks noGrp="1"/>
          </p:cNvSpPr>
          <p:nvPr/>
        </p:nvSpPr>
        <p:spPr>
          <a:xfrm>
            <a:off x="684054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5390">
            <a:extLst>
              <a:ext uri="{FF2B5EF4-FFF2-40B4-BE49-F238E27FC236}">
                <a16:creationId xmlns:a16="http://schemas.microsoft.com/office/drawing/2014/main" id="{F7D0EE1F-98D5-430B-AD88-1C16B63B9CB2}"/>
              </a:ext>
            </a:extLst>
          </p:cNvPr>
          <p:cNvSpPr>
            <a:spLocks noGrp="1"/>
          </p:cNvSpPr>
          <p:nvPr/>
        </p:nvSpPr>
        <p:spPr>
          <a:xfrm>
            <a:off x="6872598" y="35632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5391">
            <a:extLst>
              <a:ext uri="{FF2B5EF4-FFF2-40B4-BE49-F238E27FC236}">
                <a16:creationId xmlns:a16="http://schemas.microsoft.com/office/drawing/2014/main" id="{BB78A9B4-5641-44F1-94FF-A5E7B2A5C26E}"/>
              </a:ext>
            </a:extLst>
          </p:cNvPr>
          <p:cNvSpPr>
            <a:spLocks noGrp="1"/>
          </p:cNvSpPr>
          <p:nvPr/>
        </p:nvSpPr>
        <p:spPr>
          <a:xfrm>
            <a:off x="682318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5392">
            <a:extLst>
              <a:ext uri="{FF2B5EF4-FFF2-40B4-BE49-F238E27FC236}">
                <a16:creationId xmlns:a16="http://schemas.microsoft.com/office/drawing/2014/main" id="{EC9D1AB9-0840-488F-A7C0-89787F6F7B44}"/>
              </a:ext>
            </a:extLst>
          </p:cNvPr>
          <p:cNvSpPr>
            <a:spLocks noGrp="1"/>
          </p:cNvSpPr>
          <p:nvPr/>
        </p:nvSpPr>
        <p:spPr>
          <a:xfrm>
            <a:off x="686991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5393">
            <a:extLst>
              <a:ext uri="{FF2B5EF4-FFF2-40B4-BE49-F238E27FC236}">
                <a16:creationId xmlns:a16="http://schemas.microsoft.com/office/drawing/2014/main" id="{43BB3289-5A73-4C76-9B06-AA9F88B86E4C}"/>
              </a:ext>
            </a:extLst>
          </p:cNvPr>
          <p:cNvSpPr>
            <a:spLocks noGrp="1"/>
          </p:cNvSpPr>
          <p:nvPr/>
        </p:nvSpPr>
        <p:spPr>
          <a:xfrm>
            <a:off x="707523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5394">
            <a:extLst>
              <a:ext uri="{FF2B5EF4-FFF2-40B4-BE49-F238E27FC236}">
                <a16:creationId xmlns:a16="http://schemas.microsoft.com/office/drawing/2014/main" id="{D8577688-76B0-4067-9994-2D3A00B5E160}"/>
              </a:ext>
            </a:extLst>
          </p:cNvPr>
          <p:cNvSpPr>
            <a:spLocks noGrp="1"/>
          </p:cNvSpPr>
          <p:nvPr/>
        </p:nvSpPr>
        <p:spPr>
          <a:xfrm>
            <a:off x="704900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5395">
            <a:extLst>
              <a:ext uri="{FF2B5EF4-FFF2-40B4-BE49-F238E27FC236}">
                <a16:creationId xmlns:a16="http://schemas.microsoft.com/office/drawing/2014/main" id="{F2CE9FA5-68C1-4FB8-8660-BCF2323A0318}"/>
              </a:ext>
            </a:extLst>
          </p:cNvPr>
          <p:cNvSpPr>
            <a:spLocks noGrp="1"/>
          </p:cNvSpPr>
          <p:nvPr/>
        </p:nvSpPr>
        <p:spPr>
          <a:xfrm>
            <a:off x="70767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5396">
            <a:extLst>
              <a:ext uri="{FF2B5EF4-FFF2-40B4-BE49-F238E27FC236}">
                <a16:creationId xmlns:a16="http://schemas.microsoft.com/office/drawing/2014/main" id="{B267B24F-F171-495C-90FE-7B5BFDA469F8}"/>
              </a:ext>
            </a:extLst>
          </p:cNvPr>
          <p:cNvSpPr>
            <a:spLocks noGrp="1"/>
          </p:cNvSpPr>
          <p:nvPr/>
        </p:nvSpPr>
        <p:spPr>
          <a:xfrm>
            <a:off x="7063735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5397">
            <a:extLst>
              <a:ext uri="{FF2B5EF4-FFF2-40B4-BE49-F238E27FC236}">
                <a16:creationId xmlns:a16="http://schemas.microsoft.com/office/drawing/2014/main" id="{49F5F0D5-3F30-47F0-A2AE-59C3B3419EF4}"/>
              </a:ext>
            </a:extLst>
          </p:cNvPr>
          <p:cNvSpPr>
            <a:spLocks noGrp="1"/>
          </p:cNvSpPr>
          <p:nvPr/>
        </p:nvSpPr>
        <p:spPr>
          <a:xfrm>
            <a:off x="7079989" y="263126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5398">
            <a:extLst>
              <a:ext uri="{FF2B5EF4-FFF2-40B4-BE49-F238E27FC236}">
                <a16:creationId xmlns:a16="http://schemas.microsoft.com/office/drawing/2014/main" id="{0861A096-6F36-4F69-8E7E-33CD245D2B08}"/>
              </a:ext>
            </a:extLst>
          </p:cNvPr>
          <p:cNvSpPr>
            <a:spLocks noGrp="1"/>
          </p:cNvSpPr>
          <p:nvPr/>
        </p:nvSpPr>
        <p:spPr>
          <a:xfrm>
            <a:off x="71315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5399">
            <a:extLst>
              <a:ext uri="{FF2B5EF4-FFF2-40B4-BE49-F238E27FC236}">
                <a16:creationId xmlns:a16="http://schemas.microsoft.com/office/drawing/2014/main" id="{038BD281-00FA-428B-95A3-85466E97211D}"/>
              </a:ext>
            </a:extLst>
          </p:cNvPr>
          <p:cNvSpPr>
            <a:spLocks noGrp="1"/>
          </p:cNvSpPr>
          <p:nvPr/>
        </p:nvSpPr>
        <p:spPr>
          <a:xfrm>
            <a:off x="71026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5400">
            <a:extLst>
              <a:ext uri="{FF2B5EF4-FFF2-40B4-BE49-F238E27FC236}">
                <a16:creationId xmlns:a16="http://schemas.microsoft.com/office/drawing/2014/main" id="{4B49F25F-D514-4F18-BD22-51A794216054}"/>
              </a:ext>
            </a:extLst>
          </p:cNvPr>
          <p:cNvSpPr>
            <a:spLocks noGrp="1"/>
          </p:cNvSpPr>
          <p:nvPr/>
        </p:nvSpPr>
        <p:spPr>
          <a:xfrm>
            <a:off x="705122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5401">
            <a:extLst>
              <a:ext uri="{FF2B5EF4-FFF2-40B4-BE49-F238E27FC236}">
                <a16:creationId xmlns:a16="http://schemas.microsoft.com/office/drawing/2014/main" id="{4EBFD32E-9B6F-47C5-AE75-1A7F5F4E5A8A}"/>
              </a:ext>
            </a:extLst>
          </p:cNvPr>
          <p:cNvSpPr>
            <a:spLocks noGrp="1"/>
          </p:cNvSpPr>
          <p:nvPr/>
        </p:nvSpPr>
        <p:spPr>
          <a:xfrm>
            <a:off x="7098136" y="3232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5402">
            <a:extLst>
              <a:ext uri="{FF2B5EF4-FFF2-40B4-BE49-F238E27FC236}">
                <a16:creationId xmlns:a16="http://schemas.microsoft.com/office/drawing/2014/main" id="{4CA5B764-AEBE-48A7-96CD-3905A70602EF}"/>
              </a:ext>
            </a:extLst>
          </p:cNvPr>
          <p:cNvSpPr>
            <a:spLocks noGrp="1"/>
          </p:cNvSpPr>
          <p:nvPr/>
        </p:nvSpPr>
        <p:spPr>
          <a:xfrm>
            <a:off x="70609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5403">
            <a:extLst>
              <a:ext uri="{FF2B5EF4-FFF2-40B4-BE49-F238E27FC236}">
                <a16:creationId xmlns:a16="http://schemas.microsoft.com/office/drawing/2014/main" id="{B949C590-90D7-4652-BC1E-748A0FA7D45F}"/>
              </a:ext>
            </a:extLst>
          </p:cNvPr>
          <p:cNvSpPr>
            <a:spLocks noGrp="1"/>
          </p:cNvSpPr>
          <p:nvPr/>
        </p:nvSpPr>
        <p:spPr>
          <a:xfrm>
            <a:off x="7080954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5404">
            <a:extLst>
              <a:ext uri="{FF2B5EF4-FFF2-40B4-BE49-F238E27FC236}">
                <a16:creationId xmlns:a16="http://schemas.microsoft.com/office/drawing/2014/main" id="{B09FE24A-66D1-449F-B88C-A2FAAF083C5A}"/>
              </a:ext>
            </a:extLst>
          </p:cNvPr>
          <p:cNvSpPr>
            <a:spLocks noGrp="1"/>
          </p:cNvSpPr>
          <p:nvPr/>
        </p:nvSpPr>
        <p:spPr>
          <a:xfrm>
            <a:off x="70579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5405">
            <a:extLst>
              <a:ext uri="{FF2B5EF4-FFF2-40B4-BE49-F238E27FC236}">
                <a16:creationId xmlns:a16="http://schemas.microsoft.com/office/drawing/2014/main" id="{1BAC2918-C785-4C6E-BF75-F69DE4224749}"/>
              </a:ext>
            </a:extLst>
          </p:cNvPr>
          <p:cNvSpPr>
            <a:spLocks noGrp="1"/>
          </p:cNvSpPr>
          <p:nvPr/>
        </p:nvSpPr>
        <p:spPr>
          <a:xfrm>
            <a:off x="714069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5406">
            <a:extLst>
              <a:ext uri="{FF2B5EF4-FFF2-40B4-BE49-F238E27FC236}">
                <a16:creationId xmlns:a16="http://schemas.microsoft.com/office/drawing/2014/main" id="{BEA4889D-E33D-40E3-B2D1-93226C984C83}"/>
              </a:ext>
            </a:extLst>
          </p:cNvPr>
          <p:cNvSpPr>
            <a:spLocks noGrp="1"/>
          </p:cNvSpPr>
          <p:nvPr/>
        </p:nvSpPr>
        <p:spPr>
          <a:xfrm>
            <a:off x="7063814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5407">
            <a:extLst>
              <a:ext uri="{FF2B5EF4-FFF2-40B4-BE49-F238E27FC236}">
                <a16:creationId xmlns:a16="http://schemas.microsoft.com/office/drawing/2014/main" id="{9536A335-DCA5-44A5-AE14-4528C14C1CC8}"/>
              </a:ext>
            </a:extLst>
          </p:cNvPr>
          <p:cNvSpPr>
            <a:spLocks noGrp="1"/>
          </p:cNvSpPr>
          <p:nvPr/>
        </p:nvSpPr>
        <p:spPr>
          <a:xfrm>
            <a:off x="7066618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5408">
            <a:extLst>
              <a:ext uri="{FF2B5EF4-FFF2-40B4-BE49-F238E27FC236}">
                <a16:creationId xmlns:a16="http://schemas.microsoft.com/office/drawing/2014/main" id="{AAFE5137-6D03-468B-B0D9-6CBEF8275C35}"/>
              </a:ext>
            </a:extLst>
          </p:cNvPr>
          <p:cNvSpPr>
            <a:spLocks noGrp="1"/>
          </p:cNvSpPr>
          <p:nvPr/>
        </p:nvSpPr>
        <p:spPr>
          <a:xfrm>
            <a:off x="709554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5409">
            <a:extLst>
              <a:ext uri="{FF2B5EF4-FFF2-40B4-BE49-F238E27FC236}">
                <a16:creationId xmlns:a16="http://schemas.microsoft.com/office/drawing/2014/main" id="{771D6664-77B3-4570-969D-10D78782E1D9}"/>
              </a:ext>
            </a:extLst>
          </p:cNvPr>
          <p:cNvSpPr>
            <a:spLocks noGrp="1"/>
          </p:cNvSpPr>
          <p:nvPr/>
        </p:nvSpPr>
        <p:spPr>
          <a:xfrm>
            <a:off x="712360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5410">
            <a:extLst>
              <a:ext uri="{FF2B5EF4-FFF2-40B4-BE49-F238E27FC236}">
                <a16:creationId xmlns:a16="http://schemas.microsoft.com/office/drawing/2014/main" id="{4BF6B57B-009C-4650-99DE-F2600F07692F}"/>
              </a:ext>
            </a:extLst>
          </p:cNvPr>
          <p:cNvSpPr>
            <a:spLocks noGrp="1"/>
          </p:cNvSpPr>
          <p:nvPr/>
        </p:nvSpPr>
        <p:spPr>
          <a:xfrm>
            <a:off x="71275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5411">
            <a:extLst>
              <a:ext uri="{FF2B5EF4-FFF2-40B4-BE49-F238E27FC236}">
                <a16:creationId xmlns:a16="http://schemas.microsoft.com/office/drawing/2014/main" id="{DE9F3AE3-4840-4374-A15B-8A7B9CBF3B5D}"/>
              </a:ext>
            </a:extLst>
          </p:cNvPr>
          <p:cNvSpPr>
            <a:spLocks noGrp="1"/>
          </p:cNvSpPr>
          <p:nvPr/>
        </p:nvSpPr>
        <p:spPr>
          <a:xfrm>
            <a:off x="706761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5412">
            <a:extLst>
              <a:ext uri="{FF2B5EF4-FFF2-40B4-BE49-F238E27FC236}">
                <a16:creationId xmlns:a16="http://schemas.microsoft.com/office/drawing/2014/main" id="{4DB3CA28-3CE4-47C1-A931-A235CFAA6E22}"/>
              </a:ext>
            </a:extLst>
          </p:cNvPr>
          <p:cNvSpPr>
            <a:spLocks noGrp="1"/>
          </p:cNvSpPr>
          <p:nvPr/>
        </p:nvSpPr>
        <p:spPr>
          <a:xfrm>
            <a:off x="705110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5413">
            <a:extLst>
              <a:ext uri="{FF2B5EF4-FFF2-40B4-BE49-F238E27FC236}">
                <a16:creationId xmlns:a16="http://schemas.microsoft.com/office/drawing/2014/main" id="{6B05EA3F-C220-444E-861E-5445E1F7320D}"/>
              </a:ext>
            </a:extLst>
          </p:cNvPr>
          <p:cNvSpPr>
            <a:spLocks noGrp="1"/>
          </p:cNvSpPr>
          <p:nvPr/>
        </p:nvSpPr>
        <p:spPr>
          <a:xfrm>
            <a:off x="7110432" y="25692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5414">
            <a:extLst>
              <a:ext uri="{FF2B5EF4-FFF2-40B4-BE49-F238E27FC236}">
                <a16:creationId xmlns:a16="http://schemas.microsoft.com/office/drawing/2014/main" id="{3D112930-52A8-4263-B669-2E7400D0986F}"/>
              </a:ext>
            </a:extLst>
          </p:cNvPr>
          <p:cNvSpPr>
            <a:spLocks noGrp="1"/>
          </p:cNvSpPr>
          <p:nvPr/>
        </p:nvSpPr>
        <p:spPr>
          <a:xfrm>
            <a:off x="710265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5415">
            <a:extLst>
              <a:ext uri="{FF2B5EF4-FFF2-40B4-BE49-F238E27FC236}">
                <a16:creationId xmlns:a16="http://schemas.microsoft.com/office/drawing/2014/main" id="{2596D559-0124-4D22-907C-0FCD219C0B91}"/>
              </a:ext>
            </a:extLst>
          </p:cNvPr>
          <p:cNvSpPr>
            <a:spLocks noGrp="1"/>
          </p:cNvSpPr>
          <p:nvPr/>
        </p:nvSpPr>
        <p:spPr>
          <a:xfrm>
            <a:off x="7143298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5416">
            <a:extLst>
              <a:ext uri="{FF2B5EF4-FFF2-40B4-BE49-F238E27FC236}">
                <a16:creationId xmlns:a16="http://schemas.microsoft.com/office/drawing/2014/main" id="{ED94E65B-FA56-4FC1-AB13-F969366484C4}"/>
              </a:ext>
            </a:extLst>
          </p:cNvPr>
          <p:cNvSpPr>
            <a:spLocks noGrp="1"/>
          </p:cNvSpPr>
          <p:nvPr/>
        </p:nvSpPr>
        <p:spPr>
          <a:xfrm>
            <a:off x="7093969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5417">
            <a:extLst>
              <a:ext uri="{FF2B5EF4-FFF2-40B4-BE49-F238E27FC236}">
                <a16:creationId xmlns:a16="http://schemas.microsoft.com/office/drawing/2014/main" id="{B84C8A19-C906-4393-984A-B3BDE9B0A374}"/>
              </a:ext>
            </a:extLst>
          </p:cNvPr>
          <p:cNvSpPr>
            <a:spLocks noGrp="1"/>
          </p:cNvSpPr>
          <p:nvPr/>
        </p:nvSpPr>
        <p:spPr>
          <a:xfrm>
            <a:off x="7157704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5418">
            <a:extLst>
              <a:ext uri="{FF2B5EF4-FFF2-40B4-BE49-F238E27FC236}">
                <a16:creationId xmlns:a16="http://schemas.microsoft.com/office/drawing/2014/main" id="{CE43E65B-D9E1-40FC-833A-7355ADC7B4CF}"/>
              </a:ext>
            </a:extLst>
          </p:cNvPr>
          <p:cNvSpPr>
            <a:spLocks noGrp="1"/>
          </p:cNvSpPr>
          <p:nvPr/>
        </p:nvSpPr>
        <p:spPr>
          <a:xfrm>
            <a:off x="709867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5419">
            <a:extLst>
              <a:ext uri="{FF2B5EF4-FFF2-40B4-BE49-F238E27FC236}">
                <a16:creationId xmlns:a16="http://schemas.microsoft.com/office/drawing/2014/main" id="{326C2D60-9F43-4ECF-91CD-05E98C6A5369}"/>
              </a:ext>
            </a:extLst>
          </p:cNvPr>
          <p:cNvSpPr>
            <a:spLocks noGrp="1"/>
          </p:cNvSpPr>
          <p:nvPr/>
        </p:nvSpPr>
        <p:spPr>
          <a:xfrm>
            <a:off x="708412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5420">
            <a:extLst>
              <a:ext uri="{FF2B5EF4-FFF2-40B4-BE49-F238E27FC236}">
                <a16:creationId xmlns:a16="http://schemas.microsoft.com/office/drawing/2014/main" id="{5174DC4F-5614-4F4A-8B11-B17186B43ACC}"/>
              </a:ext>
            </a:extLst>
          </p:cNvPr>
          <p:cNvSpPr>
            <a:spLocks noGrp="1"/>
          </p:cNvSpPr>
          <p:nvPr/>
        </p:nvSpPr>
        <p:spPr>
          <a:xfrm>
            <a:off x="7123716" y="32280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5421">
            <a:extLst>
              <a:ext uri="{FF2B5EF4-FFF2-40B4-BE49-F238E27FC236}">
                <a16:creationId xmlns:a16="http://schemas.microsoft.com/office/drawing/2014/main" id="{18730890-DA64-4595-8933-D86772716C37}"/>
              </a:ext>
            </a:extLst>
          </p:cNvPr>
          <p:cNvSpPr>
            <a:spLocks noGrp="1"/>
          </p:cNvSpPr>
          <p:nvPr/>
        </p:nvSpPr>
        <p:spPr>
          <a:xfrm>
            <a:off x="7065437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5422">
            <a:extLst>
              <a:ext uri="{FF2B5EF4-FFF2-40B4-BE49-F238E27FC236}">
                <a16:creationId xmlns:a16="http://schemas.microsoft.com/office/drawing/2014/main" id="{1A60FCE9-8795-40BF-BEF2-BCD7B4BEFF3B}"/>
              </a:ext>
            </a:extLst>
          </p:cNvPr>
          <p:cNvSpPr>
            <a:spLocks noGrp="1"/>
          </p:cNvSpPr>
          <p:nvPr/>
        </p:nvSpPr>
        <p:spPr>
          <a:xfrm>
            <a:off x="71346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5423">
            <a:extLst>
              <a:ext uri="{FF2B5EF4-FFF2-40B4-BE49-F238E27FC236}">
                <a16:creationId xmlns:a16="http://schemas.microsoft.com/office/drawing/2014/main" id="{E6F0BE9D-02F6-43C7-8A28-6DDA1AC7B420}"/>
              </a:ext>
            </a:extLst>
          </p:cNvPr>
          <p:cNvSpPr>
            <a:spLocks noGrp="1"/>
          </p:cNvSpPr>
          <p:nvPr/>
        </p:nvSpPr>
        <p:spPr>
          <a:xfrm>
            <a:off x="71097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5424">
            <a:extLst>
              <a:ext uri="{FF2B5EF4-FFF2-40B4-BE49-F238E27FC236}">
                <a16:creationId xmlns:a16="http://schemas.microsoft.com/office/drawing/2014/main" id="{45BC1DB9-DED4-41AA-8A42-28C7E50AFC5A}"/>
              </a:ext>
            </a:extLst>
          </p:cNvPr>
          <p:cNvSpPr>
            <a:spLocks noGrp="1"/>
          </p:cNvSpPr>
          <p:nvPr/>
        </p:nvSpPr>
        <p:spPr>
          <a:xfrm>
            <a:off x="7103231" y="28574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5425">
            <a:extLst>
              <a:ext uri="{FF2B5EF4-FFF2-40B4-BE49-F238E27FC236}">
                <a16:creationId xmlns:a16="http://schemas.microsoft.com/office/drawing/2014/main" id="{055295F1-4957-4A64-AF45-49BD6F94C4CE}"/>
              </a:ext>
            </a:extLst>
          </p:cNvPr>
          <p:cNvSpPr>
            <a:spLocks noGrp="1"/>
          </p:cNvSpPr>
          <p:nvPr/>
        </p:nvSpPr>
        <p:spPr>
          <a:xfrm>
            <a:off x="711604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5426">
            <a:extLst>
              <a:ext uri="{FF2B5EF4-FFF2-40B4-BE49-F238E27FC236}">
                <a16:creationId xmlns:a16="http://schemas.microsoft.com/office/drawing/2014/main" id="{C97324B8-D35B-4637-9281-FF5FA9C8CA66}"/>
              </a:ext>
            </a:extLst>
          </p:cNvPr>
          <p:cNvSpPr>
            <a:spLocks noGrp="1"/>
          </p:cNvSpPr>
          <p:nvPr/>
        </p:nvSpPr>
        <p:spPr>
          <a:xfrm>
            <a:off x="714046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5427">
            <a:extLst>
              <a:ext uri="{FF2B5EF4-FFF2-40B4-BE49-F238E27FC236}">
                <a16:creationId xmlns:a16="http://schemas.microsoft.com/office/drawing/2014/main" id="{C4F37F64-4473-4659-936E-086A69767CD2}"/>
              </a:ext>
            </a:extLst>
          </p:cNvPr>
          <p:cNvSpPr>
            <a:spLocks noGrp="1"/>
          </p:cNvSpPr>
          <p:nvPr/>
        </p:nvSpPr>
        <p:spPr>
          <a:xfrm>
            <a:off x="708526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5428">
            <a:extLst>
              <a:ext uri="{FF2B5EF4-FFF2-40B4-BE49-F238E27FC236}">
                <a16:creationId xmlns:a16="http://schemas.microsoft.com/office/drawing/2014/main" id="{F96FB596-67F5-4026-8F6B-A36F215A8C0B}"/>
              </a:ext>
            </a:extLst>
          </p:cNvPr>
          <p:cNvSpPr>
            <a:spLocks noGrp="1"/>
          </p:cNvSpPr>
          <p:nvPr/>
        </p:nvSpPr>
        <p:spPr>
          <a:xfrm>
            <a:off x="707372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5429">
            <a:extLst>
              <a:ext uri="{FF2B5EF4-FFF2-40B4-BE49-F238E27FC236}">
                <a16:creationId xmlns:a16="http://schemas.microsoft.com/office/drawing/2014/main" id="{232EE157-EEB3-458D-AB79-86FF8734F879}"/>
              </a:ext>
            </a:extLst>
          </p:cNvPr>
          <p:cNvSpPr>
            <a:spLocks noGrp="1"/>
          </p:cNvSpPr>
          <p:nvPr/>
        </p:nvSpPr>
        <p:spPr>
          <a:xfrm>
            <a:off x="71309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5430">
            <a:extLst>
              <a:ext uri="{FF2B5EF4-FFF2-40B4-BE49-F238E27FC236}">
                <a16:creationId xmlns:a16="http://schemas.microsoft.com/office/drawing/2014/main" id="{4FCB030C-CEF4-4737-AB4E-90A79D862020}"/>
              </a:ext>
            </a:extLst>
          </p:cNvPr>
          <p:cNvSpPr>
            <a:spLocks noGrp="1"/>
          </p:cNvSpPr>
          <p:nvPr/>
        </p:nvSpPr>
        <p:spPr>
          <a:xfrm>
            <a:off x="71067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5431">
            <a:extLst>
              <a:ext uri="{FF2B5EF4-FFF2-40B4-BE49-F238E27FC236}">
                <a16:creationId xmlns:a16="http://schemas.microsoft.com/office/drawing/2014/main" id="{7021F693-86C3-4FDA-B41B-4388F04E8BCE}"/>
              </a:ext>
            </a:extLst>
          </p:cNvPr>
          <p:cNvSpPr>
            <a:spLocks noGrp="1"/>
          </p:cNvSpPr>
          <p:nvPr/>
        </p:nvSpPr>
        <p:spPr>
          <a:xfrm>
            <a:off x="711467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5432">
            <a:extLst>
              <a:ext uri="{FF2B5EF4-FFF2-40B4-BE49-F238E27FC236}">
                <a16:creationId xmlns:a16="http://schemas.microsoft.com/office/drawing/2014/main" id="{204A4953-7CDE-4C0E-8762-B42E42D7D6B4}"/>
              </a:ext>
            </a:extLst>
          </p:cNvPr>
          <p:cNvSpPr>
            <a:spLocks noGrp="1"/>
          </p:cNvSpPr>
          <p:nvPr/>
        </p:nvSpPr>
        <p:spPr>
          <a:xfrm>
            <a:off x="7048054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5433">
            <a:extLst>
              <a:ext uri="{FF2B5EF4-FFF2-40B4-BE49-F238E27FC236}">
                <a16:creationId xmlns:a16="http://schemas.microsoft.com/office/drawing/2014/main" id="{A410BD1D-8CA9-4625-B957-FBE6089649AC}"/>
              </a:ext>
            </a:extLst>
          </p:cNvPr>
          <p:cNvSpPr>
            <a:spLocks noGrp="1"/>
          </p:cNvSpPr>
          <p:nvPr/>
        </p:nvSpPr>
        <p:spPr>
          <a:xfrm>
            <a:off x="712049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5434">
            <a:extLst>
              <a:ext uri="{FF2B5EF4-FFF2-40B4-BE49-F238E27FC236}">
                <a16:creationId xmlns:a16="http://schemas.microsoft.com/office/drawing/2014/main" id="{F3A64BF7-971A-4B6D-AFCB-857CE1A011C5}"/>
              </a:ext>
            </a:extLst>
          </p:cNvPr>
          <p:cNvSpPr>
            <a:spLocks noGrp="1"/>
          </p:cNvSpPr>
          <p:nvPr/>
        </p:nvSpPr>
        <p:spPr>
          <a:xfrm>
            <a:off x="713734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5435">
            <a:extLst>
              <a:ext uri="{FF2B5EF4-FFF2-40B4-BE49-F238E27FC236}">
                <a16:creationId xmlns:a16="http://schemas.microsoft.com/office/drawing/2014/main" id="{EBD85C4E-55D8-42AF-9A3F-CA11C06A2E82}"/>
              </a:ext>
            </a:extLst>
          </p:cNvPr>
          <p:cNvSpPr>
            <a:spLocks noGrp="1"/>
          </p:cNvSpPr>
          <p:nvPr/>
        </p:nvSpPr>
        <p:spPr>
          <a:xfrm>
            <a:off x="705455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5436">
            <a:extLst>
              <a:ext uri="{FF2B5EF4-FFF2-40B4-BE49-F238E27FC236}">
                <a16:creationId xmlns:a16="http://schemas.microsoft.com/office/drawing/2014/main" id="{CF52E1F7-7A11-41A6-B8F5-8AA802A00196}"/>
              </a:ext>
            </a:extLst>
          </p:cNvPr>
          <p:cNvSpPr>
            <a:spLocks noGrp="1"/>
          </p:cNvSpPr>
          <p:nvPr/>
        </p:nvSpPr>
        <p:spPr>
          <a:xfrm>
            <a:off x="708540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5437">
            <a:extLst>
              <a:ext uri="{FF2B5EF4-FFF2-40B4-BE49-F238E27FC236}">
                <a16:creationId xmlns:a16="http://schemas.microsoft.com/office/drawing/2014/main" id="{531BB794-75F1-47A7-BE31-E52E1FFE33AD}"/>
              </a:ext>
            </a:extLst>
          </p:cNvPr>
          <p:cNvSpPr>
            <a:spLocks noGrp="1"/>
          </p:cNvSpPr>
          <p:nvPr/>
        </p:nvSpPr>
        <p:spPr>
          <a:xfrm>
            <a:off x="714426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5438">
            <a:extLst>
              <a:ext uri="{FF2B5EF4-FFF2-40B4-BE49-F238E27FC236}">
                <a16:creationId xmlns:a16="http://schemas.microsoft.com/office/drawing/2014/main" id="{11CDCBB5-0DB4-4D58-96A0-5A554AB41C99}"/>
              </a:ext>
            </a:extLst>
          </p:cNvPr>
          <p:cNvSpPr>
            <a:spLocks noGrp="1"/>
          </p:cNvSpPr>
          <p:nvPr/>
        </p:nvSpPr>
        <p:spPr>
          <a:xfrm>
            <a:off x="705947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5439">
            <a:extLst>
              <a:ext uri="{FF2B5EF4-FFF2-40B4-BE49-F238E27FC236}">
                <a16:creationId xmlns:a16="http://schemas.microsoft.com/office/drawing/2014/main" id="{EACD85DA-5FF6-4C4B-952E-537303501707}"/>
              </a:ext>
            </a:extLst>
          </p:cNvPr>
          <p:cNvSpPr>
            <a:spLocks noGrp="1"/>
          </p:cNvSpPr>
          <p:nvPr/>
        </p:nvSpPr>
        <p:spPr>
          <a:xfrm>
            <a:off x="708989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5440">
            <a:extLst>
              <a:ext uri="{FF2B5EF4-FFF2-40B4-BE49-F238E27FC236}">
                <a16:creationId xmlns:a16="http://schemas.microsoft.com/office/drawing/2014/main" id="{A3A69209-9550-404F-B5F6-862AEB0F0302}"/>
              </a:ext>
            </a:extLst>
          </p:cNvPr>
          <p:cNvSpPr>
            <a:spLocks noGrp="1"/>
          </p:cNvSpPr>
          <p:nvPr/>
        </p:nvSpPr>
        <p:spPr>
          <a:xfrm>
            <a:off x="70959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5441">
            <a:extLst>
              <a:ext uri="{FF2B5EF4-FFF2-40B4-BE49-F238E27FC236}">
                <a16:creationId xmlns:a16="http://schemas.microsoft.com/office/drawing/2014/main" id="{5D90D097-CD93-4375-944A-8C3F23819187}"/>
              </a:ext>
            </a:extLst>
          </p:cNvPr>
          <p:cNvSpPr>
            <a:spLocks noGrp="1"/>
          </p:cNvSpPr>
          <p:nvPr/>
        </p:nvSpPr>
        <p:spPr>
          <a:xfrm>
            <a:off x="710964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5442">
            <a:extLst>
              <a:ext uri="{FF2B5EF4-FFF2-40B4-BE49-F238E27FC236}">
                <a16:creationId xmlns:a16="http://schemas.microsoft.com/office/drawing/2014/main" id="{692D6FAF-C2C3-4F07-9E1B-0891353B01AD}"/>
              </a:ext>
            </a:extLst>
          </p:cNvPr>
          <p:cNvSpPr>
            <a:spLocks noGrp="1"/>
          </p:cNvSpPr>
          <p:nvPr/>
        </p:nvSpPr>
        <p:spPr>
          <a:xfrm>
            <a:off x="7107987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5443">
            <a:extLst>
              <a:ext uri="{FF2B5EF4-FFF2-40B4-BE49-F238E27FC236}">
                <a16:creationId xmlns:a16="http://schemas.microsoft.com/office/drawing/2014/main" id="{843CC94E-AC56-4BA1-B5FF-8343E9CCECE0}"/>
              </a:ext>
            </a:extLst>
          </p:cNvPr>
          <p:cNvSpPr>
            <a:spLocks noGrp="1"/>
          </p:cNvSpPr>
          <p:nvPr/>
        </p:nvSpPr>
        <p:spPr>
          <a:xfrm>
            <a:off x="711910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5444">
            <a:extLst>
              <a:ext uri="{FF2B5EF4-FFF2-40B4-BE49-F238E27FC236}">
                <a16:creationId xmlns:a16="http://schemas.microsoft.com/office/drawing/2014/main" id="{BEEABB81-0A35-41EA-96F1-8DA3845BF71B}"/>
              </a:ext>
            </a:extLst>
          </p:cNvPr>
          <p:cNvSpPr>
            <a:spLocks noGrp="1"/>
          </p:cNvSpPr>
          <p:nvPr/>
        </p:nvSpPr>
        <p:spPr>
          <a:xfrm>
            <a:off x="71487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5445">
            <a:extLst>
              <a:ext uri="{FF2B5EF4-FFF2-40B4-BE49-F238E27FC236}">
                <a16:creationId xmlns:a16="http://schemas.microsoft.com/office/drawing/2014/main" id="{E810FCC9-EA5E-47F5-AD88-B9AA643DC6A5}"/>
              </a:ext>
            </a:extLst>
          </p:cNvPr>
          <p:cNvSpPr>
            <a:spLocks noGrp="1"/>
          </p:cNvSpPr>
          <p:nvPr/>
        </p:nvSpPr>
        <p:spPr>
          <a:xfrm>
            <a:off x="711068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5446">
            <a:extLst>
              <a:ext uri="{FF2B5EF4-FFF2-40B4-BE49-F238E27FC236}">
                <a16:creationId xmlns:a16="http://schemas.microsoft.com/office/drawing/2014/main" id="{2D250E26-5873-4890-BAF4-F5538C0EE8D9}"/>
              </a:ext>
            </a:extLst>
          </p:cNvPr>
          <p:cNvSpPr>
            <a:spLocks noGrp="1"/>
          </p:cNvSpPr>
          <p:nvPr/>
        </p:nvSpPr>
        <p:spPr>
          <a:xfrm>
            <a:off x="7074350" y="2296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5447">
            <a:extLst>
              <a:ext uri="{FF2B5EF4-FFF2-40B4-BE49-F238E27FC236}">
                <a16:creationId xmlns:a16="http://schemas.microsoft.com/office/drawing/2014/main" id="{A2DC1A9D-6D92-4765-B3D0-46F231058FC2}"/>
              </a:ext>
            </a:extLst>
          </p:cNvPr>
          <p:cNvSpPr>
            <a:spLocks noGrp="1"/>
          </p:cNvSpPr>
          <p:nvPr/>
        </p:nvSpPr>
        <p:spPr>
          <a:xfrm>
            <a:off x="7151234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5448">
            <a:extLst>
              <a:ext uri="{FF2B5EF4-FFF2-40B4-BE49-F238E27FC236}">
                <a16:creationId xmlns:a16="http://schemas.microsoft.com/office/drawing/2014/main" id="{C68836B3-CB5B-4D8D-B27E-79EF54B068B8}"/>
              </a:ext>
            </a:extLst>
          </p:cNvPr>
          <p:cNvSpPr>
            <a:spLocks noGrp="1"/>
          </p:cNvSpPr>
          <p:nvPr/>
        </p:nvSpPr>
        <p:spPr>
          <a:xfrm>
            <a:off x="709965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5449">
            <a:extLst>
              <a:ext uri="{FF2B5EF4-FFF2-40B4-BE49-F238E27FC236}">
                <a16:creationId xmlns:a16="http://schemas.microsoft.com/office/drawing/2014/main" id="{8743658D-FD7E-4241-9252-C161463BF396}"/>
              </a:ext>
            </a:extLst>
          </p:cNvPr>
          <p:cNvSpPr>
            <a:spLocks noGrp="1"/>
          </p:cNvSpPr>
          <p:nvPr/>
        </p:nvSpPr>
        <p:spPr>
          <a:xfrm>
            <a:off x="7129584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5450">
            <a:extLst>
              <a:ext uri="{FF2B5EF4-FFF2-40B4-BE49-F238E27FC236}">
                <a16:creationId xmlns:a16="http://schemas.microsoft.com/office/drawing/2014/main" id="{CE6C6485-5CA3-4602-9A21-3EC14369C404}"/>
              </a:ext>
            </a:extLst>
          </p:cNvPr>
          <p:cNvSpPr>
            <a:spLocks noGrp="1"/>
          </p:cNvSpPr>
          <p:nvPr/>
        </p:nvSpPr>
        <p:spPr>
          <a:xfrm>
            <a:off x="707938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5451">
            <a:extLst>
              <a:ext uri="{FF2B5EF4-FFF2-40B4-BE49-F238E27FC236}">
                <a16:creationId xmlns:a16="http://schemas.microsoft.com/office/drawing/2014/main" id="{4416ED8C-92E6-4E42-8704-5FC811053228}"/>
              </a:ext>
            </a:extLst>
          </p:cNvPr>
          <p:cNvSpPr>
            <a:spLocks noGrp="1"/>
          </p:cNvSpPr>
          <p:nvPr/>
        </p:nvSpPr>
        <p:spPr>
          <a:xfrm>
            <a:off x="7093283" y="36846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1" name="data_5452">
            <a:extLst>
              <a:ext uri="{FF2B5EF4-FFF2-40B4-BE49-F238E27FC236}">
                <a16:creationId xmlns:a16="http://schemas.microsoft.com/office/drawing/2014/main" id="{968487C5-749B-4097-9630-19D04D948E82}"/>
              </a:ext>
            </a:extLst>
          </p:cNvPr>
          <p:cNvSpPr>
            <a:spLocks noGrp="1"/>
          </p:cNvSpPr>
          <p:nvPr/>
        </p:nvSpPr>
        <p:spPr>
          <a:xfrm>
            <a:off x="711970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2" name="data_5453">
            <a:extLst>
              <a:ext uri="{FF2B5EF4-FFF2-40B4-BE49-F238E27FC236}">
                <a16:creationId xmlns:a16="http://schemas.microsoft.com/office/drawing/2014/main" id="{EDE1AABC-7325-4436-836B-776D1878BF83}"/>
              </a:ext>
            </a:extLst>
          </p:cNvPr>
          <p:cNvSpPr>
            <a:spLocks noGrp="1"/>
          </p:cNvSpPr>
          <p:nvPr/>
        </p:nvSpPr>
        <p:spPr>
          <a:xfrm>
            <a:off x="711409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3" name="data_5454">
            <a:extLst>
              <a:ext uri="{FF2B5EF4-FFF2-40B4-BE49-F238E27FC236}">
                <a16:creationId xmlns:a16="http://schemas.microsoft.com/office/drawing/2014/main" id="{CAEEF84C-A1BF-4910-82A4-558C050AD0E6}"/>
              </a:ext>
            </a:extLst>
          </p:cNvPr>
          <p:cNvSpPr>
            <a:spLocks noGrp="1"/>
          </p:cNvSpPr>
          <p:nvPr/>
        </p:nvSpPr>
        <p:spPr>
          <a:xfrm>
            <a:off x="709442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4" name="data_5455">
            <a:extLst>
              <a:ext uri="{FF2B5EF4-FFF2-40B4-BE49-F238E27FC236}">
                <a16:creationId xmlns:a16="http://schemas.microsoft.com/office/drawing/2014/main" id="{1B4FA968-5662-4156-BE50-E6E0051B66F5}"/>
              </a:ext>
            </a:extLst>
          </p:cNvPr>
          <p:cNvSpPr>
            <a:spLocks noGrp="1"/>
          </p:cNvSpPr>
          <p:nvPr/>
        </p:nvSpPr>
        <p:spPr>
          <a:xfrm>
            <a:off x="70844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5" name="data_5456">
            <a:extLst>
              <a:ext uri="{FF2B5EF4-FFF2-40B4-BE49-F238E27FC236}">
                <a16:creationId xmlns:a16="http://schemas.microsoft.com/office/drawing/2014/main" id="{34CB2B1B-CB93-4E4F-B553-07B63F005CE3}"/>
              </a:ext>
            </a:extLst>
          </p:cNvPr>
          <p:cNvSpPr>
            <a:spLocks noGrp="1"/>
          </p:cNvSpPr>
          <p:nvPr/>
        </p:nvSpPr>
        <p:spPr>
          <a:xfrm>
            <a:off x="71283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6" name="data_5457">
            <a:extLst>
              <a:ext uri="{FF2B5EF4-FFF2-40B4-BE49-F238E27FC236}">
                <a16:creationId xmlns:a16="http://schemas.microsoft.com/office/drawing/2014/main" id="{22846971-1C66-44EE-8B66-06DAC861B0B8}"/>
              </a:ext>
            </a:extLst>
          </p:cNvPr>
          <p:cNvSpPr>
            <a:spLocks noGrp="1"/>
          </p:cNvSpPr>
          <p:nvPr/>
        </p:nvSpPr>
        <p:spPr>
          <a:xfrm>
            <a:off x="705601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7" name="data_5458">
            <a:extLst>
              <a:ext uri="{FF2B5EF4-FFF2-40B4-BE49-F238E27FC236}">
                <a16:creationId xmlns:a16="http://schemas.microsoft.com/office/drawing/2014/main" id="{5408EAC1-15E0-4E18-9CCD-5F0EF78C7101}"/>
              </a:ext>
            </a:extLst>
          </p:cNvPr>
          <p:cNvSpPr>
            <a:spLocks noGrp="1"/>
          </p:cNvSpPr>
          <p:nvPr/>
        </p:nvSpPr>
        <p:spPr>
          <a:xfrm>
            <a:off x="7119619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8" name="data_5459">
            <a:extLst>
              <a:ext uri="{FF2B5EF4-FFF2-40B4-BE49-F238E27FC236}">
                <a16:creationId xmlns:a16="http://schemas.microsoft.com/office/drawing/2014/main" id="{42F36EC0-24FC-4E94-AD0B-2AC3B35A424F}"/>
              </a:ext>
            </a:extLst>
          </p:cNvPr>
          <p:cNvSpPr>
            <a:spLocks noGrp="1"/>
          </p:cNvSpPr>
          <p:nvPr/>
        </p:nvSpPr>
        <p:spPr>
          <a:xfrm>
            <a:off x="7072148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9" name="data_5460">
            <a:extLst>
              <a:ext uri="{FF2B5EF4-FFF2-40B4-BE49-F238E27FC236}">
                <a16:creationId xmlns:a16="http://schemas.microsoft.com/office/drawing/2014/main" id="{66303DBC-B686-4502-8B00-BA3C2C7DA8C0}"/>
              </a:ext>
            </a:extLst>
          </p:cNvPr>
          <p:cNvSpPr>
            <a:spLocks noGrp="1"/>
          </p:cNvSpPr>
          <p:nvPr/>
        </p:nvSpPr>
        <p:spPr>
          <a:xfrm>
            <a:off x="713706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0" name="data_5461">
            <a:extLst>
              <a:ext uri="{FF2B5EF4-FFF2-40B4-BE49-F238E27FC236}">
                <a16:creationId xmlns:a16="http://schemas.microsoft.com/office/drawing/2014/main" id="{88F5C7BB-368B-4C14-A428-ECB40B5CD704}"/>
              </a:ext>
            </a:extLst>
          </p:cNvPr>
          <p:cNvSpPr>
            <a:spLocks noGrp="1"/>
          </p:cNvSpPr>
          <p:nvPr/>
        </p:nvSpPr>
        <p:spPr>
          <a:xfrm>
            <a:off x="713133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1" name="data_5462">
            <a:extLst>
              <a:ext uri="{FF2B5EF4-FFF2-40B4-BE49-F238E27FC236}">
                <a16:creationId xmlns:a16="http://schemas.microsoft.com/office/drawing/2014/main" id="{47923809-26B9-4095-AA7A-A7D6B69EB495}"/>
              </a:ext>
            </a:extLst>
          </p:cNvPr>
          <p:cNvSpPr>
            <a:spLocks noGrp="1"/>
          </p:cNvSpPr>
          <p:nvPr/>
        </p:nvSpPr>
        <p:spPr>
          <a:xfrm>
            <a:off x="7153068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2" name="data_5463">
            <a:extLst>
              <a:ext uri="{FF2B5EF4-FFF2-40B4-BE49-F238E27FC236}">
                <a16:creationId xmlns:a16="http://schemas.microsoft.com/office/drawing/2014/main" id="{F6BF57C6-6A8A-42CF-909A-83BB22842766}"/>
              </a:ext>
            </a:extLst>
          </p:cNvPr>
          <p:cNvSpPr>
            <a:spLocks noGrp="1"/>
          </p:cNvSpPr>
          <p:nvPr/>
        </p:nvSpPr>
        <p:spPr>
          <a:xfrm>
            <a:off x="709277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3" name="data_5464">
            <a:extLst>
              <a:ext uri="{FF2B5EF4-FFF2-40B4-BE49-F238E27FC236}">
                <a16:creationId xmlns:a16="http://schemas.microsoft.com/office/drawing/2014/main" id="{0F294236-2E00-4E97-9C12-2F6B543B56F1}"/>
              </a:ext>
            </a:extLst>
          </p:cNvPr>
          <p:cNvSpPr>
            <a:spLocks noGrp="1"/>
          </p:cNvSpPr>
          <p:nvPr/>
        </p:nvSpPr>
        <p:spPr>
          <a:xfrm>
            <a:off x="710718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4" name="data_5465">
            <a:extLst>
              <a:ext uri="{FF2B5EF4-FFF2-40B4-BE49-F238E27FC236}">
                <a16:creationId xmlns:a16="http://schemas.microsoft.com/office/drawing/2014/main" id="{ADE317B0-7C0E-4DBE-A73C-8635D4448311}"/>
              </a:ext>
            </a:extLst>
          </p:cNvPr>
          <p:cNvSpPr>
            <a:spLocks noGrp="1"/>
          </p:cNvSpPr>
          <p:nvPr/>
        </p:nvSpPr>
        <p:spPr>
          <a:xfrm>
            <a:off x="712392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5" name="data_5466">
            <a:extLst>
              <a:ext uri="{FF2B5EF4-FFF2-40B4-BE49-F238E27FC236}">
                <a16:creationId xmlns:a16="http://schemas.microsoft.com/office/drawing/2014/main" id="{E8358725-7A45-4354-B573-5AA79095C1C2}"/>
              </a:ext>
            </a:extLst>
          </p:cNvPr>
          <p:cNvSpPr>
            <a:spLocks noGrp="1"/>
          </p:cNvSpPr>
          <p:nvPr/>
        </p:nvSpPr>
        <p:spPr>
          <a:xfrm>
            <a:off x="713093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6" name="data_5467">
            <a:extLst>
              <a:ext uri="{FF2B5EF4-FFF2-40B4-BE49-F238E27FC236}">
                <a16:creationId xmlns:a16="http://schemas.microsoft.com/office/drawing/2014/main" id="{55EAA26D-C522-4D75-AA52-A940A90658C5}"/>
              </a:ext>
            </a:extLst>
          </p:cNvPr>
          <p:cNvSpPr>
            <a:spLocks noGrp="1"/>
          </p:cNvSpPr>
          <p:nvPr/>
        </p:nvSpPr>
        <p:spPr>
          <a:xfrm>
            <a:off x="707333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7" name="data_5468">
            <a:extLst>
              <a:ext uri="{FF2B5EF4-FFF2-40B4-BE49-F238E27FC236}">
                <a16:creationId xmlns:a16="http://schemas.microsoft.com/office/drawing/2014/main" id="{FFD5488C-70B8-4F27-BEDF-2AF0461086C7}"/>
              </a:ext>
            </a:extLst>
          </p:cNvPr>
          <p:cNvSpPr>
            <a:spLocks noGrp="1"/>
          </p:cNvSpPr>
          <p:nvPr/>
        </p:nvSpPr>
        <p:spPr>
          <a:xfrm>
            <a:off x="709762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8" name="data_5469">
            <a:extLst>
              <a:ext uri="{FF2B5EF4-FFF2-40B4-BE49-F238E27FC236}">
                <a16:creationId xmlns:a16="http://schemas.microsoft.com/office/drawing/2014/main" id="{DD2D543C-B386-4F4D-8C02-C3CC2AE3545E}"/>
              </a:ext>
            </a:extLst>
          </p:cNvPr>
          <p:cNvSpPr>
            <a:spLocks noGrp="1"/>
          </p:cNvSpPr>
          <p:nvPr/>
        </p:nvSpPr>
        <p:spPr>
          <a:xfrm>
            <a:off x="708924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9" name="data_5470">
            <a:extLst>
              <a:ext uri="{FF2B5EF4-FFF2-40B4-BE49-F238E27FC236}">
                <a16:creationId xmlns:a16="http://schemas.microsoft.com/office/drawing/2014/main" id="{3E5744DA-70B7-441F-B46D-568FA989C047}"/>
              </a:ext>
            </a:extLst>
          </p:cNvPr>
          <p:cNvSpPr>
            <a:spLocks noGrp="1"/>
          </p:cNvSpPr>
          <p:nvPr/>
        </p:nvSpPr>
        <p:spPr>
          <a:xfrm>
            <a:off x="705902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0" name="data_5471">
            <a:extLst>
              <a:ext uri="{FF2B5EF4-FFF2-40B4-BE49-F238E27FC236}">
                <a16:creationId xmlns:a16="http://schemas.microsoft.com/office/drawing/2014/main" id="{B103B411-844E-4A27-88ED-300125F6259B}"/>
              </a:ext>
            </a:extLst>
          </p:cNvPr>
          <p:cNvSpPr>
            <a:spLocks noGrp="1"/>
          </p:cNvSpPr>
          <p:nvPr/>
        </p:nvSpPr>
        <p:spPr>
          <a:xfrm>
            <a:off x="705997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1" name="data_5472">
            <a:extLst>
              <a:ext uri="{FF2B5EF4-FFF2-40B4-BE49-F238E27FC236}">
                <a16:creationId xmlns:a16="http://schemas.microsoft.com/office/drawing/2014/main" id="{B43E39E6-8B1A-434A-BC59-0DD87949FCB7}"/>
              </a:ext>
            </a:extLst>
          </p:cNvPr>
          <p:cNvSpPr>
            <a:spLocks noGrp="1"/>
          </p:cNvSpPr>
          <p:nvPr/>
        </p:nvSpPr>
        <p:spPr>
          <a:xfrm>
            <a:off x="7086907" y="224816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2" name="data_5473">
            <a:extLst>
              <a:ext uri="{FF2B5EF4-FFF2-40B4-BE49-F238E27FC236}">
                <a16:creationId xmlns:a16="http://schemas.microsoft.com/office/drawing/2014/main" id="{D00AE19A-D9FF-4112-94B0-E48A55C3E517}"/>
              </a:ext>
            </a:extLst>
          </p:cNvPr>
          <p:cNvSpPr>
            <a:spLocks noGrp="1"/>
          </p:cNvSpPr>
          <p:nvPr/>
        </p:nvSpPr>
        <p:spPr>
          <a:xfrm>
            <a:off x="714943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3" name="data_5474">
            <a:extLst>
              <a:ext uri="{FF2B5EF4-FFF2-40B4-BE49-F238E27FC236}">
                <a16:creationId xmlns:a16="http://schemas.microsoft.com/office/drawing/2014/main" id="{B1542024-8ECB-4A06-AF62-A79891FF05AF}"/>
              </a:ext>
            </a:extLst>
          </p:cNvPr>
          <p:cNvSpPr>
            <a:spLocks noGrp="1"/>
          </p:cNvSpPr>
          <p:nvPr/>
        </p:nvSpPr>
        <p:spPr>
          <a:xfrm>
            <a:off x="7076431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4" name="data_5475">
            <a:extLst>
              <a:ext uri="{FF2B5EF4-FFF2-40B4-BE49-F238E27FC236}">
                <a16:creationId xmlns:a16="http://schemas.microsoft.com/office/drawing/2014/main" id="{31998DDB-F545-4C25-983A-58E7AC92CDC9}"/>
              </a:ext>
            </a:extLst>
          </p:cNvPr>
          <p:cNvSpPr>
            <a:spLocks noGrp="1"/>
          </p:cNvSpPr>
          <p:nvPr/>
        </p:nvSpPr>
        <p:spPr>
          <a:xfrm>
            <a:off x="7148893" y="23704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5" name="data_5476">
            <a:extLst>
              <a:ext uri="{FF2B5EF4-FFF2-40B4-BE49-F238E27FC236}">
                <a16:creationId xmlns:a16="http://schemas.microsoft.com/office/drawing/2014/main" id="{CC6638C0-BC75-4E33-91A7-280A4F30941F}"/>
              </a:ext>
            </a:extLst>
          </p:cNvPr>
          <p:cNvSpPr>
            <a:spLocks noGrp="1"/>
          </p:cNvSpPr>
          <p:nvPr/>
        </p:nvSpPr>
        <p:spPr>
          <a:xfrm>
            <a:off x="70634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6" name="data_5477">
            <a:extLst>
              <a:ext uri="{FF2B5EF4-FFF2-40B4-BE49-F238E27FC236}">
                <a16:creationId xmlns:a16="http://schemas.microsoft.com/office/drawing/2014/main" id="{FD47BD06-3857-4D45-BE27-2678875D3227}"/>
              </a:ext>
            </a:extLst>
          </p:cNvPr>
          <p:cNvSpPr>
            <a:spLocks noGrp="1"/>
          </p:cNvSpPr>
          <p:nvPr/>
        </p:nvSpPr>
        <p:spPr>
          <a:xfrm>
            <a:off x="713992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7" name="data_5478">
            <a:extLst>
              <a:ext uri="{FF2B5EF4-FFF2-40B4-BE49-F238E27FC236}">
                <a16:creationId xmlns:a16="http://schemas.microsoft.com/office/drawing/2014/main" id="{2EE6ECA1-B920-4A05-B407-4C8A17D8D616}"/>
              </a:ext>
            </a:extLst>
          </p:cNvPr>
          <p:cNvSpPr>
            <a:spLocks noGrp="1"/>
          </p:cNvSpPr>
          <p:nvPr/>
        </p:nvSpPr>
        <p:spPr>
          <a:xfrm>
            <a:off x="7086809" y="35244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8" name="data_5479">
            <a:extLst>
              <a:ext uri="{FF2B5EF4-FFF2-40B4-BE49-F238E27FC236}">
                <a16:creationId xmlns:a16="http://schemas.microsoft.com/office/drawing/2014/main" id="{0A79E707-8A8D-4907-AEB2-7DA473DD9A2E}"/>
              </a:ext>
            </a:extLst>
          </p:cNvPr>
          <p:cNvSpPr>
            <a:spLocks noGrp="1"/>
          </p:cNvSpPr>
          <p:nvPr/>
        </p:nvSpPr>
        <p:spPr>
          <a:xfrm>
            <a:off x="709046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9" name="data_5480">
            <a:extLst>
              <a:ext uri="{FF2B5EF4-FFF2-40B4-BE49-F238E27FC236}">
                <a16:creationId xmlns:a16="http://schemas.microsoft.com/office/drawing/2014/main" id="{6828312B-5504-4342-A304-3D9C26C24361}"/>
              </a:ext>
            </a:extLst>
          </p:cNvPr>
          <p:cNvSpPr>
            <a:spLocks noGrp="1"/>
          </p:cNvSpPr>
          <p:nvPr/>
        </p:nvSpPr>
        <p:spPr>
          <a:xfrm>
            <a:off x="70567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0" name="data_5481">
            <a:extLst>
              <a:ext uri="{FF2B5EF4-FFF2-40B4-BE49-F238E27FC236}">
                <a16:creationId xmlns:a16="http://schemas.microsoft.com/office/drawing/2014/main" id="{68648BF1-9D24-47DC-A35E-10C243A5F053}"/>
              </a:ext>
            </a:extLst>
          </p:cNvPr>
          <p:cNvSpPr>
            <a:spLocks noGrp="1"/>
          </p:cNvSpPr>
          <p:nvPr/>
        </p:nvSpPr>
        <p:spPr>
          <a:xfrm>
            <a:off x="71060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1" name="data_5482">
            <a:extLst>
              <a:ext uri="{FF2B5EF4-FFF2-40B4-BE49-F238E27FC236}">
                <a16:creationId xmlns:a16="http://schemas.microsoft.com/office/drawing/2014/main" id="{9285E186-B365-42C9-90B5-3F83F86E77EB}"/>
              </a:ext>
            </a:extLst>
          </p:cNvPr>
          <p:cNvSpPr>
            <a:spLocks noGrp="1"/>
          </p:cNvSpPr>
          <p:nvPr/>
        </p:nvSpPr>
        <p:spPr>
          <a:xfrm>
            <a:off x="711054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2" name="data_5483">
            <a:extLst>
              <a:ext uri="{FF2B5EF4-FFF2-40B4-BE49-F238E27FC236}">
                <a16:creationId xmlns:a16="http://schemas.microsoft.com/office/drawing/2014/main" id="{677D709C-1408-4BE6-9294-4D67534EBD98}"/>
              </a:ext>
            </a:extLst>
          </p:cNvPr>
          <p:cNvSpPr>
            <a:spLocks noGrp="1"/>
          </p:cNvSpPr>
          <p:nvPr/>
        </p:nvSpPr>
        <p:spPr>
          <a:xfrm>
            <a:off x="712529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3" name="data_5484">
            <a:extLst>
              <a:ext uri="{FF2B5EF4-FFF2-40B4-BE49-F238E27FC236}">
                <a16:creationId xmlns:a16="http://schemas.microsoft.com/office/drawing/2014/main" id="{A764B0FC-F2C9-4C9F-B4D1-0B4560F65E57}"/>
              </a:ext>
            </a:extLst>
          </p:cNvPr>
          <p:cNvSpPr>
            <a:spLocks noGrp="1"/>
          </p:cNvSpPr>
          <p:nvPr/>
        </p:nvSpPr>
        <p:spPr>
          <a:xfrm>
            <a:off x="710572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4" name="data_5485">
            <a:extLst>
              <a:ext uri="{FF2B5EF4-FFF2-40B4-BE49-F238E27FC236}">
                <a16:creationId xmlns:a16="http://schemas.microsoft.com/office/drawing/2014/main" id="{503DAD09-5762-4381-90A4-6A9EE57EA666}"/>
              </a:ext>
            </a:extLst>
          </p:cNvPr>
          <p:cNvSpPr>
            <a:spLocks noGrp="1"/>
          </p:cNvSpPr>
          <p:nvPr/>
        </p:nvSpPr>
        <p:spPr>
          <a:xfrm>
            <a:off x="71372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5" name="data_5486">
            <a:extLst>
              <a:ext uri="{FF2B5EF4-FFF2-40B4-BE49-F238E27FC236}">
                <a16:creationId xmlns:a16="http://schemas.microsoft.com/office/drawing/2014/main" id="{4AD7666B-286E-484C-9038-3DC710C6EB7A}"/>
              </a:ext>
            </a:extLst>
          </p:cNvPr>
          <p:cNvSpPr>
            <a:spLocks noGrp="1"/>
          </p:cNvSpPr>
          <p:nvPr/>
        </p:nvSpPr>
        <p:spPr>
          <a:xfrm>
            <a:off x="711943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6" name="data_5487">
            <a:extLst>
              <a:ext uri="{FF2B5EF4-FFF2-40B4-BE49-F238E27FC236}">
                <a16:creationId xmlns:a16="http://schemas.microsoft.com/office/drawing/2014/main" id="{CB4A7DEC-DDD9-497F-8D72-9314E45A0B71}"/>
              </a:ext>
            </a:extLst>
          </p:cNvPr>
          <p:cNvSpPr>
            <a:spLocks noGrp="1"/>
          </p:cNvSpPr>
          <p:nvPr/>
        </p:nvSpPr>
        <p:spPr>
          <a:xfrm>
            <a:off x="708848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7" name="data_5488">
            <a:extLst>
              <a:ext uri="{FF2B5EF4-FFF2-40B4-BE49-F238E27FC236}">
                <a16:creationId xmlns:a16="http://schemas.microsoft.com/office/drawing/2014/main" id="{45FF936B-AC65-447F-8BEE-30B32CFB72B8}"/>
              </a:ext>
            </a:extLst>
          </p:cNvPr>
          <p:cNvSpPr>
            <a:spLocks noGrp="1"/>
          </p:cNvSpPr>
          <p:nvPr/>
        </p:nvSpPr>
        <p:spPr>
          <a:xfrm>
            <a:off x="708803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8" name="data_5489">
            <a:extLst>
              <a:ext uri="{FF2B5EF4-FFF2-40B4-BE49-F238E27FC236}">
                <a16:creationId xmlns:a16="http://schemas.microsoft.com/office/drawing/2014/main" id="{50C7BE6E-2A27-4741-9B02-629E2523F47A}"/>
              </a:ext>
            </a:extLst>
          </p:cNvPr>
          <p:cNvSpPr>
            <a:spLocks noGrp="1"/>
          </p:cNvSpPr>
          <p:nvPr/>
        </p:nvSpPr>
        <p:spPr>
          <a:xfrm>
            <a:off x="71036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9" name="data_5490">
            <a:extLst>
              <a:ext uri="{FF2B5EF4-FFF2-40B4-BE49-F238E27FC236}">
                <a16:creationId xmlns:a16="http://schemas.microsoft.com/office/drawing/2014/main" id="{9B8301F3-8F4C-42AC-8D2D-47A5F6F70828}"/>
              </a:ext>
            </a:extLst>
          </p:cNvPr>
          <p:cNvSpPr>
            <a:spLocks noGrp="1"/>
          </p:cNvSpPr>
          <p:nvPr/>
        </p:nvSpPr>
        <p:spPr>
          <a:xfrm>
            <a:off x="7116904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0" name="data_5491">
            <a:extLst>
              <a:ext uri="{FF2B5EF4-FFF2-40B4-BE49-F238E27FC236}">
                <a16:creationId xmlns:a16="http://schemas.microsoft.com/office/drawing/2014/main" id="{5FC89D6F-827E-4B04-9376-281573D441F6}"/>
              </a:ext>
            </a:extLst>
          </p:cNvPr>
          <p:cNvSpPr>
            <a:spLocks noGrp="1"/>
          </p:cNvSpPr>
          <p:nvPr/>
        </p:nvSpPr>
        <p:spPr>
          <a:xfrm>
            <a:off x="7071324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1" name="data_5492">
            <a:extLst>
              <a:ext uri="{FF2B5EF4-FFF2-40B4-BE49-F238E27FC236}">
                <a16:creationId xmlns:a16="http://schemas.microsoft.com/office/drawing/2014/main" id="{1499CD67-0063-4A47-B80A-C037FD573B00}"/>
              </a:ext>
            </a:extLst>
          </p:cNvPr>
          <p:cNvSpPr>
            <a:spLocks noGrp="1"/>
          </p:cNvSpPr>
          <p:nvPr/>
        </p:nvSpPr>
        <p:spPr>
          <a:xfrm>
            <a:off x="7111731" y="2238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2" name="data_5493">
            <a:extLst>
              <a:ext uri="{FF2B5EF4-FFF2-40B4-BE49-F238E27FC236}">
                <a16:creationId xmlns:a16="http://schemas.microsoft.com/office/drawing/2014/main" id="{F729FD91-9676-41C8-AE08-FCAB75B8B1A1}"/>
              </a:ext>
            </a:extLst>
          </p:cNvPr>
          <p:cNvSpPr>
            <a:spLocks noGrp="1"/>
          </p:cNvSpPr>
          <p:nvPr/>
        </p:nvSpPr>
        <p:spPr>
          <a:xfrm>
            <a:off x="712880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3" name="data_5494">
            <a:extLst>
              <a:ext uri="{FF2B5EF4-FFF2-40B4-BE49-F238E27FC236}">
                <a16:creationId xmlns:a16="http://schemas.microsoft.com/office/drawing/2014/main" id="{B18A694D-720E-4FD4-A7B2-5E6421691335}"/>
              </a:ext>
            </a:extLst>
          </p:cNvPr>
          <p:cNvSpPr>
            <a:spLocks noGrp="1"/>
          </p:cNvSpPr>
          <p:nvPr/>
        </p:nvSpPr>
        <p:spPr>
          <a:xfrm>
            <a:off x="706398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4" name="data_5495">
            <a:extLst>
              <a:ext uri="{FF2B5EF4-FFF2-40B4-BE49-F238E27FC236}">
                <a16:creationId xmlns:a16="http://schemas.microsoft.com/office/drawing/2014/main" id="{B19D7105-3E5D-4C25-A8DE-35E041E08D59}"/>
              </a:ext>
            </a:extLst>
          </p:cNvPr>
          <p:cNvSpPr>
            <a:spLocks noGrp="1"/>
          </p:cNvSpPr>
          <p:nvPr/>
        </p:nvSpPr>
        <p:spPr>
          <a:xfrm>
            <a:off x="714749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5" name="data_5496">
            <a:extLst>
              <a:ext uri="{FF2B5EF4-FFF2-40B4-BE49-F238E27FC236}">
                <a16:creationId xmlns:a16="http://schemas.microsoft.com/office/drawing/2014/main" id="{32F7E8E0-F640-4B6F-9055-FC087E2DFBEA}"/>
              </a:ext>
            </a:extLst>
          </p:cNvPr>
          <p:cNvSpPr>
            <a:spLocks noGrp="1"/>
          </p:cNvSpPr>
          <p:nvPr/>
        </p:nvSpPr>
        <p:spPr>
          <a:xfrm>
            <a:off x="71071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6" name="data_5497">
            <a:extLst>
              <a:ext uri="{FF2B5EF4-FFF2-40B4-BE49-F238E27FC236}">
                <a16:creationId xmlns:a16="http://schemas.microsoft.com/office/drawing/2014/main" id="{52165AAB-4565-4182-94BE-E039898E5F66}"/>
              </a:ext>
            </a:extLst>
          </p:cNvPr>
          <p:cNvSpPr>
            <a:spLocks noGrp="1"/>
          </p:cNvSpPr>
          <p:nvPr/>
        </p:nvSpPr>
        <p:spPr>
          <a:xfrm>
            <a:off x="713479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7" name="data_5498">
            <a:extLst>
              <a:ext uri="{FF2B5EF4-FFF2-40B4-BE49-F238E27FC236}">
                <a16:creationId xmlns:a16="http://schemas.microsoft.com/office/drawing/2014/main" id="{B12C99DB-DDC8-4737-9866-336602302180}"/>
              </a:ext>
            </a:extLst>
          </p:cNvPr>
          <p:cNvSpPr>
            <a:spLocks noGrp="1"/>
          </p:cNvSpPr>
          <p:nvPr/>
        </p:nvSpPr>
        <p:spPr>
          <a:xfrm>
            <a:off x="70887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8" name="data_5499">
            <a:extLst>
              <a:ext uri="{FF2B5EF4-FFF2-40B4-BE49-F238E27FC236}">
                <a16:creationId xmlns:a16="http://schemas.microsoft.com/office/drawing/2014/main" id="{F7138901-D085-4412-B934-F0C890EC53BE}"/>
              </a:ext>
            </a:extLst>
          </p:cNvPr>
          <p:cNvSpPr>
            <a:spLocks noGrp="1"/>
          </p:cNvSpPr>
          <p:nvPr/>
        </p:nvSpPr>
        <p:spPr>
          <a:xfrm>
            <a:off x="713018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9" name="data_5500">
            <a:extLst>
              <a:ext uri="{FF2B5EF4-FFF2-40B4-BE49-F238E27FC236}">
                <a16:creationId xmlns:a16="http://schemas.microsoft.com/office/drawing/2014/main" id="{F70EFCB0-3AEF-4C64-9AA4-5820F3DFB005}"/>
              </a:ext>
            </a:extLst>
          </p:cNvPr>
          <p:cNvSpPr>
            <a:spLocks noGrp="1"/>
          </p:cNvSpPr>
          <p:nvPr/>
        </p:nvSpPr>
        <p:spPr>
          <a:xfrm>
            <a:off x="7058436" y="26870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0" name="data_5501">
            <a:extLst>
              <a:ext uri="{FF2B5EF4-FFF2-40B4-BE49-F238E27FC236}">
                <a16:creationId xmlns:a16="http://schemas.microsoft.com/office/drawing/2014/main" id="{6C62F6DB-3A27-49CC-A5CD-EAC171E5BD30}"/>
              </a:ext>
            </a:extLst>
          </p:cNvPr>
          <p:cNvSpPr>
            <a:spLocks noGrp="1"/>
          </p:cNvSpPr>
          <p:nvPr/>
        </p:nvSpPr>
        <p:spPr>
          <a:xfrm>
            <a:off x="704950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1" name="data_5502">
            <a:extLst>
              <a:ext uri="{FF2B5EF4-FFF2-40B4-BE49-F238E27FC236}">
                <a16:creationId xmlns:a16="http://schemas.microsoft.com/office/drawing/2014/main" id="{35FE0819-D14C-4B3B-8F07-047236EF370C}"/>
              </a:ext>
            </a:extLst>
          </p:cNvPr>
          <p:cNvSpPr>
            <a:spLocks noGrp="1"/>
          </p:cNvSpPr>
          <p:nvPr/>
        </p:nvSpPr>
        <p:spPr>
          <a:xfrm>
            <a:off x="71400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2" name="data_5503">
            <a:extLst>
              <a:ext uri="{FF2B5EF4-FFF2-40B4-BE49-F238E27FC236}">
                <a16:creationId xmlns:a16="http://schemas.microsoft.com/office/drawing/2014/main" id="{1B071E9C-A86C-46BA-8E82-1758B4E1CF2D}"/>
              </a:ext>
            </a:extLst>
          </p:cNvPr>
          <p:cNvSpPr>
            <a:spLocks noGrp="1"/>
          </p:cNvSpPr>
          <p:nvPr/>
        </p:nvSpPr>
        <p:spPr>
          <a:xfrm>
            <a:off x="705513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3" name="data_5504">
            <a:extLst>
              <a:ext uri="{FF2B5EF4-FFF2-40B4-BE49-F238E27FC236}">
                <a16:creationId xmlns:a16="http://schemas.microsoft.com/office/drawing/2014/main" id="{E39CBDED-DEE1-4F36-9606-10DC854081FB}"/>
              </a:ext>
            </a:extLst>
          </p:cNvPr>
          <p:cNvSpPr>
            <a:spLocks noGrp="1"/>
          </p:cNvSpPr>
          <p:nvPr/>
        </p:nvSpPr>
        <p:spPr>
          <a:xfrm>
            <a:off x="710018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4" name="data_5505">
            <a:extLst>
              <a:ext uri="{FF2B5EF4-FFF2-40B4-BE49-F238E27FC236}">
                <a16:creationId xmlns:a16="http://schemas.microsoft.com/office/drawing/2014/main" id="{F8D945CF-1D43-4E81-AE3B-79A07544E815}"/>
              </a:ext>
            </a:extLst>
          </p:cNvPr>
          <p:cNvSpPr>
            <a:spLocks noGrp="1"/>
          </p:cNvSpPr>
          <p:nvPr/>
        </p:nvSpPr>
        <p:spPr>
          <a:xfrm>
            <a:off x="7128236" y="26351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5" name="data_5506">
            <a:extLst>
              <a:ext uri="{FF2B5EF4-FFF2-40B4-BE49-F238E27FC236}">
                <a16:creationId xmlns:a16="http://schemas.microsoft.com/office/drawing/2014/main" id="{5AD7B021-DC20-43E2-8FFF-51F67FEBFBB4}"/>
              </a:ext>
            </a:extLst>
          </p:cNvPr>
          <p:cNvSpPr>
            <a:spLocks noGrp="1"/>
          </p:cNvSpPr>
          <p:nvPr/>
        </p:nvSpPr>
        <p:spPr>
          <a:xfrm>
            <a:off x="7087591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6" name="data_5507">
            <a:extLst>
              <a:ext uri="{FF2B5EF4-FFF2-40B4-BE49-F238E27FC236}">
                <a16:creationId xmlns:a16="http://schemas.microsoft.com/office/drawing/2014/main" id="{2770422F-DB46-404E-8441-5FF260A93324}"/>
              </a:ext>
            </a:extLst>
          </p:cNvPr>
          <p:cNvSpPr>
            <a:spLocks noGrp="1"/>
          </p:cNvSpPr>
          <p:nvPr/>
        </p:nvSpPr>
        <p:spPr>
          <a:xfrm>
            <a:off x="7137528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7" name="data_5508">
            <a:extLst>
              <a:ext uri="{FF2B5EF4-FFF2-40B4-BE49-F238E27FC236}">
                <a16:creationId xmlns:a16="http://schemas.microsoft.com/office/drawing/2014/main" id="{600775B3-52F0-4A93-9B6C-4C46FF15ADD3}"/>
              </a:ext>
            </a:extLst>
          </p:cNvPr>
          <p:cNvSpPr>
            <a:spLocks noGrp="1"/>
          </p:cNvSpPr>
          <p:nvPr/>
        </p:nvSpPr>
        <p:spPr>
          <a:xfrm>
            <a:off x="707090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8" name="data_5509">
            <a:extLst>
              <a:ext uri="{FF2B5EF4-FFF2-40B4-BE49-F238E27FC236}">
                <a16:creationId xmlns:a16="http://schemas.microsoft.com/office/drawing/2014/main" id="{83ACDB70-1A07-4900-B00F-2A997AF34D72}"/>
              </a:ext>
            </a:extLst>
          </p:cNvPr>
          <p:cNvSpPr>
            <a:spLocks noGrp="1"/>
          </p:cNvSpPr>
          <p:nvPr/>
        </p:nvSpPr>
        <p:spPr>
          <a:xfrm>
            <a:off x="7108789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9" name="data_5510">
            <a:extLst>
              <a:ext uri="{FF2B5EF4-FFF2-40B4-BE49-F238E27FC236}">
                <a16:creationId xmlns:a16="http://schemas.microsoft.com/office/drawing/2014/main" id="{F594ED9F-EF4D-4777-9325-6A66D821F77B}"/>
              </a:ext>
            </a:extLst>
          </p:cNvPr>
          <p:cNvSpPr>
            <a:spLocks noGrp="1"/>
          </p:cNvSpPr>
          <p:nvPr/>
        </p:nvSpPr>
        <p:spPr>
          <a:xfrm>
            <a:off x="704845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0" name="data_5511">
            <a:extLst>
              <a:ext uri="{FF2B5EF4-FFF2-40B4-BE49-F238E27FC236}">
                <a16:creationId xmlns:a16="http://schemas.microsoft.com/office/drawing/2014/main" id="{07C724D2-069D-4517-BD22-B601EAE3269E}"/>
              </a:ext>
            </a:extLst>
          </p:cNvPr>
          <p:cNvSpPr>
            <a:spLocks noGrp="1"/>
          </p:cNvSpPr>
          <p:nvPr/>
        </p:nvSpPr>
        <p:spPr>
          <a:xfrm>
            <a:off x="715744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1" name="data_5512">
            <a:extLst>
              <a:ext uri="{FF2B5EF4-FFF2-40B4-BE49-F238E27FC236}">
                <a16:creationId xmlns:a16="http://schemas.microsoft.com/office/drawing/2014/main" id="{D81E5E00-703D-4DEC-BA50-30C1289BBBBB}"/>
              </a:ext>
            </a:extLst>
          </p:cNvPr>
          <p:cNvSpPr>
            <a:spLocks noGrp="1"/>
          </p:cNvSpPr>
          <p:nvPr/>
        </p:nvSpPr>
        <p:spPr>
          <a:xfrm>
            <a:off x="713683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2" name="data_5513">
            <a:extLst>
              <a:ext uri="{FF2B5EF4-FFF2-40B4-BE49-F238E27FC236}">
                <a16:creationId xmlns:a16="http://schemas.microsoft.com/office/drawing/2014/main" id="{69A7E708-06FD-44AF-9C7C-99144019CD2A}"/>
              </a:ext>
            </a:extLst>
          </p:cNvPr>
          <p:cNvSpPr>
            <a:spLocks noGrp="1"/>
          </p:cNvSpPr>
          <p:nvPr/>
        </p:nvSpPr>
        <p:spPr>
          <a:xfrm>
            <a:off x="713298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3" name="data_5514">
            <a:extLst>
              <a:ext uri="{FF2B5EF4-FFF2-40B4-BE49-F238E27FC236}">
                <a16:creationId xmlns:a16="http://schemas.microsoft.com/office/drawing/2014/main" id="{4787314B-5F60-48A0-80E6-EF8BD0A2137E}"/>
              </a:ext>
            </a:extLst>
          </p:cNvPr>
          <p:cNvSpPr>
            <a:spLocks noGrp="1"/>
          </p:cNvSpPr>
          <p:nvPr/>
        </p:nvSpPr>
        <p:spPr>
          <a:xfrm>
            <a:off x="7058234" y="2532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4" name="data_5515">
            <a:extLst>
              <a:ext uri="{FF2B5EF4-FFF2-40B4-BE49-F238E27FC236}">
                <a16:creationId xmlns:a16="http://schemas.microsoft.com/office/drawing/2014/main" id="{52AA8C1A-3A14-4CE4-ADA3-05C6A1C5CD15}"/>
              </a:ext>
            </a:extLst>
          </p:cNvPr>
          <p:cNvSpPr>
            <a:spLocks noGrp="1"/>
          </p:cNvSpPr>
          <p:nvPr/>
        </p:nvSpPr>
        <p:spPr>
          <a:xfrm>
            <a:off x="715087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5" name="data_5516">
            <a:extLst>
              <a:ext uri="{FF2B5EF4-FFF2-40B4-BE49-F238E27FC236}">
                <a16:creationId xmlns:a16="http://schemas.microsoft.com/office/drawing/2014/main" id="{D363F3F0-904A-42CD-8999-DE6F6073CB9F}"/>
              </a:ext>
            </a:extLst>
          </p:cNvPr>
          <p:cNvSpPr>
            <a:spLocks noGrp="1"/>
          </p:cNvSpPr>
          <p:nvPr/>
        </p:nvSpPr>
        <p:spPr>
          <a:xfrm>
            <a:off x="7136295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6" name="data_5517">
            <a:extLst>
              <a:ext uri="{FF2B5EF4-FFF2-40B4-BE49-F238E27FC236}">
                <a16:creationId xmlns:a16="http://schemas.microsoft.com/office/drawing/2014/main" id="{6B268A1F-6F42-43BA-983A-84C557A1434A}"/>
              </a:ext>
            </a:extLst>
          </p:cNvPr>
          <p:cNvSpPr>
            <a:spLocks noGrp="1"/>
          </p:cNvSpPr>
          <p:nvPr/>
        </p:nvSpPr>
        <p:spPr>
          <a:xfrm>
            <a:off x="71062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7" name="data_5518">
            <a:extLst>
              <a:ext uri="{FF2B5EF4-FFF2-40B4-BE49-F238E27FC236}">
                <a16:creationId xmlns:a16="http://schemas.microsoft.com/office/drawing/2014/main" id="{09AA13A4-F6A2-4B46-BC56-EE5E32AC0F0B}"/>
              </a:ext>
            </a:extLst>
          </p:cNvPr>
          <p:cNvSpPr>
            <a:spLocks noGrp="1"/>
          </p:cNvSpPr>
          <p:nvPr/>
        </p:nvSpPr>
        <p:spPr>
          <a:xfrm>
            <a:off x="711129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8" name="data_5519">
            <a:extLst>
              <a:ext uri="{FF2B5EF4-FFF2-40B4-BE49-F238E27FC236}">
                <a16:creationId xmlns:a16="http://schemas.microsoft.com/office/drawing/2014/main" id="{DC2A4AC2-300D-4AFA-96D6-0EDC65150663}"/>
              </a:ext>
            </a:extLst>
          </p:cNvPr>
          <p:cNvSpPr>
            <a:spLocks noGrp="1"/>
          </p:cNvSpPr>
          <p:nvPr/>
        </p:nvSpPr>
        <p:spPr>
          <a:xfrm>
            <a:off x="709039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9" name="data_5520">
            <a:extLst>
              <a:ext uri="{FF2B5EF4-FFF2-40B4-BE49-F238E27FC236}">
                <a16:creationId xmlns:a16="http://schemas.microsoft.com/office/drawing/2014/main" id="{00B1D517-ECC5-4EF2-96E2-F858554C3C00}"/>
              </a:ext>
            </a:extLst>
          </p:cNvPr>
          <p:cNvSpPr>
            <a:spLocks noGrp="1"/>
          </p:cNvSpPr>
          <p:nvPr/>
        </p:nvSpPr>
        <p:spPr>
          <a:xfrm>
            <a:off x="712067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0" name="data_5521">
            <a:extLst>
              <a:ext uri="{FF2B5EF4-FFF2-40B4-BE49-F238E27FC236}">
                <a16:creationId xmlns:a16="http://schemas.microsoft.com/office/drawing/2014/main" id="{492D15EA-3F36-4483-A3D9-038B154292E8}"/>
              </a:ext>
            </a:extLst>
          </p:cNvPr>
          <p:cNvSpPr>
            <a:spLocks noGrp="1"/>
          </p:cNvSpPr>
          <p:nvPr/>
        </p:nvSpPr>
        <p:spPr>
          <a:xfrm>
            <a:off x="705397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1" name="data_5522">
            <a:extLst>
              <a:ext uri="{FF2B5EF4-FFF2-40B4-BE49-F238E27FC236}">
                <a16:creationId xmlns:a16="http://schemas.microsoft.com/office/drawing/2014/main" id="{AE23B44C-F4BD-4AB5-BEC5-E61E5BA9A3DF}"/>
              </a:ext>
            </a:extLst>
          </p:cNvPr>
          <p:cNvSpPr>
            <a:spLocks noGrp="1"/>
          </p:cNvSpPr>
          <p:nvPr/>
        </p:nvSpPr>
        <p:spPr>
          <a:xfrm>
            <a:off x="708765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2" name="data_5523">
            <a:extLst>
              <a:ext uri="{FF2B5EF4-FFF2-40B4-BE49-F238E27FC236}">
                <a16:creationId xmlns:a16="http://schemas.microsoft.com/office/drawing/2014/main" id="{C57E3DBB-460A-4523-86A2-51348E5A15FD}"/>
              </a:ext>
            </a:extLst>
          </p:cNvPr>
          <p:cNvSpPr>
            <a:spLocks noGrp="1"/>
          </p:cNvSpPr>
          <p:nvPr/>
        </p:nvSpPr>
        <p:spPr>
          <a:xfrm>
            <a:off x="7086364" y="36091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3" name="data_5524">
            <a:extLst>
              <a:ext uri="{FF2B5EF4-FFF2-40B4-BE49-F238E27FC236}">
                <a16:creationId xmlns:a16="http://schemas.microsoft.com/office/drawing/2014/main" id="{A0D59185-F37A-4B45-921F-14844FFB4C6E}"/>
              </a:ext>
            </a:extLst>
          </p:cNvPr>
          <p:cNvSpPr>
            <a:spLocks noGrp="1"/>
          </p:cNvSpPr>
          <p:nvPr/>
        </p:nvSpPr>
        <p:spPr>
          <a:xfrm>
            <a:off x="715531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4" name="data_5525">
            <a:extLst>
              <a:ext uri="{FF2B5EF4-FFF2-40B4-BE49-F238E27FC236}">
                <a16:creationId xmlns:a16="http://schemas.microsoft.com/office/drawing/2014/main" id="{C8C67904-675C-49FC-A2C8-8FF8D1B4F556}"/>
              </a:ext>
            </a:extLst>
          </p:cNvPr>
          <p:cNvSpPr>
            <a:spLocks noGrp="1"/>
          </p:cNvSpPr>
          <p:nvPr/>
        </p:nvSpPr>
        <p:spPr>
          <a:xfrm>
            <a:off x="715106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5" name="data_5526">
            <a:extLst>
              <a:ext uri="{FF2B5EF4-FFF2-40B4-BE49-F238E27FC236}">
                <a16:creationId xmlns:a16="http://schemas.microsoft.com/office/drawing/2014/main" id="{46B710E4-11A3-4D28-8A3D-C1AACC47637C}"/>
              </a:ext>
            </a:extLst>
          </p:cNvPr>
          <p:cNvSpPr>
            <a:spLocks noGrp="1"/>
          </p:cNvSpPr>
          <p:nvPr/>
        </p:nvSpPr>
        <p:spPr>
          <a:xfrm>
            <a:off x="709702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6" name="data_5527">
            <a:extLst>
              <a:ext uri="{FF2B5EF4-FFF2-40B4-BE49-F238E27FC236}">
                <a16:creationId xmlns:a16="http://schemas.microsoft.com/office/drawing/2014/main" id="{50682EB2-EAF7-4895-BC25-694EBF47D457}"/>
              </a:ext>
            </a:extLst>
          </p:cNvPr>
          <p:cNvSpPr>
            <a:spLocks noGrp="1"/>
          </p:cNvSpPr>
          <p:nvPr/>
        </p:nvSpPr>
        <p:spPr>
          <a:xfrm>
            <a:off x="707992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7" name="data_5528">
            <a:extLst>
              <a:ext uri="{FF2B5EF4-FFF2-40B4-BE49-F238E27FC236}">
                <a16:creationId xmlns:a16="http://schemas.microsoft.com/office/drawing/2014/main" id="{591F5FC7-255E-49BF-95C1-68ADDA191420}"/>
              </a:ext>
            </a:extLst>
          </p:cNvPr>
          <p:cNvSpPr>
            <a:spLocks noGrp="1"/>
          </p:cNvSpPr>
          <p:nvPr/>
        </p:nvSpPr>
        <p:spPr>
          <a:xfrm>
            <a:off x="712800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8" name="data_5529">
            <a:extLst>
              <a:ext uri="{FF2B5EF4-FFF2-40B4-BE49-F238E27FC236}">
                <a16:creationId xmlns:a16="http://schemas.microsoft.com/office/drawing/2014/main" id="{08E8244A-8F8C-4F81-B4B7-7D3E53FE4D56}"/>
              </a:ext>
            </a:extLst>
          </p:cNvPr>
          <p:cNvSpPr>
            <a:spLocks noGrp="1"/>
          </p:cNvSpPr>
          <p:nvPr/>
        </p:nvSpPr>
        <p:spPr>
          <a:xfrm>
            <a:off x="7134471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9" name="data_5530">
            <a:extLst>
              <a:ext uri="{FF2B5EF4-FFF2-40B4-BE49-F238E27FC236}">
                <a16:creationId xmlns:a16="http://schemas.microsoft.com/office/drawing/2014/main" id="{34A6C25E-4F88-487F-A4C1-C383D330C352}"/>
              </a:ext>
            </a:extLst>
          </p:cNvPr>
          <p:cNvSpPr>
            <a:spLocks noGrp="1"/>
          </p:cNvSpPr>
          <p:nvPr/>
        </p:nvSpPr>
        <p:spPr>
          <a:xfrm>
            <a:off x="705670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0" name="data_5531">
            <a:extLst>
              <a:ext uri="{FF2B5EF4-FFF2-40B4-BE49-F238E27FC236}">
                <a16:creationId xmlns:a16="http://schemas.microsoft.com/office/drawing/2014/main" id="{CBF0B9D3-846C-46A1-A427-16B1AC8D2115}"/>
              </a:ext>
            </a:extLst>
          </p:cNvPr>
          <p:cNvSpPr>
            <a:spLocks noGrp="1"/>
          </p:cNvSpPr>
          <p:nvPr/>
        </p:nvSpPr>
        <p:spPr>
          <a:xfrm>
            <a:off x="711125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1" name="data_5532">
            <a:extLst>
              <a:ext uri="{FF2B5EF4-FFF2-40B4-BE49-F238E27FC236}">
                <a16:creationId xmlns:a16="http://schemas.microsoft.com/office/drawing/2014/main" id="{96496241-8B45-4AA6-83F1-BF7651F65083}"/>
              </a:ext>
            </a:extLst>
          </p:cNvPr>
          <p:cNvSpPr>
            <a:spLocks noGrp="1"/>
          </p:cNvSpPr>
          <p:nvPr/>
        </p:nvSpPr>
        <p:spPr>
          <a:xfrm>
            <a:off x="713886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2" name="data_5533">
            <a:extLst>
              <a:ext uri="{FF2B5EF4-FFF2-40B4-BE49-F238E27FC236}">
                <a16:creationId xmlns:a16="http://schemas.microsoft.com/office/drawing/2014/main" id="{16758D62-FBD5-4C47-8C28-083726298349}"/>
              </a:ext>
            </a:extLst>
          </p:cNvPr>
          <p:cNvSpPr>
            <a:spLocks noGrp="1"/>
          </p:cNvSpPr>
          <p:nvPr/>
        </p:nvSpPr>
        <p:spPr>
          <a:xfrm>
            <a:off x="708151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3" name="data_5534">
            <a:extLst>
              <a:ext uri="{FF2B5EF4-FFF2-40B4-BE49-F238E27FC236}">
                <a16:creationId xmlns:a16="http://schemas.microsoft.com/office/drawing/2014/main" id="{0BBD99D8-66BB-4E00-A367-92A690D1074F}"/>
              </a:ext>
            </a:extLst>
          </p:cNvPr>
          <p:cNvSpPr>
            <a:spLocks noGrp="1"/>
          </p:cNvSpPr>
          <p:nvPr/>
        </p:nvSpPr>
        <p:spPr>
          <a:xfrm>
            <a:off x="708305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4" name="data_5535">
            <a:extLst>
              <a:ext uri="{FF2B5EF4-FFF2-40B4-BE49-F238E27FC236}">
                <a16:creationId xmlns:a16="http://schemas.microsoft.com/office/drawing/2014/main" id="{69A3C4E7-E568-4BA8-A76B-1E954DED5CD0}"/>
              </a:ext>
            </a:extLst>
          </p:cNvPr>
          <p:cNvSpPr>
            <a:spLocks noGrp="1"/>
          </p:cNvSpPr>
          <p:nvPr/>
        </p:nvSpPr>
        <p:spPr>
          <a:xfrm>
            <a:off x="7125494" y="33185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5" name="data_5536">
            <a:extLst>
              <a:ext uri="{FF2B5EF4-FFF2-40B4-BE49-F238E27FC236}">
                <a16:creationId xmlns:a16="http://schemas.microsoft.com/office/drawing/2014/main" id="{39C5A1BF-A463-48B2-8D6E-18B7A9082A59}"/>
              </a:ext>
            </a:extLst>
          </p:cNvPr>
          <p:cNvSpPr>
            <a:spLocks noGrp="1"/>
          </p:cNvSpPr>
          <p:nvPr/>
        </p:nvSpPr>
        <p:spPr>
          <a:xfrm>
            <a:off x="708317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6" name="data_5537">
            <a:extLst>
              <a:ext uri="{FF2B5EF4-FFF2-40B4-BE49-F238E27FC236}">
                <a16:creationId xmlns:a16="http://schemas.microsoft.com/office/drawing/2014/main" id="{B3F4B8C0-EB12-4789-B2ED-9C04BC832710}"/>
              </a:ext>
            </a:extLst>
          </p:cNvPr>
          <p:cNvSpPr>
            <a:spLocks noGrp="1"/>
          </p:cNvSpPr>
          <p:nvPr/>
        </p:nvSpPr>
        <p:spPr>
          <a:xfrm>
            <a:off x="7047893" y="36504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7" name="data_5538">
            <a:extLst>
              <a:ext uri="{FF2B5EF4-FFF2-40B4-BE49-F238E27FC236}">
                <a16:creationId xmlns:a16="http://schemas.microsoft.com/office/drawing/2014/main" id="{CF7EB769-19B9-4276-93C1-113E907C1CD8}"/>
              </a:ext>
            </a:extLst>
          </p:cNvPr>
          <p:cNvSpPr>
            <a:spLocks noGrp="1"/>
          </p:cNvSpPr>
          <p:nvPr/>
        </p:nvSpPr>
        <p:spPr>
          <a:xfrm>
            <a:off x="7049901" y="32971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8" name="data_5539">
            <a:extLst>
              <a:ext uri="{FF2B5EF4-FFF2-40B4-BE49-F238E27FC236}">
                <a16:creationId xmlns:a16="http://schemas.microsoft.com/office/drawing/2014/main" id="{BC5A56F1-7275-4E45-B0AC-9225FBE43218}"/>
              </a:ext>
            </a:extLst>
          </p:cNvPr>
          <p:cNvSpPr>
            <a:spLocks noGrp="1"/>
          </p:cNvSpPr>
          <p:nvPr/>
        </p:nvSpPr>
        <p:spPr>
          <a:xfrm>
            <a:off x="7106904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9" name="data_5540">
            <a:extLst>
              <a:ext uri="{FF2B5EF4-FFF2-40B4-BE49-F238E27FC236}">
                <a16:creationId xmlns:a16="http://schemas.microsoft.com/office/drawing/2014/main" id="{E4B17AD8-0AAB-4DEB-BE6D-3D2859DDB80D}"/>
              </a:ext>
            </a:extLst>
          </p:cNvPr>
          <p:cNvSpPr>
            <a:spLocks noGrp="1"/>
          </p:cNvSpPr>
          <p:nvPr/>
        </p:nvSpPr>
        <p:spPr>
          <a:xfrm>
            <a:off x="709566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0" name="data_5541">
            <a:extLst>
              <a:ext uri="{FF2B5EF4-FFF2-40B4-BE49-F238E27FC236}">
                <a16:creationId xmlns:a16="http://schemas.microsoft.com/office/drawing/2014/main" id="{A56D5D4E-2E3F-4FFE-86A3-F001B2983342}"/>
              </a:ext>
            </a:extLst>
          </p:cNvPr>
          <p:cNvSpPr>
            <a:spLocks noGrp="1"/>
          </p:cNvSpPr>
          <p:nvPr/>
        </p:nvSpPr>
        <p:spPr>
          <a:xfrm>
            <a:off x="711773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1" name="data_5542">
            <a:extLst>
              <a:ext uri="{FF2B5EF4-FFF2-40B4-BE49-F238E27FC236}">
                <a16:creationId xmlns:a16="http://schemas.microsoft.com/office/drawing/2014/main" id="{1E6E5F2D-1728-4D9C-BDE5-95923B6DDD49}"/>
              </a:ext>
            </a:extLst>
          </p:cNvPr>
          <p:cNvSpPr>
            <a:spLocks noGrp="1"/>
          </p:cNvSpPr>
          <p:nvPr/>
        </p:nvSpPr>
        <p:spPr>
          <a:xfrm>
            <a:off x="712184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2" name="data_5543">
            <a:extLst>
              <a:ext uri="{FF2B5EF4-FFF2-40B4-BE49-F238E27FC236}">
                <a16:creationId xmlns:a16="http://schemas.microsoft.com/office/drawing/2014/main" id="{59D18916-0B79-4A0F-BBF4-2E3574FD8951}"/>
              </a:ext>
            </a:extLst>
          </p:cNvPr>
          <p:cNvSpPr>
            <a:spLocks noGrp="1"/>
          </p:cNvSpPr>
          <p:nvPr/>
        </p:nvSpPr>
        <p:spPr>
          <a:xfrm>
            <a:off x="706049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3" name="data_5544">
            <a:extLst>
              <a:ext uri="{FF2B5EF4-FFF2-40B4-BE49-F238E27FC236}">
                <a16:creationId xmlns:a16="http://schemas.microsoft.com/office/drawing/2014/main" id="{7A86A1BA-8A45-448A-A8CF-79B030D5D41C}"/>
              </a:ext>
            </a:extLst>
          </p:cNvPr>
          <p:cNvSpPr>
            <a:spLocks noGrp="1"/>
          </p:cNvSpPr>
          <p:nvPr/>
        </p:nvSpPr>
        <p:spPr>
          <a:xfrm>
            <a:off x="713840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4" name="data_5545">
            <a:extLst>
              <a:ext uri="{FF2B5EF4-FFF2-40B4-BE49-F238E27FC236}">
                <a16:creationId xmlns:a16="http://schemas.microsoft.com/office/drawing/2014/main" id="{563E75CA-D4CA-4C66-85D3-83477E370F96}"/>
              </a:ext>
            </a:extLst>
          </p:cNvPr>
          <p:cNvSpPr>
            <a:spLocks noGrp="1"/>
          </p:cNvSpPr>
          <p:nvPr/>
        </p:nvSpPr>
        <p:spPr>
          <a:xfrm>
            <a:off x="7070675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5" name="data_5546">
            <a:extLst>
              <a:ext uri="{FF2B5EF4-FFF2-40B4-BE49-F238E27FC236}">
                <a16:creationId xmlns:a16="http://schemas.microsoft.com/office/drawing/2014/main" id="{1E2660BE-3108-4F47-B855-75D2DCA67867}"/>
              </a:ext>
            </a:extLst>
          </p:cNvPr>
          <p:cNvSpPr>
            <a:spLocks noGrp="1"/>
          </p:cNvSpPr>
          <p:nvPr/>
        </p:nvSpPr>
        <p:spPr>
          <a:xfrm>
            <a:off x="7109652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6" name="data_5547">
            <a:extLst>
              <a:ext uri="{FF2B5EF4-FFF2-40B4-BE49-F238E27FC236}">
                <a16:creationId xmlns:a16="http://schemas.microsoft.com/office/drawing/2014/main" id="{E9548F4D-9C35-44D2-9DEB-40321B90790E}"/>
              </a:ext>
            </a:extLst>
          </p:cNvPr>
          <p:cNvSpPr>
            <a:spLocks noGrp="1"/>
          </p:cNvSpPr>
          <p:nvPr/>
        </p:nvSpPr>
        <p:spPr>
          <a:xfrm>
            <a:off x="7132713" y="3532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7" name="data_5548">
            <a:extLst>
              <a:ext uri="{FF2B5EF4-FFF2-40B4-BE49-F238E27FC236}">
                <a16:creationId xmlns:a16="http://schemas.microsoft.com/office/drawing/2014/main" id="{D66D7086-25B2-4BAA-8797-EEC9DA258516}"/>
              </a:ext>
            </a:extLst>
          </p:cNvPr>
          <p:cNvSpPr>
            <a:spLocks noGrp="1"/>
          </p:cNvSpPr>
          <p:nvPr/>
        </p:nvSpPr>
        <p:spPr>
          <a:xfrm>
            <a:off x="708109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8" name="data_5549">
            <a:extLst>
              <a:ext uri="{FF2B5EF4-FFF2-40B4-BE49-F238E27FC236}">
                <a16:creationId xmlns:a16="http://schemas.microsoft.com/office/drawing/2014/main" id="{768126CF-2EDD-437F-9032-14F3419DF1E3}"/>
              </a:ext>
            </a:extLst>
          </p:cNvPr>
          <p:cNvSpPr>
            <a:spLocks noGrp="1"/>
          </p:cNvSpPr>
          <p:nvPr/>
        </p:nvSpPr>
        <p:spPr>
          <a:xfrm>
            <a:off x="714468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9" name="data_5550">
            <a:extLst>
              <a:ext uri="{FF2B5EF4-FFF2-40B4-BE49-F238E27FC236}">
                <a16:creationId xmlns:a16="http://schemas.microsoft.com/office/drawing/2014/main" id="{62808BD6-1DB8-4B1F-AFB7-9FC139BB88DC}"/>
              </a:ext>
            </a:extLst>
          </p:cNvPr>
          <p:cNvSpPr>
            <a:spLocks noGrp="1"/>
          </p:cNvSpPr>
          <p:nvPr/>
        </p:nvSpPr>
        <p:spPr>
          <a:xfrm>
            <a:off x="7120384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0" name="data_5551">
            <a:extLst>
              <a:ext uri="{FF2B5EF4-FFF2-40B4-BE49-F238E27FC236}">
                <a16:creationId xmlns:a16="http://schemas.microsoft.com/office/drawing/2014/main" id="{0474958E-2431-432F-9608-BB8D55E17274}"/>
              </a:ext>
            </a:extLst>
          </p:cNvPr>
          <p:cNvSpPr>
            <a:spLocks noGrp="1"/>
          </p:cNvSpPr>
          <p:nvPr/>
        </p:nvSpPr>
        <p:spPr>
          <a:xfrm>
            <a:off x="70563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1" name="data_5552">
            <a:extLst>
              <a:ext uri="{FF2B5EF4-FFF2-40B4-BE49-F238E27FC236}">
                <a16:creationId xmlns:a16="http://schemas.microsoft.com/office/drawing/2014/main" id="{BABC2E66-739E-4541-974F-EF838D823EBD}"/>
              </a:ext>
            </a:extLst>
          </p:cNvPr>
          <p:cNvSpPr>
            <a:spLocks noGrp="1"/>
          </p:cNvSpPr>
          <p:nvPr/>
        </p:nvSpPr>
        <p:spPr>
          <a:xfrm>
            <a:off x="7099266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2" name="data_5553">
            <a:extLst>
              <a:ext uri="{FF2B5EF4-FFF2-40B4-BE49-F238E27FC236}">
                <a16:creationId xmlns:a16="http://schemas.microsoft.com/office/drawing/2014/main" id="{F410299D-63DC-4B01-82F0-9A7F5282C05D}"/>
              </a:ext>
            </a:extLst>
          </p:cNvPr>
          <p:cNvSpPr>
            <a:spLocks noGrp="1"/>
          </p:cNvSpPr>
          <p:nvPr/>
        </p:nvSpPr>
        <p:spPr>
          <a:xfrm>
            <a:off x="71221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3" name="data_5554">
            <a:extLst>
              <a:ext uri="{FF2B5EF4-FFF2-40B4-BE49-F238E27FC236}">
                <a16:creationId xmlns:a16="http://schemas.microsoft.com/office/drawing/2014/main" id="{39A4674E-6F0E-415E-ACF9-73130E0CFA65}"/>
              </a:ext>
            </a:extLst>
          </p:cNvPr>
          <p:cNvSpPr>
            <a:spLocks noGrp="1"/>
          </p:cNvSpPr>
          <p:nvPr/>
        </p:nvSpPr>
        <p:spPr>
          <a:xfrm>
            <a:off x="715483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4" name="data_5555">
            <a:extLst>
              <a:ext uri="{FF2B5EF4-FFF2-40B4-BE49-F238E27FC236}">
                <a16:creationId xmlns:a16="http://schemas.microsoft.com/office/drawing/2014/main" id="{AA9FCF27-01C9-4578-BB44-C0A25046BE00}"/>
              </a:ext>
            </a:extLst>
          </p:cNvPr>
          <p:cNvSpPr>
            <a:spLocks noGrp="1"/>
          </p:cNvSpPr>
          <p:nvPr/>
        </p:nvSpPr>
        <p:spPr>
          <a:xfrm>
            <a:off x="714289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5" name="data_5556">
            <a:extLst>
              <a:ext uri="{FF2B5EF4-FFF2-40B4-BE49-F238E27FC236}">
                <a16:creationId xmlns:a16="http://schemas.microsoft.com/office/drawing/2014/main" id="{EEAA234C-ABB7-4334-9622-4EF29A7CE391}"/>
              </a:ext>
            </a:extLst>
          </p:cNvPr>
          <p:cNvSpPr>
            <a:spLocks noGrp="1"/>
          </p:cNvSpPr>
          <p:nvPr/>
        </p:nvSpPr>
        <p:spPr>
          <a:xfrm>
            <a:off x="708417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6" name="data_5557">
            <a:extLst>
              <a:ext uri="{FF2B5EF4-FFF2-40B4-BE49-F238E27FC236}">
                <a16:creationId xmlns:a16="http://schemas.microsoft.com/office/drawing/2014/main" id="{4D4FFB45-7AC2-4747-93D6-389D9BAEF38E}"/>
              </a:ext>
            </a:extLst>
          </p:cNvPr>
          <p:cNvSpPr>
            <a:spLocks noGrp="1"/>
          </p:cNvSpPr>
          <p:nvPr/>
        </p:nvSpPr>
        <p:spPr>
          <a:xfrm>
            <a:off x="706594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7" name="data_5558">
            <a:extLst>
              <a:ext uri="{FF2B5EF4-FFF2-40B4-BE49-F238E27FC236}">
                <a16:creationId xmlns:a16="http://schemas.microsoft.com/office/drawing/2014/main" id="{AC6F9C89-1824-42BD-826A-DE2E9DCD49B5}"/>
              </a:ext>
            </a:extLst>
          </p:cNvPr>
          <p:cNvSpPr>
            <a:spLocks noGrp="1"/>
          </p:cNvSpPr>
          <p:nvPr/>
        </p:nvSpPr>
        <p:spPr>
          <a:xfrm>
            <a:off x="7153171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8" name="data_5559">
            <a:extLst>
              <a:ext uri="{FF2B5EF4-FFF2-40B4-BE49-F238E27FC236}">
                <a16:creationId xmlns:a16="http://schemas.microsoft.com/office/drawing/2014/main" id="{95A4884F-31CD-43A2-8AE3-FF3F73DA82AE}"/>
              </a:ext>
            </a:extLst>
          </p:cNvPr>
          <p:cNvSpPr>
            <a:spLocks noGrp="1"/>
          </p:cNvSpPr>
          <p:nvPr/>
        </p:nvSpPr>
        <p:spPr>
          <a:xfrm>
            <a:off x="71457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9" name="data_5560">
            <a:extLst>
              <a:ext uri="{FF2B5EF4-FFF2-40B4-BE49-F238E27FC236}">
                <a16:creationId xmlns:a16="http://schemas.microsoft.com/office/drawing/2014/main" id="{89D3A564-86AB-429D-8CA8-EE9E9A3AA420}"/>
              </a:ext>
            </a:extLst>
          </p:cNvPr>
          <p:cNvSpPr>
            <a:spLocks noGrp="1"/>
          </p:cNvSpPr>
          <p:nvPr/>
        </p:nvSpPr>
        <p:spPr>
          <a:xfrm>
            <a:off x="707541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0" name="data_5561">
            <a:extLst>
              <a:ext uri="{FF2B5EF4-FFF2-40B4-BE49-F238E27FC236}">
                <a16:creationId xmlns:a16="http://schemas.microsoft.com/office/drawing/2014/main" id="{5A963F89-CC8B-4853-AE0B-1580BE458ACC}"/>
              </a:ext>
            </a:extLst>
          </p:cNvPr>
          <p:cNvSpPr>
            <a:spLocks noGrp="1"/>
          </p:cNvSpPr>
          <p:nvPr/>
        </p:nvSpPr>
        <p:spPr>
          <a:xfrm>
            <a:off x="7120461" y="24179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1" name="data_5562">
            <a:extLst>
              <a:ext uri="{FF2B5EF4-FFF2-40B4-BE49-F238E27FC236}">
                <a16:creationId xmlns:a16="http://schemas.microsoft.com/office/drawing/2014/main" id="{5AE502BE-ADE2-4702-B76E-848F8D08A1B2}"/>
              </a:ext>
            </a:extLst>
          </p:cNvPr>
          <p:cNvSpPr>
            <a:spLocks noGrp="1"/>
          </p:cNvSpPr>
          <p:nvPr/>
        </p:nvSpPr>
        <p:spPr>
          <a:xfrm>
            <a:off x="7157672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2" name="data_5563">
            <a:extLst>
              <a:ext uri="{FF2B5EF4-FFF2-40B4-BE49-F238E27FC236}">
                <a16:creationId xmlns:a16="http://schemas.microsoft.com/office/drawing/2014/main" id="{F9E9C0C5-3506-4705-BE05-49F54B2BA16D}"/>
              </a:ext>
            </a:extLst>
          </p:cNvPr>
          <p:cNvSpPr>
            <a:spLocks noGrp="1"/>
          </p:cNvSpPr>
          <p:nvPr/>
        </p:nvSpPr>
        <p:spPr>
          <a:xfrm>
            <a:off x="708803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3" name="data_5564">
            <a:extLst>
              <a:ext uri="{FF2B5EF4-FFF2-40B4-BE49-F238E27FC236}">
                <a16:creationId xmlns:a16="http://schemas.microsoft.com/office/drawing/2014/main" id="{A937CB0B-01C9-451F-813B-61A68816ADF3}"/>
              </a:ext>
            </a:extLst>
          </p:cNvPr>
          <p:cNvSpPr>
            <a:spLocks noGrp="1"/>
          </p:cNvSpPr>
          <p:nvPr/>
        </p:nvSpPr>
        <p:spPr>
          <a:xfrm>
            <a:off x="7098070" y="36835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4" name="data_5565">
            <a:extLst>
              <a:ext uri="{FF2B5EF4-FFF2-40B4-BE49-F238E27FC236}">
                <a16:creationId xmlns:a16="http://schemas.microsoft.com/office/drawing/2014/main" id="{061F6921-36DC-4F82-A70B-D7310B72F692}"/>
              </a:ext>
            </a:extLst>
          </p:cNvPr>
          <p:cNvSpPr>
            <a:spLocks noGrp="1"/>
          </p:cNvSpPr>
          <p:nvPr/>
        </p:nvSpPr>
        <p:spPr>
          <a:xfrm>
            <a:off x="7061674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5" name="data_5566">
            <a:extLst>
              <a:ext uri="{FF2B5EF4-FFF2-40B4-BE49-F238E27FC236}">
                <a16:creationId xmlns:a16="http://schemas.microsoft.com/office/drawing/2014/main" id="{55F83550-5353-47D4-9272-47C3F47458E6}"/>
              </a:ext>
            </a:extLst>
          </p:cNvPr>
          <p:cNvSpPr>
            <a:spLocks noGrp="1"/>
          </p:cNvSpPr>
          <p:nvPr/>
        </p:nvSpPr>
        <p:spPr>
          <a:xfrm>
            <a:off x="709194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6" name="data_5567">
            <a:extLst>
              <a:ext uri="{FF2B5EF4-FFF2-40B4-BE49-F238E27FC236}">
                <a16:creationId xmlns:a16="http://schemas.microsoft.com/office/drawing/2014/main" id="{90324173-9603-49F3-AE17-9130C250B4E1}"/>
              </a:ext>
            </a:extLst>
          </p:cNvPr>
          <p:cNvSpPr>
            <a:spLocks noGrp="1"/>
          </p:cNvSpPr>
          <p:nvPr/>
        </p:nvSpPr>
        <p:spPr>
          <a:xfrm>
            <a:off x="706674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7" name="data_5568">
            <a:extLst>
              <a:ext uri="{FF2B5EF4-FFF2-40B4-BE49-F238E27FC236}">
                <a16:creationId xmlns:a16="http://schemas.microsoft.com/office/drawing/2014/main" id="{87989324-7FB7-4836-B367-0A4D518B8CE0}"/>
              </a:ext>
            </a:extLst>
          </p:cNvPr>
          <p:cNvSpPr>
            <a:spLocks noGrp="1"/>
          </p:cNvSpPr>
          <p:nvPr/>
        </p:nvSpPr>
        <p:spPr>
          <a:xfrm>
            <a:off x="70689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8" name="data_5569">
            <a:extLst>
              <a:ext uri="{FF2B5EF4-FFF2-40B4-BE49-F238E27FC236}">
                <a16:creationId xmlns:a16="http://schemas.microsoft.com/office/drawing/2014/main" id="{46B88B2A-B423-4EC1-B9DD-62668B7D8AD5}"/>
              </a:ext>
            </a:extLst>
          </p:cNvPr>
          <p:cNvSpPr>
            <a:spLocks noGrp="1"/>
          </p:cNvSpPr>
          <p:nvPr/>
        </p:nvSpPr>
        <p:spPr>
          <a:xfrm>
            <a:off x="7061119" y="37384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9" name="data_5570">
            <a:extLst>
              <a:ext uri="{FF2B5EF4-FFF2-40B4-BE49-F238E27FC236}">
                <a16:creationId xmlns:a16="http://schemas.microsoft.com/office/drawing/2014/main" id="{FB2CD043-D1AA-4D57-BEAC-90EF92183366}"/>
              </a:ext>
            </a:extLst>
          </p:cNvPr>
          <p:cNvSpPr>
            <a:spLocks noGrp="1"/>
          </p:cNvSpPr>
          <p:nvPr/>
        </p:nvSpPr>
        <p:spPr>
          <a:xfrm>
            <a:off x="705583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0" name="data_5571">
            <a:extLst>
              <a:ext uri="{FF2B5EF4-FFF2-40B4-BE49-F238E27FC236}">
                <a16:creationId xmlns:a16="http://schemas.microsoft.com/office/drawing/2014/main" id="{D2FD82C6-67A6-4B04-B11F-C312D39CF2D9}"/>
              </a:ext>
            </a:extLst>
          </p:cNvPr>
          <p:cNvSpPr>
            <a:spLocks noGrp="1"/>
          </p:cNvSpPr>
          <p:nvPr/>
        </p:nvSpPr>
        <p:spPr>
          <a:xfrm>
            <a:off x="710631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1" name="data_5572">
            <a:extLst>
              <a:ext uri="{FF2B5EF4-FFF2-40B4-BE49-F238E27FC236}">
                <a16:creationId xmlns:a16="http://schemas.microsoft.com/office/drawing/2014/main" id="{DE284AC4-4E2B-4AA1-873F-5EB2C2E865E9}"/>
              </a:ext>
            </a:extLst>
          </p:cNvPr>
          <p:cNvSpPr>
            <a:spLocks noGrp="1"/>
          </p:cNvSpPr>
          <p:nvPr/>
        </p:nvSpPr>
        <p:spPr>
          <a:xfrm>
            <a:off x="75498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2" name="data_5573">
            <a:extLst>
              <a:ext uri="{FF2B5EF4-FFF2-40B4-BE49-F238E27FC236}">
                <a16:creationId xmlns:a16="http://schemas.microsoft.com/office/drawing/2014/main" id="{55D489BB-2A09-40DC-82CE-643DABF43FE1}"/>
              </a:ext>
            </a:extLst>
          </p:cNvPr>
          <p:cNvSpPr>
            <a:spLocks noGrp="1"/>
          </p:cNvSpPr>
          <p:nvPr/>
        </p:nvSpPr>
        <p:spPr>
          <a:xfrm>
            <a:off x="757408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3" name="data_5574">
            <a:extLst>
              <a:ext uri="{FF2B5EF4-FFF2-40B4-BE49-F238E27FC236}">
                <a16:creationId xmlns:a16="http://schemas.microsoft.com/office/drawing/2014/main" id="{63507D81-10BE-4CC4-BF75-99AB11E31BCC}"/>
              </a:ext>
            </a:extLst>
          </p:cNvPr>
          <p:cNvSpPr>
            <a:spLocks noGrp="1"/>
          </p:cNvSpPr>
          <p:nvPr/>
        </p:nvSpPr>
        <p:spPr>
          <a:xfrm>
            <a:off x="755191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4" name="data_5575">
            <a:extLst>
              <a:ext uri="{FF2B5EF4-FFF2-40B4-BE49-F238E27FC236}">
                <a16:creationId xmlns:a16="http://schemas.microsoft.com/office/drawing/2014/main" id="{3A149030-8BA1-4ED2-8E02-E8055DC0E0FB}"/>
              </a:ext>
            </a:extLst>
          </p:cNvPr>
          <p:cNvSpPr>
            <a:spLocks noGrp="1"/>
          </p:cNvSpPr>
          <p:nvPr/>
        </p:nvSpPr>
        <p:spPr>
          <a:xfrm>
            <a:off x="756259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5" name="data_5576">
            <a:extLst>
              <a:ext uri="{FF2B5EF4-FFF2-40B4-BE49-F238E27FC236}">
                <a16:creationId xmlns:a16="http://schemas.microsoft.com/office/drawing/2014/main" id="{02EDC71B-5475-400A-8775-7ECE9A860125}"/>
              </a:ext>
            </a:extLst>
          </p:cNvPr>
          <p:cNvSpPr>
            <a:spLocks noGrp="1"/>
          </p:cNvSpPr>
          <p:nvPr/>
        </p:nvSpPr>
        <p:spPr>
          <a:xfrm>
            <a:off x="7532593" y="37025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6" name="data_5577">
            <a:extLst>
              <a:ext uri="{FF2B5EF4-FFF2-40B4-BE49-F238E27FC236}">
                <a16:creationId xmlns:a16="http://schemas.microsoft.com/office/drawing/2014/main" id="{09E8AB11-78B9-41E1-8747-25C0EBDE04FE}"/>
              </a:ext>
            </a:extLst>
          </p:cNvPr>
          <p:cNvSpPr>
            <a:spLocks noGrp="1"/>
          </p:cNvSpPr>
          <p:nvPr/>
        </p:nvSpPr>
        <p:spPr>
          <a:xfrm>
            <a:off x="75713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7" name="data_5578">
            <a:extLst>
              <a:ext uri="{FF2B5EF4-FFF2-40B4-BE49-F238E27FC236}">
                <a16:creationId xmlns:a16="http://schemas.microsoft.com/office/drawing/2014/main" id="{BDAE8D09-2543-4E0B-9BD5-FBE502603240}"/>
              </a:ext>
            </a:extLst>
          </p:cNvPr>
          <p:cNvSpPr>
            <a:spLocks noGrp="1"/>
          </p:cNvSpPr>
          <p:nvPr/>
        </p:nvSpPr>
        <p:spPr>
          <a:xfrm>
            <a:off x="757567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8" name="data_5579">
            <a:extLst>
              <a:ext uri="{FF2B5EF4-FFF2-40B4-BE49-F238E27FC236}">
                <a16:creationId xmlns:a16="http://schemas.microsoft.com/office/drawing/2014/main" id="{303567B4-8D84-4FCD-AD09-65BA7DEFE2A5}"/>
              </a:ext>
            </a:extLst>
          </p:cNvPr>
          <p:cNvSpPr>
            <a:spLocks noGrp="1"/>
          </p:cNvSpPr>
          <p:nvPr/>
        </p:nvSpPr>
        <p:spPr>
          <a:xfrm>
            <a:off x="7596291" y="372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9" name="data_5580">
            <a:extLst>
              <a:ext uri="{FF2B5EF4-FFF2-40B4-BE49-F238E27FC236}">
                <a16:creationId xmlns:a16="http://schemas.microsoft.com/office/drawing/2014/main" id="{65ABDF10-6F24-4917-9617-510351A60394}"/>
              </a:ext>
            </a:extLst>
          </p:cNvPr>
          <p:cNvSpPr>
            <a:spLocks noGrp="1"/>
          </p:cNvSpPr>
          <p:nvPr/>
        </p:nvSpPr>
        <p:spPr>
          <a:xfrm>
            <a:off x="75366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0" name="data_5581">
            <a:extLst>
              <a:ext uri="{FF2B5EF4-FFF2-40B4-BE49-F238E27FC236}">
                <a16:creationId xmlns:a16="http://schemas.microsoft.com/office/drawing/2014/main" id="{01BCC958-44E5-4E91-97A9-AD50D78F05D2}"/>
              </a:ext>
            </a:extLst>
          </p:cNvPr>
          <p:cNvSpPr>
            <a:spLocks noGrp="1"/>
          </p:cNvSpPr>
          <p:nvPr/>
        </p:nvSpPr>
        <p:spPr>
          <a:xfrm>
            <a:off x="7593382" y="37359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1" name="data_5582">
            <a:extLst>
              <a:ext uri="{FF2B5EF4-FFF2-40B4-BE49-F238E27FC236}">
                <a16:creationId xmlns:a16="http://schemas.microsoft.com/office/drawing/2014/main" id="{6BDD313C-8C45-41A7-9DF6-E34BCA0AAB7C}"/>
              </a:ext>
            </a:extLst>
          </p:cNvPr>
          <p:cNvSpPr>
            <a:spLocks noGrp="1"/>
          </p:cNvSpPr>
          <p:nvPr/>
        </p:nvSpPr>
        <p:spPr>
          <a:xfrm>
            <a:off x="7630410" y="32194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2" name="data_5583">
            <a:extLst>
              <a:ext uri="{FF2B5EF4-FFF2-40B4-BE49-F238E27FC236}">
                <a16:creationId xmlns:a16="http://schemas.microsoft.com/office/drawing/2014/main" id="{E6A21EF1-E3AB-403C-8999-E4033F664627}"/>
              </a:ext>
            </a:extLst>
          </p:cNvPr>
          <p:cNvSpPr>
            <a:spLocks noGrp="1"/>
          </p:cNvSpPr>
          <p:nvPr/>
        </p:nvSpPr>
        <p:spPr>
          <a:xfrm>
            <a:off x="7618878" y="35439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3" name="data_5584">
            <a:extLst>
              <a:ext uri="{FF2B5EF4-FFF2-40B4-BE49-F238E27FC236}">
                <a16:creationId xmlns:a16="http://schemas.microsoft.com/office/drawing/2014/main" id="{C24C8D09-9DB3-4C1C-8A23-5A86FDCC32BD}"/>
              </a:ext>
            </a:extLst>
          </p:cNvPr>
          <p:cNvSpPr>
            <a:spLocks noGrp="1"/>
          </p:cNvSpPr>
          <p:nvPr/>
        </p:nvSpPr>
        <p:spPr>
          <a:xfrm>
            <a:off x="7583130" y="3732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4" name="data_5585">
            <a:extLst>
              <a:ext uri="{FF2B5EF4-FFF2-40B4-BE49-F238E27FC236}">
                <a16:creationId xmlns:a16="http://schemas.microsoft.com/office/drawing/2014/main" id="{DF5ED5CF-847C-4ECF-AC18-1D96DF072FF6}"/>
              </a:ext>
            </a:extLst>
          </p:cNvPr>
          <p:cNvSpPr>
            <a:spLocks noGrp="1"/>
          </p:cNvSpPr>
          <p:nvPr/>
        </p:nvSpPr>
        <p:spPr>
          <a:xfrm>
            <a:off x="75616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5" name="data_5586">
            <a:extLst>
              <a:ext uri="{FF2B5EF4-FFF2-40B4-BE49-F238E27FC236}">
                <a16:creationId xmlns:a16="http://schemas.microsoft.com/office/drawing/2014/main" id="{AF57BE45-9FA3-4012-8620-C09F954FA350}"/>
              </a:ext>
            </a:extLst>
          </p:cNvPr>
          <p:cNvSpPr>
            <a:spLocks noGrp="1"/>
          </p:cNvSpPr>
          <p:nvPr/>
        </p:nvSpPr>
        <p:spPr>
          <a:xfrm>
            <a:off x="763045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6" name="data_5587">
            <a:extLst>
              <a:ext uri="{FF2B5EF4-FFF2-40B4-BE49-F238E27FC236}">
                <a16:creationId xmlns:a16="http://schemas.microsoft.com/office/drawing/2014/main" id="{E9C5DD21-0F35-4107-85E7-9E7515B4C70C}"/>
              </a:ext>
            </a:extLst>
          </p:cNvPr>
          <p:cNvSpPr>
            <a:spLocks noGrp="1"/>
          </p:cNvSpPr>
          <p:nvPr/>
        </p:nvSpPr>
        <p:spPr>
          <a:xfrm>
            <a:off x="7620904" y="37242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7" name="data_5588">
            <a:extLst>
              <a:ext uri="{FF2B5EF4-FFF2-40B4-BE49-F238E27FC236}">
                <a16:creationId xmlns:a16="http://schemas.microsoft.com/office/drawing/2014/main" id="{4DA02C47-C7FB-426A-B248-7DA119FBAEB5}"/>
              </a:ext>
            </a:extLst>
          </p:cNvPr>
          <p:cNvSpPr>
            <a:spLocks noGrp="1"/>
          </p:cNvSpPr>
          <p:nvPr/>
        </p:nvSpPr>
        <p:spPr>
          <a:xfrm>
            <a:off x="76124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8" name="data_5589">
            <a:extLst>
              <a:ext uri="{FF2B5EF4-FFF2-40B4-BE49-F238E27FC236}">
                <a16:creationId xmlns:a16="http://schemas.microsoft.com/office/drawing/2014/main" id="{FCD4D831-0597-4E2B-AE28-2B71DDA4B598}"/>
              </a:ext>
            </a:extLst>
          </p:cNvPr>
          <p:cNvSpPr>
            <a:spLocks noGrp="1"/>
          </p:cNvSpPr>
          <p:nvPr/>
        </p:nvSpPr>
        <p:spPr>
          <a:xfrm>
            <a:off x="75680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9" name="data_5590">
            <a:extLst>
              <a:ext uri="{FF2B5EF4-FFF2-40B4-BE49-F238E27FC236}">
                <a16:creationId xmlns:a16="http://schemas.microsoft.com/office/drawing/2014/main" id="{17DA9028-CF0F-4EFA-A9CA-AB7901F5B691}"/>
              </a:ext>
            </a:extLst>
          </p:cNvPr>
          <p:cNvSpPr>
            <a:spLocks noGrp="1"/>
          </p:cNvSpPr>
          <p:nvPr/>
        </p:nvSpPr>
        <p:spPr>
          <a:xfrm>
            <a:off x="7613514" y="37278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0" name="data_5591">
            <a:extLst>
              <a:ext uri="{FF2B5EF4-FFF2-40B4-BE49-F238E27FC236}">
                <a16:creationId xmlns:a16="http://schemas.microsoft.com/office/drawing/2014/main" id="{2B64F342-9E06-4D90-A02E-CFBA63258AD3}"/>
              </a:ext>
            </a:extLst>
          </p:cNvPr>
          <p:cNvSpPr>
            <a:spLocks noGrp="1"/>
          </p:cNvSpPr>
          <p:nvPr/>
        </p:nvSpPr>
        <p:spPr>
          <a:xfrm>
            <a:off x="7589530" y="37328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1" name="data_5592">
            <a:extLst>
              <a:ext uri="{FF2B5EF4-FFF2-40B4-BE49-F238E27FC236}">
                <a16:creationId xmlns:a16="http://schemas.microsoft.com/office/drawing/2014/main" id="{35E1422F-8790-4AC9-A2F0-461B22231AD1}"/>
              </a:ext>
            </a:extLst>
          </p:cNvPr>
          <p:cNvSpPr>
            <a:spLocks noGrp="1"/>
          </p:cNvSpPr>
          <p:nvPr/>
        </p:nvSpPr>
        <p:spPr>
          <a:xfrm>
            <a:off x="76019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2" name="data_5593">
            <a:extLst>
              <a:ext uri="{FF2B5EF4-FFF2-40B4-BE49-F238E27FC236}">
                <a16:creationId xmlns:a16="http://schemas.microsoft.com/office/drawing/2014/main" id="{2867431D-A7D6-4F14-86D7-1C716941C52E}"/>
              </a:ext>
            </a:extLst>
          </p:cNvPr>
          <p:cNvSpPr>
            <a:spLocks noGrp="1"/>
          </p:cNvSpPr>
          <p:nvPr/>
        </p:nvSpPr>
        <p:spPr>
          <a:xfrm>
            <a:off x="762105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3" name="data_5594">
            <a:extLst>
              <a:ext uri="{FF2B5EF4-FFF2-40B4-BE49-F238E27FC236}">
                <a16:creationId xmlns:a16="http://schemas.microsoft.com/office/drawing/2014/main" id="{DE1DE4F0-732D-4189-B94C-406FE8BF70D9}"/>
              </a:ext>
            </a:extLst>
          </p:cNvPr>
          <p:cNvSpPr>
            <a:spLocks noGrp="1"/>
          </p:cNvSpPr>
          <p:nvPr/>
        </p:nvSpPr>
        <p:spPr>
          <a:xfrm>
            <a:off x="7556394" y="36726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4" name="data_5595">
            <a:extLst>
              <a:ext uri="{FF2B5EF4-FFF2-40B4-BE49-F238E27FC236}">
                <a16:creationId xmlns:a16="http://schemas.microsoft.com/office/drawing/2014/main" id="{BCEBC887-37E3-446C-A294-E2D1AEB2989B}"/>
              </a:ext>
            </a:extLst>
          </p:cNvPr>
          <p:cNvSpPr>
            <a:spLocks noGrp="1"/>
          </p:cNvSpPr>
          <p:nvPr/>
        </p:nvSpPr>
        <p:spPr>
          <a:xfrm>
            <a:off x="7561561" y="33278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5" name="data_5596">
            <a:extLst>
              <a:ext uri="{FF2B5EF4-FFF2-40B4-BE49-F238E27FC236}">
                <a16:creationId xmlns:a16="http://schemas.microsoft.com/office/drawing/2014/main" id="{7D684DDC-493B-4BFD-9AAE-82BA00E88AC9}"/>
              </a:ext>
            </a:extLst>
          </p:cNvPr>
          <p:cNvSpPr>
            <a:spLocks noGrp="1"/>
          </p:cNvSpPr>
          <p:nvPr/>
        </p:nvSpPr>
        <p:spPr>
          <a:xfrm>
            <a:off x="76359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6" name="data_5597">
            <a:extLst>
              <a:ext uri="{FF2B5EF4-FFF2-40B4-BE49-F238E27FC236}">
                <a16:creationId xmlns:a16="http://schemas.microsoft.com/office/drawing/2014/main" id="{BAF16CAA-DE4E-4A32-B74D-303BC6E9DB73}"/>
              </a:ext>
            </a:extLst>
          </p:cNvPr>
          <p:cNvSpPr>
            <a:spLocks noGrp="1"/>
          </p:cNvSpPr>
          <p:nvPr/>
        </p:nvSpPr>
        <p:spPr>
          <a:xfrm>
            <a:off x="75648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7" name="data_5598">
            <a:extLst>
              <a:ext uri="{FF2B5EF4-FFF2-40B4-BE49-F238E27FC236}">
                <a16:creationId xmlns:a16="http://schemas.microsoft.com/office/drawing/2014/main" id="{F92AF44B-7972-4A2E-873C-CD0682A5A379}"/>
              </a:ext>
            </a:extLst>
          </p:cNvPr>
          <p:cNvSpPr>
            <a:spLocks noGrp="1"/>
          </p:cNvSpPr>
          <p:nvPr/>
        </p:nvSpPr>
        <p:spPr>
          <a:xfrm>
            <a:off x="75732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8" name="data_5599">
            <a:extLst>
              <a:ext uri="{FF2B5EF4-FFF2-40B4-BE49-F238E27FC236}">
                <a16:creationId xmlns:a16="http://schemas.microsoft.com/office/drawing/2014/main" id="{EB7089EE-E838-4978-B24F-867F109DD718}"/>
              </a:ext>
            </a:extLst>
          </p:cNvPr>
          <p:cNvSpPr>
            <a:spLocks noGrp="1"/>
          </p:cNvSpPr>
          <p:nvPr/>
        </p:nvSpPr>
        <p:spPr>
          <a:xfrm>
            <a:off x="75839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9" name="data_5600">
            <a:extLst>
              <a:ext uri="{FF2B5EF4-FFF2-40B4-BE49-F238E27FC236}">
                <a16:creationId xmlns:a16="http://schemas.microsoft.com/office/drawing/2014/main" id="{7DC3B659-06D8-4D12-852D-C22B8FEBFC1B}"/>
              </a:ext>
            </a:extLst>
          </p:cNvPr>
          <p:cNvSpPr>
            <a:spLocks noGrp="1"/>
          </p:cNvSpPr>
          <p:nvPr/>
        </p:nvSpPr>
        <p:spPr>
          <a:xfrm>
            <a:off x="7539335" y="37376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0" name="data_5601">
            <a:extLst>
              <a:ext uri="{FF2B5EF4-FFF2-40B4-BE49-F238E27FC236}">
                <a16:creationId xmlns:a16="http://schemas.microsoft.com/office/drawing/2014/main" id="{C6D5BA89-9AB9-470F-B699-11B677708E59}"/>
              </a:ext>
            </a:extLst>
          </p:cNvPr>
          <p:cNvSpPr>
            <a:spLocks noGrp="1"/>
          </p:cNvSpPr>
          <p:nvPr/>
        </p:nvSpPr>
        <p:spPr>
          <a:xfrm>
            <a:off x="7618942" y="3626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1" name="data_5602">
            <a:extLst>
              <a:ext uri="{FF2B5EF4-FFF2-40B4-BE49-F238E27FC236}">
                <a16:creationId xmlns:a16="http://schemas.microsoft.com/office/drawing/2014/main" id="{21A39293-9B8A-4A3F-BC4B-80D4DB1E7B08}"/>
              </a:ext>
            </a:extLst>
          </p:cNvPr>
          <p:cNvSpPr>
            <a:spLocks noGrp="1"/>
          </p:cNvSpPr>
          <p:nvPr/>
        </p:nvSpPr>
        <p:spPr>
          <a:xfrm>
            <a:off x="762948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2" name="data_5603">
            <a:extLst>
              <a:ext uri="{FF2B5EF4-FFF2-40B4-BE49-F238E27FC236}">
                <a16:creationId xmlns:a16="http://schemas.microsoft.com/office/drawing/2014/main" id="{2BB340C7-C9C9-4810-9327-BE0D8DD5C495}"/>
              </a:ext>
            </a:extLst>
          </p:cNvPr>
          <p:cNvSpPr>
            <a:spLocks noGrp="1"/>
          </p:cNvSpPr>
          <p:nvPr/>
        </p:nvSpPr>
        <p:spPr>
          <a:xfrm>
            <a:off x="7537996" y="3709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3" name="data_5604">
            <a:extLst>
              <a:ext uri="{FF2B5EF4-FFF2-40B4-BE49-F238E27FC236}">
                <a16:creationId xmlns:a16="http://schemas.microsoft.com/office/drawing/2014/main" id="{B24F0714-8B8D-4057-BCB2-0E7685169D39}"/>
              </a:ext>
            </a:extLst>
          </p:cNvPr>
          <p:cNvSpPr>
            <a:spLocks noGrp="1"/>
          </p:cNvSpPr>
          <p:nvPr/>
        </p:nvSpPr>
        <p:spPr>
          <a:xfrm>
            <a:off x="75862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4" name="data_5605">
            <a:extLst>
              <a:ext uri="{FF2B5EF4-FFF2-40B4-BE49-F238E27FC236}">
                <a16:creationId xmlns:a16="http://schemas.microsoft.com/office/drawing/2014/main" id="{6C8F996A-6C5C-4A21-83EB-255480CA4712}"/>
              </a:ext>
            </a:extLst>
          </p:cNvPr>
          <p:cNvSpPr>
            <a:spLocks noGrp="1"/>
          </p:cNvSpPr>
          <p:nvPr/>
        </p:nvSpPr>
        <p:spPr>
          <a:xfrm>
            <a:off x="76094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5" name="data_5606">
            <a:extLst>
              <a:ext uri="{FF2B5EF4-FFF2-40B4-BE49-F238E27FC236}">
                <a16:creationId xmlns:a16="http://schemas.microsoft.com/office/drawing/2014/main" id="{37E1DF18-4B39-4B3A-9775-07C9A52B609F}"/>
              </a:ext>
            </a:extLst>
          </p:cNvPr>
          <p:cNvSpPr>
            <a:spLocks noGrp="1"/>
          </p:cNvSpPr>
          <p:nvPr/>
        </p:nvSpPr>
        <p:spPr>
          <a:xfrm>
            <a:off x="76225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6" name="data_5607">
            <a:extLst>
              <a:ext uri="{FF2B5EF4-FFF2-40B4-BE49-F238E27FC236}">
                <a16:creationId xmlns:a16="http://schemas.microsoft.com/office/drawing/2014/main" id="{0729DCDC-3202-48E1-888B-936A41FCBDB6}"/>
              </a:ext>
            </a:extLst>
          </p:cNvPr>
          <p:cNvSpPr>
            <a:spLocks noGrp="1"/>
          </p:cNvSpPr>
          <p:nvPr/>
        </p:nvSpPr>
        <p:spPr>
          <a:xfrm>
            <a:off x="75791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7" name="data_5608">
            <a:extLst>
              <a:ext uri="{FF2B5EF4-FFF2-40B4-BE49-F238E27FC236}">
                <a16:creationId xmlns:a16="http://schemas.microsoft.com/office/drawing/2014/main" id="{74E722FB-C192-498E-B101-A2CBF54E54D4}"/>
              </a:ext>
            </a:extLst>
          </p:cNvPr>
          <p:cNvSpPr>
            <a:spLocks noGrp="1"/>
          </p:cNvSpPr>
          <p:nvPr/>
        </p:nvSpPr>
        <p:spPr>
          <a:xfrm>
            <a:off x="763680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8" name="data_5609">
            <a:extLst>
              <a:ext uri="{FF2B5EF4-FFF2-40B4-BE49-F238E27FC236}">
                <a16:creationId xmlns:a16="http://schemas.microsoft.com/office/drawing/2014/main" id="{490E1758-B804-46E4-BA2E-EED7315DDA80}"/>
              </a:ext>
            </a:extLst>
          </p:cNvPr>
          <p:cNvSpPr>
            <a:spLocks noGrp="1"/>
          </p:cNvSpPr>
          <p:nvPr/>
        </p:nvSpPr>
        <p:spPr>
          <a:xfrm>
            <a:off x="7537304" y="3742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9" name="data_5610">
            <a:extLst>
              <a:ext uri="{FF2B5EF4-FFF2-40B4-BE49-F238E27FC236}">
                <a16:creationId xmlns:a16="http://schemas.microsoft.com/office/drawing/2014/main" id="{ADED0682-DDB9-40DC-A69A-9D995BC30183}"/>
              </a:ext>
            </a:extLst>
          </p:cNvPr>
          <p:cNvSpPr>
            <a:spLocks noGrp="1"/>
          </p:cNvSpPr>
          <p:nvPr/>
        </p:nvSpPr>
        <p:spPr>
          <a:xfrm>
            <a:off x="75797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0" name="data_5611">
            <a:extLst>
              <a:ext uri="{FF2B5EF4-FFF2-40B4-BE49-F238E27FC236}">
                <a16:creationId xmlns:a16="http://schemas.microsoft.com/office/drawing/2014/main" id="{09680198-E72F-4E61-970C-2AFF66EC2E8E}"/>
              </a:ext>
            </a:extLst>
          </p:cNvPr>
          <p:cNvSpPr>
            <a:spLocks noGrp="1"/>
          </p:cNvSpPr>
          <p:nvPr/>
        </p:nvSpPr>
        <p:spPr>
          <a:xfrm>
            <a:off x="7604715" y="37344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1" name="data_5612">
            <a:extLst>
              <a:ext uri="{FF2B5EF4-FFF2-40B4-BE49-F238E27FC236}">
                <a16:creationId xmlns:a16="http://schemas.microsoft.com/office/drawing/2014/main" id="{19A1F15A-176F-45DC-8F47-5A91B89417EF}"/>
              </a:ext>
            </a:extLst>
          </p:cNvPr>
          <p:cNvSpPr>
            <a:spLocks noGrp="1"/>
          </p:cNvSpPr>
          <p:nvPr/>
        </p:nvSpPr>
        <p:spPr>
          <a:xfrm>
            <a:off x="75576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2" name="data_5613">
            <a:extLst>
              <a:ext uri="{FF2B5EF4-FFF2-40B4-BE49-F238E27FC236}">
                <a16:creationId xmlns:a16="http://schemas.microsoft.com/office/drawing/2014/main" id="{DCA50621-B452-480F-B402-1C24A39A9894}"/>
              </a:ext>
            </a:extLst>
          </p:cNvPr>
          <p:cNvSpPr>
            <a:spLocks noGrp="1"/>
          </p:cNvSpPr>
          <p:nvPr/>
        </p:nvSpPr>
        <p:spPr>
          <a:xfrm>
            <a:off x="758337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3" name="data_5614">
            <a:extLst>
              <a:ext uri="{FF2B5EF4-FFF2-40B4-BE49-F238E27FC236}">
                <a16:creationId xmlns:a16="http://schemas.microsoft.com/office/drawing/2014/main" id="{5A0F0747-93D7-4248-8052-F68C5F9978FD}"/>
              </a:ext>
            </a:extLst>
          </p:cNvPr>
          <p:cNvSpPr>
            <a:spLocks noGrp="1"/>
          </p:cNvSpPr>
          <p:nvPr/>
        </p:nvSpPr>
        <p:spPr>
          <a:xfrm>
            <a:off x="76159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4" name="data_5615">
            <a:extLst>
              <a:ext uri="{FF2B5EF4-FFF2-40B4-BE49-F238E27FC236}">
                <a16:creationId xmlns:a16="http://schemas.microsoft.com/office/drawing/2014/main" id="{053AD873-C364-48BC-9570-88F493B93AE0}"/>
              </a:ext>
            </a:extLst>
          </p:cNvPr>
          <p:cNvSpPr>
            <a:spLocks noGrp="1"/>
          </p:cNvSpPr>
          <p:nvPr/>
        </p:nvSpPr>
        <p:spPr>
          <a:xfrm>
            <a:off x="762706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5" name="data_5616">
            <a:extLst>
              <a:ext uri="{FF2B5EF4-FFF2-40B4-BE49-F238E27FC236}">
                <a16:creationId xmlns:a16="http://schemas.microsoft.com/office/drawing/2014/main" id="{6B80A790-4D0C-45E5-8F62-A26AF33D9B3E}"/>
              </a:ext>
            </a:extLst>
          </p:cNvPr>
          <p:cNvSpPr>
            <a:spLocks noGrp="1"/>
          </p:cNvSpPr>
          <p:nvPr/>
        </p:nvSpPr>
        <p:spPr>
          <a:xfrm>
            <a:off x="756919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6" name="data_5617">
            <a:extLst>
              <a:ext uri="{FF2B5EF4-FFF2-40B4-BE49-F238E27FC236}">
                <a16:creationId xmlns:a16="http://schemas.microsoft.com/office/drawing/2014/main" id="{DDB2D412-22B9-4971-9E15-C24F170460BC}"/>
              </a:ext>
            </a:extLst>
          </p:cNvPr>
          <p:cNvSpPr>
            <a:spLocks noGrp="1"/>
          </p:cNvSpPr>
          <p:nvPr/>
        </p:nvSpPr>
        <p:spPr>
          <a:xfrm>
            <a:off x="757005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7" name="data_5618">
            <a:extLst>
              <a:ext uri="{FF2B5EF4-FFF2-40B4-BE49-F238E27FC236}">
                <a16:creationId xmlns:a16="http://schemas.microsoft.com/office/drawing/2014/main" id="{977AAAA6-FEF2-4779-8B61-407DE6DBD040}"/>
              </a:ext>
            </a:extLst>
          </p:cNvPr>
          <p:cNvSpPr>
            <a:spLocks noGrp="1"/>
          </p:cNvSpPr>
          <p:nvPr/>
        </p:nvSpPr>
        <p:spPr>
          <a:xfrm>
            <a:off x="7616247" y="37233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8" name="data_5619">
            <a:extLst>
              <a:ext uri="{FF2B5EF4-FFF2-40B4-BE49-F238E27FC236}">
                <a16:creationId xmlns:a16="http://schemas.microsoft.com/office/drawing/2014/main" id="{8046586A-AAA6-41E6-B972-56186383D206}"/>
              </a:ext>
            </a:extLst>
          </p:cNvPr>
          <p:cNvSpPr>
            <a:spLocks noGrp="1"/>
          </p:cNvSpPr>
          <p:nvPr/>
        </p:nvSpPr>
        <p:spPr>
          <a:xfrm>
            <a:off x="75531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9" name="data_5620">
            <a:extLst>
              <a:ext uri="{FF2B5EF4-FFF2-40B4-BE49-F238E27FC236}">
                <a16:creationId xmlns:a16="http://schemas.microsoft.com/office/drawing/2014/main" id="{24F7E6F6-6012-4323-A020-5B678AFEA68B}"/>
              </a:ext>
            </a:extLst>
          </p:cNvPr>
          <p:cNvSpPr>
            <a:spLocks noGrp="1"/>
          </p:cNvSpPr>
          <p:nvPr/>
        </p:nvSpPr>
        <p:spPr>
          <a:xfrm>
            <a:off x="7551038" y="37321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0" name="data_5621">
            <a:extLst>
              <a:ext uri="{FF2B5EF4-FFF2-40B4-BE49-F238E27FC236}">
                <a16:creationId xmlns:a16="http://schemas.microsoft.com/office/drawing/2014/main" id="{ACA7CD43-0AC7-4794-AB68-3285BBBDFB1A}"/>
              </a:ext>
            </a:extLst>
          </p:cNvPr>
          <p:cNvSpPr>
            <a:spLocks noGrp="1"/>
          </p:cNvSpPr>
          <p:nvPr/>
        </p:nvSpPr>
        <p:spPr>
          <a:xfrm>
            <a:off x="7616447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1" name="data_5622">
            <a:extLst>
              <a:ext uri="{FF2B5EF4-FFF2-40B4-BE49-F238E27FC236}">
                <a16:creationId xmlns:a16="http://schemas.microsoft.com/office/drawing/2014/main" id="{FF6F53B3-E959-4489-8CA6-604BDEBED541}"/>
              </a:ext>
            </a:extLst>
          </p:cNvPr>
          <p:cNvSpPr>
            <a:spLocks noGrp="1"/>
          </p:cNvSpPr>
          <p:nvPr/>
        </p:nvSpPr>
        <p:spPr>
          <a:xfrm>
            <a:off x="76370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2" name="data_5623">
            <a:extLst>
              <a:ext uri="{FF2B5EF4-FFF2-40B4-BE49-F238E27FC236}">
                <a16:creationId xmlns:a16="http://schemas.microsoft.com/office/drawing/2014/main" id="{F239BD89-0277-4A07-9F75-304B262AB0E8}"/>
              </a:ext>
            </a:extLst>
          </p:cNvPr>
          <p:cNvSpPr>
            <a:spLocks noGrp="1"/>
          </p:cNvSpPr>
          <p:nvPr/>
        </p:nvSpPr>
        <p:spPr>
          <a:xfrm>
            <a:off x="75884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3" name="data_5624">
            <a:extLst>
              <a:ext uri="{FF2B5EF4-FFF2-40B4-BE49-F238E27FC236}">
                <a16:creationId xmlns:a16="http://schemas.microsoft.com/office/drawing/2014/main" id="{859475EF-B0A9-4126-8A21-F8DD3115C5CF}"/>
              </a:ext>
            </a:extLst>
          </p:cNvPr>
          <p:cNvSpPr>
            <a:spLocks noGrp="1"/>
          </p:cNvSpPr>
          <p:nvPr/>
        </p:nvSpPr>
        <p:spPr>
          <a:xfrm>
            <a:off x="75366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4" name="data_5625">
            <a:extLst>
              <a:ext uri="{FF2B5EF4-FFF2-40B4-BE49-F238E27FC236}">
                <a16:creationId xmlns:a16="http://schemas.microsoft.com/office/drawing/2014/main" id="{C6DCE6CE-C64A-4AE3-A1B0-4137087ACE84}"/>
              </a:ext>
            </a:extLst>
          </p:cNvPr>
          <p:cNvSpPr>
            <a:spLocks noGrp="1"/>
          </p:cNvSpPr>
          <p:nvPr/>
        </p:nvSpPr>
        <p:spPr>
          <a:xfrm>
            <a:off x="7545081" y="30172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5" name="data_5626">
            <a:extLst>
              <a:ext uri="{FF2B5EF4-FFF2-40B4-BE49-F238E27FC236}">
                <a16:creationId xmlns:a16="http://schemas.microsoft.com/office/drawing/2014/main" id="{C076B2DD-A31C-4BD2-A190-BE3C729DF9D9}"/>
              </a:ext>
            </a:extLst>
          </p:cNvPr>
          <p:cNvSpPr>
            <a:spLocks noGrp="1"/>
          </p:cNvSpPr>
          <p:nvPr/>
        </p:nvSpPr>
        <p:spPr>
          <a:xfrm>
            <a:off x="763071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6" name="data_5627">
            <a:extLst>
              <a:ext uri="{FF2B5EF4-FFF2-40B4-BE49-F238E27FC236}">
                <a16:creationId xmlns:a16="http://schemas.microsoft.com/office/drawing/2014/main" id="{7A414A88-3EC6-420D-989B-C303ADC673DC}"/>
              </a:ext>
            </a:extLst>
          </p:cNvPr>
          <p:cNvSpPr>
            <a:spLocks noGrp="1"/>
          </p:cNvSpPr>
          <p:nvPr/>
        </p:nvSpPr>
        <p:spPr>
          <a:xfrm>
            <a:off x="7590177" y="37409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7" name="data_5628">
            <a:extLst>
              <a:ext uri="{FF2B5EF4-FFF2-40B4-BE49-F238E27FC236}">
                <a16:creationId xmlns:a16="http://schemas.microsoft.com/office/drawing/2014/main" id="{9D526EB4-84A5-436C-92B0-41A16EEEEE6F}"/>
              </a:ext>
            </a:extLst>
          </p:cNvPr>
          <p:cNvSpPr>
            <a:spLocks noGrp="1"/>
          </p:cNvSpPr>
          <p:nvPr/>
        </p:nvSpPr>
        <p:spPr>
          <a:xfrm>
            <a:off x="76289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8" name="data_5629">
            <a:extLst>
              <a:ext uri="{FF2B5EF4-FFF2-40B4-BE49-F238E27FC236}">
                <a16:creationId xmlns:a16="http://schemas.microsoft.com/office/drawing/2014/main" id="{6C7C03D2-1CC3-42B0-8AF0-F2DC17D57C8B}"/>
              </a:ext>
            </a:extLst>
          </p:cNvPr>
          <p:cNvSpPr>
            <a:spLocks noGrp="1"/>
          </p:cNvSpPr>
          <p:nvPr/>
        </p:nvSpPr>
        <p:spPr>
          <a:xfrm>
            <a:off x="7611966" y="3705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9" name="data_5630">
            <a:extLst>
              <a:ext uri="{FF2B5EF4-FFF2-40B4-BE49-F238E27FC236}">
                <a16:creationId xmlns:a16="http://schemas.microsoft.com/office/drawing/2014/main" id="{FC249291-DB09-4324-9E29-189B471329DA}"/>
              </a:ext>
            </a:extLst>
          </p:cNvPr>
          <p:cNvSpPr>
            <a:spLocks noGrp="1"/>
          </p:cNvSpPr>
          <p:nvPr/>
        </p:nvSpPr>
        <p:spPr>
          <a:xfrm>
            <a:off x="7577481" y="36237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0" name="data_5631">
            <a:extLst>
              <a:ext uri="{FF2B5EF4-FFF2-40B4-BE49-F238E27FC236}">
                <a16:creationId xmlns:a16="http://schemas.microsoft.com/office/drawing/2014/main" id="{79AFD6E4-73CB-48A5-AC26-92C996950E21}"/>
              </a:ext>
            </a:extLst>
          </p:cNvPr>
          <p:cNvSpPr>
            <a:spLocks noGrp="1"/>
          </p:cNvSpPr>
          <p:nvPr/>
        </p:nvSpPr>
        <p:spPr>
          <a:xfrm>
            <a:off x="7567410" y="3736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1" name="data_5632">
            <a:extLst>
              <a:ext uri="{FF2B5EF4-FFF2-40B4-BE49-F238E27FC236}">
                <a16:creationId xmlns:a16="http://schemas.microsoft.com/office/drawing/2014/main" id="{E29A0A23-4DF3-43D6-8939-4C3AB257F635}"/>
              </a:ext>
            </a:extLst>
          </p:cNvPr>
          <p:cNvSpPr>
            <a:spLocks noGrp="1"/>
          </p:cNvSpPr>
          <p:nvPr/>
        </p:nvSpPr>
        <p:spPr>
          <a:xfrm>
            <a:off x="7542089" y="37326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2" name="data_5633">
            <a:extLst>
              <a:ext uri="{FF2B5EF4-FFF2-40B4-BE49-F238E27FC236}">
                <a16:creationId xmlns:a16="http://schemas.microsoft.com/office/drawing/2014/main" id="{A362A2EE-310A-45BD-9ABF-A301916CB0E4}"/>
              </a:ext>
            </a:extLst>
          </p:cNvPr>
          <p:cNvSpPr>
            <a:spLocks noGrp="1"/>
          </p:cNvSpPr>
          <p:nvPr/>
        </p:nvSpPr>
        <p:spPr>
          <a:xfrm>
            <a:off x="756308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3" name="data_5634">
            <a:extLst>
              <a:ext uri="{FF2B5EF4-FFF2-40B4-BE49-F238E27FC236}">
                <a16:creationId xmlns:a16="http://schemas.microsoft.com/office/drawing/2014/main" id="{3756261A-1C32-4568-8981-AC7C2C50EA6C}"/>
              </a:ext>
            </a:extLst>
          </p:cNvPr>
          <p:cNvSpPr>
            <a:spLocks noGrp="1"/>
          </p:cNvSpPr>
          <p:nvPr/>
        </p:nvSpPr>
        <p:spPr>
          <a:xfrm>
            <a:off x="75430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4" name="data_5635">
            <a:extLst>
              <a:ext uri="{FF2B5EF4-FFF2-40B4-BE49-F238E27FC236}">
                <a16:creationId xmlns:a16="http://schemas.microsoft.com/office/drawing/2014/main" id="{346D5365-F55B-4AAF-A2B6-B3595D2EE655}"/>
              </a:ext>
            </a:extLst>
          </p:cNvPr>
          <p:cNvSpPr>
            <a:spLocks noGrp="1"/>
          </p:cNvSpPr>
          <p:nvPr/>
        </p:nvSpPr>
        <p:spPr>
          <a:xfrm>
            <a:off x="75691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5" name="data_5636">
            <a:extLst>
              <a:ext uri="{FF2B5EF4-FFF2-40B4-BE49-F238E27FC236}">
                <a16:creationId xmlns:a16="http://schemas.microsoft.com/office/drawing/2014/main" id="{89455F33-6ED3-492F-BF89-201FBAE1E22B}"/>
              </a:ext>
            </a:extLst>
          </p:cNvPr>
          <p:cNvSpPr>
            <a:spLocks noGrp="1"/>
          </p:cNvSpPr>
          <p:nvPr/>
        </p:nvSpPr>
        <p:spPr>
          <a:xfrm>
            <a:off x="7544365" y="37442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6" name="data_5637">
            <a:extLst>
              <a:ext uri="{FF2B5EF4-FFF2-40B4-BE49-F238E27FC236}">
                <a16:creationId xmlns:a16="http://schemas.microsoft.com/office/drawing/2014/main" id="{85551B5D-645C-49DF-9EAC-693F795D7BB8}"/>
              </a:ext>
            </a:extLst>
          </p:cNvPr>
          <p:cNvSpPr>
            <a:spLocks noGrp="1"/>
          </p:cNvSpPr>
          <p:nvPr/>
        </p:nvSpPr>
        <p:spPr>
          <a:xfrm>
            <a:off x="75343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7" name="data_5638">
            <a:extLst>
              <a:ext uri="{FF2B5EF4-FFF2-40B4-BE49-F238E27FC236}">
                <a16:creationId xmlns:a16="http://schemas.microsoft.com/office/drawing/2014/main" id="{F52737AF-CC12-433F-BF77-D5C61E4ECB64}"/>
              </a:ext>
            </a:extLst>
          </p:cNvPr>
          <p:cNvSpPr>
            <a:spLocks noGrp="1"/>
          </p:cNvSpPr>
          <p:nvPr/>
        </p:nvSpPr>
        <p:spPr>
          <a:xfrm>
            <a:off x="75774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8" name="data_5639">
            <a:extLst>
              <a:ext uri="{FF2B5EF4-FFF2-40B4-BE49-F238E27FC236}">
                <a16:creationId xmlns:a16="http://schemas.microsoft.com/office/drawing/2014/main" id="{075F2210-009E-4FA2-B115-895FB470BC73}"/>
              </a:ext>
            </a:extLst>
          </p:cNvPr>
          <p:cNvSpPr>
            <a:spLocks noGrp="1"/>
          </p:cNvSpPr>
          <p:nvPr/>
        </p:nvSpPr>
        <p:spPr>
          <a:xfrm>
            <a:off x="76167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9" name="data_5640">
            <a:extLst>
              <a:ext uri="{FF2B5EF4-FFF2-40B4-BE49-F238E27FC236}">
                <a16:creationId xmlns:a16="http://schemas.microsoft.com/office/drawing/2014/main" id="{5A1111AD-B3FF-4659-B0E2-756146E6DD53}"/>
              </a:ext>
            </a:extLst>
          </p:cNvPr>
          <p:cNvSpPr>
            <a:spLocks noGrp="1"/>
          </p:cNvSpPr>
          <p:nvPr/>
        </p:nvSpPr>
        <p:spPr>
          <a:xfrm>
            <a:off x="7564881" y="37345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0" name="data_5641">
            <a:extLst>
              <a:ext uri="{FF2B5EF4-FFF2-40B4-BE49-F238E27FC236}">
                <a16:creationId xmlns:a16="http://schemas.microsoft.com/office/drawing/2014/main" id="{A3F68523-EA2E-4E6E-9C21-14857B19C799}"/>
              </a:ext>
            </a:extLst>
          </p:cNvPr>
          <p:cNvSpPr>
            <a:spLocks noGrp="1"/>
          </p:cNvSpPr>
          <p:nvPr/>
        </p:nvSpPr>
        <p:spPr>
          <a:xfrm>
            <a:off x="759531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1" name="data_5642">
            <a:extLst>
              <a:ext uri="{FF2B5EF4-FFF2-40B4-BE49-F238E27FC236}">
                <a16:creationId xmlns:a16="http://schemas.microsoft.com/office/drawing/2014/main" id="{7058CAF8-7ED0-4883-A53B-B8C4CCED1A61}"/>
              </a:ext>
            </a:extLst>
          </p:cNvPr>
          <p:cNvSpPr>
            <a:spLocks noGrp="1"/>
          </p:cNvSpPr>
          <p:nvPr/>
        </p:nvSpPr>
        <p:spPr>
          <a:xfrm>
            <a:off x="7532687" y="37434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2" name="data_5643">
            <a:extLst>
              <a:ext uri="{FF2B5EF4-FFF2-40B4-BE49-F238E27FC236}">
                <a16:creationId xmlns:a16="http://schemas.microsoft.com/office/drawing/2014/main" id="{0B8CFDD3-7CCE-4DE7-A987-B97CCAA3985D}"/>
              </a:ext>
            </a:extLst>
          </p:cNvPr>
          <p:cNvSpPr>
            <a:spLocks noGrp="1"/>
          </p:cNvSpPr>
          <p:nvPr/>
        </p:nvSpPr>
        <p:spPr>
          <a:xfrm>
            <a:off x="7592304" y="37429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3" name="data_5644">
            <a:extLst>
              <a:ext uri="{FF2B5EF4-FFF2-40B4-BE49-F238E27FC236}">
                <a16:creationId xmlns:a16="http://schemas.microsoft.com/office/drawing/2014/main" id="{E74399C1-F372-4F70-95BD-4B6B1CCF2EC4}"/>
              </a:ext>
            </a:extLst>
          </p:cNvPr>
          <p:cNvSpPr>
            <a:spLocks noGrp="1"/>
          </p:cNvSpPr>
          <p:nvPr/>
        </p:nvSpPr>
        <p:spPr>
          <a:xfrm>
            <a:off x="75523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4" name="data_5645">
            <a:extLst>
              <a:ext uri="{FF2B5EF4-FFF2-40B4-BE49-F238E27FC236}">
                <a16:creationId xmlns:a16="http://schemas.microsoft.com/office/drawing/2014/main" id="{02B618CA-37E7-443C-83E3-B6B5FF34A6B5}"/>
              </a:ext>
            </a:extLst>
          </p:cNvPr>
          <p:cNvSpPr>
            <a:spLocks noGrp="1"/>
          </p:cNvSpPr>
          <p:nvPr/>
        </p:nvSpPr>
        <p:spPr>
          <a:xfrm>
            <a:off x="7628917" y="37445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5" name="data_5646">
            <a:extLst>
              <a:ext uri="{FF2B5EF4-FFF2-40B4-BE49-F238E27FC236}">
                <a16:creationId xmlns:a16="http://schemas.microsoft.com/office/drawing/2014/main" id="{FAB21E65-78D9-4FDF-9476-0D09B6BD24D9}"/>
              </a:ext>
            </a:extLst>
          </p:cNvPr>
          <p:cNvSpPr>
            <a:spLocks noGrp="1"/>
          </p:cNvSpPr>
          <p:nvPr/>
        </p:nvSpPr>
        <p:spPr>
          <a:xfrm>
            <a:off x="7585951" y="37423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6" name="data_5647">
            <a:extLst>
              <a:ext uri="{FF2B5EF4-FFF2-40B4-BE49-F238E27FC236}">
                <a16:creationId xmlns:a16="http://schemas.microsoft.com/office/drawing/2014/main" id="{84025FD9-B2D5-4DEF-BDE9-D5AB5826117B}"/>
              </a:ext>
            </a:extLst>
          </p:cNvPr>
          <p:cNvSpPr>
            <a:spLocks noGrp="1"/>
          </p:cNvSpPr>
          <p:nvPr/>
        </p:nvSpPr>
        <p:spPr>
          <a:xfrm>
            <a:off x="755452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7" name="data_5648">
            <a:extLst>
              <a:ext uri="{FF2B5EF4-FFF2-40B4-BE49-F238E27FC236}">
                <a16:creationId xmlns:a16="http://schemas.microsoft.com/office/drawing/2014/main" id="{72A23FF6-9C74-4854-A63E-1BBC5B91FC43}"/>
              </a:ext>
            </a:extLst>
          </p:cNvPr>
          <p:cNvSpPr>
            <a:spLocks noGrp="1"/>
          </p:cNvSpPr>
          <p:nvPr/>
        </p:nvSpPr>
        <p:spPr>
          <a:xfrm>
            <a:off x="75640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8" name="data_5649">
            <a:extLst>
              <a:ext uri="{FF2B5EF4-FFF2-40B4-BE49-F238E27FC236}">
                <a16:creationId xmlns:a16="http://schemas.microsoft.com/office/drawing/2014/main" id="{8EFF576C-07E7-40E5-8738-8D7546850EB4}"/>
              </a:ext>
            </a:extLst>
          </p:cNvPr>
          <p:cNvSpPr>
            <a:spLocks noGrp="1"/>
          </p:cNvSpPr>
          <p:nvPr/>
        </p:nvSpPr>
        <p:spPr>
          <a:xfrm>
            <a:off x="7623181" y="37262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9" name="data_5650">
            <a:extLst>
              <a:ext uri="{FF2B5EF4-FFF2-40B4-BE49-F238E27FC236}">
                <a16:creationId xmlns:a16="http://schemas.microsoft.com/office/drawing/2014/main" id="{0B264086-AF8C-4CE3-9987-E1F40C265B7B}"/>
              </a:ext>
            </a:extLst>
          </p:cNvPr>
          <p:cNvSpPr>
            <a:spLocks noGrp="1"/>
          </p:cNvSpPr>
          <p:nvPr/>
        </p:nvSpPr>
        <p:spPr>
          <a:xfrm>
            <a:off x="76118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0" name="data_5651">
            <a:extLst>
              <a:ext uri="{FF2B5EF4-FFF2-40B4-BE49-F238E27FC236}">
                <a16:creationId xmlns:a16="http://schemas.microsoft.com/office/drawing/2014/main" id="{A807A77D-BF9C-44A6-AEB5-B73911BF00F1}"/>
              </a:ext>
            </a:extLst>
          </p:cNvPr>
          <p:cNvSpPr>
            <a:spLocks noGrp="1"/>
          </p:cNvSpPr>
          <p:nvPr/>
        </p:nvSpPr>
        <p:spPr>
          <a:xfrm>
            <a:off x="76143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1" name="data_5652">
            <a:extLst>
              <a:ext uri="{FF2B5EF4-FFF2-40B4-BE49-F238E27FC236}">
                <a16:creationId xmlns:a16="http://schemas.microsoft.com/office/drawing/2014/main" id="{0D89E7D9-BEED-48E6-B9FC-837A8A1C0B5C}"/>
              </a:ext>
            </a:extLst>
          </p:cNvPr>
          <p:cNvSpPr>
            <a:spLocks noGrp="1"/>
          </p:cNvSpPr>
          <p:nvPr/>
        </p:nvSpPr>
        <p:spPr>
          <a:xfrm>
            <a:off x="7558291" y="37014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2" name="data_5653">
            <a:extLst>
              <a:ext uri="{FF2B5EF4-FFF2-40B4-BE49-F238E27FC236}">
                <a16:creationId xmlns:a16="http://schemas.microsoft.com/office/drawing/2014/main" id="{AA5AD0EC-0762-48BF-8F4F-AEE269045A03}"/>
              </a:ext>
            </a:extLst>
          </p:cNvPr>
          <p:cNvSpPr>
            <a:spLocks noGrp="1"/>
          </p:cNvSpPr>
          <p:nvPr/>
        </p:nvSpPr>
        <p:spPr>
          <a:xfrm>
            <a:off x="7560624" y="37406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3" name="data_5654">
            <a:extLst>
              <a:ext uri="{FF2B5EF4-FFF2-40B4-BE49-F238E27FC236}">
                <a16:creationId xmlns:a16="http://schemas.microsoft.com/office/drawing/2014/main" id="{36D45D39-3BBC-4071-A016-5DA0BA8F4ECC}"/>
              </a:ext>
            </a:extLst>
          </p:cNvPr>
          <p:cNvSpPr>
            <a:spLocks noGrp="1"/>
          </p:cNvSpPr>
          <p:nvPr/>
        </p:nvSpPr>
        <p:spPr>
          <a:xfrm>
            <a:off x="7579976" y="36629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4" name="data_5655">
            <a:extLst>
              <a:ext uri="{FF2B5EF4-FFF2-40B4-BE49-F238E27FC236}">
                <a16:creationId xmlns:a16="http://schemas.microsoft.com/office/drawing/2014/main" id="{BF5A7EDA-7024-47B3-93CD-957CDFABC40A}"/>
              </a:ext>
            </a:extLst>
          </p:cNvPr>
          <p:cNvSpPr>
            <a:spLocks noGrp="1"/>
          </p:cNvSpPr>
          <p:nvPr/>
        </p:nvSpPr>
        <p:spPr>
          <a:xfrm>
            <a:off x="758688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5" name="data_5656">
            <a:extLst>
              <a:ext uri="{FF2B5EF4-FFF2-40B4-BE49-F238E27FC236}">
                <a16:creationId xmlns:a16="http://schemas.microsoft.com/office/drawing/2014/main" id="{E3FAB152-F5B2-4313-8366-AE87BE1A13AC}"/>
              </a:ext>
            </a:extLst>
          </p:cNvPr>
          <p:cNvSpPr>
            <a:spLocks noGrp="1"/>
          </p:cNvSpPr>
          <p:nvPr/>
        </p:nvSpPr>
        <p:spPr>
          <a:xfrm>
            <a:off x="76304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6" name="data_5657">
            <a:extLst>
              <a:ext uri="{FF2B5EF4-FFF2-40B4-BE49-F238E27FC236}">
                <a16:creationId xmlns:a16="http://schemas.microsoft.com/office/drawing/2014/main" id="{A74C3C6A-C420-432E-A759-4E3E5E7A42CE}"/>
              </a:ext>
            </a:extLst>
          </p:cNvPr>
          <p:cNvSpPr>
            <a:spLocks noGrp="1"/>
          </p:cNvSpPr>
          <p:nvPr/>
        </p:nvSpPr>
        <p:spPr>
          <a:xfrm>
            <a:off x="7563034" y="3739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7" name="data_5658">
            <a:extLst>
              <a:ext uri="{FF2B5EF4-FFF2-40B4-BE49-F238E27FC236}">
                <a16:creationId xmlns:a16="http://schemas.microsoft.com/office/drawing/2014/main" id="{A72A1756-0CFC-46FF-9491-B8EA58D32F70}"/>
              </a:ext>
            </a:extLst>
          </p:cNvPr>
          <p:cNvSpPr>
            <a:spLocks noGrp="1"/>
          </p:cNvSpPr>
          <p:nvPr/>
        </p:nvSpPr>
        <p:spPr>
          <a:xfrm>
            <a:off x="7542253" y="3633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8" name="data_5659">
            <a:extLst>
              <a:ext uri="{FF2B5EF4-FFF2-40B4-BE49-F238E27FC236}">
                <a16:creationId xmlns:a16="http://schemas.microsoft.com/office/drawing/2014/main" id="{45CB17E9-0BA6-49D4-81AD-B8E05E1F3FA7}"/>
              </a:ext>
            </a:extLst>
          </p:cNvPr>
          <p:cNvSpPr>
            <a:spLocks noGrp="1"/>
          </p:cNvSpPr>
          <p:nvPr/>
        </p:nvSpPr>
        <p:spPr>
          <a:xfrm>
            <a:off x="753840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9" name="data_5660">
            <a:extLst>
              <a:ext uri="{FF2B5EF4-FFF2-40B4-BE49-F238E27FC236}">
                <a16:creationId xmlns:a16="http://schemas.microsoft.com/office/drawing/2014/main" id="{F5EB7892-6315-4067-9FC7-1343FEFFB071}"/>
              </a:ext>
            </a:extLst>
          </p:cNvPr>
          <p:cNvSpPr>
            <a:spLocks noGrp="1"/>
          </p:cNvSpPr>
          <p:nvPr/>
        </p:nvSpPr>
        <p:spPr>
          <a:xfrm>
            <a:off x="76172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0" name="data_5661">
            <a:extLst>
              <a:ext uri="{FF2B5EF4-FFF2-40B4-BE49-F238E27FC236}">
                <a16:creationId xmlns:a16="http://schemas.microsoft.com/office/drawing/2014/main" id="{1836E92D-A89E-4B3C-B4D7-CFB3AF566634}"/>
              </a:ext>
            </a:extLst>
          </p:cNvPr>
          <p:cNvSpPr>
            <a:spLocks noGrp="1"/>
          </p:cNvSpPr>
          <p:nvPr/>
        </p:nvSpPr>
        <p:spPr>
          <a:xfrm>
            <a:off x="7548314" y="3717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1" name="data_5662">
            <a:extLst>
              <a:ext uri="{FF2B5EF4-FFF2-40B4-BE49-F238E27FC236}">
                <a16:creationId xmlns:a16="http://schemas.microsoft.com/office/drawing/2014/main" id="{D0BD12BA-AFFA-4E4F-BEFB-BD649C09540C}"/>
              </a:ext>
            </a:extLst>
          </p:cNvPr>
          <p:cNvSpPr>
            <a:spLocks noGrp="1"/>
          </p:cNvSpPr>
          <p:nvPr/>
        </p:nvSpPr>
        <p:spPr>
          <a:xfrm>
            <a:off x="75591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2" name="data_5663">
            <a:extLst>
              <a:ext uri="{FF2B5EF4-FFF2-40B4-BE49-F238E27FC236}">
                <a16:creationId xmlns:a16="http://schemas.microsoft.com/office/drawing/2014/main" id="{F4AE8E42-0AA8-4F9C-A7E6-091FADA814E8}"/>
              </a:ext>
            </a:extLst>
          </p:cNvPr>
          <p:cNvSpPr>
            <a:spLocks noGrp="1"/>
          </p:cNvSpPr>
          <p:nvPr/>
        </p:nvSpPr>
        <p:spPr>
          <a:xfrm>
            <a:off x="7541707" y="3742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3" name="data_5664">
            <a:extLst>
              <a:ext uri="{FF2B5EF4-FFF2-40B4-BE49-F238E27FC236}">
                <a16:creationId xmlns:a16="http://schemas.microsoft.com/office/drawing/2014/main" id="{604FA1B1-9029-4FDC-8011-74DF49466562}"/>
              </a:ext>
            </a:extLst>
          </p:cNvPr>
          <p:cNvSpPr>
            <a:spLocks noGrp="1"/>
          </p:cNvSpPr>
          <p:nvPr/>
        </p:nvSpPr>
        <p:spPr>
          <a:xfrm>
            <a:off x="75346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4" name="data_5665">
            <a:extLst>
              <a:ext uri="{FF2B5EF4-FFF2-40B4-BE49-F238E27FC236}">
                <a16:creationId xmlns:a16="http://schemas.microsoft.com/office/drawing/2014/main" id="{90F4CD6B-57BE-4FA3-8568-4A72134113B1}"/>
              </a:ext>
            </a:extLst>
          </p:cNvPr>
          <p:cNvSpPr>
            <a:spLocks noGrp="1"/>
          </p:cNvSpPr>
          <p:nvPr/>
        </p:nvSpPr>
        <p:spPr>
          <a:xfrm>
            <a:off x="76053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5" name="data_5666">
            <a:extLst>
              <a:ext uri="{FF2B5EF4-FFF2-40B4-BE49-F238E27FC236}">
                <a16:creationId xmlns:a16="http://schemas.microsoft.com/office/drawing/2014/main" id="{D9C114A4-54A4-4201-850D-165E3589BC1D}"/>
              </a:ext>
            </a:extLst>
          </p:cNvPr>
          <p:cNvSpPr>
            <a:spLocks noGrp="1"/>
          </p:cNvSpPr>
          <p:nvPr/>
        </p:nvSpPr>
        <p:spPr>
          <a:xfrm>
            <a:off x="75307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6" name="data_5667">
            <a:extLst>
              <a:ext uri="{FF2B5EF4-FFF2-40B4-BE49-F238E27FC236}">
                <a16:creationId xmlns:a16="http://schemas.microsoft.com/office/drawing/2014/main" id="{57B56A0B-2112-4D8E-B695-8A7DB21D533F}"/>
              </a:ext>
            </a:extLst>
          </p:cNvPr>
          <p:cNvSpPr>
            <a:spLocks noGrp="1"/>
          </p:cNvSpPr>
          <p:nvPr/>
        </p:nvSpPr>
        <p:spPr>
          <a:xfrm>
            <a:off x="7623437" y="37066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7" name="data_5668">
            <a:extLst>
              <a:ext uri="{FF2B5EF4-FFF2-40B4-BE49-F238E27FC236}">
                <a16:creationId xmlns:a16="http://schemas.microsoft.com/office/drawing/2014/main" id="{923320A2-DB06-4978-8DB7-4FB74CCBD033}"/>
              </a:ext>
            </a:extLst>
          </p:cNvPr>
          <p:cNvSpPr>
            <a:spLocks noGrp="1"/>
          </p:cNvSpPr>
          <p:nvPr/>
        </p:nvSpPr>
        <p:spPr>
          <a:xfrm>
            <a:off x="754205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8" name="data_5669">
            <a:extLst>
              <a:ext uri="{FF2B5EF4-FFF2-40B4-BE49-F238E27FC236}">
                <a16:creationId xmlns:a16="http://schemas.microsoft.com/office/drawing/2014/main" id="{7F143560-59D7-4402-B2E6-CDCF8133CCB7}"/>
              </a:ext>
            </a:extLst>
          </p:cNvPr>
          <p:cNvSpPr>
            <a:spLocks noGrp="1"/>
          </p:cNvSpPr>
          <p:nvPr/>
        </p:nvSpPr>
        <p:spPr>
          <a:xfrm>
            <a:off x="7608608" y="3739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9" name="data_5670">
            <a:extLst>
              <a:ext uri="{FF2B5EF4-FFF2-40B4-BE49-F238E27FC236}">
                <a16:creationId xmlns:a16="http://schemas.microsoft.com/office/drawing/2014/main" id="{0DD5E7AB-C689-47DF-A996-4988C7B3F5F5}"/>
              </a:ext>
            </a:extLst>
          </p:cNvPr>
          <p:cNvSpPr>
            <a:spLocks noGrp="1"/>
          </p:cNvSpPr>
          <p:nvPr/>
        </p:nvSpPr>
        <p:spPr>
          <a:xfrm>
            <a:off x="75426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0" name="data_5671">
            <a:extLst>
              <a:ext uri="{FF2B5EF4-FFF2-40B4-BE49-F238E27FC236}">
                <a16:creationId xmlns:a16="http://schemas.microsoft.com/office/drawing/2014/main" id="{293B619C-55AE-4D9B-ABB3-30E0DA56AAA4}"/>
              </a:ext>
            </a:extLst>
          </p:cNvPr>
          <p:cNvSpPr>
            <a:spLocks noGrp="1"/>
          </p:cNvSpPr>
          <p:nvPr/>
        </p:nvSpPr>
        <p:spPr>
          <a:xfrm>
            <a:off x="7538280" y="3669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1" name="data_5672">
            <a:extLst>
              <a:ext uri="{FF2B5EF4-FFF2-40B4-BE49-F238E27FC236}">
                <a16:creationId xmlns:a16="http://schemas.microsoft.com/office/drawing/2014/main" id="{9097D561-E66E-4282-A505-FD823A9BE99F}"/>
              </a:ext>
            </a:extLst>
          </p:cNvPr>
          <p:cNvSpPr>
            <a:spLocks noGrp="1"/>
          </p:cNvSpPr>
          <p:nvPr/>
        </p:nvSpPr>
        <p:spPr>
          <a:xfrm>
            <a:off x="7547049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2" name="data_5673">
            <a:extLst>
              <a:ext uri="{FF2B5EF4-FFF2-40B4-BE49-F238E27FC236}">
                <a16:creationId xmlns:a16="http://schemas.microsoft.com/office/drawing/2014/main" id="{1B766BD2-E9D0-47F6-8766-68E90CB6BA18}"/>
              </a:ext>
            </a:extLst>
          </p:cNvPr>
          <p:cNvSpPr>
            <a:spLocks noGrp="1"/>
          </p:cNvSpPr>
          <p:nvPr/>
        </p:nvSpPr>
        <p:spPr>
          <a:xfrm>
            <a:off x="76173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3" name="data_5674">
            <a:extLst>
              <a:ext uri="{FF2B5EF4-FFF2-40B4-BE49-F238E27FC236}">
                <a16:creationId xmlns:a16="http://schemas.microsoft.com/office/drawing/2014/main" id="{F48A0C25-D251-4C93-B5B7-159954119694}"/>
              </a:ext>
            </a:extLst>
          </p:cNvPr>
          <p:cNvSpPr>
            <a:spLocks noGrp="1"/>
          </p:cNvSpPr>
          <p:nvPr/>
        </p:nvSpPr>
        <p:spPr>
          <a:xfrm>
            <a:off x="762292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4" name="data_5675">
            <a:extLst>
              <a:ext uri="{FF2B5EF4-FFF2-40B4-BE49-F238E27FC236}">
                <a16:creationId xmlns:a16="http://schemas.microsoft.com/office/drawing/2014/main" id="{83E9328A-1951-44EE-9B52-963FEDE00B8D}"/>
              </a:ext>
            </a:extLst>
          </p:cNvPr>
          <p:cNvSpPr>
            <a:spLocks noGrp="1"/>
          </p:cNvSpPr>
          <p:nvPr/>
        </p:nvSpPr>
        <p:spPr>
          <a:xfrm>
            <a:off x="7545725" y="3729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5" name="data_5676">
            <a:extLst>
              <a:ext uri="{FF2B5EF4-FFF2-40B4-BE49-F238E27FC236}">
                <a16:creationId xmlns:a16="http://schemas.microsoft.com/office/drawing/2014/main" id="{74272E83-E895-4E2C-A884-55597164D67D}"/>
              </a:ext>
            </a:extLst>
          </p:cNvPr>
          <p:cNvSpPr>
            <a:spLocks noGrp="1"/>
          </p:cNvSpPr>
          <p:nvPr/>
        </p:nvSpPr>
        <p:spPr>
          <a:xfrm>
            <a:off x="7592323" y="3713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6" name="data_5677">
            <a:extLst>
              <a:ext uri="{FF2B5EF4-FFF2-40B4-BE49-F238E27FC236}">
                <a16:creationId xmlns:a16="http://schemas.microsoft.com/office/drawing/2014/main" id="{619E6E54-B43C-40BA-BD75-A48CF0C63218}"/>
              </a:ext>
            </a:extLst>
          </p:cNvPr>
          <p:cNvSpPr>
            <a:spLocks noGrp="1"/>
          </p:cNvSpPr>
          <p:nvPr/>
        </p:nvSpPr>
        <p:spPr>
          <a:xfrm>
            <a:off x="7544090" y="37041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7" name="data_5678">
            <a:extLst>
              <a:ext uri="{FF2B5EF4-FFF2-40B4-BE49-F238E27FC236}">
                <a16:creationId xmlns:a16="http://schemas.microsoft.com/office/drawing/2014/main" id="{F688C296-96C7-4DC7-ABD0-FB299E9FB7F7}"/>
              </a:ext>
            </a:extLst>
          </p:cNvPr>
          <p:cNvSpPr>
            <a:spLocks noGrp="1"/>
          </p:cNvSpPr>
          <p:nvPr/>
        </p:nvSpPr>
        <p:spPr>
          <a:xfrm>
            <a:off x="7546069" y="3716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8" name="data_5679">
            <a:extLst>
              <a:ext uri="{FF2B5EF4-FFF2-40B4-BE49-F238E27FC236}">
                <a16:creationId xmlns:a16="http://schemas.microsoft.com/office/drawing/2014/main" id="{077BE2B6-3716-452B-AA3D-5C2A9266A054}"/>
              </a:ext>
            </a:extLst>
          </p:cNvPr>
          <p:cNvSpPr>
            <a:spLocks noGrp="1"/>
          </p:cNvSpPr>
          <p:nvPr/>
        </p:nvSpPr>
        <p:spPr>
          <a:xfrm>
            <a:off x="7611509" y="37121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9" name="data_5680">
            <a:extLst>
              <a:ext uri="{FF2B5EF4-FFF2-40B4-BE49-F238E27FC236}">
                <a16:creationId xmlns:a16="http://schemas.microsoft.com/office/drawing/2014/main" id="{8F17C63B-75C5-4181-B56F-0E6116744755}"/>
              </a:ext>
            </a:extLst>
          </p:cNvPr>
          <p:cNvSpPr>
            <a:spLocks noGrp="1"/>
          </p:cNvSpPr>
          <p:nvPr/>
        </p:nvSpPr>
        <p:spPr>
          <a:xfrm>
            <a:off x="76152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0" name="data_5681">
            <a:extLst>
              <a:ext uri="{FF2B5EF4-FFF2-40B4-BE49-F238E27FC236}">
                <a16:creationId xmlns:a16="http://schemas.microsoft.com/office/drawing/2014/main" id="{40020978-239B-470D-BBA5-B00382FB54D2}"/>
              </a:ext>
            </a:extLst>
          </p:cNvPr>
          <p:cNvSpPr>
            <a:spLocks noGrp="1"/>
          </p:cNvSpPr>
          <p:nvPr/>
        </p:nvSpPr>
        <p:spPr>
          <a:xfrm>
            <a:off x="7589387" y="37395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1" name="data_5682">
            <a:extLst>
              <a:ext uri="{FF2B5EF4-FFF2-40B4-BE49-F238E27FC236}">
                <a16:creationId xmlns:a16="http://schemas.microsoft.com/office/drawing/2014/main" id="{94EBE889-DB4E-466D-8587-B4C96080DD42}"/>
              </a:ext>
            </a:extLst>
          </p:cNvPr>
          <p:cNvSpPr>
            <a:spLocks noGrp="1"/>
          </p:cNvSpPr>
          <p:nvPr/>
        </p:nvSpPr>
        <p:spPr>
          <a:xfrm>
            <a:off x="7530274" y="37290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2" name="data_5683">
            <a:extLst>
              <a:ext uri="{FF2B5EF4-FFF2-40B4-BE49-F238E27FC236}">
                <a16:creationId xmlns:a16="http://schemas.microsoft.com/office/drawing/2014/main" id="{988A801C-BAAB-4E68-A9B0-10B27943FF80}"/>
              </a:ext>
            </a:extLst>
          </p:cNvPr>
          <p:cNvSpPr>
            <a:spLocks noGrp="1"/>
          </p:cNvSpPr>
          <p:nvPr/>
        </p:nvSpPr>
        <p:spPr>
          <a:xfrm>
            <a:off x="75944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3" name="data_5684">
            <a:extLst>
              <a:ext uri="{FF2B5EF4-FFF2-40B4-BE49-F238E27FC236}">
                <a16:creationId xmlns:a16="http://schemas.microsoft.com/office/drawing/2014/main" id="{8A0C3EB9-2663-46B0-916E-46302A5FBDF6}"/>
              </a:ext>
            </a:extLst>
          </p:cNvPr>
          <p:cNvSpPr>
            <a:spLocks noGrp="1"/>
          </p:cNvSpPr>
          <p:nvPr/>
        </p:nvSpPr>
        <p:spPr>
          <a:xfrm>
            <a:off x="75452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4" name="data_5685">
            <a:extLst>
              <a:ext uri="{FF2B5EF4-FFF2-40B4-BE49-F238E27FC236}">
                <a16:creationId xmlns:a16="http://schemas.microsoft.com/office/drawing/2014/main" id="{4F15DBBE-2132-4F4C-A28F-BFA8E39D7B3B}"/>
              </a:ext>
            </a:extLst>
          </p:cNvPr>
          <p:cNvSpPr>
            <a:spLocks noGrp="1"/>
          </p:cNvSpPr>
          <p:nvPr/>
        </p:nvSpPr>
        <p:spPr>
          <a:xfrm>
            <a:off x="7564465" y="36611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5" name="data_5686">
            <a:extLst>
              <a:ext uri="{FF2B5EF4-FFF2-40B4-BE49-F238E27FC236}">
                <a16:creationId xmlns:a16="http://schemas.microsoft.com/office/drawing/2014/main" id="{57B76C3C-09EF-477F-AD5F-19BDE23A61F1}"/>
              </a:ext>
            </a:extLst>
          </p:cNvPr>
          <p:cNvSpPr>
            <a:spLocks noGrp="1"/>
          </p:cNvSpPr>
          <p:nvPr/>
        </p:nvSpPr>
        <p:spPr>
          <a:xfrm>
            <a:off x="76396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6" name="data_5687">
            <a:extLst>
              <a:ext uri="{FF2B5EF4-FFF2-40B4-BE49-F238E27FC236}">
                <a16:creationId xmlns:a16="http://schemas.microsoft.com/office/drawing/2014/main" id="{9497E15A-1DE8-4D04-94E8-6E971F1329C8}"/>
              </a:ext>
            </a:extLst>
          </p:cNvPr>
          <p:cNvSpPr>
            <a:spLocks noGrp="1"/>
          </p:cNvSpPr>
          <p:nvPr/>
        </p:nvSpPr>
        <p:spPr>
          <a:xfrm>
            <a:off x="76046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7" name="data_5688">
            <a:extLst>
              <a:ext uri="{FF2B5EF4-FFF2-40B4-BE49-F238E27FC236}">
                <a16:creationId xmlns:a16="http://schemas.microsoft.com/office/drawing/2014/main" id="{E8A3C172-CA67-439F-8DA6-C20BB52051E9}"/>
              </a:ext>
            </a:extLst>
          </p:cNvPr>
          <p:cNvSpPr>
            <a:spLocks noGrp="1"/>
          </p:cNvSpPr>
          <p:nvPr/>
        </p:nvSpPr>
        <p:spPr>
          <a:xfrm>
            <a:off x="7608893" y="36453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8" name="data_5689">
            <a:extLst>
              <a:ext uri="{FF2B5EF4-FFF2-40B4-BE49-F238E27FC236}">
                <a16:creationId xmlns:a16="http://schemas.microsoft.com/office/drawing/2014/main" id="{CB08B506-D316-4C12-82AC-A251496EF893}"/>
              </a:ext>
            </a:extLst>
          </p:cNvPr>
          <p:cNvSpPr>
            <a:spLocks noGrp="1"/>
          </p:cNvSpPr>
          <p:nvPr/>
        </p:nvSpPr>
        <p:spPr>
          <a:xfrm>
            <a:off x="755319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9" name="data_5690">
            <a:extLst>
              <a:ext uri="{FF2B5EF4-FFF2-40B4-BE49-F238E27FC236}">
                <a16:creationId xmlns:a16="http://schemas.microsoft.com/office/drawing/2014/main" id="{68775757-DCAC-48D2-9D2C-89BEF10DF231}"/>
              </a:ext>
            </a:extLst>
          </p:cNvPr>
          <p:cNvSpPr>
            <a:spLocks noGrp="1"/>
          </p:cNvSpPr>
          <p:nvPr/>
        </p:nvSpPr>
        <p:spPr>
          <a:xfrm>
            <a:off x="761532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0" name="data_5691">
            <a:extLst>
              <a:ext uri="{FF2B5EF4-FFF2-40B4-BE49-F238E27FC236}">
                <a16:creationId xmlns:a16="http://schemas.microsoft.com/office/drawing/2014/main" id="{929F5868-84DA-4806-8AC9-0BD12ECD9B2B}"/>
              </a:ext>
            </a:extLst>
          </p:cNvPr>
          <p:cNvSpPr>
            <a:spLocks noGrp="1"/>
          </p:cNvSpPr>
          <p:nvPr/>
        </p:nvSpPr>
        <p:spPr>
          <a:xfrm>
            <a:off x="7634329" y="3733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1" name="data_5692">
            <a:extLst>
              <a:ext uri="{FF2B5EF4-FFF2-40B4-BE49-F238E27FC236}">
                <a16:creationId xmlns:a16="http://schemas.microsoft.com/office/drawing/2014/main" id="{76F3DB57-DC9A-444B-AD55-63425B01E7A1}"/>
              </a:ext>
            </a:extLst>
          </p:cNvPr>
          <p:cNvSpPr>
            <a:spLocks noGrp="1"/>
          </p:cNvSpPr>
          <p:nvPr/>
        </p:nvSpPr>
        <p:spPr>
          <a:xfrm>
            <a:off x="756683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2" name="data_5693">
            <a:extLst>
              <a:ext uri="{FF2B5EF4-FFF2-40B4-BE49-F238E27FC236}">
                <a16:creationId xmlns:a16="http://schemas.microsoft.com/office/drawing/2014/main" id="{643875C7-FB07-4046-B418-E1227F5B9F88}"/>
              </a:ext>
            </a:extLst>
          </p:cNvPr>
          <p:cNvSpPr>
            <a:spLocks noGrp="1"/>
          </p:cNvSpPr>
          <p:nvPr/>
        </p:nvSpPr>
        <p:spPr>
          <a:xfrm>
            <a:off x="76089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3" name="data_5694">
            <a:extLst>
              <a:ext uri="{FF2B5EF4-FFF2-40B4-BE49-F238E27FC236}">
                <a16:creationId xmlns:a16="http://schemas.microsoft.com/office/drawing/2014/main" id="{DA40FE34-4B90-4DA0-9644-9E8129A61C3B}"/>
              </a:ext>
            </a:extLst>
          </p:cNvPr>
          <p:cNvSpPr>
            <a:spLocks noGrp="1"/>
          </p:cNvSpPr>
          <p:nvPr/>
        </p:nvSpPr>
        <p:spPr>
          <a:xfrm>
            <a:off x="763923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4" name="data_5695">
            <a:extLst>
              <a:ext uri="{FF2B5EF4-FFF2-40B4-BE49-F238E27FC236}">
                <a16:creationId xmlns:a16="http://schemas.microsoft.com/office/drawing/2014/main" id="{6255F8D2-FB73-4452-A548-21F7D84D9F41}"/>
              </a:ext>
            </a:extLst>
          </p:cNvPr>
          <p:cNvSpPr>
            <a:spLocks noGrp="1"/>
          </p:cNvSpPr>
          <p:nvPr/>
        </p:nvSpPr>
        <p:spPr>
          <a:xfrm>
            <a:off x="7567605" y="3714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5" name="data_5696">
            <a:extLst>
              <a:ext uri="{FF2B5EF4-FFF2-40B4-BE49-F238E27FC236}">
                <a16:creationId xmlns:a16="http://schemas.microsoft.com/office/drawing/2014/main" id="{4346AFA0-022B-4521-B2DD-99CB965D362D}"/>
              </a:ext>
            </a:extLst>
          </p:cNvPr>
          <p:cNvSpPr>
            <a:spLocks noGrp="1"/>
          </p:cNvSpPr>
          <p:nvPr/>
        </p:nvSpPr>
        <p:spPr>
          <a:xfrm>
            <a:off x="76152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6" name="data_5697">
            <a:extLst>
              <a:ext uri="{FF2B5EF4-FFF2-40B4-BE49-F238E27FC236}">
                <a16:creationId xmlns:a16="http://schemas.microsoft.com/office/drawing/2014/main" id="{1CCE0AB8-881F-46E6-98A3-A043B7333BD6}"/>
              </a:ext>
            </a:extLst>
          </p:cNvPr>
          <p:cNvSpPr>
            <a:spLocks noGrp="1"/>
          </p:cNvSpPr>
          <p:nvPr/>
        </p:nvSpPr>
        <p:spPr>
          <a:xfrm>
            <a:off x="75764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7" name="data_5698">
            <a:extLst>
              <a:ext uri="{FF2B5EF4-FFF2-40B4-BE49-F238E27FC236}">
                <a16:creationId xmlns:a16="http://schemas.microsoft.com/office/drawing/2014/main" id="{7F476532-6452-431F-9629-13020AD4593C}"/>
              </a:ext>
            </a:extLst>
          </p:cNvPr>
          <p:cNvSpPr>
            <a:spLocks noGrp="1"/>
          </p:cNvSpPr>
          <p:nvPr/>
        </p:nvSpPr>
        <p:spPr>
          <a:xfrm>
            <a:off x="753066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8" name="data_5699">
            <a:extLst>
              <a:ext uri="{FF2B5EF4-FFF2-40B4-BE49-F238E27FC236}">
                <a16:creationId xmlns:a16="http://schemas.microsoft.com/office/drawing/2014/main" id="{48909824-7580-41F8-875F-576E246617B0}"/>
              </a:ext>
            </a:extLst>
          </p:cNvPr>
          <p:cNvSpPr>
            <a:spLocks noGrp="1"/>
          </p:cNvSpPr>
          <p:nvPr/>
        </p:nvSpPr>
        <p:spPr>
          <a:xfrm>
            <a:off x="75597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9" name="data_5700">
            <a:extLst>
              <a:ext uri="{FF2B5EF4-FFF2-40B4-BE49-F238E27FC236}">
                <a16:creationId xmlns:a16="http://schemas.microsoft.com/office/drawing/2014/main" id="{3F680FF1-9A4F-458A-84AC-CCC37C9C5DD0}"/>
              </a:ext>
            </a:extLst>
          </p:cNvPr>
          <p:cNvSpPr>
            <a:spLocks noGrp="1"/>
          </p:cNvSpPr>
          <p:nvPr/>
        </p:nvSpPr>
        <p:spPr>
          <a:xfrm>
            <a:off x="76297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0" name="data_5701">
            <a:extLst>
              <a:ext uri="{FF2B5EF4-FFF2-40B4-BE49-F238E27FC236}">
                <a16:creationId xmlns:a16="http://schemas.microsoft.com/office/drawing/2014/main" id="{1FF9962F-60C0-4EB5-8296-B2CB98794261}"/>
              </a:ext>
            </a:extLst>
          </p:cNvPr>
          <p:cNvSpPr>
            <a:spLocks noGrp="1"/>
          </p:cNvSpPr>
          <p:nvPr/>
        </p:nvSpPr>
        <p:spPr>
          <a:xfrm>
            <a:off x="7552510" y="3741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1" name="data_5702">
            <a:extLst>
              <a:ext uri="{FF2B5EF4-FFF2-40B4-BE49-F238E27FC236}">
                <a16:creationId xmlns:a16="http://schemas.microsoft.com/office/drawing/2014/main" id="{76D2A814-F689-47BD-A741-24AAEDF59898}"/>
              </a:ext>
            </a:extLst>
          </p:cNvPr>
          <p:cNvSpPr>
            <a:spLocks noGrp="1"/>
          </p:cNvSpPr>
          <p:nvPr/>
        </p:nvSpPr>
        <p:spPr>
          <a:xfrm>
            <a:off x="75615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2" name="data_5703">
            <a:extLst>
              <a:ext uri="{FF2B5EF4-FFF2-40B4-BE49-F238E27FC236}">
                <a16:creationId xmlns:a16="http://schemas.microsoft.com/office/drawing/2014/main" id="{F367D7B0-9776-4230-8325-27A49280DB8F}"/>
              </a:ext>
            </a:extLst>
          </p:cNvPr>
          <p:cNvSpPr>
            <a:spLocks noGrp="1"/>
          </p:cNvSpPr>
          <p:nvPr/>
        </p:nvSpPr>
        <p:spPr>
          <a:xfrm>
            <a:off x="7542425" y="3738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3" name="data_5704">
            <a:extLst>
              <a:ext uri="{FF2B5EF4-FFF2-40B4-BE49-F238E27FC236}">
                <a16:creationId xmlns:a16="http://schemas.microsoft.com/office/drawing/2014/main" id="{DBC6C6D1-5840-465D-ABAD-6923ED1B7F04}"/>
              </a:ext>
            </a:extLst>
          </p:cNvPr>
          <p:cNvSpPr>
            <a:spLocks noGrp="1"/>
          </p:cNvSpPr>
          <p:nvPr/>
        </p:nvSpPr>
        <p:spPr>
          <a:xfrm>
            <a:off x="75697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4" name="data_5705">
            <a:extLst>
              <a:ext uri="{FF2B5EF4-FFF2-40B4-BE49-F238E27FC236}">
                <a16:creationId xmlns:a16="http://schemas.microsoft.com/office/drawing/2014/main" id="{9541AF60-C04F-4840-9C92-D92F3355A374}"/>
              </a:ext>
            </a:extLst>
          </p:cNvPr>
          <p:cNvSpPr>
            <a:spLocks noGrp="1"/>
          </p:cNvSpPr>
          <p:nvPr/>
        </p:nvSpPr>
        <p:spPr>
          <a:xfrm>
            <a:off x="7592529" y="37133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5" name="data_5706">
            <a:extLst>
              <a:ext uri="{FF2B5EF4-FFF2-40B4-BE49-F238E27FC236}">
                <a16:creationId xmlns:a16="http://schemas.microsoft.com/office/drawing/2014/main" id="{85683389-74E0-4712-973C-605067E4E36B}"/>
              </a:ext>
            </a:extLst>
          </p:cNvPr>
          <p:cNvSpPr>
            <a:spLocks noGrp="1"/>
          </p:cNvSpPr>
          <p:nvPr/>
        </p:nvSpPr>
        <p:spPr>
          <a:xfrm>
            <a:off x="7639120" y="37145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6" name="data_5707">
            <a:extLst>
              <a:ext uri="{FF2B5EF4-FFF2-40B4-BE49-F238E27FC236}">
                <a16:creationId xmlns:a16="http://schemas.microsoft.com/office/drawing/2014/main" id="{08024380-BF74-42AF-840C-95F391240D70}"/>
              </a:ext>
            </a:extLst>
          </p:cNvPr>
          <p:cNvSpPr>
            <a:spLocks noGrp="1"/>
          </p:cNvSpPr>
          <p:nvPr/>
        </p:nvSpPr>
        <p:spPr>
          <a:xfrm>
            <a:off x="7636456" y="3571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7" name="data_5708">
            <a:extLst>
              <a:ext uri="{FF2B5EF4-FFF2-40B4-BE49-F238E27FC236}">
                <a16:creationId xmlns:a16="http://schemas.microsoft.com/office/drawing/2014/main" id="{75548C42-E0A4-4463-8D5E-214E9EAA6285}"/>
              </a:ext>
            </a:extLst>
          </p:cNvPr>
          <p:cNvSpPr>
            <a:spLocks noGrp="1"/>
          </p:cNvSpPr>
          <p:nvPr/>
        </p:nvSpPr>
        <p:spPr>
          <a:xfrm>
            <a:off x="7585634" y="37431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8" name="data_5709">
            <a:extLst>
              <a:ext uri="{FF2B5EF4-FFF2-40B4-BE49-F238E27FC236}">
                <a16:creationId xmlns:a16="http://schemas.microsoft.com/office/drawing/2014/main" id="{B84EB187-CB0A-4B7A-A0D1-614EE16FB63E}"/>
              </a:ext>
            </a:extLst>
          </p:cNvPr>
          <p:cNvSpPr>
            <a:spLocks noGrp="1"/>
          </p:cNvSpPr>
          <p:nvPr/>
        </p:nvSpPr>
        <p:spPr>
          <a:xfrm>
            <a:off x="7638414" y="3741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9" name="data_5710">
            <a:extLst>
              <a:ext uri="{FF2B5EF4-FFF2-40B4-BE49-F238E27FC236}">
                <a16:creationId xmlns:a16="http://schemas.microsoft.com/office/drawing/2014/main" id="{27417CC0-DADF-470C-8F17-0A4A1668DD33}"/>
              </a:ext>
            </a:extLst>
          </p:cNvPr>
          <p:cNvSpPr>
            <a:spLocks noGrp="1"/>
          </p:cNvSpPr>
          <p:nvPr/>
        </p:nvSpPr>
        <p:spPr>
          <a:xfrm>
            <a:off x="75864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0" name="data_5711">
            <a:extLst>
              <a:ext uri="{FF2B5EF4-FFF2-40B4-BE49-F238E27FC236}">
                <a16:creationId xmlns:a16="http://schemas.microsoft.com/office/drawing/2014/main" id="{18CCD73F-228E-47B4-9456-410167E7FBE0}"/>
              </a:ext>
            </a:extLst>
          </p:cNvPr>
          <p:cNvSpPr>
            <a:spLocks noGrp="1"/>
          </p:cNvSpPr>
          <p:nvPr/>
        </p:nvSpPr>
        <p:spPr>
          <a:xfrm>
            <a:off x="76292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1" name="data_5712">
            <a:extLst>
              <a:ext uri="{FF2B5EF4-FFF2-40B4-BE49-F238E27FC236}">
                <a16:creationId xmlns:a16="http://schemas.microsoft.com/office/drawing/2014/main" id="{0F80F958-9A43-4089-9ABC-524E868456D4}"/>
              </a:ext>
            </a:extLst>
          </p:cNvPr>
          <p:cNvSpPr>
            <a:spLocks noGrp="1"/>
          </p:cNvSpPr>
          <p:nvPr/>
        </p:nvSpPr>
        <p:spPr>
          <a:xfrm>
            <a:off x="753863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2" name="data_5713">
            <a:extLst>
              <a:ext uri="{FF2B5EF4-FFF2-40B4-BE49-F238E27FC236}">
                <a16:creationId xmlns:a16="http://schemas.microsoft.com/office/drawing/2014/main" id="{470C52FE-49AF-4AC1-804D-3C4023384A67}"/>
              </a:ext>
            </a:extLst>
          </p:cNvPr>
          <p:cNvSpPr>
            <a:spLocks noGrp="1"/>
          </p:cNvSpPr>
          <p:nvPr/>
        </p:nvSpPr>
        <p:spPr>
          <a:xfrm>
            <a:off x="753196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3" name="data_5714">
            <a:extLst>
              <a:ext uri="{FF2B5EF4-FFF2-40B4-BE49-F238E27FC236}">
                <a16:creationId xmlns:a16="http://schemas.microsoft.com/office/drawing/2014/main" id="{F7F21155-DF92-44F1-BF6B-CD7D7309F8AE}"/>
              </a:ext>
            </a:extLst>
          </p:cNvPr>
          <p:cNvSpPr>
            <a:spLocks noGrp="1"/>
          </p:cNvSpPr>
          <p:nvPr/>
        </p:nvSpPr>
        <p:spPr>
          <a:xfrm>
            <a:off x="757359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4" name="data_5715">
            <a:extLst>
              <a:ext uri="{FF2B5EF4-FFF2-40B4-BE49-F238E27FC236}">
                <a16:creationId xmlns:a16="http://schemas.microsoft.com/office/drawing/2014/main" id="{ADC9C913-432C-4F6E-8189-D6E0B7C96165}"/>
              </a:ext>
            </a:extLst>
          </p:cNvPr>
          <p:cNvSpPr>
            <a:spLocks noGrp="1"/>
          </p:cNvSpPr>
          <p:nvPr/>
        </p:nvSpPr>
        <p:spPr>
          <a:xfrm>
            <a:off x="75518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5" name="data_5716">
            <a:extLst>
              <a:ext uri="{FF2B5EF4-FFF2-40B4-BE49-F238E27FC236}">
                <a16:creationId xmlns:a16="http://schemas.microsoft.com/office/drawing/2014/main" id="{C5A48DEF-4DF2-49C7-B5BA-51CC148A4187}"/>
              </a:ext>
            </a:extLst>
          </p:cNvPr>
          <p:cNvSpPr>
            <a:spLocks noGrp="1"/>
          </p:cNvSpPr>
          <p:nvPr/>
        </p:nvSpPr>
        <p:spPr>
          <a:xfrm>
            <a:off x="7564767" y="37358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6" name="data_5717">
            <a:extLst>
              <a:ext uri="{FF2B5EF4-FFF2-40B4-BE49-F238E27FC236}">
                <a16:creationId xmlns:a16="http://schemas.microsoft.com/office/drawing/2014/main" id="{3100C591-5F1D-48C1-BE2B-6261398413D3}"/>
              </a:ext>
            </a:extLst>
          </p:cNvPr>
          <p:cNvSpPr>
            <a:spLocks noGrp="1"/>
          </p:cNvSpPr>
          <p:nvPr/>
        </p:nvSpPr>
        <p:spPr>
          <a:xfrm>
            <a:off x="755070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7" name="data_5718">
            <a:extLst>
              <a:ext uri="{FF2B5EF4-FFF2-40B4-BE49-F238E27FC236}">
                <a16:creationId xmlns:a16="http://schemas.microsoft.com/office/drawing/2014/main" id="{C67D5423-D52D-4827-909E-97C1A230F6EE}"/>
              </a:ext>
            </a:extLst>
          </p:cNvPr>
          <p:cNvSpPr>
            <a:spLocks noGrp="1"/>
          </p:cNvSpPr>
          <p:nvPr/>
        </p:nvSpPr>
        <p:spPr>
          <a:xfrm>
            <a:off x="7572630" y="373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8" name="data_5719">
            <a:extLst>
              <a:ext uri="{FF2B5EF4-FFF2-40B4-BE49-F238E27FC236}">
                <a16:creationId xmlns:a16="http://schemas.microsoft.com/office/drawing/2014/main" id="{0FA780CF-8D68-492B-8F7C-EB194EC7EB6B}"/>
              </a:ext>
            </a:extLst>
          </p:cNvPr>
          <p:cNvSpPr>
            <a:spLocks noGrp="1"/>
          </p:cNvSpPr>
          <p:nvPr/>
        </p:nvSpPr>
        <p:spPr>
          <a:xfrm>
            <a:off x="758528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9" name="data_5720">
            <a:extLst>
              <a:ext uri="{FF2B5EF4-FFF2-40B4-BE49-F238E27FC236}">
                <a16:creationId xmlns:a16="http://schemas.microsoft.com/office/drawing/2014/main" id="{D115BFAB-5E20-4CFD-8CF2-76F5DA60B798}"/>
              </a:ext>
            </a:extLst>
          </p:cNvPr>
          <p:cNvSpPr>
            <a:spLocks noGrp="1"/>
          </p:cNvSpPr>
          <p:nvPr/>
        </p:nvSpPr>
        <p:spPr>
          <a:xfrm>
            <a:off x="76330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0" name="data_5721">
            <a:extLst>
              <a:ext uri="{FF2B5EF4-FFF2-40B4-BE49-F238E27FC236}">
                <a16:creationId xmlns:a16="http://schemas.microsoft.com/office/drawing/2014/main" id="{F68FA233-FBA3-43B2-AFBC-34572CC9E961}"/>
              </a:ext>
            </a:extLst>
          </p:cNvPr>
          <p:cNvSpPr>
            <a:spLocks noGrp="1"/>
          </p:cNvSpPr>
          <p:nvPr/>
        </p:nvSpPr>
        <p:spPr>
          <a:xfrm>
            <a:off x="760916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1" name="data_5722">
            <a:extLst>
              <a:ext uri="{FF2B5EF4-FFF2-40B4-BE49-F238E27FC236}">
                <a16:creationId xmlns:a16="http://schemas.microsoft.com/office/drawing/2014/main" id="{D678D026-0C8C-4CC6-849F-EBE2C7E54DA1}"/>
              </a:ext>
            </a:extLst>
          </p:cNvPr>
          <p:cNvSpPr>
            <a:spLocks noGrp="1"/>
          </p:cNvSpPr>
          <p:nvPr/>
        </p:nvSpPr>
        <p:spPr>
          <a:xfrm>
            <a:off x="7573605" y="37434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2" name="data_5723">
            <a:extLst>
              <a:ext uri="{FF2B5EF4-FFF2-40B4-BE49-F238E27FC236}">
                <a16:creationId xmlns:a16="http://schemas.microsoft.com/office/drawing/2014/main" id="{C783ABCE-AAD4-4EDA-8E94-EDF7A884CCD4}"/>
              </a:ext>
            </a:extLst>
          </p:cNvPr>
          <p:cNvSpPr>
            <a:spLocks noGrp="1"/>
          </p:cNvSpPr>
          <p:nvPr/>
        </p:nvSpPr>
        <p:spPr>
          <a:xfrm>
            <a:off x="755664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3" name="data_5724">
            <a:extLst>
              <a:ext uri="{FF2B5EF4-FFF2-40B4-BE49-F238E27FC236}">
                <a16:creationId xmlns:a16="http://schemas.microsoft.com/office/drawing/2014/main" id="{5451DC72-651E-4AC8-94CC-784DB816D1A2}"/>
              </a:ext>
            </a:extLst>
          </p:cNvPr>
          <p:cNvSpPr>
            <a:spLocks noGrp="1"/>
          </p:cNvSpPr>
          <p:nvPr/>
        </p:nvSpPr>
        <p:spPr>
          <a:xfrm>
            <a:off x="76392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4" name="data_5725">
            <a:extLst>
              <a:ext uri="{FF2B5EF4-FFF2-40B4-BE49-F238E27FC236}">
                <a16:creationId xmlns:a16="http://schemas.microsoft.com/office/drawing/2014/main" id="{3AF42C85-5391-4173-87E8-7711E4282539}"/>
              </a:ext>
            </a:extLst>
          </p:cNvPr>
          <p:cNvSpPr>
            <a:spLocks noGrp="1"/>
          </p:cNvSpPr>
          <p:nvPr/>
        </p:nvSpPr>
        <p:spPr>
          <a:xfrm>
            <a:off x="7550257" y="3742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5" name="data_5726">
            <a:extLst>
              <a:ext uri="{FF2B5EF4-FFF2-40B4-BE49-F238E27FC236}">
                <a16:creationId xmlns:a16="http://schemas.microsoft.com/office/drawing/2014/main" id="{CA6CE05A-154A-4C81-8960-9163025E05EC}"/>
              </a:ext>
            </a:extLst>
          </p:cNvPr>
          <p:cNvSpPr>
            <a:spLocks noGrp="1"/>
          </p:cNvSpPr>
          <p:nvPr/>
        </p:nvSpPr>
        <p:spPr>
          <a:xfrm>
            <a:off x="753954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6" name="data_5727">
            <a:extLst>
              <a:ext uri="{FF2B5EF4-FFF2-40B4-BE49-F238E27FC236}">
                <a16:creationId xmlns:a16="http://schemas.microsoft.com/office/drawing/2014/main" id="{5FE12551-A43D-4BB0-A765-8B24EA15E362}"/>
              </a:ext>
            </a:extLst>
          </p:cNvPr>
          <p:cNvSpPr>
            <a:spLocks noGrp="1"/>
          </p:cNvSpPr>
          <p:nvPr/>
        </p:nvSpPr>
        <p:spPr>
          <a:xfrm>
            <a:off x="758964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7" name="data_5728">
            <a:extLst>
              <a:ext uri="{FF2B5EF4-FFF2-40B4-BE49-F238E27FC236}">
                <a16:creationId xmlns:a16="http://schemas.microsoft.com/office/drawing/2014/main" id="{5F19CFA8-A650-45B0-A5D2-E820DB39BCE1}"/>
              </a:ext>
            </a:extLst>
          </p:cNvPr>
          <p:cNvSpPr>
            <a:spLocks noGrp="1"/>
          </p:cNvSpPr>
          <p:nvPr/>
        </p:nvSpPr>
        <p:spPr>
          <a:xfrm>
            <a:off x="7630751" y="3743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8" name="data_5729">
            <a:extLst>
              <a:ext uri="{FF2B5EF4-FFF2-40B4-BE49-F238E27FC236}">
                <a16:creationId xmlns:a16="http://schemas.microsoft.com/office/drawing/2014/main" id="{F919534D-D3B0-4A3B-8206-EC5DB25594E2}"/>
              </a:ext>
            </a:extLst>
          </p:cNvPr>
          <p:cNvSpPr>
            <a:spLocks noGrp="1"/>
          </p:cNvSpPr>
          <p:nvPr/>
        </p:nvSpPr>
        <p:spPr>
          <a:xfrm>
            <a:off x="7633665" y="37278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9" name="data_5730">
            <a:extLst>
              <a:ext uri="{FF2B5EF4-FFF2-40B4-BE49-F238E27FC236}">
                <a16:creationId xmlns:a16="http://schemas.microsoft.com/office/drawing/2014/main" id="{0E8ADC5A-D9D6-4B1D-BB10-F79DEDA2E559}"/>
              </a:ext>
            </a:extLst>
          </p:cNvPr>
          <p:cNvSpPr>
            <a:spLocks noGrp="1"/>
          </p:cNvSpPr>
          <p:nvPr/>
        </p:nvSpPr>
        <p:spPr>
          <a:xfrm>
            <a:off x="755285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0" name="data_5731">
            <a:extLst>
              <a:ext uri="{FF2B5EF4-FFF2-40B4-BE49-F238E27FC236}">
                <a16:creationId xmlns:a16="http://schemas.microsoft.com/office/drawing/2014/main" id="{59638F2A-D7B8-47D1-9675-9EE5F47C34F5}"/>
              </a:ext>
            </a:extLst>
          </p:cNvPr>
          <p:cNvSpPr>
            <a:spLocks noGrp="1"/>
          </p:cNvSpPr>
          <p:nvPr/>
        </p:nvSpPr>
        <p:spPr>
          <a:xfrm>
            <a:off x="7622261" y="37402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1" name="data_5732">
            <a:extLst>
              <a:ext uri="{FF2B5EF4-FFF2-40B4-BE49-F238E27FC236}">
                <a16:creationId xmlns:a16="http://schemas.microsoft.com/office/drawing/2014/main" id="{9891DB62-F6EE-43DF-85EF-5A3E35E79DD7}"/>
              </a:ext>
            </a:extLst>
          </p:cNvPr>
          <p:cNvSpPr>
            <a:spLocks noGrp="1"/>
          </p:cNvSpPr>
          <p:nvPr/>
        </p:nvSpPr>
        <p:spPr>
          <a:xfrm>
            <a:off x="7615021" y="37093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2" name="data_5733">
            <a:extLst>
              <a:ext uri="{FF2B5EF4-FFF2-40B4-BE49-F238E27FC236}">
                <a16:creationId xmlns:a16="http://schemas.microsoft.com/office/drawing/2014/main" id="{347A3872-8081-469D-8B90-89969FF13531}"/>
              </a:ext>
            </a:extLst>
          </p:cNvPr>
          <p:cNvSpPr>
            <a:spLocks noGrp="1"/>
          </p:cNvSpPr>
          <p:nvPr/>
        </p:nvSpPr>
        <p:spPr>
          <a:xfrm>
            <a:off x="759880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3" name="data_5734">
            <a:extLst>
              <a:ext uri="{FF2B5EF4-FFF2-40B4-BE49-F238E27FC236}">
                <a16:creationId xmlns:a16="http://schemas.microsoft.com/office/drawing/2014/main" id="{FB9B862A-E9E0-43B5-82C2-A913A9AFD3B5}"/>
              </a:ext>
            </a:extLst>
          </p:cNvPr>
          <p:cNvSpPr>
            <a:spLocks noGrp="1"/>
          </p:cNvSpPr>
          <p:nvPr/>
        </p:nvSpPr>
        <p:spPr>
          <a:xfrm>
            <a:off x="757136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4" name="data_5735">
            <a:extLst>
              <a:ext uri="{FF2B5EF4-FFF2-40B4-BE49-F238E27FC236}">
                <a16:creationId xmlns:a16="http://schemas.microsoft.com/office/drawing/2014/main" id="{26DA045A-E422-4623-99F2-D6A2AAC40EC2}"/>
              </a:ext>
            </a:extLst>
          </p:cNvPr>
          <p:cNvSpPr>
            <a:spLocks noGrp="1"/>
          </p:cNvSpPr>
          <p:nvPr/>
        </p:nvSpPr>
        <p:spPr>
          <a:xfrm>
            <a:off x="76219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5" name="data_5736">
            <a:extLst>
              <a:ext uri="{FF2B5EF4-FFF2-40B4-BE49-F238E27FC236}">
                <a16:creationId xmlns:a16="http://schemas.microsoft.com/office/drawing/2014/main" id="{42844D69-AEA2-4E25-AF40-5B8E712C021A}"/>
              </a:ext>
            </a:extLst>
          </p:cNvPr>
          <p:cNvSpPr>
            <a:spLocks noGrp="1"/>
          </p:cNvSpPr>
          <p:nvPr/>
        </p:nvSpPr>
        <p:spPr>
          <a:xfrm>
            <a:off x="755083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6" name="data_5737">
            <a:extLst>
              <a:ext uri="{FF2B5EF4-FFF2-40B4-BE49-F238E27FC236}">
                <a16:creationId xmlns:a16="http://schemas.microsoft.com/office/drawing/2014/main" id="{4D1F57BC-102A-4763-8137-15B67E49198D}"/>
              </a:ext>
            </a:extLst>
          </p:cNvPr>
          <p:cNvSpPr>
            <a:spLocks noGrp="1"/>
          </p:cNvSpPr>
          <p:nvPr/>
        </p:nvSpPr>
        <p:spPr>
          <a:xfrm>
            <a:off x="7546396" y="37224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7" name="data_5738">
            <a:extLst>
              <a:ext uri="{FF2B5EF4-FFF2-40B4-BE49-F238E27FC236}">
                <a16:creationId xmlns:a16="http://schemas.microsoft.com/office/drawing/2014/main" id="{3CB399EB-11C1-4BF5-A5A1-29E19490607E}"/>
              </a:ext>
            </a:extLst>
          </p:cNvPr>
          <p:cNvSpPr>
            <a:spLocks noGrp="1"/>
          </p:cNvSpPr>
          <p:nvPr/>
        </p:nvSpPr>
        <p:spPr>
          <a:xfrm>
            <a:off x="759433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8" name="data_5739">
            <a:extLst>
              <a:ext uri="{FF2B5EF4-FFF2-40B4-BE49-F238E27FC236}">
                <a16:creationId xmlns:a16="http://schemas.microsoft.com/office/drawing/2014/main" id="{0DF7DA97-8D4A-4513-B99B-1B467F544FBA}"/>
              </a:ext>
            </a:extLst>
          </p:cNvPr>
          <p:cNvSpPr>
            <a:spLocks noGrp="1"/>
          </p:cNvSpPr>
          <p:nvPr/>
        </p:nvSpPr>
        <p:spPr>
          <a:xfrm>
            <a:off x="758382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9" name="data_5740">
            <a:extLst>
              <a:ext uri="{FF2B5EF4-FFF2-40B4-BE49-F238E27FC236}">
                <a16:creationId xmlns:a16="http://schemas.microsoft.com/office/drawing/2014/main" id="{79823DC9-4A5C-4A50-A5F3-3722A0DA0360}"/>
              </a:ext>
            </a:extLst>
          </p:cNvPr>
          <p:cNvSpPr>
            <a:spLocks noGrp="1"/>
          </p:cNvSpPr>
          <p:nvPr/>
        </p:nvSpPr>
        <p:spPr>
          <a:xfrm>
            <a:off x="75450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0" name="data_5741">
            <a:extLst>
              <a:ext uri="{FF2B5EF4-FFF2-40B4-BE49-F238E27FC236}">
                <a16:creationId xmlns:a16="http://schemas.microsoft.com/office/drawing/2014/main" id="{9447A22A-1B93-4CC5-A20B-0DD027493A24}"/>
              </a:ext>
            </a:extLst>
          </p:cNvPr>
          <p:cNvSpPr>
            <a:spLocks noGrp="1"/>
          </p:cNvSpPr>
          <p:nvPr/>
        </p:nvSpPr>
        <p:spPr>
          <a:xfrm>
            <a:off x="7637833" y="3724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1" name="data_5742">
            <a:extLst>
              <a:ext uri="{FF2B5EF4-FFF2-40B4-BE49-F238E27FC236}">
                <a16:creationId xmlns:a16="http://schemas.microsoft.com/office/drawing/2014/main" id="{48EEE021-5E0A-40BF-9917-F95D7ABA8673}"/>
              </a:ext>
            </a:extLst>
          </p:cNvPr>
          <p:cNvSpPr>
            <a:spLocks noGrp="1"/>
          </p:cNvSpPr>
          <p:nvPr/>
        </p:nvSpPr>
        <p:spPr>
          <a:xfrm>
            <a:off x="762282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2" name="data_5743">
            <a:extLst>
              <a:ext uri="{FF2B5EF4-FFF2-40B4-BE49-F238E27FC236}">
                <a16:creationId xmlns:a16="http://schemas.microsoft.com/office/drawing/2014/main" id="{1C9EFA80-97BD-4EB1-824D-B7777618A018}"/>
              </a:ext>
            </a:extLst>
          </p:cNvPr>
          <p:cNvSpPr>
            <a:spLocks noGrp="1"/>
          </p:cNvSpPr>
          <p:nvPr/>
        </p:nvSpPr>
        <p:spPr>
          <a:xfrm>
            <a:off x="7533366" y="3715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3" name="data_5744">
            <a:extLst>
              <a:ext uri="{FF2B5EF4-FFF2-40B4-BE49-F238E27FC236}">
                <a16:creationId xmlns:a16="http://schemas.microsoft.com/office/drawing/2014/main" id="{07E5E6EA-1524-49A8-BB30-C15D1C86E436}"/>
              </a:ext>
            </a:extLst>
          </p:cNvPr>
          <p:cNvSpPr>
            <a:spLocks noGrp="1"/>
          </p:cNvSpPr>
          <p:nvPr/>
        </p:nvSpPr>
        <p:spPr>
          <a:xfrm>
            <a:off x="763479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4" name="data_5745">
            <a:extLst>
              <a:ext uri="{FF2B5EF4-FFF2-40B4-BE49-F238E27FC236}">
                <a16:creationId xmlns:a16="http://schemas.microsoft.com/office/drawing/2014/main" id="{49DF210F-5DDD-4CAB-8725-4FFB06B5C684}"/>
              </a:ext>
            </a:extLst>
          </p:cNvPr>
          <p:cNvSpPr>
            <a:spLocks noGrp="1"/>
          </p:cNvSpPr>
          <p:nvPr/>
        </p:nvSpPr>
        <p:spPr>
          <a:xfrm>
            <a:off x="76034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5" name="data_5746">
            <a:extLst>
              <a:ext uri="{FF2B5EF4-FFF2-40B4-BE49-F238E27FC236}">
                <a16:creationId xmlns:a16="http://schemas.microsoft.com/office/drawing/2014/main" id="{EE4000BF-AFB8-4EB2-B81D-D977546BB360}"/>
              </a:ext>
            </a:extLst>
          </p:cNvPr>
          <p:cNvSpPr>
            <a:spLocks noGrp="1"/>
          </p:cNvSpPr>
          <p:nvPr/>
        </p:nvSpPr>
        <p:spPr>
          <a:xfrm>
            <a:off x="755269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6" name="data_5747">
            <a:extLst>
              <a:ext uri="{FF2B5EF4-FFF2-40B4-BE49-F238E27FC236}">
                <a16:creationId xmlns:a16="http://schemas.microsoft.com/office/drawing/2014/main" id="{690FC53B-F333-4BF4-A477-84B2D22166CC}"/>
              </a:ext>
            </a:extLst>
          </p:cNvPr>
          <p:cNvSpPr>
            <a:spLocks noGrp="1"/>
          </p:cNvSpPr>
          <p:nvPr/>
        </p:nvSpPr>
        <p:spPr>
          <a:xfrm>
            <a:off x="75936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7" name="data_5748">
            <a:extLst>
              <a:ext uri="{FF2B5EF4-FFF2-40B4-BE49-F238E27FC236}">
                <a16:creationId xmlns:a16="http://schemas.microsoft.com/office/drawing/2014/main" id="{3439B1BE-3AC1-400F-A04C-F1350178C9B6}"/>
              </a:ext>
            </a:extLst>
          </p:cNvPr>
          <p:cNvSpPr>
            <a:spLocks noGrp="1"/>
          </p:cNvSpPr>
          <p:nvPr/>
        </p:nvSpPr>
        <p:spPr>
          <a:xfrm>
            <a:off x="7599712" y="36689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8" name="data_5749">
            <a:extLst>
              <a:ext uri="{FF2B5EF4-FFF2-40B4-BE49-F238E27FC236}">
                <a16:creationId xmlns:a16="http://schemas.microsoft.com/office/drawing/2014/main" id="{9F60B686-EC27-46A0-A2AA-2D0D94D3125E}"/>
              </a:ext>
            </a:extLst>
          </p:cNvPr>
          <p:cNvSpPr>
            <a:spLocks noGrp="1"/>
          </p:cNvSpPr>
          <p:nvPr/>
        </p:nvSpPr>
        <p:spPr>
          <a:xfrm>
            <a:off x="762645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9" name="data_5750">
            <a:extLst>
              <a:ext uri="{FF2B5EF4-FFF2-40B4-BE49-F238E27FC236}">
                <a16:creationId xmlns:a16="http://schemas.microsoft.com/office/drawing/2014/main" id="{496D39EB-0F97-4892-8CB9-E029F4CDC416}"/>
              </a:ext>
            </a:extLst>
          </p:cNvPr>
          <p:cNvSpPr>
            <a:spLocks noGrp="1"/>
          </p:cNvSpPr>
          <p:nvPr/>
        </p:nvSpPr>
        <p:spPr>
          <a:xfrm>
            <a:off x="7542209" y="37238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0" name="data_5751">
            <a:extLst>
              <a:ext uri="{FF2B5EF4-FFF2-40B4-BE49-F238E27FC236}">
                <a16:creationId xmlns:a16="http://schemas.microsoft.com/office/drawing/2014/main" id="{70D3B8E9-6460-446E-A41A-F07EFDDD20E5}"/>
              </a:ext>
            </a:extLst>
          </p:cNvPr>
          <p:cNvSpPr>
            <a:spLocks noGrp="1"/>
          </p:cNvSpPr>
          <p:nvPr/>
        </p:nvSpPr>
        <p:spPr>
          <a:xfrm>
            <a:off x="781908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1" name="data_5752">
            <a:extLst>
              <a:ext uri="{FF2B5EF4-FFF2-40B4-BE49-F238E27FC236}">
                <a16:creationId xmlns:a16="http://schemas.microsoft.com/office/drawing/2014/main" id="{A676CA3A-522C-46A0-B849-6FEE49D5B99C}"/>
              </a:ext>
            </a:extLst>
          </p:cNvPr>
          <p:cNvSpPr>
            <a:spLocks noGrp="1"/>
          </p:cNvSpPr>
          <p:nvPr/>
        </p:nvSpPr>
        <p:spPr>
          <a:xfrm>
            <a:off x="7848490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2" name="data_5753">
            <a:extLst>
              <a:ext uri="{FF2B5EF4-FFF2-40B4-BE49-F238E27FC236}">
                <a16:creationId xmlns:a16="http://schemas.microsoft.com/office/drawing/2014/main" id="{451CE829-9E59-450E-B9DC-1B3A9D44CCE7}"/>
              </a:ext>
            </a:extLst>
          </p:cNvPr>
          <p:cNvSpPr>
            <a:spLocks noGrp="1"/>
          </p:cNvSpPr>
          <p:nvPr/>
        </p:nvSpPr>
        <p:spPr>
          <a:xfrm>
            <a:off x="786394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3" name="data_5754">
            <a:extLst>
              <a:ext uri="{FF2B5EF4-FFF2-40B4-BE49-F238E27FC236}">
                <a16:creationId xmlns:a16="http://schemas.microsoft.com/office/drawing/2014/main" id="{C81E028D-0F51-4030-AA36-1A4F497D11DF}"/>
              </a:ext>
            </a:extLst>
          </p:cNvPr>
          <p:cNvSpPr>
            <a:spLocks noGrp="1"/>
          </p:cNvSpPr>
          <p:nvPr/>
        </p:nvSpPr>
        <p:spPr>
          <a:xfrm>
            <a:off x="7779525" y="35540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4" name="data_5755">
            <a:extLst>
              <a:ext uri="{FF2B5EF4-FFF2-40B4-BE49-F238E27FC236}">
                <a16:creationId xmlns:a16="http://schemas.microsoft.com/office/drawing/2014/main" id="{6CD2F0D6-5F05-4A71-B228-E1B30F292FD7}"/>
              </a:ext>
            </a:extLst>
          </p:cNvPr>
          <p:cNvSpPr>
            <a:spLocks noGrp="1"/>
          </p:cNvSpPr>
          <p:nvPr/>
        </p:nvSpPr>
        <p:spPr>
          <a:xfrm>
            <a:off x="7831526" y="223287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5" name="data_5756">
            <a:extLst>
              <a:ext uri="{FF2B5EF4-FFF2-40B4-BE49-F238E27FC236}">
                <a16:creationId xmlns:a16="http://schemas.microsoft.com/office/drawing/2014/main" id="{C28EF2B5-BC58-4771-8974-370AA709F975}"/>
              </a:ext>
            </a:extLst>
          </p:cNvPr>
          <p:cNvSpPr>
            <a:spLocks noGrp="1"/>
          </p:cNvSpPr>
          <p:nvPr/>
        </p:nvSpPr>
        <p:spPr>
          <a:xfrm>
            <a:off x="785919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6" name="data_5757">
            <a:extLst>
              <a:ext uri="{FF2B5EF4-FFF2-40B4-BE49-F238E27FC236}">
                <a16:creationId xmlns:a16="http://schemas.microsoft.com/office/drawing/2014/main" id="{49D5D07B-DCDA-434F-A84F-DD0E52B4E2E5}"/>
              </a:ext>
            </a:extLst>
          </p:cNvPr>
          <p:cNvSpPr>
            <a:spLocks noGrp="1"/>
          </p:cNvSpPr>
          <p:nvPr/>
        </p:nvSpPr>
        <p:spPr>
          <a:xfrm>
            <a:off x="779276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7" name="data_5758">
            <a:extLst>
              <a:ext uri="{FF2B5EF4-FFF2-40B4-BE49-F238E27FC236}">
                <a16:creationId xmlns:a16="http://schemas.microsoft.com/office/drawing/2014/main" id="{27A9ED25-C96F-4918-84A9-6C7F28C198E2}"/>
              </a:ext>
            </a:extLst>
          </p:cNvPr>
          <p:cNvSpPr>
            <a:spLocks noGrp="1"/>
          </p:cNvSpPr>
          <p:nvPr/>
        </p:nvSpPr>
        <p:spPr>
          <a:xfrm>
            <a:off x="784368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8" name="data_5759">
            <a:extLst>
              <a:ext uri="{FF2B5EF4-FFF2-40B4-BE49-F238E27FC236}">
                <a16:creationId xmlns:a16="http://schemas.microsoft.com/office/drawing/2014/main" id="{64ACD691-4FB7-417D-B6FB-AB003ABDAE68}"/>
              </a:ext>
            </a:extLst>
          </p:cNvPr>
          <p:cNvSpPr>
            <a:spLocks noGrp="1"/>
          </p:cNvSpPr>
          <p:nvPr/>
        </p:nvSpPr>
        <p:spPr>
          <a:xfrm>
            <a:off x="7768794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9" name="data_5760">
            <a:extLst>
              <a:ext uri="{FF2B5EF4-FFF2-40B4-BE49-F238E27FC236}">
                <a16:creationId xmlns:a16="http://schemas.microsoft.com/office/drawing/2014/main" id="{D5199169-18A8-4CF0-9F7C-9719E8FD8CA5}"/>
              </a:ext>
            </a:extLst>
          </p:cNvPr>
          <p:cNvSpPr>
            <a:spLocks noGrp="1"/>
          </p:cNvSpPr>
          <p:nvPr/>
        </p:nvSpPr>
        <p:spPr>
          <a:xfrm>
            <a:off x="781024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0" name="data_5761">
            <a:extLst>
              <a:ext uri="{FF2B5EF4-FFF2-40B4-BE49-F238E27FC236}">
                <a16:creationId xmlns:a16="http://schemas.microsoft.com/office/drawing/2014/main" id="{CBF93602-82FC-4973-AA35-81384CAF6017}"/>
              </a:ext>
            </a:extLst>
          </p:cNvPr>
          <p:cNvSpPr>
            <a:spLocks noGrp="1"/>
          </p:cNvSpPr>
          <p:nvPr/>
        </p:nvSpPr>
        <p:spPr>
          <a:xfrm>
            <a:off x="7816807" y="26297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1" name="data_5762">
            <a:extLst>
              <a:ext uri="{FF2B5EF4-FFF2-40B4-BE49-F238E27FC236}">
                <a16:creationId xmlns:a16="http://schemas.microsoft.com/office/drawing/2014/main" id="{7D1426E3-122D-4BB6-9799-8A5585E0E82E}"/>
              </a:ext>
            </a:extLst>
          </p:cNvPr>
          <p:cNvSpPr>
            <a:spLocks noGrp="1"/>
          </p:cNvSpPr>
          <p:nvPr/>
        </p:nvSpPr>
        <p:spPr>
          <a:xfrm>
            <a:off x="783902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2" name="data_5763">
            <a:extLst>
              <a:ext uri="{FF2B5EF4-FFF2-40B4-BE49-F238E27FC236}">
                <a16:creationId xmlns:a16="http://schemas.microsoft.com/office/drawing/2014/main" id="{AB121371-869A-411C-A835-03033055B633}"/>
              </a:ext>
            </a:extLst>
          </p:cNvPr>
          <p:cNvSpPr>
            <a:spLocks noGrp="1"/>
          </p:cNvSpPr>
          <p:nvPr/>
        </p:nvSpPr>
        <p:spPr>
          <a:xfrm>
            <a:off x="7822959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3" name="data_5764">
            <a:extLst>
              <a:ext uri="{FF2B5EF4-FFF2-40B4-BE49-F238E27FC236}">
                <a16:creationId xmlns:a16="http://schemas.microsoft.com/office/drawing/2014/main" id="{4475747C-E80E-44BC-9EDE-0D35BBB5C09D}"/>
              </a:ext>
            </a:extLst>
          </p:cNvPr>
          <p:cNvSpPr>
            <a:spLocks noGrp="1"/>
          </p:cNvSpPr>
          <p:nvPr/>
        </p:nvSpPr>
        <p:spPr>
          <a:xfrm>
            <a:off x="784861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4" name="data_5765">
            <a:extLst>
              <a:ext uri="{FF2B5EF4-FFF2-40B4-BE49-F238E27FC236}">
                <a16:creationId xmlns:a16="http://schemas.microsoft.com/office/drawing/2014/main" id="{664B372D-DA8B-49F7-973D-0F855320E341}"/>
              </a:ext>
            </a:extLst>
          </p:cNvPr>
          <p:cNvSpPr>
            <a:spLocks noGrp="1"/>
          </p:cNvSpPr>
          <p:nvPr/>
        </p:nvSpPr>
        <p:spPr>
          <a:xfrm>
            <a:off x="782262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5" name="data_5766">
            <a:extLst>
              <a:ext uri="{FF2B5EF4-FFF2-40B4-BE49-F238E27FC236}">
                <a16:creationId xmlns:a16="http://schemas.microsoft.com/office/drawing/2014/main" id="{6EC05B80-EC83-4152-A6CD-71102FE84517}"/>
              </a:ext>
            </a:extLst>
          </p:cNvPr>
          <p:cNvSpPr>
            <a:spLocks noGrp="1"/>
          </p:cNvSpPr>
          <p:nvPr/>
        </p:nvSpPr>
        <p:spPr>
          <a:xfrm>
            <a:off x="786422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6" name="data_5767">
            <a:extLst>
              <a:ext uri="{FF2B5EF4-FFF2-40B4-BE49-F238E27FC236}">
                <a16:creationId xmlns:a16="http://schemas.microsoft.com/office/drawing/2014/main" id="{ADA34011-E750-472F-AE4D-E442BFD8F236}"/>
              </a:ext>
            </a:extLst>
          </p:cNvPr>
          <p:cNvSpPr>
            <a:spLocks noGrp="1"/>
          </p:cNvSpPr>
          <p:nvPr/>
        </p:nvSpPr>
        <p:spPr>
          <a:xfrm>
            <a:off x="782013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7" name="data_5768">
            <a:extLst>
              <a:ext uri="{FF2B5EF4-FFF2-40B4-BE49-F238E27FC236}">
                <a16:creationId xmlns:a16="http://schemas.microsoft.com/office/drawing/2014/main" id="{27783383-B38C-4BC1-BB63-B5DF1022B525}"/>
              </a:ext>
            </a:extLst>
          </p:cNvPr>
          <p:cNvSpPr>
            <a:spLocks noGrp="1"/>
          </p:cNvSpPr>
          <p:nvPr/>
        </p:nvSpPr>
        <p:spPr>
          <a:xfrm>
            <a:off x="783586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8" name="data_5769">
            <a:extLst>
              <a:ext uri="{FF2B5EF4-FFF2-40B4-BE49-F238E27FC236}">
                <a16:creationId xmlns:a16="http://schemas.microsoft.com/office/drawing/2014/main" id="{2B840F2E-B2C3-4BB0-9553-EB6059C92963}"/>
              </a:ext>
            </a:extLst>
          </p:cNvPr>
          <p:cNvSpPr>
            <a:spLocks noGrp="1"/>
          </p:cNvSpPr>
          <p:nvPr/>
        </p:nvSpPr>
        <p:spPr>
          <a:xfrm>
            <a:off x="7783774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9" name="data_5770">
            <a:extLst>
              <a:ext uri="{FF2B5EF4-FFF2-40B4-BE49-F238E27FC236}">
                <a16:creationId xmlns:a16="http://schemas.microsoft.com/office/drawing/2014/main" id="{918A7677-D959-4052-826D-938D666B721B}"/>
              </a:ext>
            </a:extLst>
          </p:cNvPr>
          <p:cNvSpPr>
            <a:spLocks noGrp="1"/>
          </p:cNvSpPr>
          <p:nvPr/>
        </p:nvSpPr>
        <p:spPr>
          <a:xfrm>
            <a:off x="7764138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0" name="data_5771">
            <a:extLst>
              <a:ext uri="{FF2B5EF4-FFF2-40B4-BE49-F238E27FC236}">
                <a16:creationId xmlns:a16="http://schemas.microsoft.com/office/drawing/2014/main" id="{77DF0659-FDB0-4083-BF45-BB199D6E2ED7}"/>
              </a:ext>
            </a:extLst>
          </p:cNvPr>
          <p:cNvSpPr>
            <a:spLocks noGrp="1"/>
          </p:cNvSpPr>
          <p:nvPr/>
        </p:nvSpPr>
        <p:spPr>
          <a:xfrm>
            <a:off x="7809232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1" name="data_5772">
            <a:extLst>
              <a:ext uri="{FF2B5EF4-FFF2-40B4-BE49-F238E27FC236}">
                <a16:creationId xmlns:a16="http://schemas.microsoft.com/office/drawing/2014/main" id="{1C7DEC58-9FDF-478E-9848-E21ACAD7D3A0}"/>
              </a:ext>
            </a:extLst>
          </p:cNvPr>
          <p:cNvSpPr>
            <a:spLocks noGrp="1"/>
          </p:cNvSpPr>
          <p:nvPr/>
        </p:nvSpPr>
        <p:spPr>
          <a:xfrm>
            <a:off x="784141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2" name="data_5773">
            <a:extLst>
              <a:ext uri="{FF2B5EF4-FFF2-40B4-BE49-F238E27FC236}">
                <a16:creationId xmlns:a16="http://schemas.microsoft.com/office/drawing/2014/main" id="{A8A835B1-E8E6-4BC7-8E1C-89678BFF9985}"/>
              </a:ext>
            </a:extLst>
          </p:cNvPr>
          <p:cNvSpPr>
            <a:spLocks noGrp="1"/>
          </p:cNvSpPr>
          <p:nvPr/>
        </p:nvSpPr>
        <p:spPr>
          <a:xfrm>
            <a:off x="784646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3" name="data_5774">
            <a:extLst>
              <a:ext uri="{FF2B5EF4-FFF2-40B4-BE49-F238E27FC236}">
                <a16:creationId xmlns:a16="http://schemas.microsoft.com/office/drawing/2014/main" id="{57FA26DD-60D1-4DB4-9594-7275C7D82B8F}"/>
              </a:ext>
            </a:extLst>
          </p:cNvPr>
          <p:cNvSpPr>
            <a:spLocks noGrp="1"/>
          </p:cNvSpPr>
          <p:nvPr/>
        </p:nvSpPr>
        <p:spPr>
          <a:xfrm>
            <a:off x="785220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4" name="data_5775">
            <a:extLst>
              <a:ext uri="{FF2B5EF4-FFF2-40B4-BE49-F238E27FC236}">
                <a16:creationId xmlns:a16="http://schemas.microsoft.com/office/drawing/2014/main" id="{D9413150-7AF0-49BD-819B-8C2CB51A1189}"/>
              </a:ext>
            </a:extLst>
          </p:cNvPr>
          <p:cNvSpPr>
            <a:spLocks noGrp="1"/>
          </p:cNvSpPr>
          <p:nvPr/>
        </p:nvSpPr>
        <p:spPr>
          <a:xfrm>
            <a:off x="786888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5" name="data_5776">
            <a:extLst>
              <a:ext uri="{FF2B5EF4-FFF2-40B4-BE49-F238E27FC236}">
                <a16:creationId xmlns:a16="http://schemas.microsoft.com/office/drawing/2014/main" id="{B96B79A9-0D41-4B4B-A4F9-9DE4B32BC744}"/>
              </a:ext>
            </a:extLst>
          </p:cNvPr>
          <p:cNvSpPr>
            <a:spLocks noGrp="1"/>
          </p:cNvSpPr>
          <p:nvPr/>
        </p:nvSpPr>
        <p:spPr>
          <a:xfrm>
            <a:off x="77723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6" name="data_5777">
            <a:extLst>
              <a:ext uri="{FF2B5EF4-FFF2-40B4-BE49-F238E27FC236}">
                <a16:creationId xmlns:a16="http://schemas.microsoft.com/office/drawing/2014/main" id="{E536F064-8684-41E3-A225-C20239582D31}"/>
              </a:ext>
            </a:extLst>
          </p:cNvPr>
          <p:cNvSpPr>
            <a:spLocks noGrp="1"/>
          </p:cNvSpPr>
          <p:nvPr/>
        </p:nvSpPr>
        <p:spPr>
          <a:xfrm>
            <a:off x="7834598" y="35059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7" name="data_5778">
            <a:extLst>
              <a:ext uri="{FF2B5EF4-FFF2-40B4-BE49-F238E27FC236}">
                <a16:creationId xmlns:a16="http://schemas.microsoft.com/office/drawing/2014/main" id="{43084DED-3622-4C24-A592-4D908385A89F}"/>
              </a:ext>
            </a:extLst>
          </p:cNvPr>
          <p:cNvSpPr>
            <a:spLocks noGrp="1"/>
          </p:cNvSpPr>
          <p:nvPr/>
        </p:nvSpPr>
        <p:spPr>
          <a:xfrm>
            <a:off x="7861701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8" name="data_5779">
            <a:extLst>
              <a:ext uri="{FF2B5EF4-FFF2-40B4-BE49-F238E27FC236}">
                <a16:creationId xmlns:a16="http://schemas.microsoft.com/office/drawing/2014/main" id="{B7A4B0D9-0178-4D26-BDD5-B9D00864D6DE}"/>
              </a:ext>
            </a:extLst>
          </p:cNvPr>
          <p:cNvSpPr>
            <a:spLocks noGrp="1"/>
          </p:cNvSpPr>
          <p:nvPr/>
        </p:nvSpPr>
        <p:spPr>
          <a:xfrm>
            <a:off x="784169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9" name="data_5780">
            <a:extLst>
              <a:ext uri="{FF2B5EF4-FFF2-40B4-BE49-F238E27FC236}">
                <a16:creationId xmlns:a16="http://schemas.microsoft.com/office/drawing/2014/main" id="{BE7CDA7D-5F79-46A4-A986-3A7DFF0FD043}"/>
              </a:ext>
            </a:extLst>
          </p:cNvPr>
          <p:cNvSpPr>
            <a:spLocks noGrp="1"/>
          </p:cNvSpPr>
          <p:nvPr/>
        </p:nvSpPr>
        <p:spPr>
          <a:xfrm>
            <a:off x="786318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0" name="data_5781">
            <a:extLst>
              <a:ext uri="{FF2B5EF4-FFF2-40B4-BE49-F238E27FC236}">
                <a16:creationId xmlns:a16="http://schemas.microsoft.com/office/drawing/2014/main" id="{C15D87BF-1B20-4B24-B2FB-83B6F5593580}"/>
              </a:ext>
            </a:extLst>
          </p:cNvPr>
          <p:cNvSpPr>
            <a:spLocks noGrp="1"/>
          </p:cNvSpPr>
          <p:nvPr/>
        </p:nvSpPr>
        <p:spPr>
          <a:xfrm>
            <a:off x="785928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1" name="data_5782">
            <a:extLst>
              <a:ext uri="{FF2B5EF4-FFF2-40B4-BE49-F238E27FC236}">
                <a16:creationId xmlns:a16="http://schemas.microsoft.com/office/drawing/2014/main" id="{DC29242F-1430-4489-8E81-298BE869F979}"/>
              </a:ext>
            </a:extLst>
          </p:cNvPr>
          <p:cNvSpPr>
            <a:spLocks noGrp="1"/>
          </p:cNvSpPr>
          <p:nvPr/>
        </p:nvSpPr>
        <p:spPr>
          <a:xfrm>
            <a:off x="7768757" y="26457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2" name="data_5783">
            <a:extLst>
              <a:ext uri="{FF2B5EF4-FFF2-40B4-BE49-F238E27FC236}">
                <a16:creationId xmlns:a16="http://schemas.microsoft.com/office/drawing/2014/main" id="{F0B1EE37-BDA1-4705-B9C5-5154A918C572}"/>
              </a:ext>
            </a:extLst>
          </p:cNvPr>
          <p:cNvSpPr>
            <a:spLocks noGrp="1"/>
          </p:cNvSpPr>
          <p:nvPr/>
        </p:nvSpPr>
        <p:spPr>
          <a:xfrm>
            <a:off x="780433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3" name="data_5784">
            <a:extLst>
              <a:ext uri="{FF2B5EF4-FFF2-40B4-BE49-F238E27FC236}">
                <a16:creationId xmlns:a16="http://schemas.microsoft.com/office/drawing/2014/main" id="{E49E91CF-F177-469B-A5ED-957F15F92ACF}"/>
              </a:ext>
            </a:extLst>
          </p:cNvPr>
          <p:cNvSpPr>
            <a:spLocks noGrp="1"/>
          </p:cNvSpPr>
          <p:nvPr/>
        </p:nvSpPr>
        <p:spPr>
          <a:xfrm>
            <a:off x="7799042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4" name="data_5785">
            <a:extLst>
              <a:ext uri="{FF2B5EF4-FFF2-40B4-BE49-F238E27FC236}">
                <a16:creationId xmlns:a16="http://schemas.microsoft.com/office/drawing/2014/main" id="{70051A6E-AE6C-4200-8660-83B7715842CF}"/>
              </a:ext>
            </a:extLst>
          </p:cNvPr>
          <p:cNvSpPr>
            <a:spLocks noGrp="1"/>
          </p:cNvSpPr>
          <p:nvPr/>
        </p:nvSpPr>
        <p:spPr>
          <a:xfrm>
            <a:off x="776012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5" name="data_5786">
            <a:extLst>
              <a:ext uri="{FF2B5EF4-FFF2-40B4-BE49-F238E27FC236}">
                <a16:creationId xmlns:a16="http://schemas.microsoft.com/office/drawing/2014/main" id="{DA6D8E84-41BC-4BA5-9B78-F166134602F4}"/>
              </a:ext>
            </a:extLst>
          </p:cNvPr>
          <p:cNvSpPr>
            <a:spLocks noGrp="1"/>
          </p:cNvSpPr>
          <p:nvPr/>
        </p:nvSpPr>
        <p:spPr>
          <a:xfrm>
            <a:off x="784008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6" name="data_5787">
            <a:extLst>
              <a:ext uri="{FF2B5EF4-FFF2-40B4-BE49-F238E27FC236}">
                <a16:creationId xmlns:a16="http://schemas.microsoft.com/office/drawing/2014/main" id="{143BADAC-7AF4-4516-89DE-BC124E5DC3B2}"/>
              </a:ext>
            </a:extLst>
          </p:cNvPr>
          <p:cNvSpPr>
            <a:spLocks noGrp="1"/>
          </p:cNvSpPr>
          <p:nvPr/>
        </p:nvSpPr>
        <p:spPr>
          <a:xfrm>
            <a:off x="778920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7" name="data_5788">
            <a:extLst>
              <a:ext uri="{FF2B5EF4-FFF2-40B4-BE49-F238E27FC236}">
                <a16:creationId xmlns:a16="http://schemas.microsoft.com/office/drawing/2014/main" id="{967BDF6D-6E91-4643-8675-086F749D6AE2}"/>
              </a:ext>
            </a:extLst>
          </p:cNvPr>
          <p:cNvSpPr>
            <a:spLocks noGrp="1"/>
          </p:cNvSpPr>
          <p:nvPr/>
        </p:nvSpPr>
        <p:spPr>
          <a:xfrm>
            <a:off x="784735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8" name="data_5789">
            <a:extLst>
              <a:ext uri="{FF2B5EF4-FFF2-40B4-BE49-F238E27FC236}">
                <a16:creationId xmlns:a16="http://schemas.microsoft.com/office/drawing/2014/main" id="{B3972E61-B965-4087-947F-04AB04E25F60}"/>
              </a:ext>
            </a:extLst>
          </p:cNvPr>
          <p:cNvSpPr>
            <a:spLocks noGrp="1"/>
          </p:cNvSpPr>
          <p:nvPr/>
        </p:nvSpPr>
        <p:spPr>
          <a:xfrm>
            <a:off x="78654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9" name="data_5790">
            <a:extLst>
              <a:ext uri="{FF2B5EF4-FFF2-40B4-BE49-F238E27FC236}">
                <a16:creationId xmlns:a16="http://schemas.microsoft.com/office/drawing/2014/main" id="{F6589D57-9AA7-4FF8-9A2A-C10F806049DF}"/>
              </a:ext>
            </a:extLst>
          </p:cNvPr>
          <p:cNvSpPr>
            <a:spLocks noGrp="1"/>
          </p:cNvSpPr>
          <p:nvPr/>
        </p:nvSpPr>
        <p:spPr>
          <a:xfrm>
            <a:off x="775910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0" name="data_5791">
            <a:extLst>
              <a:ext uri="{FF2B5EF4-FFF2-40B4-BE49-F238E27FC236}">
                <a16:creationId xmlns:a16="http://schemas.microsoft.com/office/drawing/2014/main" id="{8E3F3F1A-4FBB-447F-9D7A-E4611939CBBF}"/>
              </a:ext>
            </a:extLst>
          </p:cNvPr>
          <p:cNvSpPr>
            <a:spLocks noGrp="1"/>
          </p:cNvSpPr>
          <p:nvPr/>
        </p:nvSpPr>
        <p:spPr>
          <a:xfrm>
            <a:off x="78304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1" name="data_5792">
            <a:extLst>
              <a:ext uri="{FF2B5EF4-FFF2-40B4-BE49-F238E27FC236}">
                <a16:creationId xmlns:a16="http://schemas.microsoft.com/office/drawing/2014/main" id="{6471A99E-E046-4B62-B288-226244C5B609}"/>
              </a:ext>
            </a:extLst>
          </p:cNvPr>
          <p:cNvSpPr>
            <a:spLocks noGrp="1"/>
          </p:cNvSpPr>
          <p:nvPr/>
        </p:nvSpPr>
        <p:spPr>
          <a:xfrm>
            <a:off x="782697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2" name="data_5793">
            <a:extLst>
              <a:ext uri="{FF2B5EF4-FFF2-40B4-BE49-F238E27FC236}">
                <a16:creationId xmlns:a16="http://schemas.microsoft.com/office/drawing/2014/main" id="{F26061AD-D62D-43A0-B102-1C3F4C2AE1CE}"/>
              </a:ext>
            </a:extLst>
          </p:cNvPr>
          <p:cNvSpPr>
            <a:spLocks noGrp="1"/>
          </p:cNvSpPr>
          <p:nvPr/>
        </p:nvSpPr>
        <p:spPr>
          <a:xfrm>
            <a:off x="777273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3" name="data_5794">
            <a:extLst>
              <a:ext uri="{FF2B5EF4-FFF2-40B4-BE49-F238E27FC236}">
                <a16:creationId xmlns:a16="http://schemas.microsoft.com/office/drawing/2014/main" id="{99F7DF9C-22E7-4C8F-B89B-555CBE6D2C24}"/>
              </a:ext>
            </a:extLst>
          </p:cNvPr>
          <p:cNvSpPr>
            <a:spLocks noGrp="1"/>
          </p:cNvSpPr>
          <p:nvPr/>
        </p:nvSpPr>
        <p:spPr>
          <a:xfrm>
            <a:off x="7856213" y="23866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4" name="data_5795">
            <a:extLst>
              <a:ext uri="{FF2B5EF4-FFF2-40B4-BE49-F238E27FC236}">
                <a16:creationId xmlns:a16="http://schemas.microsoft.com/office/drawing/2014/main" id="{CFDDEAB3-3F29-4CDD-B811-2410BF63C5F8}"/>
              </a:ext>
            </a:extLst>
          </p:cNvPr>
          <p:cNvSpPr>
            <a:spLocks noGrp="1"/>
          </p:cNvSpPr>
          <p:nvPr/>
        </p:nvSpPr>
        <p:spPr>
          <a:xfrm>
            <a:off x="784570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5" name="data_5796">
            <a:extLst>
              <a:ext uri="{FF2B5EF4-FFF2-40B4-BE49-F238E27FC236}">
                <a16:creationId xmlns:a16="http://schemas.microsoft.com/office/drawing/2014/main" id="{E0B19B53-F6FF-403A-A52E-D2143B49A860}"/>
              </a:ext>
            </a:extLst>
          </p:cNvPr>
          <p:cNvSpPr>
            <a:spLocks noGrp="1"/>
          </p:cNvSpPr>
          <p:nvPr/>
        </p:nvSpPr>
        <p:spPr>
          <a:xfrm>
            <a:off x="7799221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6" name="data_5797">
            <a:extLst>
              <a:ext uri="{FF2B5EF4-FFF2-40B4-BE49-F238E27FC236}">
                <a16:creationId xmlns:a16="http://schemas.microsoft.com/office/drawing/2014/main" id="{BDA4651F-DCDF-42A2-BE05-9CFA47077578}"/>
              </a:ext>
            </a:extLst>
          </p:cNvPr>
          <p:cNvSpPr>
            <a:spLocks noGrp="1"/>
          </p:cNvSpPr>
          <p:nvPr/>
        </p:nvSpPr>
        <p:spPr>
          <a:xfrm>
            <a:off x="7821275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7" name="data_5798">
            <a:extLst>
              <a:ext uri="{FF2B5EF4-FFF2-40B4-BE49-F238E27FC236}">
                <a16:creationId xmlns:a16="http://schemas.microsoft.com/office/drawing/2014/main" id="{5D835E89-E477-454A-A62F-C60F983FEE18}"/>
              </a:ext>
            </a:extLst>
          </p:cNvPr>
          <p:cNvSpPr>
            <a:spLocks noGrp="1"/>
          </p:cNvSpPr>
          <p:nvPr/>
        </p:nvSpPr>
        <p:spPr>
          <a:xfrm>
            <a:off x="7807609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8" name="data_5799">
            <a:extLst>
              <a:ext uri="{FF2B5EF4-FFF2-40B4-BE49-F238E27FC236}">
                <a16:creationId xmlns:a16="http://schemas.microsoft.com/office/drawing/2014/main" id="{E397F221-9117-4EF0-8EC9-10096EF4C704}"/>
              </a:ext>
            </a:extLst>
          </p:cNvPr>
          <p:cNvSpPr>
            <a:spLocks noGrp="1"/>
          </p:cNvSpPr>
          <p:nvPr/>
        </p:nvSpPr>
        <p:spPr>
          <a:xfrm>
            <a:off x="779795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9" name="data_5800">
            <a:extLst>
              <a:ext uri="{FF2B5EF4-FFF2-40B4-BE49-F238E27FC236}">
                <a16:creationId xmlns:a16="http://schemas.microsoft.com/office/drawing/2014/main" id="{B555CDBE-07BC-4C6B-A06F-B177E1BB8F69}"/>
              </a:ext>
            </a:extLst>
          </p:cNvPr>
          <p:cNvSpPr>
            <a:spLocks noGrp="1"/>
          </p:cNvSpPr>
          <p:nvPr/>
        </p:nvSpPr>
        <p:spPr>
          <a:xfrm>
            <a:off x="785985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0" name="data_5801">
            <a:extLst>
              <a:ext uri="{FF2B5EF4-FFF2-40B4-BE49-F238E27FC236}">
                <a16:creationId xmlns:a16="http://schemas.microsoft.com/office/drawing/2014/main" id="{8CEB7047-61B3-4600-AA66-723243CF1675}"/>
              </a:ext>
            </a:extLst>
          </p:cNvPr>
          <p:cNvSpPr>
            <a:spLocks noGrp="1"/>
          </p:cNvSpPr>
          <p:nvPr/>
        </p:nvSpPr>
        <p:spPr>
          <a:xfrm>
            <a:off x="782878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1" name="data_5802">
            <a:extLst>
              <a:ext uri="{FF2B5EF4-FFF2-40B4-BE49-F238E27FC236}">
                <a16:creationId xmlns:a16="http://schemas.microsoft.com/office/drawing/2014/main" id="{8CDF4E2C-D431-4DEC-B36E-BD6FF7806E66}"/>
              </a:ext>
            </a:extLst>
          </p:cNvPr>
          <p:cNvSpPr>
            <a:spLocks noGrp="1"/>
          </p:cNvSpPr>
          <p:nvPr/>
        </p:nvSpPr>
        <p:spPr>
          <a:xfrm>
            <a:off x="782774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2" name="data_5803">
            <a:extLst>
              <a:ext uri="{FF2B5EF4-FFF2-40B4-BE49-F238E27FC236}">
                <a16:creationId xmlns:a16="http://schemas.microsoft.com/office/drawing/2014/main" id="{CD406508-1244-4D54-800D-AB70B066C9EA}"/>
              </a:ext>
            </a:extLst>
          </p:cNvPr>
          <p:cNvSpPr>
            <a:spLocks noGrp="1"/>
          </p:cNvSpPr>
          <p:nvPr/>
        </p:nvSpPr>
        <p:spPr>
          <a:xfrm>
            <a:off x="7764228" y="2825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3" name="data_5804">
            <a:extLst>
              <a:ext uri="{FF2B5EF4-FFF2-40B4-BE49-F238E27FC236}">
                <a16:creationId xmlns:a16="http://schemas.microsoft.com/office/drawing/2014/main" id="{26AEA48E-6644-4082-B96D-801895FF4BBC}"/>
              </a:ext>
            </a:extLst>
          </p:cNvPr>
          <p:cNvSpPr>
            <a:spLocks noGrp="1"/>
          </p:cNvSpPr>
          <p:nvPr/>
        </p:nvSpPr>
        <p:spPr>
          <a:xfrm>
            <a:off x="7829191" y="29175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4" name="data_5805">
            <a:extLst>
              <a:ext uri="{FF2B5EF4-FFF2-40B4-BE49-F238E27FC236}">
                <a16:creationId xmlns:a16="http://schemas.microsoft.com/office/drawing/2014/main" id="{F695D3F2-DC13-46A2-A7B9-1FA3B4ABA1F1}"/>
              </a:ext>
            </a:extLst>
          </p:cNvPr>
          <p:cNvSpPr>
            <a:spLocks noGrp="1"/>
          </p:cNvSpPr>
          <p:nvPr/>
        </p:nvSpPr>
        <p:spPr>
          <a:xfrm>
            <a:off x="784764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5" name="data_5806">
            <a:extLst>
              <a:ext uri="{FF2B5EF4-FFF2-40B4-BE49-F238E27FC236}">
                <a16:creationId xmlns:a16="http://schemas.microsoft.com/office/drawing/2014/main" id="{46C781E6-3FDF-47AB-AEC2-AA4D53EF81CE}"/>
              </a:ext>
            </a:extLst>
          </p:cNvPr>
          <p:cNvSpPr>
            <a:spLocks noGrp="1"/>
          </p:cNvSpPr>
          <p:nvPr/>
        </p:nvSpPr>
        <p:spPr>
          <a:xfrm>
            <a:off x="7861235" y="33185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6" name="data_5807">
            <a:extLst>
              <a:ext uri="{FF2B5EF4-FFF2-40B4-BE49-F238E27FC236}">
                <a16:creationId xmlns:a16="http://schemas.microsoft.com/office/drawing/2014/main" id="{29D51FCE-EF50-4416-835F-0B6A631FED25}"/>
              </a:ext>
            </a:extLst>
          </p:cNvPr>
          <p:cNvSpPr>
            <a:spLocks noGrp="1"/>
          </p:cNvSpPr>
          <p:nvPr/>
        </p:nvSpPr>
        <p:spPr>
          <a:xfrm>
            <a:off x="780902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7" name="data_5808">
            <a:extLst>
              <a:ext uri="{FF2B5EF4-FFF2-40B4-BE49-F238E27FC236}">
                <a16:creationId xmlns:a16="http://schemas.microsoft.com/office/drawing/2014/main" id="{2679E9BE-305F-4C06-A5FC-634221C17349}"/>
              </a:ext>
            </a:extLst>
          </p:cNvPr>
          <p:cNvSpPr>
            <a:spLocks noGrp="1"/>
          </p:cNvSpPr>
          <p:nvPr/>
        </p:nvSpPr>
        <p:spPr>
          <a:xfrm>
            <a:off x="781652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8" name="data_5809">
            <a:extLst>
              <a:ext uri="{FF2B5EF4-FFF2-40B4-BE49-F238E27FC236}">
                <a16:creationId xmlns:a16="http://schemas.microsoft.com/office/drawing/2014/main" id="{3CF6DD2F-0916-4F1C-81EB-A5A89E660779}"/>
              </a:ext>
            </a:extLst>
          </p:cNvPr>
          <p:cNvSpPr>
            <a:spLocks noGrp="1"/>
          </p:cNvSpPr>
          <p:nvPr/>
        </p:nvSpPr>
        <p:spPr>
          <a:xfrm>
            <a:off x="7844166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9" name="data_5810">
            <a:extLst>
              <a:ext uri="{FF2B5EF4-FFF2-40B4-BE49-F238E27FC236}">
                <a16:creationId xmlns:a16="http://schemas.microsoft.com/office/drawing/2014/main" id="{38742262-921B-404C-819C-85B4F153BE7A}"/>
              </a:ext>
            </a:extLst>
          </p:cNvPr>
          <p:cNvSpPr>
            <a:spLocks noGrp="1"/>
          </p:cNvSpPr>
          <p:nvPr/>
        </p:nvSpPr>
        <p:spPr>
          <a:xfrm>
            <a:off x="775962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0" name="data_5811">
            <a:extLst>
              <a:ext uri="{FF2B5EF4-FFF2-40B4-BE49-F238E27FC236}">
                <a16:creationId xmlns:a16="http://schemas.microsoft.com/office/drawing/2014/main" id="{5C85FB5B-E8ED-4D53-AC83-842669A26280}"/>
              </a:ext>
            </a:extLst>
          </p:cNvPr>
          <p:cNvSpPr>
            <a:spLocks noGrp="1"/>
          </p:cNvSpPr>
          <p:nvPr/>
        </p:nvSpPr>
        <p:spPr>
          <a:xfrm>
            <a:off x="7820795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1" name="data_5812">
            <a:extLst>
              <a:ext uri="{FF2B5EF4-FFF2-40B4-BE49-F238E27FC236}">
                <a16:creationId xmlns:a16="http://schemas.microsoft.com/office/drawing/2014/main" id="{3A6143B0-14CE-42F2-8C90-5789A9F2F055}"/>
              </a:ext>
            </a:extLst>
          </p:cNvPr>
          <p:cNvSpPr>
            <a:spLocks noGrp="1"/>
          </p:cNvSpPr>
          <p:nvPr/>
        </p:nvSpPr>
        <p:spPr>
          <a:xfrm>
            <a:off x="786601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2" name="data_5813">
            <a:extLst>
              <a:ext uri="{FF2B5EF4-FFF2-40B4-BE49-F238E27FC236}">
                <a16:creationId xmlns:a16="http://schemas.microsoft.com/office/drawing/2014/main" id="{E861555C-B0EA-43AF-B88E-336A76EB2B45}"/>
              </a:ext>
            </a:extLst>
          </p:cNvPr>
          <p:cNvSpPr>
            <a:spLocks noGrp="1"/>
          </p:cNvSpPr>
          <p:nvPr/>
        </p:nvSpPr>
        <p:spPr>
          <a:xfrm>
            <a:off x="784247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3" name="data_5814">
            <a:extLst>
              <a:ext uri="{FF2B5EF4-FFF2-40B4-BE49-F238E27FC236}">
                <a16:creationId xmlns:a16="http://schemas.microsoft.com/office/drawing/2014/main" id="{5F2EEFCA-2612-427F-8965-BEC5F0250155}"/>
              </a:ext>
            </a:extLst>
          </p:cNvPr>
          <p:cNvSpPr>
            <a:spLocks noGrp="1"/>
          </p:cNvSpPr>
          <p:nvPr/>
        </p:nvSpPr>
        <p:spPr>
          <a:xfrm>
            <a:off x="780684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4" name="data_5815">
            <a:extLst>
              <a:ext uri="{FF2B5EF4-FFF2-40B4-BE49-F238E27FC236}">
                <a16:creationId xmlns:a16="http://schemas.microsoft.com/office/drawing/2014/main" id="{5BE3DC6F-C1F2-4CFF-BA33-F01F573B2CCA}"/>
              </a:ext>
            </a:extLst>
          </p:cNvPr>
          <p:cNvSpPr>
            <a:spLocks noGrp="1"/>
          </p:cNvSpPr>
          <p:nvPr/>
        </p:nvSpPr>
        <p:spPr>
          <a:xfrm>
            <a:off x="781041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5" name="data_5816">
            <a:extLst>
              <a:ext uri="{FF2B5EF4-FFF2-40B4-BE49-F238E27FC236}">
                <a16:creationId xmlns:a16="http://schemas.microsoft.com/office/drawing/2014/main" id="{2AB01963-7245-40E5-BE32-75A52C56F4D4}"/>
              </a:ext>
            </a:extLst>
          </p:cNvPr>
          <p:cNvSpPr>
            <a:spLocks noGrp="1"/>
          </p:cNvSpPr>
          <p:nvPr/>
        </p:nvSpPr>
        <p:spPr>
          <a:xfrm>
            <a:off x="7856851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6" name="data_5817">
            <a:extLst>
              <a:ext uri="{FF2B5EF4-FFF2-40B4-BE49-F238E27FC236}">
                <a16:creationId xmlns:a16="http://schemas.microsoft.com/office/drawing/2014/main" id="{1D0EF207-B8EA-47A8-8002-B225F739C94E}"/>
              </a:ext>
            </a:extLst>
          </p:cNvPr>
          <p:cNvSpPr>
            <a:spLocks noGrp="1"/>
          </p:cNvSpPr>
          <p:nvPr/>
        </p:nvSpPr>
        <p:spPr>
          <a:xfrm>
            <a:off x="7796069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7" name="data_5818">
            <a:extLst>
              <a:ext uri="{FF2B5EF4-FFF2-40B4-BE49-F238E27FC236}">
                <a16:creationId xmlns:a16="http://schemas.microsoft.com/office/drawing/2014/main" id="{F262481F-CF2E-4BFF-8682-C0644F15C9A5}"/>
              </a:ext>
            </a:extLst>
          </p:cNvPr>
          <p:cNvSpPr>
            <a:spLocks noGrp="1"/>
          </p:cNvSpPr>
          <p:nvPr/>
        </p:nvSpPr>
        <p:spPr>
          <a:xfrm>
            <a:off x="780282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8" name="data_5819">
            <a:extLst>
              <a:ext uri="{FF2B5EF4-FFF2-40B4-BE49-F238E27FC236}">
                <a16:creationId xmlns:a16="http://schemas.microsoft.com/office/drawing/2014/main" id="{91DACCE1-401D-4917-A8CA-EC0F62FA8378}"/>
              </a:ext>
            </a:extLst>
          </p:cNvPr>
          <p:cNvSpPr>
            <a:spLocks noGrp="1"/>
          </p:cNvSpPr>
          <p:nvPr/>
        </p:nvSpPr>
        <p:spPr>
          <a:xfrm>
            <a:off x="7792976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9" name="data_5820">
            <a:extLst>
              <a:ext uri="{FF2B5EF4-FFF2-40B4-BE49-F238E27FC236}">
                <a16:creationId xmlns:a16="http://schemas.microsoft.com/office/drawing/2014/main" id="{07B94033-0527-455C-9CD5-8B9025D8A316}"/>
              </a:ext>
            </a:extLst>
          </p:cNvPr>
          <p:cNvSpPr>
            <a:spLocks noGrp="1"/>
          </p:cNvSpPr>
          <p:nvPr/>
        </p:nvSpPr>
        <p:spPr>
          <a:xfrm>
            <a:off x="7796420" y="32880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0" name="data_5821">
            <a:extLst>
              <a:ext uri="{FF2B5EF4-FFF2-40B4-BE49-F238E27FC236}">
                <a16:creationId xmlns:a16="http://schemas.microsoft.com/office/drawing/2014/main" id="{B8C1979B-C3FB-41C7-BBB9-FFA15EC2519A}"/>
              </a:ext>
            </a:extLst>
          </p:cNvPr>
          <p:cNvSpPr>
            <a:spLocks noGrp="1"/>
          </p:cNvSpPr>
          <p:nvPr/>
        </p:nvSpPr>
        <p:spPr>
          <a:xfrm>
            <a:off x="782127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1" name="data_5822">
            <a:extLst>
              <a:ext uri="{FF2B5EF4-FFF2-40B4-BE49-F238E27FC236}">
                <a16:creationId xmlns:a16="http://schemas.microsoft.com/office/drawing/2014/main" id="{719014DD-0678-4AE6-9956-CC4B51FD3361}"/>
              </a:ext>
            </a:extLst>
          </p:cNvPr>
          <p:cNvSpPr>
            <a:spLocks noGrp="1"/>
          </p:cNvSpPr>
          <p:nvPr/>
        </p:nvSpPr>
        <p:spPr>
          <a:xfrm>
            <a:off x="7802094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2" name="data_5823">
            <a:extLst>
              <a:ext uri="{FF2B5EF4-FFF2-40B4-BE49-F238E27FC236}">
                <a16:creationId xmlns:a16="http://schemas.microsoft.com/office/drawing/2014/main" id="{07C348C4-3974-4EAF-91C6-39D974FFE244}"/>
              </a:ext>
            </a:extLst>
          </p:cNvPr>
          <p:cNvSpPr>
            <a:spLocks noGrp="1"/>
          </p:cNvSpPr>
          <p:nvPr/>
        </p:nvSpPr>
        <p:spPr>
          <a:xfrm>
            <a:off x="786749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3" name="data_5824">
            <a:extLst>
              <a:ext uri="{FF2B5EF4-FFF2-40B4-BE49-F238E27FC236}">
                <a16:creationId xmlns:a16="http://schemas.microsoft.com/office/drawing/2014/main" id="{913A3823-30BF-4542-B2C1-4A78A8C4865B}"/>
              </a:ext>
            </a:extLst>
          </p:cNvPr>
          <p:cNvSpPr>
            <a:spLocks noGrp="1"/>
          </p:cNvSpPr>
          <p:nvPr/>
        </p:nvSpPr>
        <p:spPr>
          <a:xfrm>
            <a:off x="785216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4" name="data_5825">
            <a:extLst>
              <a:ext uri="{FF2B5EF4-FFF2-40B4-BE49-F238E27FC236}">
                <a16:creationId xmlns:a16="http://schemas.microsoft.com/office/drawing/2014/main" id="{9074D5F5-D6A2-432A-900B-0CFA761842FE}"/>
              </a:ext>
            </a:extLst>
          </p:cNvPr>
          <p:cNvSpPr>
            <a:spLocks noGrp="1"/>
          </p:cNvSpPr>
          <p:nvPr/>
        </p:nvSpPr>
        <p:spPr>
          <a:xfrm>
            <a:off x="776766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5" name="data_5826">
            <a:extLst>
              <a:ext uri="{FF2B5EF4-FFF2-40B4-BE49-F238E27FC236}">
                <a16:creationId xmlns:a16="http://schemas.microsoft.com/office/drawing/2014/main" id="{EC2F30D9-1B69-4552-A0D7-4F5A1717C657}"/>
              </a:ext>
            </a:extLst>
          </p:cNvPr>
          <p:cNvSpPr>
            <a:spLocks noGrp="1"/>
          </p:cNvSpPr>
          <p:nvPr/>
        </p:nvSpPr>
        <p:spPr>
          <a:xfrm>
            <a:off x="7815830" y="33338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6" name="data_5827">
            <a:extLst>
              <a:ext uri="{FF2B5EF4-FFF2-40B4-BE49-F238E27FC236}">
                <a16:creationId xmlns:a16="http://schemas.microsoft.com/office/drawing/2014/main" id="{FF988F3A-A5D5-4DC5-93CC-22148FE920EF}"/>
              </a:ext>
            </a:extLst>
          </p:cNvPr>
          <p:cNvSpPr>
            <a:spLocks noGrp="1"/>
          </p:cNvSpPr>
          <p:nvPr/>
        </p:nvSpPr>
        <p:spPr>
          <a:xfrm>
            <a:off x="783881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7" name="data_5828">
            <a:extLst>
              <a:ext uri="{FF2B5EF4-FFF2-40B4-BE49-F238E27FC236}">
                <a16:creationId xmlns:a16="http://schemas.microsoft.com/office/drawing/2014/main" id="{803122CF-E1F4-489C-872F-2E2C3E934BF2}"/>
              </a:ext>
            </a:extLst>
          </p:cNvPr>
          <p:cNvSpPr>
            <a:spLocks noGrp="1"/>
          </p:cNvSpPr>
          <p:nvPr/>
        </p:nvSpPr>
        <p:spPr>
          <a:xfrm>
            <a:off x="784709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8" name="data_5829">
            <a:extLst>
              <a:ext uri="{FF2B5EF4-FFF2-40B4-BE49-F238E27FC236}">
                <a16:creationId xmlns:a16="http://schemas.microsoft.com/office/drawing/2014/main" id="{B0045A36-0F24-4247-AA79-E34405487A07}"/>
              </a:ext>
            </a:extLst>
          </p:cNvPr>
          <p:cNvSpPr>
            <a:spLocks noGrp="1"/>
          </p:cNvSpPr>
          <p:nvPr/>
        </p:nvSpPr>
        <p:spPr>
          <a:xfrm>
            <a:off x="78669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9" name="data_5830">
            <a:extLst>
              <a:ext uri="{FF2B5EF4-FFF2-40B4-BE49-F238E27FC236}">
                <a16:creationId xmlns:a16="http://schemas.microsoft.com/office/drawing/2014/main" id="{19B89B9E-BE9A-4B36-AD15-609C4E43D403}"/>
              </a:ext>
            </a:extLst>
          </p:cNvPr>
          <p:cNvSpPr>
            <a:spLocks noGrp="1"/>
          </p:cNvSpPr>
          <p:nvPr/>
        </p:nvSpPr>
        <p:spPr>
          <a:xfrm>
            <a:off x="7767146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0" name="data_5831">
            <a:extLst>
              <a:ext uri="{FF2B5EF4-FFF2-40B4-BE49-F238E27FC236}">
                <a16:creationId xmlns:a16="http://schemas.microsoft.com/office/drawing/2014/main" id="{520A16F5-23A0-4EAE-B3B0-18D9D7222CD2}"/>
              </a:ext>
            </a:extLst>
          </p:cNvPr>
          <p:cNvSpPr>
            <a:spLocks noGrp="1"/>
          </p:cNvSpPr>
          <p:nvPr/>
        </p:nvSpPr>
        <p:spPr>
          <a:xfrm>
            <a:off x="782930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1" name="data_5832">
            <a:extLst>
              <a:ext uri="{FF2B5EF4-FFF2-40B4-BE49-F238E27FC236}">
                <a16:creationId xmlns:a16="http://schemas.microsoft.com/office/drawing/2014/main" id="{46883EB2-93CC-46B1-B0FC-6B34D0414894}"/>
              </a:ext>
            </a:extLst>
          </p:cNvPr>
          <p:cNvSpPr>
            <a:spLocks noGrp="1"/>
          </p:cNvSpPr>
          <p:nvPr/>
        </p:nvSpPr>
        <p:spPr>
          <a:xfrm>
            <a:off x="776622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2" name="data_5833">
            <a:extLst>
              <a:ext uri="{FF2B5EF4-FFF2-40B4-BE49-F238E27FC236}">
                <a16:creationId xmlns:a16="http://schemas.microsoft.com/office/drawing/2014/main" id="{E8B31039-1104-45D2-9C57-E4505636173C}"/>
              </a:ext>
            </a:extLst>
          </p:cNvPr>
          <p:cNvSpPr>
            <a:spLocks noGrp="1"/>
          </p:cNvSpPr>
          <p:nvPr/>
        </p:nvSpPr>
        <p:spPr>
          <a:xfrm>
            <a:off x="7801780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3" name="data_5834">
            <a:extLst>
              <a:ext uri="{FF2B5EF4-FFF2-40B4-BE49-F238E27FC236}">
                <a16:creationId xmlns:a16="http://schemas.microsoft.com/office/drawing/2014/main" id="{979380AE-88F5-493C-A507-3BEDE8DC0567}"/>
              </a:ext>
            </a:extLst>
          </p:cNvPr>
          <p:cNvSpPr>
            <a:spLocks noGrp="1"/>
          </p:cNvSpPr>
          <p:nvPr/>
        </p:nvSpPr>
        <p:spPr>
          <a:xfrm>
            <a:off x="777523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4" name="data_5835">
            <a:extLst>
              <a:ext uri="{FF2B5EF4-FFF2-40B4-BE49-F238E27FC236}">
                <a16:creationId xmlns:a16="http://schemas.microsoft.com/office/drawing/2014/main" id="{09DDFB6C-938C-4169-B574-4D6DAD102B38}"/>
              </a:ext>
            </a:extLst>
          </p:cNvPr>
          <p:cNvSpPr>
            <a:spLocks noGrp="1"/>
          </p:cNvSpPr>
          <p:nvPr/>
        </p:nvSpPr>
        <p:spPr>
          <a:xfrm>
            <a:off x="782016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5" name="data_5836">
            <a:extLst>
              <a:ext uri="{FF2B5EF4-FFF2-40B4-BE49-F238E27FC236}">
                <a16:creationId xmlns:a16="http://schemas.microsoft.com/office/drawing/2014/main" id="{DFC1BB84-A930-488F-B455-331223A38153}"/>
              </a:ext>
            </a:extLst>
          </p:cNvPr>
          <p:cNvSpPr>
            <a:spLocks noGrp="1"/>
          </p:cNvSpPr>
          <p:nvPr/>
        </p:nvSpPr>
        <p:spPr>
          <a:xfrm>
            <a:off x="776044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6" name="data_5837">
            <a:extLst>
              <a:ext uri="{FF2B5EF4-FFF2-40B4-BE49-F238E27FC236}">
                <a16:creationId xmlns:a16="http://schemas.microsoft.com/office/drawing/2014/main" id="{BDC53A07-412B-4E8B-951C-F017A6EE3096}"/>
              </a:ext>
            </a:extLst>
          </p:cNvPr>
          <p:cNvSpPr>
            <a:spLocks noGrp="1"/>
          </p:cNvSpPr>
          <p:nvPr/>
        </p:nvSpPr>
        <p:spPr>
          <a:xfrm>
            <a:off x="779152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7" name="data_5838">
            <a:extLst>
              <a:ext uri="{FF2B5EF4-FFF2-40B4-BE49-F238E27FC236}">
                <a16:creationId xmlns:a16="http://schemas.microsoft.com/office/drawing/2014/main" id="{D50E2E78-2143-45CF-BDD2-ED8209E038E5}"/>
              </a:ext>
            </a:extLst>
          </p:cNvPr>
          <p:cNvSpPr>
            <a:spLocks noGrp="1"/>
          </p:cNvSpPr>
          <p:nvPr/>
        </p:nvSpPr>
        <p:spPr>
          <a:xfrm>
            <a:off x="783595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8" name="data_5839">
            <a:extLst>
              <a:ext uri="{FF2B5EF4-FFF2-40B4-BE49-F238E27FC236}">
                <a16:creationId xmlns:a16="http://schemas.microsoft.com/office/drawing/2014/main" id="{38ECAC80-486B-473C-BA6B-85FC4C4DACA9}"/>
              </a:ext>
            </a:extLst>
          </p:cNvPr>
          <p:cNvSpPr>
            <a:spLocks noGrp="1"/>
          </p:cNvSpPr>
          <p:nvPr/>
        </p:nvSpPr>
        <p:spPr>
          <a:xfrm>
            <a:off x="7777857" y="35265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9" name="data_5840">
            <a:extLst>
              <a:ext uri="{FF2B5EF4-FFF2-40B4-BE49-F238E27FC236}">
                <a16:creationId xmlns:a16="http://schemas.microsoft.com/office/drawing/2014/main" id="{6D653B79-2F62-4657-8748-3348CE2DABD7}"/>
              </a:ext>
            </a:extLst>
          </p:cNvPr>
          <p:cNvSpPr>
            <a:spLocks noGrp="1"/>
          </p:cNvSpPr>
          <p:nvPr/>
        </p:nvSpPr>
        <p:spPr>
          <a:xfrm>
            <a:off x="7830023" y="18913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0" name="data_5841">
            <a:extLst>
              <a:ext uri="{FF2B5EF4-FFF2-40B4-BE49-F238E27FC236}">
                <a16:creationId xmlns:a16="http://schemas.microsoft.com/office/drawing/2014/main" id="{B0E32F4B-B1FD-4A64-8B95-9503F44CDA56}"/>
              </a:ext>
            </a:extLst>
          </p:cNvPr>
          <p:cNvSpPr>
            <a:spLocks noGrp="1"/>
          </p:cNvSpPr>
          <p:nvPr/>
        </p:nvSpPr>
        <p:spPr>
          <a:xfrm>
            <a:off x="7783711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1" name="data_5842">
            <a:extLst>
              <a:ext uri="{FF2B5EF4-FFF2-40B4-BE49-F238E27FC236}">
                <a16:creationId xmlns:a16="http://schemas.microsoft.com/office/drawing/2014/main" id="{DFA0F663-20EE-491B-8873-5119614799AB}"/>
              </a:ext>
            </a:extLst>
          </p:cNvPr>
          <p:cNvSpPr>
            <a:spLocks noGrp="1"/>
          </p:cNvSpPr>
          <p:nvPr/>
        </p:nvSpPr>
        <p:spPr>
          <a:xfrm>
            <a:off x="786073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2" name="data_5843">
            <a:extLst>
              <a:ext uri="{FF2B5EF4-FFF2-40B4-BE49-F238E27FC236}">
                <a16:creationId xmlns:a16="http://schemas.microsoft.com/office/drawing/2014/main" id="{7DB76556-6E12-4065-8D32-818F956419FB}"/>
              </a:ext>
            </a:extLst>
          </p:cNvPr>
          <p:cNvSpPr>
            <a:spLocks noGrp="1"/>
          </p:cNvSpPr>
          <p:nvPr/>
        </p:nvSpPr>
        <p:spPr>
          <a:xfrm>
            <a:off x="783068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3" name="data_5844">
            <a:extLst>
              <a:ext uri="{FF2B5EF4-FFF2-40B4-BE49-F238E27FC236}">
                <a16:creationId xmlns:a16="http://schemas.microsoft.com/office/drawing/2014/main" id="{4D21831C-5037-46A0-A27F-9A54E6241155}"/>
              </a:ext>
            </a:extLst>
          </p:cNvPr>
          <p:cNvSpPr>
            <a:spLocks noGrp="1"/>
          </p:cNvSpPr>
          <p:nvPr/>
        </p:nvSpPr>
        <p:spPr>
          <a:xfrm>
            <a:off x="781096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4" name="data_5845">
            <a:extLst>
              <a:ext uri="{FF2B5EF4-FFF2-40B4-BE49-F238E27FC236}">
                <a16:creationId xmlns:a16="http://schemas.microsoft.com/office/drawing/2014/main" id="{8D930F12-1472-4D11-B8B7-E3E807B862A2}"/>
              </a:ext>
            </a:extLst>
          </p:cNvPr>
          <p:cNvSpPr>
            <a:spLocks noGrp="1"/>
          </p:cNvSpPr>
          <p:nvPr/>
        </p:nvSpPr>
        <p:spPr>
          <a:xfrm>
            <a:off x="781874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5" name="data_5846">
            <a:extLst>
              <a:ext uri="{FF2B5EF4-FFF2-40B4-BE49-F238E27FC236}">
                <a16:creationId xmlns:a16="http://schemas.microsoft.com/office/drawing/2014/main" id="{838992D2-95AB-4669-96F8-0448A556DA32}"/>
              </a:ext>
            </a:extLst>
          </p:cNvPr>
          <p:cNvSpPr>
            <a:spLocks noGrp="1"/>
          </p:cNvSpPr>
          <p:nvPr/>
        </p:nvSpPr>
        <p:spPr>
          <a:xfrm>
            <a:off x="779201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6" name="data_5847">
            <a:extLst>
              <a:ext uri="{FF2B5EF4-FFF2-40B4-BE49-F238E27FC236}">
                <a16:creationId xmlns:a16="http://schemas.microsoft.com/office/drawing/2014/main" id="{6786D479-4C27-4452-83FE-27E07D820433}"/>
              </a:ext>
            </a:extLst>
          </p:cNvPr>
          <p:cNvSpPr>
            <a:spLocks noGrp="1"/>
          </p:cNvSpPr>
          <p:nvPr/>
        </p:nvSpPr>
        <p:spPr>
          <a:xfrm>
            <a:off x="7805907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7" name="data_5848">
            <a:extLst>
              <a:ext uri="{FF2B5EF4-FFF2-40B4-BE49-F238E27FC236}">
                <a16:creationId xmlns:a16="http://schemas.microsoft.com/office/drawing/2014/main" id="{8307A301-D3A7-412E-9283-10F8EE8EC595}"/>
              </a:ext>
            </a:extLst>
          </p:cNvPr>
          <p:cNvSpPr>
            <a:spLocks noGrp="1"/>
          </p:cNvSpPr>
          <p:nvPr/>
        </p:nvSpPr>
        <p:spPr>
          <a:xfrm>
            <a:off x="786467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8" name="data_5849">
            <a:extLst>
              <a:ext uri="{FF2B5EF4-FFF2-40B4-BE49-F238E27FC236}">
                <a16:creationId xmlns:a16="http://schemas.microsoft.com/office/drawing/2014/main" id="{4C83341E-0E09-4DAA-ABF6-097874210FF2}"/>
              </a:ext>
            </a:extLst>
          </p:cNvPr>
          <p:cNvSpPr>
            <a:spLocks noGrp="1"/>
          </p:cNvSpPr>
          <p:nvPr/>
        </p:nvSpPr>
        <p:spPr>
          <a:xfrm>
            <a:off x="781846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9" name="data_5850">
            <a:extLst>
              <a:ext uri="{FF2B5EF4-FFF2-40B4-BE49-F238E27FC236}">
                <a16:creationId xmlns:a16="http://schemas.microsoft.com/office/drawing/2014/main" id="{1784F622-1503-4CD9-BFAE-2B4D7EA94155}"/>
              </a:ext>
            </a:extLst>
          </p:cNvPr>
          <p:cNvSpPr>
            <a:spLocks noGrp="1"/>
          </p:cNvSpPr>
          <p:nvPr/>
        </p:nvSpPr>
        <p:spPr>
          <a:xfrm>
            <a:off x="7844069" y="23111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0" name="data_5851">
            <a:extLst>
              <a:ext uri="{FF2B5EF4-FFF2-40B4-BE49-F238E27FC236}">
                <a16:creationId xmlns:a16="http://schemas.microsoft.com/office/drawing/2014/main" id="{A6E14263-B8EE-418F-BC7C-F74150A78501}"/>
              </a:ext>
            </a:extLst>
          </p:cNvPr>
          <p:cNvSpPr>
            <a:spLocks noGrp="1"/>
          </p:cNvSpPr>
          <p:nvPr/>
        </p:nvSpPr>
        <p:spPr>
          <a:xfrm>
            <a:off x="7774143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1" name="data_5852">
            <a:extLst>
              <a:ext uri="{FF2B5EF4-FFF2-40B4-BE49-F238E27FC236}">
                <a16:creationId xmlns:a16="http://schemas.microsoft.com/office/drawing/2014/main" id="{2A7368BA-B98D-4BA4-87C2-FA2879E1D50B}"/>
              </a:ext>
            </a:extLst>
          </p:cNvPr>
          <p:cNvSpPr>
            <a:spLocks noGrp="1"/>
          </p:cNvSpPr>
          <p:nvPr/>
        </p:nvSpPr>
        <p:spPr>
          <a:xfrm>
            <a:off x="7814321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2" name="data_5853">
            <a:extLst>
              <a:ext uri="{FF2B5EF4-FFF2-40B4-BE49-F238E27FC236}">
                <a16:creationId xmlns:a16="http://schemas.microsoft.com/office/drawing/2014/main" id="{C4DCA28C-087A-46E8-AF80-113A6C3572EA}"/>
              </a:ext>
            </a:extLst>
          </p:cNvPr>
          <p:cNvSpPr>
            <a:spLocks noGrp="1"/>
          </p:cNvSpPr>
          <p:nvPr/>
        </p:nvSpPr>
        <p:spPr>
          <a:xfrm>
            <a:off x="776110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3" name="data_5854">
            <a:extLst>
              <a:ext uri="{FF2B5EF4-FFF2-40B4-BE49-F238E27FC236}">
                <a16:creationId xmlns:a16="http://schemas.microsoft.com/office/drawing/2014/main" id="{6AE13020-A352-4902-B750-2FA28B949105}"/>
              </a:ext>
            </a:extLst>
          </p:cNvPr>
          <p:cNvSpPr>
            <a:spLocks noGrp="1"/>
          </p:cNvSpPr>
          <p:nvPr/>
        </p:nvSpPr>
        <p:spPr>
          <a:xfrm>
            <a:off x="783088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4" name="data_5855">
            <a:extLst>
              <a:ext uri="{FF2B5EF4-FFF2-40B4-BE49-F238E27FC236}">
                <a16:creationId xmlns:a16="http://schemas.microsoft.com/office/drawing/2014/main" id="{F1A7805E-68DA-4F5F-B44C-92E81520A643}"/>
              </a:ext>
            </a:extLst>
          </p:cNvPr>
          <p:cNvSpPr>
            <a:spLocks noGrp="1"/>
          </p:cNvSpPr>
          <p:nvPr/>
        </p:nvSpPr>
        <p:spPr>
          <a:xfrm>
            <a:off x="7778491" y="36825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5" name="data_5856">
            <a:extLst>
              <a:ext uri="{FF2B5EF4-FFF2-40B4-BE49-F238E27FC236}">
                <a16:creationId xmlns:a16="http://schemas.microsoft.com/office/drawing/2014/main" id="{DDFA5530-7362-4574-82F4-DA0C45D13CB9}"/>
              </a:ext>
            </a:extLst>
          </p:cNvPr>
          <p:cNvSpPr>
            <a:spLocks noGrp="1"/>
          </p:cNvSpPr>
          <p:nvPr/>
        </p:nvSpPr>
        <p:spPr>
          <a:xfrm>
            <a:off x="778341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6" name="data_5857">
            <a:extLst>
              <a:ext uri="{FF2B5EF4-FFF2-40B4-BE49-F238E27FC236}">
                <a16:creationId xmlns:a16="http://schemas.microsoft.com/office/drawing/2014/main" id="{FA59E620-99AA-4697-AE57-E91869242D13}"/>
              </a:ext>
            </a:extLst>
          </p:cNvPr>
          <p:cNvSpPr>
            <a:spLocks noGrp="1"/>
          </p:cNvSpPr>
          <p:nvPr/>
        </p:nvSpPr>
        <p:spPr>
          <a:xfrm>
            <a:off x="782213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7" name="data_5858">
            <a:extLst>
              <a:ext uri="{FF2B5EF4-FFF2-40B4-BE49-F238E27FC236}">
                <a16:creationId xmlns:a16="http://schemas.microsoft.com/office/drawing/2014/main" id="{3D53B4C1-52A7-4AD1-A906-06DC0E18FE2E}"/>
              </a:ext>
            </a:extLst>
          </p:cNvPr>
          <p:cNvSpPr>
            <a:spLocks noGrp="1"/>
          </p:cNvSpPr>
          <p:nvPr/>
        </p:nvSpPr>
        <p:spPr>
          <a:xfrm>
            <a:off x="7794733" y="2613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8" name="data_5859">
            <a:extLst>
              <a:ext uri="{FF2B5EF4-FFF2-40B4-BE49-F238E27FC236}">
                <a16:creationId xmlns:a16="http://schemas.microsoft.com/office/drawing/2014/main" id="{7E535C79-AD78-416C-A161-3D04F383745B}"/>
              </a:ext>
            </a:extLst>
          </p:cNvPr>
          <p:cNvSpPr>
            <a:spLocks noGrp="1"/>
          </p:cNvSpPr>
          <p:nvPr/>
        </p:nvSpPr>
        <p:spPr>
          <a:xfrm>
            <a:off x="7803736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9" name="data_5860">
            <a:extLst>
              <a:ext uri="{FF2B5EF4-FFF2-40B4-BE49-F238E27FC236}">
                <a16:creationId xmlns:a16="http://schemas.microsoft.com/office/drawing/2014/main" id="{96869D27-2D95-4530-97B8-5CD2DA03E488}"/>
              </a:ext>
            </a:extLst>
          </p:cNvPr>
          <p:cNvSpPr>
            <a:spLocks noGrp="1"/>
          </p:cNvSpPr>
          <p:nvPr/>
        </p:nvSpPr>
        <p:spPr>
          <a:xfrm>
            <a:off x="785227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0" name="data_5861">
            <a:extLst>
              <a:ext uri="{FF2B5EF4-FFF2-40B4-BE49-F238E27FC236}">
                <a16:creationId xmlns:a16="http://schemas.microsoft.com/office/drawing/2014/main" id="{5C90AFA2-F5A1-4FE9-8A5A-0D849FCA708A}"/>
              </a:ext>
            </a:extLst>
          </p:cNvPr>
          <p:cNvSpPr>
            <a:spLocks noGrp="1"/>
          </p:cNvSpPr>
          <p:nvPr/>
        </p:nvSpPr>
        <p:spPr>
          <a:xfrm>
            <a:off x="7797388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1" name="data_5862">
            <a:extLst>
              <a:ext uri="{FF2B5EF4-FFF2-40B4-BE49-F238E27FC236}">
                <a16:creationId xmlns:a16="http://schemas.microsoft.com/office/drawing/2014/main" id="{E85DF0B8-FA8F-4372-9546-E27DFA6D0D01}"/>
              </a:ext>
            </a:extLst>
          </p:cNvPr>
          <p:cNvSpPr>
            <a:spLocks noGrp="1"/>
          </p:cNvSpPr>
          <p:nvPr/>
        </p:nvSpPr>
        <p:spPr>
          <a:xfrm>
            <a:off x="7790651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2" name="data_5863">
            <a:extLst>
              <a:ext uri="{FF2B5EF4-FFF2-40B4-BE49-F238E27FC236}">
                <a16:creationId xmlns:a16="http://schemas.microsoft.com/office/drawing/2014/main" id="{9410BB62-297D-451A-B917-5AE3F0C93FDC}"/>
              </a:ext>
            </a:extLst>
          </p:cNvPr>
          <p:cNvSpPr>
            <a:spLocks noGrp="1"/>
          </p:cNvSpPr>
          <p:nvPr/>
        </p:nvSpPr>
        <p:spPr>
          <a:xfrm>
            <a:off x="7768100" y="2034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3" name="data_5864">
            <a:extLst>
              <a:ext uri="{FF2B5EF4-FFF2-40B4-BE49-F238E27FC236}">
                <a16:creationId xmlns:a16="http://schemas.microsoft.com/office/drawing/2014/main" id="{4127665A-1562-493B-91F9-C770BEE6A37E}"/>
              </a:ext>
            </a:extLst>
          </p:cNvPr>
          <p:cNvSpPr>
            <a:spLocks noGrp="1"/>
          </p:cNvSpPr>
          <p:nvPr/>
        </p:nvSpPr>
        <p:spPr>
          <a:xfrm>
            <a:off x="778619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4" name="data_5865">
            <a:extLst>
              <a:ext uri="{FF2B5EF4-FFF2-40B4-BE49-F238E27FC236}">
                <a16:creationId xmlns:a16="http://schemas.microsoft.com/office/drawing/2014/main" id="{45835588-F92F-4139-B84D-F8283CAC507B}"/>
              </a:ext>
            </a:extLst>
          </p:cNvPr>
          <p:cNvSpPr>
            <a:spLocks noGrp="1"/>
          </p:cNvSpPr>
          <p:nvPr/>
        </p:nvSpPr>
        <p:spPr>
          <a:xfrm>
            <a:off x="786048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5" name="data_5866">
            <a:extLst>
              <a:ext uri="{FF2B5EF4-FFF2-40B4-BE49-F238E27FC236}">
                <a16:creationId xmlns:a16="http://schemas.microsoft.com/office/drawing/2014/main" id="{D971D4F6-9034-424E-8444-43CF098058DE}"/>
              </a:ext>
            </a:extLst>
          </p:cNvPr>
          <p:cNvSpPr>
            <a:spLocks noGrp="1"/>
          </p:cNvSpPr>
          <p:nvPr/>
        </p:nvSpPr>
        <p:spPr>
          <a:xfrm>
            <a:off x="78595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6" name="data_5867">
            <a:extLst>
              <a:ext uri="{FF2B5EF4-FFF2-40B4-BE49-F238E27FC236}">
                <a16:creationId xmlns:a16="http://schemas.microsoft.com/office/drawing/2014/main" id="{3155D4E7-00A9-4F8C-8412-B5E02669C111}"/>
              </a:ext>
            </a:extLst>
          </p:cNvPr>
          <p:cNvSpPr>
            <a:spLocks noGrp="1"/>
          </p:cNvSpPr>
          <p:nvPr/>
        </p:nvSpPr>
        <p:spPr>
          <a:xfrm>
            <a:off x="7849409" y="26763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7" name="data_5868">
            <a:extLst>
              <a:ext uri="{FF2B5EF4-FFF2-40B4-BE49-F238E27FC236}">
                <a16:creationId xmlns:a16="http://schemas.microsoft.com/office/drawing/2014/main" id="{913CC542-488D-4EA4-96CE-DFA90E43AB20}"/>
              </a:ext>
            </a:extLst>
          </p:cNvPr>
          <p:cNvSpPr>
            <a:spLocks noGrp="1"/>
          </p:cNvSpPr>
          <p:nvPr/>
        </p:nvSpPr>
        <p:spPr>
          <a:xfrm>
            <a:off x="785509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8" name="data_5869">
            <a:extLst>
              <a:ext uri="{FF2B5EF4-FFF2-40B4-BE49-F238E27FC236}">
                <a16:creationId xmlns:a16="http://schemas.microsoft.com/office/drawing/2014/main" id="{504C70BF-BB7E-4C57-B45B-0D63742A78A2}"/>
              </a:ext>
            </a:extLst>
          </p:cNvPr>
          <p:cNvSpPr>
            <a:spLocks noGrp="1"/>
          </p:cNvSpPr>
          <p:nvPr/>
        </p:nvSpPr>
        <p:spPr>
          <a:xfrm>
            <a:off x="778371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9" name="data_5870">
            <a:extLst>
              <a:ext uri="{FF2B5EF4-FFF2-40B4-BE49-F238E27FC236}">
                <a16:creationId xmlns:a16="http://schemas.microsoft.com/office/drawing/2014/main" id="{80A52079-97EB-4BD9-A5AC-E4505374EFF0}"/>
              </a:ext>
            </a:extLst>
          </p:cNvPr>
          <p:cNvSpPr>
            <a:spLocks noGrp="1"/>
          </p:cNvSpPr>
          <p:nvPr/>
        </p:nvSpPr>
        <p:spPr>
          <a:xfrm>
            <a:off x="78065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0" name="data_5871">
            <a:extLst>
              <a:ext uri="{FF2B5EF4-FFF2-40B4-BE49-F238E27FC236}">
                <a16:creationId xmlns:a16="http://schemas.microsoft.com/office/drawing/2014/main" id="{535CCA7A-1722-40F5-86E4-3054891CCEDD}"/>
              </a:ext>
            </a:extLst>
          </p:cNvPr>
          <p:cNvSpPr>
            <a:spLocks noGrp="1"/>
          </p:cNvSpPr>
          <p:nvPr/>
        </p:nvSpPr>
        <p:spPr>
          <a:xfrm>
            <a:off x="779186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1" name="data_5872">
            <a:extLst>
              <a:ext uri="{FF2B5EF4-FFF2-40B4-BE49-F238E27FC236}">
                <a16:creationId xmlns:a16="http://schemas.microsoft.com/office/drawing/2014/main" id="{F6A2A166-F714-490E-94D5-FD41720120A1}"/>
              </a:ext>
            </a:extLst>
          </p:cNvPr>
          <p:cNvSpPr>
            <a:spLocks noGrp="1"/>
          </p:cNvSpPr>
          <p:nvPr/>
        </p:nvSpPr>
        <p:spPr>
          <a:xfrm>
            <a:off x="7798005" y="24048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2" name="data_5873">
            <a:extLst>
              <a:ext uri="{FF2B5EF4-FFF2-40B4-BE49-F238E27FC236}">
                <a16:creationId xmlns:a16="http://schemas.microsoft.com/office/drawing/2014/main" id="{E3E86349-D76D-473C-82FE-3C2C3B528C50}"/>
              </a:ext>
            </a:extLst>
          </p:cNvPr>
          <p:cNvSpPr>
            <a:spLocks noGrp="1"/>
          </p:cNvSpPr>
          <p:nvPr/>
        </p:nvSpPr>
        <p:spPr>
          <a:xfrm>
            <a:off x="781479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3" name="data_5874">
            <a:extLst>
              <a:ext uri="{FF2B5EF4-FFF2-40B4-BE49-F238E27FC236}">
                <a16:creationId xmlns:a16="http://schemas.microsoft.com/office/drawing/2014/main" id="{0705E383-033D-46CE-92DE-7AAE584355E4}"/>
              </a:ext>
            </a:extLst>
          </p:cNvPr>
          <p:cNvSpPr>
            <a:spLocks noGrp="1"/>
          </p:cNvSpPr>
          <p:nvPr/>
        </p:nvSpPr>
        <p:spPr>
          <a:xfrm>
            <a:off x="7806019" y="25907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4" name="data_5875">
            <a:extLst>
              <a:ext uri="{FF2B5EF4-FFF2-40B4-BE49-F238E27FC236}">
                <a16:creationId xmlns:a16="http://schemas.microsoft.com/office/drawing/2014/main" id="{2EE35DA4-6EDB-4AD3-8EF3-B6A043778825}"/>
              </a:ext>
            </a:extLst>
          </p:cNvPr>
          <p:cNvSpPr>
            <a:spLocks noGrp="1"/>
          </p:cNvSpPr>
          <p:nvPr/>
        </p:nvSpPr>
        <p:spPr>
          <a:xfrm>
            <a:off x="786423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5" name="data_5876">
            <a:extLst>
              <a:ext uri="{FF2B5EF4-FFF2-40B4-BE49-F238E27FC236}">
                <a16:creationId xmlns:a16="http://schemas.microsoft.com/office/drawing/2014/main" id="{C87509E6-AFF9-4A23-B9C6-2C10B07B31F7}"/>
              </a:ext>
            </a:extLst>
          </p:cNvPr>
          <p:cNvSpPr>
            <a:spLocks noGrp="1"/>
          </p:cNvSpPr>
          <p:nvPr/>
        </p:nvSpPr>
        <p:spPr>
          <a:xfrm>
            <a:off x="785871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6" name="data_5877">
            <a:extLst>
              <a:ext uri="{FF2B5EF4-FFF2-40B4-BE49-F238E27FC236}">
                <a16:creationId xmlns:a16="http://schemas.microsoft.com/office/drawing/2014/main" id="{E3004A95-1FA3-4A2F-8CCA-E68A21B68FD4}"/>
              </a:ext>
            </a:extLst>
          </p:cNvPr>
          <p:cNvSpPr>
            <a:spLocks noGrp="1"/>
          </p:cNvSpPr>
          <p:nvPr/>
        </p:nvSpPr>
        <p:spPr>
          <a:xfrm>
            <a:off x="780009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7" name="data_5878">
            <a:extLst>
              <a:ext uri="{FF2B5EF4-FFF2-40B4-BE49-F238E27FC236}">
                <a16:creationId xmlns:a16="http://schemas.microsoft.com/office/drawing/2014/main" id="{5D1E2F3A-D96B-410A-9DFA-6F18ABCCC28C}"/>
              </a:ext>
            </a:extLst>
          </p:cNvPr>
          <p:cNvSpPr>
            <a:spLocks noGrp="1"/>
          </p:cNvSpPr>
          <p:nvPr/>
        </p:nvSpPr>
        <p:spPr>
          <a:xfrm>
            <a:off x="782202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8" name="data_5879">
            <a:extLst>
              <a:ext uri="{FF2B5EF4-FFF2-40B4-BE49-F238E27FC236}">
                <a16:creationId xmlns:a16="http://schemas.microsoft.com/office/drawing/2014/main" id="{26F4A110-7E15-461E-B92C-D43D673018A2}"/>
              </a:ext>
            </a:extLst>
          </p:cNvPr>
          <p:cNvSpPr>
            <a:spLocks noGrp="1"/>
          </p:cNvSpPr>
          <p:nvPr/>
        </p:nvSpPr>
        <p:spPr>
          <a:xfrm>
            <a:off x="783611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9" name="data_5880">
            <a:extLst>
              <a:ext uri="{FF2B5EF4-FFF2-40B4-BE49-F238E27FC236}">
                <a16:creationId xmlns:a16="http://schemas.microsoft.com/office/drawing/2014/main" id="{AEF9D78D-E909-4010-94D6-64BD2375CFF4}"/>
              </a:ext>
            </a:extLst>
          </p:cNvPr>
          <p:cNvSpPr>
            <a:spLocks noGrp="1"/>
          </p:cNvSpPr>
          <p:nvPr/>
        </p:nvSpPr>
        <p:spPr>
          <a:xfrm>
            <a:off x="781251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0" name="data_5881">
            <a:extLst>
              <a:ext uri="{FF2B5EF4-FFF2-40B4-BE49-F238E27FC236}">
                <a16:creationId xmlns:a16="http://schemas.microsoft.com/office/drawing/2014/main" id="{ECB6CEC4-4A39-4763-A71C-AD087DA8550E}"/>
              </a:ext>
            </a:extLst>
          </p:cNvPr>
          <p:cNvSpPr>
            <a:spLocks noGrp="1"/>
          </p:cNvSpPr>
          <p:nvPr/>
        </p:nvSpPr>
        <p:spPr>
          <a:xfrm>
            <a:off x="781914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1" name="data_5882">
            <a:extLst>
              <a:ext uri="{FF2B5EF4-FFF2-40B4-BE49-F238E27FC236}">
                <a16:creationId xmlns:a16="http://schemas.microsoft.com/office/drawing/2014/main" id="{1EF9E79F-AE55-4D25-87DE-70E7224EC0E2}"/>
              </a:ext>
            </a:extLst>
          </p:cNvPr>
          <p:cNvSpPr>
            <a:spLocks noGrp="1"/>
          </p:cNvSpPr>
          <p:nvPr/>
        </p:nvSpPr>
        <p:spPr>
          <a:xfrm>
            <a:off x="7812502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2" name="data_5883">
            <a:extLst>
              <a:ext uri="{FF2B5EF4-FFF2-40B4-BE49-F238E27FC236}">
                <a16:creationId xmlns:a16="http://schemas.microsoft.com/office/drawing/2014/main" id="{B778E2C3-3569-4971-B44A-1D6E4D31BC5D}"/>
              </a:ext>
            </a:extLst>
          </p:cNvPr>
          <p:cNvSpPr>
            <a:spLocks noGrp="1"/>
          </p:cNvSpPr>
          <p:nvPr/>
        </p:nvSpPr>
        <p:spPr>
          <a:xfrm>
            <a:off x="781046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3" name="data_5884">
            <a:extLst>
              <a:ext uri="{FF2B5EF4-FFF2-40B4-BE49-F238E27FC236}">
                <a16:creationId xmlns:a16="http://schemas.microsoft.com/office/drawing/2014/main" id="{B425C33D-507C-44C7-A1CF-47C9D547AE04}"/>
              </a:ext>
            </a:extLst>
          </p:cNvPr>
          <p:cNvSpPr>
            <a:spLocks noGrp="1"/>
          </p:cNvSpPr>
          <p:nvPr/>
        </p:nvSpPr>
        <p:spPr>
          <a:xfrm>
            <a:off x="78583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4" name="data_5885">
            <a:extLst>
              <a:ext uri="{FF2B5EF4-FFF2-40B4-BE49-F238E27FC236}">
                <a16:creationId xmlns:a16="http://schemas.microsoft.com/office/drawing/2014/main" id="{F08B734E-F276-477A-96D9-DF7AE4151806}"/>
              </a:ext>
            </a:extLst>
          </p:cNvPr>
          <p:cNvSpPr>
            <a:spLocks noGrp="1"/>
          </p:cNvSpPr>
          <p:nvPr/>
        </p:nvSpPr>
        <p:spPr>
          <a:xfrm>
            <a:off x="7869042" y="28709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5" name="data_5886">
            <a:extLst>
              <a:ext uri="{FF2B5EF4-FFF2-40B4-BE49-F238E27FC236}">
                <a16:creationId xmlns:a16="http://schemas.microsoft.com/office/drawing/2014/main" id="{AA01C5E9-E6C0-4CBB-A38F-30D3C84987A3}"/>
              </a:ext>
            </a:extLst>
          </p:cNvPr>
          <p:cNvSpPr>
            <a:spLocks noGrp="1"/>
          </p:cNvSpPr>
          <p:nvPr/>
        </p:nvSpPr>
        <p:spPr>
          <a:xfrm>
            <a:off x="783470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6" name="data_5887">
            <a:extLst>
              <a:ext uri="{FF2B5EF4-FFF2-40B4-BE49-F238E27FC236}">
                <a16:creationId xmlns:a16="http://schemas.microsoft.com/office/drawing/2014/main" id="{6DE5ABA0-C869-4ADE-BEA0-28B9A871A0F1}"/>
              </a:ext>
            </a:extLst>
          </p:cNvPr>
          <p:cNvSpPr>
            <a:spLocks noGrp="1"/>
          </p:cNvSpPr>
          <p:nvPr/>
        </p:nvSpPr>
        <p:spPr>
          <a:xfrm>
            <a:off x="7790989" y="22053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7" name="data_5888">
            <a:extLst>
              <a:ext uri="{FF2B5EF4-FFF2-40B4-BE49-F238E27FC236}">
                <a16:creationId xmlns:a16="http://schemas.microsoft.com/office/drawing/2014/main" id="{F4E42182-BACD-4949-B794-6110E8E4888C}"/>
              </a:ext>
            </a:extLst>
          </p:cNvPr>
          <p:cNvSpPr>
            <a:spLocks noGrp="1"/>
          </p:cNvSpPr>
          <p:nvPr/>
        </p:nvSpPr>
        <p:spPr>
          <a:xfrm>
            <a:off x="784894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8" name="data_5889">
            <a:extLst>
              <a:ext uri="{FF2B5EF4-FFF2-40B4-BE49-F238E27FC236}">
                <a16:creationId xmlns:a16="http://schemas.microsoft.com/office/drawing/2014/main" id="{4E7D25DF-42A5-4062-A8AE-47045106D6E6}"/>
              </a:ext>
            </a:extLst>
          </p:cNvPr>
          <p:cNvSpPr>
            <a:spLocks noGrp="1"/>
          </p:cNvSpPr>
          <p:nvPr/>
        </p:nvSpPr>
        <p:spPr>
          <a:xfrm>
            <a:off x="776467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9" name="data_5890">
            <a:extLst>
              <a:ext uri="{FF2B5EF4-FFF2-40B4-BE49-F238E27FC236}">
                <a16:creationId xmlns:a16="http://schemas.microsoft.com/office/drawing/2014/main" id="{93F3D2C7-C34C-45F7-96B8-B2F0FF4ADF26}"/>
              </a:ext>
            </a:extLst>
          </p:cNvPr>
          <p:cNvSpPr>
            <a:spLocks noGrp="1"/>
          </p:cNvSpPr>
          <p:nvPr/>
        </p:nvSpPr>
        <p:spPr>
          <a:xfrm>
            <a:off x="776194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0" name="data_5891">
            <a:extLst>
              <a:ext uri="{FF2B5EF4-FFF2-40B4-BE49-F238E27FC236}">
                <a16:creationId xmlns:a16="http://schemas.microsoft.com/office/drawing/2014/main" id="{B3848B86-6A3F-486F-8F74-224811B3C78C}"/>
              </a:ext>
            </a:extLst>
          </p:cNvPr>
          <p:cNvSpPr>
            <a:spLocks noGrp="1"/>
          </p:cNvSpPr>
          <p:nvPr/>
        </p:nvSpPr>
        <p:spPr>
          <a:xfrm>
            <a:off x="783624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1" name="data_5892">
            <a:extLst>
              <a:ext uri="{FF2B5EF4-FFF2-40B4-BE49-F238E27FC236}">
                <a16:creationId xmlns:a16="http://schemas.microsoft.com/office/drawing/2014/main" id="{B081B217-C33E-4527-A6D8-B540B2FDDB43}"/>
              </a:ext>
            </a:extLst>
          </p:cNvPr>
          <p:cNvSpPr>
            <a:spLocks noGrp="1"/>
          </p:cNvSpPr>
          <p:nvPr/>
        </p:nvSpPr>
        <p:spPr>
          <a:xfrm>
            <a:off x="781498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2" name="data_5893">
            <a:extLst>
              <a:ext uri="{FF2B5EF4-FFF2-40B4-BE49-F238E27FC236}">
                <a16:creationId xmlns:a16="http://schemas.microsoft.com/office/drawing/2014/main" id="{120EFE72-2662-463C-AD1D-35768DD29924}"/>
              </a:ext>
            </a:extLst>
          </p:cNvPr>
          <p:cNvSpPr>
            <a:spLocks noGrp="1"/>
          </p:cNvSpPr>
          <p:nvPr/>
        </p:nvSpPr>
        <p:spPr>
          <a:xfrm>
            <a:off x="7819276" y="31687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3" name="data_5894">
            <a:extLst>
              <a:ext uri="{FF2B5EF4-FFF2-40B4-BE49-F238E27FC236}">
                <a16:creationId xmlns:a16="http://schemas.microsoft.com/office/drawing/2014/main" id="{68EA4343-9B74-4141-B550-FDF45D087FF0}"/>
              </a:ext>
            </a:extLst>
          </p:cNvPr>
          <p:cNvSpPr>
            <a:spLocks noGrp="1"/>
          </p:cNvSpPr>
          <p:nvPr/>
        </p:nvSpPr>
        <p:spPr>
          <a:xfrm>
            <a:off x="781158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4" name="data_5895">
            <a:extLst>
              <a:ext uri="{FF2B5EF4-FFF2-40B4-BE49-F238E27FC236}">
                <a16:creationId xmlns:a16="http://schemas.microsoft.com/office/drawing/2014/main" id="{C17ACD66-6466-4048-B429-7F02BABDF713}"/>
              </a:ext>
            </a:extLst>
          </p:cNvPr>
          <p:cNvSpPr>
            <a:spLocks noGrp="1"/>
          </p:cNvSpPr>
          <p:nvPr/>
        </p:nvSpPr>
        <p:spPr>
          <a:xfrm>
            <a:off x="778688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5" name="data_5896">
            <a:extLst>
              <a:ext uri="{FF2B5EF4-FFF2-40B4-BE49-F238E27FC236}">
                <a16:creationId xmlns:a16="http://schemas.microsoft.com/office/drawing/2014/main" id="{028AB6E5-A455-434B-AC42-26ED9A3FA4DE}"/>
              </a:ext>
            </a:extLst>
          </p:cNvPr>
          <p:cNvSpPr>
            <a:spLocks noGrp="1"/>
          </p:cNvSpPr>
          <p:nvPr/>
        </p:nvSpPr>
        <p:spPr>
          <a:xfrm>
            <a:off x="776367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6" name="data_5897">
            <a:extLst>
              <a:ext uri="{FF2B5EF4-FFF2-40B4-BE49-F238E27FC236}">
                <a16:creationId xmlns:a16="http://schemas.microsoft.com/office/drawing/2014/main" id="{2D549260-B7E2-471D-91DB-0E1751A0E836}"/>
              </a:ext>
            </a:extLst>
          </p:cNvPr>
          <p:cNvSpPr>
            <a:spLocks noGrp="1"/>
          </p:cNvSpPr>
          <p:nvPr/>
        </p:nvSpPr>
        <p:spPr>
          <a:xfrm>
            <a:off x="7770878" y="2825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7" name="data_5898">
            <a:extLst>
              <a:ext uri="{FF2B5EF4-FFF2-40B4-BE49-F238E27FC236}">
                <a16:creationId xmlns:a16="http://schemas.microsoft.com/office/drawing/2014/main" id="{72D8278C-9C2B-442E-8850-F4F4A7D28CC8}"/>
              </a:ext>
            </a:extLst>
          </p:cNvPr>
          <p:cNvSpPr>
            <a:spLocks noGrp="1"/>
          </p:cNvSpPr>
          <p:nvPr/>
        </p:nvSpPr>
        <p:spPr>
          <a:xfrm>
            <a:off x="780675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8" name="data_5899">
            <a:extLst>
              <a:ext uri="{FF2B5EF4-FFF2-40B4-BE49-F238E27FC236}">
                <a16:creationId xmlns:a16="http://schemas.microsoft.com/office/drawing/2014/main" id="{5650BDD1-440D-43F0-A05C-D556F9CDB80C}"/>
              </a:ext>
            </a:extLst>
          </p:cNvPr>
          <p:cNvSpPr>
            <a:spLocks noGrp="1"/>
          </p:cNvSpPr>
          <p:nvPr/>
        </p:nvSpPr>
        <p:spPr>
          <a:xfrm>
            <a:off x="7844368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9" name="data_5900">
            <a:extLst>
              <a:ext uri="{FF2B5EF4-FFF2-40B4-BE49-F238E27FC236}">
                <a16:creationId xmlns:a16="http://schemas.microsoft.com/office/drawing/2014/main" id="{CF78511A-3A16-4D90-AAFC-C2C34F5050A2}"/>
              </a:ext>
            </a:extLst>
          </p:cNvPr>
          <p:cNvSpPr>
            <a:spLocks noGrp="1"/>
          </p:cNvSpPr>
          <p:nvPr/>
        </p:nvSpPr>
        <p:spPr>
          <a:xfrm>
            <a:off x="7777584" y="19484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0" name="data_5901">
            <a:extLst>
              <a:ext uri="{FF2B5EF4-FFF2-40B4-BE49-F238E27FC236}">
                <a16:creationId xmlns:a16="http://schemas.microsoft.com/office/drawing/2014/main" id="{D8183B98-E333-4DE7-8FF3-E3E25510C4CE}"/>
              </a:ext>
            </a:extLst>
          </p:cNvPr>
          <p:cNvSpPr>
            <a:spLocks noGrp="1"/>
          </p:cNvSpPr>
          <p:nvPr/>
        </p:nvSpPr>
        <p:spPr>
          <a:xfrm>
            <a:off x="786671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1" name="data_5902">
            <a:extLst>
              <a:ext uri="{FF2B5EF4-FFF2-40B4-BE49-F238E27FC236}">
                <a16:creationId xmlns:a16="http://schemas.microsoft.com/office/drawing/2014/main" id="{2DF91358-4230-4000-95C5-278EE8EF3B1E}"/>
              </a:ext>
            </a:extLst>
          </p:cNvPr>
          <p:cNvSpPr>
            <a:spLocks noGrp="1"/>
          </p:cNvSpPr>
          <p:nvPr/>
        </p:nvSpPr>
        <p:spPr>
          <a:xfrm>
            <a:off x="785969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2" name="data_5903">
            <a:extLst>
              <a:ext uri="{FF2B5EF4-FFF2-40B4-BE49-F238E27FC236}">
                <a16:creationId xmlns:a16="http://schemas.microsoft.com/office/drawing/2014/main" id="{9F7661FE-F497-4B55-A63D-62FD612CD2ED}"/>
              </a:ext>
            </a:extLst>
          </p:cNvPr>
          <p:cNvSpPr>
            <a:spLocks noGrp="1"/>
          </p:cNvSpPr>
          <p:nvPr/>
        </p:nvSpPr>
        <p:spPr>
          <a:xfrm>
            <a:off x="78057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3" name="data_5904">
            <a:extLst>
              <a:ext uri="{FF2B5EF4-FFF2-40B4-BE49-F238E27FC236}">
                <a16:creationId xmlns:a16="http://schemas.microsoft.com/office/drawing/2014/main" id="{879A9E6D-FE35-418B-8168-4EAC7E55558D}"/>
              </a:ext>
            </a:extLst>
          </p:cNvPr>
          <p:cNvSpPr>
            <a:spLocks noGrp="1"/>
          </p:cNvSpPr>
          <p:nvPr/>
        </p:nvSpPr>
        <p:spPr>
          <a:xfrm>
            <a:off x="786537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4" name="data_5905">
            <a:extLst>
              <a:ext uri="{FF2B5EF4-FFF2-40B4-BE49-F238E27FC236}">
                <a16:creationId xmlns:a16="http://schemas.microsoft.com/office/drawing/2014/main" id="{916F4077-E106-40E5-B26D-642A42DFFC16}"/>
              </a:ext>
            </a:extLst>
          </p:cNvPr>
          <p:cNvSpPr>
            <a:spLocks noGrp="1"/>
          </p:cNvSpPr>
          <p:nvPr/>
        </p:nvSpPr>
        <p:spPr>
          <a:xfrm>
            <a:off x="78149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5" name="data_5906">
            <a:extLst>
              <a:ext uri="{FF2B5EF4-FFF2-40B4-BE49-F238E27FC236}">
                <a16:creationId xmlns:a16="http://schemas.microsoft.com/office/drawing/2014/main" id="{3DE5163F-B51F-4D43-8627-17FA30593D58}"/>
              </a:ext>
            </a:extLst>
          </p:cNvPr>
          <p:cNvSpPr>
            <a:spLocks noGrp="1"/>
          </p:cNvSpPr>
          <p:nvPr/>
        </p:nvSpPr>
        <p:spPr>
          <a:xfrm>
            <a:off x="782197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6" name="data_5907">
            <a:extLst>
              <a:ext uri="{FF2B5EF4-FFF2-40B4-BE49-F238E27FC236}">
                <a16:creationId xmlns:a16="http://schemas.microsoft.com/office/drawing/2014/main" id="{069FF413-250A-4F31-ACEC-A37F0F8F3327}"/>
              </a:ext>
            </a:extLst>
          </p:cNvPr>
          <p:cNvSpPr>
            <a:spLocks noGrp="1"/>
          </p:cNvSpPr>
          <p:nvPr/>
        </p:nvSpPr>
        <p:spPr>
          <a:xfrm>
            <a:off x="778763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7" name="data_5908">
            <a:extLst>
              <a:ext uri="{FF2B5EF4-FFF2-40B4-BE49-F238E27FC236}">
                <a16:creationId xmlns:a16="http://schemas.microsoft.com/office/drawing/2014/main" id="{F4A24C14-D4AB-4018-901F-C003213662C4}"/>
              </a:ext>
            </a:extLst>
          </p:cNvPr>
          <p:cNvSpPr>
            <a:spLocks noGrp="1"/>
          </p:cNvSpPr>
          <p:nvPr/>
        </p:nvSpPr>
        <p:spPr>
          <a:xfrm>
            <a:off x="783197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8" name="data_5909">
            <a:extLst>
              <a:ext uri="{FF2B5EF4-FFF2-40B4-BE49-F238E27FC236}">
                <a16:creationId xmlns:a16="http://schemas.microsoft.com/office/drawing/2014/main" id="{ED29ABE8-13F2-48B4-A3F0-623AD5AD4849}"/>
              </a:ext>
            </a:extLst>
          </p:cNvPr>
          <p:cNvSpPr>
            <a:spLocks noGrp="1"/>
          </p:cNvSpPr>
          <p:nvPr/>
        </p:nvSpPr>
        <p:spPr>
          <a:xfrm>
            <a:off x="7846646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9" name="data_5910">
            <a:extLst>
              <a:ext uri="{FF2B5EF4-FFF2-40B4-BE49-F238E27FC236}">
                <a16:creationId xmlns:a16="http://schemas.microsoft.com/office/drawing/2014/main" id="{D8466326-E96F-4077-9F7D-6E86ACE87004}"/>
              </a:ext>
            </a:extLst>
          </p:cNvPr>
          <p:cNvSpPr>
            <a:spLocks noGrp="1"/>
          </p:cNvSpPr>
          <p:nvPr/>
        </p:nvSpPr>
        <p:spPr>
          <a:xfrm>
            <a:off x="7865311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0" name="data_5911">
            <a:extLst>
              <a:ext uri="{FF2B5EF4-FFF2-40B4-BE49-F238E27FC236}">
                <a16:creationId xmlns:a16="http://schemas.microsoft.com/office/drawing/2014/main" id="{7BA01F3C-15F2-4EDB-9B28-819A269EF141}"/>
              </a:ext>
            </a:extLst>
          </p:cNvPr>
          <p:cNvSpPr>
            <a:spLocks noGrp="1"/>
          </p:cNvSpPr>
          <p:nvPr/>
        </p:nvSpPr>
        <p:spPr>
          <a:xfrm>
            <a:off x="7806156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1" name="data_5912">
            <a:extLst>
              <a:ext uri="{FF2B5EF4-FFF2-40B4-BE49-F238E27FC236}">
                <a16:creationId xmlns:a16="http://schemas.microsoft.com/office/drawing/2014/main" id="{85E9C285-E70D-4669-8018-E2952119C92E}"/>
              </a:ext>
            </a:extLst>
          </p:cNvPr>
          <p:cNvSpPr>
            <a:spLocks noGrp="1"/>
          </p:cNvSpPr>
          <p:nvPr/>
        </p:nvSpPr>
        <p:spPr>
          <a:xfrm>
            <a:off x="7768437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2" name="data_5913">
            <a:extLst>
              <a:ext uri="{FF2B5EF4-FFF2-40B4-BE49-F238E27FC236}">
                <a16:creationId xmlns:a16="http://schemas.microsoft.com/office/drawing/2014/main" id="{6AE9E6C1-7347-4858-96C8-99CD1F6A21A6}"/>
              </a:ext>
            </a:extLst>
          </p:cNvPr>
          <p:cNvSpPr>
            <a:spLocks noGrp="1"/>
          </p:cNvSpPr>
          <p:nvPr/>
        </p:nvSpPr>
        <p:spPr>
          <a:xfrm>
            <a:off x="776728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3" name="data_5914">
            <a:extLst>
              <a:ext uri="{FF2B5EF4-FFF2-40B4-BE49-F238E27FC236}">
                <a16:creationId xmlns:a16="http://schemas.microsoft.com/office/drawing/2014/main" id="{21DED2F9-1355-4681-9B8D-8ABFBE4B63CB}"/>
              </a:ext>
            </a:extLst>
          </p:cNvPr>
          <p:cNvSpPr>
            <a:spLocks noGrp="1"/>
          </p:cNvSpPr>
          <p:nvPr/>
        </p:nvSpPr>
        <p:spPr>
          <a:xfrm>
            <a:off x="786899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4" name="data_5915">
            <a:extLst>
              <a:ext uri="{FF2B5EF4-FFF2-40B4-BE49-F238E27FC236}">
                <a16:creationId xmlns:a16="http://schemas.microsoft.com/office/drawing/2014/main" id="{97D46CA5-FBB8-4B79-8170-624B3DC621CB}"/>
              </a:ext>
            </a:extLst>
          </p:cNvPr>
          <p:cNvSpPr>
            <a:spLocks noGrp="1"/>
          </p:cNvSpPr>
          <p:nvPr/>
        </p:nvSpPr>
        <p:spPr>
          <a:xfrm>
            <a:off x="780758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5" name="data_5916">
            <a:extLst>
              <a:ext uri="{FF2B5EF4-FFF2-40B4-BE49-F238E27FC236}">
                <a16:creationId xmlns:a16="http://schemas.microsoft.com/office/drawing/2014/main" id="{592C2D9F-3433-463F-81A7-733E26ADABDF}"/>
              </a:ext>
            </a:extLst>
          </p:cNvPr>
          <p:cNvSpPr>
            <a:spLocks noGrp="1"/>
          </p:cNvSpPr>
          <p:nvPr/>
        </p:nvSpPr>
        <p:spPr>
          <a:xfrm>
            <a:off x="7813216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6" name="data_5917">
            <a:extLst>
              <a:ext uri="{FF2B5EF4-FFF2-40B4-BE49-F238E27FC236}">
                <a16:creationId xmlns:a16="http://schemas.microsoft.com/office/drawing/2014/main" id="{C41116E1-B267-4319-9979-0F7B151DEB5D}"/>
              </a:ext>
            </a:extLst>
          </p:cNvPr>
          <p:cNvSpPr>
            <a:spLocks noGrp="1"/>
          </p:cNvSpPr>
          <p:nvPr/>
        </p:nvSpPr>
        <p:spPr>
          <a:xfrm>
            <a:off x="7804466" y="30667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7" name="data_5918">
            <a:extLst>
              <a:ext uri="{FF2B5EF4-FFF2-40B4-BE49-F238E27FC236}">
                <a16:creationId xmlns:a16="http://schemas.microsoft.com/office/drawing/2014/main" id="{00D5281C-2FAC-4296-AA6A-8D5330877BB4}"/>
              </a:ext>
            </a:extLst>
          </p:cNvPr>
          <p:cNvSpPr>
            <a:spLocks noGrp="1"/>
          </p:cNvSpPr>
          <p:nvPr/>
        </p:nvSpPr>
        <p:spPr>
          <a:xfrm>
            <a:off x="783436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8" name="data_5919">
            <a:extLst>
              <a:ext uri="{FF2B5EF4-FFF2-40B4-BE49-F238E27FC236}">
                <a16:creationId xmlns:a16="http://schemas.microsoft.com/office/drawing/2014/main" id="{8A8A4F27-CE78-4AE9-A62D-3048645C6E23}"/>
              </a:ext>
            </a:extLst>
          </p:cNvPr>
          <p:cNvSpPr>
            <a:spLocks noGrp="1"/>
          </p:cNvSpPr>
          <p:nvPr/>
        </p:nvSpPr>
        <p:spPr>
          <a:xfrm>
            <a:off x="776095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9" name="data_5920">
            <a:extLst>
              <a:ext uri="{FF2B5EF4-FFF2-40B4-BE49-F238E27FC236}">
                <a16:creationId xmlns:a16="http://schemas.microsoft.com/office/drawing/2014/main" id="{6488C114-7C5F-49A3-88D8-D3DAA0B7B52C}"/>
              </a:ext>
            </a:extLst>
          </p:cNvPr>
          <p:cNvSpPr>
            <a:spLocks noGrp="1"/>
          </p:cNvSpPr>
          <p:nvPr/>
        </p:nvSpPr>
        <p:spPr>
          <a:xfrm>
            <a:off x="782428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0" name="data_5921">
            <a:extLst>
              <a:ext uri="{FF2B5EF4-FFF2-40B4-BE49-F238E27FC236}">
                <a16:creationId xmlns:a16="http://schemas.microsoft.com/office/drawing/2014/main" id="{18153A20-0C98-4879-A153-CFBA57262576}"/>
              </a:ext>
            </a:extLst>
          </p:cNvPr>
          <p:cNvSpPr>
            <a:spLocks noGrp="1"/>
          </p:cNvSpPr>
          <p:nvPr/>
        </p:nvSpPr>
        <p:spPr>
          <a:xfrm>
            <a:off x="783743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1" name="data_5922">
            <a:extLst>
              <a:ext uri="{FF2B5EF4-FFF2-40B4-BE49-F238E27FC236}">
                <a16:creationId xmlns:a16="http://schemas.microsoft.com/office/drawing/2014/main" id="{93A013FC-269F-4673-9C62-EBE2CA738D1A}"/>
              </a:ext>
            </a:extLst>
          </p:cNvPr>
          <p:cNvSpPr>
            <a:spLocks noGrp="1"/>
          </p:cNvSpPr>
          <p:nvPr/>
        </p:nvSpPr>
        <p:spPr>
          <a:xfrm>
            <a:off x="786166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2" name="data_5923">
            <a:extLst>
              <a:ext uri="{FF2B5EF4-FFF2-40B4-BE49-F238E27FC236}">
                <a16:creationId xmlns:a16="http://schemas.microsoft.com/office/drawing/2014/main" id="{50A80B93-D499-4AE5-9572-CF7CD8010AA8}"/>
              </a:ext>
            </a:extLst>
          </p:cNvPr>
          <p:cNvSpPr>
            <a:spLocks noGrp="1"/>
          </p:cNvSpPr>
          <p:nvPr/>
        </p:nvSpPr>
        <p:spPr>
          <a:xfrm>
            <a:off x="781921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3" name="data_5924">
            <a:extLst>
              <a:ext uri="{FF2B5EF4-FFF2-40B4-BE49-F238E27FC236}">
                <a16:creationId xmlns:a16="http://schemas.microsoft.com/office/drawing/2014/main" id="{650731A6-4411-45B5-AFDA-7C43E5782261}"/>
              </a:ext>
            </a:extLst>
          </p:cNvPr>
          <p:cNvSpPr>
            <a:spLocks noGrp="1"/>
          </p:cNvSpPr>
          <p:nvPr/>
        </p:nvSpPr>
        <p:spPr>
          <a:xfrm>
            <a:off x="7796687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4" name="data_5925">
            <a:extLst>
              <a:ext uri="{FF2B5EF4-FFF2-40B4-BE49-F238E27FC236}">
                <a16:creationId xmlns:a16="http://schemas.microsoft.com/office/drawing/2014/main" id="{43555953-863E-4719-9E35-D3985AD3F15A}"/>
              </a:ext>
            </a:extLst>
          </p:cNvPr>
          <p:cNvSpPr>
            <a:spLocks noGrp="1"/>
          </p:cNvSpPr>
          <p:nvPr/>
        </p:nvSpPr>
        <p:spPr>
          <a:xfrm>
            <a:off x="7831101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5" name="data_5926">
            <a:extLst>
              <a:ext uri="{FF2B5EF4-FFF2-40B4-BE49-F238E27FC236}">
                <a16:creationId xmlns:a16="http://schemas.microsoft.com/office/drawing/2014/main" id="{9AE14645-9EF6-4882-9B7F-5DEB6513BFD4}"/>
              </a:ext>
            </a:extLst>
          </p:cNvPr>
          <p:cNvSpPr>
            <a:spLocks noGrp="1"/>
          </p:cNvSpPr>
          <p:nvPr/>
        </p:nvSpPr>
        <p:spPr>
          <a:xfrm>
            <a:off x="784328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6" name="data_5927">
            <a:extLst>
              <a:ext uri="{FF2B5EF4-FFF2-40B4-BE49-F238E27FC236}">
                <a16:creationId xmlns:a16="http://schemas.microsoft.com/office/drawing/2014/main" id="{DAF7F6F9-582C-4C98-AE1A-DFAC2CC7E6A3}"/>
              </a:ext>
            </a:extLst>
          </p:cNvPr>
          <p:cNvSpPr>
            <a:spLocks noGrp="1"/>
          </p:cNvSpPr>
          <p:nvPr/>
        </p:nvSpPr>
        <p:spPr>
          <a:xfrm>
            <a:off x="7819358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7" name="data_5928">
            <a:extLst>
              <a:ext uri="{FF2B5EF4-FFF2-40B4-BE49-F238E27FC236}">
                <a16:creationId xmlns:a16="http://schemas.microsoft.com/office/drawing/2014/main" id="{23EC9C5C-B8D3-4B6F-9CCB-8526915AD7C8}"/>
              </a:ext>
            </a:extLst>
          </p:cNvPr>
          <p:cNvSpPr>
            <a:spLocks noGrp="1"/>
          </p:cNvSpPr>
          <p:nvPr/>
        </p:nvSpPr>
        <p:spPr>
          <a:xfrm>
            <a:off x="780221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8" name="data_5929">
            <a:extLst>
              <a:ext uri="{FF2B5EF4-FFF2-40B4-BE49-F238E27FC236}">
                <a16:creationId xmlns:a16="http://schemas.microsoft.com/office/drawing/2014/main" id="{8BDFE0CB-E6F8-43C5-B70F-01ED0653112D}"/>
              </a:ext>
            </a:extLst>
          </p:cNvPr>
          <p:cNvSpPr>
            <a:spLocks noGrp="1"/>
          </p:cNvSpPr>
          <p:nvPr/>
        </p:nvSpPr>
        <p:spPr>
          <a:xfrm>
            <a:off x="781556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9" name="data_5930">
            <a:extLst>
              <a:ext uri="{FF2B5EF4-FFF2-40B4-BE49-F238E27FC236}">
                <a16:creationId xmlns:a16="http://schemas.microsoft.com/office/drawing/2014/main" id="{1360E65A-430B-4465-887D-D494D26EA212}"/>
              </a:ext>
            </a:extLst>
          </p:cNvPr>
          <p:cNvSpPr>
            <a:spLocks noGrp="1"/>
          </p:cNvSpPr>
          <p:nvPr/>
        </p:nvSpPr>
        <p:spPr>
          <a:xfrm>
            <a:off x="806556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0" name="data_5931">
            <a:extLst>
              <a:ext uri="{FF2B5EF4-FFF2-40B4-BE49-F238E27FC236}">
                <a16:creationId xmlns:a16="http://schemas.microsoft.com/office/drawing/2014/main" id="{B7CA4F1F-F1E7-48FD-86A9-4132E77C3737}"/>
              </a:ext>
            </a:extLst>
          </p:cNvPr>
          <p:cNvSpPr>
            <a:spLocks noGrp="1"/>
          </p:cNvSpPr>
          <p:nvPr/>
        </p:nvSpPr>
        <p:spPr>
          <a:xfrm>
            <a:off x="802358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1" name="data_5932">
            <a:extLst>
              <a:ext uri="{FF2B5EF4-FFF2-40B4-BE49-F238E27FC236}">
                <a16:creationId xmlns:a16="http://schemas.microsoft.com/office/drawing/2014/main" id="{1C82C208-EC7F-4C19-9FB0-11DB059518E1}"/>
              </a:ext>
            </a:extLst>
          </p:cNvPr>
          <p:cNvSpPr>
            <a:spLocks noGrp="1"/>
          </p:cNvSpPr>
          <p:nvPr/>
        </p:nvSpPr>
        <p:spPr>
          <a:xfrm>
            <a:off x="80503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2" name="data_5933">
            <a:extLst>
              <a:ext uri="{FF2B5EF4-FFF2-40B4-BE49-F238E27FC236}">
                <a16:creationId xmlns:a16="http://schemas.microsoft.com/office/drawing/2014/main" id="{36764B4B-CF25-429B-BD0D-4E1A27EC9E95}"/>
              </a:ext>
            </a:extLst>
          </p:cNvPr>
          <p:cNvSpPr>
            <a:spLocks noGrp="1"/>
          </p:cNvSpPr>
          <p:nvPr/>
        </p:nvSpPr>
        <p:spPr>
          <a:xfrm>
            <a:off x="8016693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3" name="data_5934">
            <a:extLst>
              <a:ext uri="{FF2B5EF4-FFF2-40B4-BE49-F238E27FC236}">
                <a16:creationId xmlns:a16="http://schemas.microsoft.com/office/drawing/2014/main" id="{F910282A-D02E-434D-ACD1-49F2AC14D758}"/>
              </a:ext>
            </a:extLst>
          </p:cNvPr>
          <p:cNvSpPr>
            <a:spLocks noGrp="1"/>
          </p:cNvSpPr>
          <p:nvPr/>
        </p:nvSpPr>
        <p:spPr>
          <a:xfrm>
            <a:off x="8082429" y="2116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4" name="data_5935">
            <a:extLst>
              <a:ext uri="{FF2B5EF4-FFF2-40B4-BE49-F238E27FC236}">
                <a16:creationId xmlns:a16="http://schemas.microsoft.com/office/drawing/2014/main" id="{355C4FA3-7164-4EA4-8632-4CA74A08B78E}"/>
              </a:ext>
            </a:extLst>
          </p:cNvPr>
          <p:cNvSpPr>
            <a:spLocks noGrp="1"/>
          </p:cNvSpPr>
          <p:nvPr/>
        </p:nvSpPr>
        <p:spPr>
          <a:xfrm>
            <a:off x="808610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5" name="data_5936">
            <a:extLst>
              <a:ext uri="{FF2B5EF4-FFF2-40B4-BE49-F238E27FC236}">
                <a16:creationId xmlns:a16="http://schemas.microsoft.com/office/drawing/2014/main" id="{068C8062-1F07-45FB-BD46-E90BDE6E41DB}"/>
              </a:ext>
            </a:extLst>
          </p:cNvPr>
          <p:cNvSpPr>
            <a:spLocks noGrp="1"/>
          </p:cNvSpPr>
          <p:nvPr/>
        </p:nvSpPr>
        <p:spPr>
          <a:xfrm>
            <a:off x="806205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6" name="data_5937">
            <a:extLst>
              <a:ext uri="{FF2B5EF4-FFF2-40B4-BE49-F238E27FC236}">
                <a16:creationId xmlns:a16="http://schemas.microsoft.com/office/drawing/2014/main" id="{1F9283CE-2012-4F44-AA69-2BB5026CE9A5}"/>
              </a:ext>
            </a:extLst>
          </p:cNvPr>
          <p:cNvSpPr>
            <a:spLocks noGrp="1"/>
          </p:cNvSpPr>
          <p:nvPr/>
        </p:nvSpPr>
        <p:spPr>
          <a:xfrm>
            <a:off x="809169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7" name="data_5938">
            <a:extLst>
              <a:ext uri="{FF2B5EF4-FFF2-40B4-BE49-F238E27FC236}">
                <a16:creationId xmlns:a16="http://schemas.microsoft.com/office/drawing/2014/main" id="{9D743ECE-2EE0-44A6-9B55-8C2A61DE0835}"/>
              </a:ext>
            </a:extLst>
          </p:cNvPr>
          <p:cNvSpPr>
            <a:spLocks noGrp="1"/>
          </p:cNvSpPr>
          <p:nvPr/>
        </p:nvSpPr>
        <p:spPr>
          <a:xfrm>
            <a:off x="8052820" y="3361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8" name="data_5939">
            <a:extLst>
              <a:ext uri="{FF2B5EF4-FFF2-40B4-BE49-F238E27FC236}">
                <a16:creationId xmlns:a16="http://schemas.microsoft.com/office/drawing/2014/main" id="{470C6299-748D-4BA1-9C69-7D7AD31E2D09}"/>
              </a:ext>
            </a:extLst>
          </p:cNvPr>
          <p:cNvSpPr>
            <a:spLocks noGrp="1"/>
          </p:cNvSpPr>
          <p:nvPr/>
        </p:nvSpPr>
        <p:spPr>
          <a:xfrm>
            <a:off x="8076108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9" name="data_5940">
            <a:extLst>
              <a:ext uri="{FF2B5EF4-FFF2-40B4-BE49-F238E27FC236}">
                <a16:creationId xmlns:a16="http://schemas.microsoft.com/office/drawing/2014/main" id="{C9F73A5E-75D7-4D30-8678-587CC87E6F00}"/>
              </a:ext>
            </a:extLst>
          </p:cNvPr>
          <p:cNvSpPr>
            <a:spLocks noGrp="1"/>
          </p:cNvSpPr>
          <p:nvPr/>
        </p:nvSpPr>
        <p:spPr>
          <a:xfrm>
            <a:off x="8040886" y="27414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0" name="data_5941">
            <a:extLst>
              <a:ext uri="{FF2B5EF4-FFF2-40B4-BE49-F238E27FC236}">
                <a16:creationId xmlns:a16="http://schemas.microsoft.com/office/drawing/2014/main" id="{19C5B8D0-DB29-4363-993B-9EB56C428D13}"/>
              </a:ext>
            </a:extLst>
          </p:cNvPr>
          <p:cNvSpPr>
            <a:spLocks noGrp="1"/>
          </p:cNvSpPr>
          <p:nvPr/>
        </p:nvSpPr>
        <p:spPr>
          <a:xfrm>
            <a:off x="800180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1" name="data_5942">
            <a:extLst>
              <a:ext uri="{FF2B5EF4-FFF2-40B4-BE49-F238E27FC236}">
                <a16:creationId xmlns:a16="http://schemas.microsoft.com/office/drawing/2014/main" id="{9E55B156-447C-4981-B096-A63A195D36F7}"/>
              </a:ext>
            </a:extLst>
          </p:cNvPr>
          <p:cNvSpPr>
            <a:spLocks noGrp="1"/>
          </p:cNvSpPr>
          <p:nvPr/>
        </p:nvSpPr>
        <p:spPr>
          <a:xfrm>
            <a:off x="8040850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2" name="data_5943">
            <a:extLst>
              <a:ext uri="{FF2B5EF4-FFF2-40B4-BE49-F238E27FC236}">
                <a16:creationId xmlns:a16="http://schemas.microsoft.com/office/drawing/2014/main" id="{DBA11CD4-C11E-4EBF-82D0-AD9084E0CA8E}"/>
              </a:ext>
            </a:extLst>
          </p:cNvPr>
          <p:cNvSpPr>
            <a:spLocks noGrp="1"/>
          </p:cNvSpPr>
          <p:nvPr/>
        </p:nvSpPr>
        <p:spPr>
          <a:xfrm>
            <a:off x="8052911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3" name="data_5944">
            <a:extLst>
              <a:ext uri="{FF2B5EF4-FFF2-40B4-BE49-F238E27FC236}">
                <a16:creationId xmlns:a16="http://schemas.microsoft.com/office/drawing/2014/main" id="{414B3164-D267-4949-9E1C-B93CCEC923F4}"/>
              </a:ext>
            </a:extLst>
          </p:cNvPr>
          <p:cNvSpPr>
            <a:spLocks noGrp="1"/>
          </p:cNvSpPr>
          <p:nvPr/>
        </p:nvSpPr>
        <p:spPr>
          <a:xfrm>
            <a:off x="803440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4" name="data_5945">
            <a:extLst>
              <a:ext uri="{FF2B5EF4-FFF2-40B4-BE49-F238E27FC236}">
                <a16:creationId xmlns:a16="http://schemas.microsoft.com/office/drawing/2014/main" id="{3ED36C76-0EBC-45AF-9111-E9243E019B98}"/>
              </a:ext>
            </a:extLst>
          </p:cNvPr>
          <p:cNvSpPr>
            <a:spLocks noGrp="1"/>
          </p:cNvSpPr>
          <p:nvPr/>
        </p:nvSpPr>
        <p:spPr>
          <a:xfrm>
            <a:off x="801426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5" name="data_5946">
            <a:extLst>
              <a:ext uri="{FF2B5EF4-FFF2-40B4-BE49-F238E27FC236}">
                <a16:creationId xmlns:a16="http://schemas.microsoft.com/office/drawing/2014/main" id="{ED44DD79-6CEB-4D6E-8D3C-3418C507FFA1}"/>
              </a:ext>
            </a:extLst>
          </p:cNvPr>
          <p:cNvSpPr>
            <a:spLocks noGrp="1"/>
          </p:cNvSpPr>
          <p:nvPr/>
        </p:nvSpPr>
        <p:spPr>
          <a:xfrm>
            <a:off x="807332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6" name="data_5947">
            <a:extLst>
              <a:ext uri="{FF2B5EF4-FFF2-40B4-BE49-F238E27FC236}">
                <a16:creationId xmlns:a16="http://schemas.microsoft.com/office/drawing/2014/main" id="{F9D2D48B-DC55-4AF9-8B7A-AD861E8C1081}"/>
              </a:ext>
            </a:extLst>
          </p:cNvPr>
          <p:cNvSpPr>
            <a:spLocks noGrp="1"/>
          </p:cNvSpPr>
          <p:nvPr/>
        </p:nvSpPr>
        <p:spPr>
          <a:xfrm>
            <a:off x="807883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7" name="data_5948">
            <a:extLst>
              <a:ext uri="{FF2B5EF4-FFF2-40B4-BE49-F238E27FC236}">
                <a16:creationId xmlns:a16="http://schemas.microsoft.com/office/drawing/2014/main" id="{B17DCDE0-6D4D-44E4-A750-04A3596532F5}"/>
              </a:ext>
            </a:extLst>
          </p:cNvPr>
          <p:cNvSpPr>
            <a:spLocks noGrp="1"/>
          </p:cNvSpPr>
          <p:nvPr/>
        </p:nvSpPr>
        <p:spPr>
          <a:xfrm>
            <a:off x="807350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8" name="data_5949">
            <a:extLst>
              <a:ext uri="{FF2B5EF4-FFF2-40B4-BE49-F238E27FC236}">
                <a16:creationId xmlns:a16="http://schemas.microsoft.com/office/drawing/2014/main" id="{6CAC1F2B-0E04-4E58-B6AA-4C43D9175F53}"/>
              </a:ext>
            </a:extLst>
          </p:cNvPr>
          <p:cNvSpPr>
            <a:spLocks noGrp="1"/>
          </p:cNvSpPr>
          <p:nvPr/>
        </p:nvSpPr>
        <p:spPr>
          <a:xfrm>
            <a:off x="8040421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9" name="data_5950">
            <a:extLst>
              <a:ext uri="{FF2B5EF4-FFF2-40B4-BE49-F238E27FC236}">
                <a16:creationId xmlns:a16="http://schemas.microsoft.com/office/drawing/2014/main" id="{DAB410A6-2F53-4212-9147-0D6CA706527B}"/>
              </a:ext>
            </a:extLst>
          </p:cNvPr>
          <p:cNvSpPr>
            <a:spLocks noGrp="1"/>
          </p:cNvSpPr>
          <p:nvPr/>
        </p:nvSpPr>
        <p:spPr>
          <a:xfrm>
            <a:off x="7999530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0" name="data_5951">
            <a:extLst>
              <a:ext uri="{FF2B5EF4-FFF2-40B4-BE49-F238E27FC236}">
                <a16:creationId xmlns:a16="http://schemas.microsoft.com/office/drawing/2014/main" id="{93DF7B90-57CE-4379-B737-EAD118BFD6A4}"/>
              </a:ext>
            </a:extLst>
          </p:cNvPr>
          <p:cNvSpPr>
            <a:spLocks noGrp="1"/>
          </p:cNvSpPr>
          <p:nvPr/>
        </p:nvSpPr>
        <p:spPr>
          <a:xfrm>
            <a:off x="807815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1" name="data_5952">
            <a:extLst>
              <a:ext uri="{FF2B5EF4-FFF2-40B4-BE49-F238E27FC236}">
                <a16:creationId xmlns:a16="http://schemas.microsoft.com/office/drawing/2014/main" id="{3F4456F7-55F0-46DE-91F4-771FBF42E8D2}"/>
              </a:ext>
            </a:extLst>
          </p:cNvPr>
          <p:cNvSpPr>
            <a:spLocks noGrp="1"/>
          </p:cNvSpPr>
          <p:nvPr/>
        </p:nvSpPr>
        <p:spPr>
          <a:xfrm>
            <a:off x="804214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2" name="data_5953">
            <a:extLst>
              <a:ext uri="{FF2B5EF4-FFF2-40B4-BE49-F238E27FC236}">
                <a16:creationId xmlns:a16="http://schemas.microsoft.com/office/drawing/2014/main" id="{1E7363C5-0E39-4E85-AEE4-F2F7C21B3639}"/>
              </a:ext>
            </a:extLst>
          </p:cNvPr>
          <p:cNvSpPr>
            <a:spLocks noGrp="1"/>
          </p:cNvSpPr>
          <p:nvPr/>
        </p:nvSpPr>
        <p:spPr>
          <a:xfrm>
            <a:off x="80729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3" name="data_5954">
            <a:extLst>
              <a:ext uri="{FF2B5EF4-FFF2-40B4-BE49-F238E27FC236}">
                <a16:creationId xmlns:a16="http://schemas.microsoft.com/office/drawing/2014/main" id="{2F527B36-88DF-4727-87D3-AB9AA395206D}"/>
              </a:ext>
            </a:extLst>
          </p:cNvPr>
          <p:cNvSpPr>
            <a:spLocks noGrp="1"/>
          </p:cNvSpPr>
          <p:nvPr/>
        </p:nvSpPr>
        <p:spPr>
          <a:xfrm>
            <a:off x="8016004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4" name="data_5955">
            <a:extLst>
              <a:ext uri="{FF2B5EF4-FFF2-40B4-BE49-F238E27FC236}">
                <a16:creationId xmlns:a16="http://schemas.microsoft.com/office/drawing/2014/main" id="{5B8B521C-4399-42F9-ABA1-426DEEA9BEB7}"/>
              </a:ext>
            </a:extLst>
          </p:cNvPr>
          <p:cNvSpPr>
            <a:spLocks noGrp="1"/>
          </p:cNvSpPr>
          <p:nvPr/>
        </p:nvSpPr>
        <p:spPr>
          <a:xfrm>
            <a:off x="808374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5" name="data_5956">
            <a:extLst>
              <a:ext uri="{FF2B5EF4-FFF2-40B4-BE49-F238E27FC236}">
                <a16:creationId xmlns:a16="http://schemas.microsoft.com/office/drawing/2014/main" id="{42930D47-7430-459E-8203-0488155FA70D}"/>
              </a:ext>
            </a:extLst>
          </p:cNvPr>
          <p:cNvSpPr>
            <a:spLocks noGrp="1"/>
          </p:cNvSpPr>
          <p:nvPr/>
        </p:nvSpPr>
        <p:spPr>
          <a:xfrm>
            <a:off x="8069324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6" name="data_5957">
            <a:extLst>
              <a:ext uri="{FF2B5EF4-FFF2-40B4-BE49-F238E27FC236}">
                <a16:creationId xmlns:a16="http://schemas.microsoft.com/office/drawing/2014/main" id="{86BF811F-5B5D-4CA8-970C-0FF57E8BEE91}"/>
              </a:ext>
            </a:extLst>
          </p:cNvPr>
          <p:cNvSpPr>
            <a:spLocks noGrp="1"/>
          </p:cNvSpPr>
          <p:nvPr/>
        </p:nvSpPr>
        <p:spPr>
          <a:xfrm>
            <a:off x="7995720" y="25206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7" name="data_5958">
            <a:extLst>
              <a:ext uri="{FF2B5EF4-FFF2-40B4-BE49-F238E27FC236}">
                <a16:creationId xmlns:a16="http://schemas.microsoft.com/office/drawing/2014/main" id="{1AC768C2-5074-4822-B8BC-3F673CE3E31D}"/>
              </a:ext>
            </a:extLst>
          </p:cNvPr>
          <p:cNvSpPr>
            <a:spLocks noGrp="1"/>
          </p:cNvSpPr>
          <p:nvPr/>
        </p:nvSpPr>
        <p:spPr>
          <a:xfrm>
            <a:off x="806373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8" name="data_5959">
            <a:extLst>
              <a:ext uri="{FF2B5EF4-FFF2-40B4-BE49-F238E27FC236}">
                <a16:creationId xmlns:a16="http://schemas.microsoft.com/office/drawing/2014/main" id="{F67EF7E9-EC5A-4429-A49A-0E830075BC2F}"/>
              </a:ext>
            </a:extLst>
          </p:cNvPr>
          <p:cNvSpPr>
            <a:spLocks noGrp="1"/>
          </p:cNvSpPr>
          <p:nvPr/>
        </p:nvSpPr>
        <p:spPr>
          <a:xfrm>
            <a:off x="804365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9" name="data_5960">
            <a:extLst>
              <a:ext uri="{FF2B5EF4-FFF2-40B4-BE49-F238E27FC236}">
                <a16:creationId xmlns:a16="http://schemas.microsoft.com/office/drawing/2014/main" id="{A00F6296-0C63-4B2D-B154-8C6751BDA41D}"/>
              </a:ext>
            </a:extLst>
          </p:cNvPr>
          <p:cNvSpPr>
            <a:spLocks noGrp="1"/>
          </p:cNvSpPr>
          <p:nvPr/>
        </p:nvSpPr>
        <p:spPr>
          <a:xfrm>
            <a:off x="804346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0" name="data_5961">
            <a:extLst>
              <a:ext uri="{FF2B5EF4-FFF2-40B4-BE49-F238E27FC236}">
                <a16:creationId xmlns:a16="http://schemas.microsoft.com/office/drawing/2014/main" id="{EBD1B140-5B66-4C7A-8659-5A7A5405A2B6}"/>
              </a:ext>
            </a:extLst>
          </p:cNvPr>
          <p:cNvSpPr>
            <a:spLocks noGrp="1"/>
          </p:cNvSpPr>
          <p:nvPr/>
        </p:nvSpPr>
        <p:spPr>
          <a:xfrm>
            <a:off x="8028299" y="23704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1" name="data_5962">
            <a:extLst>
              <a:ext uri="{FF2B5EF4-FFF2-40B4-BE49-F238E27FC236}">
                <a16:creationId xmlns:a16="http://schemas.microsoft.com/office/drawing/2014/main" id="{DAB521B4-89CB-466D-894E-463ACA49E685}"/>
              </a:ext>
            </a:extLst>
          </p:cNvPr>
          <p:cNvSpPr>
            <a:spLocks noGrp="1"/>
          </p:cNvSpPr>
          <p:nvPr/>
        </p:nvSpPr>
        <p:spPr>
          <a:xfrm>
            <a:off x="803541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2" name="data_5963">
            <a:extLst>
              <a:ext uri="{FF2B5EF4-FFF2-40B4-BE49-F238E27FC236}">
                <a16:creationId xmlns:a16="http://schemas.microsoft.com/office/drawing/2014/main" id="{5AF49534-F630-4442-81B9-64111453B060}"/>
              </a:ext>
            </a:extLst>
          </p:cNvPr>
          <p:cNvSpPr>
            <a:spLocks noGrp="1"/>
          </p:cNvSpPr>
          <p:nvPr/>
        </p:nvSpPr>
        <p:spPr>
          <a:xfrm>
            <a:off x="7997192" y="35059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3" name="data_5964">
            <a:extLst>
              <a:ext uri="{FF2B5EF4-FFF2-40B4-BE49-F238E27FC236}">
                <a16:creationId xmlns:a16="http://schemas.microsoft.com/office/drawing/2014/main" id="{94464FC0-E579-4C15-9120-A2916836EF29}"/>
              </a:ext>
            </a:extLst>
          </p:cNvPr>
          <p:cNvSpPr>
            <a:spLocks noGrp="1"/>
          </p:cNvSpPr>
          <p:nvPr/>
        </p:nvSpPr>
        <p:spPr>
          <a:xfrm>
            <a:off x="807291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4" name="data_5965">
            <a:extLst>
              <a:ext uri="{FF2B5EF4-FFF2-40B4-BE49-F238E27FC236}">
                <a16:creationId xmlns:a16="http://schemas.microsoft.com/office/drawing/2014/main" id="{45BCAB8B-7D6F-44E6-8324-71FDFB95FC62}"/>
              </a:ext>
            </a:extLst>
          </p:cNvPr>
          <p:cNvSpPr>
            <a:spLocks noGrp="1"/>
          </p:cNvSpPr>
          <p:nvPr/>
        </p:nvSpPr>
        <p:spPr>
          <a:xfrm>
            <a:off x="807880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5" name="data_5966">
            <a:extLst>
              <a:ext uri="{FF2B5EF4-FFF2-40B4-BE49-F238E27FC236}">
                <a16:creationId xmlns:a16="http://schemas.microsoft.com/office/drawing/2014/main" id="{BA79BDE6-EB59-4162-B02E-887C3C3680AB}"/>
              </a:ext>
            </a:extLst>
          </p:cNvPr>
          <p:cNvSpPr>
            <a:spLocks noGrp="1"/>
          </p:cNvSpPr>
          <p:nvPr/>
        </p:nvSpPr>
        <p:spPr>
          <a:xfrm>
            <a:off x="806879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6" name="data_5967">
            <a:extLst>
              <a:ext uri="{FF2B5EF4-FFF2-40B4-BE49-F238E27FC236}">
                <a16:creationId xmlns:a16="http://schemas.microsoft.com/office/drawing/2014/main" id="{344495D5-9D38-436B-81C7-DB28546185BC}"/>
              </a:ext>
            </a:extLst>
          </p:cNvPr>
          <p:cNvSpPr>
            <a:spLocks noGrp="1"/>
          </p:cNvSpPr>
          <p:nvPr/>
        </p:nvSpPr>
        <p:spPr>
          <a:xfrm>
            <a:off x="803267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7" name="data_5968">
            <a:extLst>
              <a:ext uri="{FF2B5EF4-FFF2-40B4-BE49-F238E27FC236}">
                <a16:creationId xmlns:a16="http://schemas.microsoft.com/office/drawing/2014/main" id="{175F060E-DA21-4792-BDE3-65855D23BFC9}"/>
              </a:ext>
            </a:extLst>
          </p:cNvPr>
          <p:cNvSpPr>
            <a:spLocks noGrp="1"/>
          </p:cNvSpPr>
          <p:nvPr/>
        </p:nvSpPr>
        <p:spPr>
          <a:xfrm>
            <a:off x="80213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8" name="data_5969">
            <a:extLst>
              <a:ext uri="{FF2B5EF4-FFF2-40B4-BE49-F238E27FC236}">
                <a16:creationId xmlns:a16="http://schemas.microsoft.com/office/drawing/2014/main" id="{499DB608-DA5A-4722-9A20-6BFFAD939B89}"/>
              </a:ext>
            </a:extLst>
          </p:cNvPr>
          <p:cNvSpPr>
            <a:spLocks noGrp="1"/>
          </p:cNvSpPr>
          <p:nvPr/>
        </p:nvSpPr>
        <p:spPr>
          <a:xfrm>
            <a:off x="80520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9" name="data_5970">
            <a:extLst>
              <a:ext uri="{FF2B5EF4-FFF2-40B4-BE49-F238E27FC236}">
                <a16:creationId xmlns:a16="http://schemas.microsoft.com/office/drawing/2014/main" id="{BCCEA440-D414-4903-BC50-9D5A1F62D8C5}"/>
              </a:ext>
            </a:extLst>
          </p:cNvPr>
          <p:cNvSpPr>
            <a:spLocks noGrp="1"/>
          </p:cNvSpPr>
          <p:nvPr/>
        </p:nvSpPr>
        <p:spPr>
          <a:xfrm>
            <a:off x="801250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0" name="data_5971">
            <a:extLst>
              <a:ext uri="{FF2B5EF4-FFF2-40B4-BE49-F238E27FC236}">
                <a16:creationId xmlns:a16="http://schemas.microsoft.com/office/drawing/2014/main" id="{41D261E9-FA65-492B-806C-CADBA85AA8D8}"/>
              </a:ext>
            </a:extLst>
          </p:cNvPr>
          <p:cNvSpPr>
            <a:spLocks noGrp="1"/>
          </p:cNvSpPr>
          <p:nvPr/>
        </p:nvSpPr>
        <p:spPr>
          <a:xfrm>
            <a:off x="803243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1" name="data_5972">
            <a:extLst>
              <a:ext uri="{FF2B5EF4-FFF2-40B4-BE49-F238E27FC236}">
                <a16:creationId xmlns:a16="http://schemas.microsoft.com/office/drawing/2014/main" id="{D0AF662C-8347-45C7-8AFC-FC81A4CAB146}"/>
              </a:ext>
            </a:extLst>
          </p:cNvPr>
          <p:cNvSpPr>
            <a:spLocks noGrp="1"/>
          </p:cNvSpPr>
          <p:nvPr/>
        </p:nvSpPr>
        <p:spPr>
          <a:xfrm>
            <a:off x="809662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2" name="data_5973">
            <a:extLst>
              <a:ext uri="{FF2B5EF4-FFF2-40B4-BE49-F238E27FC236}">
                <a16:creationId xmlns:a16="http://schemas.microsoft.com/office/drawing/2014/main" id="{48A02477-142E-4490-A469-0D0F4BA0ABFF}"/>
              </a:ext>
            </a:extLst>
          </p:cNvPr>
          <p:cNvSpPr>
            <a:spLocks noGrp="1"/>
          </p:cNvSpPr>
          <p:nvPr/>
        </p:nvSpPr>
        <p:spPr>
          <a:xfrm>
            <a:off x="808120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3" name="data_5974">
            <a:extLst>
              <a:ext uri="{FF2B5EF4-FFF2-40B4-BE49-F238E27FC236}">
                <a16:creationId xmlns:a16="http://schemas.microsoft.com/office/drawing/2014/main" id="{C15780B2-1CD3-481C-9497-68BE7B7820DC}"/>
              </a:ext>
            </a:extLst>
          </p:cNvPr>
          <p:cNvSpPr>
            <a:spLocks noGrp="1"/>
          </p:cNvSpPr>
          <p:nvPr/>
        </p:nvSpPr>
        <p:spPr>
          <a:xfrm>
            <a:off x="80794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4" name="data_5975">
            <a:extLst>
              <a:ext uri="{FF2B5EF4-FFF2-40B4-BE49-F238E27FC236}">
                <a16:creationId xmlns:a16="http://schemas.microsoft.com/office/drawing/2014/main" id="{D1568187-45A7-4C68-AA9C-9AEA93B762DF}"/>
              </a:ext>
            </a:extLst>
          </p:cNvPr>
          <p:cNvSpPr>
            <a:spLocks noGrp="1"/>
          </p:cNvSpPr>
          <p:nvPr/>
        </p:nvSpPr>
        <p:spPr>
          <a:xfrm>
            <a:off x="800940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5" name="data_5976">
            <a:extLst>
              <a:ext uri="{FF2B5EF4-FFF2-40B4-BE49-F238E27FC236}">
                <a16:creationId xmlns:a16="http://schemas.microsoft.com/office/drawing/2014/main" id="{907B3BBD-D2BA-4313-8124-5BF33BC719BD}"/>
              </a:ext>
            </a:extLst>
          </p:cNvPr>
          <p:cNvSpPr>
            <a:spLocks noGrp="1"/>
          </p:cNvSpPr>
          <p:nvPr/>
        </p:nvSpPr>
        <p:spPr>
          <a:xfrm>
            <a:off x="808179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6" name="data_5977">
            <a:extLst>
              <a:ext uri="{FF2B5EF4-FFF2-40B4-BE49-F238E27FC236}">
                <a16:creationId xmlns:a16="http://schemas.microsoft.com/office/drawing/2014/main" id="{E99A6860-C8EC-45CF-A0AA-194040AC8030}"/>
              </a:ext>
            </a:extLst>
          </p:cNvPr>
          <p:cNvSpPr>
            <a:spLocks noGrp="1"/>
          </p:cNvSpPr>
          <p:nvPr/>
        </p:nvSpPr>
        <p:spPr>
          <a:xfrm>
            <a:off x="808927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7" name="data_5978">
            <a:extLst>
              <a:ext uri="{FF2B5EF4-FFF2-40B4-BE49-F238E27FC236}">
                <a16:creationId xmlns:a16="http://schemas.microsoft.com/office/drawing/2014/main" id="{ED56821E-F80F-4162-B4FA-D04E4349F670}"/>
              </a:ext>
            </a:extLst>
          </p:cNvPr>
          <p:cNvSpPr>
            <a:spLocks noGrp="1"/>
          </p:cNvSpPr>
          <p:nvPr/>
        </p:nvSpPr>
        <p:spPr>
          <a:xfrm>
            <a:off x="802941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8" name="data_5979">
            <a:extLst>
              <a:ext uri="{FF2B5EF4-FFF2-40B4-BE49-F238E27FC236}">
                <a16:creationId xmlns:a16="http://schemas.microsoft.com/office/drawing/2014/main" id="{55BDC093-8092-4E6A-9781-217159D06A34}"/>
              </a:ext>
            </a:extLst>
          </p:cNvPr>
          <p:cNvSpPr>
            <a:spLocks noGrp="1"/>
          </p:cNvSpPr>
          <p:nvPr/>
        </p:nvSpPr>
        <p:spPr>
          <a:xfrm>
            <a:off x="809735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9" name="data_5980">
            <a:extLst>
              <a:ext uri="{FF2B5EF4-FFF2-40B4-BE49-F238E27FC236}">
                <a16:creationId xmlns:a16="http://schemas.microsoft.com/office/drawing/2014/main" id="{01B4E8B5-9B6C-4527-B12B-2A9B8413A824}"/>
              </a:ext>
            </a:extLst>
          </p:cNvPr>
          <p:cNvSpPr>
            <a:spLocks noGrp="1"/>
          </p:cNvSpPr>
          <p:nvPr/>
        </p:nvSpPr>
        <p:spPr>
          <a:xfrm>
            <a:off x="798885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0" name="data_5981">
            <a:extLst>
              <a:ext uri="{FF2B5EF4-FFF2-40B4-BE49-F238E27FC236}">
                <a16:creationId xmlns:a16="http://schemas.microsoft.com/office/drawing/2014/main" id="{6FF48DDD-5774-4070-BCB3-A9075D737B13}"/>
              </a:ext>
            </a:extLst>
          </p:cNvPr>
          <p:cNvSpPr>
            <a:spLocks noGrp="1"/>
          </p:cNvSpPr>
          <p:nvPr/>
        </p:nvSpPr>
        <p:spPr>
          <a:xfrm>
            <a:off x="806789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1" name="data_5982">
            <a:extLst>
              <a:ext uri="{FF2B5EF4-FFF2-40B4-BE49-F238E27FC236}">
                <a16:creationId xmlns:a16="http://schemas.microsoft.com/office/drawing/2014/main" id="{D826160C-2D98-4AD8-BC79-8D21465738E4}"/>
              </a:ext>
            </a:extLst>
          </p:cNvPr>
          <p:cNvSpPr>
            <a:spLocks noGrp="1"/>
          </p:cNvSpPr>
          <p:nvPr/>
        </p:nvSpPr>
        <p:spPr>
          <a:xfrm>
            <a:off x="805075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2" name="data_5983">
            <a:extLst>
              <a:ext uri="{FF2B5EF4-FFF2-40B4-BE49-F238E27FC236}">
                <a16:creationId xmlns:a16="http://schemas.microsoft.com/office/drawing/2014/main" id="{B671CE00-4D41-4184-8BF5-C716BC6F09E8}"/>
              </a:ext>
            </a:extLst>
          </p:cNvPr>
          <p:cNvSpPr>
            <a:spLocks noGrp="1"/>
          </p:cNvSpPr>
          <p:nvPr/>
        </p:nvSpPr>
        <p:spPr>
          <a:xfrm>
            <a:off x="8033923" y="27965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3" name="data_5984">
            <a:extLst>
              <a:ext uri="{FF2B5EF4-FFF2-40B4-BE49-F238E27FC236}">
                <a16:creationId xmlns:a16="http://schemas.microsoft.com/office/drawing/2014/main" id="{C70A8645-3545-4CC8-992A-1AEEA3A8DDC1}"/>
              </a:ext>
            </a:extLst>
          </p:cNvPr>
          <p:cNvSpPr>
            <a:spLocks noGrp="1"/>
          </p:cNvSpPr>
          <p:nvPr/>
        </p:nvSpPr>
        <p:spPr>
          <a:xfrm>
            <a:off x="7996543" y="20126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4" name="data_5985">
            <a:extLst>
              <a:ext uri="{FF2B5EF4-FFF2-40B4-BE49-F238E27FC236}">
                <a16:creationId xmlns:a16="http://schemas.microsoft.com/office/drawing/2014/main" id="{00AC12BA-FC53-499D-8DA7-249D24E6054F}"/>
              </a:ext>
            </a:extLst>
          </p:cNvPr>
          <p:cNvSpPr>
            <a:spLocks noGrp="1"/>
          </p:cNvSpPr>
          <p:nvPr/>
        </p:nvSpPr>
        <p:spPr>
          <a:xfrm>
            <a:off x="8062865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5" name="data_5986">
            <a:extLst>
              <a:ext uri="{FF2B5EF4-FFF2-40B4-BE49-F238E27FC236}">
                <a16:creationId xmlns:a16="http://schemas.microsoft.com/office/drawing/2014/main" id="{4A67C29D-A228-4EE0-BD3E-9CBD03F2E951}"/>
              </a:ext>
            </a:extLst>
          </p:cNvPr>
          <p:cNvSpPr>
            <a:spLocks noGrp="1"/>
          </p:cNvSpPr>
          <p:nvPr/>
        </p:nvSpPr>
        <p:spPr>
          <a:xfrm>
            <a:off x="801449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6" name="data_5987">
            <a:extLst>
              <a:ext uri="{FF2B5EF4-FFF2-40B4-BE49-F238E27FC236}">
                <a16:creationId xmlns:a16="http://schemas.microsoft.com/office/drawing/2014/main" id="{27F6F8D6-6F37-4382-8AA8-476A6BD162E5}"/>
              </a:ext>
            </a:extLst>
          </p:cNvPr>
          <p:cNvSpPr>
            <a:spLocks noGrp="1"/>
          </p:cNvSpPr>
          <p:nvPr/>
        </p:nvSpPr>
        <p:spPr>
          <a:xfrm>
            <a:off x="806265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7" name="data_5988">
            <a:extLst>
              <a:ext uri="{FF2B5EF4-FFF2-40B4-BE49-F238E27FC236}">
                <a16:creationId xmlns:a16="http://schemas.microsoft.com/office/drawing/2014/main" id="{B3C0BD09-A148-4352-81D2-2AA714D8B521}"/>
              </a:ext>
            </a:extLst>
          </p:cNvPr>
          <p:cNvSpPr>
            <a:spLocks noGrp="1"/>
          </p:cNvSpPr>
          <p:nvPr/>
        </p:nvSpPr>
        <p:spPr>
          <a:xfrm>
            <a:off x="7998159" y="23980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8" name="data_5989">
            <a:extLst>
              <a:ext uri="{FF2B5EF4-FFF2-40B4-BE49-F238E27FC236}">
                <a16:creationId xmlns:a16="http://schemas.microsoft.com/office/drawing/2014/main" id="{CB1D8692-7E78-4D64-83A6-EA17065F4506}"/>
              </a:ext>
            </a:extLst>
          </p:cNvPr>
          <p:cNvSpPr>
            <a:spLocks noGrp="1"/>
          </p:cNvSpPr>
          <p:nvPr/>
        </p:nvSpPr>
        <p:spPr>
          <a:xfrm>
            <a:off x="805361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9" name="data_5990">
            <a:extLst>
              <a:ext uri="{FF2B5EF4-FFF2-40B4-BE49-F238E27FC236}">
                <a16:creationId xmlns:a16="http://schemas.microsoft.com/office/drawing/2014/main" id="{00D69D5F-F6C1-4CCC-8668-4C6B07DC077B}"/>
              </a:ext>
            </a:extLst>
          </p:cNvPr>
          <p:cNvSpPr>
            <a:spLocks noGrp="1"/>
          </p:cNvSpPr>
          <p:nvPr/>
        </p:nvSpPr>
        <p:spPr>
          <a:xfrm>
            <a:off x="8097276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0" name="data_5991">
            <a:extLst>
              <a:ext uri="{FF2B5EF4-FFF2-40B4-BE49-F238E27FC236}">
                <a16:creationId xmlns:a16="http://schemas.microsoft.com/office/drawing/2014/main" id="{DE4B4263-628D-4800-9FCE-57C53E2E45A0}"/>
              </a:ext>
            </a:extLst>
          </p:cNvPr>
          <p:cNvSpPr>
            <a:spLocks noGrp="1"/>
          </p:cNvSpPr>
          <p:nvPr/>
        </p:nvSpPr>
        <p:spPr>
          <a:xfrm>
            <a:off x="804221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1" name="data_5992">
            <a:extLst>
              <a:ext uri="{FF2B5EF4-FFF2-40B4-BE49-F238E27FC236}">
                <a16:creationId xmlns:a16="http://schemas.microsoft.com/office/drawing/2014/main" id="{6E542E28-3E70-4AD8-AF69-83E2601922CC}"/>
              </a:ext>
            </a:extLst>
          </p:cNvPr>
          <p:cNvSpPr>
            <a:spLocks noGrp="1"/>
          </p:cNvSpPr>
          <p:nvPr/>
        </p:nvSpPr>
        <p:spPr>
          <a:xfrm>
            <a:off x="808669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2" name="data_5993">
            <a:extLst>
              <a:ext uri="{FF2B5EF4-FFF2-40B4-BE49-F238E27FC236}">
                <a16:creationId xmlns:a16="http://schemas.microsoft.com/office/drawing/2014/main" id="{1C746C65-B603-45C2-872F-EF1D68B3F69D}"/>
              </a:ext>
            </a:extLst>
          </p:cNvPr>
          <p:cNvSpPr>
            <a:spLocks noGrp="1"/>
          </p:cNvSpPr>
          <p:nvPr/>
        </p:nvSpPr>
        <p:spPr>
          <a:xfrm>
            <a:off x="801007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3" name="data_5994">
            <a:extLst>
              <a:ext uri="{FF2B5EF4-FFF2-40B4-BE49-F238E27FC236}">
                <a16:creationId xmlns:a16="http://schemas.microsoft.com/office/drawing/2014/main" id="{EEC1E3DC-38D6-4754-BF2A-E9081C998EEB}"/>
              </a:ext>
            </a:extLst>
          </p:cNvPr>
          <p:cNvSpPr>
            <a:spLocks noGrp="1"/>
          </p:cNvSpPr>
          <p:nvPr/>
        </p:nvSpPr>
        <p:spPr>
          <a:xfrm>
            <a:off x="801522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4" name="data_5995">
            <a:extLst>
              <a:ext uri="{FF2B5EF4-FFF2-40B4-BE49-F238E27FC236}">
                <a16:creationId xmlns:a16="http://schemas.microsoft.com/office/drawing/2014/main" id="{E8A571C6-E291-4AC9-8B13-E5E430CEB847}"/>
              </a:ext>
            </a:extLst>
          </p:cNvPr>
          <p:cNvSpPr>
            <a:spLocks noGrp="1"/>
          </p:cNvSpPr>
          <p:nvPr/>
        </p:nvSpPr>
        <p:spPr>
          <a:xfrm>
            <a:off x="805799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5" name="data_5996">
            <a:extLst>
              <a:ext uri="{FF2B5EF4-FFF2-40B4-BE49-F238E27FC236}">
                <a16:creationId xmlns:a16="http://schemas.microsoft.com/office/drawing/2014/main" id="{B3CB3030-6873-49BD-A9D2-F05E23EEEA23}"/>
              </a:ext>
            </a:extLst>
          </p:cNvPr>
          <p:cNvSpPr>
            <a:spLocks noGrp="1"/>
          </p:cNvSpPr>
          <p:nvPr/>
        </p:nvSpPr>
        <p:spPr>
          <a:xfrm>
            <a:off x="8052253" y="3489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6" name="data_5997">
            <a:extLst>
              <a:ext uri="{FF2B5EF4-FFF2-40B4-BE49-F238E27FC236}">
                <a16:creationId xmlns:a16="http://schemas.microsoft.com/office/drawing/2014/main" id="{CF325AE3-618E-4A29-860C-C3E7EC1DD6D9}"/>
              </a:ext>
            </a:extLst>
          </p:cNvPr>
          <p:cNvSpPr>
            <a:spLocks noGrp="1"/>
          </p:cNvSpPr>
          <p:nvPr/>
        </p:nvSpPr>
        <p:spPr>
          <a:xfrm>
            <a:off x="802241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7" name="data_5998">
            <a:extLst>
              <a:ext uri="{FF2B5EF4-FFF2-40B4-BE49-F238E27FC236}">
                <a16:creationId xmlns:a16="http://schemas.microsoft.com/office/drawing/2014/main" id="{4E8D921A-4A7D-49F4-8F1B-805BFDFD2A5E}"/>
              </a:ext>
            </a:extLst>
          </p:cNvPr>
          <p:cNvSpPr>
            <a:spLocks noGrp="1"/>
          </p:cNvSpPr>
          <p:nvPr/>
        </p:nvSpPr>
        <p:spPr>
          <a:xfrm>
            <a:off x="8013274" y="22328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8" name="data_5999">
            <a:extLst>
              <a:ext uri="{FF2B5EF4-FFF2-40B4-BE49-F238E27FC236}">
                <a16:creationId xmlns:a16="http://schemas.microsoft.com/office/drawing/2014/main" id="{5423EC49-0ED3-4684-9357-03883DDCEC79}"/>
              </a:ext>
            </a:extLst>
          </p:cNvPr>
          <p:cNvSpPr>
            <a:spLocks noGrp="1"/>
          </p:cNvSpPr>
          <p:nvPr/>
        </p:nvSpPr>
        <p:spPr>
          <a:xfrm>
            <a:off x="8013229" y="34425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9" name="data_6000">
            <a:extLst>
              <a:ext uri="{FF2B5EF4-FFF2-40B4-BE49-F238E27FC236}">
                <a16:creationId xmlns:a16="http://schemas.microsoft.com/office/drawing/2014/main" id="{C2A847F4-1E25-447F-90B6-B570334367F0}"/>
              </a:ext>
            </a:extLst>
          </p:cNvPr>
          <p:cNvSpPr>
            <a:spLocks noGrp="1"/>
          </p:cNvSpPr>
          <p:nvPr/>
        </p:nvSpPr>
        <p:spPr>
          <a:xfrm>
            <a:off x="80961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0" name="data_6001">
            <a:extLst>
              <a:ext uri="{FF2B5EF4-FFF2-40B4-BE49-F238E27FC236}">
                <a16:creationId xmlns:a16="http://schemas.microsoft.com/office/drawing/2014/main" id="{93254C1F-0480-41A0-AB05-1D8BD9E93AD2}"/>
              </a:ext>
            </a:extLst>
          </p:cNvPr>
          <p:cNvSpPr>
            <a:spLocks noGrp="1"/>
          </p:cNvSpPr>
          <p:nvPr/>
        </p:nvSpPr>
        <p:spPr>
          <a:xfrm>
            <a:off x="8037302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1" name="data_6002">
            <a:extLst>
              <a:ext uri="{FF2B5EF4-FFF2-40B4-BE49-F238E27FC236}">
                <a16:creationId xmlns:a16="http://schemas.microsoft.com/office/drawing/2014/main" id="{1F786811-0E4B-461B-A250-3882C3E1E5BA}"/>
              </a:ext>
            </a:extLst>
          </p:cNvPr>
          <p:cNvSpPr>
            <a:spLocks noGrp="1"/>
          </p:cNvSpPr>
          <p:nvPr/>
        </p:nvSpPr>
        <p:spPr>
          <a:xfrm>
            <a:off x="801840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2" name="data_6003">
            <a:extLst>
              <a:ext uri="{FF2B5EF4-FFF2-40B4-BE49-F238E27FC236}">
                <a16:creationId xmlns:a16="http://schemas.microsoft.com/office/drawing/2014/main" id="{D57B830B-BBC4-4F47-BA61-4FBAB65AC421}"/>
              </a:ext>
            </a:extLst>
          </p:cNvPr>
          <p:cNvSpPr>
            <a:spLocks noGrp="1"/>
          </p:cNvSpPr>
          <p:nvPr/>
        </p:nvSpPr>
        <p:spPr>
          <a:xfrm>
            <a:off x="806296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3" name="data_6004">
            <a:extLst>
              <a:ext uri="{FF2B5EF4-FFF2-40B4-BE49-F238E27FC236}">
                <a16:creationId xmlns:a16="http://schemas.microsoft.com/office/drawing/2014/main" id="{E65FA587-7316-496F-B476-3FD44C334A5D}"/>
              </a:ext>
            </a:extLst>
          </p:cNvPr>
          <p:cNvSpPr>
            <a:spLocks noGrp="1"/>
          </p:cNvSpPr>
          <p:nvPr/>
        </p:nvSpPr>
        <p:spPr>
          <a:xfrm>
            <a:off x="8067837" y="35540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4" name="data_6005">
            <a:extLst>
              <a:ext uri="{FF2B5EF4-FFF2-40B4-BE49-F238E27FC236}">
                <a16:creationId xmlns:a16="http://schemas.microsoft.com/office/drawing/2014/main" id="{151A7FC9-6557-41D9-A4DC-14285531B776}"/>
              </a:ext>
            </a:extLst>
          </p:cNvPr>
          <p:cNvSpPr>
            <a:spLocks noGrp="1"/>
          </p:cNvSpPr>
          <p:nvPr/>
        </p:nvSpPr>
        <p:spPr>
          <a:xfrm>
            <a:off x="8097288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5" name="data_6006">
            <a:extLst>
              <a:ext uri="{FF2B5EF4-FFF2-40B4-BE49-F238E27FC236}">
                <a16:creationId xmlns:a16="http://schemas.microsoft.com/office/drawing/2014/main" id="{DD3CFB88-6C63-4E20-9A2A-C60F2652F3C8}"/>
              </a:ext>
            </a:extLst>
          </p:cNvPr>
          <p:cNvSpPr>
            <a:spLocks noGrp="1"/>
          </p:cNvSpPr>
          <p:nvPr/>
        </p:nvSpPr>
        <p:spPr>
          <a:xfrm>
            <a:off x="800773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6" name="data_6007">
            <a:extLst>
              <a:ext uri="{FF2B5EF4-FFF2-40B4-BE49-F238E27FC236}">
                <a16:creationId xmlns:a16="http://schemas.microsoft.com/office/drawing/2014/main" id="{47D95BFD-CCCC-4F34-ABD0-9BBC7F9F94A0}"/>
              </a:ext>
            </a:extLst>
          </p:cNvPr>
          <p:cNvSpPr>
            <a:spLocks noGrp="1"/>
          </p:cNvSpPr>
          <p:nvPr/>
        </p:nvSpPr>
        <p:spPr>
          <a:xfrm>
            <a:off x="799674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7" name="data_6008">
            <a:extLst>
              <a:ext uri="{FF2B5EF4-FFF2-40B4-BE49-F238E27FC236}">
                <a16:creationId xmlns:a16="http://schemas.microsoft.com/office/drawing/2014/main" id="{D0B541D9-5041-452F-9117-A8049FDB953D}"/>
              </a:ext>
            </a:extLst>
          </p:cNvPr>
          <p:cNvSpPr>
            <a:spLocks noGrp="1"/>
          </p:cNvSpPr>
          <p:nvPr/>
        </p:nvSpPr>
        <p:spPr>
          <a:xfrm>
            <a:off x="80806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8" name="data_6009">
            <a:extLst>
              <a:ext uri="{FF2B5EF4-FFF2-40B4-BE49-F238E27FC236}">
                <a16:creationId xmlns:a16="http://schemas.microsoft.com/office/drawing/2014/main" id="{63F870B3-2375-4296-B185-11EDF415A21E}"/>
              </a:ext>
            </a:extLst>
          </p:cNvPr>
          <p:cNvSpPr>
            <a:spLocks noGrp="1"/>
          </p:cNvSpPr>
          <p:nvPr/>
        </p:nvSpPr>
        <p:spPr>
          <a:xfrm>
            <a:off x="7997782" y="2181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9" name="data_6010">
            <a:extLst>
              <a:ext uri="{FF2B5EF4-FFF2-40B4-BE49-F238E27FC236}">
                <a16:creationId xmlns:a16="http://schemas.microsoft.com/office/drawing/2014/main" id="{203A5A64-B410-4EAC-A7A2-B9246C7083D4}"/>
              </a:ext>
            </a:extLst>
          </p:cNvPr>
          <p:cNvSpPr>
            <a:spLocks noGrp="1"/>
          </p:cNvSpPr>
          <p:nvPr/>
        </p:nvSpPr>
        <p:spPr>
          <a:xfrm>
            <a:off x="808961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0" name="data_6011">
            <a:extLst>
              <a:ext uri="{FF2B5EF4-FFF2-40B4-BE49-F238E27FC236}">
                <a16:creationId xmlns:a16="http://schemas.microsoft.com/office/drawing/2014/main" id="{3D6CCFFF-51FD-4B84-91D0-34DECBCDA456}"/>
              </a:ext>
            </a:extLst>
          </p:cNvPr>
          <p:cNvSpPr>
            <a:spLocks noGrp="1"/>
          </p:cNvSpPr>
          <p:nvPr/>
        </p:nvSpPr>
        <p:spPr>
          <a:xfrm>
            <a:off x="799791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1" name="data_6012">
            <a:extLst>
              <a:ext uri="{FF2B5EF4-FFF2-40B4-BE49-F238E27FC236}">
                <a16:creationId xmlns:a16="http://schemas.microsoft.com/office/drawing/2014/main" id="{922DB791-8063-4AA9-A2C9-3148FADE5AA0}"/>
              </a:ext>
            </a:extLst>
          </p:cNvPr>
          <p:cNvSpPr>
            <a:spLocks noGrp="1"/>
          </p:cNvSpPr>
          <p:nvPr/>
        </p:nvSpPr>
        <p:spPr>
          <a:xfrm>
            <a:off x="8091324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2" name="data_6013">
            <a:extLst>
              <a:ext uri="{FF2B5EF4-FFF2-40B4-BE49-F238E27FC236}">
                <a16:creationId xmlns:a16="http://schemas.microsoft.com/office/drawing/2014/main" id="{E456FFF4-CF3F-44CF-B239-AA8730B69B59}"/>
              </a:ext>
            </a:extLst>
          </p:cNvPr>
          <p:cNvSpPr>
            <a:spLocks noGrp="1"/>
          </p:cNvSpPr>
          <p:nvPr/>
        </p:nvSpPr>
        <p:spPr>
          <a:xfrm>
            <a:off x="800865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3" name="data_6014">
            <a:extLst>
              <a:ext uri="{FF2B5EF4-FFF2-40B4-BE49-F238E27FC236}">
                <a16:creationId xmlns:a16="http://schemas.microsoft.com/office/drawing/2014/main" id="{B184A3E2-A3F8-4E4E-A234-023E9E40868F}"/>
              </a:ext>
            </a:extLst>
          </p:cNvPr>
          <p:cNvSpPr>
            <a:spLocks noGrp="1"/>
          </p:cNvSpPr>
          <p:nvPr/>
        </p:nvSpPr>
        <p:spPr>
          <a:xfrm>
            <a:off x="79995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4" name="data_6015">
            <a:extLst>
              <a:ext uri="{FF2B5EF4-FFF2-40B4-BE49-F238E27FC236}">
                <a16:creationId xmlns:a16="http://schemas.microsoft.com/office/drawing/2014/main" id="{83E32917-AEC6-4F32-83DB-A7E56D1F9D71}"/>
              </a:ext>
            </a:extLst>
          </p:cNvPr>
          <p:cNvSpPr>
            <a:spLocks noGrp="1"/>
          </p:cNvSpPr>
          <p:nvPr/>
        </p:nvSpPr>
        <p:spPr>
          <a:xfrm>
            <a:off x="800156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5" name="data_6016">
            <a:extLst>
              <a:ext uri="{FF2B5EF4-FFF2-40B4-BE49-F238E27FC236}">
                <a16:creationId xmlns:a16="http://schemas.microsoft.com/office/drawing/2014/main" id="{0BCBACD8-5372-49D1-A4AF-96248D5907CF}"/>
              </a:ext>
            </a:extLst>
          </p:cNvPr>
          <p:cNvSpPr>
            <a:spLocks noGrp="1"/>
          </p:cNvSpPr>
          <p:nvPr/>
        </p:nvSpPr>
        <p:spPr>
          <a:xfrm>
            <a:off x="8097749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6" name="data_6017">
            <a:extLst>
              <a:ext uri="{FF2B5EF4-FFF2-40B4-BE49-F238E27FC236}">
                <a16:creationId xmlns:a16="http://schemas.microsoft.com/office/drawing/2014/main" id="{EE903B0E-5979-4715-A139-EB0D202A0141}"/>
              </a:ext>
            </a:extLst>
          </p:cNvPr>
          <p:cNvSpPr>
            <a:spLocks noGrp="1"/>
          </p:cNvSpPr>
          <p:nvPr/>
        </p:nvSpPr>
        <p:spPr>
          <a:xfrm>
            <a:off x="809073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7" name="data_6018">
            <a:extLst>
              <a:ext uri="{FF2B5EF4-FFF2-40B4-BE49-F238E27FC236}">
                <a16:creationId xmlns:a16="http://schemas.microsoft.com/office/drawing/2014/main" id="{23339C83-9EE2-4825-99B7-631363446800}"/>
              </a:ext>
            </a:extLst>
          </p:cNvPr>
          <p:cNvSpPr>
            <a:spLocks noGrp="1"/>
          </p:cNvSpPr>
          <p:nvPr/>
        </p:nvSpPr>
        <p:spPr>
          <a:xfrm>
            <a:off x="80826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8" name="data_6019">
            <a:extLst>
              <a:ext uri="{FF2B5EF4-FFF2-40B4-BE49-F238E27FC236}">
                <a16:creationId xmlns:a16="http://schemas.microsoft.com/office/drawing/2014/main" id="{FB02C46B-F814-4A94-85AF-D3A2A13686BD}"/>
              </a:ext>
            </a:extLst>
          </p:cNvPr>
          <p:cNvSpPr>
            <a:spLocks noGrp="1"/>
          </p:cNvSpPr>
          <p:nvPr/>
        </p:nvSpPr>
        <p:spPr>
          <a:xfrm>
            <a:off x="80323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9" name="data_6020">
            <a:extLst>
              <a:ext uri="{FF2B5EF4-FFF2-40B4-BE49-F238E27FC236}">
                <a16:creationId xmlns:a16="http://schemas.microsoft.com/office/drawing/2014/main" id="{738A037E-9B0F-47A4-A496-A77FBDC36DE8}"/>
              </a:ext>
            </a:extLst>
          </p:cNvPr>
          <p:cNvSpPr>
            <a:spLocks noGrp="1"/>
          </p:cNvSpPr>
          <p:nvPr/>
        </p:nvSpPr>
        <p:spPr>
          <a:xfrm>
            <a:off x="8062071" y="26957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0" name="data_6021">
            <a:extLst>
              <a:ext uri="{FF2B5EF4-FFF2-40B4-BE49-F238E27FC236}">
                <a16:creationId xmlns:a16="http://schemas.microsoft.com/office/drawing/2014/main" id="{D7F8031C-8DB0-45B6-B2A0-DE00B5294327}"/>
              </a:ext>
            </a:extLst>
          </p:cNvPr>
          <p:cNvSpPr>
            <a:spLocks noGrp="1"/>
          </p:cNvSpPr>
          <p:nvPr/>
        </p:nvSpPr>
        <p:spPr>
          <a:xfrm>
            <a:off x="808309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1" name="data_6022">
            <a:extLst>
              <a:ext uri="{FF2B5EF4-FFF2-40B4-BE49-F238E27FC236}">
                <a16:creationId xmlns:a16="http://schemas.microsoft.com/office/drawing/2014/main" id="{1536FEF4-D957-46EB-B8D6-83929D53DE5C}"/>
              </a:ext>
            </a:extLst>
          </p:cNvPr>
          <p:cNvSpPr>
            <a:spLocks noGrp="1"/>
          </p:cNvSpPr>
          <p:nvPr/>
        </p:nvSpPr>
        <p:spPr>
          <a:xfrm>
            <a:off x="806289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2" name="data_6023">
            <a:extLst>
              <a:ext uri="{FF2B5EF4-FFF2-40B4-BE49-F238E27FC236}">
                <a16:creationId xmlns:a16="http://schemas.microsoft.com/office/drawing/2014/main" id="{812E1B30-2E35-413C-9701-F38A1F3AD25B}"/>
              </a:ext>
            </a:extLst>
          </p:cNvPr>
          <p:cNvSpPr>
            <a:spLocks noGrp="1"/>
          </p:cNvSpPr>
          <p:nvPr/>
        </p:nvSpPr>
        <p:spPr>
          <a:xfrm>
            <a:off x="808729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3" name="data_6024">
            <a:extLst>
              <a:ext uri="{FF2B5EF4-FFF2-40B4-BE49-F238E27FC236}">
                <a16:creationId xmlns:a16="http://schemas.microsoft.com/office/drawing/2014/main" id="{064C5E55-87E7-4C34-8A06-8148102A7006}"/>
              </a:ext>
            </a:extLst>
          </p:cNvPr>
          <p:cNvSpPr>
            <a:spLocks noGrp="1"/>
          </p:cNvSpPr>
          <p:nvPr/>
        </p:nvSpPr>
        <p:spPr>
          <a:xfrm>
            <a:off x="806486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4" name="data_6025">
            <a:extLst>
              <a:ext uri="{FF2B5EF4-FFF2-40B4-BE49-F238E27FC236}">
                <a16:creationId xmlns:a16="http://schemas.microsoft.com/office/drawing/2014/main" id="{19A7B7AA-8F20-4F14-BAB5-8634920FD97E}"/>
              </a:ext>
            </a:extLst>
          </p:cNvPr>
          <p:cNvSpPr>
            <a:spLocks noGrp="1"/>
          </p:cNvSpPr>
          <p:nvPr/>
        </p:nvSpPr>
        <p:spPr>
          <a:xfrm>
            <a:off x="80637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5" name="data_6026">
            <a:extLst>
              <a:ext uri="{FF2B5EF4-FFF2-40B4-BE49-F238E27FC236}">
                <a16:creationId xmlns:a16="http://schemas.microsoft.com/office/drawing/2014/main" id="{CB006EC5-E482-4D15-ACAF-FC1365A106FA}"/>
              </a:ext>
            </a:extLst>
          </p:cNvPr>
          <p:cNvSpPr>
            <a:spLocks noGrp="1"/>
          </p:cNvSpPr>
          <p:nvPr/>
        </p:nvSpPr>
        <p:spPr>
          <a:xfrm>
            <a:off x="8001340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6" name="data_6027">
            <a:extLst>
              <a:ext uri="{FF2B5EF4-FFF2-40B4-BE49-F238E27FC236}">
                <a16:creationId xmlns:a16="http://schemas.microsoft.com/office/drawing/2014/main" id="{53DB890D-BF20-4D30-AE7F-45955DD0906B}"/>
              </a:ext>
            </a:extLst>
          </p:cNvPr>
          <p:cNvSpPr>
            <a:spLocks noGrp="1"/>
          </p:cNvSpPr>
          <p:nvPr/>
        </p:nvSpPr>
        <p:spPr>
          <a:xfrm>
            <a:off x="802214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7" name="data_6028">
            <a:extLst>
              <a:ext uri="{FF2B5EF4-FFF2-40B4-BE49-F238E27FC236}">
                <a16:creationId xmlns:a16="http://schemas.microsoft.com/office/drawing/2014/main" id="{A0DABEBD-7B13-44B0-9185-67348E2E9D42}"/>
              </a:ext>
            </a:extLst>
          </p:cNvPr>
          <p:cNvSpPr>
            <a:spLocks noGrp="1"/>
          </p:cNvSpPr>
          <p:nvPr/>
        </p:nvSpPr>
        <p:spPr>
          <a:xfrm>
            <a:off x="801191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8" name="data_6029">
            <a:extLst>
              <a:ext uri="{FF2B5EF4-FFF2-40B4-BE49-F238E27FC236}">
                <a16:creationId xmlns:a16="http://schemas.microsoft.com/office/drawing/2014/main" id="{006198A0-7C15-4575-939E-610915BEAACF}"/>
              </a:ext>
            </a:extLst>
          </p:cNvPr>
          <p:cNvSpPr>
            <a:spLocks noGrp="1"/>
          </p:cNvSpPr>
          <p:nvPr/>
        </p:nvSpPr>
        <p:spPr>
          <a:xfrm>
            <a:off x="8082051" y="21918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9" name="data_6030">
            <a:extLst>
              <a:ext uri="{FF2B5EF4-FFF2-40B4-BE49-F238E27FC236}">
                <a16:creationId xmlns:a16="http://schemas.microsoft.com/office/drawing/2014/main" id="{877A926D-DD7D-43BE-80AD-739B17DB9068}"/>
              </a:ext>
            </a:extLst>
          </p:cNvPr>
          <p:cNvSpPr>
            <a:spLocks noGrp="1"/>
          </p:cNvSpPr>
          <p:nvPr/>
        </p:nvSpPr>
        <p:spPr>
          <a:xfrm>
            <a:off x="8084251" y="23704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0" name="data_6031">
            <a:extLst>
              <a:ext uri="{FF2B5EF4-FFF2-40B4-BE49-F238E27FC236}">
                <a16:creationId xmlns:a16="http://schemas.microsoft.com/office/drawing/2014/main" id="{3E2A70EE-BC9B-4A10-ABF5-C3B741A99794}"/>
              </a:ext>
            </a:extLst>
          </p:cNvPr>
          <p:cNvSpPr>
            <a:spLocks noGrp="1"/>
          </p:cNvSpPr>
          <p:nvPr/>
        </p:nvSpPr>
        <p:spPr>
          <a:xfrm>
            <a:off x="802321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1" name="data_6032">
            <a:extLst>
              <a:ext uri="{FF2B5EF4-FFF2-40B4-BE49-F238E27FC236}">
                <a16:creationId xmlns:a16="http://schemas.microsoft.com/office/drawing/2014/main" id="{0C8A42BC-AE34-4BAD-93ED-CFE3AC90613D}"/>
              </a:ext>
            </a:extLst>
          </p:cNvPr>
          <p:cNvSpPr>
            <a:spLocks noGrp="1"/>
          </p:cNvSpPr>
          <p:nvPr/>
        </p:nvSpPr>
        <p:spPr>
          <a:xfrm>
            <a:off x="803331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2" name="data_6033">
            <a:extLst>
              <a:ext uri="{FF2B5EF4-FFF2-40B4-BE49-F238E27FC236}">
                <a16:creationId xmlns:a16="http://schemas.microsoft.com/office/drawing/2014/main" id="{511602CA-C85A-458E-B28E-72886001A6DD}"/>
              </a:ext>
            </a:extLst>
          </p:cNvPr>
          <p:cNvSpPr>
            <a:spLocks noGrp="1"/>
          </p:cNvSpPr>
          <p:nvPr/>
        </p:nvSpPr>
        <p:spPr>
          <a:xfrm>
            <a:off x="807025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3" name="data_6034">
            <a:extLst>
              <a:ext uri="{FF2B5EF4-FFF2-40B4-BE49-F238E27FC236}">
                <a16:creationId xmlns:a16="http://schemas.microsoft.com/office/drawing/2014/main" id="{A20C1532-3796-4A83-984F-D0D2D05DCF03}"/>
              </a:ext>
            </a:extLst>
          </p:cNvPr>
          <p:cNvSpPr>
            <a:spLocks noGrp="1"/>
          </p:cNvSpPr>
          <p:nvPr/>
        </p:nvSpPr>
        <p:spPr>
          <a:xfrm>
            <a:off x="803337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4" name="data_6035">
            <a:extLst>
              <a:ext uri="{FF2B5EF4-FFF2-40B4-BE49-F238E27FC236}">
                <a16:creationId xmlns:a16="http://schemas.microsoft.com/office/drawing/2014/main" id="{536EB7AB-4427-40E9-8177-93BB7978F11C}"/>
              </a:ext>
            </a:extLst>
          </p:cNvPr>
          <p:cNvSpPr>
            <a:spLocks noGrp="1"/>
          </p:cNvSpPr>
          <p:nvPr/>
        </p:nvSpPr>
        <p:spPr>
          <a:xfrm>
            <a:off x="803311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5" name="data_6036">
            <a:extLst>
              <a:ext uri="{FF2B5EF4-FFF2-40B4-BE49-F238E27FC236}">
                <a16:creationId xmlns:a16="http://schemas.microsoft.com/office/drawing/2014/main" id="{D5EED06E-96F5-4E1A-960C-BBA03E9A88B0}"/>
              </a:ext>
            </a:extLst>
          </p:cNvPr>
          <p:cNvSpPr>
            <a:spLocks noGrp="1"/>
          </p:cNvSpPr>
          <p:nvPr/>
        </p:nvSpPr>
        <p:spPr>
          <a:xfrm>
            <a:off x="805368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6" name="data_6037">
            <a:extLst>
              <a:ext uri="{FF2B5EF4-FFF2-40B4-BE49-F238E27FC236}">
                <a16:creationId xmlns:a16="http://schemas.microsoft.com/office/drawing/2014/main" id="{5A356989-7C09-43D4-9C19-3C98A262178E}"/>
              </a:ext>
            </a:extLst>
          </p:cNvPr>
          <p:cNvSpPr>
            <a:spLocks noGrp="1"/>
          </p:cNvSpPr>
          <p:nvPr/>
        </p:nvSpPr>
        <p:spPr>
          <a:xfrm>
            <a:off x="8054277" y="24221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7" name="data_6038">
            <a:extLst>
              <a:ext uri="{FF2B5EF4-FFF2-40B4-BE49-F238E27FC236}">
                <a16:creationId xmlns:a16="http://schemas.microsoft.com/office/drawing/2014/main" id="{F4877A6E-2B25-4484-82FF-DB758D564B6E}"/>
              </a:ext>
            </a:extLst>
          </p:cNvPr>
          <p:cNvSpPr>
            <a:spLocks noGrp="1"/>
          </p:cNvSpPr>
          <p:nvPr/>
        </p:nvSpPr>
        <p:spPr>
          <a:xfrm>
            <a:off x="8090619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8" name="data_6039">
            <a:extLst>
              <a:ext uri="{FF2B5EF4-FFF2-40B4-BE49-F238E27FC236}">
                <a16:creationId xmlns:a16="http://schemas.microsoft.com/office/drawing/2014/main" id="{A930A4B4-E2F8-49FE-952F-36C00B285DB6}"/>
              </a:ext>
            </a:extLst>
          </p:cNvPr>
          <p:cNvSpPr>
            <a:spLocks noGrp="1"/>
          </p:cNvSpPr>
          <p:nvPr/>
        </p:nvSpPr>
        <p:spPr>
          <a:xfrm>
            <a:off x="801707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9" name="data_6040">
            <a:extLst>
              <a:ext uri="{FF2B5EF4-FFF2-40B4-BE49-F238E27FC236}">
                <a16:creationId xmlns:a16="http://schemas.microsoft.com/office/drawing/2014/main" id="{17E24EE6-2DF6-4748-8DED-DFF1AA48FD70}"/>
              </a:ext>
            </a:extLst>
          </p:cNvPr>
          <p:cNvSpPr>
            <a:spLocks noGrp="1"/>
          </p:cNvSpPr>
          <p:nvPr/>
        </p:nvSpPr>
        <p:spPr>
          <a:xfrm>
            <a:off x="809249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0" name="data_6041">
            <a:extLst>
              <a:ext uri="{FF2B5EF4-FFF2-40B4-BE49-F238E27FC236}">
                <a16:creationId xmlns:a16="http://schemas.microsoft.com/office/drawing/2014/main" id="{58E3E609-48D2-422B-BADD-CCB3CB7F49AB}"/>
              </a:ext>
            </a:extLst>
          </p:cNvPr>
          <p:cNvSpPr>
            <a:spLocks noGrp="1"/>
          </p:cNvSpPr>
          <p:nvPr/>
        </p:nvSpPr>
        <p:spPr>
          <a:xfrm>
            <a:off x="803918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1" name="data_6042">
            <a:extLst>
              <a:ext uri="{FF2B5EF4-FFF2-40B4-BE49-F238E27FC236}">
                <a16:creationId xmlns:a16="http://schemas.microsoft.com/office/drawing/2014/main" id="{C07BE0C6-0BA9-48CC-A598-F9C1ACC16C13}"/>
              </a:ext>
            </a:extLst>
          </p:cNvPr>
          <p:cNvSpPr>
            <a:spLocks noGrp="1"/>
          </p:cNvSpPr>
          <p:nvPr/>
        </p:nvSpPr>
        <p:spPr>
          <a:xfrm>
            <a:off x="80351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2" name="data_6043">
            <a:extLst>
              <a:ext uri="{FF2B5EF4-FFF2-40B4-BE49-F238E27FC236}">
                <a16:creationId xmlns:a16="http://schemas.microsoft.com/office/drawing/2014/main" id="{21435A13-516C-4741-B7BD-457D22A61E1D}"/>
              </a:ext>
            </a:extLst>
          </p:cNvPr>
          <p:cNvSpPr>
            <a:spLocks noGrp="1"/>
          </p:cNvSpPr>
          <p:nvPr/>
        </p:nvSpPr>
        <p:spPr>
          <a:xfrm>
            <a:off x="80855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3" name="data_6044">
            <a:extLst>
              <a:ext uri="{FF2B5EF4-FFF2-40B4-BE49-F238E27FC236}">
                <a16:creationId xmlns:a16="http://schemas.microsoft.com/office/drawing/2014/main" id="{E255A5CE-75E0-463B-8A50-AB18295E63F3}"/>
              </a:ext>
            </a:extLst>
          </p:cNvPr>
          <p:cNvSpPr>
            <a:spLocks noGrp="1"/>
          </p:cNvSpPr>
          <p:nvPr/>
        </p:nvSpPr>
        <p:spPr>
          <a:xfrm>
            <a:off x="800445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4" name="data_6045">
            <a:extLst>
              <a:ext uri="{FF2B5EF4-FFF2-40B4-BE49-F238E27FC236}">
                <a16:creationId xmlns:a16="http://schemas.microsoft.com/office/drawing/2014/main" id="{740CECE2-BD7B-487A-8E65-38F7A8B37D1E}"/>
              </a:ext>
            </a:extLst>
          </p:cNvPr>
          <p:cNvSpPr>
            <a:spLocks noGrp="1"/>
          </p:cNvSpPr>
          <p:nvPr/>
        </p:nvSpPr>
        <p:spPr>
          <a:xfrm>
            <a:off x="808203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5" name="data_6046">
            <a:extLst>
              <a:ext uri="{FF2B5EF4-FFF2-40B4-BE49-F238E27FC236}">
                <a16:creationId xmlns:a16="http://schemas.microsoft.com/office/drawing/2014/main" id="{49F078B9-EAA1-4686-9BE2-AF73797605D6}"/>
              </a:ext>
            </a:extLst>
          </p:cNvPr>
          <p:cNvSpPr>
            <a:spLocks noGrp="1"/>
          </p:cNvSpPr>
          <p:nvPr/>
        </p:nvSpPr>
        <p:spPr>
          <a:xfrm>
            <a:off x="8076707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6" name="data_6047">
            <a:extLst>
              <a:ext uri="{FF2B5EF4-FFF2-40B4-BE49-F238E27FC236}">
                <a16:creationId xmlns:a16="http://schemas.microsoft.com/office/drawing/2014/main" id="{6BAF3046-E11B-46A9-BC76-EC509A9B9908}"/>
              </a:ext>
            </a:extLst>
          </p:cNvPr>
          <p:cNvSpPr>
            <a:spLocks noGrp="1"/>
          </p:cNvSpPr>
          <p:nvPr/>
        </p:nvSpPr>
        <p:spPr>
          <a:xfrm>
            <a:off x="80887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7" name="data_6048">
            <a:extLst>
              <a:ext uri="{FF2B5EF4-FFF2-40B4-BE49-F238E27FC236}">
                <a16:creationId xmlns:a16="http://schemas.microsoft.com/office/drawing/2014/main" id="{D458AE03-B958-4E1F-9333-E8F3832B99A8}"/>
              </a:ext>
            </a:extLst>
          </p:cNvPr>
          <p:cNvSpPr>
            <a:spLocks noGrp="1"/>
          </p:cNvSpPr>
          <p:nvPr/>
        </p:nvSpPr>
        <p:spPr>
          <a:xfrm>
            <a:off x="805621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8" name="data_6049">
            <a:extLst>
              <a:ext uri="{FF2B5EF4-FFF2-40B4-BE49-F238E27FC236}">
                <a16:creationId xmlns:a16="http://schemas.microsoft.com/office/drawing/2014/main" id="{441FFE42-A1BC-4C46-94A6-9D2F3776A7E4}"/>
              </a:ext>
            </a:extLst>
          </p:cNvPr>
          <p:cNvSpPr>
            <a:spLocks noGrp="1"/>
          </p:cNvSpPr>
          <p:nvPr/>
        </p:nvSpPr>
        <p:spPr>
          <a:xfrm>
            <a:off x="800414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9" name="data_6050">
            <a:extLst>
              <a:ext uri="{FF2B5EF4-FFF2-40B4-BE49-F238E27FC236}">
                <a16:creationId xmlns:a16="http://schemas.microsoft.com/office/drawing/2014/main" id="{2D74402C-5C25-4F84-8BDF-FA57090F6CA4}"/>
              </a:ext>
            </a:extLst>
          </p:cNvPr>
          <p:cNvSpPr>
            <a:spLocks noGrp="1"/>
          </p:cNvSpPr>
          <p:nvPr/>
        </p:nvSpPr>
        <p:spPr>
          <a:xfrm>
            <a:off x="801027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0" name="data_6051">
            <a:extLst>
              <a:ext uri="{FF2B5EF4-FFF2-40B4-BE49-F238E27FC236}">
                <a16:creationId xmlns:a16="http://schemas.microsoft.com/office/drawing/2014/main" id="{F8C23B24-F97A-40B4-81DC-D164F9400853}"/>
              </a:ext>
            </a:extLst>
          </p:cNvPr>
          <p:cNvSpPr>
            <a:spLocks noGrp="1"/>
          </p:cNvSpPr>
          <p:nvPr/>
        </p:nvSpPr>
        <p:spPr>
          <a:xfrm>
            <a:off x="8037070" y="24163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1" name="data_6052">
            <a:extLst>
              <a:ext uri="{FF2B5EF4-FFF2-40B4-BE49-F238E27FC236}">
                <a16:creationId xmlns:a16="http://schemas.microsoft.com/office/drawing/2014/main" id="{A63CBA03-B263-4198-B120-28443161AB31}"/>
              </a:ext>
            </a:extLst>
          </p:cNvPr>
          <p:cNvSpPr>
            <a:spLocks noGrp="1"/>
          </p:cNvSpPr>
          <p:nvPr/>
        </p:nvSpPr>
        <p:spPr>
          <a:xfrm>
            <a:off x="807375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2" name="data_6053">
            <a:extLst>
              <a:ext uri="{FF2B5EF4-FFF2-40B4-BE49-F238E27FC236}">
                <a16:creationId xmlns:a16="http://schemas.microsoft.com/office/drawing/2014/main" id="{F174DAC3-2FFB-446C-B6D8-B7FB999B3249}"/>
              </a:ext>
            </a:extLst>
          </p:cNvPr>
          <p:cNvSpPr>
            <a:spLocks noGrp="1"/>
          </p:cNvSpPr>
          <p:nvPr/>
        </p:nvSpPr>
        <p:spPr>
          <a:xfrm>
            <a:off x="8068989" y="26457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3" name="data_6054">
            <a:extLst>
              <a:ext uri="{FF2B5EF4-FFF2-40B4-BE49-F238E27FC236}">
                <a16:creationId xmlns:a16="http://schemas.microsoft.com/office/drawing/2014/main" id="{AF5532DE-5228-485F-BFE2-0CDAFCBBC05E}"/>
              </a:ext>
            </a:extLst>
          </p:cNvPr>
          <p:cNvSpPr>
            <a:spLocks noGrp="1"/>
          </p:cNvSpPr>
          <p:nvPr/>
        </p:nvSpPr>
        <p:spPr>
          <a:xfrm>
            <a:off x="800244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4" name="data_6055">
            <a:extLst>
              <a:ext uri="{FF2B5EF4-FFF2-40B4-BE49-F238E27FC236}">
                <a16:creationId xmlns:a16="http://schemas.microsoft.com/office/drawing/2014/main" id="{5C3370A9-4F74-4321-A1E3-E4D91CA27A53}"/>
              </a:ext>
            </a:extLst>
          </p:cNvPr>
          <p:cNvSpPr>
            <a:spLocks noGrp="1"/>
          </p:cNvSpPr>
          <p:nvPr/>
        </p:nvSpPr>
        <p:spPr>
          <a:xfrm>
            <a:off x="80681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5" name="data_6056">
            <a:extLst>
              <a:ext uri="{FF2B5EF4-FFF2-40B4-BE49-F238E27FC236}">
                <a16:creationId xmlns:a16="http://schemas.microsoft.com/office/drawing/2014/main" id="{0E71261F-9F69-4F95-A408-3C6B6829E8B9}"/>
              </a:ext>
            </a:extLst>
          </p:cNvPr>
          <p:cNvSpPr>
            <a:spLocks noGrp="1"/>
          </p:cNvSpPr>
          <p:nvPr/>
        </p:nvSpPr>
        <p:spPr>
          <a:xfrm>
            <a:off x="809795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6" name="data_6057">
            <a:extLst>
              <a:ext uri="{FF2B5EF4-FFF2-40B4-BE49-F238E27FC236}">
                <a16:creationId xmlns:a16="http://schemas.microsoft.com/office/drawing/2014/main" id="{853C41F5-AB62-40BE-A049-6AA6E3DA87DC}"/>
              </a:ext>
            </a:extLst>
          </p:cNvPr>
          <p:cNvSpPr>
            <a:spLocks noGrp="1"/>
          </p:cNvSpPr>
          <p:nvPr/>
        </p:nvSpPr>
        <p:spPr>
          <a:xfrm>
            <a:off x="803798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7" name="data_6058">
            <a:extLst>
              <a:ext uri="{FF2B5EF4-FFF2-40B4-BE49-F238E27FC236}">
                <a16:creationId xmlns:a16="http://schemas.microsoft.com/office/drawing/2014/main" id="{B3631FB1-0E80-4A08-B724-F64346578542}"/>
              </a:ext>
            </a:extLst>
          </p:cNvPr>
          <p:cNvSpPr>
            <a:spLocks noGrp="1"/>
          </p:cNvSpPr>
          <p:nvPr/>
        </p:nvSpPr>
        <p:spPr>
          <a:xfrm>
            <a:off x="800780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8" name="data_6059">
            <a:extLst>
              <a:ext uri="{FF2B5EF4-FFF2-40B4-BE49-F238E27FC236}">
                <a16:creationId xmlns:a16="http://schemas.microsoft.com/office/drawing/2014/main" id="{6142B57A-C556-44B8-A160-9994582F8607}"/>
              </a:ext>
            </a:extLst>
          </p:cNvPr>
          <p:cNvSpPr>
            <a:spLocks noGrp="1"/>
          </p:cNvSpPr>
          <p:nvPr/>
        </p:nvSpPr>
        <p:spPr>
          <a:xfrm>
            <a:off x="806019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9" name="data_6060">
            <a:extLst>
              <a:ext uri="{FF2B5EF4-FFF2-40B4-BE49-F238E27FC236}">
                <a16:creationId xmlns:a16="http://schemas.microsoft.com/office/drawing/2014/main" id="{8D289BEE-74EE-4005-9FEF-B8B51974D8DE}"/>
              </a:ext>
            </a:extLst>
          </p:cNvPr>
          <p:cNvSpPr>
            <a:spLocks noGrp="1"/>
          </p:cNvSpPr>
          <p:nvPr/>
        </p:nvSpPr>
        <p:spPr>
          <a:xfrm>
            <a:off x="807093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0" name="data_6061">
            <a:extLst>
              <a:ext uri="{FF2B5EF4-FFF2-40B4-BE49-F238E27FC236}">
                <a16:creationId xmlns:a16="http://schemas.microsoft.com/office/drawing/2014/main" id="{B118E258-80EC-435C-AB0F-977044C4021C}"/>
              </a:ext>
            </a:extLst>
          </p:cNvPr>
          <p:cNvSpPr>
            <a:spLocks noGrp="1"/>
          </p:cNvSpPr>
          <p:nvPr/>
        </p:nvSpPr>
        <p:spPr>
          <a:xfrm>
            <a:off x="8067281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1" name="data_6062">
            <a:extLst>
              <a:ext uri="{FF2B5EF4-FFF2-40B4-BE49-F238E27FC236}">
                <a16:creationId xmlns:a16="http://schemas.microsoft.com/office/drawing/2014/main" id="{0327E2E4-5C9B-4F86-9269-5573AF04BEBA}"/>
              </a:ext>
            </a:extLst>
          </p:cNvPr>
          <p:cNvSpPr>
            <a:spLocks noGrp="1"/>
          </p:cNvSpPr>
          <p:nvPr/>
        </p:nvSpPr>
        <p:spPr>
          <a:xfrm>
            <a:off x="808421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2" name="data_6063">
            <a:extLst>
              <a:ext uri="{FF2B5EF4-FFF2-40B4-BE49-F238E27FC236}">
                <a16:creationId xmlns:a16="http://schemas.microsoft.com/office/drawing/2014/main" id="{C0E72F99-D03E-43CD-B3D4-5E9ADFD7D8C5}"/>
              </a:ext>
            </a:extLst>
          </p:cNvPr>
          <p:cNvSpPr>
            <a:spLocks noGrp="1"/>
          </p:cNvSpPr>
          <p:nvPr/>
        </p:nvSpPr>
        <p:spPr>
          <a:xfrm>
            <a:off x="79960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3" name="data_6064">
            <a:extLst>
              <a:ext uri="{FF2B5EF4-FFF2-40B4-BE49-F238E27FC236}">
                <a16:creationId xmlns:a16="http://schemas.microsoft.com/office/drawing/2014/main" id="{8E6173D8-C882-46CA-93FB-72BB7AF86AF2}"/>
              </a:ext>
            </a:extLst>
          </p:cNvPr>
          <p:cNvSpPr>
            <a:spLocks noGrp="1"/>
          </p:cNvSpPr>
          <p:nvPr/>
        </p:nvSpPr>
        <p:spPr>
          <a:xfrm>
            <a:off x="8077049" y="28709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4" name="data_6065">
            <a:extLst>
              <a:ext uri="{FF2B5EF4-FFF2-40B4-BE49-F238E27FC236}">
                <a16:creationId xmlns:a16="http://schemas.microsoft.com/office/drawing/2014/main" id="{807BB783-3854-43E0-8429-23CE7A3546AE}"/>
              </a:ext>
            </a:extLst>
          </p:cNvPr>
          <p:cNvSpPr>
            <a:spLocks noGrp="1"/>
          </p:cNvSpPr>
          <p:nvPr/>
        </p:nvSpPr>
        <p:spPr>
          <a:xfrm>
            <a:off x="80517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5" name="data_6066">
            <a:extLst>
              <a:ext uri="{FF2B5EF4-FFF2-40B4-BE49-F238E27FC236}">
                <a16:creationId xmlns:a16="http://schemas.microsoft.com/office/drawing/2014/main" id="{09869AF2-09DD-4D9D-87BB-F39CDC9D9F0D}"/>
              </a:ext>
            </a:extLst>
          </p:cNvPr>
          <p:cNvSpPr>
            <a:spLocks noGrp="1"/>
          </p:cNvSpPr>
          <p:nvPr/>
        </p:nvSpPr>
        <p:spPr>
          <a:xfrm>
            <a:off x="800045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6" name="data_6067">
            <a:extLst>
              <a:ext uri="{FF2B5EF4-FFF2-40B4-BE49-F238E27FC236}">
                <a16:creationId xmlns:a16="http://schemas.microsoft.com/office/drawing/2014/main" id="{E19ECFDF-3247-40E0-B402-F43B2EF36CFD}"/>
              </a:ext>
            </a:extLst>
          </p:cNvPr>
          <p:cNvSpPr>
            <a:spLocks noGrp="1"/>
          </p:cNvSpPr>
          <p:nvPr/>
        </p:nvSpPr>
        <p:spPr>
          <a:xfrm>
            <a:off x="80562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7" name="data_6068">
            <a:extLst>
              <a:ext uri="{FF2B5EF4-FFF2-40B4-BE49-F238E27FC236}">
                <a16:creationId xmlns:a16="http://schemas.microsoft.com/office/drawing/2014/main" id="{0EAA2881-D45A-42F9-95FC-1F64B771C281}"/>
              </a:ext>
            </a:extLst>
          </p:cNvPr>
          <p:cNvSpPr>
            <a:spLocks noGrp="1"/>
          </p:cNvSpPr>
          <p:nvPr/>
        </p:nvSpPr>
        <p:spPr>
          <a:xfrm>
            <a:off x="799643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8" name="data_6069">
            <a:extLst>
              <a:ext uri="{FF2B5EF4-FFF2-40B4-BE49-F238E27FC236}">
                <a16:creationId xmlns:a16="http://schemas.microsoft.com/office/drawing/2014/main" id="{1B0A1F2E-1848-46CD-BC0D-231C31F390A9}"/>
              </a:ext>
            </a:extLst>
          </p:cNvPr>
          <p:cNvSpPr>
            <a:spLocks noGrp="1"/>
          </p:cNvSpPr>
          <p:nvPr/>
        </p:nvSpPr>
        <p:spPr>
          <a:xfrm>
            <a:off x="807708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9" name="data_6070">
            <a:extLst>
              <a:ext uri="{FF2B5EF4-FFF2-40B4-BE49-F238E27FC236}">
                <a16:creationId xmlns:a16="http://schemas.microsoft.com/office/drawing/2014/main" id="{D6BB2898-98DB-4D8C-B552-F616335C2203}"/>
              </a:ext>
            </a:extLst>
          </p:cNvPr>
          <p:cNvSpPr>
            <a:spLocks noGrp="1"/>
          </p:cNvSpPr>
          <p:nvPr/>
        </p:nvSpPr>
        <p:spPr>
          <a:xfrm>
            <a:off x="802743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0" name="data_6071">
            <a:extLst>
              <a:ext uri="{FF2B5EF4-FFF2-40B4-BE49-F238E27FC236}">
                <a16:creationId xmlns:a16="http://schemas.microsoft.com/office/drawing/2014/main" id="{7AFCDA14-55AE-4744-9A26-0041290118C2}"/>
              </a:ext>
            </a:extLst>
          </p:cNvPr>
          <p:cNvSpPr>
            <a:spLocks noGrp="1"/>
          </p:cNvSpPr>
          <p:nvPr/>
        </p:nvSpPr>
        <p:spPr>
          <a:xfrm>
            <a:off x="80454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1" name="data_6072">
            <a:extLst>
              <a:ext uri="{FF2B5EF4-FFF2-40B4-BE49-F238E27FC236}">
                <a16:creationId xmlns:a16="http://schemas.microsoft.com/office/drawing/2014/main" id="{0A9021D3-F254-4B9D-AC1F-BD040AE2693B}"/>
              </a:ext>
            </a:extLst>
          </p:cNvPr>
          <p:cNvSpPr>
            <a:spLocks noGrp="1"/>
          </p:cNvSpPr>
          <p:nvPr/>
        </p:nvSpPr>
        <p:spPr>
          <a:xfrm>
            <a:off x="806561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2" name="data_6073">
            <a:extLst>
              <a:ext uri="{FF2B5EF4-FFF2-40B4-BE49-F238E27FC236}">
                <a16:creationId xmlns:a16="http://schemas.microsoft.com/office/drawing/2014/main" id="{C8379BD3-7AED-4E4C-A9BA-217CE85E99E6}"/>
              </a:ext>
            </a:extLst>
          </p:cNvPr>
          <p:cNvSpPr>
            <a:spLocks noGrp="1"/>
          </p:cNvSpPr>
          <p:nvPr/>
        </p:nvSpPr>
        <p:spPr>
          <a:xfrm>
            <a:off x="801956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3" name="data_6074">
            <a:extLst>
              <a:ext uri="{FF2B5EF4-FFF2-40B4-BE49-F238E27FC236}">
                <a16:creationId xmlns:a16="http://schemas.microsoft.com/office/drawing/2014/main" id="{B443B87D-AC41-49AD-8FA1-DD2A9C437405}"/>
              </a:ext>
            </a:extLst>
          </p:cNvPr>
          <p:cNvSpPr>
            <a:spLocks noGrp="1"/>
          </p:cNvSpPr>
          <p:nvPr/>
        </p:nvSpPr>
        <p:spPr>
          <a:xfrm>
            <a:off x="799511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4" name="data_6075">
            <a:extLst>
              <a:ext uri="{FF2B5EF4-FFF2-40B4-BE49-F238E27FC236}">
                <a16:creationId xmlns:a16="http://schemas.microsoft.com/office/drawing/2014/main" id="{448087B2-61C6-4D89-AAE9-DDC614C4E1FA}"/>
              </a:ext>
            </a:extLst>
          </p:cNvPr>
          <p:cNvSpPr>
            <a:spLocks noGrp="1"/>
          </p:cNvSpPr>
          <p:nvPr/>
        </p:nvSpPr>
        <p:spPr>
          <a:xfrm>
            <a:off x="7995346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5" name="data_6076">
            <a:extLst>
              <a:ext uri="{FF2B5EF4-FFF2-40B4-BE49-F238E27FC236}">
                <a16:creationId xmlns:a16="http://schemas.microsoft.com/office/drawing/2014/main" id="{FFFF776D-9CCD-4180-A419-8CDCE45325E3}"/>
              </a:ext>
            </a:extLst>
          </p:cNvPr>
          <p:cNvSpPr>
            <a:spLocks noGrp="1"/>
          </p:cNvSpPr>
          <p:nvPr/>
        </p:nvSpPr>
        <p:spPr>
          <a:xfrm>
            <a:off x="805345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6" name="data_6077">
            <a:extLst>
              <a:ext uri="{FF2B5EF4-FFF2-40B4-BE49-F238E27FC236}">
                <a16:creationId xmlns:a16="http://schemas.microsoft.com/office/drawing/2014/main" id="{992B88DD-DC1A-4198-905E-824E9C86F796}"/>
              </a:ext>
            </a:extLst>
          </p:cNvPr>
          <p:cNvSpPr>
            <a:spLocks noGrp="1"/>
          </p:cNvSpPr>
          <p:nvPr/>
        </p:nvSpPr>
        <p:spPr>
          <a:xfrm>
            <a:off x="799192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7" name="data_6078">
            <a:extLst>
              <a:ext uri="{FF2B5EF4-FFF2-40B4-BE49-F238E27FC236}">
                <a16:creationId xmlns:a16="http://schemas.microsoft.com/office/drawing/2014/main" id="{E25F797E-131C-4642-B1AE-9D03FA03B086}"/>
              </a:ext>
            </a:extLst>
          </p:cNvPr>
          <p:cNvSpPr>
            <a:spLocks noGrp="1"/>
          </p:cNvSpPr>
          <p:nvPr/>
        </p:nvSpPr>
        <p:spPr>
          <a:xfrm>
            <a:off x="8095162" y="2116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8" name="data_6079">
            <a:extLst>
              <a:ext uri="{FF2B5EF4-FFF2-40B4-BE49-F238E27FC236}">
                <a16:creationId xmlns:a16="http://schemas.microsoft.com/office/drawing/2014/main" id="{8C95CBA3-C67B-4437-98F8-8D4AD9CA6A87}"/>
              </a:ext>
            </a:extLst>
          </p:cNvPr>
          <p:cNvSpPr>
            <a:spLocks noGrp="1"/>
          </p:cNvSpPr>
          <p:nvPr/>
        </p:nvSpPr>
        <p:spPr>
          <a:xfrm>
            <a:off x="8021030" y="23270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9" name="data_6080">
            <a:extLst>
              <a:ext uri="{FF2B5EF4-FFF2-40B4-BE49-F238E27FC236}">
                <a16:creationId xmlns:a16="http://schemas.microsoft.com/office/drawing/2014/main" id="{6C348D48-0F95-404B-BFBA-7521B098FA15}"/>
              </a:ext>
            </a:extLst>
          </p:cNvPr>
          <p:cNvSpPr>
            <a:spLocks noGrp="1"/>
          </p:cNvSpPr>
          <p:nvPr/>
        </p:nvSpPr>
        <p:spPr>
          <a:xfrm>
            <a:off x="800427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0" name="data_6081">
            <a:extLst>
              <a:ext uri="{FF2B5EF4-FFF2-40B4-BE49-F238E27FC236}">
                <a16:creationId xmlns:a16="http://schemas.microsoft.com/office/drawing/2014/main" id="{9984CF13-51BE-4A81-A934-A5D6194A3213}"/>
              </a:ext>
            </a:extLst>
          </p:cNvPr>
          <p:cNvSpPr>
            <a:spLocks noGrp="1"/>
          </p:cNvSpPr>
          <p:nvPr/>
        </p:nvSpPr>
        <p:spPr>
          <a:xfrm>
            <a:off x="802675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1" name="data_6082">
            <a:extLst>
              <a:ext uri="{FF2B5EF4-FFF2-40B4-BE49-F238E27FC236}">
                <a16:creationId xmlns:a16="http://schemas.microsoft.com/office/drawing/2014/main" id="{7F71CC3F-B789-487A-9DAF-F502C5BDC0EC}"/>
              </a:ext>
            </a:extLst>
          </p:cNvPr>
          <p:cNvSpPr>
            <a:spLocks noGrp="1"/>
          </p:cNvSpPr>
          <p:nvPr/>
        </p:nvSpPr>
        <p:spPr>
          <a:xfrm>
            <a:off x="80349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2" name="data_6083">
            <a:extLst>
              <a:ext uri="{FF2B5EF4-FFF2-40B4-BE49-F238E27FC236}">
                <a16:creationId xmlns:a16="http://schemas.microsoft.com/office/drawing/2014/main" id="{2FFADA55-7AA8-4B17-83BD-1712590BAD13}"/>
              </a:ext>
            </a:extLst>
          </p:cNvPr>
          <p:cNvSpPr>
            <a:spLocks noGrp="1"/>
          </p:cNvSpPr>
          <p:nvPr/>
        </p:nvSpPr>
        <p:spPr>
          <a:xfrm>
            <a:off x="8081267" y="28709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3" name="data_6084">
            <a:extLst>
              <a:ext uri="{FF2B5EF4-FFF2-40B4-BE49-F238E27FC236}">
                <a16:creationId xmlns:a16="http://schemas.microsoft.com/office/drawing/2014/main" id="{58411002-6C9B-4C44-9F91-0FE682998DF9}"/>
              </a:ext>
            </a:extLst>
          </p:cNvPr>
          <p:cNvSpPr>
            <a:spLocks noGrp="1"/>
          </p:cNvSpPr>
          <p:nvPr/>
        </p:nvSpPr>
        <p:spPr>
          <a:xfrm>
            <a:off x="805779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4" name="data_6085">
            <a:extLst>
              <a:ext uri="{FF2B5EF4-FFF2-40B4-BE49-F238E27FC236}">
                <a16:creationId xmlns:a16="http://schemas.microsoft.com/office/drawing/2014/main" id="{24F99147-7A42-4865-A79B-3DAED49EDCFA}"/>
              </a:ext>
            </a:extLst>
          </p:cNvPr>
          <p:cNvSpPr>
            <a:spLocks noGrp="1"/>
          </p:cNvSpPr>
          <p:nvPr/>
        </p:nvSpPr>
        <p:spPr>
          <a:xfrm>
            <a:off x="7993445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5" name="data_6086">
            <a:extLst>
              <a:ext uri="{FF2B5EF4-FFF2-40B4-BE49-F238E27FC236}">
                <a16:creationId xmlns:a16="http://schemas.microsoft.com/office/drawing/2014/main" id="{5E04F3FC-5865-48CF-94E1-9760C158A392}"/>
              </a:ext>
            </a:extLst>
          </p:cNvPr>
          <p:cNvSpPr>
            <a:spLocks noGrp="1"/>
          </p:cNvSpPr>
          <p:nvPr/>
        </p:nvSpPr>
        <p:spPr>
          <a:xfrm>
            <a:off x="809036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6" name="data_6087">
            <a:extLst>
              <a:ext uri="{FF2B5EF4-FFF2-40B4-BE49-F238E27FC236}">
                <a16:creationId xmlns:a16="http://schemas.microsoft.com/office/drawing/2014/main" id="{D058C409-B920-4F36-B31C-1843CA27F949}"/>
              </a:ext>
            </a:extLst>
          </p:cNvPr>
          <p:cNvSpPr>
            <a:spLocks noGrp="1"/>
          </p:cNvSpPr>
          <p:nvPr/>
        </p:nvSpPr>
        <p:spPr>
          <a:xfrm>
            <a:off x="807077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7" name="data_6088">
            <a:extLst>
              <a:ext uri="{FF2B5EF4-FFF2-40B4-BE49-F238E27FC236}">
                <a16:creationId xmlns:a16="http://schemas.microsoft.com/office/drawing/2014/main" id="{CCCBCECF-0DFE-4869-AC60-8CADDD03CC5D}"/>
              </a:ext>
            </a:extLst>
          </p:cNvPr>
          <p:cNvSpPr>
            <a:spLocks noGrp="1"/>
          </p:cNvSpPr>
          <p:nvPr/>
        </p:nvSpPr>
        <p:spPr>
          <a:xfrm>
            <a:off x="8016877" y="25907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8" name="data_6089">
            <a:extLst>
              <a:ext uri="{FF2B5EF4-FFF2-40B4-BE49-F238E27FC236}">
                <a16:creationId xmlns:a16="http://schemas.microsoft.com/office/drawing/2014/main" id="{60A8EB14-F4D4-4BE5-A4C3-838DF1860315}"/>
              </a:ext>
            </a:extLst>
          </p:cNvPr>
          <p:cNvSpPr>
            <a:spLocks noGrp="1"/>
          </p:cNvSpPr>
          <p:nvPr/>
        </p:nvSpPr>
        <p:spPr>
          <a:xfrm>
            <a:off x="799480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9" name="data_6090">
            <a:extLst>
              <a:ext uri="{FF2B5EF4-FFF2-40B4-BE49-F238E27FC236}">
                <a16:creationId xmlns:a16="http://schemas.microsoft.com/office/drawing/2014/main" id="{FCEB3F59-7C39-4091-B4AC-5B9A34074FC7}"/>
              </a:ext>
            </a:extLst>
          </p:cNvPr>
          <p:cNvSpPr>
            <a:spLocks noGrp="1"/>
          </p:cNvSpPr>
          <p:nvPr/>
        </p:nvSpPr>
        <p:spPr>
          <a:xfrm>
            <a:off x="8043231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0" name="data_6091">
            <a:extLst>
              <a:ext uri="{FF2B5EF4-FFF2-40B4-BE49-F238E27FC236}">
                <a16:creationId xmlns:a16="http://schemas.microsoft.com/office/drawing/2014/main" id="{E26C7BFB-3190-4D8B-9C29-898D3FF9691B}"/>
              </a:ext>
            </a:extLst>
          </p:cNvPr>
          <p:cNvSpPr>
            <a:spLocks noGrp="1"/>
          </p:cNvSpPr>
          <p:nvPr/>
        </p:nvSpPr>
        <p:spPr>
          <a:xfrm>
            <a:off x="8083983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1" name="data_6092">
            <a:extLst>
              <a:ext uri="{FF2B5EF4-FFF2-40B4-BE49-F238E27FC236}">
                <a16:creationId xmlns:a16="http://schemas.microsoft.com/office/drawing/2014/main" id="{46A69DC0-DC1C-4285-B0AD-615DF32B2B09}"/>
              </a:ext>
            </a:extLst>
          </p:cNvPr>
          <p:cNvSpPr>
            <a:spLocks noGrp="1"/>
          </p:cNvSpPr>
          <p:nvPr/>
        </p:nvSpPr>
        <p:spPr>
          <a:xfrm>
            <a:off x="809792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2" name="data_6093">
            <a:extLst>
              <a:ext uri="{FF2B5EF4-FFF2-40B4-BE49-F238E27FC236}">
                <a16:creationId xmlns:a16="http://schemas.microsoft.com/office/drawing/2014/main" id="{7461A72E-8C64-4FD7-BCB7-ECB101305D82}"/>
              </a:ext>
            </a:extLst>
          </p:cNvPr>
          <p:cNvSpPr>
            <a:spLocks noGrp="1"/>
          </p:cNvSpPr>
          <p:nvPr/>
        </p:nvSpPr>
        <p:spPr>
          <a:xfrm>
            <a:off x="808065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3" name="data_6094">
            <a:extLst>
              <a:ext uri="{FF2B5EF4-FFF2-40B4-BE49-F238E27FC236}">
                <a16:creationId xmlns:a16="http://schemas.microsoft.com/office/drawing/2014/main" id="{C4761404-CA13-4B1E-802F-3993EA3FE998}"/>
              </a:ext>
            </a:extLst>
          </p:cNvPr>
          <p:cNvSpPr>
            <a:spLocks noGrp="1"/>
          </p:cNvSpPr>
          <p:nvPr/>
        </p:nvSpPr>
        <p:spPr>
          <a:xfrm>
            <a:off x="8076148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4" name="data_6095">
            <a:extLst>
              <a:ext uri="{FF2B5EF4-FFF2-40B4-BE49-F238E27FC236}">
                <a16:creationId xmlns:a16="http://schemas.microsoft.com/office/drawing/2014/main" id="{AD11318F-3A55-48E0-85F5-A409ECD6F068}"/>
              </a:ext>
            </a:extLst>
          </p:cNvPr>
          <p:cNvSpPr>
            <a:spLocks noGrp="1"/>
          </p:cNvSpPr>
          <p:nvPr/>
        </p:nvSpPr>
        <p:spPr>
          <a:xfrm>
            <a:off x="8061360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5" name="data_6096">
            <a:extLst>
              <a:ext uri="{FF2B5EF4-FFF2-40B4-BE49-F238E27FC236}">
                <a16:creationId xmlns:a16="http://schemas.microsoft.com/office/drawing/2014/main" id="{69822EAB-ABEB-48CA-96D2-72B91D55D8FD}"/>
              </a:ext>
            </a:extLst>
          </p:cNvPr>
          <p:cNvSpPr>
            <a:spLocks noGrp="1"/>
          </p:cNvSpPr>
          <p:nvPr/>
        </p:nvSpPr>
        <p:spPr>
          <a:xfrm>
            <a:off x="8045078" y="3072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6" name="data_6097">
            <a:extLst>
              <a:ext uri="{FF2B5EF4-FFF2-40B4-BE49-F238E27FC236}">
                <a16:creationId xmlns:a16="http://schemas.microsoft.com/office/drawing/2014/main" id="{5EA007A9-C5FD-44FE-A37A-2E8183822B74}"/>
              </a:ext>
            </a:extLst>
          </p:cNvPr>
          <p:cNvSpPr>
            <a:spLocks noGrp="1"/>
          </p:cNvSpPr>
          <p:nvPr/>
        </p:nvSpPr>
        <p:spPr>
          <a:xfrm>
            <a:off x="804693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7" name="data_6098">
            <a:extLst>
              <a:ext uri="{FF2B5EF4-FFF2-40B4-BE49-F238E27FC236}">
                <a16:creationId xmlns:a16="http://schemas.microsoft.com/office/drawing/2014/main" id="{6C63EEB9-E8B2-426F-914A-9F00009572A3}"/>
              </a:ext>
            </a:extLst>
          </p:cNvPr>
          <p:cNvSpPr>
            <a:spLocks noGrp="1"/>
          </p:cNvSpPr>
          <p:nvPr/>
        </p:nvSpPr>
        <p:spPr>
          <a:xfrm>
            <a:off x="8096998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8" name="data_6099">
            <a:extLst>
              <a:ext uri="{FF2B5EF4-FFF2-40B4-BE49-F238E27FC236}">
                <a16:creationId xmlns:a16="http://schemas.microsoft.com/office/drawing/2014/main" id="{D401C4B4-BFC9-4B7D-9EE7-8C474749EAD0}"/>
              </a:ext>
            </a:extLst>
          </p:cNvPr>
          <p:cNvSpPr>
            <a:spLocks noGrp="1"/>
          </p:cNvSpPr>
          <p:nvPr/>
        </p:nvSpPr>
        <p:spPr>
          <a:xfrm>
            <a:off x="8003512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9" name="data_6100">
            <a:extLst>
              <a:ext uri="{FF2B5EF4-FFF2-40B4-BE49-F238E27FC236}">
                <a16:creationId xmlns:a16="http://schemas.microsoft.com/office/drawing/2014/main" id="{CABE4EED-8B66-4F0F-9906-C914F8C1B568}"/>
              </a:ext>
            </a:extLst>
          </p:cNvPr>
          <p:cNvSpPr>
            <a:spLocks noGrp="1"/>
          </p:cNvSpPr>
          <p:nvPr/>
        </p:nvSpPr>
        <p:spPr>
          <a:xfrm>
            <a:off x="807270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0" name="data_6101">
            <a:extLst>
              <a:ext uri="{FF2B5EF4-FFF2-40B4-BE49-F238E27FC236}">
                <a16:creationId xmlns:a16="http://schemas.microsoft.com/office/drawing/2014/main" id="{D005FC52-32CB-4BBC-973C-E46DF8EEEAD6}"/>
              </a:ext>
            </a:extLst>
          </p:cNvPr>
          <p:cNvSpPr>
            <a:spLocks noGrp="1"/>
          </p:cNvSpPr>
          <p:nvPr/>
        </p:nvSpPr>
        <p:spPr>
          <a:xfrm>
            <a:off x="809219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1" name="data_6102">
            <a:extLst>
              <a:ext uri="{FF2B5EF4-FFF2-40B4-BE49-F238E27FC236}">
                <a16:creationId xmlns:a16="http://schemas.microsoft.com/office/drawing/2014/main" id="{74CDEE4E-AF3D-4F76-957C-A5CB4A059412}"/>
              </a:ext>
            </a:extLst>
          </p:cNvPr>
          <p:cNvSpPr>
            <a:spLocks noGrp="1"/>
          </p:cNvSpPr>
          <p:nvPr/>
        </p:nvSpPr>
        <p:spPr>
          <a:xfrm>
            <a:off x="802165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2" name="data_6103">
            <a:extLst>
              <a:ext uri="{FF2B5EF4-FFF2-40B4-BE49-F238E27FC236}">
                <a16:creationId xmlns:a16="http://schemas.microsoft.com/office/drawing/2014/main" id="{F49073FF-DDBC-44FA-B5BE-84F234577CAF}"/>
              </a:ext>
            </a:extLst>
          </p:cNvPr>
          <p:cNvSpPr>
            <a:spLocks noGrp="1"/>
          </p:cNvSpPr>
          <p:nvPr/>
        </p:nvSpPr>
        <p:spPr>
          <a:xfrm>
            <a:off x="8072064" y="2095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3" name="data_6104">
            <a:extLst>
              <a:ext uri="{FF2B5EF4-FFF2-40B4-BE49-F238E27FC236}">
                <a16:creationId xmlns:a16="http://schemas.microsoft.com/office/drawing/2014/main" id="{10AB4065-9C50-496E-AB6E-EE0C3DBBD0C6}"/>
              </a:ext>
            </a:extLst>
          </p:cNvPr>
          <p:cNvSpPr>
            <a:spLocks noGrp="1"/>
          </p:cNvSpPr>
          <p:nvPr/>
        </p:nvSpPr>
        <p:spPr>
          <a:xfrm>
            <a:off x="79940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4" name="data_6105">
            <a:extLst>
              <a:ext uri="{FF2B5EF4-FFF2-40B4-BE49-F238E27FC236}">
                <a16:creationId xmlns:a16="http://schemas.microsoft.com/office/drawing/2014/main" id="{D3FBDB1B-59B8-4B14-9A7A-D249903C7579}"/>
              </a:ext>
            </a:extLst>
          </p:cNvPr>
          <p:cNvSpPr>
            <a:spLocks noGrp="1"/>
          </p:cNvSpPr>
          <p:nvPr/>
        </p:nvSpPr>
        <p:spPr>
          <a:xfrm>
            <a:off x="8045950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5" name="data_6106">
            <a:extLst>
              <a:ext uri="{FF2B5EF4-FFF2-40B4-BE49-F238E27FC236}">
                <a16:creationId xmlns:a16="http://schemas.microsoft.com/office/drawing/2014/main" id="{E4B1FD79-2431-4E75-9151-305B5C131A11}"/>
              </a:ext>
            </a:extLst>
          </p:cNvPr>
          <p:cNvSpPr>
            <a:spLocks noGrp="1"/>
          </p:cNvSpPr>
          <p:nvPr/>
        </p:nvSpPr>
        <p:spPr>
          <a:xfrm>
            <a:off x="80031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6" name="data_6107">
            <a:extLst>
              <a:ext uri="{FF2B5EF4-FFF2-40B4-BE49-F238E27FC236}">
                <a16:creationId xmlns:a16="http://schemas.microsoft.com/office/drawing/2014/main" id="{C763B12A-A818-49BA-B6C0-2962430EAE1C}"/>
              </a:ext>
            </a:extLst>
          </p:cNvPr>
          <p:cNvSpPr>
            <a:spLocks noGrp="1"/>
          </p:cNvSpPr>
          <p:nvPr/>
        </p:nvSpPr>
        <p:spPr>
          <a:xfrm>
            <a:off x="8006769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7" name="data_6108">
            <a:extLst>
              <a:ext uri="{FF2B5EF4-FFF2-40B4-BE49-F238E27FC236}">
                <a16:creationId xmlns:a16="http://schemas.microsoft.com/office/drawing/2014/main" id="{04D96F94-B21D-4399-AC20-55DD127BEAA4}"/>
              </a:ext>
            </a:extLst>
          </p:cNvPr>
          <p:cNvSpPr>
            <a:spLocks noGrp="1"/>
          </p:cNvSpPr>
          <p:nvPr/>
        </p:nvSpPr>
        <p:spPr>
          <a:xfrm>
            <a:off x="805179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8" name="data_6109">
            <a:extLst>
              <a:ext uri="{FF2B5EF4-FFF2-40B4-BE49-F238E27FC236}">
                <a16:creationId xmlns:a16="http://schemas.microsoft.com/office/drawing/2014/main" id="{8871542E-0DA6-4E07-90B9-4491BE05A6F8}"/>
              </a:ext>
            </a:extLst>
          </p:cNvPr>
          <p:cNvSpPr>
            <a:spLocks noGrp="1"/>
          </p:cNvSpPr>
          <p:nvPr/>
        </p:nvSpPr>
        <p:spPr>
          <a:xfrm>
            <a:off x="847654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9" name="data_6110">
            <a:extLst>
              <a:ext uri="{FF2B5EF4-FFF2-40B4-BE49-F238E27FC236}">
                <a16:creationId xmlns:a16="http://schemas.microsoft.com/office/drawing/2014/main" id="{5CCF591E-23AC-4C69-AE4E-E4D3FDBCF8CF}"/>
              </a:ext>
            </a:extLst>
          </p:cNvPr>
          <p:cNvSpPr>
            <a:spLocks noGrp="1"/>
          </p:cNvSpPr>
          <p:nvPr/>
        </p:nvSpPr>
        <p:spPr>
          <a:xfrm>
            <a:off x="850632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0" name="data_6111">
            <a:extLst>
              <a:ext uri="{FF2B5EF4-FFF2-40B4-BE49-F238E27FC236}">
                <a16:creationId xmlns:a16="http://schemas.microsoft.com/office/drawing/2014/main" id="{7FFC5EC0-160F-4F6C-89F8-4117DC47AC79}"/>
              </a:ext>
            </a:extLst>
          </p:cNvPr>
          <p:cNvSpPr>
            <a:spLocks noGrp="1"/>
          </p:cNvSpPr>
          <p:nvPr/>
        </p:nvSpPr>
        <p:spPr>
          <a:xfrm>
            <a:off x="84758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1" name="data_6112">
            <a:extLst>
              <a:ext uri="{FF2B5EF4-FFF2-40B4-BE49-F238E27FC236}">
                <a16:creationId xmlns:a16="http://schemas.microsoft.com/office/drawing/2014/main" id="{D6C66EAA-977E-4481-A4D5-77D73C28D768}"/>
              </a:ext>
            </a:extLst>
          </p:cNvPr>
          <p:cNvSpPr>
            <a:spLocks noGrp="1"/>
          </p:cNvSpPr>
          <p:nvPr/>
        </p:nvSpPr>
        <p:spPr>
          <a:xfrm>
            <a:off x="850130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2" name="data_6113">
            <a:extLst>
              <a:ext uri="{FF2B5EF4-FFF2-40B4-BE49-F238E27FC236}">
                <a16:creationId xmlns:a16="http://schemas.microsoft.com/office/drawing/2014/main" id="{B3EB3BF4-938F-4AA2-859F-29B6CF23185E}"/>
              </a:ext>
            </a:extLst>
          </p:cNvPr>
          <p:cNvSpPr>
            <a:spLocks noGrp="1"/>
          </p:cNvSpPr>
          <p:nvPr/>
        </p:nvSpPr>
        <p:spPr>
          <a:xfrm>
            <a:off x="8561276" y="3036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3" name="data_6114">
            <a:extLst>
              <a:ext uri="{FF2B5EF4-FFF2-40B4-BE49-F238E27FC236}">
                <a16:creationId xmlns:a16="http://schemas.microsoft.com/office/drawing/2014/main" id="{FC054A7A-AC86-45DD-8238-94AF3D7F201C}"/>
              </a:ext>
            </a:extLst>
          </p:cNvPr>
          <p:cNvSpPr>
            <a:spLocks noGrp="1"/>
          </p:cNvSpPr>
          <p:nvPr/>
        </p:nvSpPr>
        <p:spPr>
          <a:xfrm>
            <a:off x="85373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4" name="data_6115">
            <a:extLst>
              <a:ext uri="{FF2B5EF4-FFF2-40B4-BE49-F238E27FC236}">
                <a16:creationId xmlns:a16="http://schemas.microsoft.com/office/drawing/2014/main" id="{42545288-B616-4690-B04F-624554ACE846}"/>
              </a:ext>
            </a:extLst>
          </p:cNvPr>
          <p:cNvSpPr>
            <a:spLocks noGrp="1"/>
          </p:cNvSpPr>
          <p:nvPr/>
        </p:nvSpPr>
        <p:spPr>
          <a:xfrm>
            <a:off x="85322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5" name="data_6116">
            <a:extLst>
              <a:ext uri="{FF2B5EF4-FFF2-40B4-BE49-F238E27FC236}">
                <a16:creationId xmlns:a16="http://schemas.microsoft.com/office/drawing/2014/main" id="{B3761705-EB02-497C-9235-62AC115D5D20}"/>
              </a:ext>
            </a:extLst>
          </p:cNvPr>
          <p:cNvSpPr>
            <a:spLocks noGrp="1"/>
          </p:cNvSpPr>
          <p:nvPr/>
        </p:nvSpPr>
        <p:spPr>
          <a:xfrm>
            <a:off x="8525166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6" name="data_6117">
            <a:extLst>
              <a:ext uri="{FF2B5EF4-FFF2-40B4-BE49-F238E27FC236}">
                <a16:creationId xmlns:a16="http://schemas.microsoft.com/office/drawing/2014/main" id="{9A41D97C-FE04-431F-8348-E159ADC0F55C}"/>
              </a:ext>
            </a:extLst>
          </p:cNvPr>
          <p:cNvSpPr>
            <a:spLocks noGrp="1"/>
          </p:cNvSpPr>
          <p:nvPr/>
        </p:nvSpPr>
        <p:spPr>
          <a:xfrm>
            <a:off x="84734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7" name="data_6118">
            <a:extLst>
              <a:ext uri="{FF2B5EF4-FFF2-40B4-BE49-F238E27FC236}">
                <a16:creationId xmlns:a16="http://schemas.microsoft.com/office/drawing/2014/main" id="{E1C0D6B6-ACE9-47C6-9915-821DD4F4DD45}"/>
              </a:ext>
            </a:extLst>
          </p:cNvPr>
          <p:cNvSpPr>
            <a:spLocks noGrp="1"/>
          </p:cNvSpPr>
          <p:nvPr/>
        </p:nvSpPr>
        <p:spPr>
          <a:xfrm>
            <a:off x="8487093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8" name="data_6119">
            <a:extLst>
              <a:ext uri="{FF2B5EF4-FFF2-40B4-BE49-F238E27FC236}">
                <a16:creationId xmlns:a16="http://schemas.microsoft.com/office/drawing/2014/main" id="{2F0C4119-543B-4168-A802-CA86DF991FB1}"/>
              </a:ext>
            </a:extLst>
          </p:cNvPr>
          <p:cNvSpPr>
            <a:spLocks noGrp="1"/>
          </p:cNvSpPr>
          <p:nvPr/>
        </p:nvSpPr>
        <p:spPr>
          <a:xfrm>
            <a:off x="8572963" y="29118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9" name="data_6120">
            <a:extLst>
              <a:ext uri="{FF2B5EF4-FFF2-40B4-BE49-F238E27FC236}">
                <a16:creationId xmlns:a16="http://schemas.microsoft.com/office/drawing/2014/main" id="{605DE936-3E8D-40DF-8204-660F9F8A6D99}"/>
              </a:ext>
            </a:extLst>
          </p:cNvPr>
          <p:cNvSpPr>
            <a:spLocks noGrp="1"/>
          </p:cNvSpPr>
          <p:nvPr/>
        </p:nvSpPr>
        <p:spPr>
          <a:xfrm>
            <a:off x="8476611" y="24622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0" name="data_6121">
            <a:extLst>
              <a:ext uri="{FF2B5EF4-FFF2-40B4-BE49-F238E27FC236}">
                <a16:creationId xmlns:a16="http://schemas.microsoft.com/office/drawing/2014/main" id="{E37CB3E9-D1E2-4EBE-BF93-ACBF8F059429}"/>
              </a:ext>
            </a:extLst>
          </p:cNvPr>
          <p:cNvSpPr>
            <a:spLocks noGrp="1"/>
          </p:cNvSpPr>
          <p:nvPr/>
        </p:nvSpPr>
        <p:spPr>
          <a:xfrm>
            <a:off x="8553582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1" name="data_6122">
            <a:extLst>
              <a:ext uri="{FF2B5EF4-FFF2-40B4-BE49-F238E27FC236}">
                <a16:creationId xmlns:a16="http://schemas.microsoft.com/office/drawing/2014/main" id="{1753941E-96BC-4EAB-899C-418C53F0FBE0}"/>
              </a:ext>
            </a:extLst>
          </p:cNvPr>
          <p:cNvSpPr>
            <a:spLocks noGrp="1"/>
          </p:cNvSpPr>
          <p:nvPr/>
        </p:nvSpPr>
        <p:spPr>
          <a:xfrm>
            <a:off x="85002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2" name="data_6123">
            <a:extLst>
              <a:ext uri="{FF2B5EF4-FFF2-40B4-BE49-F238E27FC236}">
                <a16:creationId xmlns:a16="http://schemas.microsoft.com/office/drawing/2014/main" id="{A1C093B2-39ED-4BA9-8187-C49B14163118}"/>
              </a:ext>
            </a:extLst>
          </p:cNvPr>
          <p:cNvSpPr>
            <a:spLocks noGrp="1"/>
          </p:cNvSpPr>
          <p:nvPr/>
        </p:nvSpPr>
        <p:spPr>
          <a:xfrm>
            <a:off x="85009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3" name="data_6124">
            <a:extLst>
              <a:ext uri="{FF2B5EF4-FFF2-40B4-BE49-F238E27FC236}">
                <a16:creationId xmlns:a16="http://schemas.microsoft.com/office/drawing/2014/main" id="{3A5277FE-2B8F-4970-8572-6FF531C92C30}"/>
              </a:ext>
            </a:extLst>
          </p:cNvPr>
          <p:cNvSpPr>
            <a:spLocks noGrp="1"/>
          </p:cNvSpPr>
          <p:nvPr/>
        </p:nvSpPr>
        <p:spPr>
          <a:xfrm>
            <a:off x="853987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4" name="data_6125">
            <a:extLst>
              <a:ext uri="{FF2B5EF4-FFF2-40B4-BE49-F238E27FC236}">
                <a16:creationId xmlns:a16="http://schemas.microsoft.com/office/drawing/2014/main" id="{57BE1E95-E164-456F-81B2-A9EE361AA2AB}"/>
              </a:ext>
            </a:extLst>
          </p:cNvPr>
          <p:cNvSpPr>
            <a:spLocks noGrp="1"/>
          </p:cNvSpPr>
          <p:nvPr/>
        </p:nvSpPr>
        <p:spPr>
          <a:xfrm>
            <a:off x="85542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5" name="data_6126">
            <a:extLst>
              <a:ext uri="{FF2B5EF4-FFF2-40B4-BE49-F238E27FC236}">
                <a16:creationId xmlns:a16="http://schemas.microsoft.com/office/drawing/2014/main" id="{1920BA5B-F61D-42E9-8AE3-618FA996CC91}"/>
              </a:ext>
            </a:extLst>
          </p:cNvPr>
          <p:cNvSpPr>
            <a:spLocks noGrp="1"/>
          </p:cNvSpPr>
          <p:nvPr/>
        </p:nvSpPr>
        <p:spPr>
          <a:xfrm>
            <a:off x="85241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6" name="data_6127">
            <a:extLst>
              <a:ext uri="{FF2B5EF4-FFF2-40B4-BE49-F238E27FC236}">
                <a16:creationId xmlns:a16="http://schemas.microsoft.com/office/drawing/2014/main" id="{CC33A48D-DAC5-4369-827B-4B92C2C4DF5B}"/>
              </a:ext>
            </a:extLst>
          </p:cNvPr>
          <p:cNvSpPr>
            <a:spLocks noGrp="1"/>
          </p:cNvSpPr>
          <p:nvPr/>
        </p:nvSpPr>
        <p:spPr>
          <a:xfrm>
            <a:off x="8499210" y="30461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7" name="data_6128">
            <a:extLst>
              <a:ext uri="{FF2B5EF4-FFF2-40B4-BE49-F238E27FC236}">
                <a16:creationId xmlns:a16="http://schemas.microsoft.com/office/drawing/2014/main" id="{CEEB1C5C-1C1C-4388-826E-80CD033EC3A6}"/>
              </a:ext>
            </a:extLst>
          </p:cNvPr>
          <p:cNvSpPr>
            <a:spLocks noGrp="1"/>
          </p:cNvSpPr>
          <p:nvPr/>
        </p:nvSpPr>
        <p:spPr>
          <a:xfrm>
            <a:off x="8505848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8" name="data_6129">
            <a:extLst>
              <a:ext uri="{FF2B5EF4-FFF2-40B4-BE49-F238E27FC236}">
                <a16:creationId xmlns:a16="http://schemas.microsoft.com/office/drawing/2014/main" id="{B47B0943-6993-44C3-A72D-F73090565A8E}"/>
              </a:ext>
            </a:extLst>
          </p:cNvPr>
          <p:cNvSpPr>
            <a:spLocks noGrp="1"/>
          </p:cNvSpPr>
          <p:nvPr/>
        </p:nvSpPr>
        <p:spPr>
          <a:xfrm>
            <a:off x="847158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9" name="data_6130">
            <a:extLst>
              <a:ext uri="{FF2B5EF4-FFF2-40B4-BE49-F238E27FC236}">
                <a16:creationId xmlns:a16="http://schemas.microsoft.com/office/drawing/2014/main" id="{75DEC248-96F1-4747-B5EF-C13D5DF7EB3A}"/>
              </a:ext>
            </a:extLst>
          </p:cNvPr>
          <p:cNvSpPr>
            <a:spLocks noGrp="1"/>
          </p:cNvSpPr>
          <p:nvPr/>
        </p:nvSpPr>
        <p:spPr>
          <a:xfrm>
            <a:off x="851414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0" name="data_6131">
            <a:extLst>
              <a:ext uri="{FF2B5EF4-FFF2-40B4-BE49-F238E27FC236}">
                <a16:creationId xmlns:a16="http://schemas.microsoft.com/office/drawing/2014/main" id="{4730EA92-25C1-4783-93CA-E38558EE6E90}"/>
              </a:ext>
            </a:extLst>
          </p:cNvPr>
          <p:cNvSpPr>
            <a:spLocks noGrp="1"/>
          </p:cNvSpPr>
          <p:nvPr/>
        </p:nvSpPr>
        <p:spPr>
          <a:xfrm>
            <a:off x="8551437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1" name="data_6132">
            <a:extLst>
              <a:ext uri="{FF2B5EF4-FFF2-40B4-BE49-F238E27FC236}">
                <a16:creationId xmlns:a16="http://schemas.microsoft.com/office/drawing/2014/main" id="{64CC7269-359F-4812-BD3D-4CE59598597D}"/>
              </a:ext>
            </a:extLst>
          </p:cNvPr>
          <p:cNvSpPr>
            <a:spLocks noGrp="1"/>
          </p:cNvSpPr>
          <p:nvPr/>
        </p:nvSpPr>
        <p:spPr>
          <a:xfrm>
            <a:off x="8579044" y="25425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2" name="data_6133">
            <a:extLst>
              <a:ext uri="{FF2B5EF4-FFF2-40B4-BE49-F238E27FC236}">
                <a16:creationId xmlns:a16="http://schemas.microsoft.com/office/drawing/2014/main" id="{10C6EF9D-7145-4993-84B2-1E2359D8A601}"/>
              </a:ext>
            </a:extLst>
          </p:cNvPr>
          <p:cNvSpPr>
            <a:spLocks noGrp="1"/>
          </p:cNvSpPr>
          <p:nvPr/>
        </p:nvSpPr>
        <p:spPr>
          <a:xfrm>
            <a:off x="85177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3" name="data_6134">
            <a:extLst>
              <a:ext uri="{FF2B5EF4-FFF2-40B4-BE49-F238E27FC236}">
                <a16:creationId xmlns:a16="http://schemas.microsoft.com/office/drawing/2014/main" id="{4C4BE88E-668F-4698-B668-C4D2D33C474A}"/>
              </a:ext>
            </a:extLst>
          </p:cNvPr>
          <p:cNvSpPr>
            <a:spLocks noGrp="1"/>
          </p:cNvSpPr>
          <p:nvPr/>
        </p:nvSpPr>
        <p:spPr>
          <a:xfrm>
            <a:off x="857357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4" name="data_6135">
            <a:extLst>
              <a:ext uri="{FF2B5EF4-FFF2-40B4-BE49-F238E27FC236}">
                <a16:creationId xmlns:a16="http://schemas.microsoft.com/office/drawing/2014/main" id="{F231E881-73CD-4963-95AC-F0930819BDD8}"/>
              </a:ext>
            </a:extLst>
          </p:cNvPr>
          <p:cNvSpPr>
            <a:spLocks noGrp="1"/>
          </p:cNvSpPr>
          <p:nvPr/>
        </p:nvSpPr>
        <p:spPr>
          <a:xfrm>
            <a:off x="850322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5" name="data_6136">
            <a:extLst>
              <a:ext uri="{FF2B5EF4-FFF2-40B4-BE49-F238E27FC236}">
                <a16:creationId xmlns:a16="http://schemas.microsoft.com/office/drawing/2014/main" id="{CC986164-B035-45F4-917E-3495A887D27C}"/>
              </a:ext>
            </a:extLst>
          </p:cNvPr>
          <p:cNvSpPr>
            <a:spLocks noGrp="1"/>
          </p:cNvSpPr>
          <p:nvPr/>
        </p:nvSpPr>
        <p:spPr>
          <a:xfrm>
            <a:off x="853640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6" name="data_6137">
            <a:extLst>
              <a:ext uri="{FF2B5EF4-FFF2-40B4-BE49-F238E27FC236}">
                <a16:creationId xmlns:a16="http://schemas.microsoft.com/office/drawing/2014/main" id="{3D224DD5-27F7-4542-9BB8-D7EDD78E2E02}"/>
              </a:ext>
            </a:extLst>
          </p:cNvPr>
          <p:cNvSpPr>
            <a:spLocks noGrp="1"/>
          </p:cNvSpPr>
          <p:nvPr/>
        </p:nvSpPr>
        <p:spPr>
          <a:xfrm>
            <a:off x="8527690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7" name="data_6138">
            <a:extLst>
              <a:ext uri="{FF2B5EF4-FFF2-40B4-BE49-F238E27FC236}">
                <a16:creationId xmlns:a16="http://schemas.microsoft.com/office/drawing/2014/main" id="{8E489DD0-3A68-4832-A626-9CB6B27B3B26}"/>
              </a:ext>
            </a:extLst>
          </p:cNvPr>
          <p:cNvSpPr>
            <a:spLocks noGrp="1"/>
          </p:cNvSpPr>
          <p:nvPr/>
        </p:nvSpPr>
        <p:spPr>
          <a:xfrm>
            <a:off x="847852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8" name="data_6139">
            <a:extLst>
              <a:ext uri="{FF2B5EF4-FFF2-40B4-BE49-F238E27FC236}">
                <a16:creationId xmlns:a16="http://schemas.microsoft.com/office/drawing/2014/main" id="{27215F81-6120-40B0-9949-2A48828A61AC}"/>
              </a:ext>
            </a:extLst>
          </p:cNvPr>
          <p:cNvSpPr>
            <a:spLocks noGrp="1"/>
          </p:cNvSpPr>
          <p:nvPr/>
        </p:nvSpPr>
        <p:spPr>
          <a:xfrm>
            <a:off x="85506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9" name="data_6140">
            <a:extLst>
              <a:ext uri="{FF2B5EF4-FFF2-40B4-BE49-F238E27FC236}">
                <a16:creationId xmlns:a16="http://schemas.microsoft.com/office/drawing/2014/main" id="{A5EF1756-9C7D-4840-8077-B3682F121003}"/>
              </a:ext>
            </a:extLst>
          </p:cNvPr>
          <p:cNvSpPr>
            <a:spLocks noGrp="1"/>
          </p:cNvSpPr>
          <p:nvPr/>
        </p:nvSpPr>
        <p:spPr>
          <a:xfrm>
            <a:off x="8493968" y="35985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0" name="data_6141">
            <a:extLst>
              <a:ext uri="{FF2B5EF4-FFF2-40B4-BE49-F238E27FC236}">
                <a16:creationId xmlns:a16="http://schemas.microsoft.com/office/drawing/2014/main" id="{CC4C69EC-6D16-4929-86FA-D473FA4553DD}"/>
              </a:ext>
            </a:extLst>
          </p:cNvPr>
          <p:cNvSpPr>
            <a:spLocks noGrp="1"/>
          </p:cNvSpPr>
          <p:nvPr/>
        </p:nvSpPr>
        <p:spPr>
          <a:xfrm>
            <a:off x="84727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1" name="data_6142">
            <a:extLst>
              <a:ext uri="{FF2B5EF4-FFF2-40B4-BE49-F238E27FC236}">
                <a16:creationId xmlns:a16="http://schemas.microsoft.com/office/drawing/2014/main" id="{E6FEF591-2243-4C9D-94F3-7B95013E96B7}"/>
              </a:ext>
            </a:extLst>
          </p:cNvPr>
          <p:cNvSpPr>
            <a:spLocks noGrp="1"/>
          </p:cNvSpPr>
          <p:nvPr/>
        </p:nvSpPr>
        <p:spPr>
          <a:xfrm>
            <a:off x="85042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2" name="data_6143">
            <a:extLst>
              <a:ext uri="{FF2B5EF4-FFF2-40B4-BE49-F238E27FC236}">
                <a16:creationId xmlns:a16="http://schemas.microsoft.com/office/drawing/2014/main" id="{76720EA6-CB0E-4394-B0EA-37ADD69DC1E7}"/>
              </a:ext>
            </a:extLst>
          </p:cNvPr>
          <p:cNvSpPr>
            <a:spLocks noGrp="1"/>
          </p:cNvSpPr>
          <p:nvPr/>
        </p:nvSpPr>
        <p:spPr>
          <a:xfrm>
            <a:off x="85641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3" name="data_6144">
            <a:extLst>
              <a:ext uri="{FF2B5EF4-FFF2-40B4-BE49-F238E27FC236}">
                <a16:creationId xmlns:a16="http://schemas.microsoft.com/office/drawing/2014/main" id="{D30C6FD5-5F40-42EB-B022-512B9B7C272A}"/>
              </a:ext>
            </a:extLst>
          </p:cNvPr>
          <p:cNvSpPr>
            <a:spLocks noGrp="1"/>
          </p:cNvSpPr>
          <p:nvPr/>
        </p:nvSpPr>
        <p:spPr>
          <a:xfrm>
            <a:off x="854004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4" name="data_6145">
            <a:extLst>
              <a:ext uri="{FF2B5EF4-FFF2-40B4-BE49-F238E27FC236}">
                <a16:creationId xmlns:a16="http://schemas.microsoft.com/office/drawing/2014/main" id="{4BD3E5D5-D3EA-41CA-9AFA-EB51166EBAA8}"/>
              </a:ext>
            </a:extLst>
          </p:cNvPr>
          <p:cNvSpPr>
            <a:spLocks noGrp="1"/>
          </p:cNvSpPr>
          <p:nvPr/>
        </p:nvSpPr>
        <p:spPr>
          <a:xfrm>
            <a:off x="856464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5" name="data_6146">
            <a:extLst>
              <a:ext uri="{FF2B5EF4-FFF2-40B4-BE49-F238E27FC236}">
                <a16:creationId xmlns:a16="http://schemas.microsoft.com/office/drawing/2014/main" id="{744E17BD-D358-4974-88A9-E6302ED641B9}"/>
              </a:ext>
            </a:extLst>
          </p:cNvPr>
          <p:cNvSpPr>
            <a:spLocks noGrp="1"/>
          </p:cNvSpPr>
          <p:nvPr/>
        </p:nvSpPr>
        <p:spPr>
          <a:xfrm>
            <a:off x="857470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6" name="data_6147">
            <a:extLst>
              <a:ext uri="{FF2B5EF4-FFF2-40B4-BE49-F238E27FC236}">
                <a16:creationId xmlns:a16="http://schemas.microsoft.com/office/drawing/2014/main" id="{BB7FE87B-6100-4C8B-AB1D-D8A4E8E8E2E8}"/>
              </a:ext>
            </a:extLst>
          </p:cNvPr>
          <p:cNvSpPr>
            <a:spLocks noGrp="1"/>
          </p:cNvSpPr>
          <p:nvPr/>
        </p:nvSpPr>
        <p:spPr>
          <a:xfrm>
            <a:off x="85304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7" name="data_6148">
            <a:extLst>
              <a:ext uri="{FF2B5EF4-FFF2-40B4-BE49-F238E27FC236}">
                <a16:creationId xmlns:a16="http://schemas.microsoft.com/office/drawing/2014/main" id="{84B582DF-FDC6-4473-941A-8B5C6DD67444}"/>
              </a:ext>
            </a:extLst>
          </p:cNvPr>
          <p:cNvSpPr>
            <a:spLocks noGrp="1"/>
          </p:cNvSpPr>
          <p:nvPr/>
        </p:nvSpPr>
        <p:spPr>
          <a:xfrm>
            <a:off x="8577161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8" name="data_6149">
            <a:extLst>
              <a:ext uri="{FF2B5EF4-FFF2-40B4-BE49-F238E27FC236}">
                <a16:creationId xmlns:a16="http://schemas.microsoft.com/office/drawing/2014/main" id="{B24B38E6-1632-4467-8F42-7A2579715F46}"/>
              </a:ext>
            </a:extLst>
          </p:cNvPr>
          <p:cNvSpPr>
            <a:spLocks noGrp="1"/>
          </p:cNvSpPr>
          <p:nvPr/>
        </p:nvSpPr>
        <p:spPr>
          <a:xfrm>
            <a:off x="855054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9" name="data_6150">
            <a:extLst>
              <a:ext uri="{FF2B5EF4-FFF2-40B4-BE49-F238E27FC236}">
                <a16:creationId xmlns:a16="http://schemas.microsoft.com/office/drawing/2014/main" id="{56A04C08-E522-4F33-910E-55174AE09B0E}"/>
              </a:ext>
            </a:extLst>
          </p:cNvPr>
          <p:cNvSpPr>
            <a:spLocks noGrp="1"/>
          </p:cNvSpPr>
          <p:nvPr/>
        </p:nvSpPr>
        <p:spPr>
          <a:xfrm>
            <a:off x="8538165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0" name="data_6151">
            <a:extLst>
              <a:ext uri="{FF2B5EF4-FFF2-40B4-BE49-F238E27FC236}">
                <a16:creationId xmlns:a16="http://schemas.microsoft.com/office/drawing/2014/main" id="{33FBE231-A9B4-4AF7-A39A-EEBE94D8A70C}"/>
              </a:ext>
            </a:extLst>
          </p:cNvPr>
          <p:cNvSpPr>
            <a:spLocks noGrp="1"/>
          </p:cNvSpPr>
          <p:nvPr/>
        </p:nvSpPr>
        <p:spPr>
          <a:xfrm>
            <a:off x="85662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1" name="data_6152">
            <a:extLst>
              <a:ext uri="{FF2B5EF4-FFF2-40B4-BE49-F238E27FC236}">
                <a16:creationId xmlns:a16="http://schemas.microsoft.com/office/drawing/2014/main" id="{F4946FF4-BAB0-4DD1-BBDA-5D5FEDDC5B3B}"/>
              </a:ext>
            </a:extLst>
          </p:cNvPr>
          <p:cNvSpPr>
            <a:spLocks noGrp="1"/>
          </p:cNvSpPr>
          <p:nvPr/>
        </p:nvSpPr>
        <p:spPr>
          <a:xfrm>
            <a:off x="856386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2" name="data_6153">
            <a:extLst>
              <a:ext uri="{FF2B5EF4-FFF2-40B4-BE49-F238E27FC236}">
                <a16:creationId xmlns:a16="http://schemas.microsoft.com/office/drawing/2014/main" id="{51BA7D33-4250-49FF-A730-B1F61525CADA}"/>
              </a:ext>
            </a:extLst>
          </p:cNvPr>
          <p:cNvSpPr>
            <a:spLocks noGrp="1"/>
          </p:cNvSpPr>
          <p:nvPr/>
        </p:nvSpPr>
        <p:spPr>
          <a:xfrm>
            <a:off x="85402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3" name="data_6154">
            <a:extLst>
              <a:ext uri="{FF2B5EF4-FFF2-40B4-BE49-F238E27FC236}">
                <a16:creationId xmlns:a16="http://schemas.microsoft.com/office/drawing/2014/main" id="{D21BCA24-17FE-449E-9739-570487935126}"/>
              </a:ext>
            </a:extLst>
          </p:cNvPr>
          <p:cNvSpPr>
            <a:spLocks noGrp="1"/>
          </p:cNvSpPr>
          <p:nvPr/>
        </p:nvSpPr>
        <p:spPr>
          <a:xfrm>
            <a:off x="85211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4" name="data_6155">
            <a:extLst>
              <a:ext uri="{FF2B5EF4-FFF2-40B4-BE49-F238E27FC236}">
                <a16:creationId xmlns:a16="http://schemas.microsoft.com/office/drawing/2014/main" id="{E712D64A-84C6-42F7-9663-C1057A5B7FCE}"/>
              </a:ext>
            </a:extLst>
          </p:cNvPr>
          <p:cNvSpPr>
            <a:spLocks noGrp="1"/>
          </p:cNvSpPr>
          <p:nvPr/>
        </p:nvSpPr>
        <p:spPr>
          <a:xfrm>
            <a:off x="8572833" y="23016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5" name="data_6156">
            <a:extLst>
              <a:ext uri="{FF2B5EF4-FFF2-40B4-BE49-F238E27FC236}">
                <a16:creationId xmlns:a16="http://schemas.microsoft.com/office/drawing/2014/main" id="{C05EA418-B163-4D6D-BC4C-C51A2743E417}"/>
              </a:ext>
            </a:extLst>
          </p:cNvPr>
          <p:cNvSpPr>
            <a:spLocks noGrp="1"/>
          </p:cNvSpPr>
          <p:nvPr/>
        </p:nvSpPr>
        <p:spPr>
          <a:xfrm>
            <a:off x="849777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6" name="data_6157">
            <a:extLst>
              <a:ext uri="{FF2B5EF4-FFF2-40B4-BE49-F238E27FC236}">
                <a16:creationId xmlns:a16="http://schemas.microsoft.com/office/drawing/2014/main" id="{98415E0A-4EB7-46E5-AF76-1501E53F32FB}"/>
              </a:ext>
            </a:extLst>
          </p:cNvPr>
          <p:cNvSpPr>
            <a:spLocks noGrp="1"/>
          </p:cNvSpPr>
          <p:nvPr/>
        </p:nvSpPr>
        <p:spPr>
          <a:xfrm>
            <a:off x="8552223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7" name="data_6158">
            <a:extLst>
              <a:ext uri="{FF2B5EF4-FFF2-40B4-BE49-F238E27FC236}">
                <a16:creationId xmlns:a16="http://schemas.microsoft.com/office/drawing/2014/main" id="{E1A09BCD-C531-4A9A-BE11-630AE9E6ED26}"/>
              </a:ext>
            </a:extLst>
          </p:cNvPr>
          <p:cNvSpPr>
            <a:spLocks noGrp="1"/>
          </p:cNvSpPr>
          <p:nvPr/>
        </p:nvSpPr>
        <p:spPr>
          <a:xfrm>
            <a:off x="8478274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8" name="data_6159">
            <a:extLst>
              <a:ext uri="{FF2B5EF4-FFF2-40B4-BE49-F238E27FC236}">
                <a16:creationId xmlns:a16="http://schemas.microsoft.com/office/drawing/2014/main" id="{521A6411-1215-4EC3-A51F-E256B49E9E9D}"/>
              </a:ext>
            </a:extLst>
          </p:cNvPr>
          <p:cNvSpPr>
            <a:spLocks noGrp="1"/>
          </p:cNvSpPr>
          <p:nvPr/>
        </p:nvSpPr>
        <p:spPr>
          <a:xfrm>
            <a:off x="853739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9" name="data_6160">
            <a:extLst>
              <a:ext uri="{FF2B5EF4-FFF2-40B4-BE49-F238E27FC236}">
                <a16:creationId xmlns:a16="http://schemas.microsoft.com/office/drawing/2014/main" id="{6D3D518B-4084-4351-9DF8-FF389E3BC42B}"/>
              </a:ext>
            </a:extLst>
          </p:cNvPr>
          <p:cNvSpPr>
            <a:spLocks noGrp="1"/>
          </p:cNvSpPr>
          <p:nvPr/>
        </p:nvSpPr>
        <p:spPr>
          <a:xfrm>
            <a:off x="85134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0" name="data_6161">
            <a:extLst>
              <a:ext uri="{FF2B5EF4-FFF2-40B4-BE49-F238E27FC236}">
                <a16:creationId xmlns:a16="http://schemas.microsoft.com/office/drawing/2014/main" id="{41D45EE1-FE29-49B7-8695-A3729CC7F548}"/>
              </a:ext>
            </a:extLst>
          </p:cNvPr>
          <p:cNvSpPr>
            <a:spLocks noGrp="1"/>
          </p:cNvSpPr>
          <p:nvPr/>
        </p:nvSpPr>
        <p:spPr>
          <a:xfrm>
            <a:off x="856596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1" name="data_6162">
            <a:extLst>
              <a:ext uri="{FF2B5EF4-FFF2-40B4-BE49-F238E27FC236}">
                <a16:creationId xmlns:a16="http://schemas.microsoft.com/office/drawing/2014/main" id="{B3C992D8-8BC7-4A65-AD85-B1B2C7561F1B}"/>
              </a:ext>
            </a:extLst>
          </p:cNvPr>
          <p:cNvSpPr>
            <a:spLocks noGrp="1"/>
          </p:cNvSpPr>
          <p:nvPr/>
        </p:nvSpPr>
        <p:spPr>
          <a:xfrm>
            <a:off x="8504947" y="2938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2" name="data_6163">
            <a:extLst>
              <a:ext uri="{FF2B5EF4-FFF2-40B4-BE49-F238E27FC236}">
                <a16:creationId xmlns:a16="http://schemas.microsoft.com/office/drawing/2014/main" id="{1E61147A-B156-4460-9AE1-50FF4F8E4364}"/>
              </a:ext>
            </a:extLst>
          </p:cNvPr>
          <p:cNvSpPr>
            <a:spLocks noGrp="1"/>
          </p:cNvSpPr>
          <p:nvPr/>
        </p:nvSpPr>
        <p:spPr>
          <a:xfrm>
            <a:off x="85281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3" name="data_6164">
            <a:extLst>
              <a:ext uri="{FF2B5EF4-FFF2-40B4-BE49-F238E27FC236}">
                <a16:creationId xmlns:a16="http://schemas.microsoft.com/office/drawing/2014/main" id="{B2899EF7-2988-48E2-8019-06DE9CC7583A}"/>
              </a:ext>
            </a:extLst>
          </p:cNvPr>
          <p:cNvSpPr>
            <a:spLocks noGrp="1"/>
          </p:cNvSpPr>
          <p:nvPr/>
        </p:nvSpPr>
        <p:spPr>
          <a:xfrm>
            <a:off x="8525819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4" name="data_6165">
            <a:extLst>
              <a:ext uri="{FF2B5EF4-FFF2-40B4-BE49-F238E27FC236}">
                <a16:creationId xmlns:a16="http://schemas.microsoft.com/office/drawing/2014/main" id="{2D311E55-29EC-49C9-85BA-DCE6534E2897}"/>
              </a:ext>
            </a:extLst>
          </p:cNvPr>
          <p:cNvSpPr>
            <a:spLocks noGrp="1"/>
          </p:cNvSpPr>
          <p:nvPr/>
        </p:nvSpPr>
        <p:spPr>
          <a:xfrm>
            <a:off x="84772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5" name="data_6166">
            <a:extLst>
              <a:ext uri="{FF2B5EF4-FFF2-40B4-BE49-F238E27FC236}">
                <a16:creationId xmlns:a16="http://schemas.microsoft.com/office/drawing/2014/main" id="{7C9CED28-9D89-45CB-9F8F-45801CE4D293}"/>
              </a:ext>
            </a:extLst>
          </p:cNvPr>
          <p:cNvSpPr>
            <a:spLocks noGrp="1"/>
          </p:cNvSpPr>
          <p:nvPr/>
        </p:nvSpPr>
        <p:spPr>
          <a:xfrm>
            <a:off x="8497368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6" name="data_6167">
            <a:extLst>
              <a:ext uri="{FF2B5EF4-FFF2-40B4-BE49-F238E27FC236}">
                <a16:creationId xmlns:a16="http://schemas.microsoft.com/office/drawing/2014/main" id="{F3AE5CFE-1309-45C0-9E2A-3ADED0D1625B}"/>
              </a:ext>
            </a:extLst>
          </p:cNvPr>
          <p:cNvSpPr>
            <a:spLocks noGrp="1"/>
          </p:cNvSpPr>
          <p:nvPr/>
        </p:nvSpPr>
        <p:spPr>
          <a:xfrm>
            <a:off x="8561668" y="3700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7" name="data_6168">
            <a:extLst>
              <a:ext uri="{FF2B5EF4-FFF2-40B4-BE49-F238E27FC236}">
                <a16:creationId xmlns:a16="http://schemas.microsoft.com/office/drawing/2014/main" id="{4DCA6953-2FBD-4B2B-9DB5-CE90345F0950}"/>
              </a:ext>
            </a:extLst>
          </p:cNvPr>
          <p:cNvSpPr>
            <a:spLocks noGrp="1"/>
          </p:cNvSpPr>
          <p:nvPr/>
        </p:nvSpPr>
        <p:spPr>
          <a:xfrm>
            <a:off x="8500595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8" name="data_6169">
            <a:extLst>
              <a:ext uri="{FF2B5EF4-FFF2-40B4-BE49-F238E27FC236}">
                <a16:creationId xmlns:a16="http://schemas.microsoft.com/office/drawing/2014/main" id="{23035FFD-1716-4940-A36B-2487AF8894C8}"/>
              </a:ext>
            </a:extLst>
          </p:cNvPr>
          <p:cNvSpPr>
            <a:spLocks noGrp="1"/>
          </p:cNvSpPr>
          <p:nvPr/>
        </p:nvSpPr>
        <p:spPr>
          <a:xfrm>
            <a:off x="8517317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9" name="data_6170">
            <a:extLst>
              <a:ext uri="{FF2B5EF4-FFF2-40B4-BE49-F238E27FC236}">
                <a16:creationId xmlns:a16="http://schemas.microsoft.com/office/drawing/2014/main" id="{3DF22877-A5C2-4472-B107-6477AEB99404}"/>
              </a:ext>
            </a:extLst>
          </p:cNvPr>
          <p:cNvSpPr>
            <a:spLocks noGrp="1"/>
          </p:cNvSpPr>
          <p:nvPr/>
        </p:nvSpPr>
        <p:spPr>
          <a:xfrm>
            <a:off x="851109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0" name="data_6171">
            <a:extLst>
              <a:ext uri="{FF2B5EF4-FFF2-40B4-BE49-F238E27FC236}">
                <a16:creationId xmlns:a16="http://schemas.microsoft.com/office/drawing/2014/main" id="{408EC51D-688C-4D41-BF76-3000725D41E6}"/>
              </a:ext>
            </a:extLst>
          </p:cNvPr>
          <p:cNvSpPr>
            <a:spLocks noGrp="1"/>
          </p:cNvSpPr>
          <p:nvPr/>
        </p:nvSpPr>
        <p:spPr>
          <a:xfrm>
            <a:off x="851926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1" name="data_6172">
            <a:extLst>
              <a:ext uri="{FF2B5EF4-FFF2-40B4-BE49-F238E27FC236}">
                <a16:creationId xmlns:a16="http://schemas.microsoft.com/office/drawing/2014/main" id="{A7A736BB-711C-4FAC-97A9-9190B32B2C76}"/>
              </a:ext>
            </a:extLst>
          </p:cNvPr>
          <p:cNvSpPr>
            <a:spLocks noGrp="1"/>
          </p:cNvSpPr>
          <p:nvPr/>
        </p:nvSpPr>
        <p:spPr>
          <a:xfrm>
            <a:off x="855717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2" name="data_6173">
            <a:extLst>
              <a:ext uri="{FF2B5EF4-FFF2-40B4-BE49-F238E27FC236}">
                <a16:creationId xmlns:a16="http://schemas.microsoft.com/office/drawing/2014/main" id="{1B1AD2CE-9521-4C2A-B586-57788DE5F79B}"/>
              </a:ext>
            </a:extLst>
          </p:cNvPr>
          <p:cNvSpPr>
            <a:spLocks noGrp="1"/>
          </p:cNvSpPr>
          <p:nvPr/>
        </p:nvSpPr>
        <p:spPr>
          <a:xfrm>
            <a:off x="8483534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3" name="data_6174">
            <a:extLst>
              <a:ext uri="{FF2B5EF4-FFF2-40B4-BE49-F238E27FC236}">
                <a16:creationId xmlns:a16="http://schemas.microsoft.com/office/drawing/2014/main" id="{634E2BC6-3560-4CC9-8DB0-4843E93DD58A}"/>
              </a:ext>
            </a:extLst>
          </p:cNvPr>
          <p:cNvSpPr>
            <a:spLocks noGrp="1"/>
          </p:cNvSpPr>
          <p:nvPr/>
        </p:nvSpPr>
        <p:spPr>
          <a:xfrm>
            <a:off x="84969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4" name="data_6175">
            <a:extLst>
              <a:ext uri="{FF2B5EF4-FFF2-40B4-BE49-F238E27FC236}">
                <a16:creationId xmlns:a16="http://schemas.microsoft.com/office/drawing/2014/main" id="{02780DC9-70DA-438E-BB03-737B89AE9120}"/>
              </a:ext>
            </a:extLst>
          </p:cNvPr>
          <p:cNvSpPr>
            <a:spLocks noGrp="1"/>
          </p:cNvSpPr>
          <p:nvPr/>
        </p:nvSpPr>
        <p:spPr>
          <a:xfrm>
            <a:off x="850323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5" name="data_6176">
            <a:extLst>
              <a:ext uri="{FF2B5EF4-FFF2-40B4-BE49-F238E27FC236}">
                <a16:creationId xmlns:a16="http://schemas.microsoft.com/office/drawing/2014/main" id="{32E7AEF7-E220-491B-9BCC-9230195EA5AE}"/>
              </a:ext>
            </a:extLst>
          </p:cNvPr>
          <p:cNvSpPr>
            <a:spLocks noGrp="1"/>
          </p:cNvSpPr>
          <p:nvPr/>
        </p:nvSpPr>
        <p:spPr>
          <a:xfrm>
            <a:off x="852804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6" name="data_6177">
            <a:extLst>
              <a:ext uri="{FF2B5EF4-FFF2-40B4-BE49-F238E27FC236}">
                <a16:creationId xmlns:a16="http://schemas.microsoft.com/office/drawing/2014/main" id="{2DA558F5-848E-4D35-A209-846733F104E1}"/>
              </a:ext>
            </a:extLst>
          </p:cNvPr>
          <p:cNvSpPr>
            <a:spLocks noGrp="1"/>
          </p:cNvSpPr>
          <p:nvPr/>
        </p:nvSpPr>
        <p:spPr>
          <a:xfrm>
            <a:off x="8482506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7" name="data_6178">
            <a:extLst>
              <a:ext uri="{FF2B5EF4-FFF2-40B4-BE49-F238E27FC236}">
                <a16:creationId xmlns:a16="http://schemas.microsoft.com/office/drawing/2014/main" id="{19EC7CDC-187A-4165-AD08-28F30EBD7E07}"/>
              </a:ext>
            </a:extLst>
          </p:cNvPr>
          <p:cNvSpPr>
            <a:spLocks noGrp="1"/>
          </p:cNvSpPr>
          <p:nvPr/>
        </p:nvSpPr>
        <p:spPr>
          <a:xfrm>
            <a:off x="854052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8" name="data_6179">
            <a:extLst>
              <a:ext uri="{FF2B5EF4-FFF2-40B4-BE49-F238E27FC236}">
                <a16:creationId xmlns:a16="http://schemas.microsoft.com/office/drawing/2014/main" id="{8022B339-2A64-4564-9B6A-5AA9D7BD064C}"/>
              </a:ext>
            </a:extLst>
          </p:cNvPr>
          <p:cNvSpPr>
            <a:spLocks noGrp="1"/>
          </p:cNvSpPr>
          <p:nvPr/>
        </p:nvSpPr>
        <p:spPr>
          <a:xfrm>
            <a:off x="8482882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9" name="data_6180">
            <a:extLst>
              <a:ext uri="{FF2B5EF4-FFF2-40B4-BE49-F238E27FC236}">
                <a16:creationId xmlns:a16="http://schemas.microsoft.com/office/drawing/2014/main" id="{6F232E6B-BF8F-43BA-942E-2706897495BC}"/>
              </a:ext>
            </a:extLst>
          </p:cNvPr>
          <p:cNvSpPr>
            <a:spLocks noGrp="1"/>
          </p:cNvSpPr>
          <p:nvPr/>
        </p:nvSpPr>
        <p:spPr>
          <a:xfrm>
            <a:off x="8566951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0" name="data_6181">
            <a:extLst>
              <a:ext uri="{FF2B5EF4-FFF2-40B4-BE49-F238E27FC236}">
                <a16:creationId xmlns:a16="http://schemas.microsoft.com/office/drawing/2014/main" id="{715834AC-2C97-44B8-A91E-F33466B7E5D1}"/>
              </a:ext>
            </a:extLst>
          </p:cNvPr>
          <p:cNvSpPr>
            <a:spLocks noGrp="1"/>
          </p:cNvSpPr>
          <p:nvPr/>
        </p:nvSpPr>
        <p:spPr>
          <a:xfrm>
            <a:off x="85391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1" name="data_6182">
            <a:extLst>
              <a:ext uri="{FF2B5EF4-FFF2-40B4-BE49-F238E27FC236}">
                <a16:creationId xmlns:a16="http://schemas.microsoft.com/office/drawing/2014/main" id="{4917EC66-ECA6-4B03-B1EE-4313DAC015CC}"/>
              </a:ext>
            </a:extLst>
          </p:cNvPr>
          <p:cNvSpPr>
            <a:spLocks noGrp="1"/>
          </p:cNvSpPr>
          <p:nvPr/>
        </p:nvSpPr>
        <p:spPr>
          <a:xfrm>
            <a:off x="851693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2" name="data_6183">
            <a:extLst>
              <a:ext uri="{FF2B5EF4-FFF2-40B4-BE49-F238E27FC236}">
                <a16:creationId xmlns:a16="http://schemas.microsoft.com/office/drawing/2014/main" id="{30919CAE-AC83-473C-8622-29B540A0B5D0}"/>
              </a:ext>
            </a:extLst>
          </p:cNvPr>
          <p:cNvSpPr>
            <a:spLocks noGrp="1"/>
          </p:cNvSpPr>
          <p:nvPr/>
        </p:nvSpPr>
        <p:spPr>
          <a:xfrm>
            <a:off x="8561841" y="33614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3" name="data_6184">
            <a:extLst>
              <a:ext uri="{FF2B5EF4-FFF2-40B4-BE49-F238E27FC236}">
                <a16:creationId xmlns:a16="http://schemas.microsoft.com/office/drawing/2014/main" id="{4CBD78C8-7FAE-4AA7-BF9D-603AEF318A69}"/>
              </a:ext>
            </a:extLst>
          </p:cNvPr>
          <p:cNvSpPr>
            <a:spLocks noGrp="1"/>
          </p:cNvSpPr>
          <p:nvPr/>
        </p:nvSpPr>
        <p:spPr>
          <a:xfrm>
            <a:off x="847108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4" name="data_6185">
            <a:extLst>
              <a:ext uri="{FF2B5EF4-FFF2-40B4-BE49-F238E27FC236}">
                <a16:creationId xmlns:a16="http://schemas.microsoft.com/office/drawing/2014/main" id="{499CD2F2-F447-4A2B-B9E5-0974E9F31FD0}"/>
              </a:ext>
            </a:extLst>
          </p:cNvPr>
          <p:cNvSpPr>
            <a:spLocks noGrp="1"/>
          </p:cNvSpPr>
          <p:nvPr/>
        </p:nvSpPr>
        <p:spPr>
          <a:xfrm>
            <a:off x="85093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5" name="data_6186">
            <a:extLst>
              <a:ext uri="{FF2B5EF4-FFF2-40B4-BE49-F238E27FC236}">
                <a16:creationId xmlns:a16="http://schemas.microsoft.com/office/drawing/2014/main" id="{41D47B96-4D7B-4AF3-A5AC-E18BF19873C7}"/>
              </a:ext>
            </a:extLst>
          </p:cNvPr>
          <p:cNvSpPr>
            <a:spLocks noGrp="1"/>
          </p:cNvSpPr>
          <p:nvPr/>
        </p:nvSpPr>
        <p:spPr>
          <a:xfrm>
            <a:off x="8480774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6" name="data_6187">
            <a:extLst>
              <a:ext uri="{FF2B5EF4-FFF2-40B4-BE49-F238E27FC236}">
                <a16:creationId xmlns:a16="http://schemas.microsoft.com/office/drawing/2014/main" id="{5CE15C14-BB7E-4D8A-ADE6-E9DCBD500999}"/>
              </a:ext>
            </a:extLst>
          </p:cNvPr>
          <p:cNvSpPr>
            <a:spLocks noGrp="1"/>
          </p:cNvSpPr>
          <p:nvPr/>
        </p:nvSpPr>
        <p:spPr>
          <a:xfrm>
            <a:off x="854770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7" name="data_6188">
            <a:extLst>
              <a:ext uri="{FF2B5EF4-FFF2-40B4-BE49-F238E27FC236}">
                <a16:creationId xmlns:a16="http://schemas.microsoft.com/office/drawing/2014/main" id="{1F3E24B0-98EB-4B89-9F67-0E73666CC8CD}"/>
              </a:ext>
            </a:extLst>
          </p:cNvPr>
          <p:cNvSpPr>
            <a:spLocks noGrp="1"/>
          </p:cNvSpPr>
          <p:nvPr/>
        </p:nvSpPr>
        <p:spPr>
          <a:xfrm>
            <a:off x="847534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8" name="data_6189">
            <a:extLst>
              <a:ext uri="{FF2B5EF4-FFF2-40B4-BE49-F238E27FC236}">
                <a16:creationId xmlns:a16="http://schemas.microsoft.com/office/drawing/2014/main" id="{9733C4EE-13C4-4125-A02C-071E76DE8E1A}"/>
              </a:ext>
            </a:extLst>
          </p:cNvPr>
          <p:cNvSpPr>
            <a:spLocks noGrp="1"/>
          </p:cNvSpPr>
          <p:nvPr/>
        </p:nvSpPr>
        <p:spPr>
          <a:xfrm>
            <a:off x="8578940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9" name="data_6190">
            <a:extLst>
              <a:ext uri="{FF2B5EF4-FFF2-40B4-BE49-F238E27FC236}">
                <a16:creationId xmlns:a16="http://schemas.microsoft.com/office/drawing/2014/main" id="{A7A6BF6F-E7C7-4B00-B3B8-A0945EAE978D}"/>
              </a:ext>
            </a:extLst>
          </p:cNvPr>
          <p:cNvSpPr>
            <a:spLocks noGrp="1"/>
          </p:cNvSpPr>
          <p:nvPr/>
        </p:nvSpPr>
        <p:spPr>
          <a:xfrm>
            <a:off x="8494835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0" name="data_6191">
            <a:extLst>
              <a:ext uri="{FF2B5EF4-FFF2-40B4-BE49-F238E27FC236}">
                <a16:creationId xmlns:a16="http://schemas.microsoft.com/office/drawing/2014/main" id="{C9E9F044-A742-4075-94AE-311FA6A18794}"/>
              </a:ext>
            </a:extLst>
          </p:cNvPr>
          <p:cNvSpPr>
            <a:spLocks noGrp="1"/>
          </p:cNvSpPr>
          <p:nvPr/>
        </p:nvSpPr>
        <p:spPr>
          <a:xfrm>
            <a:off x="8531173" y="34715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1" name="data_6192">
            <a:extLst>
              <a:ext uri="{FF2B5EF4-FFF2-40B4-BE49-F238E27FC236}">
                <a16:creationId xmlns:a16="http://schemas.microsoft.com/office/drawing/2014/main" id="{B8868C41-22AC-47D0-89A3-6C3C49215E05}"/>
              </a:ext>
            </a:extLst>
          </p:cNvPr>
          <p:cNvSpPr>
            <a:spLocks noGrp="1"/>
          </p:cNvSpPr>
          <p:nvPr/>
        </p:nvSpPr>
        <p:spPr>
          <a:xfrm>
            <a:off x="853624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2" name="data_6193">
            <a:extLst>
              <a:ext uri="{FF2B5EF4-FFF2-40B4-BE49-F238E27FC236}">
                <a16:creationId xmlns:a16="http://schemas.microsoft.com/office/drawing/2014/main" id="{1FAFD616-98AB-4234-B476-6D5A0152ECEF}"/>
              </a:ext>
            </a:extLst>
          </p:cNvPr>
          <p:cNvSpPr>
            <a:spLocks noGrp="1"/>
          </p:cNvSpPr>
          <p:nvPr/>
        </p:nvSpPr>
        <p:spPr>
          <a:xfrm>
            <a:off x="849725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3" name="data_6194">
            <a:extLst>
              <a:ext uri="{FF2B5EF4-FFF2-40B4-BE49-F238E27FC236}">
                <a16:creationId xmlns:a16="http://schemas.microsoft.com/office/drawing/2014/main" id="{E42B3263-B30B-45A6-9B83-720847770784}"/>
              </a:ext>
            </a:extLst>
          </p:cNvPr>
          <p:cNvSpPr>
            <a:spLocks noGrp="1"/>
          </p:cNvSpPr>
          <p:nvPr/>
        </p:nvSpPr>
        <p:spPr>
          <a:xfrm>
            <a:off x="8494511" y="3450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4" name="data_6195">
            <a:extLst>
              <a:ext uri="{FF2B5EF4-FFF2-40B4-BE49-F238E27FC236}">
                <a16:creationId xmlns:a16="http://schemas.microsoft.com/office/drawing/2014/main" id="{04B5AF9E-3495-4E37-8D5D-D5FA1BC43113}"/>
              </a:ext>
            </a:extLst>
          </p:cNvPr>
          <p:cNvSpPr>
            <a:spLocks noGrp="1"/>
          </p:cNvSpPr>
          <p:nvPr/>
        </p:nvSpPr>
        <p:spPr>
          <a:xfrm>
            <a:off x="8580116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5" name="data_6196">
            <a:extLst>
              <a:ext uri="{FF2B5EF4-FFF2-40B4-BE49-F238E27FC236}">
                <a16:creationId xmlns:a16="http://schemas.microsoft.com/office/drawing/2014/main" id="{AEBB499C-B2C1-4F9D-8611-43EC6452C61F}"/>
              </a:ext>
            </a:extLst>
          </p:cNvPr>
          <p:cNvSpPr>
            <a:spLocks noGrp="1"/>
          </p:cNvSpPr>
          <p:nvPr/>
        </p:nvSpPr>
        <p:spPr>
          <a:xfrm>
            <a:off x="857902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6" name="data_6197">
            <a:extLst>
              <a:ext uri="{FF2B5EF4-FFF2-40B4-BE49-F238E27FC236}">
                <a16:creationId xmlns:a16="http://schemas.microsoft.com/office/drawing/2014/main" id="{016905FD-E152-4E38-9521-2B8ACE714DAA}"/>
              </a:ext>
            </a:extLst>
          </p:cNvPr>
          <p:cNvSpPr>
            <a:spLocks noGrp="1"/>
          </p:cNvSpPr>
          <p:nvPr/>
        </p:nvSpPr>
        <p:spPr>
          <a:xfrm>
            <a:off x="857406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7" name="data_6198">
            <a:extLst>
              <a:ext uri="{FF2B5EF4-FFF2-40B4-BE49-F238E27FC236}">
                <a16:creationId xmlns:a16="http://schemas.microsoft.com/office/drawing/2014/main" id="{0D73395A-8E0A-46A2-BB1E-64BD36C462E8}"/>
              </a:ext>
            </a:extLst>
          </p:cNvPr>
          <p:cNvSpPr>
            <a:spLocks noGrp="1"/>
          </p:cNvSpPr>
          <p:nvPr/>
        </p:nvSpPr>
        <p:spPr>
          <a:xfrm>
            <a:off x="8554189" y="18446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8" name="data_6199">
            <a:extLst>
              <a:ext uri="{FF2B5EF4-FFF2-40B4-BE49-F238E27FC236}">
                <a16:creationId xmlns:a16="http://schemas.microsoft.com/office/drawing/2014/main" id="{B09FF56D-BB02-44E1-AC85-0E163CE6D502}"/>
              </a:ext>
            </a:extLst>
          </p:cNvPr>
          <p:cNvSpPr>
            <a:spLocks noGrp="1"/>
          </p:cNvSpPr>
          <p:nvPr/>
        </p:nvSpPr>
        <p:spPr>
          <a:xfrm>
            <a:off x="856832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9" name="data_6200">
            <a:extLst>
              <a:ext uri="{FF2B5EF4-FFF2-40B4-BE49-F238E27FC236}">
                <a16:creationId xmlns:a16="http://schemas.microsoft.com/office/drawing/2014/main" id="{107D6E81-2E70-4611-9C11-0908F3180A21}"/>
              </a:ext>
            </a:extLst>
          </p:cNvPr>
          <p:cNvSpPr>
            <a:spLocks noGrp="1"/>
          </p:cNvSpPr>
          <p:nvPr/>
        </p:nvSpPr>
        <p:spPr>
          <a:xfrm>
            <a:off x="8520127" y="36932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0" name="data_6201">
            <a:extLst>
              <a:ext uri="{FF2B5EF4-FFF2-40B4-BE49-F238E27FC236}">
                <a16:creationId xmlns:a16="http://schemas.microsoft.com/office/drawing/2014/main" id="{F2E7B001-B6DD-4AFC-93BA-D8565838A063}"/>
              </a:ext>
            </a:extLst>
          </p:cNvPr>
          <p:cNvSpPr>
            <a:spLocks noGrp="1"/>
          </p:cNvSpPr>
          <p:nvPr/>
        </p:nvSpPr>
        <p:spPr>
          <a:xfrm>
            <a:off x="852204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1" name="data_6202">
            <a:extLst>
              <a:ext uri="{FF2B5EF4-FFF2-40B4-BE49-F238E27FC236}">
                <a16:creationId xmlns:a16="http://schemas.microsoft.com/office/drawing/2014/main" id="{5C029953-68A3-4F45-A0E9-B52B1CB1260D}"/>
              </a:ext>
            </a:extLst>
          </p:cNvPr>
          <p:cNvSpPr>
            <a:spLocks noGrp="1"/>
          </p:cNvSpPr>
          <p:nvPr/>
        </p:nvSpPr>
        <p:spPr>
          <a:xfrm>
            <a:off x="857441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2" name="data_6203">
            <a:extLst>
              <a:ext uri="{FF2B5EF4-FFF2-40B4-BE49-F238E27FC236}">
                <a16:creationId xmlns:a16="http://schemas.microsoft.com/office/drawing/2014/main" id="{AE35E3A0-0FEB-46E8-9985-FB27A748E9AD}"/>
              </a:ext>
            </a:extLst>
          </p:cNvPr>
          <p:cNvSpPr>
            <a:spLocks noGrp="1"/>
          </p:cNvSpPr>
          <p:nvPr/>
        </p:nvSpPr>
        <p:spPr>
          <a:xfrm>
            <a:off x="84928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3" name="data_6204">
            <a:extLst>
              <a:ext uri="{FF2B5EF4-FFF2-40B4-BE49-F238E27FC236}">
                <a16:creationId xmlns:a16="http://schemas.microsoft.com/office/drawing/2014/main" id="{9A5268D6-AF58-40DB-8BAA-6B5EECFCA447}"/>
              </a:ext>
            </a:extLst>
          </p:cNvPr>
          <p:cNvSpPr>
            <a:spLocks noGrp="1"/>
          </p:cNvSpPr>
          <p:nvPr/>
        </p:nvSpPr>
        <p:spPr>
          <a:xfrm>
            <a:off x="8559198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4" name="data_6205">
            <a:extLst>
              <a:ext uri="{FF2B5EF4-FFF2-40B4-BE49-F238E27FC236}">
                <a16:creationId xmlns:a16="http://schemas.microsoft.com/office/drawing/2014/main" id="{C39BE8C4-7EC6-465D-9B22-F038E7540D17}"/>
              </a:ext>
            </a:extLst>
          </p:cNvPr>
          <p:cNvSpPr>
            <a:spLocks noGrp="1"/>
          </p:cNvSpPr>
          <p:nvPr/>
        </p:nvSpPr>
        <p:spPr>
          <a:xfrm>
            <a:off x="852219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5" name="data_6206">
            <a:extLst>
              <a:ext uri="{FF2B5EF4-FFF2-40B4-BE49-F238E27FC236}">
                <a16:creationId xmlns:a16="http://schemas.microsoft.com/office/drawing/2014/main" id="{B98F38E8-4EB7-4651-9162-E97EA69A44EB}"/>
              </a:ext>
            </a:extLst>
          </p:cNvPr>
          <p:cNvSpPr>
            <a:spLocks noGrp="1"/>
          </p:cNvSpPr>
          <p:nvPr/>
        </p:nvSpPr>
        <p:spPr>
          <a:xfrm>
            <a:off x="8507919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6" name="data_6207">
            <a:extLst>
              <a:ext uri="{FF2B5EF4-FFF2-40B4-BE49-F238E27FC236}">
                <a16:creationId xmlns:a16="http://schemas.microsoft.com/office/drawing/2014/main" id="{16DB1482-679A-468E-88E6-982B6F383EE5}"/>
              </a:ext>
            </a:extLst>
          </p:cNvPr>
          <p:cNvSpPr>
            <a:spLocks noGrp="1"/>
          </p:cNvSpPr>
          <p:nvPr/>
        </p:nvSpPr>
        <p:spPr>
          <a:xfrm>
            <a:off x="84965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7" name="data_6208">
            <a:extLst>
              <a:ext uri="{FF2B5EF4-FFF2-40B4-BE49-F238E27FC236}">
                <a16:creationId xmlns:a16="http://schemas.microsoft.com/office/drawing/2014/main" id="{142DB02C-D81B-4F49-91C2-042228DBFB35}"/>
              </a:ext>
            </a:extLst>
          </p:cNvPr>
          <p:cNvSpPr>
            <a:spLocks noGrp="1"/>
          </p:cNvSpPr>
          <p:nvPr/>
        </p:nvSpPr>
        <p:spPr>
          <a:xfrm>
            <a:off x="8544991" y="36071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8" name="data_6209">
            <a:extLst>
              <a:ext uri="{FF2B5EF4-FFF2-40B4-BE49-F238E27FC236}">
                <a16:creationId xmlns:a16="http://schemas.microsoft.com/office/drawing/2014/main" id="{772D3C95-E3E1-4EAF-A8B4-FBD23BD01964}"/>
              </a:ext>
            </a:extLst>
          </p:cNvPr>
          <p:cNvSpPr>
            <a:spLocks noGrp="1"/>
          </p:cNvSpPr>
          <p:nvPr/>
        </p:nvSpPr>
        <p:spPr>
          <a:xfrm>
            <a:off x="8529515" y="26763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9" name="data_6210">
            <a:extLst>
              <a:ext uri="{FF2B5EF4-FFF2-40B4-BE49-F238E27FC236}">
                <a16:creationId xmlns:a16="http://schemas.microsoft.com/office/drawing/2014/main" id="{2BE8D6EB-002F-42C6-82C2-D8F0E65FC2E7}"/>
              </a:ext>
            </a:extLst>
          </p:cNvPr>
          <p:cNvSpPr>
            <a:spLocks noGrp="1"/>
          </p:cNvSpPr>
          <p:nvPr/>
        </p:nvSpPr>
        <p:spPr>
          <a:xfrm>
            <a:off x="854191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0" name="data_6211">
            <a:extLst>
              <a:ext uri="{FF2B5EF4-FFF2-40B4-BE49-F238E27FC236}">
                <a16:creationId xmlns:a16="http://schemas.microsoft.com/office/drawing/2014/main" id="{F63362A0-E257-432F-80B0-49E179E2975F}"/>
              </a:ext>
            </a:extLst>
          </p:cNvPr>
          <p:cNvSpPr>
            <a:spLocks noGrp="1"/>
          </p:cNvSpPr>
          <p:nvPr/>
        </p:nvSpPr>
        <p:spPr>
          <a:xfrm>
            <a:off x="85160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1" name="data_6212">
            <a:extLst>
              <a:ext uri="{FF2B5EF4-FFF2-40B4-BE49-F238E27FC236}">
                <a16:creationId xmlns:a16="http://schemas.microsoft.com/office/drawing/2014/main" id="{9DD26954-BC04-4B32-8754-E187E7FBFC78}"/>
              </a:ext>
            </a:extLst>
          </p:cNvPr>
          <p:cNvSpPr>
            <a:spLocks noGrp="1"/>
          </p:cNvSpPr>
          <p:nvPr/>
        </p:nvSpPr>
        <p:spPr>
          <a:xfrm>
            <a:off x="8530059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2" name="data_6213">
            <a:extLst>
              <a:ext uri="{FF2B5EF4-FFF2-40B4-BE49-F238E27FC236}">
                <a16:creationId xmlns:a16="http://schemas.microsoft.com/office/drawing/2014/main" id="{FE20C0E4-9BEE-4FDD-BDEF-1F25FE66543F}"/>
              </a:ext>
            </a:extLst>
          </p:cNvPr>
          <p:cNvSpPr>
            <a:spLocks noGrp="1"/>
          </p:cNvSpPr>
          <p:nvPr/>
        </p:nvSpPr>
        <p:spPr>
          <a:xfrm>
            <a:off x="8533764" y="33762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3" name="data_6214">
            <a:extLst>
              <a:ext uri="{FF2B5EF4-FFF2-40B4-BE49-F238E27FC236}">
                <a16:creationId xmlns:a16="http://schemas.microsoft.com/office/drawing/2014/main" id="{DE768957-90C0-4266-80F0-8049CD90469A}"/>
              </a:ext>
            </a:extLst>
          </p:cNvPr>
          <p:cNvSpPr>
            <a:spLocks noGrp="1"/>
          </p:cNvSpPr>
          <p:nvPr/>
        </p:nvSpPr>
        <p:spPr>
          <a:xfrm>
            <a:off x="8475973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4" name="data_6215">
            <a:extLst>
              <a:ext uri="{FF2B5EF4-FFF2-40B4-BE49-F238E27FC236}">
                <a16:creationId xmlns:a16="http://schemas.microsoft.com/office/drawing/2014/main" id="{75A07E3E-B491-4985-ACBA-0C660AEC70C6}"/>
              </a:ext>
            </a:extLst>
          </p:cNvPr>
          <p:cNvSpPr>
            <a:spLocks noGrp="1"/>
          </p:cNvSpPr>
          <p:nvPr/>
        </p:nvSpPr>
        <p:spPr>
          <a:xfrm>
            <a:off x="8481179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5" name="data_6216">
            <a:extLst>
              <a:ext uri="{FF2B5EF4-FFF2-40B4-BE49-F238E27FC236}">
                <a16:creationId xmlns:a16="http://schemas.microsoft.com/office/drawing/2014/main" id="{8799F8DC-D2D7-4C97-AA7F-187CCE559491}"/>
              </a:ext>
            </a:extLst>
          </p:cNvPr>
          <p:cNvSpPr>
            <a:spLocks noGrp="1"/>
          </p:cNvSpPr>
          <p:nvPr/>
        </p:nvSpPr>
        <p:spPr>
          <a:xfrm>
            <a:off x="8481359" y="3072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6" name="data_6217">
            <a:extLst>
              <a:ext uri="{FF2B5EF4-FFF2-40B4-BE49-F238E27FC236}">
                <a16:creationId xmlns:a16="http://schemas.microsoft.com/office/drawing/2014/main" id="{689058B2-F118-4D06-A411-44279864040B}"/>
              </a:ext>
            </a:extLst>
          </p:cNvPr>
          <p:cNvSpPr>
            <a:spLocks noGrp="1"/>
          </p:cNvSpPr>
          <p:nvPr/>
        </p:nvSpPr>
        <p:spPr>
          <a:xfrm>
            <a:off x="854350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7" name="data_6218">
            <a:extLst>
              <a:ext uri="{FF2B5EF4-FFF2-40B4-BE49-F238E27FC236}">
                <a16:creationId xmlns:a16="http://schemas.microsoft.com/office/drawing/2014/main" id="{D7B0E24F-0765-49BE-BD3B-76EE7F50B9DC}"/>
              </a:ext>
            </a:extLst>
          </p:cNvPr>
          <p:cNvSpPr>
            <a:spLocks noGrp="1"/>
          </p:cNvSpPr>
          <p:nvPr/>
        </p:nvSpPr>
        <p:spPr>
          <a:xfrm>
            <a:off x="853550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8" name="data_6219">
            <a:extLst>
              <a:ext uri="{FF2B5EF4-FFF2-40B4-BE49-F238E27FC236}">
                <a16:creationId xmlns:a16="http://schemas.microsoft.com/office/drawing/2014/main" id="{16A88788-DD2E-4B30-8E17-679A74D4B7A1}"/>
              </a:ext>
            </a:extLst>
          </p:cNvPr>
          <p:cNvSpPr>
            <a:spLocks noGrp="1"/>
          </p:cNvSpPr>
          <p:nvPr/>
        </p:nvSpPr>
        <p:spPr>
          <a:xfrm>
            <a:off x="849612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9" name="data_6220">
            <a:extLst>
              <a:ext uri="{FF2B5EF4-FFF2-40B4-BE49-F238E27FC236}">
                <a16:creationId xmlns:a16="http://schemas.microsoft.com/office/drawing/2014/main" id="{A5191B78-AD5E-4C9A-A4A1-900AA6BF3269}"/>
              </a:ext>
            </a:extLst>
          </p:cNvPr>
          <p:cNvSpPr>
            <a:spLocks noGrp="1"/>
          </p:cNvSpPr>
          <p:nvPr/>
        </p:nvSpPr>
        <p:spPr>
          <a:xfrm>
            <a:off x="847784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0" name="data_6221">
            <a:extLst>
              <a:ext uri="{FF2B5EF4-FFF2-40B4-BE49-F238E27FC236}">
                <a16:creationId xmlns:a16="http://schemas.microsoft.com/office/drawing/2014/main" id="{CE833B94-E2CE-4D88-B0ED-22CC894488D3}"/>
              </a:ext>
            </a:extLst>
          </p:cNvPr>
          <p:cNvSpPr>
            <a:spLocks noGrp="1"/>
          </p:cNvSpPr>
          <p:nvPr/>
        </p:nvSpPr>
        <p:spPr>
          <a:xfrm>
            <a:off x="847582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1" name="data_6222">
            <a:extLst>
              <a:ext uri="{FF2B5EF4-FFF2-40B4-BE49-F238E27FC236}">
                <a16:creationId xmlns:a16="http://schemas.microsoft.com/office/drawing/2014/main" id="{2BBD83A6-D3F7-47C5-9718-259A43620232}"/>
              </a:ext>
            </a:extLst>
          </p:cNvPr>
          <p:cNvSpPr>
            <a:spLocks noGrp="1"/>
          </p:cNvSpPr>
          <p:nvPr/>
        </p:nvSpPr>
        <p:spPr>
          <a:xfrm>
            <a:off x="8529706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2" name="data_6223">
            <a:extLst>
              <a:ext uri="{FF2B5EF4-FFF2-40B4-BE49-F238E27FC236}">
                <a16:creationId xmlns:a16="http://schemas.microsoft.com/office/drawing/2014/main" id="{398581DF-4BDA-4360-80AE-D3C7977B4ADA}"/>
              </a:ext>
            </a:extLst>
          </p:cNvPr>
          <p:cNvSpPr>
            <a:spLocks noGrp="1"/>
          </p:cNvSpPr>
          <p:nvPr/>
        </p:nvSpPr>
        <p:spPr>
          <a:xfrm>
            <a:off x="852817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3" name="data_6224">
            <a:extLst>
              <a:ext uri="{FF2B5EF4-FFF2-40B4-BE49-F238E27FC236}">
                <a16:creationId xmlns:a16="http://schemas.microsoft.com/office/drawing/2014/main" id="{780D27FB-2B60-40D6-8DE5-2CF85B2398BE}"/>
              </a:ext>
            </a:extLst>
          </p:cNvPr>
          <p:cNvSpPr>
            <a:spLocks noGrp="1"/>
          </p:cNvSpPr>
          <p:nvPr/>
        </p:nvSpPr>
        <p:spPr>
          <a:xfrm>
            <a:off x="853206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4" name="data_6225">
            <a:extLst>
              <a:ext uri="{FF2B5EF4-FFF2-40B4-BE49-F238E27FC236}">
                <a16:creationId xmlns:a16="http://schemas.microsoft.com/office/drawing/2014/main" id="{760C1072-817C-4F86-9971-B3BA78F354DA}"/>
              </a:ext>
            </a:extLst>
          </p:cNvPr>
          <p:cNvSpPr>
            <a:spLocks noGrp="1"/>
          </p:cNvSpPr>
          <p:nvPr/>
        </p:nvSpPr>
        <p:spPr>
          <a:xfrm>
            <a:off x="8571482" y="35861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5" name="data_6226">
            <a:extLst>
              <a:ext uri="{FF2B5EF4-FFF2-40B4-BE49-F238E27FC236}">
                <a16:creationId xmlns:a16="http://schemas.microsoft.com/office/drawing/2014/main" id="{DC71C6BD-8481-493B-9081-4E713D7A3102}"/>
              </a:ext>
            </a:extLst>
          </p:cNvPr>
          <p:cNvSpPr>
            <a:spLocks noGrp="1"/>
          </p:cNvSpPr>
          <p:nvPr/>
        </p:nvSpPr>
        <p:spPr>
          <a:xfrm>
            <a:off x="85489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6" name="data_6227">
            <a:extLst>
              <a:ext uri="{FF2B5EF4-FFF2-40B4-BE49-F238E27FC236}">
                <a16:creationId xmlns:a16="http://schemas.microsoft.com/office/drawing/2014/main" id="{14D2A8DB-C034-4C19-BC83-2F07437351F0}"/>
              </a:ext>
            </a:extLst>
          </p:cNvPr>
          <p:cNvSpPr>
            <a:spLocks noGrp="1"/>
          </p:cNvSpPr>
          <p:nvPr/>
        </p:nvSpPr>
        <p:spPr>
          <a:xfrm>
            <a:off x="849340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7" name="data_6228">
            <a:extLst>
              <a:ext uri="{FF2B5EF4-FFF2-40B4-BE49-F238E27FC236}">
                <a16:creationId xmlns:a16="http://schemas.microsoft.com/office/drawing/2014/main" id="{9F7B4874-293E-4455-A365-902A081CC9E9}"/>
              </a:ext>
            </a:extLst>
          </p:cNvPr>
          <p:cNvSpPr>
            <a:spLocks noGrp="1"/>
          </p:cNvSpPr>
          <p:nvPr/>
        </p:nvSpPr>
        <p:spPr>
          <a:xfrm>
            <a:off x="8556553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8" name="data_6229">
            <a:extLst>
              <a:ext uri="{FF2B5EF4-FFF2-40B4-BE49-F238E27FC236}">
                <a16:creationId xmlns:a16="http://schemas.microsoft.com/office/drawing/2014/main" id="{598D1AD8-71E4-45D9-8D04-A229A4B4CAA5}"/>
              </a:ext>
            </a:extLst>
          </p:cNvPr>
          <p:cNvSpPr>
            <a:spLocks noGrp="1"/>
          </p:cNvSpPr>
          <p:nvPr/>
        </p:nvSpPr>
        <p:spPr>
          <a:xfrm>
            <a:off x="856752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9" name="data_6230">
            <a:extLst>
              <a:ext uri="{FF2B5EF4-FFF2-40B4-BE49-F238E27FC236}">
                <a16:creationId xmlns:a16="http://schemas.microsoft.com/office/drawing/2014/main" id="{27CDC8A1-8779-47EF-B9D1-BA332042E39D}"/>
              </a:ext>
            </a:extLst>
          </p:cNvPr>
          <p:cNvSpPr>
            <a:spLocks noGrp="1"/>
          </p:cNvSpPr>
          <p:nvPr/>
        </p:nvSpPr>
        <p:spPr>
          <a:xfrm>
            <a:off x="857418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0" name="data_6231">
            <a:extLst>
              <a:ext uri="{FF2B5EF4-FFF2-40B4-BE49-F238E27FC236}">
                <a16:creationId xmlns:a16="http://schemas.microsoft.com/office/drawing/2014/main" id="{6FCA04AC-DBF4-4945-A8EA-DA708352A92A}"/>
              </a:ext>
            </a:extLst>
          </p:cNvPr>
          <p:cNvSpPr>
            <a:spLocks noGrp="1"/>
          </p:cNvSpPr>
          <p:nvPr/>
        </p:nvSpPr>
        <p:spPr>
          <a:xfrm>
            <a:off x="848161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1" name="data_6232">
            <a:extLst>
              <a:ext uri="{FF2B5EF4-FFF2-40B4-BE49-F238E27FC236}">
                <a16:creationId xmlns:a16="http://schemas.microsoft.com/office/drawing/2014/main" id="{4AF8815E-BCDF-47F0-9C46-6820586470A7}"/>
              </a:ext>
            </a:extLst>
          </p:cNvPr>
          <p:cNvSpPr>
            <a:spLocks noGrp="1"/>
          </p:cNvSpPr>
          <p:nvPr/>
        </p:nvSpPr>
        <p:spPr>
          <a:xfrm>
            <a:off x="8530455" y="33854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2" name="data_6233">
            <a:extLst>
              <a:ext uri="{FF2B5EF4-FFF2-40B4-BE49-F238E27FC236}">
                <a16:creationId xmlns:a16="http://schemas.microsoft.com/office/drawing/2014/main" id="{01660D5B-19E8-4E29-A49A-C59810A2D8AC}"/>
              </a:ext>
            </a:extLst>
          </p:cNvPr>
          <p:cNvSpPr>
            <a:spLocks noGrp="1"/>
          </p:cNvSpPr>
          <p:nvPr/>
        </p:nvSpPr>
        <p:spPr>
          <a:xfrm>
            <a:off x="85414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3" name="data_6234">
            <a:extLst>
              <a:ext uri="{FF2B5EF4-FFF2-40B4-BE49-F238E27FC236}">
                <a16:creationId xmlns:a16="http://schemas.microsoft.com/office/drawing/2014/main" id="{6CC50E3F-F11C-4D9B-A4D1-B65AA1DB64A7}"/>
              </a:ext>
            </a:extLst>
          </p:cNvPr>
          <p:cNvSpPr>
            <a:spLocks noGrp="1"/>
          </p:cNvSpPr>
          <p:nvPr/>
        </p:nvSpPr>
        <p:spPr>
          <a:xfrm>
            <a:off x="853247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4" name="data_6235">
            <a:extLst>
              <a:ext uri="{FF2B5EF4-FFF2-40B4-BE49-F238E27FC236}">
                <a16:creationId xmlns:a16="http://schemas.microsoft.com/office/drawing/2014/main" id="{E6BD10CF-90AB-4BF9-B593-20658729CE8C}"/>
              </a:ext>
            </a:extLst>
          </p:cNvPr>
          <p:cNvSpPr>
            <a:spLocks noGrp="1"/>
          </p:cNvSpPr>
          <p:nvPr/>
        </p:nvSpPr>
        <p:spPr>
          <a:xfrm>
            <a:off x="853880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5" name="data_6236">
            <a:extLst>
              <a:ext uri="{FF2B5EF4-FFF2-40B4-BE49-F238E27FC236}">
                <a16:creationId xmlns:a16="http://schemas.microsoft.com/office/drawing/2014/main" id="{ADFBFEDE-36C8-4C82-910C-A148F58A8180}"/>
              </a:ext>
            </a:extLst>
          </p:cNvPr>
          <p:cNvSpPr>
            <a:spLocks noGrp="1"/>
          </p:cNvSpPr>
          <p:nvPr/>
        </p:nvSpPr>
        <p:spPr>
          <a:xfrm>
            <a:off x="853538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6" name="data_6237">
            <a:extLst>
              <a:ext uri="{FF2B5EF4-FFF2-40B4-BE49-F238E27FC236}">
                <a16:creationId xmlns:a16="http://schemas.microsoft.com/office/drawing/2014/main" id="{549F953C-A54E-4A77-B7D2-88137948A333}"/>
              </a:ext>
            </a:extLst>
          </p:cNvPr>
          <p:cNvSpPr>
            <a:spLocks noGrp="1"/>
          </p:cNvSpPr>
          <p:nvPr/>
        </p:nvSpPr>
        <p:spPr>
          <a:xfrm>
            <a:off x="851074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7" name="data_6238">
            <a:extLst>
              <a:ext uri="{FF2B5EF4-FFF2-40B4-BE49-F238E27FC236}">
                <a16:creationId xmlns:a16="http://schemas.microsoft.com/office/drawing/2014/main" id="{83DFD597-5AFC-4531-8DF0-17A30D236694}"/>
              </a:ext>
            </a:extLst>
          </p:cNvPr>
          <p:cNvSpPr>
            <a:spLocks noGrp="1"/>
          </p:cNvSpPr>
          <p:nvPr/>
        </p:nvSpPr>
        <p:spPr>
          <a:xfrm>
            <a:off x="8491862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8" name="data_6239">
            <a:extLst>
              <a:ext uri="{FF2B5EF4-FFF2-40B4-BE49-F238E27FC236}">
                <a16:creationId xmlns:a16="http://schemas.microsoft.com/office/drawing/2014/main" id="{88817857-9372-4D16-A117-15B38503D96E}"/>
              </a:ext>
            </a:extLst>
          </p:cNvPr>
          <p:cNvSpPr>
            <a:spLocks noGrp="1"/>
          </p:cNvSpPr>
          <p:nvPr/>
        </p:nvSpPr>
        <p:spPr>
          <a:xfrm>
            <a:off x="851001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9" name="data_6240">
            <a:extLst>
              <a:ext uri="{FF2B5EF4-FFF2-40B4-BE49-F238E27FC236}">
                <a16:creationId xmlns:a16="http://schemas.microsoft.com/office/drawing/2014/main" id="{8C1D0BB0-9DF3-4EF4-9108-E17079BF9254}"/>
              </a:ext>
            </a:extLst>
          </p:cNvPr>
          <p:cNvSpPr>
            <a:spLocks noGrp="1"/>
          </p:cNvSpPr>
          <p:nvPr/>
        </p:nvSpPr>
        <p:spPr>
          <a:xfrm>
            <a:off x="8499321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0" name="data_6241">
            <a:extLst>
              <a:ext uri="{FF2B5EF4-FFF2-40B4-BE49-F238E27FC236}">
                <a16:creationId xmlns:a16="http://schemas.microsoft.com/office/drawing/2014/main" id="{4FA5B458-2063-44E0-8559-1D8CCF79B598}"/>
              </a:ext>
            </a:extLst>
          </p:cNvPr>
          <p:cNvSpPr>
            <a:spLocks noGrp="1"/>
          </p:cNvSpPr>
          <p:nvPr/>
        </p:nvSpPr>
        <p:spPr>
          <a:xfrm>
            <a:off x="854419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1" name="data_6242">
            <a:extLst>
              <a:ext uri="{FF2B5EF4-FFF2-40B4-BE49-F238E27FC236}">
                <a16:creationId xmlns:a16="http://schemas.microsoft.com/office/drawing/2014/main" id="{907EF1F9-1AA9-4A93-B4B6-3433390A95FC}"/>
              </a:ext>
            </a:extLst>
          </p:cNvPr>
          <p:cNvSpPr>
            <a:spLocks noGrp="1"/>
          </p:cNvSpPr>
          <p:nvPr/>
        </p:nvSpPr>
        <p:spPr>
          <a:xfrm>
            <a:off x="8558916" y="29439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2" name="data_6243">
            <a:extLst>
              <a:ext uri="{FF2B5EF4-FFF2-40B4-BE49-F238E27FC236}">
                <a16:creationId xmlns:a16="http://schemas.microsoft.com/office/drawing/2014/main" id="{A26FC8ED-BD4F-4DE6-92B2-0DF3E13D2D94}"/>
              </a:ext>
            </a:extLst>
          </p:cNvPr>
          <p:cNvSpPr>
            <a:spLocks noGrp="1"/>
          </p:cNvSpPr>
          <p:nvPr/>
        </p:nvSpPr>
        <p:spPr>
          <a:xfrm>
            <a:off x="8475971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3" name="data_6244">
            <a:extLst>
              <a:ext uri="{FF2B5EF4-FFF2-40B4-BE49-F238E27FC236}">
                <a16:creationId xmlns:a16="http://schemas.microsoft.com/office/drawing/2014/main" id="{FFC3D65E-9368-47EA-B7DF-E19FE60AE6F0}"/>
              </a:ext>
            </a:extLst>
          </p:cNvPr>
          <p:cNvSpPr>
            <a:spLocks noGrp="1"/>
          </p:cNvSpPr>
          <p:nvPr/>
        </p:nvSpPr>
        <p:spPr>
          <a:xfrm>
            <a:off x="8473987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4" name="data_6245">
            <a:extLst>
              <a:ext uri="{FF2B5EF4-FFF2-40B4-BE49-F238E27FC236}">
                <a16:creationId xmlns:a16="http://schemas.microsoft.com/office/drawing/2014/main" id="{C11EE607-D3D9-48DD-94B1-7CD22D3DECD6}"/>
              </a:ext>
            </a:extLst>
          </p:cNvPr>
          <p:cNvSpPr>
            <a:spLocks noGrp="1"/>
          </p:cNvSpPr>
          <p:nvPr/>
        </p:nvSpPr>
        <p:spPr>
          <a:xfrm>
            <a:off x="8546055" y="3425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5" name="data_6246">
            <a:extLst>
              <a:ext uri="{FF2B5EF4-FFF2-40B4-BE49-F238E27FC236}">
                <a16:creationId xmlns:a16="http://schemas.microsoft.com/office/drawing/2014/main" id="{D1DE3342-BDDC-4BEA-B93E-997077621258}"/>
              </a:ext>
            </a:extLst>
          </p:cNvPr>
          <p:cNvSpPr>
            <a:spLocks noGrp="1"/>
          </p:cNvSpPr>
          <p:nvPr/>
        </p:nvSpPr>
        <p:spPr>
          <a:xfrm>
            <a:off x="8578967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6" name="data_6247">
            <a:extLst>
              <a:ext uri="{FF2B5EF4-FFF2-40B4-BE49-F238E27FC236}">
                <a16:creationId xmlns:a16="http://schemas.microsoft.com/office/drawing/2014/main" id="{53C343FC-AFDE-404B-AA96-B1B847C63FAF}"/>
              </a:ext>
            </a:extLst>
          </p:cNvPr>
          <p:cNvSpPr>
            <a:spLocks noGrp="1"/>
          </p:cNvSpPr>
          <p:nvPr/>
        </p:nvSpPr>
        <p:spPr>
          <a:xfrm>
            <a:off x="851617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7" name="data_6248">
            <a:extLst>
              <a:ext uri="{FF2B5EF4-FFF2-40B4-BE49-F238E27FC236}">
                <a16:creationId xmlns:a16="http://schemas.microsoft.com/office/drawing/2014/main" id="{DBDB4B88-9385-4A0A-A2A0-A66DABC4713E}"/>
              </a:ext>
            </a:extLst>
          </p:cNvPr>
          <p:cNvSpPr>
            <a:spLocks noGrp="1"/>
          </p:cNvSpPr>
          <p:nvPr/>
        </p:nvSpPr>
        <p:spPr>
          <a:xfrm>
            <a:off x="85551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8" name="data_6249">
            <a:extLst>
              <a:ext uri="{FF2B5EF4-FFF2-40B4-BE49-F238E27FC236}">
                <a16:creationId xmlns:a16="http://schemas.microsoft.com/office/drawing/2014/main" id="{B4047A35-9C73-4E72-BD62-D5107FFABBAF}"/>
              </a:ext>
            </a:extLst>
          </p:cNvPr>
          <p:cNvSpPr>
            <a:spLocks noGrp="1"/>
          </p:cNvSpPr>
          <p:nvPr/>
        </p:nvSpPr>
        <p:spPr>
          <a:xfrm>
            <a:off x="855815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9" name="data_6250">
            <a:extLst>
              <a:ext uri="{FF2B5EF4-FFF2-40B4-BE49-F238E27FC236}">
                <a16:creationId xmlns:a16="http://schemas.microsoft.com/office/drawing/2014/main" id="{E4FC0CDB-7D73-4C84-A6FD-5A4B6FD0E1B0}"/>
              </a:ext>
            </a:extLst>
          </p:cNvPr>
          <p:cNvSpPr>
            <a:spLocks noGrp="1"/>
          </p:cNvSpPr>
          <p:nvPr/>
        </p:nvSpPr>
        <p:spPr>
          <a:xfrm>
            <a:off x="855331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0" name="data_6251">
            <a:extLst>
              <a:ext uri="{FF2B5EF4-FFF2-40B4-BE49-F238E27FC236}">
                <a16:creationId xmlns:a16="http://schemas.microsoft.com/office/drawing/2014/main" id="{BC9040F2-E157-479F-9958-2B5903926E88}"/>
              </a:ext>
            </a:extLst>
          </p:cNvPr>
          <p:cNvSpPr>
            <a:spLocks noGrp="1"/>
          </p:cNvSpPr>
          <p:nvPr/>
        </p:nvSpPr>
        <p:spPr>
          <a:xfrm>
            <a:off x="852749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1" name="data_6252">
            <a:extLst>
              <a:ext uri="{FF2B5EF4-FFF2-40B4-BE49-F238E27FC236}">
                <a16:creationId xmlns:a16="http://schemas.microsoft.com/office/drawing/2014/main" id="{DE2A2C52-268A-4589-9B67-F96053D4E041}"/>
              </a:ext>
            </a:extLst>
          </p:cNvPr>
          <p:cNvSpPr>
            <a:spLocks noGrp="1"/>
          </p:cNvSpPr>
          <p:nvPr/>
        </p:nvSpPr>
        <p:spPr>
          <a:xfrm>
            <a:off x="856975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2" name="data_6253">
            <a:extLst>
              <a:ext uri="{FF2B5EF4-FFF2-40B4-BE49-F238E27FC236}">
                <a16:creationId xmlns:a16="http://schemas.microsoft.com/office/drawing/2014/main" id="{14849068-1FEC-4B97-8844-5DDF15F5E334}"/>
              </a:ext>
            </a:extLst>
          </p:cNvPr>
          <p:cNvSpPr>
            <a:spLocks noGrp="1"/>
          </p:cNvSpPr>
          <p:nvPr/>
        </p:nvSpPr>
        <p:spPr>
          <a:xfrm>
            <a:off x="8479394" y="35540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3" name="data_6254">
            <a:extLst>
              <a:ext uri="{FF2B5EF4-FFF2-40B4-BE49-F238E27FC236}">
                <a16:creationId xmlns:a16="http://schemas.microsoft.com/office/drawing/2014/main" id="{E444CA3D-5AFE-441E-998F-1162405CB038}"/>
              </a:ext>
            </a:extLst>
          </p:cNvPr>
          <p:cNvSpPr>
            <a:spLocks noGrp="1"/>
          </p:cNvSpPr>
          <p:nvPr/>
        </p:nvSpPr>
        <p:spPr>
          <a:xfrm>
            <a:off x="852880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4" name="data_6255">
            <a:extLst>
              <a:ext uri="{FF2B5EF4-FFF2-40B4-BE49-F238E27FC236}">
                <a16:creationId xmlns:a16="http://schemas.microsoft.com/office/drawing/2014/main" id="{C8D3CBCD-7A5C-460B-BF0E-5087018FA3B2}"/>
              </a:ext>
            </a:extLst>
          </p:cNvPr>
          <p:cNvSpPr>
            <a:spLocks noGrp="1"/>
          </p:cNvSpPr>
          <p:nvPr/>
        </p:nvSpPr>
        <p:spPr>
          <a:xfrm>
            <a:off x="8540427" y="3318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5" name="data_6256">
            <a:extLst>
              <a:ext uri="{FF2B5EF4-FFF2-40B4-BE49-F238E27FC236}">
                <a16:creationId xmlns:a16="http://schemas.microsoft.com/office/drawing/2014/main" id="{301277A0-82E3-4EB4-BCB3-0042336AEB24}"/>
              </a:ext>
            </a:extLst>
          </p:cNvPr>
          <p:cNvSpPr>
            <a:spLocks noGrp="1"/>
          </p:cNvSpPr>
          <p:nvPr/>
        </p:nvSpPr>
        <p:spPr>
          <a:xfrm>
            <a:off x="857853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6" name="data_6257">
            <a:extLst>
              <a:ext uri="{FF2B5EF4-FFF2-40B4-BE49-F238E27FC236}">
                <a16:creationId xmlns:a16="http://schemas.microsoft.com/office/drawing/2014/main" id="{7E477BF3-8231-484D-9D85-47808FE687B7}"/>
              </a:ext>
            </a:extLst>
          </p:cNvPr>
          <p:cNvSpPr>
            <a:spLocks noGrp="1"/>
          </p:cNvSpPr>
          <p:nvPr/>
        </p:nvSpPr>
        <p:spPr>
          <a:xfrm>
            <a:off x="849993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7" name="data_6258">
            <a:extLst>
              <a:ext uri="{FF2B5EF4-FFF2-40B4-BE49-F238E27FC236}">
                <a16:creationId xmlns:a16="http://schemas.microsoft.com/office/drawing/2014/main" id="{CBE59076-A94E-4DC9-8AF8-966AF2CDD07A}"/>
              </a:ext>
            </a:extLst>
          </p:cNvPr>
          <p:cNvSpPr>
            <a:spLocks noGrp="1"/>
          </p:cNvSpPr>
          <p:nvPr/>
        </p:nvSpPr>
        <p:spPr>
          <a:xfrm>
            <a:off x="851181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8" name="data_6259">
            <a:extLst>
              <a:ext uri="{FF2B5EF4-FFF2-40B4-BE49-F238E27FC236}">
                <a16:creationId xmlns:a16="http://schemas.microsoft.com/office/drawing/2014/main" id="{AC232B3D-8872-4128-AD1E-F07D21AE14B7}"/>
              </a:ext>
            </a:extLst>
          </p:cNvPr>
          <p:cNvSpPr>
            <a:spLocks noGrp="1"/>
          </p:cNvSpPr>
          <p:nvPr/>
        </p:nvSpPr>
        <p:spPr>
          <a:xfrm>
            <a:off x="8519002" y="31045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9" name="data_6260">
            <a:extLst>
              <a:ext uri="{FF2B5EF4-FFF2-40B4-BE49-F238E27FC236}">
                <a16:creationId xmlns:a16="http://schemas.microsoft.com/office/drawing/2014/main" id="{8063F7FA-7D59-422D-995F-6F0DFA3DD75C}"/>
              </a:ext>
            </a:extLst>
          </p:cNvPr>
          <p:cNvSpPr>
            <a:spLocks noGrp="1"/>
          </p:cNvSpPr>
          <p:nvPr/>
        </p:nvSpPr>
        <p:spPr>
          <a:xfrm>
            <a:off x="8480463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0" name="data_6261">
            <a:extLst>
              <a:ext uri="{FF2B5EF4-FFF2-40B4-BE49-F238E27FC236}">
                <a16:creationId xmlns:a16="http://schemas.microsoft.com/office/drawing/2014/main" id="{C39009E5-5D74-42EB-83F8-810565DAB9D7}"/>
              </a:ext>
            </a:extLst>
          </p:cNvPr>
          <p:cNvSpPr>
            <a:spLocks noGrp="1"/>
          </p:cNvSpPr>
          <p:nvPr/>
        </p:nvSpPr>
        <p:spPr>
          <a:xfrm>
            <a:off x="8529357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1" name="data_6262">
            <a:extLst>
              <a:ext uri="{FF2B5EF4-FFF2-40B4-BE49-F238E27FC236}">
                <a16:creationId xmlns:a16="http://schemas.microsoft.com/office/drawing/2014/main" id="{556B43BA-FE0B-4BAC-80A8-87FACDA496F0}"/>
              </a:ext>
            </a:extLst>
          </p:cNvPr>
          <p:cNvSpPr>
            <a:spLocks noGrp="1"/>
          </p:cNvSpPr>
          <p:nvPr/>
        </p:nvSpPr>
        <p:spPr>
          <a:xfrm>
            <a:off x="8511357" y="35059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2" name="data_6263">
            <a:extLst>
              <a:ext uri="{FF2B5EF4-FFF2-40B4-BE49-F238E27FC236}">
                <a16:creationId xmlns:a16="http://schemas.microsoft.com/office/drawing/2014/main" id="{633BD06A-9F5F-4A33-9456-6452D539EC61}"/>
              </a:ext>
            </a:extLst>
          </p:cNvPr>
          <p:cNvSpPr>
            <a:spLocks noGrp="1"/>
          </p:cNvSpPr>
          <p:nvPr/>
        </p:nvSpPr>
        <p:spPr>
          <a:xfrm>
            <a:off x="850802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3" name="data_6264">
            <a:extLst>
              <a:ext uri="{FF2B5EF4-FFF2-40B4-BE49-F238E27FC236}">
                <a16:creationId xmlns:a16="http://schemas.microsoft.com/office/drawing/2014/main" id="{6557237D-F835-4CF5-BB18-2744EA79F734}"/>
              </a:ext>
            </a:extLst>
          </p:cNvPr>
          <p:cNvSpPr>
            <a:spLocks noGrp="1"/>
          </p:cNvSpPr>
          <p:nvPr/>
        </p:nvSpPr>
        <p:spPr>
          <a:xfrm>
            <a:off x="854987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4" name="data_6265">
            <a:extLst>
              <a:ext uri="{FF2B5EF4-FFF2-40B4-BE49-F238E27FC236}">
                <a16:creationId xmlns:a16="http://schemas.microsoft.com/office/drawing/2014/main" id="{922E373B-5D13-4340-A9FD-1690252E4CC6}"/>
              </a:ext>
            </a:extLst>
          </p:cNvPr>
          <p:cNvSpPr>
            <a:spLocks noGrp="1"/>
          </p:cNvSpPr>
          <p:nvPr/>
        </p:nvSpPr>
        <p:spPr>
          <a:xfrm>
            <a:off x="8491772" y="27833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5" name="data_6266">
            <a:extLst>
              <a:ext uri="{FF2B5EF4-FFF2-40B4-BE49-F238E27FC236}">
                <a16:creationId xmlns:a16="http://schemas.microsoft.com/office/drawing/2014/main" id="{CAC4ED78-F6FC-4F07-8E96-184F416A5EC1}"/>
              </a:ext>
            </a:extLst>
          </p:cNvPr>
          <p:cNvSpPr>
            <a:spLocks noGrp="1"/>
          </p:cNvSpPr>
          <p:nvPr/>
        </p:nvSpPr>
        <p:spPr>
          <a:xfrm>
            <a:off x="8473750" y="3265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6" name="data_6267">
            <a:extLst>
              <a:ext uri="{FF2B5EF4-FFF2-40B4-BE49-F238E27FC236}">
                <a16:creationId xmlns:a16="http://schemas.microsoft.com/office/drawing/2014/main" id="{CA9D4F3E-511D-421C-9F55-382B8817C6E8}"/>
              </a:ext>
            </a:extLst>
          </p:cNvPr>
          <p:cNvSpPr>
            <a:spLocks noGrp="1"/>
          </p:cNvSpPr>
          <p:nvPr/>
        </p:nvSpPr>
        <p:spPr>
          <a:xfrm>
            <a:off x="851963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7" name="data_6268">
            <a:extLst>
              <a:ext uri="{FF2B5EF4-FFF2-40B4-BE49-F238E27FC236}">
                <a16:creationId xmlns:a16="http://schemas.microsoft.com/office/drawing/2014/main" id="{4EA80EA4-8690-4D82-94D6-946C1BE3A9CD}"/>
              </a:ext>
            </a:extLst>
          </p:cNvPr>
          <p:cNvSpPr>
            <a:spLocks noGrp="1"/>
          </p:cNvSpPr>
          <p:nvPr/>
        </p:nvSpPr>
        <p:spPr>
          <a:xfrm>
            <a:off x="8557518" y="2590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8" name="data_6269">
            <a:extLst>
              <a:ext uri="{FF2B5EF4-FFF2-40B4-BE49-F238E27FC236}">
                <a16:creationId xmlns:a16="http://schemas.microsoft.com/office/drawing/2014/main" id="{6C02A516-BE88-4269-BB92-0030203E95A0}"/>
              </a:ext>
            </a:extLst>
          </p:cNvPr>
          <p:cNvSpPr>
            <a:spLocks noGrp="1"/>
          </p:cNvSpPr>
          <p:nvPr/>
        </p:nvSpPr>
        <p:spPr>
          <a:xfrm>
            <a:off x="8517935" y="18199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9" name="data_6270">
            <a:extLst>
              <a:ext uri="{FF2B5EF4-FFF2-40B4-BE49-F238E27FC236}">
                <a16:creationId xmlns:a16="http://schemas.microsoft.com/office/drawing/2014/main" id="{228950C0-AFDB-44E7-A45C-73A3BF82A958}"/>
              </a:ext>
            </a:extLst>
          </p:cNvPr>
          <p:cNvSpPr>
            <a:spLocks noGrp="1"/>
          </p:cNvSpPr>
          <p:nvPr/>
        </p:nvSpPr>
        <p:spPr>
          <a:xfrm>
            <a:off x="85601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0" name="data_6271">
            <a:extLst>
              <a:ext uri="{FF2B5EF4-FFF2-40B4-BE49-F238E27FC236}">
                <a16:creationId xmlns:a16="http://schemas.microsoft.com/office/drawing/2014/main" id="{1B59BE3F-7782-4D6B-8380-D7CF37C0461E}"/>
              </a:ext>
            </a:extLst>
          </p:cNvPr>
          <p:cNvSpPr>
            <a:spLocks noGrp="1"/>
          </p:cNvSpPr>
          <p:nvPr/>
        </p:nvSpPr>
        <p:spPr>
          <a:xfrm>
            <a:off x="857435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1" name="data_6272">
            <a:extLst>
              <a:ext uri="{FF2B5EF4-FFF2-40B4-BE49-F238E27FC236}">
                <a16:creationId xmlns:a16="http://schemas.microsoft.com/office/drawing/2014/main" id="{4FF13D2B-6B05-46FC-86F6-AC55BD5EC3EE}"/>
              </a:ext>
            </a:extLst>
          </p:cNvPr>
          <p:cNvSpPr>
            <a:spLocks noGrp="1"/>
          </p:cNvSpPr>
          <p:nvPr/>
        </p:nvSpPr>
        <p:spPr>
          <a:xfrm>
            <a:off x="855397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2" name="data_6273">
            <a:extLst>
              <a:ext uri="{FF2B5EF4-FFF2-40B4-BE49-F238E27FC236}">
                <a16:creationId xmlns:a16="http://schemas.microsoft.com/office/drawing/2014/main" id="{F98C661D-82C6-4840-8B17-C2AB7B6799E4}"/>
              </a:ext>
            </a:extLst>
          </p:cNvPr>
          <p:cNvSpPr>
            <a:spLocks noGrp="1"/>
          </p:cNvSpPr>
          <p:nvPr/>
        </p:nvSpPr>
        <p:spPr>
          <a:xfrm>
            <a:off x="8557981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3" name="data_6274">
            <a:extLst>
              <a:ext uri="{FF2B5EF4-FFF2-40B4-BE49-F238E27FC236}">
                <a16:creationId xmlns:a16="http://schemas.microsoft.com/office/drawing/2014/main" id="{5DD26C0F-520B-4FE8-A4D9-C6D3B3A5B36B}"/>
              </a:ext>
            </a:extLst>
          </p:cNvPr>
          <p:cNvSpPr>
            <a:spLocks noGrp="1"/>
          </p:cNvSpPr>
          <p:nvPr/>
        </p:nvSpPr>
        <p:spPr>
          <a:xfrm>
            <a:off x="8567205" y="2921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4" name="data_6275">
            <a:extLst>
              <a:ext uri="{FF2B5EF4-FFF2-40B4-BE49-F238E27FC236}">
                <a16:creationId xmlns:a16="http://schemas.microsoft.com/office/drawing/2014/main" id="{DC0FAD03-49A6-46DA-BF85-6FB20BC1082D}"/>
              </a:ext>
            </a:extLst>
          </p:cNvPr>
          <p:cNvSpPr>
            <a:spLocks noGrp="1"/>
          </p:cNvSpPr>
          <p:nvPr/>
        </p:nvSpPr>
        <p:spPr>
          <a:xfrm>
            <a:off x="8547895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5" name="data_6276">
            <a:extLst>
              <a:ext uri="{FF2B5EF4-FFF2-40B4-BE49-F238E27FC236}">
                <a16:creationId xmlns:a16="http://schemas.microsoft.com/office/drawing/2014/main" id="{F022A5D4-2373-4150-BE06-F6BB2487DFB7}"/>
              </a:ext>
            </a:extLst>
          </p:cNvPr>
          <p:cNvSpPr>
            <a:spLocks noGrp="1"/>
          </p:cNvSpPr>
          <p:nvPr/>
        </p:nvSpPr>
        <p:spPr>
          <a:xfrm>
            <a:off x="8563239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6" name="data_6277">
            <a:extLst>
              <a:ext uri="{FF2B5EF4-FFF2-40B4-BE49-F238E27FC236}">
                <a16:creationId xmlns:a16="http://schemas.microsoft.com/office/drawing/2014/main" id="{FE0F26FB-9B02-48D5-B201-67F98CD62A7B}"/>
              </a:ext>
            </a:extLst>
          </p:cNvPr>
          <p:cNvSpPr>
            <a:spLocks noGrp="1"/>
          </p:cNvSpPr>
          <p:nvPr/>
        </p:nvSpPr>
        <p:spPr>
          <a:xfrm>
            <a:off x="8564720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7" name="data_6278">
            <a:extLst>
              <a:ext uri="{FF2B5EF4-FFF2-40B4-BE49-F238E27FC236}">
                <a16:creationId xmlns:a16="http://schemas.microsoft.com/office/drawing/2014/main" id="{DFCF7A7B-3B97-4316-AD9C-4B621A53E91C}"/>
              </a:ext>
            </a:extLst>
          </p:cNvPr>
          <p:cNvSpPr>
            <a:spLocks noGrp="1"/>
          </p:cNvSpPr>
          <p:nvPr/>
        </p:nvSpPr>
        <p:spPr>
          <a:xfrm>
            <a:off x="8531478" y="29760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8" name="data_6279">
            <a:extLst>
              <a:ext uri="{FF2B5EF4-FFF2-40B4-BE49-F238E27FC236}">
                <a16:creationId xmlns:a16="http://schemas.microsoft.com/office/drawing/2014/main" id="{88E0DAE0-5541-42FE-9FC3-CFF630EE8D1D}"/>
              </a:ext>
            </a:extLst>
          </p:cNvPr>
          <p:cNvSpPr>
            <a:spLocks noGrp="1"/>
          </p:cNvSpPr>
          <p:nvPr/>
        </p:nvSpPr>
        <p:spPr>
          <a:xfrm>
            <a:off x="8479222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9" name="data_6280">
            <a:extLst>
              <a:ext uri="{FF2B5EF4-FFF2-40B4-BE49-F238E27FC236}">
                <a16:creationId xmlns:a16="http://schemas.microsoft.com/office/drawing/2014/main" id="{952DE9AC-2B23-49BC-8844-9C2691D364F0}"/>
              </a:ext>
            </a:extLst>
          </p:cNvPr>
          <p:cNvSpPr>
            <a:spLocks noGrp="1"/>
          </p:cNvSpPr>
          <p:nvPr/>
        </p:nvSpPr>
        <p:spPr>
          <a:xfrm>
            <a:off x="8514722" y="37151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0" name="data_6281">
            <a:extLst>
              <a:ext uri="{FF2B5EF4-FFF2-40B4-BE49-F238E27FC236}">
                <a16:creationId xmlns:a16="http://schemas.microsoft.com/office/drawing/2014/main" id="{F4E8CC3A-FE41-4D3E-96FB-24876FD662EA}"/>
              </a:ext>
            </a:extLst>
          </p:cNvPr>
          <p:cNvSpPr>
            <a:spLocks noGrp="1"/>
          </p:cNvSpPr>
          <p:nvPr/>
        </p:nvSpPr>
        <p:spPr>
          <a:xfrm>
            <a:off x="8569638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1" name="data_6282">
            <a:extLst>
              <a:ext uri="{FF2B5EF4-FFF2-40B4-BE49-F238E27FC236}">
                <a16:creationId xmlns:a16="http://schemas.microsoft.com/office/drawing/2014/main" id="{7C3E72DB-036A-4B29-B91C-B522ADBD704B}"/>
              </a:ext>
            </a:extLst>
          </p:cNvPr>
          <p:cNvSpPr>
            <a:spLocks noGrp="1"/>
          </p:cNvSpPr>
          <p:nvPr/>
        </p:nvSpPr>
        <p:spPr>
          <a:xfrm>
            <a:off x="847365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2" name="data_6283">
            <a:extLst>
              <a:ext uri="{FF2B5EF4-FFF2-40B4-BE49-F238E27FC236}">
                <a16:creationId xmlns:a16="http://schemas.microsoft.com/office/drawing/2014/main" id="{AAC65E6C-D21C-4241-8797-CE6F79953959}"/>
              </a:ext>
            </a:extLst>
          </p:cNvPr>
          <p:cNvSpPr>
            <a:spLocks noGrp="1"/>
          </p:cNvSpPr>
          <p:nvPr/>
        </p:nvSpPr>
        <p:spPr>
          <a:xfrm>
            <a:off x="8550416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3" name="data_6284">
            <a:extLst>
              <a:ext uri="{FF2B5EF4-FFF2-40B4-BE49-F238E27FC236}">
                <a16:creationId xmlns:a16="http://schemas.microsoft.com/office/drawing/2014/main" id="{E3FA34FB-7427-41CD-B693-5F853B451168}"/>
              </a:ext>
            </a:extLst>
          </p:cNvPr>
          <p:cNvSpPr>
            <a:spLocks noGrp="1"/>
          </p:cNvSpPr>
          <p:nvPr/>
        </p:nvSpPr>
        <p:spPr>
          <a:xfrm>
            <a:off x="854916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4" name="data_6285">
            <a:extLst>
              <a:ext uri="{FF2B5EF4-FFF2-40B4-BE49-F238E27FC236}">
                <a16:creationId xmlns:a16="http://schemas.microsoft.com/office/drawing/2014/main" id="{19B3C741-F403-4188-8B92-3B2F890121F1}"/>
              </a:ext>
            </a:extLst>
          </p:cNvPr>
          <p:cNvSpPr>
            <a:spLocks noGrp="1"/>
          </p:cNvSpPr>
          <p:nvPr/>
        </p:nvSpPr>
        <p:spPr>
          <a:xfrm>
            <a:off x="8560828" y="3421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5" name="data_6286">
            <a:extLst>
              <a:ext uri="{FF2B5EF4-FFF2-40B4-BE49-F238E27FC236}">
                <a16:creationId xmlns:a16="http://schemas.microsoft.com/office/drawing/2014/main" id="{D7FACD5D-73B3-473D-9FE5-D9B6B0E098BD}"/>
              </a:ext>
            </a:extLst>
          </p:cNvPr>
          <p:cNvSpPr>
            <a:spLocks noGrp="1"/>
          </p:cNvSpPr>
          <p:nvPr/>
        </p:nvSpPr>
        <p:spPr>
          <a:xfrm>
            <a:off x="8576974" y="3746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6" name="data_6287">
            <a:extLst>
              <a:ext uri="{FF2B5EF4-FFF2-40B4-BE49-F238E27FC236}">
                <a16:creationId xmlns:a16="http://schemas.microsoft.com/office/drawing/2014/main" id="{66BB9F2B-F502-48A7-899F-EF44FEDDC81F}"/>
              </a:ext>
            </a:extLst>
          </p:cNvPr>
          <p:cNvSpPr>
            <a:spLocks noGrp="1"/>
          </p:cNvSpPr>
          <p:nvPr/>
        </p:nvSpPr>
        <p:spPr>
          <a:xfrm>
            <a:off x="8509642" y="36091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7" name="data_6288">
            <a:extLst>
              <a:ext uri="{FF2B5EF4-FFF2-40B4-BE49-F238E27FC236}">
                <a16:creationId xmlns:a16="http://schemas.microsoft.com/office/drawing/2014/main" id="{CB7C810D-0CCD-452F-8019-8C524E4B2524}"/>
              </a:ext>
            </a:extLst>
          </p:cNvPr>
          <p:cNvSpPr>
            <a:spLocks noGrp="1"/>
          </p:cNvSpPr>
          <p:nvPr/>
        </p:nvSpPr>
        <p:spPr>
          <a:xfrm>
            <a:off x="871022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8" name="data_6289">
            <a:extLst>
              <a:ext uri="{FF2B5EF4-FFF2-40B4-BE49-F238E27FC236}">
                <a16:creationId xmlns:a16="http://schemas.microsoft.com/office/drawing/2014/main" id="{EAC4C917-A154-4B4C-BD88-8D1705C1B195}"/>
              </a:ext>
            </a:extLst>
          </p:cNvPr>
          <p:cNvSpPr>
            <a:spLocks noGrp="1"/>
          </p:cNvSpPr>
          <p:nvPr/>
        </p:nvSpPr>
        <p:spPr>
          <a:xfrm>
            <a:off x="875877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9" name="data_6290">
            <a:extLst>
              <a:ext uri="{FF2B5EF4-FFF2-40B4-BE49-F238E27FC236}">
                <a16:creationId xmlns:a16="http://schemas.microsoft.com/office/drawing/2014/main" id="{DEA4E4BF-EC3B-4DBF-9DA2-745CC99D3674}"/>
              </a:ext>
            </a:extLst>
          </p:cNvPr>
          <p:cNvSpPr>
            <a:spLocks noGrp="1"/>
          </p:cNvSpPr>
          <p:nvPr/>
        </p:nvSpPr>
        <p:spPr>
          <a:xfrm>
            <a:off x="880083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0" name="data_6291">
            <a:extLst>
              <a:ext uri="{FF2B5EF4-FFF2-40B4-BE49-F238E27FC236}">
                <a16:creationId xmlns:a16="http://schemas.microsoft.com/office/drawing/2014/main" id="{74D35D18-1492-425D-95CB-BB95D6982AAC}"/>
              </a:ext>
            </a:extLst>
          </p:cNvPr>
          <p:cNvSpPr>
            <a:spLocks noGrp="1"/>
          </p:cNvSpPr>
          <p:nvPr/>
        </p:nvSpPr>
        <p:spPr>
          <a:xfrm>
            <a:off x="8807856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1" name="data_6292">
            <a:extLst>
              <a:ext uri="{FF2B5EF4-FFF2-40B4-BE49-F238E27FC236}">
                <a16:creationId xmlns:a16="http://schemas.microsoft.com/office/drawing/2014/main" id="{6D0177F0-FCFB-47FD-87D4-783342E3FBC8}"/>
              </a:ext>
            </a:extLst>
          </p:cNvPr>
          <p:cNvSpPr>
            <a:spLocks noGrp="1"/>
          </p:cNvSpPr>
          <p:nvPr/>
        </p:nvSpPr>
        <p:spPr>
          <a:xfrm>
            <a:off x="8793247" y="26312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2" name="data_6293">
            <a:extLst>
              <a:ext uri="{FF2B5EF4-FFF2-40B4-BE49-F238E27FC236}">
                <a16:creationId xmlns:a16="http://schemas.microsoft.com/office/drawing/2014/main" id="{790381E0-2569-438D-91BE-B2F2ECE0B947}"/>
              </a:ext>
            </a:extLst>
          </p:cNvPr>
          <p:cNvSpPr>
            <a:spLocks noGrp="1"/>
          </p:cNvSpPr>
          <p:nvPr/>
        </p:nvSpPr>
        <p:spPr>
          <a:xfrm>
            <a:off x="878194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3" name="data_6294">
            <a:extLst>
              <a:ext uri="{FF2B5EF4-FFF2-40B4-BE49-F238E27FC236}">
                <a16:creationId xmlns:a16="http://schemas.microsoft.com/office/drawing/2014/main" id="{D8A177A4-5D79-47C7-8537-290BECAEA092}"/>
              </a:ext>
            </a:extLst>
          </p:cNvPr>
          <p:cNvSpPr>
            <a:spLocks noGrp="1"/>
          </p:cNvSpPr>
          <p:nvPr/>
        </p:nvSpPr>
        <p:spPr>
          <a:xfrm>
            <a:off x="874485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4" name="data_6295">
            <a:extLst>
              <a:ext uri="{FF2B5EF4-FFF2-40B4-BE49-F238E27FC236}">
                <a16:creationId xmlns:a16="http://schemas.microsoft.com/office/drawing/2014/main" id="{6EFD1677-CFEE-442B-8838-01C80E9324DE}"/>
              </a:ext>
            </a:extLst>
          </p:cNvPr>
          <p:cNvSpPr>
            <a:spLocks noGrp="1"/>
          </p:cNvSpPr>
          <p:nvPr/>
        </p:nvSpPr>
        <p:spPr>
          <a:xfrm>
            <a:off x="876198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5" name="data_6296">
            <a:extLst>
              <a:ext uri="{FF2B5EF4-FFF2-40B4-BE49-F238E27FC236}">
                <a16:creationId xmlns:a16="http://schemas.microsoft.com/office/drawing/2014/main" id="{14875D09-CCDA-4AD5-8D7C-3E9ABDBB7A1B}"/>
              </a:ext>
            </a:extLst>
          </p:cNvPr>
          <p:cNvSpPr>
            <a:spLocks noGrp="1"/>
          </p:cNvSpPr>
          <p:nvPr/>
        </p:nvSpPr>
        <p:spPr>
          <a:xfrm>
            <a:off x="8709006" y="3618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6" name="data_6297">
            <a:extLst>
              <a:ext uri="{FF2B5EF4-FFF2-40B4-BE49-F238E27FC236}">
                <a16:creationId xmlns:a16="http://schemas.microsoft.com/office/drawing/2014/main" id="{487A0F6E-1BF6-4072-821F-D7BD216D3F84}"/>
              </a:ext>
            </a:extLst>
          </p:cNvPr>
          <p:cNvSpPr>
            <a:spLocks noGrp="1"/>
          </p:cNvSpPr>
          <p:nvPr/>
        </p:nvSpPr>
        <p:spPr>
          <a:xfrm>
            <a:off x="877100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7" name="data_6298">
            <a:extLst>
              <a:ext uri="{FF2B5EF4-FFF2-40B4-BE49-F238E27FC236}">
                <a16:creationId xmlns:a16="http://schemas.microsoft.com/office/drawing/2014/main" id="{4A4CB7E8-CFAF-4E71-98C9-F0F0B4C16818}"/>
              </a:ext>
            </a:extLst>
          </p:cNvPr>
          <p:cNvSpPr>
            <a:spLocks noGrp="1"/>
          </p:cNvSpPr>
          <p:nvPr/>
        </p:nvSpPr>
        <p:spPr>
          <a:xfrm>
            <a:off x="872852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8" name="data_6299">
            <a:extLst>
              <a:ext uri="{FF2B5EF4-FFF2-40B4-BE49-F238E27FC236}">
                <a16:creationId xmlns:a16="http://schemas.microsoft.com/office/drawing/2014/main" id="{A45C7B98-C2C8-496C-98F0-43246B76125A}"/>
              </a:ext>
            </a:extLst>
          </p:cNvPr>
          <p:cNvSpPr>
            <a:spLocks noGrp="1"/>
          </p:cNvSpPr>
          <p:nvPr/>
        </p:nvSpPr>
        <p:spPr>
          <a:xfrm>
            <a:off x="879596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9" name="data_6300">
            <a:extLst>
              <a:ext uri="{FF2B5EF4-FFF2-40B4-BE49-F238E27FC236}">
                <a16:creationId xmlns:a16="http://schemas.microsoft.com/office/drawing/2014/main" id="{1BC456C3-06F2-4859-BF93-B60517479698}"/>
              </a:ext>
            </a:extLst>
          </p:cNvPr>
          <p:cNvSpPr>
            <a:spLocks noGrp="1"/>
          </p:cNvSpPr>
          <p:nvPr/>
        </p:nvSpPr>
        <p:spPr>
          <a:xfrm>
            <a:off x="870418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0" name="data_6301">
            <a:extLst>
              <a:ext uri="{FF2B5EF4-FFF2-40B4-BE49-F238E27FC236}">
                <a16:creationId xmlns:a16="http://schemas.microsoft.com/office/drawing/2014/main" id="{3224F7FE-6478-47C4-84A2-C346A63B3581}"/>
              </a:ext>
            </a:extLst>
          </p:cNvPr>
          <p:cNvSpPr>
            <a:spLocks noGrp="1"/>
          </p:cNvSpPr>
          <p:nvPr/>
        </p:nvSpPr>
        <p:spPr>
          <a:xfrm>
            <a:off x="8808915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1" name="data_6302">
            <a:extLst>
              <a:ext uri="{FF2B5EF4-FFF2-40B4-BE49-F238E27FC236}">
                <a16:creationId xmlns:a16="http://schemas.microsoft.com/office/drawing/2014/main" id="{10D6C809-8339-4417-B793-8005414A678A}"/>
              </a:ext>
            </a:extLst>
          </p:cNvPr>
          <p:cNvSpPr>
            <a:spLocks noGrp="1"/>
          </p:cNvSpPr>
          <p:nvPr/>
        </p:nvSpPr>
        <p:spPr>
          <a:xfrm>
            <a:off x="8776102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2" name="data_6303">
            <a:extLst>
              <a:ext uri="{FF2B5EF4-FFF2-40B4-BE49-F238E27FC236}">
                <a16:creationId xmlns:a16="http://schemas.microsoft.com/office/drawing/2014/main" id="{19337F54-5C28-42B6-8506-67AEFAD54B55}"/>
              </a:ext>
            </a:extLst>
          </p:cNvPr>
          <p:cNvSpPr>
            <a:spLocks noGrp="1"/>
          </p:cNvSpPr>
          <p:nvPr/>
        </p:nvSpPr>
        <p:spPr>
          <a:xfrm>
            <a:off x="879314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3" name="data_6304">
            <a:extLst>
              <a:ext uri="{FF2B5EF4-FFF2-40B4-BE49-F238E27FC236}">
                <a16:creationId xmlns:a16="http://schemas.microsoft.com/office/drawing/2014/main" id="{153AF269-4BC5-4D9A-AB80-3B3BE61A6D43}"/>
              </a:ext>
            </a:extLst>
          </p:cNvPr>
          <p:cNvSpPr>
            <a:spLocks noGrp="1"/>
          </p:cNvSpPr>
          <p:nvPr/>
        </p:nvSpPr>
        <p:spPr>
          <a:xfrm>
            <a:off x="877793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4" name="data_6305">
            <a:extLst>
              <a:ext uri="{FF2B5EF4-FFF2-40B4-BE49-F238E27FC236}">
                <a16:creationId xmlns:a16="http://schemas.microsoft.com/office/drawing/2014/main" id="{BF5ACD75-B478-4BFA-8CD5-FDEF235A5C61}"/>
              </a:ext>
            </a:extLst>
          </p:cNvPr>
          <p:cNvSpPr>
            <a:spLocks noGrp="1"/>
          </p:cNvSpPr>
          <p:nvPr/>
        </p:nvSpPr>
        <p:spPr>
          <a:xfrm>
            <a:off x="870744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5" name="data_6306">
            <a:extLst>
              <a:ext uri="{FF2B5EF4-FFF2-40B4-BE49-F238E27FC236}">
                <a16:creationId xmlns:a16="http://schemas.microsoft.com/office/drawing/2014/main" id="{581C1D2A-D6EA-4C6D-81E8-6B50DFF68D3C}"/>
              </a:ext>
            </a:extLst>
          </p:cNvPr>
          <p:cNvSpPr>
            <a:spLocks noGrp="1"/>
          </p:cNvSpPr>
          <p:nvPr/>
        </p:nvSpPr>
        <p:spPr>
          <a:xfrm>
            <a:off x="871238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6" name="data_6307">
            <a:extLst>
              <a:ext uri="{FF2B5EF4-FFF2-40B4-BE49-F238E27FC236}">
                <a16:creationId xmlns:a16="http://schemas.microsoft.com/office/drawing/2014/main" id="{9DF84CA2-53EC-47B1-ABB1-7D026B694F35}"/>
              </a:ext>
            </a:extLst>
          </p:cNvPr>
          <p:cNvSpPr>
            <a:spLocks noGrp="1"/>
          </p:cNvSpPr>
          <p:nvPr/>
        </p:nvSpPr>
        <p:spPr>
          <a:xfrm>
            <a:off x="8718423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7" name="data_6308">
            <a:extLst>
              <a:ext uri="{FF2B5EF4-FFF2-40B4-BE49-F238E27FC236}">
                <a16:creationId xmlns:a16="http://schemas.microsoft.com/office/drawing/2014/main" id="{45475FA6-21CB-430C-8864-52765125FCEC}"/>
              </a:ext>
            </a:extLst>
          </p:cNvPr>
          <p:cNvSpPr>
            <a:spLocks noGrp="1"/>
          </p:cNvSpPr>
          <p:nvPr/>
        </p:nvSpPr>
        <p:spPr>
          <a:xfrm>
            <a:off x="8806851" y="35326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8" name="data_6309">
            <a:extLst>
              <a:ext uri="{FF2B5EF4-FFF2-40B4-BE49-F238E27FC236}">
                <a16:creationId xmlns:a16="http://schemas.microsoft.com/office/drawing/2014/main" id="{7392C4B7-98F6-4FC5-A0D1-2710FAAA507F}"/>
              </a:ext>
            </a:extLst>
          </p:cNvPr>
          <p:cNvSpPr>
            <a:spLocks noGrp="1"/>
          </p:cNvSpPr>
          <p:nvPr/>
        </p:nvSpPr>
        <p:spPr>
          <a:xfrm>
            <a:off x="879786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9" name="data_6310">
            <a:extLst>
              <a:ext uri="{FF2B5EF4-FFF2-40B4-BE49-F238E27FC236}">
                <a16:creationId xmlns:a16="http://schemas.microsoft.com/office/drawing/2014/main" id="{F68C2736-CFE1-4F08-B206-680E86D4736C}"/>
              </a:ext>
            </a:extLst>
          </p:cNvPr>
          <p:cNvSpPr>
            <a:spLocks noGrp="1"/>
          </p:cNvSpPr>
          <p:nvPr/>
        </p:nvSpPr>
        <p:spPr>
          <a:xfrm>
            <a:off x="8711853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0" name="data_6311">
            <a:extLst>
              <a:ext uri="{FF2B5EF4-FFF2-40B4-BE49-F238E27FC236}">
                <a16:creationId xmlns:a16="http://schemas.microsoft.com/office/drawing/2014/main" id="{940F0897-0F6D-466B-9A06-1FB4E37F9578}"/>
              </a:ext>
            </a:extLst>
          </p:cNvPr>
          <p:cNvSpPr>
            <a:spLocks noGrp="1"/>
          </p:cNvSpPr>
          <p:nvPr/>
        </p:nvSpPr>
        <p:spPr>
          <a:xfrm>
            <a:off x="8702535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1" name="data_6312">
            <a:extLst>
              <a:ext uri="{FF2B5EF4-FFF2-40B4-BE49-F238E27FC236}">
                <a16:creationId xmlns:a16="http://schemas.microsoft.com/office/drawing/2014/main" id="{E30599DE-BB4B-400E-A079-BCE8298F17F4}"/>
              </a:ext>
            </a:extLst>
          </p:cNvPr>
          <p:cNvSpPr>
            <a:spLocks noGrp="1"/>
          </p:cNvSpPr>
          <p:nvPr/>
        </p:nvSpPr>
        <p:spPr>
          <a:xfrm>
            <a:off x="8735433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2" name="data_6313">
            <a:extLst>
              <a:ext uri="{FF2B5EF4-FFF2-40B4-BE49-F238E27FC236}">
                <a16:creationId xmlns:a16="http://schemas.microsoft.com/office/drawing/2014/main" id="{A27E57E4-9274-4CE2-A1F3-984AFB675329}"/>
              </a:ext>
            </a:extLst>
          </p:cNvPr>
          <p:cNvSpPr>
            <a:spLocks noGrp="1"/>
          </p:cNvSpPr>
          <p:nvPr/>
        </p:nvSpPr>
        <p:spPr>
          <a:xfrm>
            <a:off x="874470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3" name="data_6314">
            <a:extLst>
              <a:ext uri="{FF2B5EF4-FFF2-40B4-BE49-F238E27FC236}">
                <a16:creationId xmlns:a16="http://schemas.microsoft.com/office/drawing/2014/main" id="{EF3EC9A2-4ED0-4FF1-819B-9B5FE7E24BC1}"/>
              </a:ext>
            </a:extLst>
          </p:cNvPr>
          <p:cNvSpPr>
            <a:spLocks noGrp="1"/>
          </p:cNvSpPr>
          <p:nvPr/>
        </p:nvSpPr>
        <p:spPr>
          <a:xfrm>
            <a:off x="8728725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4" name="data_6315">
            <a:extLst>
              <a:ext uri="{FF2B5EF4-FFF2-40B4-BE49-F238E27FC236}">
                <a16:creationId xmlns:a16="http://schemas.microsoft.com/office/drawing/2014/main" id="{17956FC2-C081-4AA6-815C-B0E82B0DE1B8}"/>
              </a:ext>
            </a:extLst>
          </p:cNvPr>
          <p:cNvSpPr>
            <a:spLocks noGrp="1"/>
          </p:cNvSpPr>
          <p:nvPr/>
        </p:nvSpPr>
        <p:spPr>
          <a:xfrm>
            <a:off x="8712407" y="3302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5" name="data_6316">
            <a:extLst>
              <a:ext uri="{FF2B5EF4-FFF2-40B4-BE49-F238E27FC236}">
                <a16:creationId xmlns:a16="http://schemas.microsoft.com/office/drawing/2014/main" id="{29A613E9-9C21-4F6F-B9A9-287FFDCBCA2A}"/>
              </a:ext>
            </a:extLst>
          </p:cNvPr>
          <p:cNvSpPr>
            <a:spLocks noGrp="1"/>
          </p:cNvSpPr>
          <p:nvPr/>
        </p:nvSpPr>
        <p:spPr>
          <a:xfrm>
            <a:off x="8709581" y="34715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6" name="data_6317">
            <a:extLst>
              <a:ext uri="{FF2B5EF4-FFF2-40B4-BE49-F238E27FC236}">
                <a16:creationId xmlns:a16="http://schemas.microsoft.com/office/drawing/2014/main" id="{500286DE-0584-4201-9B72-CCEB41ED42EA}"/>
              </a:ext>
            </a:extLst>
          </p:cNvPr>
          <p:cNvSpPr>
            <a:spLocks noGrp="1"/>
          </p:cNvSpPr>
          <p:nvPr/>
        </p:nvSpPr>
        <p:spPr>
          <a:xfrm>
            <a:off x="874593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7" name="data_6318">
            <a:extLst>
              <a:ext uri="{FF2B5EF4-FFF2-40B4-BE49-F238E27FC236}">
                <a16:creationId xmlns:a16="http://schemas.microsoft.com/office/drawing/2014/main" id="{B2913FAB-D973-4474-9D9F-903B49ED2311}"/>
              </a:ext>
            </a:extLst>
          </p:cNvPr>
          <p:cNvSpPr>
            <a:spLocks noGrp="1"/>
          </p:cNvSpPr>
          <p:nvPr/>
        </p:nvSpPr>
        <p:spPr>
          <a:xfrm>
            <a:off x="878594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8" name="data_6319">
            <a:extLst>
              <a:ext uri="{FF2B5EF4-FFF2-40B4-BE49-F238E27FC236}">
                <a16:creationId xmlns:a16="http://schemas.microsoft.com/office/drawing/2014/main" id="{E30E34A8-ABE7-432B-86DA-F8BEB6716A68}"/>
              </a:ext>
            </a:extLst>
          </p:cNvPr>
          <p:cNvSpPr>
            <a:spLocks noGrp="1"/>
          </p:cNvSpPr>
          <p:nvPr/>
        </p:nvSpPr>
        <p:spPr>
          <a:xfrm>
            <a:off x="8778504" y="3450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9" name="data_6320">
            <a:extLst>
              <a:ext uri="{FF2B5EF4-FFF2-40B4-BE49-F238E27FC236}">
                <a16:creationId xmlns:a16="http://schemas.microsoft.com/office/drawing/2014/main" id="{6158CBD8-7FC4-4BBC-B99A-95D32B0BB564}"/>
              </a:ext>
            </a:extLst>
          </p:cNvPr>
          <p:cNvSpPr>
            <a:spLocks noGrp="1"/>
          </p:cNvSpPr>
          <p:nvPr/>
        </p:nvSpPr>
        <p:spPr>
          <a:xfrm>
            <a:off x="874344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0" name="data_6321">
            <a:extLst>
              <a:ext uri="{FF2B5EF4-FFF2-40B4-BE49-F238E27FC236}">
                <a16:creationId xmlns:a16="http://schemas.microsoft.com/office/drawing/2014/main" id="{DFE23102-9B63-4302-87C7-68704096FB6F}"/>
              </a:ext>
            </a:extLst>
          </p:cNvPr>
          <p:cNvSpPr>
            <a:spLocks noGrp="1"/>
          </p:cNvSpPr>
          <p:nvPr/>
        </p:nvSpPr>
        <p:spPr>
          <a:xfrm>
            <a:off x="874776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1" name="data_6322">
            <a:extLst>
              <a:ext uri="{FF2B5EF4-FFF2-40B4-BE49-F238E27FC236}">
                <a16:creationId xmlns:a16="http://schemas.microsoft.com/office/drawing/2014/main" id="{F0BC78E3-079B-4AE2-A9EE-16318E486F87}"/>
              </a:ext>
            </a:extLst>
          </p:cNvPr>
          <p:cNvSpPr>
            <a:spLocks noGrp="1"/>
          </p:cNvSpPr>
          <p:nvPr/>
        </p:nvSpPr>
        <p:spPr>
          <a:xfrm>
            <a:off x="8778416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2" name="data_6323">
            <a:extLst>
              <a:ext uri="{FF2B5EF4-FFF2-40B4-BE49-F238E27FC236}">
                <a16:creationId xmlns:a16="http://schemas.microsoft.com/office/drawing/2014/main" id="{3BBA400C-0D67-4FAE-B151-31D320F5C537}"/>
              </a:ext>
            </a:extLst>
          </p:cNvPr>
          <p:cNvSpPr>
            <a:spLocks noGrp="1"/>
          </p:cNvSpPr>
          <p:nvPr/>
        </p:nvSpPr>
        <p:spPr>
          <a:xfrm>
            <a:off x="871152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3" name="data_6324">
            <a:extLst>
              <a:ext uri="{FF2B5EF4-FFF2-40B4-BE49-F238E27FC236}">
                <a16:creationId xmlns:a16="http://schemas.microsoft.com/office/drawing/2014/main" id="{143DF394-A6D0-49E0-9C93-9780030563DB}"/>
              </a:ext>
            </a:extLst>
          </p:cNvPr>
          <p:cNvSpPr>
            <a:spLocks noGrp="1"/>
          </p:cNvSpPr>
          <p:nvPr/>
        </p:nvSpPr>
        <p:spPr>
          <a:xfrm>
            <a:off x="872470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4" name="data_6325">
            <a:extLst>
              <a:ext uri="{FF2B5EF4-FFF2-40B4-BE49-F238E27FC236}">
                <a16:creationId xmlns:a16="http://schemas.microsoft.com/office/drawing/2014/main" id="{8D4D94E1-D105-49FE-8D73-D1933568DBF7}"/>
              </a:ext>
            </a:extLst>
          </p:cNvPr>
          <p:cNvSpPr>
            <a:spLocks noGrp="1"/>
          </p:cNvSpPr>
          <p:nvPr/>
        </p:nvSpPr>
        <p:spPr>
          <a:xfrm>
            <a:off x="871444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5" name="data_6326">
            <a:extLst>
              <a:ext uri="{FF2B5EF4-FFF2-40B4-BE49-F238E27FC236}">
                <a16:creationId xmlns:a16="http://schemas.microsoft.com/office/drawing/2014/main" id="{AED7216E-86C7-49A9-92F6-1FBF78380558}"/>
              </a:ext>
            </a:extLst>
          </p:cNvPr>
          <p:cNvSpPr>
            <a:spLocks noGrp="1"/>
          </p:cNvSpPr>
          <p:nvPr/>
        </p:nvSpPr>
        <p:spPr>
          <a:xfrm>
            <a:off x="872735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6" name="data_6327">
            <a:extLst>
              <a:ext uri="{FF2B5EF4-FFF2-40B4-BE49-F238E27FC236}">
                <a16:creationId xmlns:a16="http://schemas.microsoft.com/office/drawing/2014/main" id="{E63F4CD2-0095-4C6C-BB34-C8520FA750B7}"/>
              </a:ext>
            </a:extLst>
          </p:cNvPr>
          <p:cNvSpPr>
            <a:spLocks noGrp="1"/>
          </p:cNvSpPr>
          <p:nvPr/>
        </p:nvSpPr>
        <p:spPr>
          <a:xfrm>
            <a:off x="8763282" y="206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7" name="data_6328">
            <a:extLst>
              <a:ext uri="{FF2B5EF4-FFF2-40B4-BE49-F238E27FC236}">
                <a16:creationId xmlns:a16="http://schemas.microsoft.com/office/drawing/2014/main" id="{D770A844-39C2-42BF-9E1D-DCCDE62AD7C8}"/>
              </a:ext>
            </a:extLst>
          </p:cNvPr>
          <p:cNvSpPr>
            <a:spLocks noGrp="1"/>
          </p:cNvSpPr>
          <p:nvPr/>
        </p:nvSpPr>
        <p:spPr>
          <a:xfrm>
            <a:off x="872988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8" name="data_6329">
            <a:extLst>
              <a:ext uri="{FF2B5EF4-FFF2-40B4-BE49-F238E27FC236}">
                <a16:creationId xmlns:a16="http://schemas.microsoft.com/office/drawing/2014/main" id="{3759965A-044A-4349-B447-C236CBD30C83}"/>
              </a:ext>
            </a:extLst>
          </p:cNvPr>
          <p:cNvSpPr>
            <a:spLocks noGrp="1"/>
          </p:cNvSpPr>
          <p:nvPr/>
        </p:nvSpPr>
        <p:spPr>
          <a:xfrm>
            <a:off x="880701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9" name="data_6330">
            <a:extLst>
              <a:ext uri="{FF2B5EF4-FFF2-40B4-BE49-F238E27FC236}">
                <a16:creationId xmlns:a16="http://schemas.microsoft.com/office/drawing/2014/main" id="{086580E0-65EC-4B19-A397-FE20E76D99A2}"/>
              </a:ext>
            </a:extLst>
          </p:cNvPr>
          <p:cNvSpPr>
            <a:spLocks noGrp="1"/>
          </p:cNvSpPr>
          <p:nvPr/>
        </p:nvSpPr>
        <p:spPr>
          <a:xfrm>
            <a:off x="876419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0" name="data_6331">
            <a:extLst>
              <a:ext uri="{FF2B5EF4-FFF2-40B4-BE49-F238E27FC236}">
                <a16:creationId xmlns:a16="http://schemas.microsoft.com/office/drawing/2014/main" id="{35A01545-E51E-460F-8D20-63F54F5DDA0B}"/>
              </a:ext>
            </a:extLst>
          </p:cNvPr>
          <p:cNvSpPr>
            <a:spLocks noGrp="1"/>
          </p:cNvSpPr>
          <p:nvPr/>
        </p:nvSpPr>
        <p:spPr>
          <a:xfrm>
            <a:off x="880083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1" name="data_6332">
            <a:extLst>
              <a:ext uri="{FF2B5EF4-FFF2-40B4-BE49-F238E27FC236}">
                <a16:creationId xmlns:a16="http://schemas.microsoft.com/office/drawing/2014/main" id="{E8E3B8EE-3C21-4564-8E1C-B0D35FEA0751}"/>
              </a:ext>
            </a:extLst>
          </p:cNvPr>
          <p:cNvSpPr>
            <a:spLocks noGrp="1"/>
          </p:cNvSpPr>
          <p:nvPr/>
        </p:nvSpPr>
        <p:spPr>
          <a:xfrm>
            <a:off x="878780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2" name="data_6333">
            <a:extLst>
              <a:ext uri="{FF2B5EF4-FFF2-40B4-BE49-F238E27FC236}">
                <a16:creationId xmlns:a16="http://schemas.microsoft.com/office/drawing/2014/main" id="{82A2D116-C5B2-4191-9D1B-3F14A1E9849F}"/>
              </a:ext>
            </a:extLst>
          </p:cNvPr>
          <p:cNvSpPr>
            <a:spLocks noGrp="1"/>
          </p:cNvSpPr>
          <p:nvPr/>
        </p:nvSpPr>
        <p:spPr>
          <a:xfrm>
            <a:off x="877814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3" name="data_6334">
            <a:extLst>
              <a:ext uri="{FF2B5EF4-FFF2-40B4-BE49-F238E27FC236}">
                <a16:creationId xmlns:a16="http://schemas.microsoft.com/office/drawing/2014/main" id="{DE9F1359-F300-44C4-B4B8-9305D46668D1}"/>
              </a:ext>
            </a:extLst>
          </p:cNvPr>
          <p:cNvSpPr>
            <a:spLocks noGrp="1"/>
          </p:cNvSpPr>
          <p:nvPr/>
        </p:nvSpPr>
        <p:spPr>
          <a:xfrm>
            <a:off x="878827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4" name="data_6335">
            <a:extLst>
              <a:ext uri="{FF2B5EF4-FFF2-40B4-BE49-F238E27FC236}">
                <a16:creationId xmlns:a16="http://schemas.microsoft.com/office/drawing/2014/main" id="{F683A0B1-BDAB-4918-A1F2-68ED734CD88C}"/>
              </a:ext>
            </a:extLst>
          </p:cNvPr>
          <p:cNvSpPr>
            <a:spLocks noGrp="1"/>
          </p:cNvSpPr>
          <p:nvPr/>
        </p:nvSpPr>
        <p:spPr>
          <a:xfrm>
            <a:off x="876695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5" name="data_6336">
            <a:extLst>
              <a:ext uri="{FF2B5EF4-FFF2-40B4-BE49-F238E27FC236}">
                <a16:creationId xmlns:a16="http://schemas.microsoft.com/office/drawing/2014/main" id="{D368AC59-A834-44DF-80ED-FF7C11F52BA6}"/>
              </a:ext>
            </a:extLst>
          </p:cNvPr>
          <p:cNvSpPr>
            <a:spLocks noGrp="1"/>
          </p:cNvSpPr>
          <p:nvPr/>
        </p:nvSpPr>
        <p:spPr>
          <a:xfrm>
            <a:off x="873936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6" name="data_6337">
            <a:extLst>
              <a:ext uri="{FF2B5EF4-FFF2-40B4-BE49-F238E27FC236}">
                <a16:creationId xmlns:a16="http://schemas.microsoft.com/office/drawing/2014/main" id="{FB9E6815-7519-45C8-918E-55A988D5A1DA}"/>
              </a:ext>
            </a:extLst>
          </p:cNvPr>
          <p:cNvSpPr>
            <a:spLocks noGrp="1"/>
          </p:cNvSpPr>
          <p:nvPr/>
        </p:nvSpPr>
        <p:spPr>
          <a:xfrm>
            <a:off x="8748502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7" name="data_6338">
            <a:extLst>
              <a:ext uri="{FF2B5EF4-FFF2-40B4-BE49-F238E27FC236}">
                <a16:creationId xmlns:a16="http://schemas.microsoft.com/office/drawing/2014/main" id="{0F7332E4-8E8C-4974-BFF1-E3005303CA13}"/>
              </a:ext>
            </a:extLst>
          </p:cNvPr>
          <p:cNvSpPr>
            <a:spLocks noGrp="1"/>
          </p:cNvSpPr>
          <p:nvPr/>
        </p:nvSpPr>
        <p:spPr>
          <a:xfrm>
            <a:off x="8786388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8" name="data_6339">
            <a:extLst>
              <a:ext uri="{FF2B5EF4-FFF2-40B4-BE49-F238E27FC236}">
                <a16:creationId xmlns:a16="http://schemas.microsoft.com/office/drawing/2014/main" id="{0023045E-98D5-4F0C-8979-AE2FDE3B3120}"/>
              </a:ext>
            </a:extLst>
          </p:cNvPr>
          <p:cNvSpPr>
            <a:spLocks noGrp="1"/>
          </p:cNvSpPr>
          <p:nvPr/>
        </p:nvSpPr>
        <p:spPr>
          <a:xfrm>
            <a:off x="870494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9" name="data_6340">
            <a:extLst>
              <a:ext uri="{FF2B5EF4-FFF2-40B4-BE49-F238E27FC236}">
                <a16:creationId xmlns:a16="http://schemas.microsoft.com/office/drawing/2014/main" id="{063C529D-BBBB-4FD5-BB68-180650AAC077}"/>
              </a:ext>
            </a:extLst>
          </p:cNvPr>
          <p:cNvSpPr>
            <a:spLocks noGrp="1"/>
          </p:cNvSpPr>
          <p:nvPr/>
        </p:nvSpPr>
        <p:spPr>
          <a:xfrm>
            <a:off x="8784358" y="24221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0" name="data_6341">
            <a:extLst>
              <a:ext uri="{FF2B5EF4-FFF2-40B4-BE49-F238E27FC236}">
                <a16:creationId xmlns:a16="http://schemas.microsoft.com/office/drawing/2014/main" id="{FB72463F-F0DC-40D1-BC8E-3BE424233DBC}"/>
              </a:ext>
            </a:extLst>
          </p:cNvPr>
          <p:cNvSpPr>
            <a:spLocks noGrp="1"/>
          </p:cNvSpPr>
          <p:nvPr/>
        </p:nvSpPr>
        <p:spPr>
          <a:xfrm>
            <a:off x="8796437" y="3042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1" name="data_6342">
            <a:extLst>
              <a:ext uri="{FF2B5EF4-FFF2-40B4-BE49-F238E27FC236}">
                <a16:creationId xmlns:a16="http://schemas.microsoft.com/office/drawing/2014/main" id="{B70BCECC-68A8-4835-8D34-A1F4DE9DF58A}"/>
              </a:ext>
            </a:extLst>
          </p:cNvPr>
          <p:cNvSpPr>
            <a:spLocks noGrp="1"/>
          </p:cNvSpPr>
          <p:nvPr/>
        </p:nvSpPr>
        <p:spPr>
          <a:xfrm>
            <a:off x="8804094" y="2829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2" name="data_6343">
            <a:extLst>
              <a:ext uri="{FF2B5EF4-FFF2-40B4-BE49-F238E27FC236}">
                <a16:creationId xmlns:a16="http://schemas.microsoft.com/office/drawing/2014/main" id="{7F2A74C0-9A29-40CE-9419-2C7D816881A5}"/>
              </a:ext>
            </a:extLst>
          </p:cNvPr>
          <p:cNvSpPr>
            <a:spLocks noGrp="1"/>
          </p:cNvSpPr>
          <p:nvPr/>
        </p:nvSpPr>
        <p:spPr>
          <a:xfrm>
            <a:off x="8796333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3" name="data_6344">
            <a:extLst>
              <a:ext uri="{FF2B5EF4-FFF2-40B4-BE49-F238E27FC236}">
                <a16:creationId xmlns:a16="http://schemas.microsoft.com/office/drawing/2014/main" id="{AE847533-CFFA-440E-841E-6A9A5264257B}"/>
              </a:ext>
            </a:extLst>
          </p:cNvPr>
          <p:cNvSpPr>
            <a:spLocks noGrp="1"/>
          </p:cNvSpPr>
          <p:nvPr/>
        </p:nvSpPr>
        <p:spPr>
          <a:xfrm>
            <a:off x="87374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4" name="data_6345">
            <a:extLst>
              <a:ext uri="{FF2B5EF4-FFF2-40B4-BE49-F238E27FC236}">
                <a16:creationId xmlns:a16="http://schemas.microsoft.com/office/drawing/2014/main" id="{3A595317-D1B1-4E52-99AD-85DB743744D5}"/>
              </a:ext>
            </a:extLst>
          </p:cNvPr>
          <p:cNvSpPr>
            <a:spLocks noGrp="1"/>
          </p:cNvSpPr>
          <p:nvPr/>
        </p:nvSpPr>
        <p:spPr>
          <a:xfrm>
            <a:off x="871137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5" name="data_6346">
            <a:extLst>
              <a:ext uri="{FF2B5EF4-FFF2-40B4-BE49-F238E27FC236}">
                <a16:creationId xmlns:a16="http://schemas.microsoft.com/office/drawing/2014/main" id="{A7A4E904-8183-4FF6-B4E7-7366B7A81D64}"/>
              </a:ext>
            </a:extLst>
          </p:cNvPr>
          <p:cNvSpPr>
            <a:spLocks noGrp="1"/>
          </p:cNvSpPr>
          <p:nvPr/>
        </p:nvSpPr>
        <p:spPr>
          <a:xfrm>
            <a:off x="8806165" y="3700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6" name="data_6347">
            <a:extLst>
              <a:ext uri="{FF2B5EF4-FFF2-40B4-BE49-F238E27FC236}">
                <a16:creationId xmlns:a16="http://schemas.microsoft.com/office/drawing/2014/main" id="{66A2F770-31AF-4D95-85C1-2A7A05AD3E42}"/>
              </a:ext>
            </a:extLst>
          </p:cNvPr>
          <p:cNvSpPr>
            <a:spLocks noGrp="1"/>
          </p:cNvSpPr>
          <p:nvPr/>
        </p:nvSpPr>
        <p:spPr>
          <a:xfrm>
            <a:off x="878766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7" name="data_6348">
            <a:extLst>
              <a:ext uri="{FF2B5EF4-FFF2-40B4-BE49-F238E27FC236}">
                <a16:creationId xmlns:a16="http://schemas.microsoft.com/office/drawing/2014/main" id="{47097879-FECD-4839-80FC-2E6B0BD2EBDB}"/>
              </a:ext>
            </a:extLst>
          </p:cNvPr>
          <p:cNvSpPr>
            <a:spLocks noGrp="1"/>
          </p:cNvSpPr>
          <p:nvPr/>
        </p:nvSpPr>
        <p:spPr>
          <a:xfrm>
            <a:off x="877349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8" name="data_6349">
            <a:extLst>
              <a:ext uri="{FF2B5EF4-FFF2-40B4-BE49-F238E27FC236}">
                <a16:creationId xmlns:a16="http://schemas.microsoft.com/office/drawing/2014/main" id="{D5DABA17-1F83-42D5-8003-1735EAED3AED}"/>
              </a:ext>
            </a:extLst>
          </p:cNvPr>
          <p:cNvSpPr>
            <a:spLocks noGrp="1"/>
          </p:cNvSpPr>
          <p:nvPr/>
        </p:nvSpPr>
        <p:spPr>
          <a:xfrm>
            <a:off x="877160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9" name="data_6350">
            <a:extLst>
              <a:ext uri="{FF2B5EF4-FFF2-40B4-BE49-F238E27FC236}">
                <a16:creationId xmlns:a16="http://schemas.microsoft.com/office/drawing/2014/main" id="{790CCFFC-A43B-4403-856E-1480AAADDCF0}"/>
              </a:ext>
            </a:extLst>
          </p:cNvPr>
          <p:cNvSpPr>
            <a:spLocks noGrp="1"/>
          </p:cNvSpPr>
          <p:nvPr/>
        </p:nvSpPr>
        <p:spPr>
          <a:xfrm>
            <a:off x="875753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0" name="data_6351">
            <a:extLst>
              <a:ext uri="{FF2B5EF4-FFF2-40B4-BE49-F238E27FC236}">
                <a16:creationId xmlns:a16="http://schemas.microsoft.com/office/drawing/2014/main" id="{2C4D6D81-A3C5-4F14-8B3D-3D9ED36EE18A}"/>
              </a:ext>
            </a:extLst>
          </p:cNvPr>
          <p:cNvSpPr>
            <a:spLocks noGrp="1"/>
          </p:cNvSpPr>
          <p:nvPr/>
        </p:nvSpPr>
        <p:spPr>
          <a:xfrm>
            <a:off x="87549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1" name="data_6352">
            <a:extLst>
              <a:ext uri="{FF2B5EF4-FFF2-40B4-BE49-F238E27FC236}">
                <a16:creationId xmlns:a16="http://schemas.microsoft.com/office/drawing/2014/main" id="{5F11B5F3-2065-4004-86E5-ED99802AE0E8}"/>
              </a:ext>
            </a:extLst>
          </p:cNvPr>
          <p:cNvSpPr>
            <a:spLocks noGrp="1"/>
          </p:cNvSpPr>
          <p:nvPr/>
        </p:nvSpPr>
        <p:spPr>
          <a:xfrm>
            <a:off x="878655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2" name="data_6353">
            <a:extLst>
              <a:ext uri="{FF2B5EF4-FFF2-40B4-BE49-F238E27FC236}">
                <a16:creationId xmlns:a16="http://schemas.microsoft.com/office/drawing/2014/main" id="{145AB1EE-F23E-4F36-A717-D13C374AE041}"/>
              </a:ext>
            </a:extLst>
          </p:cNvPr>
          <p:cNvSpPr>
            <a:spLocks noGrp="1"/>
          </p:cNvSpPr>
          <p:nvPr/>
        </p:nvSpPr>
        <p:spPr>
          <a:xfrm>
            <a:off x="880602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3" name="data_6354">
            <a:extLst>
              <a:ext uri="{FF2B5EF4-FFF2-40B4-BE49-F238E27FC236}">
                <a16:creationId xmlns:a16="http://schemas.microsoft.com/office/drawing/2014/main" id="{851A9918-DAF5-41CA-9CDE-3BC4D021083A}"/>
              </a:ext>
            </a:extLst>
          </p:cNvPr>
          <p:cNvSpPr>
            <a:spLocks noGrp="1"/>
          </p:cNvSpPr>
          <p:nvPr/>
        </p:nvSpPr>
        <p:spPr>
          <a:xfrm>
            <a:off x="8715476" y="26457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4" name="data_6355">
            <a:extLst>
              <a:ext uri="{FF2B5EF4-FFF2-40B4-BE49-F238E27FC236}">
                <a16:creationId xmlns:a16="http://schemas.microsoft.com/office/drawing/2014/main" id="{0870541C-9666-4CF4-80B9-2F54886BE1CD}"/>
              </a:ext>
            </a:extLst>
          </p:cNvPr>
          <p:cNvSpPr>
            <a:spLocks noGrp="1"/>
          </p:cNvSpPr>
          <p:nvPr/>
        </p:nvSpPr>
        <p:spPr>
          <a:xfrm>
            <a:off x="87473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5" name="data_6356">
            <a:extLst>
              <a:ext uri="{FF2B5EF4-FFF2-40B4-BE49-F238E27FC236}">
                <a16:creationId xmlns:a16="http://schemas.microsoft.com/office/drawing/2014/main" id="{D34A5C21-72CC-41F0-AA83-C0C4777936CB}"/>
              </a:ext>
            </a:extLst>
          </p:cNvPr>
          <p:cNvSpPr>
            <a:spLocks noGrp="1"/>
          </p:cNvSpPr>
          <p:nvPr/>
        </p:nvSpPr>
        <p:spPr>
          <a:xfrm>
            <a:off x="8722686" y="23704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6" name="data_6357">
            <a:extLst>
              <a:ext uri="{FF2B5EF4-FFF2-40B4-BE49-F238E27FC236}">
                <a16:creationId xmlns:a16="http://schemas.microsoft.com/office/drawing/2014/main" id="{36F8D1A9-B41E-4E12-8A63-20E5AD5DD99C}"/>
              </a:ext>
            </a:extLst>
          </p:cNvPr>
          <p:cNvSpPr>
            <a:spLocks noGrp="1"/>
          </p:cNvSpPr>
          <p:nvPr/>
        </p:nvSpPr>
        <p:spPr>
          <a:xfrm>
            <a:off x="8787027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7" name="data_6358">
            <a:extLst>
              <a:ext uri="{FF2B5EF4-FFF2-40B4-BE49-F238E27FC236}">
                <a16:creationId xmlns:a16="http://schemas.microsoft.com/office/drawing/2014/main" id="{2CDFA61C-924F-4F5C-A74C-69810BFFB8EF}"/>
              </a:ext>
            </a:extLst>
          </p:cNvPr>
          <p:cNvSpPr>
            <a:spLocks noGrp="1"/>
          </p:cNvSpPr>
          <p:nvPr/>
        </p:nvSpPr>
        <p:spPr>
          <a:xfrm>
            <a:off x="873132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8" name="data_6359">
            <a:extLst>
              <a:ext uri="{FF2B5EF4-FFF2-40B4-BE49-F238E27FC236}">
                <a16:creationId xmlns:a16="http://schemas.microsoft.com/office/drawing/2014/main" id="{8C2437C9-67FA-41B1-9BDF-4C52B906401C}"/>
              </a:ext>
            </a:extLst>
          </p:cNvPr>
          <p:cNvSpPr>
            <a:spLocks noGrp="1"/>
          </p:cNvSpPr>
          <p:nvPr/>
        </p:nvSpPr>
        <p:spPr>
          <a:xfrm>
            <a:off x="8710676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9" name="data_6360">
            <a:extLst>
              <a:ext uri="{FF2B5EF4-FFF2-40B4-BE49-F238E27FC236}">
                <a16:creationId xmlns:a16="http://schemas.microsoft.com/office/drawing/2014/main" id="{5A2F448D-8D87-47F2-8E3A-2D3FEEF37656}"/>
              </a:ext>
            </a:extLst>
          </p:cNvPr>
          <p:cNvSpPr>
            <a:spLocks noGrp="1"/>
          </p:cNvSpPr>
          <p:nvPr/>
        </p:nvSpPr>
        <p:spPr>
          <a:xfrm>
            <a:off x="8754684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0" name="data_6361">
            <a:extLst>
              <a:ext uri="{FF2B5EF4-FFF2-40B4-BE49-F238E27FC236}">
                <a16:creationId xmlns:a16="http://schemas.microsoft.com/office/drawing/2014/main" id="{089B56D1-84F7-414F-A7D3-15B838D8AFAC}"/>
              </a:ext>
            </a:extLst>
          </p:cNvPr>
          <p:cNvSpPr>
            <a:spLocks noGrp="1"/>
          </p:cNvSpPr>
          <p:nvPr/>
        </p:nvSpPr>
        <p:spPr>
          <a:xfrm>
            <a:off x="876116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1" name="data_6362">
            <a:extLst>
              <a:ext uri="{FF2B5EF4-FFF2-40B4-BE49-F238E27FC236}">
                <a16:creationId xmlns:a16="http://schemas.microsoft.com/office/drawing/2014/main" id="{BE220DC4-0113-4F68-B461-BB2FE0E272CE}"/>
              </a:ext>
            </a:extLst>
          </p:cNvPr>
          <p:cNvSpPr>
            <a:spLocks noGrp="1"/>
          </p:cNvSpPr>
          <p:nvPr/>
        </p:nvSpPr>
        <p:spPr>
          <a:xfrm>
            <a:off x="879344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2" name="data_6363">
            <a:extLst>
              <a:ext uri="{FF2B5EF4-FFF2-40B4-BE49-F238E27FC236}">
                <a16:creationId xmlns:a16="http://schemas.microsoft.com/office/drawing/2014/main" id="{0DFD41B3-2CBC-447A-932D-3CDB882F7E7C}"/>
              </a:ext>
            </a:extLst>
          </p:cNvPr>
          <p:cNvSpPr>
            <a:spLocks noGrp="1"/>
          </p:cNvSpPr>
          <p:nvPr/>
        </p:nvSpPr>
        <p:spPr>
          <a:xfrm>
            <a:off x="876520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3" name="data_6364">
            <a:extLst>
              <a:ext uri="{FF2B5EF4-FFF2-40B4-BE49-F238E27FC236}">
                <a16:creationId xmlns:a16="http://schemas.microsoft.com/office/drawing/2014/main" id="{FD07C11E-A1BF-4DC5-9E8E-8A377EEC85AA}"/>
              </a:ext>
            </a:extLst>
          </p:cNvPr>
          <p:cNvSpPr>
            <a:spLocks noGrp="1"/>
          </p:cNvSpPr>
          <p:nvPr/>
        </p:nvSpPr>
        <p:spPr>
          <a:xfrm>
            <a:off x="879267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4" name="data_6365">
            <a:extLst>
              <a:ext uri="{FF2B5EF4-FFF2-40B4-BE49-F238E27FC236}">
                <a16:creationId xmlns:a16="http://schemas.microsoft.com/office/drawing/2014/main" id="{DFD7694F-5060-4BD0-A492-5208C4425242}"/>
              </a:ext>
            </a:extLst>
          </p:cNvPr>
          <p:cNvSpPr>
            <a:spLocks noGrp="1"/>
          </p:cNvSpPr>
          <p:nvPr/>
        </p:nvSpPr>
        <p:spPr>
          <a:xfrm>
            <a:off x="8724731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5" name="data_6366">
            <a:extLst>
              <a:ext uri="{FF2B5EF4-FFF2-40B4-BE49-F238E27FC236}">
                <a16:creationId xmlns:a16="http://schemas.microsoft.com/office/drawing/2014/main" id="{8A376A0C-D5A0-47F8-8852-B10B5BF8F483}"/>
              </a:ext>
            </a:extLst>
          </p:cNvPr>
          <p:cNvSpPr>
            <a:spLocks noGrp="1"/>
          </p:cNvSpPr>
          <p:nvPr/>
        </p:nvSpPr>
        <p:spPr>
          <a:xfrm>
            <a:off x="8807623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6" name="data_6367">
            <a:extLst>
              <a:ext uri="{FF2B5EF4-FFF2-40B4-BE49-F238E27FC236}">
                <a16:creationId xmlns:a16="http://schemas.microsoft.com/office/drawing/2014/main" id="{07D57186-3EEB-4447-87DE-9BA19D45959F}"/>
              </a:ext>
            </a:extLst>
          </p:cNvPr>
          <p:cNvSpPr>
            <a:spLocks noGrp="1"/>
          </p:cNvSpPr>
          <p:nvPr/>
        </p:nvSpPr>
        <p:spPr>
          <a:xfrm>
            <a:off x="8747321" y="224816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7" name="data_6368">
            <a:extLst>
              <a:ext uri="{FF2B5EF4-FFF2-40B4-BE49-F238E27FC236}">
                <a16:creationId xmlns:a16="http://schemas.microsoft.com/office/drawing/2014/main" id="{0BBEFE6B-EA92-4442-957C-D1A37217F5B8}"/>
              </a:ext>
            </a:extLst>
          </p:cNvPr>
          <p:cNvSpPr>
            <a:spLocks noGrp="1"/>
          </p:cNvSpPr>
          <p:nvPr/>
        </p:nvSpPr>
        <p:spPr>
          <a:xfrm>
            <a:off x="8765883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8" name="data_6369">
            <a:extLst>
              <a:ext uri="{FF2B5EF4-FFF2-40B4-BE49-F238E27FC236}">
                <a16:creationId xmlns:a16="http://schemas.microsoft.com/office/drawing/2014/main" id="{067C66F7-BDA9-407B-8292-DAFE1CE0CE45}"/>
              </a:ext>
            </a:extLst>
          </p:cNvPr>
          <p:cNvSpPr>
            <a:spLocks noGrp="1"/>
          </p:cNvSpPr>
          <p:nvPr/>
        </p:nvSpPr>
        <p:spPr>
          <a:xfrm>
            <a:off x="871732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9" name="data_6370">
            <a:extLst>
              <a:ext uri="{FF2B5EF4-FFF2-40B4-BE49-F238E27FC236}">
                <a16:creationId xmlns:a16="http://schemas.microsoft.com/office/drawing/2014/main" id="{5F2447B9-440A-4B8D-9619-6D4545857D4E}"/>
              </a:ext>
            </a:extLst>
          </p:cNvPr>
          <p:cNvSpPr>
            <a:spLocks noGrp="1"/>
          </p:cNvSpPr>
          <p:nvPr/>
        </p:nvSpPr>
        <p:spPr>
          <a:xfrm>
            <a:off x="8763685" y="31962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0" name="data_6371">
            <a:extLst>
              <a:ext uri="{FF2B5EF4-FFF2-40B4-BE49-F238E27FC236}">
                <a16:creationId xmlns:a16="http://schemas.microsoft.com/office/drawing/2014/main" id="{7FA6B58B-C0D4-4752-9D2C-4B65E643E8CF}"/>
              </a:ext>
            </a:extLst>
          </p:cNvPr>
          <p:cNvSpPr>
            <a:spLocks noGrp="1"/>
          </p:cNvSpPr>
          <p:nvPr/>
        </p:nvSpPr>
        <p:spPr>
          <a:xfrm>
            <a:off x="871887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1" name="data_6372">
            <a:extLst>
              <a:ext uri="{FF2B5EF4-FFF2-40B4-BE49-F238E27FC236}">
                <a16:creationId xmlns:a16="http://schemas.microsoft.com/office/drawing/2014/main" id="{6172647C-BC06-40D9-A63A-057AD3B52E83}"/>
              </a:ext>
            </a:extLst>
          </p:cNvPr>
          <p:cNvSpPr>
            <a:spLocks noGrp="1"/>
          </p:cNvSpPr>
          <p:nvPr/>
        </p:nvSpPr>
        <p:spPr>
          <a:xfrm>
            <a:off x="87474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2" name="data_6373">
            <a:extLst>
              <a:ext uri="{FF2B5EF4-FFF2-40B4-BE49-F238E27FC236}">
                <a16:creationId xmlns:a16="http://schemas.microsoft.com/office/drawing/2014/main" id="{B2057BC1-6EDD-4CB6-825D-A58D114529EF}"/>
              </a:ext>
            </a:extLst>
          </p:cNvPr>
          <p:cNvSpPr>
            <a:spLocks noGrp="1"/>
          </p:cNvSpPr>
          <p:nvPr/>
        </p:nvSpPr>
        <p:spPr>
          <a:xfrm>
            <a:off x="873783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3" name="data_6374">
            <a:extLst>
              <a:ext uri="{FF2B5EF4-FFF2-40B4-BE49-F238E27FC236}">
                <a16:creationId xmlns:a16="http://schemas.microsoft.com/office/drawing/2014/main" id="{B61BED1D-548C-480A-8BBB-38AE8D84AE6C}"/>
              </a:ext>
            </a:extLst>
          </p:cNvPr>
          <p:cNvSpPr>
            <a:spLocks noGrp="1"/>
          </p:cNvSpPr>
          <p:nvPr/>
        </p:nvSpPr>
        <p:spPr>
          <a:xfrm>
            <a:off x="879191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4" name="data_6375">
            <a:extLst>
              <a:ext uri="{FF2B5EF4-FFF2-40B4-BE49-F238E27FC236}">
                <a16:creationId xmlns:a16="http://schemas.microsoft.com/office/drawing/2014/main" id="{73DCEBE4-BBB4-4FC1-B0F2-78AC349814D8}"/>
              </a:ext>
            </a:extLst>
          </p:cNvPr>
          <p:cNvSpPr>
            <a:spLocks noGrp="1"/>
          </p:cNvSpPr>
          <p:nvPr/>
        </p:nvSpPr>
        <p:spPr>
          <a:xfrm>
            <a:off x="880203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5" name="data_6376">
            <a:extLst>
              <a:ext uri="{FF2B5EF4-FFF2-40B4-BE49-F238E27FC236}">
                <a16:creationId xmlns:a16="http://schemas.microsoft.com/office/drawing/2014/main" id="{2BB3B96E-5EFF-42FA-9190-528EC3B05B01}"/>
              </a:ext>
            </a:extLst>
          </p:cNvPr>
          <p:cNvSpPr>
            <a:spLocks noGrp="1"/>
          </p:cNvSpPr>
          <p:nvPr/>
        </p:nvSpPr>
        <p:spPr>
          <a:xfrm>
            <a:off x="879234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6" name="data_6377">
            <a:extLst>
              <a:ext uri="{FF2B5EF4-FFF2-40B4-BE49-F238E27FC236}">
                <a16:creationId xmlns:a16="http://schemas.microsoft.com/office/drawing/2014/main" id="{305AFDC8-06A7-4C56-A302-BAC3DAE08449}"/>
              </a:ext>
            </a:extLst>
          </p:cNvPr>
          <p:cNvSpPr>
            <a:spLocks noGrp="1"/>
          </p:cNvSpPr>
          <p:nvPr/>
        </p:nvSpPr>
        <p:spPr>
          <a:xfrm>
            <a:off x="871897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7" name="data_6378">
            <a:extLst>
              <a:ext uri="{FF2B5EF4-FFF2-40B4-BE49-F238E27FC236}">
                <a16:creationId xmlns:a16="http://schemas.microsoft.com/office/drawing/2014/main" id="{5EE488CE-8475-4C08-9A90-C26EF046A20B}"/>
              </a:ext>
            </a:extLst>
          </p:cNvPr>
          <p:cNvSpPr>
            <a:spLocks noGrp="1"/>
          </p:cNvSpPr>
          <p:nvPr/>
        </p:nvSpPr>
        <p:spPr>
          <a:xfrm>
            <a:off x="870373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8" name="data_6379">
            <a:extLst>
              <a:ext uri="{FF2B5EF4-FFF2-40B4-BE49-F238E27FC236}">
                <a16:creationId xmlns:a16="http://schemas.microsoft.com/office/drawing/2014/main" id="{6420E96C-1500-4614-BD2C-124BA4D45262}"/>
              </a:ext>
            </a:extLst>
          </p:cNvPr>
          <p:cNvSpPr>
            <a:spLocks noGrp="1"/>
          </p:cNvSpPr>
          <p:nvPr/>
        </p:nvSpPr>
        <p:spPr>
          <a:xfrm>
            <a:off x="8803350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9" name="data_6380">
            <a:extLst>
              <a:ext uri="{FF2B5EF4-FFF2-40B4-BE49-F238E27FC236}">
                <a16:creationId xmlns:a16="http://schemas.microsoft.com/office/drawing/2014/main" id="{3F93B688-310C-4728-8D74-26BC7469058F}"/>
              </a:ext>
            </a:extLst>
          </p:cNvPr>
          <p:cNvSpPr>
            <a:spLocks noGrp="1"/>
          </p:cNvSpPr>
          <p:nvPr/>
        </p:nvSpPr>
        <p:spPr>
          <a:xfrm>
            <a:off x="8743201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0" name="data_6381">
            <a:extLst>
              <a:ext uri="{FF2B5EF4-FFF2-40B4-BE49-F238E27FC236}">
                <a16:creationId xmlns:a16="http://schemas.microsoft.com/office/drawing/2014/main" id="{5799B618-2EB9-45BB-8AD9-1AB08175E437}"/>
              </a:ext>
            </a:extLst>
          </p:cNvPr>
          <p:cNvSpPr>
            <a:spLocks noGrp="1"/>
          </p:cNvSpPr>
          <p:nvPr/>
        </p:nvSpPr>
        <p:spPr>
          <a:xfrm>
            <a:off x="8798084" y="19805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1" name="data_6382">
            <a:extLst>
              <a:ext uri="{FF2B5EF4-FFF2-40B4-BE49-F238E27FC236}">
                <a16:creationId xmlns:a16="http://schemas.microsoft.com/office/drawing/2014/main" id="{ED79FD90-B524-4914-800E-FF21894FE64E}"/>
              </a:ext>
            </a:extLst>
          </p:cNvPr>
          <p:cNvSpPr>
            <a:spLocks noGrp="1"/>
          </p:cNvSpPr>
          <p:nvPr/>
        </p:nvSpPr>
        <p:spPr>
          <a:xfrm>
            <a:off x="870057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2" name="data_6383">
            <a:extLst>
              <a:ext uri="{FF2B5EF4-FFF2-40B4-BE49-F238E27FC236}">
                <a16:creationId xmlns:a16="http://schemas.microsoft.com/office/drawing/2014/main" id="{B342D6F3-46D6-4641-B69A-A6E0045BD500}"/>
              </a:ext>
            </a:extLst>
          </p:cNvPr>
          <p:cNvSpPr>
            <a:spLocks noGrp="1"/>
          </p:cNvSpPr>
          <p:nvPr/>
        </p:nvSpPr>
        <p:spPr>
          <a:xfrm>
            <a:off x="8798805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3" name="data_6384">
            <a:extLst>
              <a:ext uri="{FF2B5EF4-FFF2-40B4-BE49-F238E27FC236}">
                <a16:creationId xmlns:a16="http://schemas.microsoft.com/office/drawing/2014/main" id="{01B251F0-5C7C-4F22-951F-50CFF817A9BA}"/>
              </a:ext>
            </a:extLst>
          </p:cNvPr>
          <p:cNvSpPr>
            <a:spLocks noGrp="1"/>
          </p:cNvSpPr>
          <p:nvPr/>
        </p:nvSpPr>
        <p:spPr>
          <a:xfrm>
            <a:off x="879049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4" name="data_6385">
            <a:extLst>
              <a:ext uri="{FF2B5EF4-FFF2-40B4-BE49-F238E27FC236}">
                <a16:creationId xmlns:a16="http://schemas.microsoft.com/office/drawing/2014/main" id="{A47074F3-B701-40D1-8856-D7CB6F514DCD}"/>
              </a:ext>
            </a:extLst>
          </p:cNvPr>
          <p:cNvSpPr>
            <a:spLocks noGrp="1"/>
          </p:cNvSpPr>
          <p:nvPr/>
        </p:nvSpPr>
        <p:spPr>
          <a:xfrm>
            <a:off x="8796527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5" name="data_6386">
            <a:extLst>
              <a:ext uri="{FF2B5EF4-FFF2-40B4-BE49-F238E27FC236}">
                <a16:creationId xmlns:a16="http://schemas.microsoft.com/office/drawing/2014/main" id="{79625937-10E4-4A22-9083-D12DBEF85D7F}"/>
              </a:ext>
            </a:extLst>
          </p:cNvPr>
          <p:cNvSpPr>
            <a:spLocks noGrp="1"/>
          </p:cNvSpPr>
          <p:nvPr/>
        </p:nvSpPr>
        <p:spPr>
          <a:xfrm>
            <a:off x="8789984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6" name="data_6387">
            <a:extLst>
              <a:ext uri="{FF2B5EF4-FFF2-40B4-BE49-F238E27FC236}">
                <a16:creationId xmlns:a16="http://schemas.microsoft.com/office/drawing/2014/main" id="{1FC3AE63-3B64-404F-89B9-13FE26FDD128}"/>
              </a:ext>
            </a:extLst>
          </p:cNvPr>
          <p:cNvSpPr>
            <a:spLocks noGrp="1"/>
          </p:cNvSpPr>
          <p:nvPr/>
        </p:nvSpPr>
        <p:spPr>
          <a:xfrm>
            <a:off x="8722706" y="26856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7" name="data_6388">
            <a:extLst>
              <a:ext uri="{FF2B5EF4-FFF2-40B4-BE49-F238E27FC236}">
                <a16:creationId xmlns:a16="http://schemas.microsoft.com/office/drawing/2014/main" id="{28AB5059-A832-44D8-AD3B-3F512588D1A2}"/>
              </a:ext>
            </a:extLst>
          </p:cNvPr>
          <p:cNvSpPr>
            <a:spLocks noGrp="1"/>
          </p:cNvSpPr>
          <p:nvPr/>
        </p:nvSpPr>
        <p:spPr>
          <a:xfrm>
            <a:off x="8702908" y="26763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8" name="data_6389">
            <a:extLst>
              <a:ext uri="{FF2B5EF4-FFF2-40B4-BE49-F238E27FC236}">
                <a16:creationId xmlns:a16="http://schemas.microsoft.com/office/drawing/2014/main" id="{5F6A6C47-4582-4211-A7F4-93F46246937F}"/>
              </a:ext>
            </a:extLst>
          </p:cNvPr>
          <p:cNvSpPr>
            <a:spLocks noGrp="1"/>
          </p:cNvSpPr>
          <p:nvPr/>
        </p:nvSpPr>
        <p:spPr>
          <a:xfrm>
            <a:off x="8773067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9" name="data_6390">
            <a:extLst>
              <a:ext uri="{FF2B5EF4-FFF2-40B4-BE49-F238E27FC236}">
                <a16:creationId xmlns:a16="http://schemas.microsoft.com/office/drawing/2014/main" id="{5517302B-0016-4014-BF57-3292B971E318}"/>
              </a:ext>
            </a:extLst>
          </p:cNvPr>
          <p:cNvSpPr>
            <a:spLocks noGrp="1"/>
          </p:cNvSpPr>
          <p:nvPr/>
        </p:nvSpPr>
        <p:spPr>
          <a:xfrm>
            <a:off x="872704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0" name="data_6391">
            <a:extLst>
              <a:ext uri="{FF2B5EF4-FFF2-40B4-BE49-F238E27FC236}">
                <a16:creationId xmlns:a16="http://schemas.microsoft.com/office/drawing/2014/main" id="{8671F6E4-4485-4251-94B1-D8A5FE741E29}"/>
              </a:ext>
            </a:extLst>
          </p:cNvPr>
          <p:cNvSpPr>
            <a:spLocks noGrp="1"/>
          </p:cNvSpPr>
          <p:nvPr/>
        </p:nvSpPr>
        <p:spPr>
          <a:xfrm>
            <a:off x="874488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1" name="data_6392">
            <a:extLst>
              <a:ext uri="{FF2B5EF4-FFF2-40B4-BE49-F238E27FC236}">
                <a16:creationId xmlns:a16="http://schemas.microsoft.com/office/drawing/2014/main" id="{19F8981F-E443-4496-BBBF-78840E0BD54D}"/>
              </a:ext>
            </a:extLst>
          </p:cNvPr>
          <p:cNvSpPr>
            <a:spLocks noGrp="1"/>
          </p:cNvSpPr>
          <p:nvPr/>
        </p:nvSpPr>
        <p:spPr>
          <a:xfrm>
            <a:off x="8721783" y="36726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2" name="data_6393">
            <a:extLst>
              <a:ext uri="{FF2B5EF4-FFF2-40B4-BE49-F238E27FC236}">
                <a16:creationId xmlns:a16="http://schemas.microsoft.com/office/drawing/2014/main" id="{7242EF1B-A6D4-44EF-9E32-13444B4BEC3F}"/>
              </a:ext>
            </a:extLst>
          </p:cNvPr>
          <p:cNvSpPr>
            <a:spLocks noGrp="1"/>
          </p:cNvSpPr>
          <p:nvPr/>
        </p:nvSpPr>
        <p:spPr>
          <a:xfrm>
            <a:off x="880897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3" name="data_6394">
            <a:extLst>
              <a:ext uri="{FF2B5EF4-FFF2-40B4-BE49-F238E27FC236}">
                <a16:creationId xmlns:a16="http://schemas.microsoft.com/office/drawing/2014/main" id="{78F2BDC9-7112-4981-92EE-2607B3B3EEB1}"/>
              </a:ext>
            </a:extLst>
          </p:cNvPr>
          <p:cNvSpPr>
            <a:spLocks noGrp="1"/>
          </p:cNvSpPr>
          <p:nvPr/>
        </p:nvSpPr>
        <p:spPr>
          <a:xfrm>
            <a:off x="8745442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4" name="data_6395">
            <a:extLst>
              <a:ext uri="{FF2B5EF4-FFF2-40B4-BE49-F238E27FC236}">
                <a16:creationId xmlns:a16="http://schemas.microsoft.com/office/drawing/2014/main" id="{24803160-749C-4E2E-8D18-355C137D8C75}"/>
              </a:ext>
            </a:extLst>
          </p:cNvPr>
          <p:cNvSpPr>
            <a:spLocks noGrp="1"/>
          </p:cNvSpPr>
          <p:nvPr/>
        </p:nvSpPr>
        <p:spPr>
          <a:xfrm>
            <a:off x="8807819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5" name="data_6396">
            <a:extLst>
              <a:ext uri="{FF2B5EF4-FFF2-40B4-BE49-F238E27FC236}">
                <a16:creationId xmlns:a16="http://schemas.microsoft.com/office/drawing/2014/main" id="{AA04D414-B77E-442A-99DF-0EDBD4BE1FF1}"/>
              </a:ext>
            </a:extLst>
          </p:cNvPr>
          <p:cNvSpPr>
            <a:spLocks noGrp="1"/>
          </p:cNvSpPr>
          <p:nvPr/>
        </p:nvSpPr>
        <p:spPr>
          <a:xfrm>
            <a:off x="875456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6" name="data_6397">
            <a:extLst>
              <a:ext uri="{FF2B5EF4-FFF2-40B4-BE49-F238E27FC236}">
                <a16:creationId xmlns:a16="http://schemas.microsoft.com/office/drawing/2014/main" id="{DA6AEF4C-41BB-4771-80CB-3C90ED68F7A8}"/>
              </a:ext>
            </a:extLst>
          </p:cNvPr>
          <p:cNvSpPr>
            <a:spLocks noGrp="1"/>
          </p:cNvSpPr>
          <p:nvPr/>
        </p:nvSpPr>
        <p:spPr>
          <a:xfrm>
            <a:off x="873860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7" name="data_6398">
            <a:extLst>
              <a:ext uri="{FF2B5EF4-FFF2-40B4-BE49-F238E27FC236}">
                <a16:creationId xmlns:a16="http://schemas.microsoft.com/office/drawing/2014/main" id="{1C0BBF99-B27E-4583-B867-5709E9BC11EA}"/>
              </a:ext>
            </a:extLst>
          </p:cNvPr>
          <p:cNvSpPr>
            <a:spLocks noGrp="1"/>
          </p:cNvSpPr>
          <p:nvPr/>
        </p:nvSpPr>
        <p:spPr>
          <a:xfrm>
            <a:off x="8764460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8" name="data_6399">
            <a:extLst>
              <a:ext uri="{FF2B5EF4-FFF2-40B4-BE49-F238E27FC236}">
                <a16:creationId xmlns:a16="http://schemas.microsoft.com/office/drawing/2014/main" id="{0A6906EA-C0E0-4B70-A9FC-98842304260A}"/>
              </a:ext>
            </a:extLst>
          </p:cNvPr>
          <p:cNvSpPr>
            <a:spLocks noGrp="1"/>
          </p:cNvSpPr>
          <p:nvPr/>
        </p:nvSpPr>
        <p:spPr>
          <a:xfrm>
            <a:off x="880026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9" name="data_6400">
            <a:extLst>
              <a:ext uri="{FF2B5EF4-FFF2-40B4-BE49-F238E27FC236}">
                <a16:creationId xmlns:a16="http://schemas.microsoft.com/office/drawing/2014/main" id="{83E8FF0E-A79F-43E9-A8D7-4999971D9F96}"/>
              </a:ext>
            </a:extLst>
          </p:cNvPr>
          <p:cNvSpPr>
            <a:spLocks noGrp="1"/>
          </p:cNvSpPr>
          <p:nvPr/>
        </p:nvSpPr>
        <p:spPr>
          <a:xfrm>
            <a:off x="8785624" y="25610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0" name="data_6401">
            <a:extLst>
              <a:ext uri="{FF2B5EF4-FFF2-40B4-BE49-F238E27FC236}">
                <a16:creationId xmlns:a16="http://schemas.microsoft.com/office/drawing/2014/main" id="{CEEF00D9-C046-4708-B627-8873226FA6FE}"/>
              </a:ext>
            </a:extLst>
          </p:cNvPr>
          <p:cNvSpPr>
            <a:spLocks noGrp="1"/>
          </p:cNvSpPr>
          <p:nvPr/>
        </p:nvSpPr>
        <p:spPr>
          <a:xfrm>
            <a:off x="8754594" y="2141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1" name="data_6402">
            <a:extLst>
              <a:ext uri="{FF2B5EF4-FFF2-40B4-BE49-F238E27FC236}">
                <a16:creationId xmlns:a16="http://schemas.microsoft.com/office/drawing/2014/main" id="{90F13C8E-0823-430C-9574-A65B68BFEC81}"/>
              </a:ext>
            </a:extLst>
          </p:cNvPr>
          <p:cNvSpPr>
            <a:spLocks noGrp="1"/>
          </p:cNvSpPr>
          <p:nvPr/>
        </p:nvSpPr>
        <p:spPr>
          <a:xfrm>
            <a:off x="8755251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2" name="data_6403">
            <a:extLst>
              <a:ext uri="{FF2B5EF4-FFF2-40B4-BE49-F238E27FC236}">
                <a16:creationId xmlns:a16="http://schemas.microsoft.com/office/drawing/2014/main" id="{AC5E20F8-2C86-469F-9097-73F89A87A52D}"/>
              </a:ext>
            </a:extLst>
          </p:cNvPr>
          <p:cNvSpPr>
            <a:spLocks noGrp="1"/>
          </p:cNvSpPr>
          <p:nvPr/>
        </p:nvSpPr>
        <p:spPr>
          <a:xfrm>
            <a:off x="8735948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3" name="data_6404">
            <a:extLst>
              <a:ext uri="{FF2B5EF4-FFF2-40B4-BE49-F238E27FC236}">
                <a16:creationId xmlns:a16="http://schemas.microsoft.com/office/drawing/2014/main" id="{3653FF7E-94FF-4907-B3AB-C7F056BBAEDA}"/>
              </a:ext>
            </a:extLst>
          </p:cNvPr>
          <p:cNvSpPr>
            <a:spLocks noGrp="1"/>
          </p:cNvSpPr>
          <p:nvPr/>
        </p:nvSpPr>
        <p:spPr>
          <a:xfrm>
            <a:off x="8764664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4" name="data_6405">
            <a:extLst>
              <a:ext uri="{FF2B5EF4-FFF2-40B4-BE49-F238E27FC236}">
                <a16:creationId xmlns:a16="http://schemas.microsoft.com/office/drawing/2014/main" id="{6711FE63-A95B-485E-8151-AC58BF21B836}"/>
              </a:ext>
            </a:extLst>
          </p:cNvPr>
          <p:cNvSpPr>
            <a:spLocks noGrp="1"/>
          </p:cNvSpPr>
          <p:nvPr/>
        </p:nvSpPr>
        <p:spPr>
          <a:xfrm>
            <a:off x="8783218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5" name="data_6406">
            <a:extLst>
              <a:ext uri="{FF2B5EF4-FFF2-40B4-BE49-F238E27FC236}">
                <a16:creationId xmlns:a16="http://schemas.microsoft.com/office/drawing/2014/main" id="{1A72F231-179C-4F36-BAE6-542B013C30D0}"/>
              </a:ext>
            </a:extLst>
          </p:cNvPr>
          <p:cNvSpPr>
            <a:spLocks noGrp="1"/>
          </p:cNvSpPr>
          <p:nvPr/>
        </p:nvSpPr>
        <p:spPr>
          <a:xfrm>
            <a:off x="877636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6" name="data_6407">
            <a:extLst>
              <a:ext uri="{FF2B5EF4-FFF2-40B4-BE49-F238E27FC236}">
                <a16:creationId xmlns:a16="http://schemas.microsoft.com/office/drawing/2014/main" id="{14E568C7-41E2-4DEE-B506-126D48C5D7B5}"/>
              </a:ext>
            </a:extLst>
          </p:cNvPr>
          <p:cNvSpPr>
            <a:spLocks noGrp="1"/>
          </p:cNvSpPr>
          <p:nvPr/>
        </p:nvSpPr>
        <p:spPr>
          <a:xfrm>
            <a:off x="8769214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7" name="data_6408">
            <a:extLst>
              <a:ext uri="{FF2B5EF4-FFF2-40B4-BE49-F238E27FC236}">
                <a16:creationId xmlns:a16="http://schemas.microsoft.com/office/drawing/2014/main" id="{184799A8-3E44-4394-B73B-82EF591AEA65}"/>
              </a:ext>
            </a:extLst>
          </p:cNvPr>
          <p:cNvSpPr>
            <a:spLocks noGrp="1"/>
          </p:cNvSpPr>
          <p:nvPr/>
        </p:nvSpPr>
        <p:spPr>
          <a:xfrm>
            <a:off x="870307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8" name="data_6409">
            <a:extLst>
              <a:ext uri="{FF2B5EF4-FFF2-40B4-BE49-F238E27FC236}">
                <a16:creationId xmlns:a16="http://schemas.microsoft.com/office/drawing/2014/main" id="{E2136C7B-A6D6-497B-960A-E031D8842E80}"/>
              </a:ext>
            </a:extLst>
          </p:cNvPr>
          <p:cNvSpPr>
            <a:spLocks noGrp="1"/>
          </p:cNvSpPr>
          <p:nvPr/>
        </p:nvSpPr>
        <p:spPr>
          <a:xfrm>
            <a:off x="8709107" y="26702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9" name="data_6410">
            <a:extLst>
              <a:ext uri="{FF2B5EF4-FFF2-40B4-BE49-F238E27FC236}">
                <a16:creationId xmlns:a16="http://schemas.microsoft.com/office/drawing/2014/main" id="{053C6421-B1CE-432F-AA6F-A00B9BE1858A}"/>
              </a:ext>
            </a:extLst>
          </p:cNvPr>
          <p:cNvSpPr>
            <a:spLocks noGrp="1"/>
          </p:cNvSpPr>
          <p:nvPr/>
        </p:nvSpPr>
        <p:spPr>
          <a:xfrm>
            <a:off x="87532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0" name="data_6411">
            <a:extLst>
              <a:ext uri="{FF2B5EF4-FFF2-40B4-BE49-F238E27FC236}">
                <a16:creationId xmlns:a16="http://schemas.microsoft.com/office/drawing/2014/main" id="{24BAED20-37D2-4B7F-B0F5-52151A83D410}"/>
              </a:ext>
            </a:extLst>
          </p:cNvPr>
          <p:cNvSpPr>
            <a:spLocks noGrp="1"/>
          </p:cNvSpPr>
          <p:nvPr/>
        </p:nvSpPr>
        <p:spPr>
          <a:xfrm>
            <a:off x="8750448" y="33854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1" name="data_6412">
            <a:extLst>
              <a:ext uri="{FF2B5EF4-FFF2-40B4-BE49-F238E27FC236}">
                <a16:creationId xmlns:a16="http://schemas.microsoft.com/office/drawing/2014/main" id="{C58353CC-E1F2-4418-A6A6-25394C88A235}"/>
              </a:ext>
            </a:extLst>
          </p:cNvPr>
          <p:cNvSpPr>
            <a:spLocks noGrp="1"/>
          </p:cNvSpPr>
          <p:nvPr/>
        </p:nvSpPr>
        <p:spPr>
          <a:xfrm>
            <a:off x="870705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2" name="data_6413">
            <a:extLst>
              <a:ext uri="{FF2B5EF4-FFF2-40B4-BE49-F238E27FC236}">
                <a16:creationId xmlns:a16="http://schemas.microsoft.com/office/drawing/2014/main" id="{E311AE42-EF7B-4FDD-B56D-CC59F06FE0B5}"/>
              </a:ext>
            </a:extLst>
          </p:cNvPr>
          <p:cNvSpPr>
            <a:spLocks noGrp="1"/>
          </p:cNvSpPr>
          <p:nvPr/>
        </p:nvSpPr>
        <p:spPr>
          <a:xfrm>
            <a:off x="875662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3" name="data_6414">
            <a:extLst>
              <a:ext uri="{FF2B5EF4-FFF2-40B4-BE49-F238E27FC236}">
                <a16:creationId xmlns:a16="http://schemas.microsoft.com/office/drawing/2014/main" id="{F4435222-3B36-4ECC-A1BD-4E60096B2E80}"/>
              </a:ext>
            </a:extLst>
          </p:cNvPr>
          <p:cNvSpPr>
            <a:spLocks noGrp="1"/>
          </p:cNvSpPr>
          <p:nvPr/>
        </p:nvSpPr>
        <p:spPr>
          <a:xfrm>
            <a:off x="8808898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4" name="data_6415">
            <a:extLst>
              <a:ext uri="{FF2B5EF4-FFF2-40B4-BE49-F238E27FC236}">
                <a16:creationId xmlns:a16="http://schemas.microsoft.com/office/drawing/2014/main" id="{C3A71A0B-00D2-4602-9C34-3500968876E8}"/>
              </a:ext>
            </a:extLst>
          </p:cNvPr>
          <p:cNvSpPr>
            <a:spLocks noGrp="1"/>
          </p:cNvSpPr>
          <p:nvPr/>
        </p:nvSpPr>
        <p:spPr>
          <a:xfrm>
            <a:off x="871159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5" name="data_6416">
            <a:extLst>
              <a:ext uri="{FF2B5EF4-FFF2-40B4-BE49-F238E27FC236}">
                <a16:creationId xmlns:a16="http://schemas.microsoft.com/office/drawing/2014/main" id="{35808FEC-172F-4E85-9DE8-A43939251E1B}"/>
              </a:ext>
            </a:extLst>
          </p:cNvPr>
          <p:cNvSpPr>
            <a:spLocks noGrp="1"/>
          </p:cNvSpPr>
          <p:nvPr/>
        </p:nvSpPr>
        <p:spPr>
          <a:xfrm>
            <a:off x="8781777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6" name="data_6417">
            <a:extLst>
              <a:ext uri="{FF2B5EF4-FFF2-40B4-BE49-F238E27FC236}">
                <a16:creationId xmlns:a16="http://schemas.microsoft.com/office/drawing/2014/main" id="{2E016020-8CA0-49E0-A445-E4F71CA5E517}"/>
              </a:ext>
            </a:extLst>
          </p:cNvPr>
          <p:cNvSpPr>
            <a:spLocks noGrp="1"/>
          </p:cNvSpPr>
          <p:nvPr/>
        </p:nvSpPr>
        <p:spPr>
          <a:xfrm>
            <a:off x="877646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7" name="data_6418">
            <a:extLst>
              <a:ext uri="{FF2B5EF4-FFF2-40B4-BE49-F238E27FC236}">
                <a16:creationId xmlns:a16="http://schemas.microsoft.com/office/drawing/2014/main" id="{9CFEB3FF-8B04-4BB9-ADA6-E63EC4DD7292}"/>
              </a:ext>
            </a:extLst>
          </p:cNvPr>
          <p:cNvSpPr>
            <a:spLocks noGrp="1"/>
          </p:cNvSpPr>
          <p:nvPr/>
        </p:nvSpPr>
        <p:spPr>
          <a:xfrm>
            <a:off x="874933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8" name="data_6419">
            <a:extLst>
              <a:ext uri="{FF2B5EF4-FFF2-40B4-BE49-F238E27FC236}">
                <a16:creationId xmlns:a16="http://schemas.microsoft.com/office/drawing/2014/main" id="{428D27FB-51C4-4080-B177-9994E3F49C32}"/>
              </a:ext>
            </a:extLst>
          </p:cNvPr>
          <p:cNvSpPr>
            <a:spLocks noGrp="1"/>
          </p:cNvSpPr>
          <p:nvPr/>
        </p:nvSpPr>
        <p:spPr>
          <a:xfrm>
            <a:off x="8715015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9" name="data_6420">
            <a:extLst>
              <a:ext uri="{FF2B5EF4-FFF2-40B4-BE49-F238E27FC236}">
                <a16:creationId xmlns:a16="http://schemas.microsoft.com/office/drawing/2014/main" id="{40092FD8-1F6B-4ACA-A43E-816886B5B81F}"/>
              </a:ext>
            </a:extLst>
          </p:cNvPr>
          <p:cNvSpPr>
            <a:spLocks noGrp="1"/>
          </p:cNvSpPr>
          <p:nvPr/>
        </p:nvSpPr>
        <p:spPr>
          <a:xfrm>
            <a:off x="877144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0" name="data_6421">
            <a:extLst>
              <a:ext uri="{FF2B5EF4-FFF2-40B4-BE49-F238E27FC236}">
                <a16:creationId xmlns:a16="http://schemas.microsoft.com/office/drawing/2014/main" id="{D3032FD4-284E-476B-A5EF-DC3852384626}"/>
              </a:ext>
            </a:extLst>
          </p:cNvPr>
          <p:cNvSpPr>
            <a:spLocks noGrp="1"/>
          </p:cNvSpPr>
          <p:nvPr/>
        </p:nvSpPr>
        <p:spPr>
          <a:xfrm>
            <a:off x="8740017" y="2783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1" name="data_6422">
            <a:extLst>
              <a:ext uri="{FF2B5EF4-FFF2-40B4-BE49-F238E27FC236}">
                <a16:creationId xmlns:a16="http://schemas.microsoft.com/office/drawing/2014/main" id="{87E1E7F3-5459-4B6B-B119-302FBDD07D1F}"/>
              </a:ext>
            </a:extLst>
          </p:cNvPr>
          <p:cNvSpPr>
            <a:spLocks noGrp="1"/>
          </p:cNvSpPr>
          <p:nvPr/>
        </p:nvSpPr>
        <p:spPr>
          <a:xfrm>
            <a:off x="8782311" y="29439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2" name="data_6423">
            <a:extLst>
              <a:ext uri="{FF2B5EF4-FFF2-40B4-BE49-F238E27FC236}">
                <a16:creationId xmlns:a16="http://schemas.microsoft.com/office/drawing/2014/main" id="{D6C50D93-F301-47B1-9A57-3B0401C20EB6}"/>
              </a:ext>
            </a:extLst>
          </p:cNvPr>
          <p:cNvSpPr>
            <a:spLocks noGrp="1"/>
          </p:cNvSpPr>
          <p:nvPr/>
        </p:nvSpPr>
        <p:spPr>
          <a:xfrm>
            <a:off x="873776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3" name="data_6424">
            <a:extLst>
              <a:ext uri="{FF2B5EF4-FFF2-40B4-BE49-F238E27FC236}">
                <a16:creationId xmlns:a16="http://schemas.microsoft.com/office/drawing/2014/main" id="{C3B1753A-4274-44CA-B6DB-6892742E5AE8}"/>
              </a:ext>
            </a:extLst>
          </p:cNvPr>
          <p:cNvSpPr>
            <a:spLocks noGrp="1"/>
          </p:cNvSpPr>
          <p:nvPr/>
        </p:nvSpPr>
        <p:spPr>
          <a:xfrm>
            <a:off x="8794590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4" name="data_6425">
            <a:extLst>
              <a:ext uri="{FF2B5EF4-FFF2-40B4-BE49-F238E27FC236}">
                <a16:creationId xmlns:a16="http://schemas.microsoft.com/office/drawing/2014/main" id="{E68C4167-1629-4A63-9254-41EF58E49A6D}"/>
              </a:ext>
            </a:extLst>
          </p:cNvPr>
          <p:cNvSpPr>
            <a:spLocks noGrp="1"/>
          </p:cNvSpPr>
          <p:nvPr/>
        </p:nvSpPr>
        <p:spPr>
          <a:xfrm>
            <a:off x="8739479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5" name="data_6426">
            <a:extLst>
              <a:ext uri="{FF2B5EF4-FFF2-40B4-BE49-F238E27FC236}">
                <a16:creationId xmlns:a16="http://schemas.microsoft.com/office/drawing/2014/main" id="{38EBF44F-8800-4752-B5A9-7830726B5A1D}"/>
              </a:ext>
            </a:extLst>
          </p:cNvPr>
          <p:cNvSpPr>
            <a:spLocks noGrp="1"/>
          </p:cNvSpPr>
          <p:nvPr/>
        </p:nvSpPr>
        <p:spPr>
          <a:xfrm>
            <a:off x="872036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6" name="data_6427">
            <a:extLst>
              <a:ext uri="{FF2B5EF4-FFF2-40B4-BE49-F238E27FC236}">
                <a16:creationId xmlns:a16="http://schemas.microsoft.com/office/drawing/2014/main" id="{313516DB-9BF7-4B72-AEED-3863BA98A07D}"/>
              </a:ext>
            </a:extLst>
          </p:cNvPr>
          <p:cNvSpPr>
            <a:spLocks noGrp="1"/>
          </p:cNvSpPr>
          <p:nvPr/>
        </p:nvSpPr>
        <p:spPr>
          <a:xfrm>
            <a:off x="878125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7" name="data_6428">
            <a:extLst>
              <a:ext uri="{FF2B5EF4-FFF2-40B4-BE49-F238E27FC236}">
                <a16:creationId xmlns:a16="http://schemas.microsoft.com/office/drawing/2014/main" id="{4B288D20-738E-4CDB-9FCA-F4F02AEB9FCF}"/>
              </a:ext>
            </a:extLst>
          </p:cNvPr>
          <p:cNvSpPr>
            <a:spLocks noGrp="1"/>
          </p:cNvSpPr>
          <p:nvPr/>
        </p:nvSpPr>
        <p:spPr>
          <a:xfrm>
            <a:off x="8786152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8" name="data_6429">
            <a:extLst>
              <a:ext uri="{FF2B5EF4-FFF2-40B4-BE49-F238E27FC236}">
                <a16:creationId xmlns:a16="http://schemas.microsoft.com/office/drawing/2014/main" id="{D95FA6BE-34AC-4711-9FA5-C35DEE457F3C}"/>
              </a:ext>
            </a:extLst>
          </p:cNvPr>
          <p:cNvSpPr>
            <a:spLocks noGrp="1"/>
          </p:cNvSpPr>
          <p:nvPr/>
        </p:nvSpPr>
        <p:spPr>
          <a:xfrm>
            <a:off x="877704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9" name="data_6430">
            <a:extLst>
              <a:ext uri="{FF2B5EF4-FFF2-40B4-BE49-F238E27FC236}">
                <a16:creationId xmlns:a16="http://schemas.microsoft.com/office/drawing/2014/main" id="{B8F7F7DE-25F8-4523-908B-39C3F75CF780}"/>
              </a:ext>
            </a:extLst>
          </p:cNvPr>
          <p:cNvSpPr>
            <a:spLocks noGrp="1"/>
          </p:cNvSpPr>
          <p:nvPr/>
        </p:nvSpPr>
        <p:spPr>
          <a:xfrm>
            <a:off x="8752658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0" name="data_6431">
            <a:extLst>
              <a:ext uri="{FF2B5EF4-FFF2-40B4-BE49-F238E27FC236}">
                <a16:creationId xmlns:a16="http://schemas.microsoft.com/office/drawing/2014/main" id="{07B6783A-B64E-4F91-A1A3-444E9CF5FD20}"/>
              </a:ext>
            </a:extLst>
          </p:cNvPr>
          <p:cNvSpPr>
            <a:spLocks noGrp="1"/>
          </p:cNvSpPr>
          <p:nvPr/>
        </p:nvSpPr>
        <p:spPr>
          <a:xfrm>
            <a:off x="8758812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1" name="data_6432">
            <a:extLst>
              <a:ext uri="{FF2B5EF4-FFF2-40B4-BE49-F238E27FC236}">
                <a16:creationId xmlns:a16="http://schemas.microsoft.com/office/drawing/2014/main" id="{4B7AFB20-70DA-4CF6-A2E0-4574C52844B5}"/>
              </a:ext>
            </a:extLst>
          </p:cNvPr>
          <p:cNvSpPr>
            <a:spLocks noGrp="1"/>
          </p:cNvSpPr>
          <p:nvPr/>
        </p:nvSpPr>
        <p:spPr>
          <a:xfrm>
            <a:off x="875246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2" name="data_6433">
            <a:extLst>
              <a:ext uri="{FF2B5EF4-FFF2-40B4-BE49-F238E27FC236}">
                <a16:creationId xmlns:a16="http://schemas.microsoft.com/office/drawing/2014/main" id="{E8E41CBA-8F44-455C-B3B5-A2ABA1797E3F}"/>
              </a:ext>
            </a:extLst>
          </p:cNvPr>
          <p:cNvSpPr>
            <a:spLocks noGrp="1"/>
          </p:cNvSpPr>
          <p:nvPr/>
        </p:nvSpPr>
        <p:spPr>
          <a:xfrm>
            <a:off x="8804970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3" name="data_6434">
            <a:extLst>
              <a:ext uri="{FF2B5EF4-FFF2-40B4-BE49-F238E27FC236}">
                <a16:creationId xmlns:a16="http://schemas.microsoft.com/office/drawing/2014/main" id="{40C73AED-0BAB-4797-AEAB-C09973113DCC}"/>
              </a:ext>
            </a:extLst>
          </p:cNvPr>
          <p:cNvSpPr>
            <a:spLocks noGrp="1"/>
          </p:cNvSpPr>
          <p:nvPr/>
        </p:nvSpPr>
        <p:spPr>
          <a:xfrm>
            <a:off x="8794120" y="2569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4" name="data_6435">
            <a:extLst>
              <a:ext uri="{FF2B5EF4-FFF2-40B4-BE49-F238E27FC236}">
                <a16:creationId xmlns:a16="http://schemas.microsoft.com/office/drawing/2014/main" id="{EF83E098-3E6E-45E2-A7EF-6E8F9C8F551C}"/>
              </a:ext>
            </a:extLst>
          </p:cNvPr>
          <p:cNvSpPr>
            <a:spLocks noGrp="1"/>
          </p:cNvSpPr>
          <p:nvPr/>
        </p:nvSpPr>
        <p:spPr>
          <a:xfrm>
            <a:off x="8749367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5" name="data_6436">
            <a:extLst>
              <a:ext uri="{FF2B5EF4-FFF2-40B4-BE49-F238E27FC236}">
                <a16:creationId xmlns:a16="http://schemas.microsoft.com/office/drawing/2014/main" id="{166DEDE7-61FB-425F-BBF9-84DE2367B07E}"/>
              </a:ext>
            </a:extLst>
          </p:cNvPr>
          <p:cNvSpPr>
            <a:spLocks noGrp="1"/>
          </p:cNvSpPr>
          <p:nvPr/>
        </p:nvSpPr>
        <p:spPr>
          <a:xfrm>
            <a:off x="8803000" y="23016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6" name="data_6437">
            <a:extLst>
              <a:ext uri="{FF2B5EF4-FFF2-40B4-BE49-F238E27FC236}">
                <a16:creationId xmlns:a16="http://schemas.microsoft.com/office/drawing/2014/main" id="{06BB93C9-1A9B-4B52-A638-1729D35569B3}"/>
              </a:ext>
            </a:extLst>
          </p:cNvPr>
          <p:cNvSpPr>
            <a:spLocks noGrp="1"/>
          </p:cNvSpPr>
          <p:nvPr/>
        </p:nvSpPr>
        <p:spPr>
          <a:xfrm>
            <a:off x="877655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7" name="data_6438">
            <a:extLst>
              <a:ext uri="{FF2B5EF4-FFF2-40B4-BE49-F238E27FC236}">
                <a16:creationId xmlns:a16="http://schemas.microsoft.com/office/drawing/2014/main" id="{FA129F84-AC34-4F95-ACCB-50BC8EE323B2}"/>
              </a:ext>
            </a:extLst>
          </p:cNvPr>
          <p:cNvSpPr>
            <a:spLocks noGrp="1"/>
          </p:cNvSpPr>
          <p:nvPr/>
        </p:nvSpPr>
        <p:spPr>
          <a:xfrm>
            <a:off x="8746866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8" name="data_6439">
            <a:extLst>
              <a:ext uri="{FF2B5EF4-FFF2-40B4-BE49-F238E27FC236}">
                <a16:creationId xmlns:a16="http://schemas.microsoft.com/office/drawing/2014/main" id="{67C21547-9C25-4FA1-829B-FFCE78C3A97A}"/>
              </a:ext>
            </a:extLst>
          </p:cNvPr>
          <p:cNvSpPr>
            <a:spLocks noGrp="1"/>
          </p:cNvSpPr>
          <p:nvPr/>
        </p:nvSpPr>
        <p:spPr>
          <a:xfrm>
            <a:off x="8788173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9" name="data_6440">
            <a:extLst>
              <a:ext uri="{FF2B5EF4-FFF2-40B4-BE49-F238E27FC236}">
                <a16:creationId xmlns:a16="http://schemas.microsoft.com/office/drawing/2014/main" id="{59CC545A-3109-4A4E-9C6F-915BA1F16F81}"/>
              </a:ext>
            </a:extLst>
          </p:cNvPr>
          <p:cNvSpPr>
            <a:spLocks noGrp="1"/>
          </p:cNvSpPr>
          <p:nvPr/>
        </p:nvSpPr>
        <p:spPr>
          <a:xfrm>
            <a:off x="8785120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0" name="data_6441">
            <a:extLst>
              <a:ext uri="{FF2B5EF4-FFF2-40B4-BE49-F238E27FC236}">
                <a16:creationId xmlns:a16="http://schemas.microsoft.com/office/drawing/2014/main" id="{740B0517-2C3A-461A-8CDF-CFBCEF083FAF}"/>
              </a:ext>
            </a:extLst>
          </p:cNvPr>
          <p:cNvSpPr>
            <a:spLocks noGrp="1"/>
          </p:cNvSpPr>
          <p:nvPr/>
        </p:nvSpPr>
        <p:spPr>
          <a:xfrm>
            <a:off x="8780718" y="2542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1" name="data_6442">
            <a:extLst>
              <a:ext uri="{FF2B5EF4-FFF2-40B4-BE49-F238E27FC236}">
                <a16:creationId xmlns:a16="http://schemas.microsoft.com/office/drawing/2014/main" id="{3543B681-F53A-47E8-876F-FCD3F14D74D3}"/>
              </a:ext>
            </a:extLst>
          </p:cNvPr>
          <p:cNvSpPr>
            <a:spLocks noGrp="1"/>
          </p:cNvSpPr>
          <p:nvPr/>
        </p:nvSpPr>
        <p:spPr>
          <a:xfrm>
            <a:off x="877315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2" name="data_6443">
            <a:extLst>
              <a:ext uri="{FF2B5EF4-FFF2-40B4-BE49-F238E27FC236}">
                <a16:creationId xmlns:a16="http://schemas.microsoft.com/office/drawing/2014/main" id="{B8328F85-1D83-4E93-B972-92F6A81D9553}"/>
              </a:ext>
            </a:extLst>
          </p:cNvPr>
          <p:cNvSpPr>
            <a:spLocks noGrp="1"/>
          </p:cNvSpPr>
          <p:nvPr/>
        </p:nvSpPr>
        <p:spPr>
          <a:xfrm>
            <a:off x="8747662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3" name="data_6444">
            <a:extLst>
              <a:ext uri="{FF2B5EF4-FFF2-40B4-BE49-F238E27FC236}">
                <a16:creationId xmlns:a16="http://schemas.microsoft.com/office/drawing/2014/main" id="{D32DA07F-47E4-4018-B7B3-16C5C8F52838}"/>
              </a:ext>
            </a:extLst>
          </p:cNvPr>
          <p:cNvSpPr>
            <a:spLocks noGrp="1"/>
          </p:cNvSpPr>
          <p:nvPr/>
        </p:nvSpPr>
        <p:spPr>
          <a:xfrm>
            <a:off x="879468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4" name="data_6445">
            <a:extLst>
              <a:ext uri="{FF2B5EF4-FFF2-40B4-BE49-F238E27FC236}">
                <a16:creationId xmlns:a16="http://schemas.microsoft.com/office/drawing/2014/main" id="{06AE71D4-DECE-4D97-80D9-4824EAD46BFA}"/>
              </a:ext>
            </a:extLst>
          </p:cNvPr>
          <p:cNvSpPr>
            <a:spLocks noGrp="1"/>
          </p:cNvSpPr>
          <p:nvPr/>
        </p:nvSpPr>
        <p:spPr>
          <a:xfrm>
            <a:off x="8727715" y="32650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5" name="data_6446">
            <a:extLst>
              <a:ext uri="{FF2B5EF4-FFF2-40B4-BE49-F238E27FC236}">
                <a16:creationId xmlns:a16="http://schemas.microsoft.com/office/drawing/2014/main" id="{D7EF0DDF-D35E-44AD-8925-E8F11F6BE49C}"/>
              </a:ext>
            </a:extLst>
          </p:cNvPr>
          <p:cNvSpPr>
            <a:spLocks noGrp="1"/>
          </p:cNvSpPr>
          <p:nvPr/>
        </p:nvSpPr>
        <p:spPr>
          <a:xfrm>
            <a:off x="8809658" y="3104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6" name="data_6447">
            <a:extLst>
              <a:ext uri="{FF2B5EF4-FFF2-40B4-BE49-F238E27FC236}">
                <a16:creationId xmlns:a16="http://schemas.microsoft.com/office/drawing/2014/main" id="{77022287-862E-4BC1-8337-13A2D40DB07E}"/>
              </a:ext>
            </a:extLst>
          </p:cNvPr>
          <p:cNvSpPr>
            <a:spLocks noGrp="1"/>
          </p:cNvSpPr>
          <p:nvPr/>
        </p:nvSpPr>
        <p:spPr>
          <a:xfrm>
            <a:off x="8735512" y="29760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7" name="data_6448">
            <a:extLst>
              <a:ext uri="{FF2B5EF4-FFF2-40B4-BE49-F238E27FC236}">
                <a16:creationId xmlns:a16="http://schemas.microsoft.com/office/drawing/2014/main" id="{0AD8A293-2997-47BA-A2A0-A1384A44ADA9}"/>
              </a:ext>
            </a:extLst>
          </p:cNvPr>
          <p:cNvSpPr>
            <a:spLocks noGrp="1"/>
          </p:cNvSpPr>
          <p:nvPr/>
        </p:nvSpPr>
        <p:spPr>
          <a:xfrm>
            <a:off x="870311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8" name="data_6449">
            <a:extLst>
              <a:ext uri="{FF2B5EF4-FFF2-40B4-BE49-F238E27FC236}">
                <a16:creationId xmlns:a16="http://schemas.microsoft.com/office/drawing/2014/main" id="{997A1B6C-1221-44CB-8B88-815E1BE4687D}"/>
              </a:ext>
            </a:extLst>
          </p:cNvPr>
          <p:cNvSpPr>
            <a:spLocks noGrp="1"/>
          </p:cNvSpPr>
          <p:nvPr/>
        </p:nvSpPr>
        <p:spPr>
          <a:xfrm>
            <a:off x="8745350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9" name="data_6450">
            <a:extLst>
              <a:ext uri="{FF2B5EF4-FFF2-40B4-BE49-F238E27FC236}">
                <a16:creationId xmlns:a16="http://schemas.microsoft.com/office/drawing/2014/main" id="{76944F65-5455-4045-9D6D-9F1174A77664}"/>
              </a:ext>
            </a:extLst>
          </p:cNvPr>
          <p:cNvSpPr>
            <a:spLocks noGrp="1"/>
          </p:cNvSpPr>
          <p:nvPr/>
        </p:nvSpPr>
        <p:spPr>
          <a:xfrm>
            <a:off x="8799195" y="24622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0" name="data_6451">
            <a:extLst>
              <a:ext uri="{FF2B5EF4-FFF2-40B4-BE49-F238E27FC236}">
                <a16:creationId xmlns:a16="http://schemas.microsoft.com/office/drawing/2014/main" id="{DF865E2D-5678-4DE3-8796-17468CD5EC65}"/>
              </a:ext>
            </a:extLst>
          </p:cNvPr>
          <p:cNvSpPr>
            <a:spLocks noGrp="1"/>
          </p:cNvSpPr>
          <p:nvPr/>
        </p:nvSpPr>
        <p:spPr>
          <a:xfrm>
            <a:off x="8739895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1" name="data_6452">
            <a:extLst>
              <a:ext uri="{FF2B5EF4-FFF2-40B4-BE49-F238E27FC236}">
                <a16:creationId xmlns:a16="http://schemas.microsoft.com/office/drawing/2014/main" id="{47648596-AAD3-4458-A3A2-626FE6FBE402}"/>
              </a:ext>
            </a:extLst>
          </p:cNvPr>
          <p:cNvSpPr>
            <a:spLocks noGrp="1"/>
          </p:cNvSpPr>
          <p:nvPr/>
        </p:nvSpPr>
        <p:spPr>
          <a:xfrm>
            <a:off x="8735499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2" name="data_6453">
            <a:extLst>
              <a:ext uri="{FF2B5EF4-FFF2-40B4-BE49-F238E27FC236}">
                <a16:creationId xmlns:a16="http://schemas.microsoft.com/office/drawing/2014/main" id="{39A9BE43-4C97-45A1-9013-913D27F9B7DF}"/>
              </a:ext>
            </a:extLst>
          </p:cNvPr>
          <p:cNvSpPr>
            <a:spLocks noGrp="1"/>
          </p:cNvSpPr>
          <p:nvPr/>
        </p:nvSpPr>
        <p:spPr>
          <a:xfrm>
            <a:off x="8731040" y="29210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3" name="data_6454">
            <a:extLst>
              <a:ext uri="{FF2B5EF4-FFF2-40B4-BE49-F238E27FC236}">
                <a16:creationId xmlns:a16="http://schemas.microsoft.com/office/drawing/2014/main" id="{5B995A6E-7A67-4679-B352-95AE1FC6CC5B}"/>
              </a:ext>
            </a:extLst>
          </p:cNvPr>
          <p:cNvSpPr>
            <a:spLocks noGrp="1"/>
          </p:cNvSpPr>
          <p:nvPr/>
        </p:nvSpPr>
        <p:spPr>
          <a:xfrm>
            <a:off x="8747466" y="20952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4" name="data_6455">
            <a:extLst>
              <a:ext uri="{FF2B5EF4-FFF2-40B4-BE49-F238E27FC236}">
                <a16:creationId xmlns:a16="http://schemas.microsoft.com/office/drawing/2014/main" id="{C5370D15-4425-4C8F-932B-84E82925B2D4}"/>
              </a:ext>
            </a:extLst>
          </p:cNvPr>
          <p:cNvSpPr>
            <a:spLocks noGrp="1"/>
          </p:cNvSpPr>
          <p:nvPr/>
        </p:nvSpPr>
        <p:spPr>
          <a:xfrm>
            <a:off x="8778891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5" name="data_6456">
            <a:extLst>
              <a:ext uri="{FF2B5EF4-FFF2-40B4-BE49-F238E27FC236}">
                <a16:creationId xmlns:a16="http://schemas.microsoft.com/office/drawing/2014/main" id="{CA81FAD0-A69C-43B7-9673-8DAC57997A0F}"/>
              </a:ext>
            </a:extLst>
          </p:cNvPr>
          <p:cNvSpPr>
            <a:spLocks noGrp="1"/>
          </p:cNvSpPr>
          <p:nvPr/>
        </p:nvSpPr>
        <p:spPr>
          <a:xfrm>
            <a:off x="8760214" y="28165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6" name="data_6457">
            <a:extLst>
              <a:ext uri="{FF2B5EF4-FFF2-40B4-BE49-F238E27FC236}">
                <a16:creationId xmlns:a16="http://schemas.microsoft.com/office/drawing/2014/main" id="{0026BA53-ED78-41D9-8A28-4A87185F3685}"/>
              </a:ext>
            </a:extLst>
          </p:cNvPr>
          <p:cNvSpPr>
            <a:spLocks noGrp="1"/>
          </p:cNvSpPr>
          <p:nvPr/>
        </p:nvSpPr>
        <p:spPr>
          <a:xfrm>
            <a:off x="8741380" y="33614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7" name="data_6458">
            <a:extLst>
              <a:ext uri="{FF2B5EF4-FFF2-40B4-BE49-F238E27FC236}">
                <a16:creationId xmlns:a16="http://schemas.microsoft.com/office/drawing/2014/main" id="{59A48AEA-6481-4E77-80C4-133B9F09E1AB}"/>
              </a:ext>
            </a:extLst>
          </p:cNvPr>
          <p:cNvSpPr>
            <a:spLocks noGrp="1"/>
          </p:cNvSpPr>
          <p:nvPr/>
        </p:nvSpPr>
        <p:spPr>
          <a:xfrm>
            <a:off x="876607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8" name="data_6459">
            <a:extLst>
              <a:ext uri="{FF2B5EF4-FFF2-40B4-BE49-F238E27FC236}">
                <a16:creationId xmlns:a16="http://schemas.microsoft.com/office/drawing/2014/main" id="{56CF21C7-239A-43AB-A519-32B16B800977}"/>
              </a:ext>
            </a:extLst>
          </p:cNvPr>
          <p:cNvSpPr>
            <a:spLocks noGrp="1"/>
          </p:cNvSpPr>
          <p:nvPr/>
        </p:nvSpPr>
        <p:spPr>
          <a:xfrm>
            <a:off x="8707013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9" name="data_6460">
            <a:extLst>
              <a:ext uri="{FF2B5EF4-FFF2-40B4-BE49-F238E27FC236}">
                <a16:creationId xmlns:a16="http://schemas.microsoft.com/office/drawing/2014/main" id="{6E6B0AD1-47F2-49DA-A91E-00B9D6E62C61}"/>
              </a:ext>
            </a:extLst>
          </p:cNvPr>
          <p:cNvSpPr>
            <a:spLocks noGrp="1"/>
          </p:cNvSpPr>
          <p:nvPr/>
        </p:nvSpPr>
        <p:spPr>
          <a:xfrm>
            <a:off x="8793793" y="34256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0" name="data_6461">
            <a:extLst>
              <a:ext uri="{FF2B5EF4-FFF2-40B4-BE49-F238E27FC236}">
                <a16:creationId xmlns:a16="http://schemas.microsoft.com/office/drawing/2014/main" id="{2E65077E-C613-4DF4-9A29-50DC84AED7AC}"/>
              </a:ext>
            </a:extLst>
          </p:cNvPr>
          <p:cNvSpPr>
            <a:spLocks noGrp="1"/>
          </p:cNvSpPr>
          <p:nvPr/>
        </p:nvSpPr>
        <p:spPr>
          <a:xfrm>
            <a:off x="8765794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1" name="data_6462">
            <a:extLst>
              <a:ext uri="{FF2B5EF4-FFF2-40B4-BE49-F238E27FC236}">
                <a16:creationId xmlns:a16="http://schemas.microsoft.com/office/drawing/2014/main" id="{38A8AC86-5A9D-4C66-8E4C-CBBCA13BB890}"/>
              </a:ext>
            </a:extLst>
          </p:cNvPr>
          <p:cNvSpPr>
            <a:spLocks noGrp="1"/>
          </p:cNvSpPr>
          <p:nvPr/>
        </p:nvSpPr>
        <p:spPr>
          <a:xfrm>
            <a:off x="8785906" y="1819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2" name="data_6463">
            <a:extLst>
              <a:ext uri="{FF2B5EF4-FFF2-40B4-BE49-F238E27FC236}">
                <a16:creationId xmlns:a16="http://schemas.microsoft.com/office/drawing/2014/main" id="{D50E9501-0FF0-44D1-AF64-0ED2094E5631}"/>
              </a:ext>
            </a:extLst>
          </p:cNvPr>
          <p:cNvSpPr>
            <a:spLocks noGrp="1"/>
          </p:cNvSpPr>
          <p:nvPr/>
        </p:nvSpPr>
        <p:spPr>
          <a:xfrm>
            <a:off x="8761616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3" name="data_6464">
            <a:extLst>
              <a:ext uri="{FF2B5EF4-FFF2-40B4-BE49-F238E27FC236}">
                <a16:creationId xmlns:a16="http://schemas.microsoft.com/office/drawing/2014/main" id="{4168E451-C220-48F5-B724-9150CA090974}"/>
              </a:ext>
            </a:extLst>
          </p:cNvPr>
          <p:cNvSpPr>
            <a:spLocks noGrp="1"/>
          </p:cNvSpPr>
          <p:nvPr/>
        </p:nvSpPr>
        <p:spPr>
          <a:xfrm>
            <a:off x="8763061" y="36800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4" name="data_6465">
            <a:extLst>
              <a:ext uri="{FF2B5EF4-FFF2-40B4-BE49-F238E27FC236}">
                <a16:creationId xmlns:a16="http://schemas.microsoft.com/office/drawing/2014/main" id="{F31BD236-2CC8-4515-BE92-53DBF3E17EA1}"/>
              </a:ext>
            </a:extLst>
          </p:cNvPr>
          <p:cNvSpPr>
            <a:spLocks noGrp="1"/>
          </p:cNvSpPr>
          <p:nvPr/>
        </p:nvSpPr>
        <p:spPr>
          <a:xfrm>
            <a:off x="8780035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5" name="data_6466">
            <a:extLst>
              <a:ext uri="{FF2B5EF4-FFF2-40B4-BE49-F238E27FC236}">
                <a16:creationId xmlns:a16="http://schemas.microsoft.com/office/drawing/2014/main" id="{82FE4602-F840-4957-B4B8-E0B6BD1D8DCA}"/>
              </a:ext>
            </a:extLst>
          </p:cNvPr>
          <p:cNvSpPr>
            <a:spLocks noGrp="1"/>
          </p:cNvSpPr>
          <p:nvPr/>
        </p:nvSpPr>
        <p:spPr>
          <a:xfrm>
            <a:off x="8757019" y="3746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6" name="data_6467">
            <a:extLst>
              <a:ext uri="{FF2B5EF4-FFF2-40B4-BE49-F238E27FC236}">
                <a16:creationId xmlns:a16="http://schemas.microsoft.com/office/drawing/2014/main" id="{C323C4F4-D7F5-4F2F-B9B9-E8D60100A6EA}"/>
              </a:ext>
            </a:extLst>
          </p:cNvPr>
          <p:cNvSpPr>
            <a:spLocks noGrp="1"/>
          </p:cNvSpPr>
          <p:nvPr/>
        </p:nvSpPr>
        <p:spPr>
          <a:xfrm>
            <a:off x="896049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7" name="data_6468">
            <a:extLst>
              <a:ext uri="{FF2B5EF4-FFF2-40B4-BE49-F238E27FC236}">
                <a16:creationId xmlns:a16="http://schemas.microsoft.com/office/drawing/2014/main" id="{0DF70E00-BEFD-4216-A29F-CDFF429728CD}"/>
              </a:ext>
            </a:extLst>
          </p:cNvPr>
          <p:cNvSpPr>
            <a:spLocks noGrp="1"/>
          </p:cNvSpPr>
          <p:nvPr/>
        </p:nvSpPr>
        <p:spPr>
          <a:xfrm>
            <a:off x="899124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8" name="data_6469">
            <a:extLst>
              <a:ext uri="{FF2B5EF4-FFF2-40B4-BE49-F238E27FC236}">
                <a16:creationId xmlns:a16="http://schemas.microsoft.com/office/drawing/2014/main" id="{A3F679BA-3849-435B-81DA-C71BC70171AB}"/>
              </a:ext>
            </a:extLst>
          </p:cNvPr>
          <p:cNvSpPr>
            <a:spLocks noGrp="1"/>
          </p:cNvSpPr>
          <p:nvPr/>
        </p:nvSpPr>
        <p:spPr>
          <a:xfrm>
            <a:off x="89526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9" name="data_6470">
            <a:extLst>
              <a:ext uri="{FF2B5EF4-FFF2-40B4-BE49-F238E27FC236}">
                <a16:creationId xmlns:a16="http://schemas.microsoft.com/office/drawing/2014/main" id="{CD4131D3-1ADA-4AF0-B186-1A8280050662}"/>
              </a:ext>
            </a:extLst>
          </p:cNvPr>
          <p:cNvSpPr>
            <a:spLocks noGrp="1"/>
          </p:cNvSpPr>
          <p:nvPr/>
        </p:nvSpPr>
        <p:spPr>
          <a:xfrm>
            <a:off x="8938242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0" name="data_6471">
            <a:extLst>
              <a:ext uri="{FF2B5EF4-FFF2-40B4-BE49-F238E27FC236}">
                <a16:creationId xmlns:a16="http://schemas.microsoft.com/office/drawing/2014/main" id="{996B8305-7B95-4B76-A795-EFB8238166B3}"/>
              </a:ext>
            </a:extLst>
          </p:cNvPr>
          <p:cNvSpPr>
            <a:spLocks noGrp="1"/>
          </p:cNvSpPr>
          <p:nvPr/>
        </p:nvSpPr>
        <p:spPr>
          <a:xfrm>
            <a:off x="8940529" y="263126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1" name="data_6472">
            <a:extLst>
              <a:ext uri="{FF2B5EF4-FFF2-40B4-BE49-F238E27FC236}">
                <a16:creationId xmlns:a16="http://schemas.microsoft.com/office/drawing/2014/main" id="{2CAA2B59-1031-4789-9DE7-162D76951E10}"/>
              </a:ext>
            </a:extLst>
          </p:cNvPr>
          <p:cNvSpPr>
            <a:spLocks noGrp="1"/>
          </p:cNvSpPr>
          <p:nvPr/>
        </p:nvSpPr>
        <p:spPr>
          <a:xfrm>
            <a:off x="89730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2" name="data_6473">
            <a:extLst>
              <a:ext uri="{FF2B5EF4-FFF2-40B4-BE49-F238E27FC236}">
                <a16:creationId xmlns:a16="http://schemas.microsoft.com/office/drawing/2014/main" id="{9D23DEE5-72EC-4BC4-9182-27F3C3F99840}"/>
              </a:ext>
            </a:extLst>
          </p:cNvPr>
          <p:cNvSpPr>
            <a:spLocks noGrp="1"/>
          </p:cNvSpPr>
          <p:nvPr/>
        </p:nvSpPr>
        <p:spPr>
          <a:xfrm>
            <a:off x="89753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3" name="data_6474">
            <a:extLst>
              <a:ext uri="{FF2B5EF4-FFF2-40B4-BE49-F238E27FC236}">
                <a16:creationId xmlns:a16="http://schemas.microsoft.com/office/drawing/2014/main" id="{2DC722BB-48BF-48C1-9A7D-18BF42420908}"/>
              </a:ext>
            </a:extLst>
          </p:cNvPr>
          <p:cNvSpPr>
            <a:spLocks noGrp="1"/>
          </p:cNvSpPr>
          <p:nvPr/>
        </p:nvSpPr>
        <p:spPr>
          <a:xfrm>
            <a:off x="903740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4" name="data_6475">
            <a:extLst>
              <a:ext uri="{FF2B5EF4-FFF2-40B4-BE49-F238E27FC236}">
                <a16:creationId xmlns:a16="http://schemas.microsoft.com/office/drawing/2014/main" id="{302A0B7C-C8BD-4CB2-A859-12A4019FA6F0}"/>
              </a:ext>
            </a:extLst>
          </p:cNvPr>
          <p:cNvSpPr>
            <a:spLocks noGrp="1"/>
          </p:cNvSpPr>
          <p:nvPr/>
        </p:nvSpPr>
        <p:spPr>
          <a:xfrm>
            <a:off x="9037883" y="3618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5" name="data_6476">
            <a:extLst>
              <a:ext uri="{FF2B5EF4-FFF2-40B4-BE49-F238E27FC236}">
                <a16:creationId xmlns:a16="http://schemas.microsoft.com/office/drawing/2014/main" id="{D05DFC68-89EF-470D-82A9-2CE1F90F0394}"/>
              </a:ext>
            </a:extLst>
          </p:cNvPr>
          <p:cNvSpPr>
            <a:spLocks noGrp="1"/>
          </p:cNvSpPr>
          <p:nvPr/>
        </p:nvSpPr>
        <p:spPr>
          <a:xfrm>
            <a:off x="89860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6" name="data_6477">
            <a:extLst>
              <a:ext uri="{FF2B5EF4-FFF2-40B4-BE49-F238E27FC236}">
                <a16:creationId xmlns:a16="http://schemas.microsoft.com/office/drawing/2014/main" id="{ACA88DBC-05E1-4CF0-9021-D9B717B9346B}"/>
              </a:ext>
            </a:extLst>
          </p:cNvPr>
          <p:cNvSpPr>
            <a:spLocks noGrp="1"/>
          </p:cNvSpPr>
          <p:nvPr/>
        </p:nvSpPr>
        <p:spPr>
          <a:xfrm>
            <a:off x="8932619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7" name="data_6478">
            <a:extLst>
              <a:ext uri="{FF2B5EF4-FFF2-40B4-BE49-F238E27FC236}">
                <a16:creationId xmlns:a16="http://schemas.microsoft.com/office/drawing/2014/main" id="{10166BC3-328D-4902-83DD-605FCCEDE71A}"/>
              </a:ext>
            </a:extLst>
          </p:cNvPr>
          <p:cNvSpPr>
            <a:spLocks noGrp="1"/>
          </p:cNvSpPr>
          <p:nvPr/>
        </p:nvSpPr>
        <p:spPr>
          <a:xfrm>
            <a:off x="89698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8" name="data_6479">
            <a:extLst>
              <a:ext uri="{FF2B5EF4-FFF2-40B4-BE49-F238E27FC236}">
                <a16:creationId xmlns:a16="http://schemas.microsoft.com/office/drawing/2014/main" id="{14E6D839-770B-4C7B-9749-23EE19AAC966}"/>
              </a:ext>
            </a:extLst>
          </p:cNvPr>
          <p:cNvSpPr>
            <a:spLocks noGrp="1"/>
          </p:cNvSpPr>
          <p:nvPr/>
        </p:nvSpPr>
        <p:spPr>
          <a:xfrm>
            <a:off x="8983091" y="22053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9" name="data_6480">
            <a:extLst>
              <a:ext uri="{FF2B5EF4-FFF2-40B4-BE49-F238E27FC236}">
                <a16:creationId xmlns:a16="http://schemas.microsoft.com/office/drawing/2014/main" id="{5E08F8D1-8A03-4E23-9795-6C52B1F49AE6}"/>
              </a:ext>
            </a:extLst>
          </p:cNvPr>
          <p:cNvSpPr>
            <a:spLocks noGrp="1"/>
          </p:cNvSpPr>
          <p:nvPr/>
        </p:nvSpPr>
        <p:spPr>
          <a:xfrm>
            <a:off x="9003128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0" name="data_6481">
            <a:extLst>
              <a:ext uri="{FF2B5EF4-FFF2-40B4-BE49-F238E27FC236}">
                <a16:creationId xmlns:a16="http://schemas.microsoft.com/office/drawing/2014/main" id="{61708BB4-2012-49AB-997F-CAE56265F97F}"/>
              </a:ext>
            </a:extLst>
          </p:cNvPr>
          <p:cNvSpPr>
            <a:spLocks noGrp="1"/>
          </p:cNvSpPr>
          <p:nvPr/>
        </p:nvSpPr>
        <p:spPr>
          <a:xfrm>
            <a:off x="8929452" y="34256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1" name="data_6482">
            <a:extLst>
              <a:ext uri="{FF2B5EF4-FFF2-40B4-BE49-F238E27FC236}">
                <a16:creationId xmlns:a16="http://schemas.microsoft.com/office/drawing/2014/main" id="{8BFB4A4E-AFC2-44F9-B63F-47EC3235DD01}"/>
              </a:ext>
            </a:extLst>
          </p:cNvPr>
          <p:cNvSpPr>
            <a:spLocks noGrp="1"/>
          </p:cNvSpPr>
          <p:nvPr/>
        </p:nvSpPr>
        <p:spPr>
          <a:xfrm>
            <a:off x="9022444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2" name="data_6483">
            <a:extLst>
              <a:ext uri="{FF2B5EF4-FFF2-40B4-BE49-F238E27FC236}">
                <a16:creationId xmlns:a16="http://schemas.microsoft.com/office/drawing/2014/main" id="{9C77B59C-9FF6-43AC-994E-57A2F7B50EAD}"/>
              </a:ext>
            </a:extLst>
          </p:cNvPr>
          <p:cNvSpPr>
            <a:spLocks noGrp="1"/>
          </p:cNvSpPr>
          <p:nvPr/>
        </p:nvSpPr>
        <p:spPr>
          <a:xfrm>
            <a:off x="895658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3" name="data_6484">
            <a:extLst>
              <a:ext uri="{FF2B5EF4-FFF2-40B4-BE49-F238E27FC236}">
                <a16:creationId xmlns:a16="http://schemas.microsoft.com/office/drawing/2014/main" id="{1F53FA65-2BDC-4A7A-88B0-207F881A7481}"/>
              </a:ext>
            </a:extLst>
          </p:cNvPr>
          <p:cNvSpPr>
            <a:spLocks noGrp="1"/>
          </p:cNvSpPr>
          <p:nvPr/>
        </p:nvSpPr>
        <p:spPr>
          <a:xfrm>
            <a:off x="89460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4" name="data_6485">
            <a:extLst>
              <a:ext uri="{FF2B5EF4-FFF2-40B4-BE49-F238E27FC236}">
                <a16:creationId xmlns:a16="http://schemas.microsoft.com/office/drawing/2014/main" id="{2F2FA4BD-F623-4CF2-84AF-0707108BA726}"/>
              </a:ext>
            </a:extLst>
          </p:cNvPr>
          <p:cNvSpPr>
            <a:spLocks noGrp="1"/>
          </p:cNvSpPr>
          <p:nvPr/>
        </p:nvSpPr>
        <p:spPr>
          <a:xfrm>
            <a:off x="89851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5" name="data_6486">
            <a:extLst>
              <a:ext uri="{FF2B5EF4-FFF2-40B4-BE49-F238E27FC236}">
                <a16:creationId xmlns:a16="http://schemas.microsoft.com/office/drawing/2014/main" id="{691AD945-1218-4E75-8922-40164B25B39C}"/>
              </a:ext>
            </a:extLst>
          </p:cNvPr>
          <p:cNvSpPr>
            <a:spLocks noGrp="1"/>
          </p:cNvSpPr>
          <p:nvPr/>
        </p:nvSpPr>
        <p:spPr>
          <a:xfrm>
            <a:off x="8995873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6" name="data_6487">
            <a:extLst>
              <a:ext uri="{FF2B5EF4-FFF2-40B4-BE49-F238E27FC236}">
                <a16:creationId xmlns:a16="http://schemas.microsoft.com/office/drawing/2014/main" id="{2B678F59-844C-4DCE-8AB3-C853A1025F48}"/>
              </a:ext>
            </a:extLst>
          </p:cNvPr>
          <p:cNvSpPr>
            <a:spLocks noGrp="1"/>
          </p:cNvSpPr>
          <p:nvPr/>
        </p:nvSpPr>
        <p:spPr>
          <a:xfrm>
            <a:off x="8930487" y="34256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7" name="data_6488">
            <a:extLst>
              <a:ext uri="{FF2B5EF4-FFF2-40B4-BE49-F238E27FC236}">
                <a16:creationId xmlns:a16="http://schemas.microsoft.com/office/drawing/2014/main" id="{333A36B6-08B2-4307-9E03-4947A6D78610}"/>
              </a:ext>
            </a:extLst>
          </p:cNvPr>
          <p:cNvSpPr>
            <a:spLocks noGrp="1"/>
          </p:cNvSpPr>
          <p:nvPr/>
        </p:nvSpPr>
        <p:spPr>
          <a:xfrm>
            <a:off x="90097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8" name="data_6489">
            <a:extLst>
              <a:ext uri="{FF2B5EF4-FFF2-40B4-BE49-F238E27FC236}">
                <a16:creationId xmlns:a16="http://schemas.microsoft.com/office/drawing/2014/main" id="{B7833B3E-40D7-418A-96D7-CF8704DE47F4}"/>
              </a:ext>
            </a:extLst>
          </p:cNvPr>
          <p:cNvSpPr>
            <a:spLocks noGrp="1"/>
          </p:cNvSpPr>
          <p:nvPr/>
        </p:nvSpPr>
        <p:spPr>
          <a:xfrm>
            <a:off x="8944339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9" name="data_6490">
            <a:extLst>
              <a:ext uri="{FF2B5EF4-FFF2-40B4-BE49-F238E27FC236}">
                <a16:creationId xmlns:a16="http://schemas.microsoft.com/office/drawing/2014/main" id="{DF3AA55E-516C-466A-8002-81B52960B6F9}"/>
              </a:ext>
            </a:extLst>
          </p:cNvPr>
          <p:cNvSpPr>
            <a:spLocks noGrp="1"/>
          </p:cNvSpPr>
          <p:nvPr/>
        </p:nvSpPr>
        <p:spPr>
          <a:xfrm>
            <a:off x="8996723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0" name="data_6491">
            <a:extLst>
              <a:ext uri="{FF2B5EF4-FFF2-40B4-BE49-F238E27FC236}">
                <a16:creationId xmlns:a16="http://schemas.microsoft.com/office/drawing/2014/main" id="{D8FA187D-8E1B-4D0F-A270-17EC13EC4610}"/>
              </a:ext>
            </a:extLst>
          </p:cNvPr>
          <p:cNvSpPr>
            <a:spLocks noGrp="1"/>
          </p:cNvSpPr>
          <p:nvPr/>
        </p:nvSpPr>
        <p:spPr>
          <a:xfrm>
            <a:off x="8970855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1" name="data_6492">
            <a:extLst>
              <a:ext uri="{FF2B5EF4-FFF2-40B4-BE49-F238E27FC236}">
                <a16:creationId xmlns:a16="http://schemas.microsoft.com/office/drawing/2014/main" id="{125F1767-ED09-484C-8D71-68C74F1FE40D}"/>
              </a:ext>
            </a:extLst>
          </p:cNvPr>
          <p:cNvSpPr>
            <a:spLocks noGrp="1"/>
          </p:cNvSpPr>
          <p:nvPr/>
        </p:nvSpPr>
        <p:spPr>
          <a:xfrm>
            <a:off x="900037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2" name="data_6493">
            <a:extLst>
              <a:ext uri="{FF2B5EF4-FFF2-40B4-BE49-F238E27FC236}">
                <a16:creationId xmlns:a16="http://schemas.microsoft.com/office/drawing/2014/main" id="{B640740F-A561-426C-9E05-91D0FA61AA2D}"/>
              </a:ext>
            </a:extLst>
          </p:cNvPr>
          <p:cNvSpPr>
            <a:spLocks noGrp="1"/>
          </p:cNvSpPr>
          <p:nvPr/>
        </p:nvSpPr>
        <p:spPr>
          <a:xfrm>
            <a:off x="8935357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3" name="data_6494">
            <a:extLst>
              <a:ext uri="{FF2B5EF4-FFF2-40B4-BE49-F238E27FC236}">
                <a16:creationId xmlns:a16="http://schemas.microsoft.com/office/drawing/2014/main" id="{9E1885D6-F24A-47B1-B5D5-0E7314BD32BE}"/>
              </a:ext>
            </a:extLst>
          </p:cNvPr>
          <p:cNvSpPr>
            <a:spLocks noGrp="1"/>
          </p:cNvSpPr>
          <p:nvPr/>
        </p:nvSpPr>
        <p:spPr>
          <a:xfrm>
            <a:off x="8981733" y="32280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4" name="data_6495">
            <a:extLst>
              <a:ext uri="{FF2B5EF4-FFF2-40B4-BE49-F238E27FC236}">
                <a16:creationId xmlns:a16="http://schemas.microsoft.com/office/drawing/2014/main" id="{54AAB2B5-7944-4099-82DD-3237E2301017}"/>
              </a:ext>
            </a:extLst>
          </p:cNvPr>
          <p:cNvSpPr>
            <a:spLocks noGrp="1"/>
          </p:cNvSpPr>
          <p:nvPr/>
        </p:nvSpPr>
        <p:spPr>
          <a:xfrm>
            <a:off x="9002677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5" name="data_6496">
            <a:extLst>
              <a:ext uri="{FF2B5EF4-FFF2-40B4-BE49-F238E27FC236}">
                <a16:creationId xmlns:a16="http://schemas.microsoft.com/office/drawing/2014/main" id="{3EFDF552-7E08-4B4B-8A05-C034F4276319}"/>
              </a:ext>
            </a:extLst>
          </p:cNvPr>
          <p:cNvSpPr>
            <a:spLocks noGrp="1"/>
          </p:cNvSpPr>
          <p:nvPr/>
        </p:nvSpPr>
        <p:spPr>
          <a:xfrm>
            <a:off x="894705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6497">
            <a:extLst>
              <a:ext uri="{FF2B5EF4-FFF2-40B4-BE49-F238E27FC236}">
                <a16:creationId xmlns:a16="http://schemas.microsoft.com/office/drawing/2014/main" id="{8D50C855-4AE3-4E16-AE41-4239DC69A595}"/>
              </a:ext>
            </a:extLst>
          </p:cNvPr>
          <p:cNvSpPr>
            <a:spLocks noGrp="1"/>
          </p:cNvSpPr>
          <p:nvPr/>
        </p:nvSpPr>
        <p:spPr>
          <a:xfrm>
            <a:off x="896646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6498">
            <a:extLst>
              <a:ext uri="{FF2B5EF4-FFF2-40B4-BE49-F238E27FC236}">
                <a16:creationId xmlns:a16="http://schemas.microsoft.com/office/drawing/2014/main" id="{A97DBDE6-F9E3-4D22-ACE8-CB715AA7B5AB}"/>
              </a:ext>
            </a:extLst>
          </p:cNvPr>
          <p:cNvSpPr>
            <a:spLocks noGrp="1"/>
          </p:cNvSpPr>
          <p:nvPr/>
        </p:nvSpPr>
        <p:spPr>
          <a:xfrm>
            <a:off x="8957276" y="30056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6499">
            <a:extLst>
              <a:ext uri="{FF2B5EF4-FFF2-40B4-BE49-F238E27FC236}">
                <a16:creationId xmlns:a16="http://schemas.microsoft.com/office/drawing/2014/main" id="{CF6B1D3E-A61C-49A7-A02E-39506FB32EBD}"/>
              </a:ext>
            </a:extLst>
          </p:cNvPr>
          <p:cNvSpPr>
            <a:spLocks noGrp="1"/>
          </p:cNvSpPr>
          <p:nvPr/>
        </p:nvSpPr>
        <p:spPr>
          <a:xfrm>
            <a:off x="897799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6500">
            <a:extLst>
              <a:ext uri="{FF2B5EF4-FFF2-40B4-BE49-F238E27FC236}">
                <a16:creationId xmlns:a16="http://schemas.microsoft.com/office/drawing/2014/main" id="{4F8625E7-D23E-4620-AE2C-A0F1B1CF96CD}"/>
              </a:ext>
            </a:extLst>
          </p:cNvPr>
          <p:cNvSpPr>
            <a:spLocks noGrp="1"/>
          </p:cNvSpPr>
          <p:nvPr/>
        </p:nvSpPr>
        <p:spPr>
          <a:xfrm>
            <a:off x="894084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6501">
            <a:extLst>
              <a:ext uri="{FF2B5EF4-FFF2-40B4-BE49-F238E27FC236}">
                <a16:creationId xmlns:a16="http://schemas.microsoft.com/office/drawing/2014/main" id="{8AE31A5E-782C-4297-95F6-63BC70D2DB97}"/>
              </a:ext>
            </a:extLst>
          </p:cNvPr>
          <p:cNvSpPr>
            <a:spLocks noGrp="1"/>
          </p:cNvSpPr>
          <p:nvPr/>
        </p:nvSpPr>
        <p:spPr>
          <a:xfrm>
            <a:off x="896166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6502">
            <a:extLst>
              <a:ext uri="{FF2B5EF4-FFF2-40B4-BE49-F238E27FC236}">
                <a16:creationId xmlns:a16="http://schemas.microsoft.com/office/drawing/2014/main" id="{D401A06E-9D44-4BD9-9548-806E08A47528}"/>
              </a:ext>
            </a:extLst>
          </p:cNvPr>
          <p:cNvSpPr>
            <a:spLocks noGrp="1"/>
          </p:cNvSpPr>
          <p:nvPr/>
        </p:nvSpPr>
        <p:spPr>
          <a:xfrm>
            <a:off x="901934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6503">
            <a:extLst>
              <a:ext uri="{FF2B5EF4-FFF2-40B4-BE49-F238E27FC236}">
                <a16:creationId xmlns:a16="http://schemas.microsoft.com/office/drawing/2014/main" id="{B0D20C00-B128-4F00-8266-88E803963953}"/>
              </a:ext>
            </a:extLst>
          </p:cNvPr>
          <p:cNvSpPr>
            <a:spLocks noGrp="1"/>
          </p:cNvSpPr>
          <p:nvPr/>
        </p:nvSpPr>
        <p:spPr>
          <a:xfrm>
            <a:off x="903844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6504">
            <a:extLst>
              <a:ext uri="{FF2B5EF4-FFF2-40B4-BE49-F238E27FC236}">
                <a16:creationId xmlns:a16="http://schemas.microsoft.com/office/drawing/2014/main" id="{BC8124CB-1198-45DD-9EBD-9F6F12B5B083}"/>
              </a:ext>
            </a:extLst>
          </p:cNvPr>
          <p:cNvSpPr>
            <a:spLocks noGrp="1"/>
          </p:cNvSpPr>
          <p:nvPr/>
        </p:nvSpPr>
        <p:spPr>
          <a:xfrm>
            <a:off x="902781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6505">
            <a:extLst>
              <a:ext uri="{FF2B5EF4-FFF2-40B4-BE49-F238E27FC236}">
                <a16:creationId xmlns:a16="http://schemas.microsoft.com/office/drawing/2014/main" id="{4EFDB285-06BB-45E5-9BA7-7FFC89D2FF1B}"/>
              </a:ext>
            </a:extLst>
          </p:cNvPr>
          <p:cNvSpPr>
            <a:spLocks noGrp="1"/>
          </p:cNvSpPr>
          <p:nvPr/>
        </p:nvSpPr>
        <p:spPr>
          <a:xfrm>
            <a:off x="897868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6506">
            <a:extLst>
              <a:ext uri="{FF2B5EF4-FFF2-40B4-BE49-F238E27FC236}">
                <a16:creationId xmlns:a16="http://schemas.microsoft.com/office/drawing/2014/main" id="{06F0C688-67C1-4463-A5D8-4BFD4645E1D6}"/>
              </a:ext>
            </a:extLst>
          </p:cNvPr>
          <p:cNvSpPr>
            <a:spLocks noGrp="1"/>
          </p:cNvSpPr>
          <p:nvPr/>
        </p:nvSpPr>
        <p:spPr>
          <a:xfrm>
            <a:off x="8983725" y="206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6507">
            <a:extLst>
              <a:ext uri="{FF2B5EF4-FFF2-40B4-BE49-F238E27FC236}">
                <a16:creationId xmlns:a16="http://schemas.microsoft.com/office/drawing/2014/main" id="{F92542CD-866F-43CD-B31E-93425F24D757}"/>
              </a:ext>
            </a:extLst>
          </p:cNvPr>
          <p:cNvSpPr>
            <a:spLocks noGrp="1"/>
          </p:cNvSpPr>
          <p:nvPr/>
        </p:nvSpPr>
        <p:spPr>
          <a:xfrm>
            <a:off x="901138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6508">
            <a:extLst>
              <a:ext uri="{FF2B5EF4-FFF2-40B4-BE49-F238E27FC236}">
                <a16:creationId xmlns:a16="http://schemas.microsoft.com/office/drawing/2014/main" id="{2D990E48-D33E-48A1-8928-171CB7633633}"/>
              </a:ext>
            </a:extLst>
          </p:cNvPr>
          <p:cNvSpPr>
            <a:spLocks noGrp="1"/>
          </p:cNvSpPr>
          <p:nvPr/>
        </p:nvSpPr>
        <p:spPr>
          <a:xfrm>
            <a:off x="8993446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6509">
            <a:extLst>
              <a:ext uri="{FF2B5EF4-FFF2-40B4-BE49-F238E27FC236}">
                <a16:creationId xmlns:a16="http://schemas.microsoft.com/office/drawing/2014/main" id="{F739D6A9-F90D-4ABE-B428-18C2AB4E9957}"/>
              </a:ext>
            </a:extLst>
          </p:cNvPr>
          <p:cNvSpPr>
            <a:spLocks noGrp="1"/>
          </p:cNvSpPr>
          <p:nvPr/>
        </p:nvSpPr>
        <p:spPr>
          <a:xfrm>
            <a:off x="899209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6510">
            <a:extLst>
              <a:ext uri="{FF2B5EF4-FFF2-40B4-BE49-F238E27FC236}">
                <a16:creationId xmlns:a16="http://schemas.microsoft.com/office/drawing/2014/main" id="{ABC01C02-164E-4539-89A1-AF8BD7B75236}"/>
              </a:ext>
            </a:extLst>
          </p:cNvPr>
          <p:cNvSpPr>
            <a:spLocks noGrp="1"/>
          </p:cNvSpPr>
          <p:nvPr/>
        </p:nvSpPr>
        <p:spPr>
          <a:xfrm>
            <a:off x="894707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6511">
            <a:extLst>
              <a:ext uri="{FF2B5EF4-FFF2-40B4-BE49-F238E27FC236}">
                <a16:creationId xmlns:a16="http://schemas.microsoft.com/office/drawing/2014/main" id="{8ABD3DAA-796A-4F62-84BE-AD248A5DF8D1}"/>
              </a:ext>
            </a:extLst>
          </p:cNvPr>
          <p:cNvSpPr>
            <a:spLocks noGrp="1"/>
          </p:cNvSpPr>
          <p:nvPr/>
        </p:nvSpPr>
        <p:spPr>
          <a:xfrm>
            <a:off x="893017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6512">
            <a:extLst>
              <a:ext uri="{FF2B5EF4-FFF2-40B4-BE49-F238E27FC236}">
                <a16:creationId xmlns:a16="http://schemas.microsoft.com/office/drawing/2014/main" id="{335B9A95-0EC1-4B86-81F2-5581803C48F5}"/>
              </a:ext>
            </a:extLst>
          </p:cNvPr>
          <p:cNvSpPr>
            <a:spLocks noGrp="1"/>
          </p:cNvSpPr>
          <p:nvPr/>
        </p:nvSpPr>
        <p:spPr>
          <a:xfrm>
            <a:off x="902337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6513">
            <a:extLst>
              <a:ext uri="{FF2B5EF4-FFF2-40B4-BE49-F238E27FC236}">
                <a16:creationId xmlns:a16="http://schemas.microsoft.com/office/drawing/2014/main" id="{285FDA2D-F9E8-41F6-81F7-ABE7CB4AE8CD}"/>
              </a:ext>
            </a:extLst>
          </p:cNvPr>
          <p:cNvSpPr>
            <a:spLocks noGrp="1"/>
          </p:cNvSpPr>
          <p:nvPr/>
        </p:nvSpPr>
        <p:spPr>
          <a:xfrm>
            <a:off x="893221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6514">
            <a:extLst>
              <a:ext uri="{FF2B5EF4-FFF2-40B4-BE49-F238E27FC236}">
                <a16:creationId xmlns:a16="http://schemas.microsoft.com/office/drawing/2014/main" id="{3B02508E-1B25-4467-A67A-775C1376A858}"/>
              </a:ext>
            </a:extLst>
          </p:cNvPr>
          <p:cNvSpPr>
            <a:spLocks noGrp="1"/>
          </p:cNvSpPr>
          <p:nvPr/>
        </p:nvSpPr>
        <p:spPr>
          <a:xfrm>
            <a:off x="89778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6515">
            <a:extLst>
              <a:ext uri="{FF2B5EF4-FFF2-40B4-BE49-F238E27FC236}">
                <a16:creationId xmlns:a16="http://schemas.microsoft.com/office/drawing/2014/main" id="{7707EA7F-263F-468F-A6F6-ED85BD466B5D}"/>
              </a:ext>
            </a:extLst>
          </p:cNvPr>
          <p:cNvSpPr>
            <a:spLocks noGrp="1"/>
          </p:cNvSpPr>
          <p:nvPr/>
        </p:nvSpPr>
        <p:spPr>
          <a:xfrm>
            <a:off x="89728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6516">
            <a:extLst>
              <a:ext uri="{FF2B5EF4-FFF2-40B4-BE49-F238E27FC236}">
                <a16:creationId xmlns:a16="http://schemas.microsoft.com/office/drawing/2014/main" id="{1EBBB8A1-9A2C-4889-BB07-3C786B234D1C}"/>
              </a:ext>
            </a:extLst>
          </p:cNvPr>
          <p:cNvSpPr>
            <a:spLocks noGrp="1"/>
          </p:cNvSpPr>
          <p:nvPr/>
        </p:nvSpPr>
        <p:spPr>
          <a:xfrm>
            <a:off x="9012797" y="23016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6517">
            <a:extLst>
              <a:ext uri="{FF2B5EF4-FFF2-40B4-BE49-F238E27FC236}">
                <a16:creationId xmlns:a16="http://schemas.microsoft.com/office/drawing/2014/main" id="{5F51D664-CCAD-469B-8E47-E9A60E65F63B}"/>
              </a:ext>
            </a:extLst>
          </p:cNvPr>
          <p:cNvSpPr>
            <a:spLocks noGrp="1"/>
          </p:cNvSpPr>
          <p:nvPr/>
        </p:nvSpPr>
        <p:spPr>
          <a:xfrm>
            <a:off x="902332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6518">
            <a:extLst>
              <a:ext uri="{FF2B5EF4-FFF2-40B4-BE49-F238E27FC236}">
                <a16:creationId xmlns:a16="http://schemas.microsoft.com/office/drawing/2014/main" id="{F638421F-1174-4DDB-9500-522E2DA328CE}"/>
              </a:ext>
            </a:extLst>
          </p:cNvPr>
          <p:cNvSpPr>
            <a:spLocks noGrp="1"/>
          </p:cNvSpPr>
          <p:nvPr/>
        </p:nvSpPr>
        <p:spPr>
          <a:xfrm>
            <a:off x="894929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6519">
            <a:extLst>
              <a:ext uri="{FF2B5EF4-FFF2-40B4-BE49-F238E27FC236}">
                <a16:creationId xmlns:a16="http://schemas.microsoft.com/office/drawing/2014/main" id="{5FE88E02-5A8F-40C7-A648-208D3E4FB653}"/>
              </a:ext>
            </a:extLst>
          </p:cNvPr>
          <p:cNvSpPr>
            <a:spLocks noGrp="1"/>
          </p:cNvSpPr>
          <p:nvPr/>
        </p:nvSpPr>
        <p:spPr>
          <a:xfrm>
            <a:off x="893877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6520">
            <a:extLst>
              <a:ext uri="{FF2B5EF4-FFF2-40B4-BE49-F238E27FC236}">
                <a16:creationId xmlns:a16="http://schemas.microsoft.com/office/drawing/2014/main" id="{40383208-AE0A-4698-A2CD-9073189A58E3}"/>
              </a:ext>
            </a:extLst>
          </p:cNvPr>
          <p:cNvSpPr>
            <a:spLocks noGrp="1"/>
          </p:cNvSpPr>
          <p:nvPr/>
        </p:nvSpPr>
        <p:spPr>
          <a:xfrm>
            <a:off x="8974341" y="30009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6521">
            <a:extLst>
              <a:ext uri="{FF2B5EF4-FFF2-40B4-BE49-F238E27FC236}">
                <a16:creationId xmlns:a16="http://schemas.microsoft.com/office/drawing/2014/main" id="{EFD9CFBA-BAE8-4E42-B0AD-F826ED68A8D8}"/>
              </a:ext>
            </a:extLst>
          </p:cNvPr>
          <p:cNvSpPr>
            <a:spLocks noGrp="1"/>
          </p:cNvSpPr>
          <p:nvPr/>
        </p:nvSpPr>
        <p:spPr>
          <a:xfrm>
            <a:off x="8997533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6522">
            <a:extLst>
              <a:ext uri="{FF2B5EF4-FFF2-40B4-BE49-F238E27FC236}">
                <a16:creationId xmlns:a16="http://schemas.microsoft.com/office/drawing/2014/main" id="{6F4AE83B-9FBC-4A46-98AA-1D5336EB928D}"/>
              </a:ext>
            </a:extLst>
          </p:cNvPr>
          <p:cNvSpPr>
            <a:spLocks noGrp="1"/>
          </p:cNvSpPr>
          <p:nvPr/>
        </p:nvSpPr>
        <p:spPr>
          <a:xfrm>
            <a:off x="8975643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6523">
            <a:extLst>
              <a:ext uri="{FF2B5EF4-FFF2-40B4-BE49-F238E27FC236}">
                <a16:creationId xmlns:a16="http://schemas.microsoft.com/office/drawing/2014/main" id="{ED410F54-90D9-47D6-A36A-A0D5E9CE69A6}"/>
              </a:ext>
            </a:extLst>
          </p:cNvPr>
          <p:cNvSpPr>
            <a:spLocks noGrp="1"/>
          </p:cNvSpPr>
          <p:nvPr/>
        </p:nvSpPr>
        <p:spPr>
          <a:xfrm>
            <a:off x="9031552" y="34715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6524">
            <a:extLst>
              <a:ext uri="{FF2B5EF4-FFF2-40B4-BE49-F238E27FC236}">
                <a16:creationId xmlns:a16="http://schemas.microsoft.com/office/drawing/2014/main" id="{0D371E06-B891-4649-A5BA-180BB52AD2C5}"/>
              </a:ext>
            </a:extLst>
          </p:cNvPr>
          <p:cNvSpPr>
            <a:spLocks noGrp="1"/>
          </p:cNvSpPr>
          <p:nvPr/>
        </p:nvSpPr>
        <p:spPr>
          <a:xfrm>
            <a:off x="894602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6525">
            <a:extLst>
              <a:ext uri="{FF2B5EF4-FFF2-40B4-BE49-F238E27FC236}">
                <a16:creationId xmlns:a16="http://schemas.microsoft.com/office/drawing/2014/main" id="{682BDB31-5E0F-49BA-A9B1-74AB4DE3ACE7}"/>
              </a:ext>
            </a:extLst>
          </p:cNvPr>
          <p:cNvSpPr>
            <a:spLocks noGrp="1"/>
          </p:cNvSpPr>
          <p:nvPr/>
        </p:nvSpPr>
        <p:spPr>
          <a:xfrm>
            <a:off x="8946582" y="3692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6526">
            <a:extLst>
              <a:ext uri="{FF2B5EF4-FFF2-40B4-BE49-F238E27FC236}">
                <a16:creationId xmlns:a16="http://schemas.microsoft.com/office/drawing/2014/main" id="{BF76AAE7-FB77-4ACF-8739-43FB28AAEC18}"/>
              </a:ext>
            </a:extLst>
          </p:cNvPr>
          <p:cNvSpPr>
            <a:spLocks noGrp="1"/>
          </p:cNvSpPr>
          <p:nvPr/>
        </p:nvSpPr>
        <p:spPr>
          <a:xfrm>
            <a:off x="899814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6527">
            <a:extLst>
              <a:ext uri="{FF2B5EF4-FFF2-40B4-BE49-F238E27FC236}">
                <a16:creationId xmlns:a16="http://schemas.microsoft.com/office/drawing/2014/main" id="{245334C8-32DD-4134-9A98-C3C24A10A3D9}"/>
              </a:ext>
            </a:extLst>
          </p:cNvPr>
          <p:cNvSpPr>
            <a:spLocks noGrp="1"/>
          </p:cNvSpPr>
          <p:nvPr/>
        </p:nvSpPr>
        <p:spPr>
          <a:xfrm>
            <a:off x="9037459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6528">
            <a:extLst>
              <a:ext uri="{FF2B5EF4-FFF2-40B4-BE49-F238E27FC236}">
                <a16:creationId xmlns:a16="http://schemas.microsoft.com/office/drawing/2014/main" id="{15CC9944-F565-43C9-B1A2-5053426E8E27}"/>
              </a:ext>
            </a:extLst>
          </p:cNvPr>
          <p:cNvSpPr>
            <a:spLocks noGrp="1"/>
          </p:cNvSpPr>
          <p:nvPr/>
        </p:nvSpPr>
        <p:spPr>
          <a:xfrm>
            <a:off x="89826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6529">
            <a:extLst>
              <a:ext uri="{FF2B5EF4-FFF2-40B4-BE49-F238E27FC236}">
                <a16:creationId xmlns:a16="http://schemas.microsoft.com/office/drawing/2014/main" id="{F4109FFA-A130-45EF-81EB-66A9390650DC}"/>
              </a:ext>
            </a:extLst>
          </p:cNvPr>
          <p:cNvSpPr>
            <a:spLocks noGrp="1"/>
          </p:cNvSpPr>
          <p:nvPr/>
        </p:nvSpPr>
        <p:spPr>
          <a:xfrm>
            <a:off x="900147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6530">
            <a:extLst>
              <a:ext uri="{FF2B5EF4-FFF2-40B4-BE49-F238E27FC236}">
                <a16:creationId xmlns:a16="http://schemas.microsoft.com/office/drawing/2014/main" id="{FB011018-EA3F-4920-ACE2-EA6A36134B7D}"/>
              </a:ext>
            </a:extLst>
          </p:cNvPr>
          <p:cNvSpPr>
            <a:spLocks noGrp="1"/>
          </p:cNvSpPr>
          <p:nvPr/>
        </p:nvSpPr>
        <p:spPr>
          <a:xfrm>
            <a:off x="900623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6531">
            <a:extLst>
              <a:ext uri="{FF2B5EF4-FFF2-40B4-BE49-F238E27FC236}">
                <a16:creationId xmlns:a16="http://schemas.microsoft.com/office/drawing/2014/main" id="{C7A66379-90E1-42DB-8AC7-5FA0C9E4D29A}"/>
              </a:ext>
            </a:extLst>
          </p:cNvPr>
          <p:cNvSpPr>
            <a:spLocks noGrp="1"/>
          </p:cNvSpPr>
          <p:nvPr/>
        </p:nvSpPr>
        <p:spPr>
          <a:xfrm>
            <a:off x="895464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6532">
            <a:extLst>
              <a:ext uri="{FF2B5EF4-FFF2-40B4-BE49-F238E27FC236}">
                <a16:creationId xmlns:a16="http://schemas.microsoft.com/office/drawing/2014/main" id="{A77939B0-9FFE-46EB-AE25-F5B0A9E4185D}"/>
              </a:ext>
            </a:extLst>
          </p:cNvPr>
          <p:cNvSpPr>
            <a:spLocks noGrp="1"/>
          </p:cNvSpPr>
          <p:nvPr/>
        </p:nvSpPr>
        <p:spPr>
          <a:xfrm>
            <a:off x="898274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6533">
            <a:extLst>
              <a:ext uri="{FF2B5EF4-FFF2-40B4-BE49-F238E27FC236}">
                <a16:creationId xmlns:a16="http://schemas.microsoft.com/office/drawing/2014/main" id="{04B7B752-1A18-4210-B6E5-765A96C7C1E7}"/>
              </a:ext>
            </a:extLst>
          </p:cNvPr>
          <p:cNvSpPr>
            <a:spLocks noGrp="1"/>
          </p:cNvSpPr>
          <p:nvPr/>
        </p:nvSpPr>
        <p:spPr>
          <a:xfrm>
            <a:off x="9039285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6534">
            <a:extLst>
              <a:ext uri="{FF2B5EF4-FFF2-40B4-BE49-F238E27FC236}">
                <a16:creationId xmlns:a16="http://schemas.microsoft.com/office/drawing/2014/main" id="{D5A2D686-7599-49F3-BEFF-D91E57719FF7}"/>
              </a:ext>
            </a:extLst>
          </p:cNvPr>
          <p:cNvSpPr>
            <a:spLocks noGrp="1"/>
          </p:cNvSpPr>
          <p:nvPr/>
        </p:nvSpPr>
        <p:spPr>
          <a:xfrm>
            <a:off x="896059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6535">
            <a:extLst>
              <a:ext uri="{FF2B5EF4-FFF2-40B4-BE49-F238E27FC236}">
                <a16:creationId xmlns:a16="http://schemas.microsoft.com/office/drawing/2014/main" id="{9B3DE2F1-0C56-4430-9CF3-BA01BB6CBBAB}"/>
              </a:ext>
            </a:extLst>
          </p:cNvPr>
          <p:cNvSpPr>
            <a:spLocks noGrp="1"/>
          </p:cNvSpPr>
          <p:nvPr/>
        </p:nvSpPr>
        <p:spPr>
          <a:xfrm>
            <a:off x="9000384" y="22328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6536">
            <a:extLst>
              <a:ext uri="{FF2B5EF4-FFF2-40B4-BE49-F238E27FC236}">
                <a16:creationId xmlns:a16="http://schemas.microsoft.com/office/drawing/2014/main" id="{8B90A7FA-2355-420C-86BE-637CD1C91B50}"/>
              </a:ext>
            </a:extLst>
          </p:cNvPr>
          <p:cNvSpPr>
            <a:spLocks noGrp="1"/>
          </p:cNvSpPr>
          <p:nvPr/>
        </p:nvSpPr>
        <p:spPr>
          <a:xfrm>
            <a:off x="8929769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6537">
            <a:extLst>
              <a:ext uri="{FF2B5EF4-FFF2-40B4-BE49-F238E27FC236}">
                <a16:creationId xmlns:a16="http://schemas.microsoft.com/office/drawing/2014/main" id="{0E0EDDA4-7C02-4DE9-BFD6-1862AD788791}"/>
              </a:ext>
            </a:extLst>
          </p:cNvPr>
          <p:cNvSpPr>
            <a:spLocks noGrp="1"/>
          </p:cNvSpPr>
          <p:nvPr/>
        </p:nvSpPr>
        <p:spPr>
          <a:xfrm>
            <a:off x="897011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6538">
            <a:extLst>
              <a:ext uri="{FF2B5EF4-FFF2-40B4-BE49-F238E27FC236}">
                <a16:creationId xmlns:a16="http://schemas.microsoft.com/office/drawing/2014/main" id="{4CF4D44F-27DC-408C-8721-17E763648023}"/>
              </a:ext>
            </a:extLst>
          </p:cNvPr>
          <p:cNvSpPr>
            <a:spLocks noGrp="1"/>
          </p:cNvSpPr>
          <p:nvPr/>
        </p:nvSpPr>
        <p:spPr>
          <a:xfrm>
            <a:off x="898243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6539">
            <a:extLst>
              <a:ext uri="{FF2B5EF4-FFF2-40B4-BE49-F238E27FC236}">
                <a16:creationId xmlns:a16="http://schemas.microsoft.com/office/drawing/2014/main" id="{0A489D1D-FD61-4239-A9AF-C3616BA4236F}"/>
              </a:ext>
            </a:extLst>
          </p:cNvPr>
          <p:cNvSpPr>
            <a:spLocks noGrp="1"/>
          </p:cNvSpPr>
          <p:nvPr/>
        </p:nvSpPr>
        <p:spPr>
          <a:xfrm>
            <a:off x="901658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6540">
            <a:extLst>
              <a:ext uri="{FF2B5EF4-FFF2-40B4-BE49-F238E27FC236}">
                <a16:creationId xmlns:a16="http://schemas.microsoft.com/office/drawing/2014/main" id="{79D77B3E-FEC4-4841-B51E-F7A87F4F1D19}"/>
              </a:ext>
            </a:extLst>
          </p:cNvPr>
          <p:cNvSpPr>
            <a:spLocks noGrp="1"/>
          </p:cNvSpPr>
          <p:nvPr/>
        </p:nvSpPr>
        <p:spPr>
          <a:xfrm>
            <a:off x="894172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6541">
            <a:extLst>
              <a:ext uri="{FF2B5EF4-FFF2-40B4-BE49-F238E27FC236}">
                <a16:creationId xmlns:a16="http://schemas.microsoft.com/office/drawing/2014/main" id="{33137EC8-3D35-4D1D-8659-E62FE41CCC08}"/>
              </a:ext>
            </a:extLst>
          </p:cNvPr>
          <p:cNvSpPr>
            <a:spLocks noGrp="1"/>
          </p:cNvSpPr>
          <p:nvPr/>
        </p:nvSpPr>
        <p:spPr>
          <a:xfrm>
            <a:off x="9013570" y="35540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6542">
            <a:extLst>
              <a:ext uri="{FF2B5EF4-FFF2-40B4-BE49-F238E27FC236}">
                <a16:creationId xmlns:a16="http://schemas.microsoft.com/office/drawing/2014/main" id="{A7C07856-7B2E-41BD-8D27-2105A0017B1B}"/>
              </a:ext>
            </a:extLst>
          </p:cNvPr>
          <p:cNvSpPr>
            <a:spLocks noGrp="1"/>
          </p:cNvSpPr>
          <p:nvPr/>
        </p:nvSpPr>
        <p:spPr>
          <a:xfrm>
            <a:off x="90026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6543">
            <a:extLst>
              <a:ext uri="{FF2B5EF4-FFF2-40B4-BE49-F238E27FC236}">
                <a16:creationId xmlns:a16="http://schemas.microsoft.com/office/drawing/2014/main" id="{DE4E4677-07F3-4482-AC08-A02C8455A844}"/>
              </a:ext>
            </a:extLst>
          </p:cNvPr>
          <p:cNvSpPr>
            <a:spLocks noGrp="1"/>
          </p:cNvSpPr>
          <p:nvPr/>
        </p:nvSpPr>
        <p:spPr>
          <a:xfrm>
            <a:off x="897147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6544">
            <a:extLst>
              <a:ext uri="{FF2B5EF4-FFF2-40B4-BE49-F238E27FC236}">
                <a16:creationId xmlns:a16="http://schemas.microsoft.com/office/drawing/2014/main" id="{22EB5C2C-2A88-4B96-B156-978934D4F70D}"/>
              </a:ext>
            </a:extLst>
          </p:cNvPr>
          <p:cNvSpPr>
            <a:spLocks noGrp="1"/>
          </p:cNvSpPr>
          <p:nvPr/>
        </p:nvSpPr>
        <p:spPr>
          <a:xfrm>
            <a:off x="8968900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6545">
            <a:extLst>
              <a:ext uri="{FF2B5EF4-FFF2-40B4-BE49-F238E27FC236}">
                <a16:creationId xmlns:a16="http://schemas.microsoft.com/office/drawing/2014/main" id="{6107C8FD-FDAE-4EEA-9423-C2258306CB26}"/>
              </a:ext>
            </a:extLst>
          </p:cNvPr>
          <p:cNvSpPr>
            <a:spLocks noGrp="1"/>
          </p:cNvSpPr>
          <p:nvPr/>
        </p:nvSpPr>
        <p:spPr>
          <a:xfrm>
            <a:off x="894743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6546">
            <a:extLst>
              <a:ext uri="{FF2B5EF4-FFF2-40B4-BE49-F238E27FC236}">
                <a16:creationId xmlns:a16="http://schemas.microsoft.com/office/drawing/2014/main" id="{04FEF54B-5685-4444-A499-797D3450251F}"/>
              </a:ext>
            </a:extLst>
          </p:cNvPr>
          <p:cNvSpPr>
            <a:spLocks noGrp="1"/>
          </p:cNvSpPr>
          <p:nvPr/>
        </p:nvSpPr>
        <p:spPr>
          <a:xfrm>
            <a:off x="8941044" y="2355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6547">
            <a:extLst>
              <a:ext uri="{FF2B5EF4-FFF2-40B4-BE49-F238E27FC236}">
                <a16:creationId xmlns:a16="http://schemas.microsoft.com/office/drawing/2014/main" id="{6194CEC7-1176-4D47-BFE7-3965E60A2246}"/>
              </a:ext>
            </a:extLst>
          </p:cNvPr>
          <p:cNvSpPr>
            <a:spLocks noGrp="1"/>
          </p:cNvSpPr>
          <p:nvPr/>
        </p:nvSpPr>
        <p:spPr>
          <a:xfrm>
            <a:off x="901621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6548">
            <a:extLst>
              <a:ext uri="{FF2B5EF4-FFF2-40B4-BE49-F238E27FC236}">
                <a16:creationId xmlns:a16="http://schemas.microsoft.com/office/drawing/2014/main" id="{CFD51029-4580-48C9-B510-4DEEC4FC63D9}"/>
              </a:ext>
            </a:extLst>
          </p:cNvPr>
          <p:cNvSpPr>
            <a:spLocks noGrp="1"/>
          </p:cNvSpPr>
          <p:nvPr/>
        </p:nvSpPr>
        <p:spPr>
          <a:xfrm>
            <a:off x="8970657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6549">
            <a:extLst>
              <a:ext uri="{FF2B5EF4-FFF2-40B4-BE49-F238E27FC236}">
                <a16:creationId xmlns:a16="http://schemas.microsoft.com/office/drawing/2014/main" id="{A5FF200C-80AE-4A03-AB92-374AEC7F7B78}"/>
              </a:ext>
            </a:extLst>
          </p:cNvPr>
          <p:cNvSpPr>
            <a:spLocks noGrp="1"/>
          </p:cNvSpPr>
          <p:nvPr/>
        </p:nvSpPr>
        <p:spPr>
          <a:xfrm>
            <a:off x="8938585" y="31962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6550">
            <a:extLst>
              <a:ext uri="{FF2B5EF4-FFF2-40B4-BE49-F238E27FC236}">
                <a16:creationId xmlns:a16="http://schemas.microsoft.com/office/drawing/2014/main" id="{67A1767B-F44A-4FB7-9C0E-069E06770B64}"/>
              </a:ext>
            </a:extLst>
          </p:cNvPr>
          <p:cNvSpPr>
            <a:spLocks noGrp="1"/>
          </p:cNvSpPr>
          <p:nvPr/>
        </p:nvSpPr>
        <p:spPr>
          <a:xfrm>
            <a:off x="897746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6551">
            <a:extLst>
              <a:ext uri="{FF2B5EF4-FFF2-40B4-BE49-F238E27FC236}">
                <a16:creationId xmlns:a16="http://schemas.microsoft.com/office/drawing/2014/main" id="{878AFF17-B1C7-4F12-A2CA-67DDB230513D}"/>
              </a:ext>
            </a:extLst>
          </p:cNvPr>
          <p:cNvSpPr>
            <a:spLocks noGrp="1"/>
          </p:cNvSpPr>
          <p:nvPr/>
        </p:nvSpPr>
        <p:spPr>
          <a:xfrm>
            <a:off x="90107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6552">
            <a:extLst>
              <a:ext uri="{FF2B5EF4-FFF2-40B4-BE49-F238E27FC236}">
                <a16:creationId xmlns:a16="http://schemas.microsoft.com/office/drawing/2014/main" id="{013B2891-EBF7-40E3-8999-7BEAD3226BE6}"/>
              </a:ext>
            </a:extLst>
          </p:cNvPr>
          <p:cNvSpPr>
            <a:spLocks noGrp="1"/>
          </p:cNvSpPr>
          <p:nvPr/>
        </p:nvSpPr>
        <p:spPr>
          <a:xfrm>
            <a:off x="898397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6553">
            <a:extLst>
              <a:ext uri="{FF2B5EF4-FFF2-40B4-BE49-F238E27FC236}">
                <a16:creationId xmlns:a16="http://schemas.microsoft.com/office/drawing/2014/main" id="{55E54A26-B6D4-40A4-AC17-27E8E6D32B9A}"/>
              </a:ext>
            </a:extLst>
          </p:cNvPr>
          <p:cNvSpPr>
            <a:spLocks noGrp="1"/>
          </p:cNvSpPr>
          <p:nvPr/>
        </p:nvSpPr>
        <p:spPr>
          <a:xfrm>
            <a:off x="8998327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6554">
            <a:extLst>
              <a:ext uri="{FF2B5EF4-FFF2-40B4-BE49-F238E27FC236}">
                <a16:creationId xmlns:a16="http://schemas.microsoft.com/office/drawing/2014/main" id="{E995DF33-9274-4D2D-A29C-CBAF448400AC}"/>
              </a:ext>
            </a:extLst>
          </p:cNvPr>
          <p:cNvSpPr>
            <a:spLocks noGrp="1"/>
          </p:cNvSpPr>
          <p:nvPr/>
        </p:nvSpPr>
        <p:spPr>
          <a:xfrm>
            <a:off x="89695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6555">
            <a:extLst>
              <a:ext uri="{FF2B5EF4-FFF2-40B4-BE49-F238E27FC236}">
                <a16:creationId xmlns:a16="http://schemas.microsoft.com/office/drawing/2014/main" id="{07AF8F31-5C46-4D58-B9C2-DCBF08045CBD}"/>
              </a:ext>
            </a:extLst>
          </p:cNvPr>
          <p:cNvSpPr>
            <a:spLocks noGrp="1"/>
          </p:cNvSpPr>
          <p:nvPr/>
        </p:nvSpPr>
        <p:spPr>
          <a:xfrm>
            <a:off x="895849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6556">
            <a:extLst>
              <a:ext uri="{FF2B5EF4-FFF2-40B4-BE49-F238E27FC236}">
                <a16:creationId xmlns:a16="http://schemas.microsoft.com/office/drawing/2014/main" id="{12990EC1-6B80-4AFC-9FE0-A6749CA72796}"/>
              </a:ext>
            </a:extLst>
          </p:cNvPr>
          <p:cNvSpPr>
            <a:spLocks noGrp="1"/>
          </p:cNvSpPr>
          <p:nvPr/>
        </p:nvSpPr>
        <p:spPr>
          <a:xfrm>
            <a:off x="899208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6557">
            <a:extLst>
              <a:ext uri="{FF2B5EF4-FFF2-40B4-BE49-F238E27FC236}">
                <a16:creationId xmlns:a16="http://schemas.microsoft.com/office/drawing/2014/main" id="{53111332-5AB9-4BEA-BBFF-7798F9A174C4}"/>
              </a:ext>
            </a:extLst>
          </p:cNvPr>
          <p:cNvSpPr>
            <a:spLocks noGrp="1"/>
          </p:cNvSpPr>
          <p:nvPr/>
        </p:nvSpPr>
        <p:spPr>
          <a:xfrm>
            <a:off x="893492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6558">
            <a:extLst>
              <a:ext uri="{FF2B5EF4-FFF2-40B4-BE49-F238E27FC236}">
                <a16:creationId xmlns:a16="http://schemas.microsoft.com/office/drawing/2014/main" id="{703DBA17-45C0-46BB-A965-8509CA1D36E6}"/>
              </a:ext>
            </a:extLst>
          </p:cNvPr>
          <p:cNvSpPr>
            <a:spLocks noGrp="1"/>
          </p:cNvSpPr>
          <p:nvPr/>
        </p:nvSpPr>
        <p:spPr>
          <a:xfrm>
            <a:off x="8966255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6559">
            <a:extLst>
              <a:ext uri="{FF2B5EF4-FFF2-40B4-BE49-F238E27FC236}">
                <a16:creationId xmlns:a16="http://schemas.microsoft.com/office/drawing/2014/main" id="{404B2825-8274-452B-B990-D722C31DAE3B}"/>
              </a:ext>
            </a:extLst>
          </p:cNvPr>
          <p:cNvSpPr>
            <a:spLocks noGrp="1"/>
          </p:cNvSpPr>
          <p:nvPr/>
        </p:nvSpPr>
        <p:spPr>
          <a:xfrm>
            <a:off x="899495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6560">
            <a:extLst>
              <a:ext uri="{FF2B5EF4-FFF2-40B4-BE49-F238E27FC236}">
                <a16:creationId xmlns:a16="http://schemas.microsoft.com/office/drawing/2014/main" id="{ECF10D3D-1E05-43FE-884E-DC8C2E7BB943}"/>
              </a:ext>
            </a:extLst>
          </p:cNvPr>
          <p:cNvSpPr>
            <a:spLocks noGrp="1"/>
          </p:cNvSpPr>
          <p:nvPr/>
        </p:nvSpPr>
        <p:spPr>
          <a:xfrm>
            <a:off x="900615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6561">
            <a:extLst>
              <a:ext uri="{FF2B5EF4-FFF2-40B4-BE49-F238E27FC236}">
                <a16:creationId xmlns:a16="http://schemas.microsoft.com/office/drawing/2014/main" id="{4589DF6B-7935-419B-9E33-1449F71B8F57}"/>
              </a:ext>
            </a:extLst>
          </p:cNvPr>
          <p:cNvSpPr>
            <a:spLocks noGrp="1"/>
          </p:cNvSpPr>
          <p:nvPr/>
        </p:nvSpPr>
        <p:spPr>
          <a:xfrm>
            <a:off x="9006625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6562">
            <a:extLst>
              <a:ext uri="{FF2B5EF4-FFF2-40B4-BE49-F238E27FC236}">
                <a16:creationId xmlns:a16="http://schemas.microsoft.com/office/drawing/2014/main" id="{D1EFA8FE-A7F0-416C-8D6F-0FCA4C81409C}"/>
              </a:ext>
            </a:extLst>
          </p:cNvPr>
          <p:cNvSpPr>
            <a:spLocks noGrp="1"/>
          </p:cNvSpPr>
          <p:nvPr/>
        </p:nvSpPr>
        <p:spPr>
          <a:xfrm>
            <a:off x="901628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6563">
            <a:extLst>
              <a:ext uri="{FF2B5EF4-FFF2-40B4-BE49-F238E27FC236}">
                <a16:creationId xmlns:a16="http://schemas.microsoft.com/office/drawing/2014/main" id="{2B0AEBEA-272B-4F44-9606-03795BD0ED13}"/>
              </a:ext>
            </a:extLst>
          </p:cNvPr>
          <p:cNvSpPr>
            <a:spLocks noGrp="1"/>
          </p:cNvSpPr>
          <p:nvPr/>
        </p:nvSpPr>
        <p:spPr>
          <a:xfrm>
            <a:off x="89573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6564">
            <a:extLst>
              <a:ext uri="{FF2B5EF4-FFF2-40B4-BE49-F238E27FC236}">
                <a16:creationId xmlns:a16="http://schemas.microsoft.com/office/drawing/2014/main" id="{AE8F8653-14B6-4C38-BFC6-7054A86D1810}"/>
              </a:ext>
            </a:extLst>
          </p:cNvPr>
          <p:cNvSpPr>
            <a:spLocks noGrp="1"/>
          </p:cNvSpPr>
          <p:nvPr/>
        </p:nvSpPr>
        <p:spPr>
          <a:xfrm>
            <a:off x="9019644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6565">
            <a:extLst>
              <a:ext uri="{FF2B5EF4-FFF2-40B4-BE49-F238E27FC236}">
                <a16:creationId xmlns:a16="http://schemas.microsoft.com/office/drawing/2014/main" id="{60671F11-6BAE-41F3-887C-3DF9200FF52A}"/>
              </a:ext>
            </a:extLst>
          </p:cNvPr>
          <p:cNvSpPr>
            <a:spLocks noGrp="1"/>
          </p:cNvSpPr>
          <p:nvPr/>
        </p:nvSpPr>
        <p:spPr>
          <a:xfrm>
            <a:off x="896419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6566">
            <a:extLst>
              <a:ext uri="{FF2B5EF4-FFF2-40B4-BE49-F238E27FC236}">
                <a16:creationId xmlns:a16="http://schemas.microsoft.com/office/drawing/2014/main" id="{0C7C4A7E-76A0-44D3-AE79-2D8ABBDCB0B9}"/>
              </a:ext>
            </a:extLst>
          </p:cNvPr>
          <p:cNvSpPr>
            <a:spLocks noGrp="1"/>
          </p:cNvSpPr>
          <p:nvPr/>
        </p:nvSpPr>
        <p:spPr>
          <a:xfrm>
            <a:off x="8983125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6567">
            <a:extLst>
              <a:ext uri="{FF2B5EF4-FFF2-40B4-BE49-F238E27FC236}">
                <a16:creationId xmlns:a16="http://schemas.microsoft.com/office/drawing/2014/main" id="{02AFD00A-3C59-4F2B-9890-F38CFAB7ADFB}"/>
              </a:ext>
            </a:extLst>
          </p:cNvPr>
          <p:cNvSpPr>
            <a:spLocks noGrp="1"/>
          </p:cNvSpPr>
          <p:nvPr/>
        </p:nvSpPr>
        <p:spPr>
          <a:xfrm>
            <a:off x="8965155" y="26763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6568">
            <a:extLst>
              <a:ext uri="{FF2B5EF4-FFF2-40B4-BE49-F238E27FC236}">
                <a16:creationId xmlns:a16="http://schemas.microsoft.com/office/drawing/2014/main" id="{494A7F16-67DA-465E-8842-6798AD2BA87D}"/>
              </a:ext>
            </a:extLst>
          </p:cNvPr>
          <p:cNvSpPr>
            <a:spLocks noGrp="1"/>
          </p:cNvSpPr>
          <p:nvPr/>
        </p:nvSpPr>
        <p:spPr>
          <a:xfrm>
            <a:off x="900494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6569">
            <a:extLst>
              <a:ext uri="{FF2B5EF4-FFF2-40B4-BE49-F238E27FC236}">
                <a16:creationId xmlns:a16="http://schemas.microsoft.com/office/drawing/2014/main" id="{B5F3E05B-45D3-4ED4-8F7F-C90475CF310C}"/>
              </a:ext>
            </a:extLst>
          </p:cNvPr>
          <p:cNvSpPr>
            <a:spLocks noGrp="1"/>
          </p:cNvSpPr>
          <p:nvPr/>
        </p:nvSpPr>
        <p:spPr>
          <a:xfrm>
            <a:off x="899406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6570">
            <a:extLst>
              <a:ext uri="{FF2B5EF4-FFF2-40B4-BE49-F238E27FC236}">
                <a16:creationId xmlns:a16="http://schemas.microsoft.com/office/drawing/2014/main" id="{BCBA9819-76AE-46AC-96BC-311FEE9ACF44}"/>
              </a:ext>
            </a:extLst>
          </p:cNvPr>
          <p:cNvSpPr>
            <a:spLocks noGrp="1"/>
          </p:cNvSpPr>
          <p:nvPr/>
        </p:nvSpPr>
        <p:spPr>
          <a:xfrm>
            <a:off x="902604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6571">
            <a:extLst>
              <a:ext uri="{FF2B5EF4-FFF2-40B4-BE49-F238E27FC236}">
                <a16:creationId xmlns:a16="http://schemas.microsoft.com/office/drawing/2014/main" id="{B2DA34D8-63D4-4F93-84DB-6A701FC4E3C4}"/>
              </a:ext>
            </a:extLst>
          </p:cNvPr>
          <p:cNvSpPr>
            <a:spLocks noGrp="1"/>
          </p:cNvSpPr>
          <p:nvPr/>
        </p:nvSpPr>
        <p:spPr>
          <a:xfrm>
            <a:off x="901678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6572">
            <a:extLst>
              <a:ext uri="{FF2B5EF4-FFF2-40B4-BE49-F238E27FC236}">
                <a16:creationId xmlns:a16="http://schemas.microsoft.com/office/drawing/2014/main" id="{2A229665-E124-4782-8BF6-5D7B69A1172A}"/>
              </a:ext>
            </a:extLst>
          </p:cNvPr>
          <p:cNvSpPr>
            <a:spLocks noGrp="1"/>
          </p:cNvSpPr>
          <p:nvPr/>
        </p:nvSpPr>
        <p:spPr>
          <a:xfrm>
            <a:off x="899957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6573">
            <a:extLst>
              <a:ext uri="{FF2B5EF4-FFF2-40B4-BE49-F238E27FC236}">
                <a16:creationId xmlns:a16="http://schemas.microsoft.com/office/drawing/2014/main" id="{7825ACCA-ED32-4C3B-BB2D-5C29A5B3A375}"/>
              </a:ext>
            </a:extLst>
          </p:cNvPr>
          <p:cNvSpPr>
            <a:spLocks noGrp="1"/>
          </p:cNvSpPr>
          <p:nvPr/>
        </p:nvSpPr>
        <p:spPr>
          <a:xfrm>
            <a:off x="900270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6574">
            <a:extLst>
              <a:ext uri="{FF2B5EF4-FFF2-40B4-BE49-F238E27FC236}">
                <a16:creationId xmlns:a16="http://schemas.microsoft.com/office/drawing/2014/main" id="{2BF5BB10-21C1-40F8-8945-D3BE73C3F758}"/>
              </a:ext>
            </a:extLst>
          </p:cNvPr>
          <p:cNvSpPr>
            <a:spLocks noGrp="1"/>
          </p:cNvSpPr>
          <p:nvPr/>
        </p:nvSpPr>
        <p:spPr>
          <a:xfrm>
            <a:off x="9037218" y="26870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6575">
            <a:extLst>
              <a:ext uri="{FF2B5EF4-FFF2-40B4-BE49-F238E27FC236}">
                <a16:creationId xmlns:a16="http://schemas.microsoft.com/office/drawing/2014/main" id="{93F17511-3869-496A-8820-36A9CD8E25D2}"/>
              </a:ext>
            </a:extLst>
          </p:cNvPr>
          <p:cNvSpPr>
            <a:spLocks noGrp="1"/>
          </p:cNvSpPr>
          <p:nvPr/>
        </p:nvSpPr>
        <p:spPr>
          <a:xfrm>
            <a:off x="89621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6576">
            <a:extLst>
              <a:ext uri="{FF2B5EF4-FFF2-40B4-BE49-F238E27FC236}">
                <a16:creationId xmlns:a16="http://schemas.microsoft.com/office/drawing/2014/main" id="{E41488A2-E343-4238-B315-D605408A4005}"/>
              </a:ext>
            </a:extLst>
          </p:cNvPr>
          <p:cNvSpPr>
            <a:spLocks noGrp="1"/>
          </p:cNvSpPr>
          <p:nvPr/>
        </p:nvSpPr>
        <p:spPr>
          <a:xfrm>
            <a:off x="895468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6577">
            <a:extLst>
              <a:ext uri="{FF2B5EF4-FFF2-40B4-BE49-F238E27FC236}">
                <a16:creationId xmlns:a16="http://schemas.microsoft.com/office/drawing/2014/main" id="{72D72063-FA24-49EF-9EC0-BF0638FA6575}"/>
              </a:ext>
            </a:extLst>
          </p:cNvPr>
          <p:cNvSpPr>
            <a:spLocks noGrp="1"/>
          </p:cNvSpPr>
          <p:nvPr/>
        </p:nvSpPr>
        <p:spPr>
          <a:xfrm>
            <a:off x="894928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6578">
            <a:extLst>
              <a:ext uri="{FF2B5EF4-FFF2-40B4-BE49-F238E27FC236}">
                <a16:creationId xmlns:a16="http://schemas.microsoft.com/office/drawing/2014/main" id="{3A74D3F5-B947-438F-AA89-B6EAD44358B9}"/>
              </a:ext>
            </a:extLst>
          </p:cNvPr>
          <p:cNvSpPr>
            <a:spLocks noGrp="1"/>
          </p:cNvSpPr>
          <p:nvPr/>
        </p:nvSpPr>
        <p:spPr>
          <a:xfrm>
            <a:off x="897376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6579">
            <a:extLst>
              <a:ext uri="{FF2B5EF4-FFF2-40B4-BE49-F238E27FC236}">
                <a16:creationId xmlns:a16="http://schemas.microsoft.com/office/drawing/2014/main" id="{8BB26CEF-A510-4F37-A9BE-114264418A3E}"/>
              </a:ext>
            </a:extLst>
          </p:cNvPr>
          <p:cNvSpPr>
            <a:spLocks noGrp="1"/>
          </p:cNvSpPr>
          <p:nvPr/>
        </p:nvSpPr>
        <p:spPr>
          <a:xfrm>
            <a:off x="8997587" y="26351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6580">
            <a:extLst>
              <a:ext uri="{FF2B5EF4-FFF2-40B4-BE49-F238E27FC236}">
                <a16:creationId xmlns:a16="http://schemas.microsoft.com/office/drawing/2014/main" id="{750E5241-81FB-44DE-A9C0-9054643451E2}"/>
              </a:ext>
            </a:extLst>
          </p:cNvPr>
          <p:cNvSpPr>
            <a:spLocks noGrp="1"/>
          </p:cNvSpPr>
          <p:nvPr/>
        </p:nvSpPr>
        <p:spPr>
          <a:xfrm>
            <a:off x="8964945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6581">
            <a:extLst>
              <a:ext uri="{FF2B5EF4-FFF2-40B4-BE49-F238E27FC236}">
                <a16:creationId xmlns:a16="http://schemas.microsoft.com/office/drawing/2014/main" id="{C5C8B72C-DD57-4448-8D74-2A8BF5FB36D3}"/>
              </a:ext>
            </a:extLst>
          </p:cNvPr>
          <p:cNvSpPr>
            <a:spLocks noGrp="1"/>
          </p:cNvSpPr>
          <p:nvPr/>
        </p:nvSpPr>
        <p:spPr>
          <a:xfrm>
            <a:off x="8929691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6582">
            <a:extLst>
              <a:ext uri="{FF2B5EF4-FFF2-40B4-BE49-F238E27FC236}">
                <a16:creationId xmlns:a16="http://schemas.microsoft.com/office/drawing/2014/main" id="{4D13DA6E-A964-4E31-9250-DB8C28C79C67}"/>
              </a:ext>
            </a:extLst>
          </p:cNvPr>
          <p:cNvSpPr>
            <a:spLocks noGrp="1"/>
          </p:cNvSpPr>
          <p:nvPr/>
        </p:nvSpPr>
        <p:spPr>
          <a:xfrm>
            <a:off x="8999341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6583">
            <a:extLst>
              <a:ext uri="{FF2B5EF4-FFF2-40B4-BE49-F238E27FC236}">
                <a16:creationId xmlns:a16="http://schemas.microsoft.com/office/drawing/2014/main" id="{BC42AE80-C5AB-4337-9A8A-BA683E1A85FD}"/>
              </a:ext>
            </a:extLst>
          </p:cNvPr>
          <p:cNvSpPr>
            <a:spLocks noGrp="1"/>
          </p:cNvSpPr>
          <p:nvPr/>
        </p:nvSpPr>
        <p:spPr>
          <a:xfrm>
            <a:off x="8984023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6584">
            <a:extLst>
              <a:ext uri="{FF2B5EF4-FFF2-40B4-BE49-F238E27FC236}">
                <a16:creationId xmlns:a16="http://schemas.microsoft.com/office/drawing/2014/main" id="{4A825A3D-7C01-47A3-A463-32F4AF0C3A25}"/>
              </a:ext>
            </a:extLst>
          </p:cNvPr>
          <p:cNvSpPr>
            <a:spLocks noGrp="1"/>
          </p:cNvSpPr>
          <p:nvPr/>
        </p:nvSpPr>
        <p:spPr>
          <a:xfrm>
            <a:off x="898199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6585">
            <a:extLst>
              <a:ext uri="{FF2B5EF4-FFF2-40B4-BE49-F238E27FC236}">
                <a16:creationId xmlns:a16="http://schemas.microsoft.com/office/drawing/2014/main" id="{7A1342D0-6A43-478B-936E-310874E788D4}"/>
              </a:ext>
            </a:extLst>
          </p:cNvPr>
          <p:cNvSpPr>
            <a:spLocks noGrp="1"/>
          </p:cNvSpPr>
          <p:nvPr/>
        </p:nvSpPr>
        <p:spPr>
          <a:xfrm>
            <a:off x="894962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6586">
            <a:extLst>
              <a:ext uri="{FF2B5EF4-FFF2-40B4-BE49-F238E27FC236}">
                <a16:creationId xmlns:a16="http://schemas.microsoft.com/office/drawing/2014/main" id="{CBDB034E-171F-44D4-9785-0407567527B4}"/>
              </a:ext>
            </a:extLst>
          </p:cNvPr>
          <p:cNvSpPr>
            <a:spLocks noGrp="1"/>
          </p:cNvSpPr>
          <p:nvPr/>
        </p:nvSpPr>
        <p:spPr>
          <a:xfrm>
            <a:off x="8960235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6587">
            <a:extLst>
              <a:ext uri="{FF2B5EF4-FFF2-40B4-BE49-F238E27FC236}">
                <a16:creationId xmlns:a16="http://schemas.microsoft.com/office/drawing/2014/main" id="{1CAC7BAD-E271-4E66-BDDC-55657E879D9C}"/>
              </a:ext>
            </a:extLst>
          </p:cNvPr>
          <p:cNvSpPr>
            <a:spLocks noGrp="1"/>
          </p:cNvSpPr>
          <p:nvPr/>
        </p:nvSpPr>
        <p:spPr>
          <a:xfrm>
            <a:off x="9026974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6588">
            <a:extLst>
              <a:ext uri="{FF2B5EF4-FFF2-40B4-BE49-F238E27FC236}">
                <a16:creationId xmlns:a16="http://schemas.microsoft.com/office/drawing/2014/main" id="{7435E882-AF59-4510-A9A6-BD13D85348C7}"/>
              </a:ext>
            </a:extLst>
          </p:cNvPr>
          <p:cNvSpPr>
            <a:spLocks noGrp="1"/>
          </p:cNvSpPr>
          <p:nvPr/>
        </p:nvSpPr>
        <p:spPr>
          <a:xfrm>
            <a:off x="8945449" y="2653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6589">
            <a:extLst>
              <a:ext uri="{FF2B5EF4-FFF2-40B4-BE49-F238E27FC236}">
                <a16:creationId xmlns:a16="http://schemas.microsoft.com/office/drawing/2014/main" id="{AC69D68D-962C-446B-9047-F52189364AA0}"/>
              </a:ext>
            </a:extLst>
          </p:cNvPr>
          <p:cNvSpPr>
            <a:spLocks noGrp="1"/>
          </p:cNvSpPr>
          <p:nvPr/>
        </p:nvSpPr>
        <p:spPr>
          <a:xfrm>
            <a:off x="898003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6590">
            <a:extLst>
              <a:ext uri="{FF2B5EF4-FFF2-40B4-BE49-F238E27FC236}">
                <a16:creationId xmlns:a16="http://schemas.microsoft.com/office/drawing/2014/main" id="{01DB9F66-9234-4300-9947-3BB5EA06DF61}"/>
              </a:ext>
            </a:extLst>
          </p:cNvPr>
          <p:cNvSpPr>
            <a:spLocks noGrp="1"/>
          </p:cNvSpPr>
          <p:nvPr/>
        </p:nvSpPr>
        <p:spPr>
          <a:xfrm>
            <a:off x="9025339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6591">
            <a:extLst>
              <a:ext uri="{FF2B5EF4-FFF2-40B4-BE49-F238E27FC236}">
                <a16:creationId xmlns:a16="http://schemas.microsoft.com/office/drawing/2014/main" id="{E78E73FE-B5BC-47C0-9711-BEAF9356F442}"/>
              </a:ext>
            </a:extLst>
          </p:cNvPr>
          <p:cNvSpPr>
            <a:spLocks noGrp="1"/>
          </p:cNvSpPr>
          <p:nvPr/>
        </p:nvSpPr>
        <p:spPr>
          <a:xfrm>
            <a:off x="900273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6592">
            <a:extLst>
              <a:ext uri="{FF2B5EF4-FFF2-40B4-BE49-F238E27FC236}">
                <a16:creationId xmlns:a16="http://schemas.microsoft.com/office/drawing/2014/main" id="{67154D52-7DAF-40B3-B694-8344434B91DB}"/>
              </a:ext>
            </a:extLst>
          </p:cNvPr>
          <p:cNvSpPr>
            <a:spLocks noGrp="1"/>
          </p:cNvSpPr>
          <p:nvPr/>
        </p:nvSpPr>
        <p:spPr>
          <a:xfrm>
            <a:off x="8952377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6593">
            <a:extLst>
              <a:ext uri="{FF2B5EF4-FFF2-40B4-BE49-F238E27FC236}">
                <a16:creationId xmlns:a16="http://schemas.microsoft.com/office/drawing/2014/main" id="{3917EBE0-E9B4-4A88-9A4B-FE0C8ED0FB66}"/>
              </a:ext>
            </a:extLst>
          </p:cNvPr>
          <p:cNvSpPr>
            <a:spLocks noGrp="1"/>
          </p:cNvSpPr>
          <p:nvPr/>
        </p:nvSpPr>
        <p:spPr>
          <a:xfrm>
            <a:off x="901419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6594">
            <a:extLst>
              <a:ext uri="{FF2B5EF4-FFF2-40B4-BE49-F238E27FC236}">
                <a16:creationId xmlns:a16="http://schemas.microsoft.com/office/drawing/2014/main" id="{43DE3FFD-D091-42AA-979F-DDC69DF0D755}"/>
              </a:ext>
            </a:extLst>
          </p:cNvPr>
          <p:cNvSpPr>
            <a:spLocks noGrp="1"/>
          </p:cNvSpPr>
          <p:nvPr/>
        </p:nvSpPr>
        <p:spPr>
          <a:xfrm>
            <a:off x="9016062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6595">
            <a:extLst>
              <a:ext uri="{FF2B5EF4-FFF2-40B4-BE49-F238E27FC236}">
                <a16:creationId xmlns:a16="http://schemas.microsoft.com/office/drawing/2014/main" id="{4471F22F-5F90-4DD2-BD4D-87021E00C27A}"/>
              </a:ext>
            </a:extLst>
          </p:cNvPr>
          <p:cNvSpPr>
            <a:spLocks noGrp="1"/>
          </p:cNvSpPr>
          <p:nvPr/>
        </p:nvSpPr>
        <p:spPr>
          <a:xfrm>
            <a:off x="894727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6596">
            <a:extLst>
              <a:ext uri="{FF2B5EF4-FFF2-40B4-BE49-F238E27FC236}">
                <a16:creationId xmlns:a16="http://schemas.microsoft.com/office/drawing/2014/main" id="{422FA713-0A6C-4CBA-B811-4225E3B107FD}"/>
              </a:ext>
            </a:extLst>
          </p:cNvPr>
          <p:cNvSpPr>
            <a:spLocks noGrp="1"/>
          </p:cNvSpPr>
          <p:nvPr/>
        </p:nvSpPr>
        <p:spPr>
          <a:xfrm>
            <a:off x="8983973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6597">
            <a:extLst>
              <a:ext uri="{FF2B5EF4-FFF2-40B4-BE49-F238E27FC236}">
                <a16:creationId xmlns:a16="http://schemas.microsoft.com/office/drawing/2014/main" id="{8C202080-75F7-4899-A58B-ADDB6D1F267A}"/>
              </a:ext>
            </a:extLst>
          </p:cNvPr>
          <p:cNvSpPr>
            <a:spLocks noGrp="1"/>
          </p:cNvSpPr>
          <p:nvPr/>
        </p:nvSpPr>
        <p:spPr>
          <a:xfrm>
            <a:off x="9006990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6598">
            <a:extLst>
              <a:ext uri="{FF2B5EF4-FFF2-40B4-BE49-F238E27FC236}">
                <a16:creationId xmlns:a16="http://schemas.microsoft.com/office/drawing/2014/main" id="{23A6E700-6985-435A-8233-036E04D83620}"/>
              </a:ext>
            </a:extLst>
          </p:cNvPr>
          <p:cNvSpPr>
            <a:spLocks noGrp="1"/>
          </p:cNvSpPr>
          <p:nvPr/>
        </p:nvSpPr>
        <p:spPr>
          <a:xfrm>
            <a:off x="8948592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6599">
            <a:extLst>
              <a:ext uri="{FF2B5EF4-FFF2-40B4-BE49-F238E27FC236}">
                <a16:creationId xmlns:a16="http://schemas.microsoft.com/office/drawing/2014/main" id="{7A52B3D2-1490-4DB0-A130-26B03594767D}"/>
              </a:ext>
            </a:extLst>
          </p:cNvPr>
          <p:cNvSpPr>
            <a:spLocks noGrp="1"/>
          </p:cNvSpPr>
          <p:nvPr/>
        </p:nvSpPr>
        <p:spPr>
          <a:xfrm>
            <a:off x="900965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6600">
            <a:extLst>
              <a:ext uri="{FF2B5EF4-FFF2-40B4-BE49-F238E27FC236}">
                <a16:creationId xmlns:a16="http://schemas.microsoft.com/office/drawing/2014/main" id="{23AF3B00-E634-4B1A-8183-45F3BD9C3DA8}"/>
              </a:ext>
            </a:extLst>
          </p:cNvPr>
          <p:cNvSpPr>
            <a:spLocks noGrp="1"/>
          </p:cNvSpPr>
          <p:nvPr/>
        </p:nvSpPr>
        <p:spPr>
          <a:xfrm>
            <a:off x="9037750" y="27833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6601">
            <a:extLst>
              <a:ext uri="{FF2B5EF4-FFF2-40B4-BE49-F238E27FC236}">
                <a16:creationId xmlns:a16="http://schemas.microsoft.com/office/drawing/2014/main" id="{AB867090-F455-4922-9FF4-7FB86BC2A903}"/>
              </a:ext>
            </a:extLst>
          </p:cNvPr>
          <p:cNvSpPr>
            <a:spLocks noGrp="1"/>
          </p:cNvSpPr>
          <p:nvPr/>
        </p:nvSpPr>
        <p:spPr>
          <a:xfrm>
            <a:off x="9025221" y="29439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6602">
            <a:extLst>
              <a:ext uri="{FF2B5EF4-FFF2-40B4-BE49-F238E27FC236}">
                <a16:creationId xmlns:a16="http://schemas.microsoft.com/office/drawing/2014/main" id="{AC6E4354-2D98-4B3F-80D7-B5994A6A9644}"/>
              </a:ext>
            </a:extLst>
          </p:cNvPr>
          <p:cNvSpPr>
            <a:spLocks noGrp="1"/>
          </p:cNvSpPr>
          <p:nvPr/>
        </p:nvSpPr>
        <p:spPr>
          <a:xfrm>
            <a:off x="8961440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6603">
            <a:extLst>
              <a:ext uri="{FF2B5EF4-FFF2-40B4-BE49-F238E27FC236}">
                <a16:creationId xmlns:a16="http://schemas.microsoft.com/office/drawing/2014/main" id="{A03446DD-B8AB-4BDF-8878-545CE81DA8CA}"/>
              </a:ext>
            </a:extLst>
          </p:cNvPr>
          <p:cNvSpPr>
            <a:spLocks noGrp="1"/>
          </p:cNvSpPr>
          <p:nvPr/>
        </p:nvSpPr>
        <p:spPr>
          <a:xfrm>
            <a:off x="8975695" y="2141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6604">
            <a:extLst>
              <a:ext uri="{FF2B5EF4-FFF2-40B4-BE49-F238E27FC236}">
                <a16:creationId xmlns:a16="http://schemas.microsoft.com/office/drawing/2014/main" id="{AA728733-40C0-47BA-BDD7-F4C74A7530D5}"/>
              </a:ext>
            </a:extLst>
          </p:cNvPr>
          <p:cNvSpPr>
            <a:spLocks noGrp="1"/>
          </p:cNvSpPr>
          <p:nvPr/>
        </p:nvSpPr>
        <p:spPr>
          <a:xfrm>
            <a:off x="900174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6605">
            <a:extLst>
              <a:ext uri="{FF2B5EF4-FFF2-40B4-BE49-F238E27FC236}">
                <a16:creationId xmlns:a16="http://schemas.microsoft.com/office/drawing/2014/main" id="{0D68E39B-0F2E-4B00-8F0D-7C17D9504AEA}"/>
              </a:ext>
            </a:extLst>
          </p:cNvPr>
          <p:cNvSpPr>
            <a:spLocks noGrp="1"/>
          </p:cNvSpPr>
          <p:nvPr/>
        </p:nvSpPr>
        <p:spPr>
          <a:xfrm>
            <a:off x="899496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6606">
            <a:extLst>
              <a:ext uri="{FF2B5EF4-FFF2-40B4-BE49-F238E27FC236}">
                <a16:creationId xmlns:a16="http://schemas.microsoft.com/office/drawing/2014/main" id="{ABAADF56-5F74-4FC1-9589-A9EF5685CAF7}"/>
              </a:ext>
            </a:extLst>
          </p:cNvPr>
          <p:cNvSpPr>
            <a:spLocks noGrp="1"/>
          </p:cNvSpPr>
          <p:nvPr/>
        </p:nvSpPr>
        <p:spPr>
          <a:xfrm>
            <a:off x="895387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6607">
            <a:extLst>
              <a:ext uri="{FF2B5EF4-FFF2-40B4-BE49-F238E27FC236}">
                <a16:creationId xmlns:a16="http://schemas.microsoft.com/office/drawing/2014/main" id="{5966CA78-6B62-43EA-ACCA-03B980644388}"/>
              </a:ext>
            </a:extLst>
          </p:cNvPr>
          <p:cNvSpPr>
            <a:spLocks noGrp="1"/>
          </p:cNvSpPr>
          <p:nvPr/>
        </p:nvSpPr>
        <p:spPr>
          <a:xfrm>
            <a:off x="8949039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6608">
            <a:extLst>
              <a:ext uri="{FF2B5EF4-FFF2-40B4-BE49-F238E27FC236}">
                <a16:creationId xmlns:a16="http://schemas.microsoft.com/office/drawing/2014/main" id="{8D1EFDF4-4EFC-4B4A-8691-5007679753AA}"/>
              </a:ext>
            </a:extLst>
          </p:cNvPr>
          <p:cNvSpPr>
            <a:spLocks noGrp="1"/>
          </p:cNvSpPr>
          <p:nvPr/>
        </p:nvSpPr>
        <p:spPr>
          <a:xfrm>
            <a:off x="89773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6609">
            <a:extLst>
              <a:ext uri="{FF2B5EF4-FFF2-40B4-BE49-F238E27FC236}">
                <a16:creationId xmlns:a16="http://schemas.microsoft.com/office/drawing/2014/main" id="{0EF355D4-24A8-4D74-AE65-19C361499A0A}"/>
              </a:ext>
            </a:extLst>
          </p:cNvPr>
          <p:cNvSpPr>
            <a:spLocks noGrp="1"/>
          </p:cNvSpPr>
          <p:nvPr/>
        </p:nvSpPr>
        <p:spPr>
          <a:xfrm>
            <a:off x="9010951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6610">
            <a:extLst>
              <a:ext uri="{FF2B5EF4-FFF2-40B4-BE49-F238E27FC236}">
                <a16:creationId xmlns:a16="http://schemas.microsoft.com/office/drawing/2014/main" id="{CA7323E3-30A9-4222-8C63-75F9430BDD46}"/>
              </a:ext>
            </a:extLst>
          </p:cNvPr>
          <p:cNvSpPr>
            <a:spLocks noGrp="1"/>
          </p:cNvSpPr>
          <p:nvPr/>
        </p:nvSpPr>
        <p:spPr>
          <a:xfrm>
            <a:off x="901751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6611">
            <a:extLst>
              <a:ext uri="{FF2B5EF4-FFF2-40B4-BE49-F238E27FC236}">
                <a16:creationId xmlns:a16="http://schemas.microsoft.com/office/drawing/2014/main" id="{FC4A6281-4F0A-4DCA-B70D-142344D5C8BE}"/>
              </a:ext>
            </a:extLst>
          </p:cNvPr>
          <p:cNvSpPr>
            <a:spLocks noGrp="1"/>
          </p:cNvSpPr>
          <p:nvPr/>
        </p:nvSpPr>
        <p:spPr>
          <a:xfrm>
            <a:off x="9001128" y="36504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6612">
            <a:extLst>
              <a:ext uri="{FF2B5EF4-FFF2-40B4-BE49-F238E27FC236}">
                <a16:creationId xmlns:a16="http://schemas.microsoft.com/office/drawing/2014/main" id="{367AAB7C-CFAF-4E62-9613-BC2E94EF7227}"/>
              </a:ext>
            </a:extLst>
          </p:cNvPr>
          <p:cNvSpPr>
            <a:spLocks noGrp="1"/>
          </p:cNvSpPr>
          <p:nvPr/>
        </p:nvSpPr>
        <p:spPr>
          <a:xfrm>
            <a:off x="8989756" y="3618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6613">
            <a:extLst>
              <a:ext uri="{FF2B5EF4-FFF2-40B4-BE49-F238E27FC236}">
                <a16:creationId xmlns:a16="http://schemas.microsoft.com/office/drawing/2014/main" id="{C7728402-C24C-4F24-A42E-EE0305481B02}"/>
              </a:ext>
            </a:extLst>
          </p:cNvPr>
          <p:cNvSpPr>
            <a:spLocks noGrp="1"/>
          </p:cNvSpPr>
          <p:nvPr/>
        </p:nvSpPr>
        <p:spPr>
          <a:xfrm>
            <a:off x="8988806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6614">
            <a:extLst>
              <a:ext uri="{FF2B5EF4-FFF2-40B4-BE49-F238E27FC236}">
                <a16:creationId xmlns:a16="http://schemas.microsoft.com/office/drawing/2014/main" id="{D5CFF51A-6A37-41E3-8A8A-B4A4A8640FA8}"/>
              </a:ext>
            </a:extLst>
          </p:cNvPr>
          <p:cNvSpPr>
            <a:spLocks noGrp="1"/>
          </p:cNvSpPr>
          <p:nvPr/>
        </p:nvSpPr>
        <p:spPr>
          <a:xfrm>
            <a:off x="9022183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6615">
            <a:extLst>
              <a:ext uri="{FF2B5EF4-FFF2-40B4-BE49-F238E27FC236}">
                <a16:creationId xmlns:a16="http://schemas.microsoft.com/office/drawing/2014/main" id="{AC1F6DBB-B870-4D30-98DC-46792459264C}"/>
              </a:ext>
            </a:extLst>
          </p:cNvPr>
          <p:cNvSpPr>
            <a:spLocks noGrp="1"/>
          </p:cNvSpPr>
          <p:nvPr/>
        </p:nvSpPr>
        <p:spPr>
          <a:xfrm>
            <a:off x="8962621" y="19805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6616">
            <a:extLst>
              <a:ext uri="{FF2B5EF4-FFF2-40B4-BE49-F238E27FC236}">
                <a16:creationId xmlns:a16="http://schemas.microsoft.com/office/drawing/2014/main" id="{C71DE1C1-B16E-4E04-A12E-A27A95776397}"/>
              </a:ext>
            </a:extLst>
          </p:cNvPr>
          <p:cNvSpPr>
            <a:spLocks noGrp="1"/>
          </p:cNvSpPr>
          <p:nvPr/>
        </p:nvSpPr>
        <p:spPr>
          <a:xfrm>
            <a:off x="901272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6617">
            <a:extLst>
              <a:ext uri="{FF2B5EF4-FFF2-40B4-BE49-F238E27FC236}">
                <a16:creationId xmlns:a16="http://schemas.microsoft.com/office/drawing/2014/main" id="{A6B8823E-AC12-43DB-887B-E769B600A634}"/>
              </a:ext>
            </a:extLst>
          </p:cNvPr>
          <p:cNvSpPr>
            <a:spLocks noGrp="1"/>
          </p:cNvSpPr>
          <p:nvPr/>
        </p:nvSpPr>
        <p:spPr>
          <a:xfrm>
            <a:off x="8948820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6618">
            <a:extLst>
              <a:ext uri="{FF2B5EF4-FFF2-40B4-BE49-F238E27FC236}">
                <a16:creationId xmlns:a16="http://schemas.microsoft.com/office/drawing/2014/main" id="{FECD37E6-30EB-4E9D-BD1F-A38B6B005EC6}"/>
              </a:ext>
            </a:extLst>
          </p:cNvPr>
          <p:cNvSpPr>
            <a:spLocks noGrp="1"/>
          </p:cNvSpPr>
          <p:nvPr/>
        </p:nvSpPr>
        <p:spPr>
          <a:xfrm>
            <a:off x="8994416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6619">
            <a:extLst>
              <a:ext uri="{FF2B5EF4-FFF2-40B4-BE49-F238E27FC236}">
                <a16:creationId xmlns:a16="http://schemas.microsoft.com/office/drawing/2014/main" id="{9C8D9709-2A2E-4CBD-BFAA-1870AE9D9EC4}"/>
              </a:ext>
            </a:extLst>
          </p:cNvPr>
          <p:cNvSpPr>
            <a:spLocks noGrp="1"/>
          </p:cNvSpPr>
          <p:nvPr/>
        </p:nvSpPr>
        <p:spPr>
          <a:xfrm>
            <a:off x="9035349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6620">
            <a:extLst>
              <a:ext uri="{FF2B5EF4-FFF2-40B4-BE49-F238E27FC236}">
                <a16:creationId xmlns:a16="http://schemas.microsoft.com/office/drawing/2014/main" id="{F5075EFB-AE00-4E8B-9E63-B8D4BA13434B}"/>
              </a:ext>
            </a:extLst>
          </p:cNvPr>
          <p:cNvSpPr>
            <a:spLocks noGrp="1"/>
          </p:cNvSpPr>
          <p:nvPr/>
        </p:nvSpPr>
        <p:spPr>
          <a:xfrm>
            <a:off x="8978879" y="2542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6621">
            <a:extLst>
              <a:ext uri="{FF2B5EF4-FFF2-40B4-BE49-F238E27FC236}">
                <a16:creationId xmlns:a16="http://schemas.microsoft.com/office/drawing/2014/main" id="{5CC90707-D3E9-4B1A-A6F4-60B46DAA35D0}"/>
              </a:ext>
            </a:extLst>
          </p:cNvPr>
          <p:cNvSpPr>
            <a:spLocks noGrp="1"/>
          </p:cNvSpPr>
          <p:nvPr/>
        </p:nvSpPr>
        <p:spPr>
          <a:xfrm>
            <a:off x="8937417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6622">
            <a:extLst>
              <a:ext uri="{FF2B5EF4-FFF2-40B4-BE49-F238E27FC236}">
                <a16:creationId xmlns:a16="http://schemas.microsoft.com/office/drawing/2014/main" id="{CB0AB920-E5CA-4453-AEC4-B145F0542BB7}"/>
              </a:ext>
            </a:extLst>
          </p:cNvPr>
          <p:cNvSpPr>
            <a:spLocks noGrp="1"/>
          </p:cNvSpPr>
          <p:nvPr/>
        </p:nvSpPr>
        <p:spPr>
          <a:xfrm>
            <a:off x="89850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6623">
            <a:extLst>
              <a:ext uri="{FF2B5EF4-FFF2-40B4-BE49-F238E27FC236}">
                <a16:creationId xmlns:a16="http://schemas.microsoft.com/office/drawing/2014/main" id="{000997E5-BECD-4A16-8636-23EC720A04A6}"/>
              </a:ext>
            </a:extLst>
          </p:cNvPr>
          <p:cNvSpPr>
            <a:spLocks noGrp="1"/>
          </p:cNvSpPr>
          <p:nvPr/>
        </p:nvSpPr>
        <p:spPr>
          <a:xfrm>
            <a:off x="9001528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6624">
            <a:extLst>
              <a:ext uri="{FF2B5EF4-FFF2-40B4-BE49-F238E27FC236}">
                <a16:creationId xmlns:a16="http://schemas.microsoft.com/office/drawing/2014/main" id="{496FF9B7-D8EA-4FA9-B73C-7291A204FBF1}"/>
              </a:ext>
            </a:extLst>
          </p:cNvPr>
          <p:cNvSpPr>
            <a:spLocks noGrp="1"/>
          </p:cNvSpPr>
          <p:nvPr/>
        </p:nvSpPr>
        <p:spPr>
          <a:xfrm>
            <a:off x="8935702" y="32650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6625">
            <a:extLst>
              <a:ext uri="{FF2B5EF4-FFF2-40B4-BE49-F238E27FC236}">
                <a16:creationId xmlns:a16="http://schemas.microsoft.com/office/drawing/2014/main" id="{0C3D8067-20D6-4A86-BF71-1EB5CCA8D4C9}"/>
              </a:ext>
            </a:extLst>
          </p:cNvPr>
          <p:cNvSpPr>
            <a:spLocks noGrp="1"/>
          </p:cNvSpPr>
          <p:nvPr/>
        </p:nvSpPr>
        <p:spPr>
          <a:xfrm>
            <a:off x="901946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6626">
            <a:extLst>
              <a:ext uri="{FF2B5EF4-FFF2-40B4-BE49-F238E27FC236}">
                <a16:creationId xmlns:a16="http://schemas.microsoft.com/office/drawing/2014/main" id="{7EDF61FA-610B-4305-9911-569CEF023890}"/>
              </a:ext>
            </a:extLst>
          </p:cNvPr>
          <p:cNvSpPr>
            <a:spLocks noGrp="1"/>
          </p:cNvSpPr>
          <p:nvPr/>
        </p:nvSpPr>
        <p:spPr>
          <a:xfrm>
            <a:off x="9016112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6627">
            <a:extLst>
              <a:ext uri="{FF2B5EF4-FFF2-40B4-BE49-F238E27FC236}">
                <a16:creationId xmlns:a16="http://schemas.microsoft.com/office/drawing/2014/main" id="{7A1E68A1-927D-4158-A6D5-BE075D6BC428}"/>
              </a:ext>
            </a:extLst>
          </p:cNvPr>
          <p:cNvSpPr>
            <a:spLocks noGrp="1"/>
          </p:cNvSpPr>
          <p:nvPr/>
        </p:nvSpPr>
        <p:spPr>
          <a:xfrm>
            <a:off x="9029114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6628">
            <a:extLst>
              <a:ext uri="{FF2B5EF4-FFF2-40B4-BE49-F238E27FC236}">
                <a16:creationId xmlns:a16="http://schemas.microsoft.com/office/drawing/2014/main" id="{95B8C015-E6D8-466E-B7A6-2E855A85B57B}"/>
              </a:ext>
            </a:extLst>
          </p:cNvPr>
          <p:cNvSpPr>
            <a:spLocks noGrp="1"/>
          </p:cNvSpPr>
          <p:nvPr/>
        </p:nvSpPr>
        <p:spPr>
          <a:xfrm>
            <a:off x="8936493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6629">
            <a:extLst>
              <a:ext uri="{FF2B5EF4-FFF2-40B4-BE49-F238E27FC236}">
                <a16:creationId xmlns:a16="http://schemas.microsoft.com/office/drawing/2014/main" id="{C9530566-4EF4-4A59-AD1C-F0963C3FE3D5}"/>
              </a:ext>
            </a:extLst>
          </p:cNvPr>
          <p:cNvSpPr>
            <a:spLocks noGrp="1"/>
          </p:cNvSpPr>
          <p:nvPr/>
        </p:nvSpPr>
        <p:spPr>
          <a:xfrm>
            <a:off x="8970784" y="24622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6630">
            <a:extLst>
              <a:ext uri="{FF2B5EF4-FFF2-40B4-BE49-F238E27FC236}">
                <a16:creationId xmlns:a16="http://schemas.microsoft.com/office/drawing/2014/main" id="{7A68C205-E1CA-4B62-8AE2-0AF2C0F7BD25}"/>
              </a:ext>
            </a:extLst>
          </p:cNvPr>
          <p:cNvSpPr>
            <a:spLocks noGrp="1"/>
          </p:cNvSpPr>
          <p:nvPr/>
        </p:nvSpPr>
        <p:spPr>
          <a:xfrm>
            <a:off x="894455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6631">
            <a:extLst>
              <a:ext uri="{FF2B5EF4-FFF2-40B4-BE49-F238E27FC236}">
                <a16:creationId xmlns:a16="http://schemas.microsoft.com/office/drawing/2014/main" id="{D9ABD3F5-6970-4C48-8A56-58ABFF8AB875}"/>
              </a:ext>
            </a:extLst>
          </p:cNvPr>
          <p:cNvSpPr>
            <a:spLocks noGrp="1"/>
          </p:cNvSpPr>
          <p:nvPr/>
        </p:nvSpPr>
        <p:spPr>
          <a:xfrm>
            <a:off x="894532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6632">
            <a:extLst>
              <a:ext uri="{FF2B5EF4-FFF2-40B4-BE49-F238E27FC236}">
                <a16:creationId xmlns:a16="http://schemas.microsoft.com/office/drawing/2014/main" id="{2512399E-1801-42BA-A60A-68EC2851787C}"/>
              </a:ext>
            </a:extLst>
          </p:cNvPr>
          <p:cNvSpPr>
            <a:spLocks noGrp="1"/>
          </p:cNvSpPr>
          <p:nvPr/>
        </p:nvSpPr>
        <p:spPr>
          <a:xfrm>
            <a:off x="9037475" y="29210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6633">
            <a:extLst>
              <a:ext uri="{FF2B5EF4-FFF2-40B4-BE49-F238E27FC236}">
                <a16:creationId xmlns:a16="http://schemas.microsoft.com/office/drawing/2014/main" id="{C5D6A209-3F2C-45EA-B6CA-425196C1CF30}"/>
              </a:ext>
            </a:extLst>
          </p:cNvPr>
          <p:cNvSpPr>
            <a:spLocks noGrp="1"/>
          </p:cNvSpPr>
          <p:nvPr/>
        </p:nvSpPr>
        <p:spPr>
          <a:xfrm>
            <a:off x="9004231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6634">
            <a:extLst>
              <a:ext uri="{FF2B5EF4-FFF2-40B4-BE49-F238E27FC236}">
                <a16:creationId xmlns:a16="http://schemas.microsoft.com/office/drawing/2014/main" id="{0BE64B95-BACD-48E2-8515-7172606AFCBA}"/>
              </a:ext>
            </a:extLst>
          </p:cNvPr>
          <p:cNvSpPr>
            <a:spLocks noGrp="1"/>
          </p:cNvSpPr>
          <p:nvPr/>
        </p:nvSpPr>
        <p:spPr>
          <a:xfrm>
            <a:off x="8982608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6635">
            <a:extLst>
              <a:ext uri="{FF2B5EF4-FFF2-40B4-BE49-F238E27FC236}">
                <a16:creationId xmlns:a16="http://schemas.microsoft.com/office/drawing/2014/main" id="{133C77C2-A21D-48C9-9DCA-02DEA7DFB594}"/>
              </a:ext>
            </a:extLst>
          </p:cNvPr>
          <p:cNvSpPr>
            <a:spLocks noGrp="1"/>
          </p:cNvSpPr>
          <p:nvPr/>
        </p:nvSpPr>
        <p:spPr>
          <a:xfrm>
            <a:off x="8938067" y="25508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6636">
            <a:extLst>
              <a:ext uri="{FF2B5EF4-FFF2-40B4-BE49-F238E27FC236}">
                <a16:creationId xmlns:a16="http://schemas.microsoft.com/office/drawing/2014/main" id="{ECB450A3-DC60-4D7C-AE8B-863DBB2E0B00}"/>
              </a:ext>
            </a:extLst>
          </p:cNvPr>
          <p:cNvSpPr>
            <a:spLocks noGrp="1"/>
          </p:cNvSpPr>
          <p:nvPr/>
        </p:nvSpPr>
        <p:spPr>
          <a:xfrm>
            <a:off x="9019636" y="29760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6637">
            <a:extLst>
              <a:ext uri="{FF2B5EF4-FFF2-40B4-BE49-F238E27FC236}">
                <a16:creationId xmlns:a16="http://schemas.microsoft.com/office/drawing/2014/main" id="{026237D6-EB67-4903-9C5D-FBA003FE7B5A}"/>
              </a:ext>
            </a:extLst>
          </p:cNvPr>
          <p:cNvSpPr>
            <a:spLocks noGrp="1"/>
          </p:cNvSpPr>
          <p:nvPr/>
        </p:nvSpPr>
        <p:spPr>
          <a:xfrm>
            <a:off x="899470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6638">
            <a:extLst>
              <a:ext uri="{FF2B5EF4-FFF2-40B4-BE49-F238E27FC236}">
                <a16:creationId xmlns:a16="http://schemas.microsoft.com/office/drawing/2014/main" id="{D8F73A07-C9B2-405D-97D5-E44151121C1D}"/>
              </a:ext>
            </a:extLst>
          </p:cNvPr>
          <p:cNvSpPr>
            <a:spLocks noGrp="1"/>
          </p:cNvSpPr>
          <p:nvPr/>
        </p:nvSpPr>
        <p:spPr>
          <a:xfrm>
            <a:off x="8974015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6639">
            <a:extLst>
              <a:ext uri="{FF2B5EF4-FFF2-40B4-BE49-F238E27FC236}">
                <a16:creationId xmlns:a16="http://schemas.microsoft.com/office/drawing/2014/main" id="{1207EC15-B8D0-4D02-AAD0-D09A1232E702}"/>
              </a:ext>
            </a:extLst>
          </p:cNvPr>
          <p:cNvSpPr>
            <a:spLocks noGrp="1"/>
          </p:cNvSpPr>
          <p:nvPr/>
        </p:nvSpPr>
        <p:spPr>
          <a:xfrm>
            <a:off x="8961281" y="31045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6640">
            <a:extLst>
              <a:ext uri="{FF2B5EF4-FFF2-40B4-BE49-F238E27FC236}">
                <a16:creationId xmlns:a16="http://schemas.microsoft.com/office/drawing/2014/main" id="{94F7FB16-5D26-430A-9358-FFE33413767B}"/>
              </a:ext>
            </a:extLst>
          </p:cNvPr>
          <p:cNvSpPr>
            <a:spLocks noGrp="1"/>
          </p:cNvSpPr>
          <p:nvPr/>
        </p:nvSpPr>
        <p:spPr>
          <a:xfrm>
            <a:off x="893948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6641">
            <a:extLst>
              <a:ext uri="{FF2B5EF4-FFF2-40B4-BE49-F238E27FC236}">
                <a16:creationId xmlns:a16="http://schemas.microsoft.com/office/drawing/2014/main" id="{24BA02F8-FA06-453D-91C5-5D6F11F902EB}"/>
              </a:ext>
            </a:extLst>
          </p:cNvPr>
          <p:cNvSpPr>
            <a:spLocks noGrp="1"/>
          </p:cNvSpPr>
          <p:nvPr/>
        </p:nvSpPr>
        <p:spPr>
          <a:xfrm>
            <a:off x="8978569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6642">
            <a:extLst>
              <a:ext uri="{FF2B5EF4-FFF2-40B4-BE49-F238E27FC236}">
                <a16:creationId xmlns:a16="http://schemas.microsoft.com/office/drawing/2014/main" id="{C50B4F3E-64D2-4F15-9218-8A775D5F533D}"/>
              </a:ext>
            </a:extLst>
          </p:cNvPr>
          <p:cNvSpPr>
            <a:spLocks noGrp="1"/>
          </p:cNvSpPr>
          <p:nvPr/>
        </p:nvSpPr>
        <p:spPr>
          <a:xfrm>
            <a:off x="8953752" y="18199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6643">
            <a:extLst>
              <a:ext uri="{FF2B5EF4-FFF2-40B4-BE49-F238E27FC236}">
                <a16:creationId xmlns:a16="http://schemas.microsoft.com/office/drawing/2014/main" id="{440CC260-9815-4862-B91A-D82A3D61DEE7}"/>
              </a:ext>
            </a:extLst>
          </p:cNvPr>
          <p:cNvSpPr>
            <a:spLocks noGrp="1"/>
          </p:cNvSpPr>
          <p:nvPr/>
        </p:nvSpPr>
        <p:spPr>
          <a:xfrm>
            <a:off x="9000001" y="37384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6644">
            <a:extLst>
              <a:ext uri="{FF2B5EF4-FFF2-40B4-BE49-F238E27FC236}">
                <a16:creationId xmlns:a16="http://schemas.microsoft.com/office/drawing/2014/main" id="{3C3A1150-CA03-4856-94D9-DEAA242C6547}"/>
              </a:ext>
            </a:extLst>
          </p:cNvPr>
          <p:cNvSpPr>
            <a:spLocks noGrp="1"/>
          </p:cNvSpPr>
          <p:nvPr/>
        </p:nvSpPr>
        <p:spPr>
          <a:xfrm>
            <a:off x="900935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6645">
            <a:extLst>
              <a:ext uri="{FF2B5EF4-FFF2-40B4-BE49-F238E27FC236}">
                <a16:creationId xmlns:a16="http://schemas.microsoft.com/office/drawing/2014/main" id="{31241A04-0879-4464-A1E9-396E5815690A}"/>
              </a:ext>
            </a:extLst>
          </p:cNvPr>
          <p:cNvSpPr>
            <a:spLocks noGrp="1"/>
          </p:cNvSpPr>
          <p:nvPr/>
        </p:nvSpPr>
        <p:spPr>
          <a:xfrm>
            <a:off x="9030776" y="37467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6646">
            <a:extLst>
              <a:ext uri="{FF2B5EF4-FFF2-40B4-BE49-F238E27FC236}">
                <a16:creationId xmlns:a16="http://schemas.microsoft.com/office/drawing/2014/main" id="{7548504D-8F48-4958-9DC1-D9F6629487C2}"/>
              </a:ext>
            </a:extLst>
          </p:cNvPr>
          <p:cNvSpPr>
            <a:spLocks noGrp="1"/>
          </p:cNvSpPr>
          <p:nvPr/>
        </p:nvSpPr>
        <p:spPr>
          <a:xfrm>
            <a:off x="5571860" y="1722120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896" name="data_6647">
            <a:extLst>
              <a:ext uri="{FF2B5EF4-FFF2-40B4-BE49-F238E27FC236}">
                <a16:creationId xmlns:a16="http://schemas.microsoft.com/office/drawing/2014/main" id="{4F82EE69-90D4-4992-B1F6-917DF7B492F0}"/>
              </a:ext>
            </a:extLst>
          </p:cNvPr>
          <p:cNvSpPr>
            <a:spLocks noGrp="1"/>
          </p:cNvSpPr>
          <p:nvPr/>
        </p:nvSpPr>
        <p:spPr>
          <a:xfrm>
            <a:off x="5571860" y="3764496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897" name="text_6648">
            <a:extLst>
              <a:ext uri="{FF2B5EF4-FFF2-40B4-BE49-F238E27FC236}">
                <a16:creationId xmlns:a16="http://schemas.microsoft.com/office/drawing/2014/main" id="{FE55FB51-B8E1-44CE-8CC2-551820C7FBF1}"/>
              </a:ext>
            </a:extLst>
          </p:cNvPr>
          <p:cNvSpPr>
            <a:spLocks noGrp="1"/>
          </p:cNvSpPr>
          <p:nvPr/>
        </p:nvSpPr>
        <p:spPr>
          <a:xfrm rot="0">
            <a:off x="5093031" y="140871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3898" name="text_6649">
            <a:extLst>
              <a:ext uri="{FF2B5EF4-FFF2-40B4-BE49-F238E27FC236}">
                <a16:creationId xmlns:a16="http://schemas.microsoft.com/office/drawing/2014/main" id="{6CD70087-D860-4CD3-AC0D-D2915935F02B}"/>
              </a:ext>
            </a:extLst>
          </p:cNvPr>
          <p:cNvSpPr>
            <a:spLocks noGrp="1"/>
          </p:cNvSpPr>
          <p:nvPr/>
        </p:nvSpPr>
        <p:spPr>
          <a:xfrm rot="0">
            <a:off x="5571860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3899" name="data_6650">
            <a:extLst>
              <a:ext uri="{FF2B5EF4-FFF2-40B4-BE49-F238E27FC236}">
                <a16:creationId xmlns:a16="http://schemas.microsoft.com/office/drawing/2014/main" id="{8E00AC03-A26E-49D4-8F3C-053A73A240B6}"/>
              </a:ext>
            </a:extLst>
          </p:cNvPr>
          <p:cNvSpPr>
            <a:spLocks noGrp="1"/>
          </p:cNvSpPr>
          <p:nvPr/>
        </p:nvSpPr>
        <p:spPr>
          <a:xfrm>
            <a:off x="5720997" y="3734298"/>
            <a:ext cx="191" cy="30198"/>
          </a:xfrm>
          <a:custGeom>
            <a:pathLst>
              <a:path w="191" h="30198">
                <a:moveTo>
                  <a:pt x="0" y="3019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0" name="data_6651">
            <a:extLst>
              <a:ext uri="{FF2B5EF4-FFF2-40B4-BE49-F238E27FC236}">
                <a16:creationId xmlns:a16="http://schemas.microsoft.com/office/drawing/2014/main" id="{5A215223-6752-4E0F-96A4-AE4D29EA6E2B}"/>
              </a:ext>
            </a:extLst>
          </p:cNvPr>
          <p:cNvSpPr>
            <a:spLocks noGrp="1"/>
          </p:cNvSpPr>
          <p:nvPr/>
        </p:nvSpPr>
        <p:spPr>
          <a:xfrm>
            <a:off x="5950438" y="1837726"/>
            <a:ext cx="191" cy="1284513"/>
          </a:xfrm>
          <a:custGeom>
            <a:pathLst>
              <a:path w="191" h="1284513">
                <a:moveTo>
                  <a:pt x="0" y="128451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1" name="data_6652">
            <a:extLst>
              <a:ext uri="{FF2B5EF4-FFF2-40B4-BE49-F238E27FC236}">
                <a16:creationId xmlns:a16="http://schemas.microsoft.com/office/drawing/2014/main" id="{5499C233-822F-4E58-935D-C5ABC24CAE3F}"/>
              </a:ext>
            </a:extLst>
          </p:cNvPr>
          <p:cNvSpPr>
            <a:spLocks noGrp="1"/>
          </p:cNvSpPr>
          <p:nvPr/>
        </p:nvSpPr>
        <p:spPr>
          <a:xfrm>
            <a:off x="6179880" y="1837726"/>
            <a:ext cx="191" cy="746623"/>
          </a:xfrm>
          <a:custGeom>
            <a:pathLst>
              <a:path w="191" h="746623">
                <a:moveTo>
                  <a:pt x="0" y="7466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2" name="data_6653">
            <a:extLst>
              <a:ext uri="{FF2B5EF4-FFF2-40B4-BE49-F238E27FC236}">
                <a16:creationId xmlns:a16="http://schemas.microsoft.com/office/drawing/2014/main" id="{0C1E1848-A342-48BE-82E1-0C7949CA2BE5}"/>
              </a:ext>
            </a:extLst>
          </p:cNvPr>
          <p:cNvSpPr>
            <a:spLocks noGrp="1"/>
          </p:cNvSpPr>
          <p:nvPr/>
        </p:nvSpPr>
        <p:spPr>
          <a:xfrm>
            <a:off x="6661706" y="2801111"/>
            <a:ext cx="191" cy="963385"/>
          </a:xfrm>
          <a:custGeom>
            <a:pathLst>
              <a:path w="191" h="963385">
                <a:moveTo>
                  <a:pt x="0" y="96338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3" name="data_6654">
            <a:extLst>
              <a:ext uri="{FF2B5EF4-FFF2-40B4-BE49-F238E27FC236}">
                <a16:creationId xmlns:a16="http://schemas.microsoft.com/office/drawing/2014/main" id="{03C5F1BE-951B-4CFE-B78C-9B920D90F523}"/>
              </a:ext>
            </a:extLst>
          </p:cNvPr>
          <p:cNvSpPr>
            <a:spLocks noGrp="1"/>
          </p:cNvSpPr>
          <p:nvPr/>
        </p:nvSpPr>
        <p:spPr>
          <a:xfrm>
            <a:off x="6891148" y="1837726"/>
            <a:ext cx="191" cy="1362501"/>
          </a:xfrm>
          <a:custGeom>
            <a:pathLst>
              <a:path w="191" h="1362501">
                <a:moveTo>
                  <a:pt x="0" y="13625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4" name="data_6655">
            <a:extLst>
              <a:ext uri="{FF2B5EF4-FFF2-40B4-BE49-F238E27FC236}">
                <a16:creationId xmlns:a16="http://schemas.microsoft.com/office/drawing/2014/main" id="{78C84C16-DF57-434D-968C-4D37FEFBB789}"/>
              </a:ext>
            </a:extLst>
          </p:cNvPr>
          <p:cNvSpPr>
            <a:spLocks noGrp="1"/>
          </p:cNvSpPr>
          <p:nvPr/>
        </p:nvSpPr>
        <p:spPr>
          <a:xfrm>
            <a:off x="7120589" y="1837726"/>
            <a:ext cx="191" cy="963385"/>
          </a:xfrm>
          <a:custGeom>
            <a:pathLst>
              <a:path w="191" h="963385">
                <a:moveTo>
                  <a:pt x="0" y="96338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5" name="data_6656">
            <a:extLst>
              <a:ext uri="{FF2B5EF4-FFF2-40B4-BE49-F238E27FC236}">
                <a16:creationId xmlns:a16="http://schemas.microsoft.com/office/drawing/2014/main" id="{54F009E0-5892-4C82-8788-1A3514306FC0}"/>
              </a:ext>
            </a:extLst>
          </p:cNvPr>
          <p:cNvSpPr>
            <a:spLocks noGrp="1"/>
          </p:cNvSpPr>
          <p:nvPr/>
        </p:nvSpPr>
        <p:spPr>
          <a:xfrm>
            <a:off x="7602415" y="3750165"/>
            <a:ext cx="191" cy="14330"/>
          </a:xfrm>
          <a:custGeom>
            <a:pathLst>
              <a:path w="191" h="14330">
                <a:moveTo>
                  <a:pt x="0" y="1433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6" name="data_6657">
            <a:extLst>
              <a:ext uri="{FF2B5EF4-FFF2-40B4-BE49-F238E27FC236}">
                <a16:creationId xmlns:a16="http://schemas.microsoft.com/office/drawing/2014/main" id="{8B472084-4A00-4FB0-BD76-8185E1F09025}"/>
              </a:ext>
            </a:extLst>
          </p:cNvPr>
          <p:cNvSpPr>
            <a:spLocks noGrp="1"/>
          </p:cNvSpPr>
          <p:nvPr/>
        </p:nvSpPr>
        <p:spPr>
          <a:xfrm>
            <a:off x="7831857" y="1873407"/>
            <a:ext cx="191" cy="1569960"/>
          </a:xfrm>
          <a:custGeom>
            <a:pathLst>
              <a:path w="191" h="1569960">
                <a:moveTo>
                  <a:pt x="0" y="156996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7" name="data_6658">
            <a:extLst>
              <a:ext uri="{FF2B5EF4-FFF2-40B4-BE49-F238E27FC236}">
                <a16:creationId xmlns:a16="http://schemas.microsoft.com/office/drawing/2014/main" id="{CB1B6E1F-6C19-49CD-AAB9-B13DCAA57008}"/>
              </a:ext>
            </a:extLst>
          </p:cNvPr>
          <p:cNvSpPr>
            <a:spLocks noGrp="1"/>
          </p:cNvSpPr>
          <p:nvPr/>
        </p:nvSpPr>
        <p:spPr>
          <a:xfrm>
            <a:off x="8061298" y="1837726"/>
            <a:ext cx="191" cy="1284513"/>
          </a:xfrm>
          <a:custGeom>
            <a:pathLst>
              <a:path w="191" h="1284513">
                <a:moveTo>
                  <a:pt x="0" y="128451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8" name="data_6659">
            <a:extLst>
              <a:ext uri="{FF2B5EF4-FFF2-40B4-BE49-F238E27FC236}">
                <a16:creationId xmlns:a16="http://schemas.microsoft.com/office/drawing/2014/main" id="{11FD6754-C9A5-4A3F-BC40-99EFF3C09EE1}"/>
              </a:ext>
            </a:extLst>
          </p:cNvPr>
          <p:cNvSpPr>
            <a:spLocks noGrp="1"/>
          </p:cNvSpPr>
          <p:nvPr/>
        </p:nvSpPr>
        <p:spPr>
          <a:xfrm>
            <a:off x="8543124" y="3282803"/>
            <a:ext cx="191" cy="481692"/>
          </a:xfrm>
          <a:custGeom>
            <a:pathLst>
              <a:path w="191" h="481692">
                <a:moveTo>
                  <a:pt x="0" y="481692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9" name="data_6660">
            <a:extLst>
              <a:ext uri="{FF2B5EF4-FFF2-40B4-BE49-F238E27FC236}">
                <a16:creationId xmlns:a16="http://schemas.microsoft.com/office/drawing/2014/main" id="{79540F35-0659-450E-AFB8-5B71529EDB83}"/>
              </a:ext>
            </a:extLst>
          </p:cNvPr>
          <p:cNvSpPr>
            <a:spLocks noGrp="1"/>
          </p:cNvSpPr>
          <p:nvPr/>
        </p:nvSpPr>
        <p:spPr>
          <a:xfrm>
            <a:off x="8772566" y="1837726"/>
            <a:ext cx="191" cy="1682100"/>
          </a:xfrm>
          <a:custGeom>
            <a:pathLst>
              <a:path w="191" h="1682100">
                <a:moveTo>
                  <a:pt x="0" y="168210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10" name="data_6661">
            <a:extLst>
              <a:ext uri="{FF2B5EF4-FFF2-40B4-BE49-F238E27FC236}">
                <a16:creationId xmlns:a16="http://schemas.microsoft.com/office/drawing/2014/main" id="{31B85E68-EBC9-4788-A033-7DD8955174EB}"/>
              </a:ext>
            </a:extLst>
          </p:cNvPr>
          <p:cNvSpPr>
            <a:spLocks noGrp="1"/>
          </p:cNvSpPr>
          <p:nvPr/>
        </p:nvSpPr>
        <p:spPr>
          <a:xfrm>
            <a:off x="9002007" y="1837726"/>
            <a:ext cx="191" cy="1426551"/>
          </a:xfrm>
          <a:custGeom>
            <a:pathLst>
              <a:path w="191" h="1426551">
                <a:moveTo>
                  <a:pt x="0" y="14265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11" name="data_6662">
            <a:extLst>
              <a:ext uri="{FF2B5EF4-FFF2-40B4-BE49-F238E27FC236}">
                <a16:creationId xmlns:a16="http://schemas.microsoft.com/office/drawing/2014/main" id="{131CBC07-288A-4972-86AA-4B123B44567E}"/>
              </a:ext>
            </a:extLst>
          </p:cNvPr>
          <p:cNvSpPr>
            <a:spLocks noGrp="1"/>
          </p:cNvSpPr>
          <p:nvPr/>
        </p:nvSpPr>
        <p:spPr>
          <a:xfrm>
            <a:off x="5685528" y="372567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2" name="data_6663">
            <a:extLst>
              <a:ext uri="{FF2B5EF4-FFF2-40B4-BE49-F238E27FC236}">
                <a16:creationId xmlns:a16="http://schemas.microsoft.com/office/drawing/2014/main" id="{ABFC91DA-412A-48C3-9227-72D728A0F60F}"/>
              </a:ext>
            </a:extLst>
          </p:cNvPr>
          <p:cNvSpPr>
            <a:spLocks noGrp="1"/>
          </p:cNvSpPr>
          <p:nvPr/>
        </p:nvSpPr>
        <p:spPr>
          <a:xfrm>
            <a:off x="5914970" y="244451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3" name="data_6664">
            <a:extLst>
              <a:ext uri="{FF2B5EF4-FFF2-40B4-BE49-F238E27FC236}">
                <a16:creationId xmlns:a16="http://schemas.microsoft.com/office/drawing/2014/main" id="{49CC653F-EF6D-436F-A767-C7BD6F23ED7A}"/>
              </a:ext>
            </a:extLst>
          </p:cNvPr>
          <p:cNvSpPr>
            <a:spLocks noGrp="1"/>
          </p:cNvSpPr>
          <p:nvPr/>
        </p:nvSpPr>
        <p:spPr>
          <a:xfrm>
            <a:off x="6144411" y="180225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14" name="data_6665">
            <a:extLst>
              <a:ext uri="{FF2B5EF4-FFF2-40B4-BE49-F238E27FC236}">
                <a16:creationId xmlns:a16="http://schemas.microsoft.com/office/drawing/2014/main" id="{6A66936B-66D4-4ED2-9859-F2C5501EA164}"/>
              </a:ext>
            </a:extLst>
          </p:cNvPr>
          <p:cNvSpPr>
            <a:spLocks noGrp="1"/>
          </p:cNvSpPr>
          <p:nvPr/>
        </p:nvSpPr>
        <p:spPr>
          <a:xfrm>
            <a:off x="6626237" y="34537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5" name="data_6666">
            <a:extLst>
              <a:ext uri="{FF2B5EF4-FFF2-40B4-BE49-F238E27FC236}">
                <a16:creationId xmlns:a16="http://schemas.microsoft.com/office/drawing/2014/main" id="{01DEC723-89D8-4548-9B77-3BBCD87E3230}"/>
              </a:ext>
            </a:extLst>
          </p:cNvPr>
          <p:cNvSpPr>
            <a:spLocks noGrp="1"/>
          </p:cNvSpPr>
          <p:nvPr/>
        </p:nvSpPr>
        <p:spPr>
          <a:xfrm>
            <a:off x="6855679" y="244451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6" name="data_6667">
            <a:extLst>
              <a:ext uri="{FF2B5EF4-FFF2-40B4-BE49-F238E27FC236}">
                <a16:creationId xmlns:a16="http://schemas.microsoft.com/office/drawing/2014/main" id="{8DC61A5F-0C10-4BA6-9A2E-890019DB5642}"/>
              </a:ext>
            </a:extLst>
          </p:cNvPr>
          <p:cNvSpPr>
            <a:spLocks noGrp="1"/>
          </p:cNvSpPr>
          <p:nvPr/>
        </p:nvSpPr>
        <p:spPr>
          <a:xfrm>
            <a:off x="7085120" y="222112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17" name="data_6668">
            <a:extLst>
              <a:ext uri="{FF2B5EF4-FFF2-40B4-BE49-F238E27FC236}">
                <a16:creationId xmlns:a16="http://schemas.microsoft.com/office/drawing/2014/main" id="{0B0B9B31-78E3-43BC-B6CF-43655B848C18}"/>
              </a:ext>
            </a:extLst>
          </p:cNvPr>
          <p:cNvSpPr>
            <a:spLocks noGrp="1"/>
          </p:cNvSpPr>
          <p:nvPr/>
        </p:nvSpPr>
        <p:spPr>
          <a:xfrm>
            <a:off x="7566947" y="372902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8" name="data_6669">
            <a:extLst>
              <a:ext uri="{FF2B5EF4-FFF2-40B4-BE49-F238E27FC236}">
                <a16:creationId xmlns:a16="http://schemas.microsoft.com/office/drawing/2014/main" id="{436331DC-CA5C-4BE6-9A02-2989D0D3543C}"/>
              </a:ext>
            </a:extLst>
          </p:cNvPr>
          <p:cNvSpPr>
            <a:spLocks noGrp="1"/>
          </p:cNvSpPr>
          <p:nvPr/>
        </p:nvSpPr>
        <p:spPr>
          <a:xfrm>
            <a:off x="7796388" y="276564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9" name="data_6670">
            <a:extLst>
              <a:ext uri="{FF2B5EF4-FFF2-40B4-BE49-F238E27FC236}">
                <a16:creationId xmlns:a16="http://schemas.microsoft.com/office/drawing/2014/main" id="{3CE1E615-A638-481F-B89A-21026EDC0B58}"/>
              </a:ext>
            </a:extLst>
          </p:cNvPr>
          <p:cNvSpPr>
            <a:spLocks noGrp="1"/>
          </p:cNvSpPr>
          <p:nvPr/>
        </p:nvSpPr>
        <p:spPr>
          <a:xfrm>
            <a:off x="8025829" y="239863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20" name="data_6671">
            <a:extLst>
              <a:ext uri="{FF2B5EF4-FFF2-40B4-BE49-F238E27FC236}">
                <a16:creationId xmlns:a16="http://schemas.microsoft.com/office/drawing/2014/main" id="{C9D08B45-866D-4B0D-8B37-272DFDF34A41}"/>
              </a:ext>
            </a:extLst>
          </p:cNvPr>
          <p:cNvSpPr>
            <a:spLocks noGrp="1"/>
          </p:cNvSpPr>
          <p:nvPr/>
        </p:nvSpPr>
        <p:spPr>
          <a:xfrm>
            <a:off x="8507656" y="372902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21" name="data_6672">
            <a:extLst>
              <a:ext uri="{FF2B5EF4-FFF2-40B4-BE49-F238E27FC236}">
                <a16:creationId xmlns:a16="http://schemas.microsoft.com/office/drawing/2014/main" id="{65BDFC0A-B00F-4D39-B196-EF75FA9A49EB}"/>
              </a:ext>
            </a:extLst>
          </p:cNvPr>
          <p:cNvSpPr>
            <a:spLocks noGrp="1"/>
          </p:cNvSpPr>
          <p:nvPr/>
        </p:nvSpPr>
        <p:spPr>
          <a:xfrm>
            <a:off x="8737097" y="276564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22" name="data_6673">
            <a:extLst>
              <a:ext uri="{FF2B5EF4-FFF2-40B4-BE49-F238E27FC236}">
                <a16:creationId xmlns:a16="http://schemas.microsoft.com/office/drawing/2014/main" id="{3F398F3C-496F-4760-AE13-67FF83B2D24A}"/>
              </a:ext>
            </a:extLst>
          </p:cNvPr>
          <p:cNvSpPr>
            <a:spLocks noGrp="1"/>
          </p:cNvSpPr>
          <p:nvPr/>
        </p:nvSpPr>
        <p:spPr>
          <a:xfrm>
            <a:off x="8966538" y="244451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23" name="data_6674">
            <a:extLst>
              <a:ext uri="{FF2B5EF4-FFF2-40B4-BE49-F238E27FC236}">
                <a16:creationId xmlns:a16="http://schemas.microsoft.com/office/drawing/2014/main" id="{91076528-13C3-49BC-936B-DCDC00C121E5}"/>
              </a:ext>
            </a:extLst>
          </p:cNvPr>
          <p:cNvSpPr>
            <a:spLocks noGrp="1"/>
          </p:cNvSpPr>
          <p:nvPr/>
        </p:nvSpPr>
        <p:spPr>
          <a:xfrm>
            <a:off x="1097756" y="4887803"/>
            <a:ext cx="3579283" cy="2042376"/>
          </a:xfrm>
          <a:custGeom>
            <a:pathLst>
              <a:path w="3579283" h="2042376">
                <a:moveTo>
                  <a:pt x="0" y="2042376"/>
                </a:moveTo>
                <a:lnTo>
                  <a:pt x="3579283" y="2042376"/>
                </a:lnTo>
                <a:lnTo>
                  <a:pt x="3579283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24" name="data_6675">
            <a:extLst>
              <a:ext uri="{FF2B5EF4-FFF2-40B4-BE49-F238E27FC236}">
                <a16:creationId xmlns:a16="http://schemas.microsoft.com/office/drawing/2014/main" id="{EA7F139F-558C-4020-BE29-A42DC68B7943}"/>
              </a:ext>
            </a:extLst>
          </p:cNvPr>
          <p:cNvSpPr>
            <a:spLocks noGrp="1"/>
          </p:cNvSpPr>
          <p:nvPr/>
        </p:nvSpPr>
        <p:spPr>
          <a:xfrm>
            <a:off x="1694303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25" name="text_6676">
            <a:extLst>
              <a:ext uri="{FF2B5EF4-FFF2-40B4-BE49-F238E27FC236}">
                <a16:creationId xmlns:a16="http://schemas.microsoft.com/office/drawing/2014/main" id="{89237530-F8D4-4F89-9D43-3B063441199B}"/>
              </a:ext>
            </a:extLst>
          </p:cNvPr>
          <p:cNvSpPr>
            <a:spLocks noGrp="1"/>
          </p:cNvSpPr>
          <p:nvPr/>
        </p:nvSpPr>
        <p:spPr>
          <a:xfrm rot="0">
            <a:off x="1455028" y="7066895"/>
            <a:ext cx="48744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</a:t>
            </a:r>
          </a:p>
        </p:txBody>
      </p:sp>
      <p:sp>
        <p:nvSpPr>
          <p:cNvPr id="3926" name="text_6677">
            <a:extLst>
              <a:ext uri="{FF2B5EF4-FFF2-40B4-BE49-F238E27FC236}">
                <a16:creationId xmlns:a16="http://schemas.microsoft.com/office/drawing/2014/main" id="{E91E3D07-0D06-4F4F-A22B-097E0C4D67EE}"/>
              </a:ext>
            </a:extLst>
          </p:cNvPr>
          <p:cNvSpPr>
            <a:spLocks noGrp="1"/>
          </p:cNvSpPr>
          <p:nvPr/>
        </p:nvSpPr>
        <p:spPr>
          <a:xfrm rot="0">
            <a:off x="1581609" y="7193817"/>
            <a:ext cx="23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Dice</a:t>
            </a:r>
          </a:p>
        </p:txBody>
      </p:sp>
      <p:sp>
        <p:nvSpPr>
          <p:cNvPr id="3927" name="data_6678">
            <a:extLst>
              <a:ext uri="{FF2B5EF4-FFF2-40B4-BE49-F238E27FC236}">
                <a16:creationId xmlns:a16="http://schemas.microsoft.com/office/drawing/2014/main" id="{A8561296-EA27-4818-8E0F-C8F576E53323}"/>
              </a:ext>
            </a:extLst>
          </p:cNvPr>
          <p:cNvSpPr>
            <a:spLocks noGrp="1"/>
          </p:cNvSpPr>
          <p:nvPr/>
        </p:nvSpPr>
        <p:spPr>
          <a:xfrm>
            <a:off x="2887398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28" name="text_6679">
            <a:extLst>
              <a:ext uri="{FF2B5EF4-FFF2-40B4-BE49-F238E27FC236}">
                <a16:creationId xmlns:a16="http://schemas.microsoft.com/office/drawing/2014/main" id="{79B5D964-9431-4466-8B2D-2C20B19E8C4B}"/>
              </a:ext>
            </a:extLst>
          </p:cNvPr>
          <p:cNvSpPr>
            <a:spLocks noGrp="1"/>
          </p:cNvSpPr>
          <p:nvPr/>
        </p:nvSpPr>
        <p:spPr>
          <a:xfrm rot="0">
            <a:off x="2527298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929" name="text_6680">
            <a:extLst>
              <a:ext uri="{FF2B5EF4-FFF2-40B4-BE49-F238E27FC236}">
                <a16:creationId xmlns:a16="http://schemas.microsoft.com/office/drawing/2014/main" id="{AF6F0BB6-65B3-4E87-85DC-A82E01E8E122}"/>
              </a:ext>
            </a:extLst>
          </p:cNvPr>
          <p:cNvSpPr>
            <a:spLocks noGrp="1"/>
          </p:cNvSpPr>
          <p:nvPr/>
        </p:nvSpPr>
        <p:spPr>
          <a:xfrm rot="0">
            <a:off x="2595631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3930" name="text_6681">
            <a:extLst>
              <a:ext uri="{FF2B5EF4-FFF2-40B4-BE49-F238E27FC236}">
                <a16:creationId xmlns:a16="http://schemas.microsoft.com/office/drawing/2014/main" id="{7E93D4DA-7AF0-41C7-8F6E-7969F9408BF1}"/>
              </a:ext>
            </a:extLst>
          </p:cNvPr>
          <p:cNvSpPr>
            <a:spLocks noGrp="1"/>
          </p:cNvSpPr>
          <p:nvPr/>
        </p:nvSpPr>
        <p:spPr>
          <a:xfrm rot="0">
            <a:off x="2672497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3931" name="text_6682">
            <a:extLst>
              <a:ext uri="{FF2B5EF4-FFF2-40B4-BE49-F238E27FC236}">
                <a16:creationId xmlns:a16="http://schemas.microsoft.com/office/drawing/2014/main" id="{E840B271-1C0D-4696-AC49-C8382BB7FFDA}"/>
              </a:ext>
            </a:extLst>
          </p:cNvPr>
          <p:cNvSpPr>
            <a:spLocks noGrp="1"/>
          </p:cNvSpPr>
          <p:nvPr/>
        </p:nvSpPr>
        <p:spPr>
          <a:xfrm rot="0">
            <a:off x="2761063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932" name="text_6683">
            <a:extLst>
              <a:ext uri="{FF2B5EF4-FFF2-40B4-BE49-F238E27FC236}">
                <a16:creationId xmlns:a16="http://schemas.microsoft.com/office/drawing/2014/main" id="{5532EABE-B24F-4D5B-BACE-0E30A88E8DF7}"/>
              </a:ext>
            </a:extLst>
          </p:cNvPr>
          <p:cNvSpPr>
            <a:spLocks noGrp="1"/>
          </p:cNvSpPr>
          <p:nvPr/>
        </p:nvSpPr>
        <p:spPr>
          <a:xfrm rot="0">
            <a:off x="2848261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3933" name="text_6684">
            <a:extLst>
              <a:ext uri="{FF2B5EF4-FFF2-40B4-BE49-F238E27FC236}">
                <a16:creationId xmlns:a16="http://schemas.microsoft.com/office/drawing/2014/main" id="{524F438A-FDF2-4703-8D1A-13CD8ACD18AA}"/>
              </a:ext>
            </a:extLst>
          </p:cNvPr>
          <p:cNvSpPr>
            <a:spLocks noGrp="1"/>
          </p:cNvSpPr>
          <p:nvPr/>
        </p:nvSpPr>
        <p:spPr>
          <a:xfrm rot="0">
            <a:off x="2941557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34" name="text_6685">
            <a:extLst>
              <a:ext uri="{FF2B5EF4-FFF2-40B4-BE49-F238E27FC236}">
                <a16:creationId xmlns:a16="http://schemas.microsoft.com/office/drawing/2014/main" id="{909DF88C-33FC-462B-A781-187A835220A7}"/>
              </a:ext>
            </a:extLst>
          </p:cNvPr>
          <p:cNvSpPr>
            <a:spLocks noGrp="1"/>
          </p:cNvSpPr>
          <p:nvPr/>
        </p:nvSpPr>
        <p:spPr>
          <a:xfrm rot="0">
            <a:off x="3031782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935" name="text_6686">
            <a:extLst>
              <a:ext uri="{FF2B5EF4-FFF2-40B4-BE49-F238E27FC236}">
                <a16:creationId xmlns:a16="http://schemas.microsoft.com/office/drawing/2014/main" id="{3F0CDB30-A291-4D9F-A29F-7437ED1A3AE1}"/>
              </a:ext>
            </a:extLst>
          </p:cNvPr>
          <p:cNvSpPr>
            <a:spLocks noGrp="1"/>
          </p:cNvSpPr>
          <p:nvPr/>
        </p:nvSpPr>
        <p:spPr>
          <a:xfrm rot="0">
            <a:off x="3088550" y="7243814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936" name="text_6687">
            <a:extLst>
              <a:ext uri="{FF2B5EF4-FFF2-40B4-BE49-F238E27FC236}">
                <a16:creationId xmlns:a16="http://schemas.microsoft.com/office/drawing/2014/main" id="{2AE5DB45-25B5-4CFE-8C17-F7FEE9DD5785}"/>
              </a:ext>
            </a:extLst>
          </p:cNvPr>
          <p:cNvSpPr>
            <a:spLocks noGrp="1"/>
          </p:cNvSpPr>
          <p:nvPr/>
        </p:nvSpPr>
        <p:spPr>
          <a:xfrm rot="0">
            <a:off x="3116913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37" name="data_6688">
            <a:extLst>
              <a:ext uri="{FF2B5EF4-FFF2-40B4-BE49-F238E27FC236}">
                <a16:creationId xmlns:a16="http://schemas.microsoft.com/office/drawing/2014/main" id="{CF6771D1-379D-425B-94D1-20602E183592}"/>
              </a:ext>
            </a:extLst>
          </p:cNvPr>
          <p:cNvSpPr>
            <a:spLocks noGrp="1"/>
          </p:cNvSpPr>
          <p:nvPr/>
        </p:nvSpPr>
        <p:spPr>
          <a:xfrm>
            <a:off x="4080492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38" name="text_6689">
            <a:extLst>
              <a:ext uri="{FF2B5EF4-FFF2-40B4-BE49-F238E27FC236}">
                <a16:creationId xmlns:a16="http://schemas.microsoft.com/office/drawing/2014/main" id="{B4153C51-E108-496B-996E-D6A1FB124051}"/>
              </a:ext>
            </a:extLst>
          </p:cNvPr>
          <p:cNvSpPr>
            <a:spLocks noGrp="1"/>
          </p:cNvSpPr>
          <p:nvPr/>
        </p:nvSpPr>
        <p:spPr>
          <a:xfrm rot="0">
            <a:off x="3720392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939" name="text_6690">
            <a:extLst>
              <a:ext uri="{FF2B5EF4-FFF2-40B4-BE49-F238E27FC236}">
                <a16:creationId xmlns:a16="http://schemas.microsoft.com/office/drawing/2014/main" id="{F04191BE-DDB8-452F-8F53-15FC13F4F238}"/>
              </a:ext>
            </a:extLst>
          </p:cNvPr>
          <p:cNvSpPr>
            <a:spLocks noGrp="1"/>
          </p:cNvSpPr>
          <p:nvPr/>
        </p:nvSpPr>
        <p:spPr>
          <a:xfrm rot="0">
            <a:off x="3788725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3940" name="text_6691">
            <a:extLst>
              <a:ext uri="{FF2B5EF4-FFF2-40B4-BE49-F238E27FC236}">
                <a16:creationId xmlns:a16="http://schemas.microsoft.com/office/drawing/2014/main" id="{D398B724-DE2A-4D28-8D4C-3A25191E5774}"/>
              </a:ext>
            </a:extLst>
          </p:cNvPr>
          <p:cNvSpPr>
            <a:spLocks noGrp="1"/>
          </p:cNvSpPr>
          <p:nvPr/>
        </p:nvSpPr>
        <p:spPr>
          <a:xfrm rot="0">
            <a:off x="3865591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3941" name="text_6692">
            <a:extLst>
              <a:ext uri="{FF2B5EF4-FFF2-40B4-BE49-F238E27FC236}">
                <a16:creationId xmlns:a16="http://schemas.microsoft.com/office/drawing/2014/main" id="{AC1EE1ED-B9F6-4BAF-BB88-95F1AE4C90D0}"/>
              </a:ext>
            </a:extLst>
          </p:cNvPr>
          <p:cNvSpPr>
            <a:spLocks noGrp="1"/>
          </p:cNvSpPr>
          <p:nvPr/>
        </p:nvSpPr>
        <p:spPr>
          <a:xfrm rot="0">
            <a:off x="3954158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942" name="text_6693">
            <a:extLst>
              <a:ext uri="{FF2B5EF4-FFF2-40B4-BE49-F238E27FC236}">
                <a16:creationId xmlns:a16="http://schemas.microsoft.com/office/drawing/2014/main" id="{265A8793-21D0-4591-96B3-CAF6B79F1CAD}"/>
              </a:ext>
            </a:extLst>
          </p:cNvPr>
          <p:cNvSpPr>
            <a:spLocks noGrp="1"/>
          </p:cNvSpPr>
          <p:nvPr/>
        </p:nvSpPr>
        <p:spPr>
          <a:xfrm rot="0">
            <a:off x="4041355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3943" name="text_6694">
            <a:extLst>
              <a:ext uri="{FF2B5EF4-FFF2-40B4-BE49-F238E27FC236}">
                <a16:creationId xmlns:a16="http://schemas.microsoft.com/office/drawing/2014/main" id="{A7C83A85-E69D-4650-9BB0-92FA41DC3824}"/>
              </a:ext>
            </a:extLst>
          </p:cNvPr>
          <p:cNvSpPr>
            <a:spLocks noGrp="1"/>
          </p:cNvSpPr>
          <p:nvPr/>
        </p:nvSpPr>
        <p:spPr>
          <a:xfrm rot="0">
            <a:off x="4134652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44" name="text_6695">
            <a:extLst>
              <a:ext uri="{FF2B5EF4-FFF2-40B4-BE49-F238E27FC236}">
                <a16:creationId xmlns:a16="http://schemas.microsoft.com/office/drawing/2014/main" id="{59D87EC7-F586-4A81-8BD3-1BC2364A06C6}"/>
              </a:ext>
            </a:extLst>
          </p:cNvPr>
          <p:cNvSpPr>
            <a:spLocks noGrp="1"/>
          </p:cNvSpPr>
          <p:nvPr/>
        </p:nvSpPr>
        <p:spPr>
          <a:xfrm rot="0">
            <a:off x="4224876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945" name="text_6696">
            <a:extLst>
              <a:ext uri="{FF2B5EF4-FFF2-40B4-BE49-F238E27FC236}">
                <a16:creationId xmlns:a16="http://schemas.microsoft.com/office/drawing/2014/main" id="{2BF51FC1-AB63-4BE5-96B7-F3C057BEC160}"/>
              </a:ext>
            </a:extLst>
          </p:cNvPr>
          <p:cNvSpPr>
            <a:spLocks noGrp="1"/>
          </p:cNvSpPr>
          <p:nvPr/>
        </p:nvSpPr>
        <p:spPr>
          <a:xfrm rot="0">
            <a:off x="4281645" y="7243814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946" name="text_6697">
            <a:extLst>
              <a:ext uri="{FF2B5EF4-FFF2-40B4-BE49-F238E27FC236}">
                <a16:creationId xmlns:a16="http://schemas.microsoft.com/office/drawing/2014/main" id="{5316139D-6E97-4ED4-A1C1-55731320B72B}"/>
              </a:ext>
            </a:extLst>
          </p:cNvPr>
          <p:cNvSpPr>
            <a:spLocks noGrp="1"/>
          </p:cNvSpPr>
          <p:nvPr/>
        </p:nvSpPr>
        <p:spPr>
          <a:xfrm rot="0">
            <a:off x="4310007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947" name="data_6698">
            <a:extLst>
              <a:ext uri="{FF2B5EF4-FFF2-40B4-BE49-F238E27FC236}">
                <a16:creationId xmlns:a16="http://schemas.microsoft.com/office/drawing/2014/main" id="{7CBB3A97-1AE6-4B6B-A02F-BB22F395FFF3}"/>
              </a:ext>
            </a:extLst>
          </p:cNvPr>
          <p:cNvSpPr>
            <a:spLocks noGrp="1"/>
          </p:cNvSpPr>
          <p:nvPr/>
        </p:nvSpPr>
        <p:spPr>
          <a:xfrm>
            <a:off x="1097756" y="6930178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48" name="data_6699">
            <a:extLst>
              <a:ext uri="{FF2B5EF4-FFF2-40B4-BE49-F238E27FC236}">
                <a16:creationId xmlns:a16="http://schemas.microsoft.com/office/drawing/2014/main" id="{47886386-D8A3-46D0-9B28-7522C9530128}"/>
              </a:ext>
            </a:extLst>
          </p:cNvPr>
          <p:cNvSpPr>
            <a:spLocks noGrp="1"/>
          </p:cNvSpPr>
          <p:nvPr/>
        </p:nvSpPr>
        <p:spPr>
          <a:xfrm>
            <a:off x="1053420" y="693017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49" name="text_6700">
            <a:extLst>
              <a:ext uri="{FF2B5EF4-FFF2-40B4-BE49-F238E27FC236}">
                <a16:creationId xmlns:a16="http://schemas.microsoft.com/office/drawing/2014/main" id="{F511C5EF-6C53-4CF7-A1E3-4FBB911C4C3D}"/>
              </a:ext>
            </a:extLst>
          </p:cNvPr>
          <p:cNvSpPr>
            <a:spLocks noGrp="1"/>
          </p:cNvSpPr>
          <p:nvPr/>
        </p:nvSpPr>
        <p:spPr>
          <a:xfrm rot="0">
            <a:off x="829697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950" name="data_6701">
            <a:extLst>
              <a:ext uri="{FF2B5EF4-FFF2-40B4-BE49-F238E27FC236}">
                <a16:creationId xmlns:a16="http://schemas.microsoft.com/office/drawing/2014/main" id="{A847EBCC-0436-4278-9F4F-45697BC81268}"/>
              </a:ext>
            </a:extLst>
          </p:cNvPr>
          <p:cNvSpPr>
            <a:spLocks noGrp="1"/>
          </p:cNvSpPr>
          <p:nvPr/>
        </p:nvSpPr>
        <p:spPr>
          <a:xfrm>
            <a:off x="1097756" y="5966794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51" name="data_6702">
            <a:extLst>
              <a:ext uri="{FF2B5EF4-FFF2-40B4-BE49-F238E27FC236}">
                <a16:creationId xmlns:a16="http://schemas.microsoft.com/office/drawing/2014/main" id="{683BB473-2B66-4DAB-996A-39150AE9BDD2}"/>
              </a:ext>
            </a:extLst>
          </p:cNvPr>
          <p:cNvSpPr>
            <a:spLocks noGrp="1"/>
          </p:cNvSpPr>
          <p:nvPr/>
        </p:nvSpPr>
        <p:spPr>
          <a:xfrm>
            <a:off x="1053420" y="596679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52" name="text_6703">
            <a:extLst>
              <a:ext uri="{FF2B5EF4-FFF2-40B4-BE49-F238E27FC236}">
                <a16:creationId xmlns:a16="http://schemas.microsoft.com/office/drawing/2014/main" id="{D9AE4621-494C-4671-A3A5-2E657AC73D0A}"/>
              </a:ext>
            </a:extLst>
          </p:cNvPr>
          <p:cNvSpPr>
            <a:spLocks noGrp="1"/>
          </p:cNvSpPr>
          <p:nvPr/>
        </p:nvSpPr>
        <p:spPr>
          <a:xfrm rot="0">
            <a:off x="829697" y="590934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953" name="data_6704">
            <a:extLst>
              <a:ext uri="{FF2B5EF4-FFF2-40B4-BE49-F238E27FC236}">
                <a16:creationId xmlns:a16="http://schemas.microsoft.com/office/drawing/2014/main" id="{CDBD1EA7-D2A6-4896-87DA-E82A0C92A7D7}"/>
              </a:ext>
            </a:extLst>
          </p:cNvPr>
          <p:cNvSpPr>
            <a:spLocks noGrp="1"/>
          </p:cNvSpPr>
          <p:nvPr/>
        </p:nvSpPr>
        <p:spPr>
          <a:xfrm>
            <a:off x="1097756" y="5003409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54" name="data_6705">
            <a:extLst>
              <a:ext uri="{FF2B5EF4-FFF2-40B4-BE49-F238E27FC236}">
                <a16:creationId xmlns:a16="http://schemas.microsoft.com/office/drawing/2014/main" id="{E6DF32D6-D6CB-4748-BECD-8CBC39685859}"/>
              </a:ext>
            </a:extLst>
          </p:cNvPr>
          <p:cNvSpPr>
            <a:spLocks noGrp="1"/>
          </p:cNvSpPr>
          <p:nvPr/>
        </p:nvSpPr>
        <p:spPr>
          <a:xfrm>
            <a:off x="1053420" y="5003409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55" name="text_6706">
            <a:extLst>
              <a:ext uri="{FF2B5EF4-FFF2-40B4-BE49-F238E27FC236}">
                <a16:creationId xmlns:a16="http://schemas.microsoft.com/office/drawing/2014/main" id="{E7C41CDD-B711-403A-A7A7-96C7FE5CFBD3}"/>
              </a:ext>
            </a:extLst>
          </p:cNvPr>
          <p:cNvSpPr>
            <a:spLocks noGrp="1"/>
          </p:cNvSpPr>
          <p:nvPr/>
        </p:nvSpPr>
        <p:spPr>
          <a:xfrm rot="0">
            <a:off x="829697" y="494595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956" name="text_6707">
            <a:extLst>
              <a:ext uri="{FF2B5EF4-FFF2-40B4-BE49-F238E27FC236}">
                <a16:creationId xmlns:a16="http://schemas.microsoft.com/office/drawing/2014/main" id="{FE7E2747-93CB-461D-AD77-F8EDFC455D50}"/>
              </a:ext>
            </a:extLst>
          </p:cNvPr>
          <p:cNvSpPr>
            <a:spLocks noGrp="1"/>
          </p:cNvSpPr>
          <p:nvPr/>
        </p:nvSpPr>
        <p:spPr>
          <a:xfrm rot="-5400000">
            <a:off x="560489" y="5824752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957" name="data_6708">
            <a:extLst>
              <a:ext uri="{FF2B5EF4-FFF2-40B4-BE49-F238E27FC236}">
                <a16:creationId xmlns:a16="http://schemas.microsoft.com/office/drawing/2014/main" id="{63F24E14-F610-4FD4-BA57-E6705B40C935}"/>
              </a:ext>
            </a:extLst>
          </p:cNvPr>
          <p:cNvSpPr>
            <a:spLocks noGrp="1"/>
          </p:cNvSpPr>
          <p:nvPr/>
        </p:nvSpPr>
        <p:spPr>
          <a:xfrm>
            <a:off x="1285669" y="6790284"/>
            <a:ext cx="244584" cy="139895"/>
          </a:xfrm>
          <a:custGeom>
            <a:pathLst>
              <a:path w="244584" h="139895">
                <a:moveTo>
                  <a:pt x="0" y="139895"/>
                </a:moveTo>
                <a:lnTo>
                  <a:pt x="244584" y="139895"/>
                </a:lnTo>
                <a:lnTo>
                  <a:pt x="244584" y="0"/>
                </a:lnTo>
                <a:lnTo>
                  <a:pt x="0" y="0"/>
                </a:lnTo>
                <a:lnTo>
                  <a:pt x="0" y="1398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58" name="data_6709">
            <a:extLst>
              <a:ext uri="{FF2B5EF4-FFF2-40B4-BE49-F238E27FC236}">
                <a16:creationId xmlns:a16="http://schemas.microsoft.com/office/drawing/2014/main" id="{0011D5B6-890E-42B3-B638-E1777F1BBADA}"/>
              </a:ext>
            </a:extLst>
          </p:cNvPr>
          <p:cNvSpPr>
            <a:spLocks noGrp="1"/>
          </p:cNvSpPr>
          <p:nvPr/>
        </p:nvSpPr>
        <p:spPr>
          <a:xfrm>
            <a:off x="1572011" y="6002431"/>
            <a:ext cx="244584" cy="927747"/>
          </a:xfrm>
          <a:custGeom>
            <a:pathLst>
              <a:path w="244584" h="927747">
                <a:moveTo>
                  <a:pt x="0" y="927747"/>
                </a:moveTo>
                <a:lnTo>
                  <a:pt x="244584" y="927747"/>
                </a:lnTo>
                <a:lnTo>
                  <a:pt x="244584" y="0"/>
                </a:lnTo>
                <a:lnTo>
                  <a:pt x="0" y="0"/>
                </a:lnTo>
                <a:lnTo>
                  <a:pt x="0" y="92774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59" name="data_6710">
            <a:extLst>
              <a:ext uri="{FF2B5EF4-FFF2-40B4-BE49-F238E27FC236}">
                <a16:creationId xmlns:a16="http://schemas.microsoft.com/office/drawing/2014/main" id="{2B655B56-06C0-4D89-8DC2-8A68A400C76C}"/>
              </a:ext>
            </a:extLst>
          </p:cNvPr>
          <p:cNvSpPr>
            <a:spLocks noGrp="1"/>
          </p:cNvSpPr>
          <p:nvPr/>
        </p:nvSpPr>
        <p:spPr>
          <a:xfrm>
            <a:off x="1858354" y="5819946"/>
            <a:ext cx="244584" cy="1110233"/>
          </a:xfrm>
          <a:custGeom>
            <a:pathLst>
              <a:path w="244584" h="1110233">
                <a:moveTo>
                  <a:pt x="0" y="1110233"/>
                </a:moveTo>
                <a:lnTo>
                  <a:pt x="244584" y="1110233"/>
                </a:lnTo>
                <a:lnTo>
                  <a:pt x="244584" y="0"/>
                </a:lnTo>
                <a:lnTo>
                  <a:pt x="0" y="0"/>
                </a:lnTo>
                <a:lnTo>
                  <a:pt x="0" y="111023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0" name="data_6711">
            <a:extLst>
              <a:ext uri="{FF2B5EF4-FFF2-40B4-BE49-F238E27FC236}">
                <a16:creationId xmlns:a16="http://schemas.microsoft.com/office/drawing/2014/main" id="{B8BA60FC-A578-4211-AECC-4DDD6A521B9F}"/>
              </a:ext>
            </a:extLst>
          </p:cNvPr>
          <p:cNvSpPr>
            <a:spLocks noGrp="1"/>
          </p:cNvSpPr>
          <p:nvPr/>
        </p:nvSpPr>
        <p:spPr>
          <a:xfrm>
            <a:off x="2478763" y="6039947"/>
            <a:ext cx="244584" cy="890232"/>
          </a:xfrm>
          <a:custGeom>
            <a:pathLst>
              <a:path w="244584" h="890232">
                <a:moveTo>
                  <a:pt x="0" y="890232"/>
                </a:moveTo>
                <a:lnTo>
                  <a:pt x="244584" y="890232"/>
                </a:lnTo>
                <a:lnTo>
                  <a:pt x="244584" y="0"/>
                </a:lnTo>
                <a:lnTo>
                  <a:pt x="0" y="0"/>
                </a:lnTo>
                <a:lnTo>
                  <a:pt x="0" y="890232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61" name="data_6712">
            <a:extLst>
              <a:ext uri="{FF2B5EF4-FFF2-40B4-BE49-F238E27FC236}">
                <a16:creationId xmlns:a16="http://schemas.microsoft.com/office/drawing/2014/main" id="{9E0D2A1A-50EA-43FA-8FD5-BFA7220BDDDB}"/>
              </a:ext>
            </a:extLst>
          </p:cNvPr>
          <p:cNvSpPr>
            <a:spLocks noGrp="1"/>
          </p:cNvSpPr>
          <p:nvPr/>
        </p:nvSpPr>
        <p:spPr>
          <a:xfrm>
            <a:off x="2765106" y="5826880"/>
            <a:ext cx="244584" cy="1103298"/>
          </a:xfrm>
          <a:custGeom>
            <a:pathLst>
              <a:path w="244584" h="1103298">
                <a:moveTo>
                  <a:pt x="0" y="1103298"/>
                </a:moveTo>
                <a:lnTo>
                  <a:pt x="244584" y="1103298"/>
                </a:lnTo>
                <a:lnTo>
                  <a:pt x="244584" y="0"/>
                </a:lnTo>
                <a:lnTo>
                  <a:pt x="0" y="0"/>
                </a:lnTo>
                <a:lnTo>
                  <a:pt x="0" y="110329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62" name="data_6713">
            <a:extLst>
              <a:ext uri="{FF2B5EF4-FFF2-40B4-BE49-F238E27FC236}">
                <a16:creationId xmlns:a16="http://schemas.microsoft.com/office/drawing/2014/main" id="{0B92E6A3-814D-4478-81A0-AD7CD858A5D2}"/>
              </a:ext>
            </a:extLst>
          </p:cNvPr>
          <p:cNvSpPr>
            <a:spLocks noGrp="1"/>
          </p:cNvSpPr>
          <p:nvPr/>
        </p:nvSpPr>
        <p:spPr>
          <a:xfrm>
            <a:off x="3051448" y="5579236"/>
            <a:ext cx="244584" cy="1350942"/>
          </a:xfrm>
          <a:custGeom>
            <a:pathLst>
              <a:path w="244584" h="1350942">
                <a:moveTo>
                  <a:pt x="0" y="1350942"/>
                </a:moveTo>
                <a:lnTo>
                  <a:pt x="244584" y="1350942"/>
                </a:lnTo>
                <a:lnTo>
                  <a:pt x="244584" y="0"/>
                </a:lnTo>
                <a:lnTo>
                  <a:pt x="0" y="0"/>
                </a:lnTo>
                <a:lnTo>
                  <a:pt x="0" y="135094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3" name="data_6714">
            <a:extLst>
              <a:ext uri="{FF2B5EF4-FFF2-40B4-BE49-F238E27FC236}">
                <a16:creationId xmlns:a16="http://schemas.microsoft.com/office/drawing/2014/main" id="{D55A8F03-3E40-446F-BC1A-6B1EAFADBAFA}"/>
              </a:ext>
            </a:extLst>
          </p:cNvPr>
          <p:cNvSpPr>
            <a:spLocks noGrp="1"/>
          </p:cNvSpPr>
          <p:nvPr/>
        </p:nvSpPr>
        <p:spPr>
          <a:xfrm>
            <a:off x="3671858" y="6365222"/>
            <a:ext cx="244584" cy="564956"/>
          </a:xfrm>
          <a:custGeom>
            <a:pathLst>
              <a:path w="244584" h="564956">
                <a:moveTo>
                  <a:pt x="0" y="564956"/>
                </a:moveTo>
                <a:lnTo>
                  <a:pt x="244584" y="564956"/>
                </a:lnTo>
                <a:lnTo>
                  <a:pt x="244584" y="0"/>
                </a:lnTo>
                <a:lnTo>
                  <a:pt x="0" y="0"/>
                </a:lnTo>
                <a:lnTo>
                  <a:pt x="0" y="564956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64" name="data_6715">
            <a:extLst>
              <a:ext uri="{FF2B5EF4-FFF2-40B4-BE49-F238E27FC236}">
                <a16:creationId xmlns:a16="http://schemas.microsoft.com/office/drawing/2014/main" id="{CDC8F696-AEE6-48B5-A100-F444A21079AC}"/>
              </a:ext>
            </a:extLst>
          </p:cNvPr>
          <p:cNvSpPr>
            <a:spLocks noGrp="1"/>
          </p:cNvSpPr>
          <p:nvPr/>
        </p:nvSpPr>
        <p:spPr>
          <a:xfrm>
            <a:off x="3958200" y="5968154"/>
            <a:ext cx="244584" cy="962024"/>
          </a:xfrm>
          <a:custGeom>
            <a:pathLst>
              <a:path w="244584" h="962024">
                <a:moveTo>
                  <a:pt x="0" y="962024"/>
                </a:moveTo>
                <a:lnTo>
                  <a:pt x="244584" y="962024"/>
                </a:lnTo>
                <a:lnTo>
                  <a:pt x="244584" y="0"/>
                </a:lnTo>
                <a:lnTo>
                  <a:pt x="0" y="0"/>
                </a:lnTo>
                <a:lnTo>
                  <a:pt x="0" y="96202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65" name="data_6716">
            <a:extLst>
              <a:ext uri="{FF2B5EF4-FFF2-40B4-BE49-F238E27FC236}">
                <a16:creationId xmlns:a16="http://schemas.microsoft.com/office/drawing/2014/main" id="{E4B0C099-4821-405F-A2D6-406449275444}"/>
              </a:ext>
            </a:extLst>
          </p:cNvPr>
          <p:cNvSpPr>
            <a:spLocks noGrp="1"/>
          </p:cNvSpPr>
          <p:nvPr/>
        </p:nvSpPr>
        <p:spPr>
          <a:xfrm>
            <a:off x="4244543" y="5764756"/>
            <a:ext cx="244584" cy="1165422"/>
          </a:xfrm>
          <a:custGeom>
            <a:pathLst>
              <a:path w="244584" h="1165422">
                <a:moveTo>
                  <a:pt x="0" y="1165422"/>
                </a:moveTo>
                <a:lnTo>
                  <a:pt x="244584" y="1165422"/>
                </a:lnTo>
                <a:lnTo>
                  <a:pt x="244584" y="0"/>
                </a:lnTo>
                <a:lnTo>
                  <a:pt x="0" y="0"/>
                </a:lnTo>
                <a:lnTo>
                  <a:pt x="0" y="116542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6" name="data_6717">
            <a:extLst>
              <a:ext uri="{FF2B5EF4-FFF2-40B4-BE49-F238E27FC236}">
                <a16:creationId xmlns:a16="http://schemas.microsoft.com/office/drawing/2014/main" id="{E5168C47-20AB-4D97-A3CE-A606B439A65C}"/>
              </a:ext>
            </a:extLst>
          </p:cNvPr>
          <p:cNvSpPr>
            <a:spLocks noGrp="1"/>
          </p:cNvSpPr>
          <p:nvPr/>
        </p:nvSpPr>
        <p:spPr>
          <a:xfrm>
            <a:off x="1342733" y="6901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7" name="data_6718">
            <a:extLst>
              <a:ext uri="{FF2B5EF4-FFF2-40B4-BE49-F238E27FC236}">
                <a16:creationId xmlns:a16="http://schemas.microsoft.com/office/drawing/2014/main" id="{25FE3A13-DE81-47EB-B96D-8DBD4CC6ADF3}"/>
              </a:ext>
            </a:extLst>
          </p:cNvPr>
          <p:cNvSpPr>
            <a:spLocks noGrp="1"/>
          </p:cNvSpPr>
          <p:nvPr/>
        </p:nvSpPr>
        <p:spPr>
          <a:xfrm>
            <a:off x="1421479" y="68597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8" name="data_6719">
            <a:extLst>
              <a:ext uri="{FF2B5EF4-FFF2-40B4-BE49-F238E27FC236}">
                <a16:creationId xmlns:a16="http://schemas.microsoft.com/office/drawing/2014/main" id="{F138C9F0-199E-43A2-845E-D152B16E393A}"/>
              </a:ext>
            </a:extLst>
          </p:cNvPr>
          <p:cNvSpPr>
            <a:spLocks noGrp="1"/>
          </p:cNvSpPr>
          <p:nvPr/>
        </p:nvSpPr>
        <p:spPr>
          <a:xfrm>
            <a:off x="131217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9" name="data_6720">
            <a:extLst>
              <a:ext uri="{FF2B5EF4-FFF2-40B4-BE49-F238E27FC236}">
                <a16:creationId xmlns:a16="http://schemas.microsoft.com/office/drawing/2014/main" id="{D662A965-822E-4077-BB5D-0E997FD79E8E}"/>
              </a:ext>
            </a:extLst>
          </p:cNvPr>
          <p:cNvSpPr>
            <a:spLocks noGrp="1"/>
          </p:cNvSpPr>
          <p:nvPr/>
        </p:nvSpPr>
        <p:spPr>
          <a:xfrm>
            <a:off x="1378521" y="68802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0" name="data_6721">
            <a:extLst>
              <a:ext uri="{FF2B5EF4-FFF2-40B4-BE49-F238E27FC236}">
                <a16:creationId xmlns:a16="http://schemas.microsoft.com/office/drawing/2014/main" id="{D987306C-471E-4721-BC67-51C1792A69BF}"/>
              </a:ext>
            </a:extLst>
          </p:cNvPr>
          <p:cNvSpPr>
            <a:spLocks noGrp="1"/>
          </p:cNvSpPr>
          <p:nvPr/>
        </p:nvSpPr>
        <p:spPr>
          <a:xfrm>
            <a:off x="1327087" y="69021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1" name="data_6722">
            <a:extLst>
              <a:ext uri="{FF2B5EF4-FFF2-40B4-BE49-F238E27FC236}">
                <a16:creationId xmlns:a16="http://schemas.microsoft.com/office/drawing/2014/main" id="{B9AF9AE5-ECB2-40D0-8486-0EDB74A146CA}"/>
              </a:ext>
            </a:extLst>
          </p:cNvPr>
          <p:cNvSpPr>
            <a:spLocks noGrp="1"/>
          </p:cNvSpPr>
          <p:nvPr/>
        </p:nvSpPr>
        <p:spPr>
          <a:xfrm>
            <a:off x="1444655" y="62756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2" name="data_6723">
            <a:extLst>
              <a:ext uri="{FF2B5EF4-FFF2-40B4-BE49-F238E27FC236}">
                <a16:creationId xmlns:a16="http://schemas.microsoft.com/office/drawing/2014/main" id="{DCA17249-B2D0-4A0E-8C8D-2AAFBDD009EE}"/>
              </a:ext>
            </a:extLst>
          </p:cNvPr>
          <p:cNvSpPr>
            <a:spLocks noGrp="1"/>
          </p:cNvSpPr>
          <p:nvPr/>
        </p:nvSpPr>
        <p:spPr>
          <a:xfrm>
            <a:off x="1401741" y="66687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3" name="data_6724">
            <a:extLst>
              <a:ext uri="{FF2B5EF4-FFF2-40B4-BE49-F238E27FC236}">
                <a16:creationId xmlns:a16="http://schemas.microsoft.com/office/drawing/2014/main" id="{7D993084-225F-40BF-8159-8442C4E22C6F}"/>
              </a:ext>
            </a:extLst>
          </p:cNvPr>
          <p:cNvSpPr>
            <a:spLocks noGrp="1"/>
          </p:cNvSpPr>
          <p:nvPr/>
        </p:nvSpPr>
        <p:spPr>
          <a:xfrm>
            <a:off x="1381811" y="69012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4" name="data_6725">
            <a:extLst>
              <a:ext uri="{FF2B5EF4-FFF2-40B4-BE49-F238E27FC236}">
                <a16:creationId xmlns:a16="http://schemas.microsoft.com/office/drawing/2014/main" id="{BFC625C8-01EF-4970-AA95-E4864CA29A5A}"/>
              </a:ext>
            </a:extLst>
          </p:cNvPr>
          <p:cNvSpPr>
            <a:spLocks noGrp="1"/>
          </p:cNvSpPr>
          <p:nvPr/>
        </p:nvSpPr>
        <p:spPr>
          <a:xfrm>
            <a:off x="1321875" y="6584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5" name="data_6726">
            <a:extLst>
              <a:ext uri="{FF2B5EF4-FFF2-40B4-BE49-F238E27FC236}">
                <a16:creationId xmlns:a16="http://schemas.microsoft.com/office/drawing/2014/main" id="{1156A1ED-A9DE-43F3-BF7C-B3E4BF3B7C2E}"/>
              </a:ext>
            </a:extLst>
          </p:cNvPr>
          <p:cNvSpPr>
            <a:spLocks noGrp="1"/>
          </p:cNvSpPr>
          <p:nvPr/>
        </p:nvSpPr>
        <p:spPr>
          <a:xfrm>
            <a:off x="1359404" y="68937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6" name="data_6727">
            <a:extLst>
              <a:ext uri="{FF2B5EF4-FFF2-40B4-BE49-F238E27FC236}">
                <a16:creationId xmlns:a16="http://schemas.microsoft.com/office/drawing/2014/main" id="{5A240337-166C-45A1-9C93-4FD883F5E308}"/>
              </a:ext>
            </a:extLst>
          </p:cNvPr>
          <p:cNvSpPr>
            <a:spLocks noGrp="1"/>
          </p:cNvSpPr>
          <p:nvPr/>
        </p:nvSpPr>
        <p:spPr>
          <a:xfrm>
            <a:off x="1363225" y="65285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7" name="data_6728">
            <a:extLst>
              <a:ext uri="{FF2B5EF4-FFF2-40B4-BE49-F238E27FC236}">
                <a16:creationId xmlns:a16="http://schemas.microsoft.com/office/drawing/2014/main" id="{7F129DC8-4C1D-49DA-A867-86B8A8137EB8}"/>
              </a:ext>
            </a:extLst>
          </p:cNvPr>
          <p:cNvSpPr>
            <a:spLocks noGrp="1"/>
          </p:cNvSpPr>
          <p:nvPr/>
        </p:nvSpPr>
        <p:spPr>
          <a:xfrm>
            <a:off x="1387943" y="68160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8" name="data_6729">
            <a:extLst>
              <a:ext uri="{FF2B5EF4-FFF2-40B4-BE49-F238E27FC236}">
                <a16:creationId xmlns:a16="http://schemas.microsoft.com/office/drawing/2014/main" id="{5F856898-3909-4DB4-AC38-9655C843C7A1}"/>
              </a:ext>
            </a:extLst>
          </p:cNvPr>
          <p:cNvSpPr>
            <a:spLocks noGrp="1"/>
          </p:cNvSpPr>
          <p:nvPr/>
        </p:nvSpPr>
        <p:spPr>
          <a:xfrm>
            <a:off x="1436798" y="6841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9" name="data_6730">
            <a:extLst>
              <a:ext uri="{FF2B5EF4-FFF2-40B4-BE49-F238E27FC236}">
                <a16:creationId xmlns:a16="http://schemas.microsoft.com/office/drawing/2014/main" id="{90460A67-9358-4C26-9A79-598A12CDAA14}"/>
              </a:ext>
            </a:extLst>
          </p:cNvPr>
          <p:cNvSpPr>
            <a:spLocks noGrp="1"/>
          </p:cNvSpPr>
          <p:nvPr/>
        </p:nvSpPr>
        <p:spPr>
          <a:xfrm>
            <a:off x="139518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0" name="data_6731">
            <a:extLst>
              <a:ext uri="{FF2B5EF4-FFF2-40B4-BE49-F238E27FC236}">
                <a16:creationId xmlns:a16="http://schemas.microsoft.com/office/drawing/2014/main" id="{5FDC0684-BF8B-42DC-B12B-83C4E678A42C}"/>
              </a:ext>
            </a:extLst>
          </p:cNvPr>
          <p:cNvSpPr>
            <a:spLocks noGrp="1"/>
          </p:cNvSpPr>
          <p:nvPr/>
        </p:nvSpPr>
        <p:spPr>
          <a:xfrm>
            <a:off x="1459255" y="6268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1" name="data_6732">
            <a:extLst>
              <a:ext uri="{FF2B5EF4-FFF2-40B4-BE49-F238E27FC236}">
                <a16:creationId xmlns:a16="http://schemas.microsoft.com/office/drawing/2014/main" id="{2FFBC390-E829-43FD-B9C5-7EE577F3DFD4}"/>
              </a:ext>
            </a:extLst>
          </p:cNvPr>
          <p:cNvSpPr>
            <a:spLocks noGrp="1"/>
          </p:cNvSpPr>
          <p:nvPr/>
        </p:nvSpPr>
        <p:spPr>
          <a:xfrm>
            <a:off x="132862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2" name="data_6733">
            <a:extLst>
              <a:ext uri="{FF2B5EF4-FFF2-40B4-BE49-F238E27FC236}">
                <a16:creationId xmlns:a16="http://schemas.microsoft.com/office/drawing/2014/main" id="{33800AFA-C2E2-4EC4-B401-3D65F41A224A}"/>
              </a:ext>
            </a:extLst>
          </p:cNvPr>
          <p:cNvSpPr>
            <a:spLocks noGrp="1"/>
          </p:cNvSpPr>
          <p:nvPr/>
        </p:nvSpPr>
        <p:spPr>
          <a:xfrm>
            <a:off x="1315886" y="68651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3" name="data_6734">
            <a:extLst>
              <a:ext uri="{FF2B5EF4-FFF2-40B4-BE49-F238E27FC236}">
                <a16:creationId xmlns:a16="http://schemas.microsoft.com/office/drawing/2014/main" id="{06D162C5-B336-4510-BAAC-7511ABAD238C}"/>
              </a:ext>
            </a:extLst>
          </p:cNvPr>
          <p:cNvSpPr>
            <a:spLocks noGrp="1"/>
          </p:cNvSpPr>
          <p:nvPr/>
        </p:nvSpPr>
        <p:spPr>
          <a:xfrm>
            <a:off x="1423910" y="6647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4" name="data_6735">
            <a:extLst>
              <a:ext uri="{FF2B5EF4-FFF2-40B4-BE49-F238E27FC236}">
                <a16:creationId xmlns:a16="http://schemas.microsoft.com/office/drawing/2014/main" id="{CF634B18-B343-4D85-9603-279C5CD62E9C}"/>
              </a:ext>
            </a:extLst>
          </p:cNvPr>
          <p:cNvSpPr>
            <a:spLocks noGrp="1"/>
          </p:cNvSpPr>
          <p:nvPr/>
        </p:nvSpPr>
        <p:spPr>
          <a:xfrm>
            <a:off x="1448751" y="6387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5" name="data_6736">
            <a:extLst>
              <a:ext uri="{FF2B5EF4-FFF2-40B4-BE49-F238E27FC236}">
                <a16:creationId xmlns:a16="http://schemas.microsoft.com/office/drawing/2014/main" id="{3956A07A-8DD2-4E10-ACF6-42D39B49C478}"/>
              </a:ext>
            </a:extLst>
          </p:cNvPr>
          <p:cNvSpPr>
            <a:spLocks noGrp="1"/>
          </p:cNvSpPr>
          <p:nvPr/>
        </p:nvSpPr>
        <p:spPr>
          <a:xfrm>
            <a:off x="146650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6" name="data_6737">
            <a:extLst>
              <a:ext uri="{FF2B5EF4-FFF2-40B4-BE49-F238E27FC236}">
                <a16:creationId xmlns:a16="http://schemas.microsoft.com/office/drawing/2014/main" id="{7F5BE26D-5A9F-4EC8-B328-C4546AB83E52}"/>
              </a:ext>
            </a:extLst>
          </p:cNvPr>
          <p:cNvSpPr>
            <a:spLocks noGrp="1"/>
          </p:cNvSpPr>
          <p:nvPr/>
        </p:nvSpPr>
        <p:spPr>
          <a:xfrm>
            <a:off x="1454829" y="69110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7" name="data_6738">
            <a:extLst>
              <a:ext uri="{FF2B5EF4-FFF2-40B4-BE49-F238E27FC236}">
                <a16:creationId xmlns:a16="http://schemas.microsoft.com/office/drawing/2014/main" id="{6A3A6B2B-A319-4E9F-AC84-0337A71DE6E7}"/>
              </a:ext>
            </a:extLst>
          </p:cNvPr>
          <p:cNvSpPr>
            <a:spLocks noGrp="1"/>
          </p:cNvSpPr>
          <p:nvPr/>
        </p:nvSpPr>
        <p:spPr>
          <a:xfrm>
            <a:off x="139127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8" name="data_6739">
            <a:extLst>
              <a:ext uri="{FF2B5EF4-FFF2-40B4-BE49-F238E27FC236}">
                <a16:creationId xmlns:a16="http://schemas.microsoft.com/office/drawing/2014/main" id="{252C0E91-2215-409B-9968-262ABB0EE83E}"/>
              </a:ext>
            </a:extLst>
          </p:cNvPr>
          <p:cNvSpPr>
            <a:spLocks noGrp="1"/>
          </p:cNvSpPr>
          <p:nvPr/>
        </p:nvSpPr>
        <p:spPr>
          <a:xfrm>
            <a:off x="1439164" y="67562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9" name="data_6740">
            <a:extLst>
              <a:ext uri="{FF2B5EF4-FFF2-40B4-BE49-F238E27FC236}">
                <a16:creationId xmlns:a16="http://schemas.microsoft.com/office/drawing/2014/main" id="{1BD239AB-D743-46BA-BBB6-30AAF888680D}"/>
              </a:ext>
            </a:extLst>
          </p:cNvPr>
          <p:cNvSpPr>
            <a:spLocks noGrp="1"/>
          </p:cNvSpPr>
          <p:nvPr/>
        </p:nvSpPr>
        <p:spPr>
          <a:xfrm>
            <a:off x="1303337" y="57457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0" name="data_6741">
            <a:extLst>
              <a:ext uri="{FF2B5EF4-FFF2-40B4-BE49-F238E27FC236}">
                <a16:creationId xmlns:a16="http://schemas.microsoft.com/office/drawing/2014/main" id="{CC1DE569-B602-45E8-B9D8-5C37A70A9BE9}"/>
              </a:ext>
            </a:extLst>
          </p:cNvPr>
          <p:cNvSpPr>
            <a:spLocks noGrp="1"/>
          </p:cNvSpPr>
          <p:nvPr/>
        </p:nvSpPr>
        <p:spPr>
          <a:xfrm>
            <a:off x="130118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1" name="data_6742">
            <a:extLst>
              <a:ext uri="{FF2B5EF4-FFF2-40B4-BE49-F238E27FC236}">
                <a16:creationId xmlns:a16="http://schemas.microsoft.com/office/drawing/2014/main" id="{9CC3611B-614F-4113-B07C-8009627F6B1F}"/>
              </a:ext>
            </a:extLst>
          </p:cNvPr>
          <p:cNvSpPr>
            <a:spLocks noGrp="1"/>
          </p:cNvSpPr>
          <p:nvPr/>
        </p:nvSpPr>
        <p:spPr>
          <a:xfrm>
            <a:off x="1431727" y="68972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2" name="data_6743">
            <a:extLst>
              <a:ext uri="{FF2B5EF4-FFF2-40B4-BE49-F238E27FC236}">
                <a16:creationId xmlns:a16="http://schemas.microsoft.com/office/drawing/2014/main" id="{96A43E33-C564-473D-9D8E-E2CD73D71DF2}"/>
              </a:ext>
            </a:extLst>
          </p:cNvPr>
          <p:cNvSpPr>
            <a:spLocks noGrp="1"/>
          </p:cNvSpPr>
          <p:nvPr/>
        </p:nvSpPr>
        <p:spPr>
          <a:xfrm>
            <a:off x="144923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3" name="data_6744">
            <a:extLst>
              <a:ext uri="{FF2B5EF4-FFF2-40B4-BE49-F238E27FC236}">
                <a16:creationId xmlns:a16="http://schemas.microsoft.com/office/drawing/2014/main" id="{6A7438A3-4338-4572-86AC-2801F589156A}"/>
              </a:ext>
            </a:extLst>
          </p:cNvPr>
          <p:cNvSpPr>
            <a:spLocks noGrp="1"/>
          </p:cNvSpPr>
          <p:nvPr/>
        </p:nvSpPr>
        <p:spPr>
          <a:xfrm>
            <a:off x="1431651" y="5734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4" name="data_6745">
            <a:extLst>
              <a:ext uri="{FF2B5EF4-FFF2-40B4-BE49-F238E27FC236}">
                <a16:creationId xmlns:a16="http://schemas.microsoft.com/office/drawing/2014/main" id="{55B1A209-A608-4C97-89E7-E6422D6AE193}"/>
              </a:ext>
            </a:extLst>
          </p:cNvPr>
          <p:cNvSpPr>
            <a:spLocks noGrp="1"/>
          </p:cNvSpPr>
          <p:nvPr/>
        </p:nvSpPr>
        <p:spPr>
          <a:xfrm>
            <a:off x="140693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5" name="data_6746">
            <a:extLst>
              <a:ext uri="{FF2B5EF4-FFF2-40B4-BE49-F238E27FC236}">
                <a16:creationId xmlns:a16="http://schemas.microsoft.com/office/drawing/2014/main" id="{43513FA2-BA93-4908-B826-CDBF2026474C}"/>
              </a:ext>
            </a:extLst>
          </p:cNvPr>
          <p:cNvSpPr>
            <a:spLocks noGrp="1"/>
          </p:cNvSpPr>
          <p:nvPr/>
        </p:nvSpPr>
        <p:spPr>
          <a:xfrm>
            <a:off x="1340119" y="6798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6" name="data_6747">
            <a:extLst>
              <a:ext uri="{FF2B5EF4-FFF2-40B4-BE49-F238E27FC236}">
                <a16:creationId xmlns:a16="http://schemas.microsoft.com/office/drawing/2014/main" id="{84BA90AE-90A2-4E1C-959C-4ED642E795A3}"/>
              </a:ext>
            </a:extLst>
          </p:cNvPr>
          <p:cNvSpPr>
            <a:spLocks noGrp="1"/>
          </p:cNvSpPr>
          <p:nvPr/>
        </p:nvSpPr>
        <p:spPr>
          <a:xfrm>
            <a:off x="1446523" y="67607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7" name="data_6748">
            <a:extLst>
              <a:ext uri="{FF2B5EF4-FFF2-40B4-BE49-F238E27FC236}">
                <a16:creationId xmlns:a16="http://schemas.microsoft.com/office/drawing/2014/main" id="{41253BC5-9D9A-4814-BE16-E60B08698F0E}"/>
              </a:ext>
            </a:extLst>
          </p:cNvPr>
          <p:cNvSpPr>
            <a:spLocks noGrp="1"/>
          </p:cNvSpPr>
          <p:nvPr/>
        </p:nvSpPr>
        <p:spPr>
          <a:xfrm>
            <a:off x="1407239" y="66259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8" name="data_6749">
            <a:extLst>
              <a:ext uri="{FF2B5EF4-FFF2-40B4-BE49-F238E27FC236}">
                <a16:creationId xmlns:a16="http://schemas.microsoft.com/office/drawing/2014/main" id="{EA9A697D-3168-4069-B2E2-411A630004DD}"/>
              </a:ext>
            </a:extLst>
          </p:cNvPr>
          <p:cNvSpPr>
            <a:spLocks noGrp="1"/>
          </p:cNvSpPr>
          <p:nvPr/>
        </p:nvSpPr>
        <p:spPr>
          <a:xfrm>
            <a:off x="1336613" y="57332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9" name="data_6750">
            <a:extLst>
              <a:ext uri="{FF2B5EF4-FFF2-40B4-BE49-F238E27FC236}">
                <a16:creationId xmlns:a16="http://schemas.microsoft.com/office/drawing/2014/main" id="{5ABB0BD2-9551-4580-B4C7-871108159F2A}"/>
              </a:ext>
            </a:extLst>
          </p:cNvPr>
          <p:cNvSpPr>
            <a:spLocks noGrp="1"/>
          </p:cNvSpPr>
          <p:nvPr/>
        </p:nvSpPr>
        <p:spPr>
          <a:xfrm>
            <a:off x="1426393" y="6903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0" name="data_6751">
            <a:extLst>
              <a:ext uri="{FF2B5EF4-FFF2-40B4-BE49-F238E27FC236}">
                <a16:creationId xmlns:a16="http://schemas.microsoft.com/office/drawing/2014/main" id="{8740B628-F4AC-4FD4-B2FD-65052449FB1A}"/>
              </a:ext>
            </a:extLst>
          </p:cNvPr>
          <p:cNvSpPr>
            <a:spLocks noGrp="1"/>
          </p:cNvSpPr>
          <p:nvPr/>
        </p:nvSpPr>
        <p:spPr>
          <a:xfrm>
            <a:off x="1354827" y="69093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1" name="data_6752">
            <a:extLst>
              <a:ext uri="{FF2B5EF4-FFF2-40B4-BE49-F238E27FC236}">
                <a16:creationId xmlns:a16="http://schemas.microsoft.com/office/drawing/2014/main" id="{257668B6-D9B5-4003-9013-4A4F34D81E3D}"/>
              </a:ext>
            </a:extLst>
          </p:cNvPr>
          <p:cNvSpPr>
            <a:spLocks noGrp="1"/>
          </p:cNvSpPr>
          <p:nvPr/>
        </p:nvSpPr>
        <p:spPr>
          <a:xfrm>
            <a:off x="131535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2" name="data_6753">
            <a:extLst>
              <a:ext uri="{FF2B5EF4-FFF2-40B4-BE49-F238E27FC236}">
                <a16:creationId xmlns:a16="http://schemas.microsoft.com/office/drawing/2014/main" id="{93A8FD07-EC1E-4789-9D6E-6BFF80E6BC85}"/>
              </a:ext>
            </a:extLst>
          </p:cNvPr>
          <p:cNvSpPr>
            <a:spLocks noGrp="1"/>
          </p:cNvSpPr>
          <p:nvPr/>
        </p:nvSpPr>
        <p:spPr>
          <a:xfrm>
            <a:off x="1437344" y="69083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3" name="data_6754">
            <a:extLst>
              <a:ext uri="{FF2B5EF4-FFF2-40B4-BE49-F238E27FC236}">
                <a16:creationId xmlns:a16="http://schemas.microsoft.com/office/drawing/2014/main" id="{6D56A201-E2EB-4C86-A0F1-8B87E8A77E31}"/>
              </a:ext>
            </a:extLst>
          </p:cNvPr>
          <p:cNvSpPr>
            <a:spLocks noGrp="1"/>
          </p:cNvSpPr>
          <p:nvPr/>
        </p:nvSpPr>
        <p:spPr>
          <a:xfrm>
            <a:off x="1385520" y="68908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4" name="data_6755">
            <a:extLst>
              <a:ext uri="{FF2B5EF4-FFF2-40B4-BE49-F238E27FC236}">
                <a16:creationId xmlns:a16="http://schemas.microsoft.com/office/drawing/2014/main" id="{99DBFE12-69EF-4473-8FB9-72C1624C1B61}"/>
              </a:ext>
            </a:extLst>
          </p:cNvPr>
          <p:cNvSpPr>
            <a:spLocks noGrp="1"/>
          </p:cNvSpPr>
          <p:nvPr/>
        </p:nvSpPr>
        <p:spPr>
          <a:xfrm>
            <a:off x="135343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5" name="data_6756">
            <a:extLst>
              <a:ext uri="{FF2B5EF4-FFF2-40B4-BE49-F238E27FC236}">
                <a16:creationId xmlns:a16="http://schemas.microsoft.com/office/drawing/2014/main" id="{1634EB4B-5A06-42DE-8D80-F29B02EB083E}"/>
              </a:ext>
            </a:extLst>
          </p:cNvPr>
          <p:cNvSpPr>
            <a:spLocks noGrp="1"/>
          </p:cNvSpPr>
          <p:nvPr/>
        </p:nvSpPr>
        <p:spPr>
          <a:xfrm>
            <a:off x="1310731" y="69082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6" name="data_6757">
            <a:extLst>
              <a:ext uri="{FF2B5EF4-FFF2-40B4-BE49-F238E27FC236}">
                <a16:creationId xmlns:a16="http://schemas.microsoft.com/office/drawing/2014/main" id="{EA72794F-AFE2-4B42-ACBB-59BD2321B048}"/>
              </a:ext>
            </a:extLst>
          </p:cNvPr>
          <p:cNvSpPr>
            <a:spLocks noGrp="1"/>
          </p:cNvSpPr>
          <p:nvPr/>
        </p:nvSpPr>
        <p:spPr>
          <a:xfrm>
            <a:off x="1460451" y="69093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7" name="data_6758">
            <a:extLst>
              <a:ext uri="{FF2B5EF4-FFF2-40B4-BE49-F238E27FC236}">
                <a16:creationId xmlns:a16="http://schemas.microsoft.com/office/drawing/2014/main" id="{7CA32393-0C9A-4C93-B852-DCF72B557E9D}"/>
              </a:ext>
            </a:extLst>
          </p:cNvPr>
          <p:cNvSpPr>
            <a:spLocks noGrp="1"/>
          </p:cNvSpPr>
          <p:nvPr/>
        </p:nvSpPr>
        <p:spPr>
          <a:xfrm>
            <a:off x="1356050" y="6862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8" name="data_6759">
            <a:extLst>
              <a:ext uri="{FF2B5EF4-FFF2-40B4-BE49-F238E27FC236}">
                <a16:creationId xmlns:a16="http://schemas.microsoft.com/office/drawing/2014/main" id="{64338318-9E5C-4219-B646-1C3D9C76DFBE}"/>
              </a:ext>
            </a:extLst>
          </p:cNvPr>
          <p:cNvSpPr>
            <a:spLocks noGrp="1"/>
          </p:cNvSpPr>
          <p:nvPr/>
        </p:nvSpPr>
        <p:spPr>
          <a:xfrm>
            <a:off x="1437908" y="6830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9" name="data_6760">
            <a:extLst>
              <a:ext uri="{FF2B5EF4-FFF2-40B4-BE49-F238E27FC236}">
                <a16:creationId xmlns:a16="http://schemas.microsoft.com/office/drawing/2014/main" id="{0BE0FA6C-7BA3-430E-991F-FCEF655B92ED}"/>
              </a:ext>
            </a:extLst>
          </p:cNvPr>
          <p:cNvSpPr>
            <a:spLocks noGrp="1"/>
          </p:cNvSpPr>
          <p:nvPr/>
        </p:nvSpPr>
        <p:spPr>
          <a:xfrm>
            <a:off x="1389677" y="68948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0" name="data_6761">
            <a:extLst>
              <a:ext uri="{FF2B5EF4-FFF2-40B4-BE49-F238E27FC236}">
                <a16:creationId xmlns:a16="http://schemas.microsoft.com/office/drawing/2014/main" id="{2ABF5863-3D39-48A8-AB96-9F5BC55E1A87}"/>
              </a:ext>
            </a:extLst>
          </p:cNvPr>
          <p:cNvSpPr>
            <a:spLocks noGrp="1"/>
          </p:cNvSpPr>
          <p:nvPr/>
        </p:nvSpPr>
        <p:spPr>
          <a:xfrm>
            <a:off x="1302953" y="59937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1" name="data_6762">
            <a:extLst>
              <a:ext uri="{FF2B5EF4-FFF2-40B4-BE49-F238E27FC236}">
                <a16:creationId xmlns:a16="http://schemas.microsoft.com/office/drawing/2014/main" id="{A5E175D9-2989-4241-8E89-86DE208C1373}"/>
              </a:ext>
            </a:extLst>
          </p:cNvPr>
          <p:cNvSpPr>
            <a:spLocks noGrp="1"/>
          </p:cNvSpPr>
          <p:nvPr/>
        </p:nvSpPr>
        <p:spPr>
          <a:xfrm>
            <a:off x="134163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2" name="data_6763">
            <a:extLst>
              <a:ext uri="{FF2B5EF4-FFF2-40B4-BE49-F238E27FC236}">
                <a16:creationId xmlns:a16="http://schemas.microsoft.com/office/drawing/2014/main" id="{1488CE60-572D-42A2-8C3B-A342069B4736}"/>
              </a:ext>
            </a:extLst>
          </p:cNvPr>
          <p:cNvSpPr>
            <a:spLocks noGrp="1"/>
          </p:cNvSpPr>
          <p:nvPr/>
        </p:nvSpPr>
        <p:spPr>
          <a:xfrm>
            <a:off x="1312243" y="68519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3" name="data_6764">
            <a:extLst>
              <a:ext uri="{FF2B5EF4-FFF2-40B4-BE49-F238E27FC236}">
                <a16:creationId xmlns:a16="http://schemas.microsoft.com/office/drawing/2014/main" id="{EF143E33-1D2D-4D3D-B80E-FFBD47EA70E7}"/>
              </a:ext>
            </a:extLst>
          </p:cNvPr>
          <p:cNvSpPr>
            <a:spLocks noGrp="1"/>
          </p:cNvSpPr>
          <p:nvPr/>
        </p:nvSpPr>
        <p:spPr>
          <a:xfrm>
            <a:off x="1372784" y="6886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4" name="data_6765">
            <a:extLst>
              <a:ext uri="{FF2B5EF4-FFF2-40B4-BE49-F238E27FC236}">
                <a16:creationId xmlns:a16="http://schemas.microsoft.com/office/drawing/2014/main" id="{AF7925B4-1223-4D74-B4C5-05CB9DC60DC2}"/>
              </a:ext>
            </a:extLst>
          </p:cNvPr>
          <p:cNvSpPr>
            <a:spLocks noGrp="1"/>
          </p:cNvSpPr>
          <p:nvPr/>
        </p:nvSpPr>
        <p:spPr>
          <a:xfrm>
            <a:off x="1426655" y="68077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5" name="data_6766">
            <a:extLst>
              <a:ext uri="{FF2B5EF4-FFF2-40B4-BE49-F238E27FC236}">
                <a16:creationId xmlns:a16="http://schemas.microsoft.com/office/drawing/2014/main" id="{05A9D75C-DBEA-45CA-BB72-5F2C096135B8}"/>
              </a:ext>
            </a:extLst>
          </p:cNvPr>
          <p:cNvSpPr>
            <a:spLocks noGrp="1"/>
          </p:cNvSpPr>
          <p:nvPr/>
        </p:nvSpPr>
        <p:spPr>
          <a:xfrm>
            <a:off x="147555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6" name="data_6767">
            <a:extLst>
              <a:ext uri="{FF2B5EF4-FFF2-40B4-BE49-F238E27FC236}">
                <a16:creationId xmlns:a16="http://schemas.microsoft.com/office/drawing/2014/main" id="{6B511585-179F-4A49-951A-7857155B2791}"/>
              </a:ext>
            </a:extLst>
          </p:cNvPr>
          <p:cNvSpPr>
            <a:spLocks noGrp="1"/>
          </p:cNvSpPr>
          <p:nvPr/>
        </p:nvSpPr>
        <p:spPr>
          <a:xfrm>
            <a:off x="1383059" y="6897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7" name="data_6768">
            <a:extLst>
              <a:ext uri="{FF2B5EF4-FFF2-40B4-BE49-F238E27FC236}">
                <a16:creationId xmlns:a16="http://schemas.microsoft.com/office/drawing/2014/main" id="{C32F880A-8516-4A33-92B5-3164ED0E91CA}"/>
              </a:ext>
            </a:extLst>
          </p:cNvPr>
          <p:cNvSpPr>
            <a:spLocks noGrp="1"/>
          </p:cNvSpPr>
          <p:nvPr/>
        </p:nvSpPr>
        <p:spPr>
          <a:xfrm>
            <a:off x="1345625" y="68688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8" name="data_6769">
            <a:extLst>
              <a:ext uri="{FF2B5EF4-FFF2-40B4-BE49-F238E27FC236}">
                <a16:creationId xmlns:a16="http://schemas.microsoft.com/office/drawing/2014/main" id="{875400F2-FBF2-435D-8343-28E1C91B5D1B}"/>
              </a:ext>
            </a:extLst>
          </p:cNvPr>
          <p:cNvSpPr>
            <a:spLocks noGrp="1"/>
          </p:cNvSpPr>
          <p:nvPr/>
        </p:nvSpPr>
        <p:spPr>
          <a:xfrm>
            <a:off x="1361780" y="69003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9" name="data_6770">
            <a:extLst>
              <a:ext uri="{FF2B5EF4-FFF2-40B4-BE49-F238E27FC236}">
                <a16:creationId xmlns:a16="http://schemas.microsoft.com/office/drawing/2014/main" id="{D6A10C4C-8559-4594-BD17-2DF1C7AC78EC}"/>
              </a:ext>
            </a:extLst>
          </p:cNvPr>
          <p:cNvSpPr>
            <a:spLocks noGrp="1"/>
          </p:cNvSpPr>
          <p:nvPr/>
        </p:nvSpPr>
        <p:spPr>
          <a:xfrm>
            <a:off x="1329157" y="68865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0" name="data_6771">
            <a:extLst>
              <a:ext uri="{FF2B5EF4-FFF2-40B4-BE49-F238E27FC236}">
                <a16:creationId xmlns:a16="http://schemas.microsoft.com/office/drawing/2014/main" id="{759C4A06-43B8-4D95-914A-A426AFF292FD}"/>
              </a:ext>
            </a:extLst>
          </p:cNvPr>
          <p:cNvSpPr>
            <a:spLocks noGrp="1"/>
          </p:cNvSpPr>
          <p:nvPr/>
        </p:nvSpPr>
        <p:spPr>
          <a:xfrm>
            <a:off x="1325691" y="661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1" name="data_6772">
            <a:extLst>
              <a:ext uri="{FF2B5EF4-FFF2-40B4-BE49-F238E27FC236}">
                <a16:creationId xmlns:a16="http://schemas.microsoft.com/office/drawing/2014/main" id="{DA57E053-79B1-4C65-9B01-31C2AC5F7CF9}"/>
              </a:ext>
            </a:extLst>
          </p:cNvPr>
          <p:cNvSpPr>
            <a:spLocks noGrp="1"/>
          </p:cNvSpPr>
          <p:nvPr/>
        </p:nvSpPr>
        <p:spPr>
          <a:xfrm>
            <a:off x="1431601" y="687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2" name="data_6773">
            <a:extLst>
              <a:ext uri="{FF2B5EF4-FFF2-40B4-BE49-F238E27FC236}">
                <a16:creationId xmlns:a16="http://schemas.microsoft.com/office/drawing/2014/main" id="{06FCCBA4-56F3-4675-8461-7EFA5623CCC8}"/>
              </a:ext>
            </a:extLst>
          </p:cNvPr>
          <p:cNvSpPr>
            <a:spLocks noGrp="1"/>
          </p:cNvSpPr>
          <p:nvPr/>
        </p:nvSpPr>
        <p:spPr>
          <a:xfrm>
            <a:off x="1467493" y="68716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3" name="data_6774">
            <a:extLst>
              <a:ext uri="{FF2B5EF4-FFF2-40B4-BE49-F238E27FC236}">
                <a16:creationId xmlns:a16="http://schemas.microsoft.com/office/drawing/2014/main" id="{19D651BC-BBDD-4B96-AEE7-6930CF07E3F9}"/>
              </a:ext>
            </a:extLst>
          </p:cNvPr>
          <p:cNvSpPr>
            <a:spLocks noGrp="1"/>
          </p:cNvSpPr>
          <p:nvPr/>
        </p:nvSpPr>
        <p:spPr>
          <a:xfrm>
            <a:off x="1407464" y="6819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4" name="data_6775">
            <a:extLst>
              <a:ext uri="{FF2B5EF4-FFF2-40B4-BE49-F238E27FC236}">
                <a16:creationId xmlns:a16="http://schemas.microsoft.com/office/drawing/2014/main" id="{FEB4B086-9FCB-4E47-BD32-6EB66E2662F6}"/>
              </a:ext>
            </a:extLst>
          </p:cNvPr>
          <p:cNvSpPr>
            <a:spLocks noGrp="1"/>
          </p:cNvSpPr>
          <p:nvPr/>
        </p:nvSpPr>
        <p:spPr>
          <a:xfrm>
            <a:off x="1340259" y="6784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5" name="data_6776">
            <a:extLst>
              <a:ext uri="{FF2B5EF4-FFF2-40B4-BE49-F238E27FC236}">
                <a16:creationId xmlns:a16="http://schemas.microsoft.com/office/drawing/2014/main" id="{A226D012-69D2-4F57-AC89-01FC0B86AAC1}"/>
              </a:ext>
            </a:extLst>
          </p:cNvPr>
          <p:cNvSpPr>
            <a:spLocks noGrp="1"/>
          </p:cNvSpPr>
          <p:nvPr/>
        </p:nvSpPr>
        <p:spPr>
          <a:xfrm>
            <a:off x="1369227" y="68888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6" name="data_6777">
            <a:extLst>
              <a:ext uri="{FF2B5EF4-FFF2-40B4-BE49-F238E27FC236}">
                <a16:creationId xmlns:a16="http://schemas.microsoft.com/office/drawing/2014/main" id="{8D783458-AF1A-4DA3-9B74-48120E58940E}"/>
              </a:ext>
            </a:extLst>
          </p:cNvPr>
          <p:cNvSpPr>
            <a:spLocks noGrp="1"/>
          </p:cNvSpPr>
          <p:nvPr/>
        </p:nvSpPr>
        <p:spPr>
          <a:xfrm>
            <a:off x="1400727" y="67384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7" name="data_6778">
            <a:extLst>
              <a:ext uri="{FF2B5EF4-FFF2-40B4-BE49-F238E27FC236}">
                <a16:creationId xmlns:a16="http://schemas.microsoft.com/office/drawing/2014/main" id="{86FA836C-328E-46D8-A445-36D7DB21924B}"/>
              </a:ext>
            </a:extLst>
          </p:cNvPr>
          <p:cNvSpPr>
            <a:spLocks noGrp="1"/>
          </p:cNvSpPr>
          <p:nvPr/>
        </p:nvSpPr>
        <p:spPr>
          <a:xfrm>
            <a:off x="147439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8" name="data_6779">
            <a:extLst>
              <a:ext uri="{FF2B5EF4-FFF2-40B4-BE49-F238E27FC236}">
                <a16:creationId xmlns:a16="http://schemas.microsoft.com/office/drawing/2014/main" id="{F458642B-0F2A-4A76-AC33-245BACDF92CD}"/>
              </a:ext>
            </a:extLst>
          </p:cNvPr>
          <p:cNvSpPr>
            <a:spLocks noGrp="1"/>
          </p:cNvSpPr>
          <p:nvPr/>
        </p:nvSpPr>
        <p:spPr>
          <a:xfrm>
            <a:off x="1316976" y="68959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9" name="data_6780">
            <a:extLst>
              <a:ext uri="{FF2B5EF4-FFF2-40B4-BE49-F238E27FC236}">
                <a16:creationId xmlns:a16="http://schemas.microsoft.com/office/drawing/2014/main" id="{E84E65FE-216C-448D-9C47-AF00F38A5589}"/>
              </a:ext>
            </a:extLst>
          </p:cNvPr>
          <p:cNvSpPr>
            <a:spLocks noGrp="1"/>
          </p:cNvSpPr>
          <p:nvPr/>
        </p:nvSpPr>
        <p:spPr>
          <a:xfrm>
            <a:off x="1351124" y="65729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0" name="data_6781">
            <a:extLst>
              <a:ext uri="{FF2B5EF4-FFF2-40B4-BE49-F238E27FC236}">
                <a16:creationId xmlns:a16="http://schemas.microsoft.com/office/drawing/2014/main" id="{1A8A5E51-7902-433D-9ED9-105F9FB7D2DC}"/>
              </a:ext>
            </a:extLst>
          </p:cNvPr>
          <p:cNvSpPr>
            <a:spLocks noGrp="1"/>
          </p:cNvSpPr>
          <p:nvPr/>
        </p:nvSpPr>
        <p:spPr>
          <a:xfrm>
            <a:off x="1342122" y="68473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1" name="data_6782">
            <a:extLst>
              <a:ext uri="{FF2B5EF4-FFF2-40B4-BE49-F238E27FC236}">
                <a16:creationId xmlns:a16="http://schemas.microsoft.com/office/drawing/2014/main" id="{5EA5F982-4BB8-4A08-B2BB-5E8B05C07639}"/>
              </a:ext>
            </a:extLst>
          </p:cNvPr>
          <p:cNvSpPr>
            <a:spLocks noGrp="1"/>
          </p:cNvSpPr>
          <p:nvPr/>
        </p:nvSpPr>
        <p:spPr>
          <a:xfrm>
            <a:off x="1444708" y="64377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2" name="data_6783">
            <a:extLst>
              <a:ext uri="{FF2B5EF4-FFF2-40B4-BE49-F238E27FC236}">
                <a16:creationId xmlns:a16="http://schemas.microsoft.com/office/drawing/2014/main" id="{6FFE8EFD-6669-4317-850B-7D1F0E2AEDD4}"/>
              </a:ext>
            </a:extLst>
          </p:cNvPr>
          <p:cNvSpPr>
            <a:spLocks noGrp="1"/>
          </p:cNvSpPr>
          <p:nvPr/>
        </p:nvSpPr>
        <p:spPr>
          <a:xfrm>
            <a:off x="1340121" y="69050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3" name="data_6784">
            <a:extLst>
              <a:ext uri="{FF2B5EF4-FFF2-40B4-BE49-F238E27FC236}">
                <a16:creationId xmlns:a16="http://schemas.microsoft.com/office/drawing/2014/main" id="{4BBFBA62-9B80-4C50-BCD0-2B116FEAC0D4}"/>
              </a:ext>
            </a:extLst>
          </p:cNvPr>
          <p:cNvSpPr>
            <a:spLocks noGrp="1"/>
          </p:cNvSpPr>
          <p:nvPr/>
        </p:nvSpPr>
        <p:spPr>
          <a:xfrm>
            <a:off x="1309237" y="67379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4" name="data_6785">
            <a:extLst>
              <a:ext uri="{FF2B5EF4-FFF2-40B4-BE49-F238E27FC236}">
                <a16:creationId xmlns:a16="http://schemas.microsoft.com/office/drawing/2014/main" id="{21217380-9E54-4AA6-9A07-75DBE548AE83}"/>
              </a:ext>
            </a:extLst>
          </p:cNvPr>
          <p:cNvSpPr>
            <a:spLocks noGrp="1"/>
          </p:cNvSpPr>
          <p:nvPr/>
        </p:nvSpPr>
        <p:spPr>
          <a:xfrm>
            <a:off x="1389882" y="6901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5" name="data_6786">
            <a:extLst>
              <a:ext uri="{FF2B5EF4-FFF2-40B4-BE49-F238E27FC236}">
                <a16:creationId xmlns:a16="http://schemas.microsoft.com/office/drawing/2014/main" id="{CC9DD840-1A58-4ED5-A235-FB76F571A0A6}"/>
              </a:ext>
            </a:extLst>
          </p:cNvPr>
          <p:cNvSpPr>
            <a:spLocks noGrp="1"/>
          </p:cNvSpPr>
          <p:nvPr/>
        </p:nvSpPr>
        <p:spPr>
          <a:xfrm>
            <a:off x="1425568" y="68640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6" name="data_6787">
            <a:extLst>
              <a:ext uri="{FF2B5EF4-FFF2-40B4-BE49-F238E27FC236}">
                <a16:creationId xmlns:a16="http://schemas.microsoft.com/office/drawing/2014/main" id="{A1963106-1AED-4E71-9430-69D282EE2FF6}"/>
              </a:ext>
            </a:extLst>
          </p:cNvPr>
          <p:cNvSpPr>
            <a:spLocks noGrp="1"/>
          </p:cNvSpPr>
          <p:nvPr/>
        </p:nvSpPr>
        <p:spPr>
          <a:xfrm>
            <a:off x="1476881" y="65943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7" name="data_6788">
            <a:extLst>
              <a:ext uri="{FF2B5EF4-FFF2-40B4-BE49-F238E27FC236}">
                <a16:creationId xmlns:a16="http://schemas.microsoft.com/office/drawing/2014/main" id="{CFA5FA70-804B-4B7A-B36E-CB0145430D52}"/>
              </a:ext>
            </a:extLst>
          </p:cNvPr>
          <p:cNvSpPr>
            <a:spLocks noGrp="1"/>
          </p:cNvSpPr>
          <p:nvPr/>
        </p:nvSpPr>
        <p:spPr>
          <a:xfrm>
            <a:off x="1477754" y="6905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8" name="data_6789">
            <a:extLst>
              <a:ext uri="{FF2B5EF4-FFF2-40B4-BE49-F238E27FC236}">
                <a16:creationId xmlns:a16="http://schemas.microsoft.com/office/drawing/2014/main" id="{A7BE3465-11D4-4CCD-AC25-A2BEE0C3788D}"/>
              </a:ext>
            </a:extLst>
          </p:cNvPr>
          <p:cNvSpPr>
            <a:spLocks noGrp="1"/>
          </p:cNvSpPr>
          <p:nvPr/>
        </p:nvSpPr>
        <p:spPr>
          <a:xfrm>
            <a:off x="1478080" y="66486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9" name="data_6790">
            <a:extLst>
              <a:ext uri="{FF2B5EF4-FFF2-40B4-BE49-F238E27FC236}">
                <a16:creationId xmlns:a16="http://schemas.microsoft.com/office/drawing/2014/main" id="{ADA18FF6-F0FB-4898-860A-EC5C1CF94710}"/>
              </a:ext>
            </a:extLst>
          </p:cNvPr>
          <p:cNvSpPr>
            <a:spLocks noGrp="1"/>
          </p:cNvSpPr>
          <p:nvPr/>
        </p:nvSpPr>
        <p:spPr>
          <a:xfrm>
            <a:off x="1471220" y="67749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0" name="data_6791">
            <a:extLst>
              <a:ext uri="{FF2B5EF4-FFF2-40B4-BE49-F238E27FC236}">
                <a16:creationId xmlns:a16="http://schemas.microsoft.com/office/drawing/2014/main" id="{D49CDC1A-22FC-41E9-92BD-989C646EC21D}"/>
              </a:ext>
            </a:extLst>
          </p:cNvPr>
          <p:cNvSpPr>
            <a:spLocks noGrp="1"/>
          </p:cNvSpPr>
          <p:nvPr/>
        </p:nvSpPr>
        <p:spPr>
          <a:xfrm>
            <a:off x="1368284" y="688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1" name="data_6792">
            <a:extLst>
              <a:ext uri="{FF2B5EF4-FFF2-40B4-BE49-F238E27FC236}">
                <a16:creationId xmlns:a16="http://schemas.microsoft.com/office/drawing/2014/main" id="{A1920991-AF37-4EB4-B6D0-31038AAA110F}"/>
              </a:ext>
            </a:extLst>
          </p:cNvPr>
          <p:cNvSpPr>
            <a:spLocks noGrp="1"/>
          </p:cNvSpPr>
          <p:nvPr/>
        </p:nvSpPr>
        <p:spPr>
          <a:xfrm>
            <a:off x="1465653" y="6863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2" name="data_6793">
            <a:extLst>
              <a:ext uri="{FF2B5EF4-FFF2-40B4-BE49-F238E27FC236}">
                <a16:creationId xmlns:a16="http://schemas.microsoft.com/office/drawing/2014/main" id="{C6D74296-6398-4C45-A6C7-DEF36F7B01D8}"/>
              </a:ext>
            </a:extLst>
          </p:cNvPr>
          <p:cNvSpPr>
            <a:spLocks noGrp="1"/>
          </p:cNvSpPr>
          <p:nvPr/>
        </p:nvSpPr>
        <p:spPr>
          <a:xfrm>
            <a:off x="1360996" y="68505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3" name="data_6794">
            <a:extLst>
              <a:ext uri="{FF2B5EF4-FFF2-40B4-BE49-F238E27FC236}">
                <a16:creationId xmlns:a16="http://schemas.microsoft.com/office/drawing/2014/main" id="{96A1C5A1-9475-4910-8A6F-C37101CF4DB2}"/>
              </a:ext>
            </a:extLst>
          </p:cNvPr>
          <p:cNvSpPr>
            <a:spLocks noGrp="1"/>
          </p:cNvSpPr>
          <p:nvPr/>
        </p:nvSpPr>
        <p:spPr>
          <a:xfrm>
            <a:off x="1421516" y="6907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4" name="data_6795">
            <a:extLst>
              <a:ext uri="{FF2B5EF4-FFF2-40B4-BE49-F238E27FC236}">
                <a16:creationId xmlns:a16="http://schemas.microsoft.com/office/drawing/2014/main" id="{5F5EF8E7-ACFA-49FD-BF1E-D7612A7C153D}"/>
              </a:ext>
            </a:extLst>
          </p:cNvPr>
          <p:cNvSpPr>
            <a:spLocks noGrp="1"/>
          </p:cNvSpPr>
          <p:nvPr/>
        </p:nvSpPr>
        <p:spPr>
          <a:xfrm>
            <a:off x="1314978" y="68444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5" name="data_6796">
            <a:extLst>
              <a:ext uri="{FF2B5EF4-FFF2-40B4-BE49-F238E27FC236}">
                <a16:creationId xmlns:a16="http://schemas.microsoft.com/office/drawing/2014/main" id="{A897FF7E-EEDF-4215-84FE-6BE885F80F5C}"/>
              </a:ext>
            </a:extLst>
          </p:cNvPr>
          <p:cNvSpPr>
            <a:spLocks noGrp="1"/>
          </p:cNvSpPr>
          <p:nvPr/>
        </p:nvSpPr>
        <p:spPr>
          <a:xfrm>
            <a:off x="1394427" y="68104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6" name="data_6797">
            <a:extLst>
              <a:ext uri="{FF2B5EF4-FFF2-40B4-BE49-F238E27FC236}">
                <a16:creationId xmlns:a16="http://schemas.microsoft.com/office/drawing/2014/main" id="{A054F0C8-AEDA-40BD-85EC-4CF7B5F61A90}"/>
              </a:ext>
            </a:extLst>
          </p:cNvPr>
          <p:cNvSpPr>
            <a:spLocks noGrp="1"/>
          </p:cNvSpPr>
          <p:nvPr/>
        </p:nvSpPr>
        <p:spPr>
          <a:xfrm>
            <a:off x="1477675" y="68835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7" name="data_6798">
            <a:extLst>
              <a:ext uri="{FF2B5EF4-FFF2-40B4-BE49-F238E27FC236}">
                <a16:creationId xmlns:a16="http://schemas.microsoft.com/office/drawing/2014/main" id="{ECDC4AAA-9AB5-4A60-8E85-3B70B3F74C77}"/>
              </a:ext>
            </a:extLst>
          </p:cNvPr>
          <p:cNvSpPr>
            <a:spLocks noGrp="1"/>
          </p:cNvSpPr>
          <p:nvPr/>
        </p:nvSpPr>
        <p:spPr>
          <a:xfrm>
            <a:off x="133940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8" name="data_6799">
            <a:extLst>
              <a:ext uri="{FF2B5EF4-FFF2-40B4-BE49-F238E27FC236}">
                <a16:creationId xmlns:a16="http://schemas.microsoft.com/office/drawing/2014/main" id="{65E8C7E6-8015-4B47-A9D2-35935F479A4E}"/>
              </a:ext>
            </a:extLst>
          </p:cNvPr>
          <p:cNvSpPr>
            <a:spLocks noGrp="1"/>
          </p:cNvSpPr>
          <p:nvPr/>
        </p:nvSpPr>
        <p:spPr>
          <a:xfrm>
            <a:off x="1310582" y="6908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9" name="data_6800">
            <a:extLst>
              <a:ext uri="{FF2B5EF4-FFF2-40B4-BE49-F238E27FC236}">
                <a16:creationId xmlns:a16="http://schemas.microsoft.com/office/drawing/2014/main" id="{B9B48BCC-8F38-43DB-A4C2-C6F9A236F9A6}"/>
              </a:ext>
            </a:extLst>
          </p:cNvPr>
          <p:cNvSpPr>
            <a:spLocks noGrp="1"/>
          </p:cNvSpPr>
          <p:nvPr/>
        </p:nvSpPr>
        <p:spPr>
          <a:xfrm>
            <a:off x="1409097" y="6112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0" name="data_6801">
            <a:extLst>
              <a:ext uri="{FF2B5EF4-FFF2-40B4-BE49-F238E27FC236}">
                <a16:creationId xmlns:a16="http://schemas.microsoft.com/office/drawing/2014/main" id="{FE4F0410-5ECC-40C4-A33C-642E0A31B95A}"/>
              </a:ext>
            </a:extLst>
          </p:cNvPr>
          <p:cNvSpPr>
            <a:spLocks noGrp="1"/>
          </p:cNvSpPr>
          <p:nvPr/>
        </p:nvSpPr>
        <p:spPr>
          <a:xfrm>
            <a:off x="1449918" y="69046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1" name="data_6802">
            <a:extLst>
              <a:ext uri="{FF2B5EF4-FFF2-40B4-BE49-F238E27FC236}">
                <a16:creationId xmlns:a16="http://schemas.microsoft.com/office/drawing/2014/main" id="{98FE2CFF-CAB7-482E-998C-921AC10834A9}"/>
              </a:ext>
            </a:extLst>
          </p:cNvPr>
          <p:cNvSpPr>
            <a:spLocks noGrp="1"/>
          </p:cNvSpPr>
          <p:nvPr/>
        </p:nvSpPr>
        <p:spPr>
          <a:xfrm>
            <a:off x="1364412" y="68748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2" name="data_6803">
            <a:extLst>
              <a:ext uri="{FF2B5EF4-FFF2-40B4-BE49-F238E27FC236}">
                <a16:creationId xmlns:a16="http://schemas.microsoft.com/office/drawing/2014/main" id="{999B2A1D-339F-4AA9-8C14-E9355D603799}"/>
              </a:ext>
            </a:extLst>
          </p:cNvPr>
          <p:cNvSpPr>
            <a:spLocks noGrp="1"/>
          </p:cNvSpPr>
          <p:nvPr/>
        </p:nvSpPr>
        <p:spPr>
          <a:xfrm>
            <a:off x="1323042" y="6869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3" name="data_6804">
            <a:extLst>
              <a:ext uri="{FF2B5EF4-FFF2-40B4-BE49-F238E27FC236}">
                <a16:creationId xmlns:a16="http://schemas.microsoft.com/office/drawing/2014/main" id="{8FE4C71E-9A96-4768-8174-AF1C1AE2194D}"/>
              </a:ext>
            </a:extLst>
          </p:cNvPr>
          <p:cNvSpPr>
            <a:spLocks noGrp="1"/>
          </p:cNvSpPr>
          <p:nvPr/>
        </p:nvSpPr>
        <p:spPr>
          <a:xfrm>
            <a:off x="140994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4" name="data_6805">
            <a:extLst>
              <a:ext uri="{FF2B5EF4-FFF2-40B4-BE49-F238E27FC236}">
                <a16:creationId xmlns:a16="http://schemas.microsoft.com/office/drawing/2014/main" id="{E82D5341-8A04-44DF-A5BD-E134597EB3CF}"/>
              </a:ext>
            </a:extLst>
          </p:cNvPr>
          <p:cNvSpPr>
            <a:spLocks noGrp="1"/>
          </p:cNvSpPr>
          <p:nvPr/>
        </p:nvSpPr>
        <p:spPr>
          <a:xfrm>
            <a:off x="14500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5" name="data_6806">
            <a:extLst>
              <a:ext uri="{FF2B5EF4-FFF2-40B4-BE49-F238E27FC236}">
                <a16:creationId xmlns:a16="http://schemas.microsoft.com/office/drawing/2014/main" id="{3ACDFA1D-406A-433E-B0E2-7DC72E20F8AE}"/>
              </a:ext>
            </a:extLst>
          </p:cNvPr>
          <p:cNvSpPr>
            <a:spLocks noGrp="1"/>
          </p:cNvSpPr>
          <p:nvPr/>
        </p:nvSpPr>
        <p:spPr>
          <a:xfrm>
            <a:off x="1476377" y="68720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6" name="data_6807">
            <a:extLst>
              <a:ext uri="{FF2B5EF4-FFF2-40B4-BE49-F238E27FC236}">
                <a16:creationId xmlns:a16="http://schemas.microsoft.com/office/drawing/2014/main" id="{864D7F62-A578-4639-903E-A98B3EC2D448}"/>
              </a:ext>
            </a:extLst>
          </p:cNvPr>
          <p:cNvSpPr>
            <a:spLocks noGrp="1"/>
          </p:cNvSpPr>
          <p:nvPr/>
        </p:nvSpPr>
        <p:spPr>
          <a:xfrm>
            <a:off x="1464404" y="68518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7" name="data_6808">
            <a:extLst>
              <a:ext uri="{FF2B5EF4-FFF2-40B4-BE49-F238E27FC236}">
                <a16:creationId xmlns:a16="http://schemas.microsoft.com/office/drawing/2014/main" id="{2AA9FB8D-D4BF-414F-8397-4CE28730CEFC}"/>
              </a:ext>
            </a:extLst>
          </p:cNvPr>
          <p:cNvSpPr>
            <a:spLocks noGrp="1"/>
          </p:cNvSpPr>
          <p:nvPr/>
        </p:nvSpPr>
        <p:spPr>
          <a:xfrm>
            <a:off x="1407120" y="6895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8" name="data_6809">
            <a:extLst>
              <a:ext uri="{FF2B5EF4-FFF2-40B4-BE49-F238E27FC236}">
                <a16:creationId xmlns:a16="http://schemas.microsoft.com/office/drawing/2014/main" id="{2B0982B1-0D0B-4FFD-9606-50BA84E4AACE}"/>
              </a:ext>
            </a:extLst>
          </p:cNvPr>
          <p:cNvSpPr>
            <a:spLocks noGrp="1"/>
          </p:cNvSpPr>
          <p:nvPr/>
        </p:nvSpPr>
        <p:spPr>
          <a:xfrm>
            <a:off x="1347350" y="69019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9" name="data_6810">
            <a:extLst>
              <a:ext uri="{FF2B5EF4-FFF2-40B4-BE49-F238E27FC236}">
                <a16:creationId xmlns:a16="http://schemas.microsoft.com/office/drawing/2014/main" id="{B13891BE-DFA7-42F1-B7CD-72EF9FC28CF5}"/>
              </a:ext>
            </a:extLst>
          </p:cNvPr>
          <p:cNvSpPr>
            <a:spLocks noGrp="1"/>
          </p:cNvSpPr>
          <p:nvPr/>
        </p:nvSpPr>
        <p:spPr>
          <a:xfrm>
            <a:off x="1362872" y="6809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0" name="data_6811">
            <a:extLst>
              <a:ext uri="{FF2B5EF4-FFF2-40B4-BE49-F238E27FC236}">
                <a16:creationId xmlns:a16="http://schemas.microsoft.com/office/drawing/2014/main" id="{045DF52E-E614-4E68-A3B3-8BCE396BA1D4}"/>
              </a:ext>
            </a:extLst>
          </p:cNvPr>
          <p:cNvSpPr>
            <a:spLocks noGrp="1"/>
          </p:cNvSpPr>
          <p:nvPr/>
        </p:nvSpPr>
        <p:spPr>
          <a:xfrm>
            <a:off x="1654909" y="54599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1" name="data_6812">
            <a:extLst>
              <a:ext uri="{FF2B5EF4-FFF2-40B4-BE49-F238E27FC236}">
                <a16:creationId xmlns:a16="http://schemas.microsoft.com/office/drawing/2014/main" id="{96BEDACE-9786-423E-94DA-01F7E25A6637}"/>
              </a:ext>
            </a:extLst>
          </p:cNvPr>
          <p:cNvSpPr>
            <a:spLocks noGrp="1"/>
          </p:cNvSpPr>
          <p:nvPr/>
        </p:nvSpPr>
        <p:spPr>
          <a:xfrm>
            <a:off x="1765782" y="56485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2" name="data_6813">
            <a:extLst>
              <a:ext uri="{FF2B5EF4-FFF2-40B4-BE49-F238E27FC236}">
                <a16:creationId xmlns:a16="http://schemas.microsoft.com/office/drawing/2014/main" id="{770EF8E3-D187-4FB5-BDDD-C2A6F80ED5F8}"/>
              </a:ext>
            </a:extLst>
          </p:cNvPr>
          <p:cNvSpPr>
            <a:spLocks noGrp="1"/>
          </p:cNvSpPr>
          <p:nvPr/>
        </p:nvSpPr>
        <p:spPr>
          <a:xfrm>
            <a:off x="1760841" y="53380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3" name="data_6814">
            <a:extLst>
              <a:ext uri="{FF2B5EF4-FFF2-40B4-BE49-F238E27FC236}">
                <a16:creationId xmlns:a16="http://schemas.microsoft.com/office/drawing/2014/main" id="{E08A46CB-3041-4BE2-BF96-6D975F88BFEA}"/>
              </a:ext>
            </a:extLst>
          </p:cNvPr>
          <p:cNvSpPr>
            <a:spLocks noGrp="1"/>
          </p:cNvSpPr>
          <p:nvPr/>
        </p:nvSpPr>
        <p:spPr>
          <a:xfrm>
            <a:off x="1698316" y="53769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4" name="data_6815">
            <a:extLst>
              <a:ext uri="{FF2B5EF4-FFF2-40B4-BE49-F238E27FC236}">
                <a16:creationId xmlns:a16="http://schemas.microsoft.com/office/drawing/2014/main" id="{169E19BB-8369-4BDA-9D63-D8BB582767F8}"/>
              </a:ext>
            </a:extLst>
          </p:cNvPr>
          <p:cNvSpPr>
            <a:spLocks noGrp="1"/>
          </p:cNvSpPr>
          <p:nvPr/>
        </p:nvSpPr>
        <p:spPr>
          <a:xfrm>
            <a:off x="1729501" y="5280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5" name="data_6816">
            <a:extLst>
              <a:ext uri="{FF2B5EF4-FFF2-40B4-BE49-F238E27FC236}">
                <a16:creationId xmlns:a16="http://schemas.microsoft.com/office/drawing/2014/main" id="{718C9DD7-5FC8-4996-BE1A-95C78F534005}"/>
              </a:ext>
            </a:extLst>
          </p:cNvPr>
          <p:cNvSpPr>
            <a:spLocks noGrp="1"/>
          </p:cNvSpPr>
          <p:nvPr/>
        </p:nvSpPr>
        <p:spPr>
          <a:xfrm>
            <a:off x="1595505" y="6077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6" name="data_6817">
            <a:extLst>
              <a:ext uri="{FF2B5EF4-FFF2-40B4-BE49-F238E27FC236}">
                <a16:creationId xmlns:a16="http://schemas.microsoft.com/office/drawing/2014/main" id="{2FC45C8D-0263-489A-A137-8B92A072BA31}"/>
              </a:ext>
            </a:extLst>
          </p:cNvPr>
          <p:cNvSpPr>
            <a:spLocks noGrp="1"/>
          </p:cNvSpPr>
          <p:nvPr/>
        </p:nvSpPr>
        <p:spPr>
          <a:xfrm>
            <a:off x="1641178" y="58277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7" name="data_6818">
            <a:extLst>
              <a:ext uri="{FF2B5EF4-FFF2-40B4-BE49-F238E27FC236}">
                <a16:creationId xmlns:a16="http://schemas.microsoft.com/office/drawing/2014/main" id="{807D1BC1-D9FE-47EF-9C02-421AE9A9F680}"/>
              </a:ext>
            </a:extLst>
          </p:cNvPr>
          <p:cNvSpPr>
            <a:spLocks noGrp="1"/>
          </p:cNvSpPr>
          <p:nvPr/>
        </p:nvSpPr>
        <p:spPr>
          <a:xfrm>
            <a:off x="1627348" y="59320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8" name="data_6819">
            <a:extLst>
              <a:ext uri="{FF2B5EF4-FFF2-40B4-BE49-F238E27FC236}">
                <a16:creationId xmlns:a16="http://schemas.microsoft.com/office/drawing/2014/main" id="{1F0570FF-38A9-4D8F-B8BF-ED680D1C83A2}"/>
              </a:ext>
            </a:extLst>
          </p:cNvPr>
          <p:cNvSpPr>
            <a:spLocks noGrp="1"/>
          </p:cNvSpPr>
          <p:nvPr/>
        </p:nvSpPr>
        <p:spPr>
          <a:xfrm>
            <a:off x="1648379" y="55092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9" name="data_6820">
            <a:extLst>
              <a:ext uri="{FF2B5EF4-FFF2-40B4-BE49-F238E27FC236}">
                <a16:creationId xmlns:a16="http://schemas.microsoft.com/office/drawing/2014/main" id="{DB0AC8BE-C609-4515-A22E-DF8CB3397E04}"/>
              </a:ext>
            </a:extLst>
          </p:cNvPr>
          <p:cNvSpPr>
            <a:spLocks noGrp="1"/>
          </p:cNvSpPr>
          <p:nvPr/>
        </p:nvSpPr>
        <p:spPr>
          <a:xfrm>
            <a:off x="1597236" y="54478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0" name="data_6821">
            <a:extLst>
              <a:ext uri="{FF2B5EF4-FFF2-40B4-BE49-F238E27FC236}">
                <a16:creationId xmlns:a16="http://schemas.microsoft.com/office/drawing/2014/main" id="{AAAF16BA-F0BB-4951-86DD-E16E33C3A856}"/>
              </a:ext>
            </a:extLst>
          </p:cNvPr>
          <p:cNvSpPr>
            <a:spLocks noGrp="1"/>
          </p:cNvSpPr>
          <p:nvPr/>
        </p:nvSpPr>
        <p:spPr>
          <a:xfrm>
            <a:off x="1743317" y="5962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1" name="data_6822">
            <a:extLst>
              <a:ext uri="{FF2B5EF4-FFF2-40B4-BE49-F238E27FC236}">
                <a16:creationId xmlns:a16="http://schemas.microsoft.com/office/drawing/2014/main" id="{467E010C-60E6-4A7C-9B58-3B28B4EA2C08}"/>
              </a:ext>
            </a:extLst>
          </p:cNvPr>
          <p:cNvSpPr>
            <a:spLocks noGrp="1"/>
          </p:cNvSpPr>
          <p:nvPr/>
        </p:nvSpPr>
        <p:spPr>
          <a:xfrm>
            <a:off x="1666259" y="58439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2" name="data_6823">
            <a:extLst>
              <a:ext uri="{FF2B5EF4-FFF2-40B4-BE49-F238E27FC236}">
                <a16:creationId xmlns:a16="http://schemas.microsoft.com/office/drawing/2014/main" id="{DB876064-A049-45E7-98C8-41C7BD05274F}"/>
              </a:ext>
            </a:extLst>
          </p:cNvPr>
          <p:cNvSpPr>
            <a:spLocks noGrp="1"/>
          </p:cNvSpPr>
          <p:nvPr/>
        </p:nvSpPr>
        <p:spPr>
          <a:xfrm>
            <a:off x="1707883" y="64606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3" name="data_6824">
            <a:extLst>
              <a:ext uri="{FF2B5EF4-FFF2-40B4-BE49-F238E27FC236}">
                <a16:creationId xmlns:a16="http://schemas.microsoft.com/office/drawing/2014/main" id="{2D099DCE-BE5D-4FE9-96EC-F60EB6C602ED}"/>
              </a:ext>
            </a:extLst>
          </p:cNvPr>
          <p:cNvSpPr>
            <a:spLocks noGrp="1"/>
          </p:cNvSpPr>
          <p:nvPr/>
        </p:nvSpPr>
        <p:spPr>
          <a:xfrm>
            <a:off x="1622205" y="60552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4" name="data_6825">
            <a:extLst>
              <a:ext uri="{FF2B5EF4-FFF2-40B4-BE49-F238E27FC236}">
                <a16:creationId xmlns:a16="http://schemas.microsoft.com/office/drawing/2014/main" id="{6E12BE5A-05B8-41E6-8E98-C07C298CADB0}"/>
              </a:ext>
            </a:extLst>
          </p:cNvPr>
          <p:cNvSpPr>
            <a:spLocks noGrp="1"/>
          </p:cNvSpPr>
          <p:nvPr/>
        </p:nvSpPr>
        <p:spPr>
          <a:xfrm>
            <a:off x="1670517" y="5355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5" name="data_6826">
            <a:extLst>
              <a:ext uri="{FF2B5EF4-FFF2-40B4-BE49-F238E27FC236}">
                <a16:creationId xmlns:a16="http://schemas.microsoft.com/office/drawing/2014/main" id="{FD3A35BB-2E56-433B-9123-F135A094D819}"/>
              </a:ext>
            </a:extLst>
          </p:cNvPr>
          <p:cNvSpPr>
            <a:spLocks noGrp="1"/>
          </p:cNvSpPr>
          <p:nvPr/>
        </p:nvSpPr>
        <p:spPr>
          <a:xfrm>
            <a:off x="164433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6" name="data_6827">
            <a:extLst>
              <a:ext uri="{FF2B5EF4-FFF2-40B4-BE49-F238E27FC236}">
                <a16:creationId xmlns:a16="http://schemas.microsoft.com/office/drawing/2014/main" id="{C4859AFE-0B90-4C04-B9CD-B29DDCE91D17}"/>
              </a:ext>
            </a:extLst>
          </p:cNvPr>
          <p:cNvSpPr>
            <a:spLocks noGrp="1"/>
          </p:cNvSpPr>
          <p:nvPr/>
        </p:nvSpPr>
        <p:spPr>
          <a:xfrm>
            <a:off x="1613663" y="53442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7" name="data_6828">
            <a:extLst>
              <a:ext uri="{FF2B5EF4-FFF2-40B4-BE49-F238E27FC236}">
                <a16:creationId xmlns:a16="http://schemas.microsoft.com/office/drawing/2014/main" id="{5F5341B1-1B8B-4036-81FE-B7E6E3562AA0}"/>
              </a:ext>
            </a:extLst>
          </p:cNvPr>
          <p:cNvSpPr>
            <a:spLocks noGrp="1"/>
          </p:cNvSpPr>
          <p:nvPr/>
        </p:nvSpPr>
        <p:spPr>
          <a:xfrm>
            <a:off x="1608564" y="5285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8" name="data_6829">
            <a:extLst>
              <a:ext uri="{FF2B5EF4-FFF2-40B4-BE49-F238E27FC236}">
                <a16:creationId xmlns:a16="http://schemas.microsoft.com/office/drawing/2014/main" id="{02D6DAB3-CC99-49BE-8CEA-8270823DD997}"/>
              </a:ext>
            </a:extLst>
          </p:cNvPr>
          <p:cNvSpPr>
            <a:spLocks noGrp="1"/>
          </p:cNvSpPr>
          <p:nvPr/>
        </p:nvSpPr>
        <p:spPr>
          <a:xfrm>
            <a:off x="1743024" y="59385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9" name="data_6830">
            <a:extLst>
              <a:ext uri="{FF2B5EF4-FFF2-40B4-BE49-F238E27FC236}">
                <a16:creationId xmlns:a16="http://schemas.microsoft.com/office/drawing/2014/main" id="{60B9947A-01FE-4820-97AB-B479815A9C4E}"/>
              </a:ext>
            </a:extLst>
          </p:cNvPr>
          <p:cNvSpPr>
            <a:spLocks noGrp="1"/>
          </p:cNvSpPr>
          <p:nvPr/>
        </p:nvSpPr>
        <p:spPr>
          <a:xfrm>
            <a:off x="168440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0" name="data_6831">
            <a:extLst>
              <a:ext uri="{FF2B5EF4-FFF2-40B4-BE49-F238E27FC236}">
                <a16:creationId xmlns:a16="http://schemas.microsoft.com/office/drawing/2014/main" id="{69DAFDCB-DE05-4624-A910-527E5B0B7C51}"/>
              </a:ext>
            </a:extLst>
          </p:cNvPr>
          <p:cNvSpPr>
            <a:spLocks noGrp="1"/>
          </p:cNvSpPr>
          <p:nvPr/>
        </p:nvSpPr>
        <p:spPr>
          <a:xfrm>
            <a:off x="1650124" y="6059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1" name="data_6832">
            <a:extLst>
              <a:ext uri="{FF2B5EF4-FFF2-40B4-BE49-F238E27FC236}">
                <a16:creationId xmlns:a16="http://schemas.microsoft.com/office/drawing/2014/main" id="{AF7F1E97-694C-4137-8843-580518D7B2CA}"/>
              </a:ext>
            </a:extLst>
          </p:cNvPr>
          <p:cNvSpPr>
            <a:spLocks noGrp="1"/>
          </p:cNvSpPr>
          <p:nvPr/>
        </p:nvSpPr>
        <p:spPr>
          <a:xfrm>
            <a:off x="174252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2" name="data_6833">
            <a:extLst>
              <a:ext uri="{FF2B5EF4-FFF2-40B4-BE49-F238E27FC236}">
                <a16:creationId xmlns:a16="http://schemas.microsoft.com/office/drawing/2014/main" id="{0EF744E5-5CF1-4791-8227-04DD65AA4208}"/>
              </a:ext>
            </a:extLst>
          </p:cNvPr>
          <p:cNvSpPr>
            <a:spLocks noGrp="1"/>
          </p:cNvSpPr>
          <p:nvPr/>
        </p:nvSpPr>
        <p:spPr>
          <a:xfrm>
            <a:off x="1619419" y="5302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3" name="data_6834">
            <a:extLst>
              <a:ext uri="{FF2B5EF4-FFF2-40B4-BE49-F238E27FC236}">
                <a16:creationId xmlns:a16="http://schemas.microsoft.com/office/drawing/2014/main" id="{AC14782D-FAD0-4DBB-98CF-D55B4498DD0C}"/>
              </a:ext>
            </a:extLst>
          </p:cNvPr>
          <p:cNvSpPr>
            <a:spLocks noGrp="1"/>
          </p:cNvSpPr>
          <p:nvPr/>
        </p:nvSpPr>
        <p:spPr>
          <a:xfrm>
            <a:off x="1603527" y="54451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4" name="data_6835">
            <a:extLst>
              <a:ext uri="{FF2B5EF4-FFF2-40B4-BE49-F238E27FC236}">
                <a16:creationId xmlns:a16="http://schemas.microsoft.com/office/drawing/2014/main" id="{DAD8867D-2877-4785-8B75-E63F0C50BECB}"/>
              </a:ext>
            </a:extLst>
          </p:cNvPr>
          <p:cNvSpPr>
            <a:spLocks noGrp="1"/>
          </p:cNvSpPr>
          <p:nvPr/>
        </p:nvSpPr>
        <p:spPr>
          <a:xfrm>
            <a:off x="1652959" y="55912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5" name="data_6836">
            <a:extLst>
              <a:ext uri="{FF2B5EF4-FFF2-40B4-BE49-F238E27FC236}">
                <a16:creationId xmlns:a16="http://schemas.microsoft.com/office/drawing/2014/main" id="{63A3567D-1512-4DB8-A95C-8030BCDCF0BE}"/>
              </a:ext>
            </a:extLst>
          </p:cNvPr>
          <p:cNvSpPr>
            <a:spLocks noGrp="1"/>
          </p:cNvSpPr>
          <p:nvPr/>
        </p:nvSpPr>
        <p:spPr>
          <a:xfrm>
            <a:off x="1613296" y="61355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6" name="data_6837">
            <a:extLst>
              <a:ext uri="{FF2B5EF4-FFF2-40B4-BE49-F238E27FC236}">
                <a16:creationId xmlns:a16="http://schemas.microsoft.com/office/drawing/2014/main" id="{7CB38C23-7645-4A71-94E0-D4180CDFE275}"/>
              </a:ext>
            </a:extLst>
          </p:cNvPr>
          <p:cNvSpPr>
            <a:spLocks noGrp="1"/>
          </p:cNvSpPr>
          <p:nvPr/>
        </p:nvSpPr>
        <p:spPr>
          <a:xfrm>
            <a:off x="1709440" y="6767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7" name="data_6838">
            <a:extLst>
              <a:ext uri="{FF2B5EF4-FFF2-40B4-BE49-F238E27FC236}">
                <a16:creationId xmlns:a16="http://schemas.microsoft.com/office/drawing/2014/main" id="{3DAB363B-46E6-409F-ACE6-FEA463E003D4}"/>
              </a:ext>
            </a:extLst>
          </p:cNvPr>
          <p:cNvSpPr>
            <a:spLocks noGrp="1"/>
          </p:cNvSpPr>
          <p:nvPr/>
        </p:nvSpPr>
        <p:spPr>
          <a:xfrm>
            <a:off x="1602847" y="5473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8" name="data_6839">
            <a:extLst>
              <a:ext uri="{FF2B5EF4-FFF2-40B4-BE49-F238E27FC236}">
                <a16:creationId xmlns:a16="http://schemas.microsoft.com/office/drawing/2014/main" id="{DDC8BA90-13EE-48F5-BFB4-09F60D26B3DF}"/>
              </a:ext>
            </a:extLst>
          </p:cNvPr>
          <p:cNvSpPr>
            <a:spLocks noGrp="1"/>
          </p:cNvSpPr>
          <p:nvPr/>
        </p:nvSpPr>
        <p:spPr>
          <a:xfrm>
            <a:off x="166135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9" name="data_6840">
            <a:extLst>
              <a:ext uri="{FF2B5EF4-FFF2-40B4-BE49-F238E27FC236}">
                <a16:creationId xmlns:a16="http://schemas.microsoft.com/office/drawing/2014/main" id="{B3922CD6-BE73-4CD0-A657-E49B2C98E13E}"/>
              </a:ext>
            </a:extLst>
          </p:cNvPr>
          <p:cNvSpPr>
            <a:spLocks noGrp="1"/>
          </p:cNvSpPr>
          <p:nvPr/>
        </p:nvSpPr>
        <p:spPr>
          <a:xfrm>
            <a:off x="1669432" y="6004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0" name="data_6841">
            <a:extLst>
              <a:ext uri="{FF2B5EF4-FFF2-40B4-BE49-F238E27FC236}">
                <a16:creationId xmlns:a16="http://schemas.microsoft.com/office/drawing/2014/main" id="{22C2E8B8-476E-4E27-927D-8AC7FDE26D96}"/>
              </a:ext>
            </a:extLst>
          </p:cNvPr>
          <p:cNvSpPr>
            <a:spLocks noGrp="1"/>
          </p:cNvSpPr>
          <p:nvPr/>
        </p:nvSpPr>
        <p:spPr>
          <a:xfrm>
            <a:off x="1735189" y="6847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1" name="data_6842">
            <a:extLst>
              <a:ext uri="{FF2B5EF4-FFF2-40B4-BE49-F238E27FC236}">
                <a16:creationId xmlns:a16="http://schemas.microsoft.com/office/drawing/2014/main" id="{70A999F9-826B-4A0E-9BD4-42078082BE45}"/>
              </a:ext>
            </a:extLst>
          </p:cNvPr>
          <p:cNvSpPr>
            <a:spLocks noGrp="1"/>
          </p:cNvSpPr>
          <p:nvPr/>
        </p:nvSpPr>
        <p:spPr>
          <a:xfrm>
            <a:off x="1693761" y="52363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2" name="data_6843">
            <a:extLst>
              <a:ext uri="{FF2B5EF4-FFF2-40B4-BE49-F238E27FC236}">
                <a16:creationId xmlns:a16="http://schemas.microsoft.com/office/drawing/2014/main" id="{20F0FFD0-F690-4557-A420-531FF9FED50A}"/>
              </a:ext>
            </a:extLst>
          </p:cNvPr>
          <p:cNvSpPr>
            <a:spLocks noGrp="1"/>
          </p:cNvSpPr>
          <p:nvPr/>
        </p:nvSpPr>
        <p:spPr>
          <a:xfrm>
            <a:off x="1641121" y="545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3" name="data_6844">
            <a:extLst>
              <a:ext uri="{FF2B5EF4-FFF2-40B4-BE49-F238E27FC236}">
                <a16:creationId xmlns:a16="http://schemas.microsoft.com/office/drawing/2014/main" id="{1A857FD5-F61D-4809-9AA3-D5963DA73C8E}"/>
              </a:ext>
            </a:extLst>
          </p:cNvPr>
          <p:cNvSpPr>
            <a:spLocks noGrp="1"/>
          </p:cNvSpPr>
          <p:nvPr/>
        </p:nvSpPr>
        <p:spPr>
          <a:xfrm>
            <a:off x="1596063" y="53876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4" name="data_6845">
            <a:extLst>
              <a:ext uri="{FF2B5EF4-FFF2-40B4-BE49-F238E27FC236}">
                <a16:creationId xmlns:a16="http://schemas.microsoft.com/office/drawing/2014/main" id="{F5324CA2-402D-4120-8FC2-53AA0FC6BA4C}"/>
              </a:ext>
            </a:extLst>
          </p:cNvPr>
          <p:cNvSpPr>
            <a:spLocks noGrp="1"/>
          </p:cNvSpPr>
          <p:nvPr/>
        </p:nvSpPr>
        <p:spPr>
          <a:xfrm>
            <a:off x="1590278" y="65921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5" name="data_6846">
            <a:extLst>
              <a:ext uri="{FF2B5EF4-FFF2-40B4-BE49-F238E27FC236}">
                <a16:creationId xmlns:a16="http://schemas.microsoft.com/office/drawing/2014/main" id="{38B37A77-01C4-45E0-9BD9-6C4C86F0BAC4}"/>
              </a:ext>
            </a:extLst>
          </p:cNvPr>
          <p:cNvSpPr>
            <a:spLocks noGrp="1"/>
          </p:cNvSpPr>
          <p:nvPr/>
        </p:nvSpPr>
        <p:spPr>
          <a:xfrm>
            <a:off x="161611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6" name="data_6847">
            <a:extLst>
              <a:ext uri="{FF2B5EF4-FFF2-40B4-BE49-F238E27FC236}">
                <a16:creationId xmlns:a16="http://schemas.microsoft.com/office/drawing/2014/main" id="{7C28EDDA-59C1-4A22-B335-758B96DDF910}"/>
              </a:ext>
            </a:extLst>
          </p:cNvPr>
          <p:cNvSpPr>
            <a:spLocks noGrp="1"/>
          </p:cNvSpPr>
          <p:nvPr/>
        </p:nvSpPr>
        <p:spPr>
          <a:xfrm>
            <a:off x="1635994" y="53422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7" name="data_6848">
            <a:extLst>
              <a:ext uri="{FF2B5EF4-FFF2-40B4-BE49-F238E27FC236}">
                <a16:creationId xmlns:a16="http://schemas.microsoft.com/office/drawing/2014/main" id="{1AB0B561-C8B7-4DA9-8F24-39338BFE913C}"/>
              </a:ext>
            </a:extLst>
          </p:cNvPr>
          <p:cNvSpPr>
            <a:spLocks noGrp="1"/>
          </p:cNvSpPr>
          <p:nvPr/>
        </p:nvSpPr>
        <p:spPr>
          <a:xfrm>
            <a:off x="1745059" y="61777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8" name="data_6849">
            <a:extLst>
              <a:ext uri="{FF2B5EF4-FFF2-40B4-BE49-F238E27FC236}">
                <a16:creationId xmlns:a16="http://schemas.microsoft.com/office/drawing/2014/main" id="{F3127294-A8E8-48C2-B668-574926EFE2E2}"/>
              </a:ext>
            </a:extLst>
          </p:cNvPr>
          <p:cNvSpPr>
            <a:spLocks noGrp="1"/>
          </p:cNvSpPr>
          <p:nvPr/>
        </p:nvSpPr>
        <p:spPr>
          <a:xfrm>
            <a:off x="1617482" y="6085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9" name="data_6850">
            <a:extLst>
              <a:ext uri="{FF2B5EF4-FFF2-40B4-BE49-F238E27FC236}">
                <a16:creationId xmlns:a16="http://schemas.microsoft.com/office/drawing/2014/main" id="{417A6694-A952-4A82-958C-01F45654AB98}"/>
              </a:ext>
            </a:extLst>
          </p:cNvPr>
          <p:cNvSpPr>
            <a:spLocks noGrp="1"/>
          </p:cNvSpPr>
          <p:nvPr/>
        </p:nvSpPr>
        <p:spPr>
          <a:xfrm>
            <a:off x="1702724" y="5936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0" name="data_6851">
            <a:extLst>
              <a:ext uri="{FF2B5EF4-FFF2-40B4-BE49-F238E27FC236}">
                <a16:creationId xmlns:a16="http://schemas.microsoft.com/office/drawing/2014/main" id="{804320D7-6900-4B93-9FDD-FCD328EE1F50}"/>
              </a:ext>
            </a:extLst>
          </p:cNvPr>
          <p:cNvSpPr>
            <a:spLocks noGrp="1"/>
          </p:cNvSpPr>
          <p:nvPr/>
        </p:nvSpPr>
        <p:spPr>
          <a:xfrm>
            <a:off x="1714948" y="6433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1" name="data_6852">
            <a:extLst>
              <a:ext uri="{FF2B5EF4-FFF2-40B4-BE49-F238E27FC236}">
                <a16:creationId xmlns:a16="http://schemas.microsoft.com/office/drawing/2014/main" id="{37107B7C-0396-4DD1-B083-E4B4755A740A}"/>
              </a:ext>
            </a:extLst>
          </p:cNvPr>
          <p:cNvSpPr>
            <a:spLocks noGrp="1"/>
          </p:cNvSpPr>
          <p:nvPr/>
        </p:nvSpPr>
        <p:spPr>
          <a:xfrm>
            <a:off x="1685847" y="55510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2" name="data_6853">
            <a:extLst>
              <a:ext uri="{FF2B5EF4-FFF2-40B4-BE49-F238E27FC236}">
                <a16:creationId xmlns:a16="http://schemas.microsoft.com/office/drawing/2014/main" id="{8176CFE0-5345-4CB0-96C1-9968E645C788}"/>
              </a:ext>
            </a:extLst>
          </p:cNvPr>
          <p:cNvSpPr>
            <a:spLocks noGrp="1"/>
          </p:cNvSpPr>
          <p:nvPr/>
        </p:nvSpPr>
        <p:spPr>
          <a:xfrm>
            <a:off x="1655064" y="5382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3" name="data_6854">
            <a:extLst>
              <a:ext uri="{FF2B5EF4-FFF2-40B4-BE49-F238E27FC236}">
                <a16:creationId xmlns:a16="http://schemas.microsoft.com/office/drawing/2014/main" id="{CE99B5B3-AB2A-4CB9-B0AB-D9B43C640873}"/>
              </a:ext>
            </a:extLst>
          </p:cNvPr>
          <p:cNvSpPr>
            <a:spLocks noGrp="1"/>
          </p:cNvSpPr>
          <p:nvPr/>
        </p:nvSpPr>
        <p:spPr>
          <a:xfrm>
            <a:off x="171344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4" name="data_6855">
            <a:extLst>
              <a:ext uri="{FF2B5EF4-FFF2-40B4-BE49-F238E27FC236}">
                <a16:creationId xmlns:a16="http://schemas.microsoft.com/office/drawing/2014/main" id="{12AF9A81-4161-4B95-A375-3D12DE0098F1}"/>
              </a:ext>
            </a:extLst>
          </p:cNvPr>
          <p:cNvSpPr>
            <a:spLocks noGrp="1"/>
          </p:cNvSpPr>
          <p:nvPr/>
        </p:nvSpPr>
        <p:spPr>
          <a:xfrm>
            <a:off x="1624790" y="54568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5" name="data_6856">
            <a:extLst>
              <a:ext uri="{FF2B5EF4-FFF2-40B4-BE49-F238E27FC236}">
                <a16:creationId xmlns:a16="http://schemas.microsoft.com/office/drawing/2014/main" id="{80250625-5299-46FF-A838-0574210FBF52}"/>
              </a:ext>
            </a:extLst>
          </p:cNvPr>
          <p:cNvSpPr>
            <a:spLocks noGrp="1"/>
          </p:cNvSpPr>
          <p:nvPr/>
        </p:nvSpPr>
        <p:spPr>
          <a:xfrm>
            <a:off x="1593341" y="556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6" name="data_6857">
            <a:extLst>
              <a:ext uri="{FF2B5EF4-FFF2-40B4-BE49-F238E27FC236}">
                <a16:creationId xmlns:a16="http://schemas.microsoft.com/office/drawing/2014/main" id="{07025591-DA89-4150-94FD-2095D12C3586}"/>
              </a:ext>
            </a:extLst>
          </p:cNvPr>
          <p:cNvSpPr>
            <a:spLocks noGrp="1"/>
          </p:cNvSpPr>
          <p:nvPr/>
        </p:nvSpPr>
        <p:spPr>
          <a:xfrm>
            <a:off x="1761758" y="5230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7" name="data_6858">
            <a:extLst>
              <a:ext uri="{FF2B5EF4-FFF2-40B4-BE49-F238E27FC236}">
                <a16:creationId xmlns:a16="http://schemas.microsoft.com/office/drawing/2014/main" id="{2429E7DA-F7F9-4F5D-A5B5-8282E607DBE2}"/>
              </a:ext>
            </a:extLst>
          </p:cNvPr>
          <p:cNvSpPr>
            <a:spLocks noGrp="1"/>
          </p:cNvSpPr>
          <p:nvPr/>
        </p:nvSpPr>
        <p:spPr>
          <a:xfrm>
            <a:off x="1712847" y="63727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8" name="data_6859">
            <a:extLst>
              <a:ext uri="{FF2B5EF4-FFF2-40B4-BE49-F238E27FC236}">
                <a16:creationId xmlns:a16="http://schemas.microsoft.com/office/drawing/2014/main" id="{F440483E-F0AE-4DCC-B21E-105131EF7335}"/>
              </a:ext>
            </a:extLst>
          </p:cNvPr>
          <p:cNvSpPr>
            <a:spLocks noGrp="1"/>
          </p:cNvSpPr>
          <p:nvPr/>
        </p:nvSpPr>
        <p:spPr>
          <a:xfrm>
            <a:off x="1640219" y="52911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9" name="data_6860">
            <a:extLst>
              <a:ext uri="{FF2B5EF4-FFF2-40B4-BE49-F238E27FC236}">
                <a16:creationId xmlns:a16="http://schemas.microsoft.com/office/drawing/2014/main" id="{01A55E59-B14B-4C1F-BBEE-930492D3ACB0}"/>
              </a:ext>
            </a:extLst>
          </p:cNvPr>
          <p:cNvSpPr>
            <a:spLocks noGrp="1"/>
          </p:cNvSpPr>
          <p:nvPr/>
        </p:nvSpPr>
        <p:spPr>
          <a:xfrm>
            <a:off x="161496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0" name="data_6861">
            <a:extLst>
              <a:ext uri="{FF2B5EF4-FFF2-40B4-BE49-F238E27FC236}">
                <a16:creationId xmlns:a16="http://schemas.microsoft.com/office/drawing/2014/main" id="{92713322-29A9-4ADD-A201-83396031D770}"/>
              </a:ext>
            </a:extLst>
          </p:cNvPr>
          <p:cNvSpPr>
            <a:spLocks noGrp="1"/>
          </p:cNvSpPr>
          <p:nvPr/>
        </p:nvSpPr>
        <p:spPr>
          <a:xfrm>
            <a:off x="1746548" y="66235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1" name="data_6862">
            <a:extLst>
              <a:ext uri="{FF2B5EF4-FFF2-40B4-BE49-F238E27FC236}">
                <a16:creationId xmlns:a16="http://schemas.microsoft.com/office/drawing/2014/main" id="{8FCF9417-9585-44F7-89A4-9156218453AF}"/>
              </a:ext>
            </a:extLst>
          </p:cNvPr>
          <p:cNvSpPr>
            <a:spLocks noGrp="1"/>
          </p:cNvSpPr>
          <p:nvPr/>
        </p:nvSpPr>
        <p:spPr>
          <a:xfrm>
            <a:off x="1623032" y="61721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2" name="data_6863">
            <a:extLst>
              <a:ext uri="{FF2B5EF4-FFF2-40B4-BE49-F238E27FC236}">
                <a16:creationId xmlns:a16="http://schemas.microsoft.com/office/drawing/2014/main" id="{DB956614-FC2A-42F8-85D2-160A1078326A}"/>
              </a:ext>
            </a:extLst>
          </p:cNvPr>
          <p:cNvSpPr>
            <a:spLocks noGrp="1"/>
          </p:cNvSpPr>
          <p:nvPr/>
        </p:nvSpPr>
        <p:spPr>
          <a:xfrm>
            <a:off x="1706934" y="62032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3" name="data_6864">
            <a:extLst>
              <a:ext uri="{FF2B5EF4-FFF2-40B4-BE49-F238E27FC236}">
                <a16:creationId xmlns:a16="http://schemas.microsoft.com/office/drawing/2014/main" id="{4DFFFF53-803B-47C9-AE48-0B57CF5E3D71}"/>
              </a:ext>
            </a:extLst>
          </p:cNvPr>
          <p:cNvSpPr>
            <a:spLocks noGrp="1"/>
          </p:cNvSpPr>
          <p:nvPr/>
        </p:nvSpPr>
        <p:spPr>
          <a:xfrm>
            <a:off x="161502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4" name="data_6865">
            <a:extLst>
              <a:ext uri="{FF2B5EF4-FFF2-40B4-BE49-F238E27FC236}">
                <a16:creationId xmlns:a16="http://schemas.microsoft.com/office/drawing/2014/main" id="{7BF5EDD9-934C-482A-A913-4BF7C08ED013}"/>
              </a:ext>
            </a:extLst>
          </p:cNvPr>
          <p:cNvSpPr>
            <a:spLocks noGrp="1"/>
          </p:cNvSpPr>
          <p:nvPr/>
        </p:nvSpPr>
        <p:spPr>
          <a:xfrm>
            <a:off x="1685243" y="53148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5" name="data_6866">
            <a:extLst>
              <a:ext uri="{FF2B5EF4-FFF2-40B4-BE49-F238E27FC236}">
                <a16:creationId xmlns:a16="http://schemas.microsoft.com/office/drawing/2014/main" id="{EBF1B515-BFD2-4208-9FAC-61438606AF1A}"/>
              </a:ext>
            </a:extLst>
          </p:cNvPr>
          <p:cNvSpPr>
            <a:spLocks noGrp="1"/>
          </p:cNvSpPr>
          <p:nvPr/>
        </p:nvSpPr>
        <p:spPr>
          <a:xfrm>
            <a:off x="17559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6" name="data_6867">
            <a:extLst>
              <a:ext uri="{FF2B5EF4-FFF2-40B4-BE49-F238E27FC236}">
                <a16:creationId xmlns:a16="http://schemas.microsoft.com/office/drawing/2014/main" id="{6DE652A4-FD85-4C25-BB0D-A5DD1956277A}"/>
              </a:ext>
            </a:extLst>
          </p:cNvPr>
          <p:cNvSpPr>
            <a:spLocks noGrp="1"/>
          </p:cNvSpPr>
          <p:nvPr/>
        </p:nvSpPr>
        <p:spPr>
          <a:xfrm>
            <a:off x="1652400" y="6361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7" name="data_6868">
            <a:extLst>
              <a:ext uri="{FF2B5EF4-FFF2-40B4-BE49-F238E27FC236}">
                <a16:creationId xmlns:a16="http://schemas.microsoft.com/office/drawing/2014/main" id="{5788581F-C315-4740-95B3-EC1EDFA169D9}"/>
              </a:ext>
            </a:extLst>
          </p:cNvPr>
          <p:cNvSpPr>
            <a:spLocks noGrp="1"/>
          </p:cNvSpPr>
          <p:nvPr/>
        </p:nvSpPr>
        <p:spPr>
          <a:xfrm>
            <a:off x="1617265" y="53327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8" name="data_6869">
            <a:extLst>
              <a:ext uri="{FF2B5EF4-FFF2-40B4-BE49-F238E27FC236}">
                <a16:creationId xmlns:a16="http://schemas.microsoft.com/office/drawing/2014/main" id="{3F64A5FF-D053-4B4A-9798-C5B1717C8B81}"/>
              </a:ext>
            </a:extLst>
          </p:cNvPr>
          <p:cNvSpPr>
            <a:spLocks noGrp="1"/>
          </p:cNvSpPr>
          <p:nvPr/>
        </p:nvSpPr>
        <p:spPr>
          <a:xfrm>
            <a:off x="1686058" y="5658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9" name="data_6870">
            <a:extLst>
              <a:ext uri="{FF2B5EF4-FFF2-40B4-BE49-F238E27FC236}">
                <a16:creationId xmlns:a16="http://schemas.microsoft.com/office/drawing/2014/main" id="{FE7DDD73-5580-4181-9F52-CE9E9288A900}"/>
              </a:ext>
            </a:extLst>
          </p:cNvPr>
          <p:cNvSpPr>
            <a:spLocks noGrp="1"/>
          </p:cNvSpPr>
          <p:nvPr/>
        </p:nvSpPr>
        <p:spPr>
          <a:xfrm>
            <a:off x="1653011" y="60704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0" name="data_6871">
            <a:extLst>
              <a:ext uri="{FF2B5EF4-FFF2-40B4-BE49-F238E27FC236}">
                <a16:creationId xmlns:a16="http://schemas.microsoft.com/office/drawing/2014/main" id="{CEC03A44-9E86-460D-BA3E-2E7372FA9742}"/>
              </a:ext>
            </a:extLst>
          </p:cNvPr>
          <p:cNvSpPr>
            <a:spLocks noGrp="1"/>
          </p:cNvSpPr>
          <p:nvPr/>
        </p:nvSpPr>
        <p:spPr>
          <a:xfrm>
            <a:off x="1657924" y="55100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1" name="data_6872">
            <a:extLst>
              <a:ext uri="{FF2B5EF4-FFF2-40B4-BE49-F238E27FC236}">
                <a16:creationId xmlns:a16="http://schemas.microsoft.com/office/drawing/2014/main" id="{24431ED9-0887-45C1-91F4-E61C05B48610}"/>
              </a:ext>
            </a:extLst>
          </p:cNvPr>
          <p:cNvSpPr>
            <a:spLocks noGrp="1"/>
          </p:cNvSpPr>
          <p:nvPr/>
        </p:nvSpPr>
        <p:spPr>
          <a:xfrm>
            <a:off x="165109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2" name="data_6873">
            <a:extLst>
              <a:ext uri="{FF2B5EF4-FFF2-40B4-BE49-F238E27FC236}">
                <a16:creationId xmlns:a16="http://schemas.microsoft.com/office/drawing/2014/main" id="{F7DD84F2-2AC4-4C87-830A-E4025070E7E2}"/>
              </a:ext>
            </a:extLst>
          </p:cNvPr>
          <p:cNvSpPr>
            <a:spLocks noGrp="1"/>
          </p:cNvSpPr>
          <p:nvPr/>
        </p:nvSpPr>
        <p:spPr>
          <a:xfrm>
            <a:off x="1745706" y="54584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3" name="data_6874">
            <a:extLst>
              <a:ext uri="{FF2B5EF4-FFF2-40B4-BE49-F238E27FC236}">
                <a16:creationId xmlns:a16="http://schemas.microsoft.com/office/drawing/2014/main" id="{22ABED20-5833-4431-99CE-9DDFD5552867}"/>
              </a:ext>
            </a:extLst>
          </p:cNvPr>
          <p:cNvSpPr>
            <a:spLocks noGrp="1"/>
          </p:cNvSpPr>
          <p:nvPr/>
        </p:nvSpPr>
        <p:spPr>
          <a:xfrm>
            <a:off x="163857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4" name="data_6875">
            <a:extLst>
              <a:ext uri="{FF2B5EF4-FFF2-40B4-BE49-F238E27FC236}">
                <a16:creationId xmlns:a16="http://schemas.microsoft.com/office/drawing/2014/main" id="{F7B511CD-3943-4A32-A1B8-418EF02D4268}"/>
              </a:ext>
            </a:extLst>
          </p:cNvPr>
          <p:cNvSpPr>
            <a:spLocks noGrp="1"/>
          </p:cNvSpPr>
          <p:nvPr/>
        </p:nvSpPr>
        <p:spPr>
          <a:xfrm>
            <a:off x="163575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5" name="data_6876">
            <a:extLst>
              <a:ext uri="{FF2B5EF4-FFF2-40B4-BE49-F238E27FC236}">
                <a16:creationId xmlns:a16="http://schemas.microsoft.com/office/drawing/2014/main" id="{1BDB2783-1714-4A8E-84FB-110A725B59DB}"/>
              </a:ext>
            </a:extLst>
          </p:cNvPr>
          <p:cNvSpPr>
            <a:spLocks noGrp="1"/>
          </p:cNvSpPr>
          <p:nvPr/>
        </p:nvSpPr>
        <p:spPr>
          <a:xfrm>
            <a:off x="1690879" y="58560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6" name="data_6877">
            <a:extLst>
              <a:ext uri="{FF2B5EF4-FFF2-40B4-BE49-F238E27FC236}">
                <a16:creationId xmlns:a16="http://schemas.microsoft.com/office/drawing/2014/main" id="{5338CBD1-53DE-46DF-86FC-B37A6FC84C91}"/>
              </a:ext>
            </a:extLst>
          </p:cNvPr>
          <p:cNvSpPr>
            <a:spLocks noGrp="1"/>
          </p:cNvSpPr>
          <p:nvPr/>
        </p:nvSpPr>
        <p:spPr>
          <a:xfrm>
            <a:off x="1622325" y="54129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7" name="data_6878">
            <a:extLst>
              <a:ext uri="{FF2B5EF4-FFF2-40B4-BE49-F238E27FC236}">
                <a16:creationId xmlns:a16="http://schemas.microsoft.com/office/drawing/2014/main" id="{53010F9B-06D4-472B-A6A8-031E2F43193B}"/>
              </a:ext>
            </a:extLst>
          </p:cNvPr>
          <p:cNvSpPr>
            <a:spLocks noGrp="1"/>
          </p:cNvSpPr>
          <p:nvPr/>
        </p:nvSpPr>
        <p:spPr>
          <a:xfrm>
            <a:off x="1663734" y="5688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8" name="data_6879">
            <a:extLst>
              <a:ext uri="{FF2B5EF4-FFF2-40B4-BE49-F238E27FC236}">
                <a16:creationId xmlns:a16="http://schemas.microsoft.com/office/drawing/2014/main" id="{B7DD7BF3-388B-451C-ABC6-2E3EB6217AB7}"/>
              </a:ext>
            </a:extLst>
          </p:cNvPr>
          <p:cNvSpPr>
            <a:spLocks noGrp="1"/>
          </p:cNvSpPr>
          <p:nvPr/>
        </p:nvSpPr>
        <p:spPr>
          <a:xfrm>
            <a:off x="1635841" y="57465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9" name="data_6880">
            <a:extLst>
              <a:ext uri="{FF2B5EF4-FFF2-40B4-BE49-F238E27FC236}">
                <a16:creationId xmlns:a16="http://schemas.microsoft.com/office/drawing/2014/main" id="{CDE0B6B9-0905-4373-9BAC-98698977BB20}"/>
              </a:ext>
            </a:extLst>
          </p:cNvPr>
          <p:cNvSpPr>
            <a:spLocks noGrp="1"/>
          </p:cNvSpPr>
          <p:nvPr/>
        </p:nvSpPr>
        <p:spPr>
          <a:xfrm>
            <a:off x="1702435" y="54624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0" name="data_6881">
            <a:extLst>
              <a:ext uri="{FF2B5EF4-FFF2-40B4-BE49-F238E27FC236}">
                <a16:creationId xmlns:a16="http://schemas.microsoft.com/office/drawing/2014/main" id="{379C59F1-8B1F-4CF1-BFC1-4EC7937DB7F2}"/>
              </a:ext>
            </a:extLst>
          </p:cNvPr>
          <p:cNvSpPr>
            <a:spLocks noGrp="1"/>
          </p:cNvSpPr>
          <p:nvPr/>
        </p:nvSpPr>
        <p:spPr>
          <a:xfrm>
            <a:off x="1603357" y="560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1" name="data_6882">
            <a:extLst>
              <a:ext uri="{FF2B5EF4-FFF2-40B4-BE49-F238E27FC236}">
                <a16:creationId xmlns:a16="http://schemas.microsoft.com/office/drawing/2014/main" id="{181CBED8-7C0B-4ECB-B723-6D1E130E0D7A}"/>
              </a:ext>
            </a:extLst>
          </p:cNvPr>
          <p:cNvSpPr>
            <a:spLocks noGrp="1"/>
          </p:cNvSpPr>
          <p:nvPr/>
        </p:nvSpPr>
        <p:spPr>
          <a:xfrm>
            <a:off x="1646287" y="5612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2" name="data_6883">
            <a:extLst>
              <a:ext uri="{FF2B5EF4-FFF2-40B4-BE49-F238E27FC236}">
                <a16:creationId xmlns:a16="http://schemas.microsoft.com/office/drawing/2014/main" id="{84C46E61-6C92-418D-8897-D360D2A9F27F}"/>
              </a:ext>
            </a:extLst>
          </p:cNvPr>
          <p:cNvSpPr>
            <a:spLocks noGrp="1"/>
          </p:cNvSpPr>
          <p:nvPr/>
        </p:nvSpPr>
        <p:spPr>
          <a:xfrm>
            <a:off x="171572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3" name="data_6884">
            <a:extLst>
              <a:ext uri="{FF2B5EF4-FFF2-40B4-BE49-F238E27FC236}">
                <a16:creationId xmlns:a16="http://schemas.microsoft.com/office/drawing/2014/main" id="{C09B270D-1617-474D-A547-5D7D05997FE5}"/>
              </a:ext>
            </a:extLst>
          </p:cNvPr>
          <p:cNvSpPr>
            <a:spLocks noGrp="1"/>
          </p:cNvSpPr>
          <p:nvPr/>
        </p:nvSpPr>
        <p:spPr>
          <a:xfrm>
            <a:off x="1604517" y="55533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4" name="data_6885">
            <a:extLst>
              <a:ext uri="{FF2B5EF4-FFF2-40B4-BE49-F238E27FC236}">
                <a16:creationId xmlns:a16="http://schemas.microsoft.com/office/drawing/2014/main" id="{B8F92B84-D231-41B1-A725-A7CB23DB4A7B}"/>
              </a:ext>
            </a:extLst>
          </p:cNvPr>
          <p:cNvSpPr>
            <a:spLocks noGrp="1"/>
          </p:cNvSpPr>
          <p:nvPr/>
        </p:nvSpPr>
        <p:spPr>
          <a:xfrm>
            <a:off x="1707022" y="58809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5" name="data_6886">
            <a:extLst>
              <a:ext uri="{FF2B5EF4-FFF2-40B4-BE49-F238E27FC236}">
                <a16:creationId xmlns:a16="http://schemas.microsoft.com/office/drawing/2014/main" id="{C514FD2A-E826-4878-BD5E-BA4660655794}"/>
              </a:ext>
            </a:extLst>
          </p:cNvPr>
          <p:cNvSpPr>
            <a:spLocks noGrp="1"/>
          </p:cNvSpPr>
          <p:nvPr/>
        </p:nvSpPr>
        <p:spPr>
          <a:xfrm>
            <a:off x="161591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6" name="data_6887">
            <a:extLst>
              <a:ext uri="{FF2B5EF4-FFF2-40B4-BE49-F238E27FC236}">
                <a16:creationId xmlns:a16="http://schemas.microsoft.com/office/drawing/2014/main" id="{5DD288B4-3C5F-4100-AD6E-E9EF403E7B60}"/>
              </a:ext>
            </a:extLst>
          </p:cNvPr>
          <p:cNvSpPr>
            <a:spLocks noGrp="1"/>
          </p:cNvSpPr>
          <p:nvPr/>
        </p:nvSpPr>
        <p:spPr>
          <a:xfrm>
            <a:off x="1737977" y="67034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7" name="data_6888">
            <a:extLst>
              <a:ext uri="{FF2B5EF4-FFF2-40B4-BE49-F238E27FC236}">
                <a16:creationId xmlns:a16="http://schemas.microsoft.com/office/drawing/2014/main" id="{35F6CA91-3E0D-4222-8DB9-02F62213390A}"/>
              </a:ext>
            </a:extLst>
          </p:cNvPr>
          <p:cNvSpPr>
            <a:spLocks noGrp="1"/>
          </p:cNvSpPr>
          <p:nvPr/>
        </p:nvSpPr>
        <p:spPr>
          <a:xfrm>
            <a:off x="1671697" y="6678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8" name="data_6889">
            <a:extLst>
              <a:ext uri="{FF2B5EF4-FFF2-40B4-BE49-F238E27FC236}">
                <a16:creationId xmlns:a16="http://schemas.microsoft.com/office/drawing/2014/main" id="{76B46D99-A914-4E4A-88C0-67D63DE83161}"/>
              </a:ext>
            </a:extLst>
          </p:cNvPr>
          <p:cNvSpPr>
            <a:spLocks noGrp="1"/>
          </p:cNvSpPr>
          <p:nvPr/>
        </p:nvSpPr>
        <p:spPr>
          <a:xfrm>
            <a:off x="1668300" y="66622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9" name="data_6890">
            <a:extLst>
              <a:ext uri="{FF2B5EF4-FFF2-40B4-BE49-F238E27FC236}">
                <a16:creationId xmlns:a16="http://schemas.microsoft.com/office/drawing/2014/main" id="{50F92EC8-D2B0-4963-B605-881753498111}"/>
              </a:ext>
            </a:extLst>
          </p:cNvPr>
          <p:cNvSpPr>
            <a:spLocks noGrp="1"/>
          </p:cNvSpPr>
          <p:nvPr/>
        </p:nvSpPr>
        <p:spPr>
          <a:xfrm>
            <a:off x="1659989" y="53600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0" name="data_6891">
            <a:extLst>
              <a:ext uri="{FF2B5EF4-FFF2-40B4-BE49-F238E27FC236}">
                <a16:creationId xmlns:a16="http://schemas.microsoft.com/office/drawing/2014/main" id="{AD4504B7-3AB6-44C6-9CCE-8D38F8924BEE}"/>
              </a:ext>
            </a:extLst>
          </p:cNvPr>
          <p:cNvSpPr>
            <a:spLocks noGrp="1"/>
          </p:cNvSpPr>
          <p:nvPr/>
        </p:nvSpPr>
        <p:spPr>
          <a:xfrm>
            <a:off x="1760966" y="6383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1" name="data_6892">
            <a:extLst>
              <a:ext uri="{FF2B5EF4-FFF2-40B4-BE49-F238E27FC236}">
                <a16:creationId xmlns:a16="http://schemas.microsoft.com/office/drawing/2014/main" id="{0C357B47-BB04-407F-8AD5-C2AC47DD0F9B}"/>
              </a:ext>
            </a:extLst>
          </p:cNvPr>
          <p:cNvSpPr>
            <a:spLocks noGrp="1"/>
          </p:cNvSpPr>
          <p:nvPr/>
        </p:nvSpPr>
        <p:spPr>
          <a:xfrm>
            <a:off x="1638371" y="54538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2" name="data_6893">
            <a:extLst>
              <a:ext uri="{FF2B5EF4-FFF2-40B4-BE49-F238E27FC236}">
                <a16:creationId xmlns:a16="http://schemas.microsoft.com/office/drawing/2014/main" id="{A2695213-D0FC-49A0-9B6E-21EBBCDB0F3C}"/>
              </a:ext>
            </a:extLst>
          </p:cNvPr>
          <p:cNvSpPr>
            <a:spLocks noGrp="1"/>
          </p:cNvSpPr>
          <p:nvPr/>
        </p:nvSpPr>
        <p:spPr>
          <a:xfrm>
            <a:off x="1739415" y="61385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3" name="data_6894">
            <a:extLst>
              <a:ext uri="{FF2B5EF4-FFF2-40B4-BE49-F238E27FC236}">
                <a16:creationId xmlns:a16="http://schemas.microsoft.com/office/drawing/2014/main" id="{4299518D-DCDF-4D45-AE28-84013B9CF0E5}"/>
              </a:ext>
            </a:extLst>
          </p:cNvPr>
          <p:cNvSpPr>
            <a:spLocks noGrp="1"/>
          </p:cNvSpPr>
          <p:nvPr/>
        </p:nvSpPr>
        <p:spPr>
          <a:xfrm>
            <a:off x="1650294" y="65221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4" name="data_6895">
            <a:extLst>
              <a:ext uri="{FF2B5EF4-FFF2-40B4-BE49-F238E27FC236}">
                <a16:creationId xmlns:a16="http://schemas.microsoft.com/office/drawing/2014/main" id="{76CD6E30-F8C0-4504-A637-C26CF4A4022D}"/>
              </a:ext>
            </a:extLst>
          </p:cNvPr>
          <p:cNvSpPr>
            <a:spLocks noGrp="1"/>
          </p:cNvSpPr>
          <p:nvPr/>
        </p:nvSpPr>
        <p:spPr>
          <a:xfrm>
            <a:off x="1633315" y="56053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5" name="data_6896">
            <a:extLst>
              <a:ext uri="{FF2B5EF4-FFF2-40B4-BE49-F238E27FC236}">
                <a16:creationId xmlns:a16="http://schemas.microsoft.com/office/drawing/2014/main" id="{10F9D7EF-9F7D-4DAF-81B4-5AA7F1F11AB0}"/>
              </a:ext>
            </a:extLst>
          </p:cNvPr>
          <p:cNvSpPr>
            <a:spLocks noGrp="1"/>
          </p:cNvSpPr>
          <p:nvPr/>
        </p:nvSpPr>
        <p:spPr>
          <a:xfrm>
            <a:off x="1765502" y="54345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6" name="data_6897">
            <a:extLst>
              <a:ext uri="{FF2B5EF4-FFF2-40B4-BE49-F238E27FC236}">
                <a16:creationId xmlns:a16="http://schemas.microsoft.com/office/drawing/2014/main" id="{E27EF40A-9253-491A-9629-C8ED41269F1F}"/>
              </a:ext>
            </a:extLst>
          </p:cNvPr>
          <p:cNvSpPr>
            <a:spLocks noGrp="1"/>
          </p:cNvSpPr>
          <p:nvPr/>
        </p:nvSpPr>
        <p:spPr>
          <a:xfrm>
            <a:off x="1669708" y="54209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7" name="data_6898">
            <a:extLst>
              <a:ext uri="{FF2B5EF4-FFF2-40B4-BE49-F238E27FC236}">
                <a16:creationId xmlns:a16="http://schemas.microsoft.com/office/drawing/2014/main" id="{C2F4C3A3-3059-4DCB-B5FE-CDA29F7576C2}"/>
              </a:ext>
            </a:extLst>
          </p:cNvPr>
          <p:cNvSpPr>
            <a:spLocks noGrp="1"/>
          </p:cNvSpPr>
          <p:nvPr/>
        </p:nvSpPr>
        <p:spPr>
          <a:xfrm>
            <a:off x="167314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8" name="data_6899">
            <a:extLst>
              <a:ext uri="{FF2B5EF4-FFF2-40B4-BE49-F238E27FC236}">
                <a16:creationId xmlns:a16="http://schemas.microsoft.com/office/drawing/2014/main" id="{A745486F-AAF4-4434-BE43-4DF4BF35298B}"/>
              </a:ext>
            </a:extLst>
          </p:cNvPr>
          <p:cNvSpPr>
            <a:spLocks noGrp="1"/>
          </p:cNvSpPr>
          <p:nvPr/>
        </p:nvSpPr>
        <p:spPr>
          <a:xfrm>
            <a:off x="1657025" y="5363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9" name="data_6900">
            <a:extLst>
              <a:ext uri="{FF2B5EF4-FFF2-40B4-BE49-F238E27FC236}">
                <a16:creationId xmlns:a16="http://schemas.microsoft.com/office/drawing/2014/main" id="{C99C3066-BEBA-4019-B68F-833F9EA8DE95}"/>
              </a:ext>
            </a:extLst>
          </p:cNvPr>
          <p:cNvSpPr>
            <a:spLocks noGrp="1"/>
          </p:cNvSpPr>
          <p:nvPr/>
        </p:nvSpPr>
        <p:spPr>
          <a:xfrm>
            <a:off x="1717928" y="5679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0" name="data_6901">
            <a:extLst>
              <a:ext uri="{FF2B5EF4-FFF2-40B4-BE49-F238E27FC236}">
                <a16:creationId xmlns:a16="http://schemas.microsoft.com/office/drawing/2014/main" id="{DDFFC33A-3736-4867-AB08-4A8999D8546A}"/>
              </a:ext>
            </a:extLst>
          </p:cNvPr>
          <p:cNvSpPr>
            <a:spLocks noGrp="1"/>
          </p:cNvSpPr>
          <p:nvPr/>
        </p:nvSpPr>
        <p:spPr>
          <a:xfrm>
            <a:off x="1691211" y="54805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1" name="data_6902">
            <a:extLst>
              <a:ext uri="{FF2B5EF4-FFF2-40B4-BE49-F238E27FC236}">
                <a16:creationId xmlns:a16="http://schemas.microsoft.com/office/drawing/2014/main" id="{BABFB990-93B8-46C9-8FBB-EE5AA0529FCB}"/>
              </a:ext>
            </a:extLst>
          </p:cNvPr>
          <p:cNvSpPr>
            <a:spLocks noGrp="1"/>
          </p:cNvSpPr>
          <p:nvPr/>
        </p:nvSpPr>
        <p:spPr>
          <a:xfrm>
            <a:off x="1741282" y="60845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2" name="data_6903">
            <a:extLst>
              <a:ext uri="{FF2B5EF4-FFF2-40B4-BE49-F238E27FC236}">
                <a16:creationId xmlns:a16="http://schemas.microsoft.com/office/drawing/2014/main" id="{11F3B02B-A16E-4DA5-B04F-2281EFC5FCDA}"/>
              </a:ext>
            </a:extLst>
          </p:cNvPr>
          <p:cNvSpPr>
            <a:spLocks noGrp="1"/>
          </p:cNvSpPr>
          <p:nvPr/>
        </p:nvSpPr>
        <p:spPr>
          <a:xfrm>
            <a:off x="1685007" y="62030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3" name="data_6904">
            <a:extLst>
              <a:ext uri="{FF2B5EF4-FFF2-40B4-BE49-F238E27FC236}">
                <a16:creationId xmlns:a16="http://schemas.microsoft.com/office/drawing/2014/main" id="{EDEA86F0-C4D1-4DAE-87FD-4BFD2EE6618B}"/>
              </a:ext>
            </a:extLst>
          </p:cNvPr>
          <p:cNvSpPr>
            <a:spLocks noGrp="1"/>
          </p:cNvSpPr>
          <p:nvPr/>
        </p:nvSpPr>
        <p:spPr>
          <a:xfrm>
            <a:off x="165552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4" name="data_6905">
            <a:extLst>
              <a:ext uri="{FF2B5EF4-FFF2-40B4-BE49-F238E27FC236}">
                <a16:creationId xmlns:a16="http://schemas.microsoft.com/office/drawing/2014/main" id="{9BBA0F0C-77C3-4ECE-BE42-1FD9EBDB9844}"/>
              </a:ext>
            </a:extLst>
          </p:cNvPr>
          <p:cNvSpPr>
            <a:spLocks noGrp="1"/>
          </p:cNvSpPr>
          <p:nvPr/>
        </p:nvSpPr>
        <p:spPr>
          <a:xfrm>
            <a:off x="1991768" y="5285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5" name="data_6906">
            <a:extLst>
              <a:ext uri="{FF2B5EF4-FFF2-40B4-BE49-F238E27FC236}">
                <a16:creationId xmlns:a16="http://schemas.microsoft.com/office/drawing/2014/main" id="{55A1F196-CED8-4350-AACD-79318EA40E89}"/>
              </a:ext>
            </a:extLst>
          </p:cNvPr>
          <p:cNvSpPr>
            <a:spLocks noGrp="1"/>
          </p:cNvSpPr>
          <p:nvPr/>
        </p:nvSpPr>
        <p:spPr>
          <a:xfrm>
            <a:off x="1894616" y="5495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6" name="data_6907">
            <a:extLst>
              <a:ext uri="{FF2B5EF4-FFF2-40B4-BE49-F238E27FC236}">
                <a16:creationId xmlns:a16="http://schemas.microsoft.com/office/drawing/2014/main" id="{991C0D20-597D-4545-AB08-C92B08A74CE9}"/>
              </a:ext>
            </a:extLst>
          </p:cNvPr>
          <p:cNvSpPr>
            <a:spLocks noGrp="1"/>
          </p:cNvSpPr>
          <p:nvPr/>
        </p:nvSpPr>
        <p:spPr>
          <a:xfrm>
            <a:off x="2030732" y="53160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7" name="data_6908">
            <a:extLst>
              <a:ext uri="{FF2B5EF4-FFF2-40B4-BE49-F238E27FC236}">
                <a16:creationId xmlns:a16="http://schemas.microsoft.com/office/drawing/2014/main" id="{BB55EA68-67DA-45FB-BBC9-AC26A201280E}"/>
              </a:ext>
            </a:extLst>
          </p:cNvPr>
          <p:cNvSpPr>
            <a:spLocks noGrp="1"/>
          </p:cNvSpPr>
          <p:nvPr/>
        </p:nvSpPr>
        <p:spPr>
          <a:xfrm>
            <a:off x="1896047" y="53737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8" name="data_6909">
            <a:extLst>
              <a:ext uri="{FF2B5EF4-FFF2-40B4-BE49-F238E27FC236}">
                <a16:creationId xmlns:a16="http://schemas.microsoft.com/office/drawing/2014/main" id="{F95B036F-A6CF-46F5-B40F-F0B4D0DFDF56}"/>
              </a:ext>
            </a:extLst>
          </p:cNvPr>
          <p:cNvSpPr>
            <a:spLocks noGrp="1"/>
          </p:cNvSpPr>
          <p:nvPr/>
        </p:nvSpPr>
        <p:spPr>
          <a:xfrm>
            <a:off x="1980391" y="609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9" name="data_6910">
            <a:extLst>
              <a:ext uri="{FF2B5EF4-FFF2-40B4-BE49-F238E27FC236}">
                <a16:creationId xmlns:a16="http://schemas.microsoft.com/office/drawing/2014/main" id="{8B331325-58EF-4671-A182-BC919450642E}"/>
              </a:ext>
            </a:extLst>
          </p:cNvPr>
          <p:cNvSpPr>
            <a:spLocks noGrp="1"/>
          </p:cNvSpPr>
          <p:nvPr/>
        </p:nvSpPr>
        <p:spPr>
          <a:xfrm>
            <a:off x="1982253" y="61379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0" name="data_6911">
            <a:extLst>
              <a:ext uri="{FF2B5EF4-FFF2-40B4-BE49-F238E27FC236}">
                <a16:creationId xmlns:a16="http://schemas.microsoft.com/office/drawing/2014/main" id="{8E6C785A-8D1F-416B-A002-A8ED35774C53}"/>
              </a:ext>
            </a:extLst>
          </p:cNvPr>
          <p:cNvSpPr>
            <a:spLocks noGrp="1"/>
          </p:cNvSpPr>
          <p:nvPr/>
        </p:nvSpPr>
        <p:spPr>
          <a:xfrm>
            <a:off x="2051624" y="53306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1" name="data_6912">
            <a:extLst>
              <a:ext uri="{FF2B5EF4-FFF2-40B4-BE49-F238E27FC236}">
                <a16:creationId xmlns:a16="http://schemas.microsoft.com/office/drawing/2014/main" id="{E6A3435E-0ED5-44C3-AAF2-65490FA9D7FB}"/>
              </a:ext>
            </a:extLst>
          </p:cNvPr>
          <p:cNvSpPr>
            <a:spLocks noGrp="1"/>
          </p:cNvSpPr>
          <p:nvPr/>
        </p:nvSpPr>
        <p:spPr>
          <a:xfrm>
            <a:off x="1976643" y="55624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2" name="data_6913">
            <a:extLst>
              <a:ext uri="{FF2B5EF4-FFF2-40B4-BE49-F238E27FC236}">
                <a16:creationId xmlns:a16="http://schemas.microsoft.com/office/drawing/2014/main" id="{CC0B3AAD-F791-4E6E-A06C-66ACF832016E}"/>
              </a:ext>
            </a:extLst>
          </p:cNvPr>
          <p:cNvSpPr>
            <a:spLocks noGrp="1"/>
          </p:cNvSpPr>
          <p:nvPr/>
        </p:nvSpPr>
        <p:spPr>
          <a:xfrm>
            <a:off x="1975527" y="55060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3" name="data_6914">
            <a:extLst>
              <a:ext uri="{FF2B5EF4-FFF2-40B4-BE49-F238E27FC236}">
                <a16:creationId xmlns:a16="http://schemas.microsoft.com/office/drawing/2014/main" id="{8868BA95-A3DE-4D45-ADDD-B0EDA2EFE721}"/>
              </a:ext>
            </a:extLst>
          </p:cNvPr>
          <p:cNvSpPr>
            <a:spLocks noGrp="1"/>
          </p:cNvSpPr>
          <p:nvPr/>
        </p:nvSpPr>
        <p:spPr>
          <a:xfrm>
            <a:off x="1975465" y="5418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4" name="data_6915">
            <a:extLst>
              <a:ext uri="{FF2B5EF4-FFF2-40B4-BE49-F238E27FC236}">
                <a16:creationId xmlns:a16="http://schemas.microsoft.com/office/drawing/2014/main" id="{C1294451-C7DB-4704-AAEB-11DFF11A41D4}"/>
              </a:ext>
            </a:extLst>
          </p:cNvPr>
          <p:cNvSpPr>
            <a:spLocks noGrp="1"/>
          </p:cNvSpPr>
          <p:nvPr/>
        </p:nvSpPr>
        <p:spPr>
          <a:xfrm>
            <a:off x="1935261" y="54686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5" name="data_6916">
            <a:extLst>
              <a:ext uri="{FF2B5EF4-FFF2-40B4-BE49-F238E27FC236}">
                <a16:creationId xmlns:a16="http://schemas.microsoft.com/office/drawing/2014/main" id="{01AFE724-D4A5-4DC6-9ED6-7CC14DE19877}"/>
              </a:ext>
            </a:extLst>
          </p:cNvPr>
          <p:cNvSpPr>
            <a:spLocks noGrp="1"/>
          </p:cNvSpPr>
          <p:nvPr/>
        </p:nvSpPr>
        <p:spPr>
          <a:xfrm>
            <a:off x="1884341" y="55241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6" name="data_6917">
            <a:extLst>
              <a:ext uri="{FF2B5EF4-FFF2-40B4-BE49-F238E27FC236}">
                <a16:creationId xmlns:a16="http://schemas.microsoft.com/office/drawing/2014/main" id="{30D5F572-3ACC-4174-A11C-9EF77A3B219C}"/>
              </a:ext>
            </a:extLst>
          </p:cNvPr>
          <p:cNvSpPr>
            <a:spLocks noGrp="1"/>
          </p:cNvSpPr>
          <p:nvPr/>
        </p:nvSpPr>
        <p:spPr>
          <a:xfrm>
            <a:off x="2027477" y="60262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7" name="data_6918">
            <a:extLst>
              <a:ext uri="{FF2B5EF4-FFF2-40B4-BE49-F238E27FC236}">
                <a16:creationId xmlns:a16="http://schemas.microsoft.com/office/drawing/2014/main" id="{076FC483-4A4C-40FF-905F-9BC485B94A00}"/>
              </a:ext>
            </a:extLst>
          </p:cNvPr>
          <p:cNvSpPr>
            <a:spLocks noGrp="1"/>
          </p:cNvSpPr>
          <p:nvPr/>
        </p:nvSpPr>
        <p:spPr>
          <a:xfrm>
            <a:off x="1874524" y="555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8" name="data_6919">
            <a:extLst>
              <a:ext uri="{FF2B5EF4-FFF2-40B4-BE49-F238E27FC236}">
                <a16:creationId xmlns:a16="http://schemas.microsoft.com/office/drawing/2014/main" id="{011C938B-50E1-4BCC-A7B8-86FF1E62CD9F}"/>
              </a:ext>
            </a:extLst>
          </p:cNvPr>
          <p:cNvSpPr>
            <a:spLocks noGrp="1"/>
          </p:cNvSpPr>
          <p:nvPr/>
        </p:nvSpPr>
        <p:spPr>
          <a:xfrm>
            <a:off x="2050379" y="5355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9" name="data_6920">
            <a:extLst>
              <a:ext uri="{FF2B5EF4-FFF2-40B4-BE49-F238E27FC236}">
                <a16:creationId xmlns:a16="http://schemas.microsoft.com/office/drawing/2014/main" id="{7829F141-7D9B-47F1-9893-8E0931DF9311}"/>
              </a:ext>
            </a:extLst>
          </p:cNvPr>
          <p:cNvSpPr>
            <a:spLocks noGrp="1"/>
          </p:cNvSpPr>
          <p:nvPr/>
        </p:nvSpPr>
        <p:spPr>
          <a:xfrm>
            <a:off x="203190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0" name="data_6921">
            <a:extLst>
              <a:ext uri="{FF2B5EF4-FFF2-40B4-BE49-F238E27FC236}">
                <a16:creationId xmlns:a16="http://schemas.microsoft.com/office/drawing/2014/main" id="{E6444829-E522-46CE-9407-5CE3B3A36E3E}"/>
              </a:ext>
            </a:extLst>
          </p:cNvPr>
          <p:cNvSpPr>
            <a:spLocks noGrp="1"/>
          </p:cNvSpPr>
          <p:nvPr/>
        </p:nvSpPr>
        <p:spPr>
          <a:xfrm>
            <a:off x="1938664" y="5345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1" name="data_6922">
            <a:extLst>
              <a:ext uri="{FF2B5EF4-FFF2-40B4-BE49-F238E27FC236}">
                <a16:creationId xmlns:a16="http://schemas.microsoft.com/office/drawing/2014/main" id="{C961765A-0244-4A74-B510-38D4DAD560DA}"/>
              </a:ext>
            </a:extLst>
          </p:cNvPr>
          <p:cNvSpPr>
            <a:spLocks noGrp="1"/>
          </p:cNvSpPr>
          <p:nvPr/>
        </p:nvSpPr>
        <p:spPr>
          <a:xfrm>
            <a:off x="2007136" y="52788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2" name="data_6923">
            <a:extLst>
              <a:ext uri="{FF2B5EF4-FFF2-40B4-BE49-F238E27FC236}">
                <a16:creationId xmlns:a16="http://schemas.microsoft.com/office/drawing/2014/main" id="{C6E47B87-0C76-426B-A69F-D88EC871F691}"/>
              </a:ext>
            </a:extLst>
          </p:cNvPr>
          <p:cNvSpPr>
            <a:spLocks noGrp="1"/>
          </p:cNvSpPr>
          <p:nvPr/>
        </p:nvSpPr>
        <p:spPr>
          <a:xfrm>
            <a:off x="1922333" y="5755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3" name="data_6924">
            <a:extLst>
              <a:ext uri="{FF2B5EF4-FFF2-40B4-BE49-F238E27FC236}">
                <a16:creationId xmlns:a16="http://schemas.microsoft.com/office/drawing/2014/main" id="{543A69A6-75B7-4897-B664-556E5F807E8C}"/>
              </a:ext>
            </a:extLst>
          </p:cNvPr>
          <p:cNvSpPr>
            <a:spLocks noGrp="1"/>
          </p:cNvSpPr>
          <p:nvPr/>
        </p:nvSpPr>
        <p:spPr>
          <a:xfrm>
            <a:off x="188108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4" name="data_6925">
            <a:extLst>
              <a:ext uri="{FF2B5EF4-FFF2-40B4-BE49-F238E27FC236}">
                <a16:creationId xmlns:a16="http://schemas.microsoft.com/office/drawing/2014/main" id="{573C8719-FD26-4981-B5EB-8B69CF4124EF}"/>
              </a:ext>
            </a:extLst>
          </p:cNvPr>
          <p:cNvSpPr>
            <a:spLocks noGrp="1"/>
          </p:cNvSpPr>
          <p:nvPr/>
        </p:nvSpPr>
        <p:spPr>
          <a:xfrm>
            <a:off x="2024702" y="62911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5" name="data_6926">
            <a:extLst>
              <a:ext uri="{FF2B5EF4-FFF2-40B4-BE49-F238E27FC236}">
                <a16:creationId xmlns:a16="http://schemas.microsoft.com/office/drawing/2014/main" id="{5ABCD337-FE0F-44F1-A41E-724A30A01B1D}"/>
              </a:ext>
            </a:extLst>
          </p:cNvPr>
          <p:cNvSpPr>
            <a:spLocks noGrp="1"/>
          </p:cNvSpPr>
          <p:nvPr/>
        </p:nvSpPr>
        <p:spPr>
          <a:xfrm>
            <a:off x="18941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6" name="data_6927">
            <a:extLst>
              <a:ext uri="{FF2B5EF4-FFF2-40B4-BE49-F238E27FC236}">
                <a16:creationId xmlns:a16="http://schemas.microsoft.com/office/drawing/2014/main" id="{E4C88474-0D9D-4CBE-AE89-23A1C5A54AA8}"/>
              </a:ext>
            </a:extLst>
          </p:cNvPr>
          <p:cNvSpPr>
            <a:spLocks noGrp="1"/>
          </p:cNvSpPr>
          <p:nvPr/>
        </p:nvSpPr>
        <p:spPr>
          <a:xfrm>
            <a:off x="1909049" y="53023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7" name="data_6928">
            <a:extLst>
              <a:ext uri="{FF2B5EF4-FFF2-40B4-BE49-F238E27FC236}">
                <a16:creationId xmlns:a16="http://schemas.microsoft.com/office/drawing/2014/main" id="{50AFD6C1-0AD4-4D77-98B6-6CCD2CB55528}"/>
              </a:ext>
            </a:extLst>
          </p:cNvPr>
          <p:cNvSpPr>
            <a:spLocks noGrp="1"/>
          </p:cNvSpPr>
          <p:nvPr/>
        </p:nvSpPr>
        <p:spPr>
          <a:xfrm>
            <a:off x="1912573" y="54298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8" name="data_6929">
            <a:extLst>
              <a:ext uri="{FF2B5EF4-FFF2-40B4-BE49-F238E27FC236}">
                <a16:creationId xmlns:a16="http://schemas.microsoft.com/office/drawing/2014/main" id="{277D2F30-0867-468D-AD0C-3FDF336ED5A3}"/>
              </a:ext>
            </a:extLst>
          </p:cNvPr>
          <p:cNvSpPr>
            <a:spLocks noGrp="1"/>
          </p:cNvSpPr>
          <p:nvPr/>
        </p:nvSpPr>
        <p:spPr>
          <a:xfrm>
            <a:off x="2006951" y="55044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9" name="data_6930">
            <a:extLst>
              <a:ext uri="{FF2B5EF4-FFF2-40B4-BE49-F238E27FC236}">
                <a16:creationId xmlns:a16="http://schemas.microsoft.com/office/drawing/2014/main" id="{FDCF9D89-6988-418F-AB8B-59F635EC9827}"/>
              </a:ext>
            </a:extLst>
          </p:cNvPr>
          <p:cNvSpPr>
            <a:spLocks noGrp="1"/>
          </p:cNvSpPr>
          <p:nvPr/>
        </p:nvSpPr>
        <p:spPr>
          <a:xfrm>
            <a:off x="1959726" y="59407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0" name="data_6931">
            <a:extLst>
              <a:ext uri="{FF2B5EF4-FFF2-40B4-BE49-F238E27FC236}">
                <a16:creationId xmlns:a16="http://schemas.microsoft.com/office/drawing/2014/main" id="{87539904-B58F-4C6B-9008-9C8F08B8D9C4}"/>
              </a:ext>
            </a:extLst>
          </p:cNvPr>
          <p:cNvSpPr>
            <a:spLocks noGrp="1"/>
          </p:cNvSpPr>
          <p:nvPr/>
        </p:nvSpPr>
        <p:spPr>
          <a:xfrm>
            <a:off x="1874170" y="5414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1" name="data_6932">
            <a:extLst>
              <a:ext uri="{FF2B5EF4-FFF2-40B4-BE49-F238E27FC236}">
                <a16:creationId xmlns:a16="http://schemas.microsoft.com/office/drawing/2014/main" id="{60687B2C-8770-4073-990D-667B6D2FC70F}"/>
              </a:ext>
            </a:extLst>
          </p:cNvPr>
          <p:cNvSpPr>
            <a:spLocks noGrp="1"/>
          </p:cNvSpPr>
          <p:nvPr/>
        </p:nvSpPr>
        <p:spPr>
          <a:xfrm>
            <a:off x="1897800" y="54676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2" name="data_6933">
            <a:extLst>
              <a:ext uri="{FF2B5EF4-FFF2-40B4-BE49-F238E27FC236}">
                <a16:creationId xmlns:a16="http://schemas.microsoft.com/office/drawing/2014/main" id="{A0708BAC-66A3-4159-B65D-C6CA858D5EBA}"/>
              </a:ext>
            </a:extLst>
          </p:cNvPr>
          <p:cNvSpPr>
            <a:spLocks noGrp="1"/>
          </p:cNvSpPr>
          <p:nvPr/>
        </p:nvSpPr>
        <p:spPr>
          <a:xfrm>
            <a:off x="1961115" y="56595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3" name="data_6934">
            <a:extLst>
              <a:ext uri="{FF2B5EF4-FFF2-40B4-BE49-F238E27FC236}">
                <a16:creationId xmlns:a16="http://schemas.microsoft.com/office/drawing/2014/main" id="{6541E49C-CAE3-44C7-B315-0B554AC9EDC2}"/>
              </a:ext>
            </a:extLst>
          </p:cNvPr>
          <p:cNvSpPr>
            <a:spLocks noGrp="1"/>
          </p:cNvSpPr>
          <p:nvPr/>
        </p:nvSpPr>
        <p:spPr>
          <a:xfrm>
            <a:off x="2025119" y="5965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4" name="data_6935">
            <a:extLst>
              <a:ext uri="{FF2B5EF4-FFF2-40B4-BE49-F238E27FC236}">
                <a16:creationId xmlns:a16="http://schemas.microsoft.com/office/drawing/2014/main" id="{087FA611-BFD6-4DEE-A62F-599648C792A1}"/>
              </a:ext>
            </a:extLst>
          </p:cNvPr>
          <p:cNvSpPr>
            <a:spLocks noGrp="1"/>
          </p:cNvSpPr>
          <p:nvPr/>
        </p:nvSpPr>
        <p:spPr>
          <a:xfrm>
            <a:off x="1943382" y="6335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5" name="data_6936">
            <a:extLst>
              <a:ext uri="{FF2B5EF4-FFF2-40B4-BE49-F238E27FC236}">
                <a16:creationId xmlns:a16="http://schemas.microsoft.com/office/drawing/2014/main" id="{CB066B29-1350-49E2-B4B0-FBD9F2B10B3B}"/>
              </a:ext>
            </a:extLst>
          </p:cNvPr>
          <p:cNvSpPr>
            <a:spLocks noGrp="1"/>
          </p:cNvSpPr>
          <p:nvPr/>
        </p:nvSpPr>
        <p:spPr>
          <a:xfrm>
            <a:off x="1945337" y="52359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6" name="data_6937">
            <a:extLst>
              <a:ext uri="{FF2B5EF4-FFF2-40B4-BE49-F238E27FC236}">
                <a16:creationId xmlns:a16="http://schemas.microsoft.com/office/drawing/2014/main" id="{87602818-E210-4D1D-9800-F6696E76FACD}"/>
              </a:ext>
            </a:extLst>
          </p:cNvPr>
          <p:cNvSpPr>
            <a:spLocks noGrp="1"/>
          </p:cNvSpPr>
          <p:nvPr/>
        </p:nvSpPr>
        <p:spPr>
          <a:xfrm>
            <a:off x="1890887" y="5400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7" name="data_6938">
            <a:extLst>
              <a:ext uri="{FF2B5EF4-FFF2-40B4-BE49-F238E27FC236}">
                <a16:creationId xmlns:a16="http://schemas.microsoft.com/office/drawing/2014/main" id="{0A9AED2D-ACCC-4A9F-9C1D-2D99B5E08199}"/>
              </a:ext>
            </a:extLst>
          </p:cNvPr>
          <p:cNvSpPr>
            <a:spLocks noGrp="1"/>
          </p:cNvSpPr>
          <p:nvPr/>
        </p:nvSpPr>
        <p:spPr>
          <a:xfrm>
            <a:off x="2001327" y="5331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8" name="data_6939">
            <a:extLst>
              <a:ext uri="{FF2B5EF4-FFF2-40B4-BE49-F238E27FC236}">
                <a16:creationId xmlns:a16="http://schemas.microsoft.com/office/drawing/2014/main" id="{01422475-26BA-48E0-A1EB-5D1E3D96C1F1}"/>
              </a:ext>
            </a:extLst>
          </p:cNvPr>
          <p:cNvSpPr>
            <a:spLocks noGrp="1"/>
          </p:cNvSpPr>
          <p:nvPr/>
        </p:nvSpPr>
        <p:spPr>
          <a:xfrm>
            <a:off x="1965494" y="5397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9" name="data_6940">
            <a:extLst>
              <a:ext uri="{FF2B5EF4-FFF2-40B4-BE49-F238E27FC236}">
                <a16:creationId xmlns:a16="http://schemas.microsoft.com/office/drawing/2014/main" id="{AE93E56E-4C9A-4486-A209-8276B73ECFA6}"/>
              </a:ext>
            </a:extLst>
          </p:cNvPr>
          <p:cNvSpPr>
            <a:spLocks noGrp="1"/>
          </p:cNvSpPr>
          <p:nvPr/>
        </p:nvSpPr>
        <p:spPr>
          <a:xfrm>
            <a:off x="190430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0" name="data_6941">
            <a:extLst>
              <a:ext uri="{FF2B5EF4-FFF2-40B4-BE49-F238E27FC236}">
                <a16:creationId xmlns:a16="http://schemas.microsoft.com/office/drawing/2014/main" id="{5F2EABC4-BC05-4BF6-A2F3-687E41C26695}"/>
              </a:ext>
            </a:extLst>
          </p:cNvPr>
          <p:cNvSpPr>
            <a:spLocks noGrp="1"/>
          </p:cNvSpPr>
          <p:nvPr/>
        </p:nvSpPr>
        <p:spPr>
          <a:xfrm>
            <a:off x="2041922" y="5340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1" name="data_6942">
            <a:extLst>
              <a:ext uri="{FF2B5EF4-FFF2-40B4-BE49-F238E27FC236}">
                <a16:creationId xmlns:a16="http://schemas.microsoft.com/office/drawing/2014/main" id="{889094A8-6ACD-46B0-BE2B-D71D444910B4}"/>
              </a:ext>
            </a:extLst>
          </p:cNvPr>
          <p:cNvSpPr>
            <a:spLocks noGrp="1"/>
          </p:cNvSpPr>
          <p:nvPr/>
        </p:nvSpPr>
        <p:spPr>
          <a:xfrm>
            <a:off x="1968346" y="5959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2" name="data_6943">
            <a:extLst>
              <a:ext uri="{FF2B5EF4-FFF2-40B4-BE49-F238E27FC236}">
                <a16:creationId xmlns:a16="http://schemas.microsoft.com/office/drawing/2014/main" id="{5F4C56BA-7657-405B-85FE-F82E94C209DC}"/>
              </a:ext>
            </a:extLst>
          </p:cNvPr>
          <p:cNvSpPr>
            <a:spLocks noGrp="1"/>
          </p:cNvSpPr>
          <p:nvPr/>
        </p:nvSpPr>
        <p:spPr>
          <a:xfrm>
            <a:off x="1915107" y="58401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3" name="data_6944">
            <a:extLst>
              <a:ext uri="{FF2B5EF4-FFF2-40B4-BE49-F238E27FC236}">
                <a16:creationId xmlns:a16="http://schemas.microsoft.com/office/drawing/2014/main" id="{0C71C0C4-9C27-4E9D-88E4-E9B07E214F34}"/>
              </a:ext>
            </a:extLst>
          </p:cNvPr>
          <p:cNvSpPr>
            <a:spLocks noGrp="1"/>
          </p:cNvSpPr>
          <p:nvPr/>
        </p:nvSpPr>
        <p:spPr>
          <a:xfrm>
            <a:off x="2041277" y="55853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4" name="data_6945">
            <a:extLst>
              <a:ext uri="{FF2B5EF4-FFF2-40B4-BE49-F238E27FC236}">
                <a16:creationId xmlns:a16="http://schemas.microsoft.com/office/drawing/2014/main" id="{80B002F8-3633-422D-8164-DD596EF4DE51}"/>
              </a:ext>
            </a:extLst>
          </p:cNvPr>
          <p:cNvSpPr>
            <a:spLocks noGrp="1"/>
          </p:cNvSpPr>
          <p:nvPr/>
        </p:nvSpPr>
        <p:spPr>
          <a:xfrm>
            <a:off x="1891648" y="5792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5" name="data_6946">
            <a:extLst>
              <a:ext uri="{FF2B5EF4-FFF2-40B4-BE49-F238E27FC236}">
                <a16:creationId xmlns:a16="http://schemas.microsoft.com/office/drawing/2014/main" id="{CBACED44-B6E5-48C2-B410-2F9A3A7C88B8}"/>
              </a:ext>
            </a:extLst>
          </p:cNvPr>
          <p:cNvSpPr>
            <a:spLocks noGrp="1"/>
          </p:cNvSpPr>
          <p:nvPr/>
        </p:nvSpPr>
        <p:spPr>
          <a:xfrm>
            <a:off x="1873816" y="5376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6" name="data_6947">
            <a:extLst>
              <a:ext uri="{FF2B5EF4-FFF2-40B4-BE49-F238E27FC236}">
                <a16:creationId xmlns:a16="http://schemas.microsoft.com/office/drawing/2014/main" id="{5C92EBF5-29BB-4A6F-A641-D371848FDB19}"/>
              </a:ext>
            </a:extLst>
          </p:cNvPr>
          <p:cNvSpPr>
            <a:spLocks noGrp="1"/>
          </p:cNvSpPr>
          <p:nvPr/>
        </p:nvSpPr>
        <p:spPr>
          <a:xfrm>
            <a:off x="2007598" y="5380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7" name="data_6948">
            <a:extLst>
              <a:ext uri="{FF2B5EF4-FFF2-40B4-BE49-F238E27FC236}">
                <a16:creationId xmlns:a16="http://schemas.microsoft.com/office/drawing/2014/main" id="{4FE62938-3A54-4B79-8D7B-8469FABD6110}"/>
              </a:ext>
            </a:extLst>
          </p:cNvPr>
          <p:cNvSpPr>
            <a:spLocks noGrp="1"/>
          </p:cNvSpPr>
          <p:nvPr/>
        </p:nvSpPr>
        <p:spPr>
          <a:xfrm>
            <a:off x="2036750" y="6055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8" name="data_6949">
            <a:extLst>
              <a:ext uri="{FF2B5EF4-FFF2-40B4-BE49-F238E27FC236}">
                <a16:creationId xmlns:a16="http://schemas.microsoft.com/office/drawing/2014/main" id="{0E0E5FAF-8D2A-42DB-91AE-E4DF94FE8F57}"/>
              </a:ext>
            </a:extLst>
          </p:cNvPr>
          <p:cNvSpPr>
            <a:spLocks noGrp="1"/>
          </p:cNvSpPr>
          <p:nvPr/>
        </p:nvSpPr>
        <p:spPr>
          <a:xfrm>
            <a:off x="1997053" y="5448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9" name="data_6950">
            <a:extLst>
              <a:ext uri="{FF2B5EF4-FFF2-40B4-BE49-F238E27FC236}">
                <a16:creationId xmlns:a16="http://schemas.microsoft.com/office/drawing/2014/main" id="{59E231E8-EA85-4D7E-8E48-B93073B67421}"/>
              </a:ext>
            </a:extLst>
          </p:cNvPr>
          <p:cNvSpPr>
            <a:spLocks noGrp="1"/>
          </p:cNvSpPr>
          <p:nvPr/>
        </p:nvSpPr>
        <p:spPr>
          <a:xfrm>
            <a:off x="2030776" y="55581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0" name="data_6951">
            <a:extLst>
              <a:ext uri="{FF2B5EF4-FFF2-40B4-BE49-F238E27FC236}">
                <a16:creationId xmlns:a16="http://schemas.microsoft.com/office/drawing/2014/main" id="{421A2928-4D87-43B7-A10A-9F8B73478663}"/>
              </a:ext>
            </a:extLst>
          </p:cNvPr>
          <p:cNvSpPr>
            <a:spLocks noGrp="1"/>
          </p:cNvSpPr>
          <p:nvPr/>
        </p:nvSpPr>
        <p:spPr>
          <a:xfrm>
            <a:off x="1884932" y="52281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1" name="data_6952">
            <a:extLst>
              <a:ext uri="{FF2B5EF4-FFF2-40B4-BE49-F238E27FC236}">
                <a16:creationId xmlns:a16="http://schemas.microsoft.com/office/drawing/2014/main" id="{0BE50922-0F07-4583-9E84-3A4CD0C9753F}"/>
              </a:ext>
            </a:extLst>
          </p:cNvPr>
          <p:cNvSpPr>
            <a:spLocks noGrp="1"/>
          </p:cNvSpPr>
          <p:nvPr/>
        </p:nvSpPr>
        <p:spPr>
          <a:xfrm>
            <a:off x="2014608" y="6320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2" name="data_6953">
            <a:extLst>
              <a:ext uri="{FF2B5EF4-FFF2-40B4-BE49-F238E27FC236}">
                <a16:creationId xmlns:a16="http://schemas.microsoft.com/office/drawing/2014/main" id="{BADBAB26-F594-457E-8D6D-B38938270B9B}"/>
              </a:ext>
            </a:extLst>
          </p:cNvPr>
          <p:cNvSpPr>
            <a:spLocks noGrp="1"/>
          </p:cNvSpPr>
          <p:nvPr/>
        </p:nvSpPr>
        <p:spPr>
          <a:xfrm>
            <a:off x="1888724" y="5274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3" name="data_6954">
            <a:extLst>
              <a:ext uri="{FF2B5EF4-FFF2-40B4-BE49-F238E27FC236}">
                <a16:creationId xmlns:a16="http://schemas.microsoft.com/office/drawing/2014/main" id="{CCEFFDED-5954-4A98-BA03-F9FABF093D11}"/>
              </a:ext>
            </a:extLst>
          </p:cNvPr>
          <p:cNvSpPr>
            <a:spLocks noGrp="1"/>
          </p:cNvSpPr>
          <p:nvPr/>
        </p:nvSpPr>
        <p:spPr>
          <a:xfrm>
            <a:off x="188049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4" name="data_6955">
            <a:extLst>
              <a:ext uri="{FF2B5EF4-FFF2-40B4-BE49-F238E27FC236}">
                <a16:creationId xmlns:a16="http://schemas.microsoft.com/office/drawing/2014/main" id="{A1B6EB3C-1122-40AC-91F8-863FE95B67BA}"/>
              </a:ext>
            </a:extLst>
          </p:cNvPr>
          <p:cNvSpPr>
            <a:spLocks noGrp="1"/>
          </p:cNvSpPr>
          <p:nvPr/>
        </p:nvSpPr>
        <p:spPr>
          <a:xfrm>
            <a:off x="1953162" y="66024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5" name="data_6956">
            <a:extLst>
              <a:ext uri="{FF2B5EF4-FFF2-40B4-BE49-F238E27FC236}">
                <a16:creationId xmlns:a16="http://schemas.microsoft.com/office/drawing/2014/main" id="{4E9F8941-5CCC-4D06-B1F1-89DEF4BC3061}"/>
              </a:ext>
            </a:extLst>
          </p:cNvPr>
          <p:cNvSpPr>
            <a:spLocks noGrp="1"/>
          </p:cNvSpPr>
          <p:nvPr/>
        </p:nvSpPr>
        <p:spPr>
          <a:xfrm>
            <a:off x="2044394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6" name="data_6957">
            <a:extLst>
              <a:ext uri="{FF2B5EF4-FFF2-40B4-BE49-F238E27FC236}">
                <a16:creationId xmlns:a16="http://schemas.microsoft.com/office/drawing/2014/main" id="{6E49BE20-5B11-4533-BEEC-C4829482C7A9}"/>
              </a:ext>
            </a:extLst>
          </p:cNvPr>
          <p:cNvSpPr>
            <a:spLocks noGrp="1"/>
          </p:cNvSpPr>
          <p:nvPr/>
        </p:nvSpPr>
        <p:spPr>
          <a:xfrm>
            <a:off x="1913986" y="61888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7" name="data_6958">
            <a:extLst>
              <a:ext uri="{FF2B5EF4-FFF2-40B4-BE49-F238E27FC236}">
                <a16:creationId xmlns:a16="http://schemas.microsoft.com/office/drawing/2014/main" id="{9F0403B0-049E-495D-973D-7B0D2E1F9679}"/>
              </a:ext>
            </a:extLst>
          </p:cNvPr>
          <p:cNvSpPr>
            <a:spLocks noGrp="1"/>
          </p:cNvSpPr>
          <p:nvPr/>
        </p:nvSpPr>
        <p:spPr>
          <a:xfrm>
            <a:off x="1936344" y="64346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8" name="data_6959">
            <a:extLst>
              <a:ext uri="{FF2B5EF4-FFF2-40B4-BE49-F238E27FC236}">
                <a16:creationId xmlns:a16="http://schemas.microsoft.com/office/drawing/2014/main" id="{E7062C17-3D54-49C5-8905-6A1020D1A1C9}"/>
              </a:ext>
            </a:extLst>
          </p:cNvPr>
          <p:cNvSpPr>
            <a:spLocks noGrp="1"/>
          </p:cNvSpPr>
          <p:nvPr/>
        </p:nvSpPr>
        <p:spPr>
          <a:xfrm>
            <a:off x="2022976" y="5300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9" name="data_6960">
            <a:extLst>
              <a:ext uri="{FF2B5EF4-FFF2-40B4-BE49-F238E27FC236}">
                <a16:creationId xmlns:a16="http://schemas.microsoft.com/office/drawing/2014/main" id="{3BF3AEC8-A319-4355-B047-F3F632C0EE0D}"/>
              </a:ext>
            </a:extLst>
          </p:cNvPr>
          <p:cNvSpPr>
            <a:spLocks noGrp="1"/>
          </p:cNvSpPr>
          <p:nvPr/>
        </p:nvSpPr>
        <p:spPr>
          <a:xfrm>
            <a:off x="1886154" y="55498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0" name="data_6961">
            <a:extLst>
              <a:ext uri="{FF2B5EF4-FFF2-40B4-BE49-F238E27FC236}">
                <a16:creationId xmlns:a16="http://schemas.microsoft.com/office/drawing/2014/main" id="{575F0385-F0FB-4E3B-BF6E-8E227ACE34B5}"/>
              </a:ext>
            </a:extLst>
          </p:cNvPr>
          <p:cNvSpPr>
            <a:spLocks noGrp="1"/>
          </p:cNvSpPr>
          <p:nvPr/>
        </p:nvSpPr>
        <p:spPr>
          <a:xfrm>
            <a:off x="1980365" y="5826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1" name="data_6962">
            <a:extLst>
              <a:ext uri="{FF2B5EF4-FFF2-40B4-BE49-F238E27FC236}">
                <a16:creationId xmlns:a16="http://schemas.microsoft.com/office/drawing/2014/main" id="{D3AE4775-B322-4A9A-8C25-767AAB8ED8EE}"/>
              </a:ext>
            </a:extLst>
          </p:cNvPr>
          <p:cNvSpPr>
            <a:spLocks noGrp="1"/>
          </p:cNvSpPr>
          <p:nvPr/>
        </p:nvSpPr>
        <p:spPr>
          <a:xfrm>
            <a:off x="1984005" y="53290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2" name="data_6963">
            <a:extLst>
              <a:ext uri="{FF2B5EF4-FFF2-40B4-BE49-F238E27FC236}">
                <a16:creationId xmlns:a16="http://schemas.microsoft.com/office/drawing/2014/main" id="{AB4B1EF0-6FDB-44C6-906A-9E2284EAF357}"/>
              </a:ext>
            </a:extLst>
          </p:cNvPr>
          <p:cNvSpPr>
            <a:spLocks noGrp="1"/>
          </p:cNvSpPr>
          <p:nvPr/>
        </p:nvSpPr>
        <p:spPr>
          <a:xfrm>
            <a:off x="1982108" y="5455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3" name="data_6964">
            <a:extLst>
              <a:ext uri="{FF2B5EF4-FFF2-40B4-BE49-F238E27FC236}">
                <a16:creationId xmlns:a16="http://schemas.microsoft.com/office/drawing/2014/main" id="{C277136A-B166-49C7-9CCB-960F93997776}"/>
              </a:ext>
            </a:extLst>
          </p:cNvPr>
          <p:cNvSpPr>
            <a:spLocks noGrp="1"/>
          </p:cNvSpPr>
          <p:nvPr/>
        </p:nvSpPr>
        <p:spPr>
          <a:xfrm>
            <a:off x="1996110" y="59660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4" name="data_6965">
            <a:extLst>
              <a:ext uri="{FF2B5EF4-FFF2-40B4-BE49-F238E27FC236}">
                <a16:creationId xmlns:a16="http://schemas.microsoft.com/office/drawing/2014/main" id="{ECCCBBA3-A74B-46B7-B3D4-CFFDE7765AD8}"/>
              </a:ext>
            </a:extLst>
          </p:cNvPr>
          <p:cNvSpPr>
            <a:spLocks noGrp="1"/>
          </p:cNvSpPr>
          <p:nvPr/>
        </p:nvSpPr>
        <p:spPr>
          <a:xfrm>
            <a:off x="1996346" y="5509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5" name="data_6966">
            <a:extLst>
              <a:ext uri="{FF2B5EF4-FFF2-40B4-BE49-F238E27FC236}">
                <a16:creationId xmlns:a16="http://schemas.microsoft.com/office/drawing/2014/main" id="{234B91B8-A65C-47B6-8031-16004170E4B2}"/>
              </a:ext>
            </a:extLst>
          </p:cNvPr>
          <p:cNvSpPr>
            <a:spLocks noGrp="1"/>
          </p:cNvSpPr>
          <p:nvPr/>
        </p:nvSpPr>
        <p:spPr>
          <a:xfrm>
            <a:off x="191244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6" name="data_6967">
            <a:extLst>
              <a:ext uri="{FF2B5EF4-FFF2-40B4-BE49-F238E27FC236}">
                <a16:creationId xmlns:a16="http://schemas.microsoft.com/office/drawing/2014/main" id="{794B05DE-652E-4A32-9238-63CA3D31FF17}"/>
              </a:ext>
            </a:extLst>
          </p:cNvPr>
          <p:cNvSpPr>
            <a:spLocks noGrp="1"/>
          </p:cNvSpPr>
          <p:nvPr/>
        </p:nvSpPr>
        <p:spPr>
          <a:xfrm>
            <a:off x="2040820" y="54635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7" name="data_6968">
            <a:extLst>
              <a:ext uri="{FF2B5EF4-FFF2-40B4-BE49-F238E27FC236}">
                <a16:creationId xmlns:a16="http://schemas.microsoft.com/office/drawing/2014/main" id="{4491DA32-D02E-41BD-BEA4-B130522D4EA9}"/>
              </a:ext>
            </a:extLst>
          </p:cNvPr>
          <p:cNvSpPr>
            <a:spLocks noGrp="1"/>
          </p:cNvSpPr>
          <p:nvPr/>
        </p:nvSpPr>
        <p:spPr>
          <a:xfrm>
            <a:off x="200688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8" name="data_6969">
            <a:extLst>
              <a:ext uri="{FF2B5EF4-FFF2-40B4-BE49-F238E27FC236}">
                <a16:creationId xmlns:a16="http://schemas.microsoft.com/office/drawing/2014/main" id="{BF4F83B0-B649-4713-912B-FB1E189E1BF7}"/>
              </a:ext>
            </a:extLst>
          </p:cNvPr>
          <p:cNvSpPr>
            <a:spLocks noGrp="1"/>
          </p:cNvSpPr>
          <p:nvPr/>
        </p:nvSpPr>
        <p:spPr>
          <a:xfrm>
            <a:off x="1928573" y="59784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9" name="data_6970">
            <a:extLst>
              <a:ext uri="{FF2B5EF4-FFF2-40B4-BE49-F238E27FC236}">
                <a16:creationId xmlns:a16="http://schemas.microsoft.com/office/drawing/2014/main" id="{73E60106-8E0D-40E4-A619-57227BE9AE68}"/>
              </a:ext>
            </a:extLst>
          </p:cNvPr>
          <p:cNvSpPr>
            <a:spLocks noGrp="1"/>
          </p:cNvSpPr>
          <p:nvPr/>
        </p:nvSpPr>
        <p:spPr>
          <a:xfrm>
            <a:off x="1948580" y="5578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0" name="data_6971">
            <a:extLst>
              <a:ext uri="{FF2B5EF4-FFF2-40B4-BE49-F238E27FC236}">
                <a16:creationId xmlns:a16="http://schemas.microsoft.com/office/drawing/2014/main" id="{29213D48-8D95-47F6-8A0E-19A7F84DC665}"/>
              </a:ext>
            </a:extLst>
          </p:cNvPr>
          <p:cNvSpPr>
            <a:spLocks noGrp="1"/>
          </p:cNvSpPr>
          <p:nvPr/>
        </p:nvSpPr>
        <p:spPr>
          <a:xfrm>
            <a:off x="1888950" y="5395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1" name="data_6972">
            <a:extLst>
              <a:ext uri="{FF2B5EF4-FFF2-40B4-BE49-F238E27FC236}">
                <a16:creationId xmlns:a16="http://schemas.microsoft.com/office/drawing/2014/main" id="{B55DEEBD-A144-4E8F-A34D-2C53104C8BFE}"/>
              </a:ext>
            </a:extLst>
          </p:cNvPr>
          <p:cNvSpPr>
            <a:spLocks noGrp="1"/>
          </p:cNvSpPr>
          <p:nvPr/>
        </p:nvSpPr>
        <p:spPr>
          <a:xfrm>
            <a:off x="1933648" y="58030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2" name="data_6973">
            <a:extLst>
              <a:ext uri="{FF2B5EF4-FFF2-40B4-BE49-F238E27FC236}">
                <a16:creationId xmlns:a16="http://schemas.microsoft.com/office/drawing/2014/main" id="{F9C7C65D-F0D2-422F-88C7-C67D971AD187}"/>
              </a:ext>
            </a:extLst>
          </p:cNvPr>
          <p:cNvSpPr>
            <a:spLocks noGrp="1"/>
          </p:cNvSpPr>
          <p:nvPr/>
        </p:nvSpPr>
        <p:spPr>
          <a:xfrm>
            <a:off x="1883628" y="56733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3" name="data_6974">
            <a:extLst>
              <a:ext uri="{FF2B5EF4-FFF2-40B4-BE49-F238E27FC236}">
                <a16:creationId xmlns:a16="http://schemas.microsoft.com/office/drawing/2014/main" id="{D909DED1-8EDF-4395-A6DD-50F19B6FAA47}"/>
              </a:ext>
            </a:extLst>
          </p:cNvPr>
          <p:cNvSpPr>
            <a:spLocks noGrp="1"/>
          </p:cNvSpPr>
          <p:nvPr/>
        </p:nvSpPr>
        <p:spPr>
          <a:xfrm>
            <a:off x="2017017" y="5465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4" name="data_6975">
            <a:extLst>
              <a:ext uri="{FF2B5EF4-FFF2-40B4-BE49-F238E27FC236}">
                <a16:creationId xmlns:a16="http://schemas.microsoft.com/office/drawing/2014/main" id="{AD4BAF43-B58B-4553-A6BE-9E2D16C88B53}"/>
              </a:ext>
            </a:extLst>
          </p:cNvPr>
          <p:cNvSpPr>
            <a:spLocks noGrp="1"/>
          </p:cNvSpPr>
          <p:nvPr/>
        </p:nvSpPr>
        <p:spPr>
          <a:xfrm>
            <a:off x="1982587" y="52073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5" name="data_6976">
            <a:extLst>
              <a:ext uri="{FF2B5EF4-FFF2-40B4-BE49-F238E27FC236}">
                <a16:creationId xmlns:a16="http://schemas.microsoft.com/office/drawing/2014/main" id="{09B97766-6FD6-44D7-AAFE-C84D936B8DAA}"/>
              </a:ext>
            </a:extLst>
          </p:cNvPr>
          <p:cNvSpPr>
            <a:spLocks noGrp="1"/>
          </p:cNvSpPr>
          <p:nvPr/>
        </p:nvSpPr>
        <p:spPr>
          <a:xfrm>
            <a:off x="2018495" y="5620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6" name="data_6977">
            <a:extLst>
              <a:ext uri="{FF2B5EF4-FFF2-40B4-BE49-F238E27FC236}">
                <a16:creationId xmlns:a16="http://schemas.microsoft.com/office/drawing/2014/main" id="{732FF960-4C6A-444A-9667-5E95C86E2753}"/>
              </a:ext>
            </a:extLst>
          </p:cNvPr>
          <p:cNvSpPr>
            <a:spLocks noGrp="1"/>
          </p:cNvSpPr>
          <p:nvPr/>
        </p:nvSpPr>
        <p:spPr>
          <a:xfrm>
            <a:off x="196962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7" name="data_6978">
            <a:extLst>
              <a:ext uri="{FF2B5EF4-FFF2-40B4-BE49-F238E27FC236}">
                <a16:creationId xmlns:a16="http://schemas.microsoft.com/office/drawing/2014/main" id="{17321A12-2CF9-465C-8243-781FF236A00F}"/>
              </a:ext>
            </a:extLst>
          </p:cNvPr>
          <p:cNvSpPr>
            <a:spLocks noGrp="1"/>
          </p:cNvSpPr>
          <p:nvPr/>
        </p:nvSpPr>
        <p:spPr>
          <a:xfrm>
            <a:off x="1886608" y="5531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8" name="data_6979">
            <a:extLst>
              <a:ext uri="{FF2B5EF4-FFF2-40B4-BE49-F238E27FC236}">
                <a16:creationId xmlns:a16="http://schemas.microsoft.com/office/drawing/2014/main" id="{BCBFE038-FF4B-48E2-8BF2-FBED0FD219E6}"/>
              </a:ext>
            </a:extLst>
          </p:cNvPr>
          <p:cNvSpPr>
            <a:spLocks noGrp="1"/>
          </p:cNvSpPr>
          <p:nvPr/>
        </p:nvSpPr>
        <p:spPr>
          <a:xfrm>
            <a:off x="2023218" y="59634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9" name="data_6980">
            <a:extLst>
              <a:ext uri="{FF2B5EF4-FFF2-40B4-BE49-F238E27FC236}">
                <a16:creationId xmlns:a16="http://schemas.microsoft.com/office/drawing/2014/main" id="{27656A0A-3F66-458E-9EBE-E1F79B982DA1}"/>
              </a:ext>
            </a:extLst>
          </p:cNvPr>
          <p:cNvSpPr>
            <a:spLocks noGrp="1"/>
          </p:cNvSpPr>
          <p:nvPr/>
        </p:nvSpPr>
        <p:spPr>
          <a:xfrm>
            <a:off x="1897636" y="67586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0" name="data_6981">
            <a:extLst>
              <a:ext uri="{FF2B5EF4-FFF2-40B4-BE49-F238E27FC236}">
                <a16:creationId xmlns:a16="http://schemas.microsoft.com/office/drawing/2014/main" id="{CE4B9506-7BF5-474B-B505-38A86B07496A}"/>
              </a:ext>
            </a:extLst>
          </p:cNvPr>
          <p:cNvSpPr>
            <a:spLocks noGrp="1"/>
          </p:cNvSpPr>
          <p:nvPr/>
        </p:nvSpPr>
        <p:spPr>
          <a:xfrm>
            <a:off x="1978009" y="5892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1" name="data_6982">
            <a:extLst>
              <a:ext uri="{FF2B5EF4-FFF2-40B4-BE49-F238E27FC236}">
                <a16:creationId xmlns:a16="http://schemas.microsoft.com/office/drawing/2014/main" id="{425C654A-9532-442E-91BD-EC6A0980DC9B}"/>
              </a:ext>
            </a:extLst>
          </p:cNvPr>
          <p:cNvSpPr>
            <a:spLocks noGrp="1"/>
          </p:cNvSpPr>
          <p:nvPr/>
        </p:nvSpPr>
        <p:spPr>
          <a:xfrm>
            <a:off x="1945554" y="6203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2" name="data_6983">
            <a:extLst>
              <a:ext uri="{FF2B5EF4-FFF2-40B4-BE49-F238E27FC236}">
                <a16:creationId xmlns:a16="http://schemas.microsoft.com/office/drawing/2014/main" id="{A7C1E033-FDA4-4FA7-9BEA-1FF60EDE26DB}"/>
              </a:ext>
            </a:extLst>
          </p:cNvPr>
          <p:cNvSpPr>
            <a:spLocks noGrp="1"/>
          </p:cNvSpPr>
          <p:nvPr/>
        </p:nvSpPr>
        <p:spPr>
          <a:xfrm>
            <a:off x="1906456" y="66780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3" name="data_6984">
            <a:extLst>
              <a:ext uri="{FF2B5EF4-FFF2-40B4-BE49-F238E27FC236}">
                <a16:creationId xmlns:a16="http://schemas.microsoft.com/office/drawing/2014/main" id="{28CFDFE7-DBA3-400E-9FD6-3E2F1B1A7687}"/>
              </a:ext>
            </a:extLst>
          </p:cNvPr>
          <p:cNvSpPr>
            <a:spLocks noGrp="1"/>
          </p:cNvSpPr>
          <p:nvPr/>
        </p:nvSpPr>
        <p:spPr>
          <a:xfrm>
            <a:off x="2017669" y="54183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4" name="data_6985">
            <a:extLst>
              <a:ext uri="{FF2B5EF4-FFF2-40B4-BE49-F238E27FC236}">
                <a16:creationId xmlns:a16="http://schemas.microsoft.com/office/drawing/2014/main" id="{BF8D21E6-081E-4F23-8390-DB2D99458522}"/>
              </a:ext>
            </a:extLst>
          </p:cNvPr>
          <p:cNvSpPr>
            <a:spLocks noGrp="1"/>
          </p:cNvSpPr>
          <p:nvPr/>
        </p:nvSpPr>
        <p:spPr>
          <a:xfrm>
            <a:off x="1916015" y="53030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5" name="data_6986">
            <a:extLst>
              <a:ext uri="{FF2B5EF4-FFF2-40B4-BE49-F238E27FC236}">
                <a16:creationId xmlns:a16="http://schemas.microsoft.com/office/drawing/2014/main" id="{64295675-63CF-40E7-AF7E-8F83F0926C0F}"/>
              </a:ext>
            </a:extLst>
          </p:cNvPr>
          <p:cNvSpPr>
            <a:spLocks noGrp="1"/>
          </p:cNvSpPr>
          <p:nvPr/>
        </p:nvSpPr>
        <p:spPr>
          <a:xfrm>
            <a:off x="2018651" y="53493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6" name="data_6987">
            <a:extLst>
              <a:ext uri="{FF2B5EF4-FFF2-40B4-BE49-F238E27FC236}">
                <a16:creationId xmlns:a16="http://schemas.microsoft.com/office/drawing/2014/main" id="{F431BF48-2AE0-4C08-9E5C-712C01BDBBF8}"/>
              </a:ext>
            </a:extLst>
          </p:cNvPr>
          <p:cNvSpPr>
            <a:spLocks noGrp="1"/>
          </p:cNvSpPr>
          <p:nvPr/>
        </p:nvSpPr>
        <p:spPr>
          <a:xfrm>
            <a:off x="1944783" y="6017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7" name="data_6988">
            <a:extLst>
              <a:ext uri="{FF2B5EF4-FFF2-40B4-BE49-F238E27FC236}">
                <a16:creationId xmlns:a16="http://schemas.microsoft.com/office/drawing/2014/main" id="{17DF2D6A-F411-4E8E-A4D9-AFB8E52356BD}"/>
              </a:ext>
            </a:extLst>
          </p:cNvPr>
          <p:cNvSpPr>
            <a:spLocks noGrp="1"/>
          </p:cNvSpPr>
          <p:nvPr/>
        </p:nvSpPr>
        <p:spPr>
          <a:xfrm>
            <a:off x="2011458" y="6518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8" name="data_6989">
            <a:extLst>
              <a:ext uri="{FF2B5EF4-FFF2-40B4-BE49-F238E27FC236}">
                <a16:creationId xmlns:a16="http://schemas.microsoft.com/office/drawing/2014/main" id="{BED3453F-8553-4C50-9627-845C0944515C}"/>
              </a:ext>
            </a:extLst>
          </p:cNvPr>
          <p:cNvSpPr>
            <a:spLocks noGrp="1"/>
          </p:cNvSpPr>
          <p:nvPr/>
        </p:nvSpPr>
        <p:spPr>
          <a:xfrm>
            <a:off x="1897914" y="56448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9" name="data_6990">
            <a:extLst>
              <a:ext uri="{FF2B5EF4-FFF2-40B4-BE49-F238E27FC236}">
                <a16:creationId xmlns:a16="http://schemas.microsoft.com/office/drawing/2014/main" id="{F3C51433-8FA6-42AD-A0C7-C30C19A6B714}"/>
              </a:ext>
            </a:extLst>
          </p:cNvPr>
          <p:cNvSpPr>
            <a:spLocks noGrp="1"/>
          </p:cNvSpPr>
          <p:nvPr/>
        </p:nvSpPr>
        <p:spPr>
          <a:xfrm>
            <a:off x="1992614" y="53308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0" name="data_6991">
            <a:extLst>
              <a:ext uri="{FF2B5EF4-FFF2-40B4-BE49-F238E27FC236}">
                <a16:creationId xmlns:a16="http://schemas.microsoft.com/office/drawing/2014/main" id="{EA64A567-1CD4-466B-85A3-A75F260239D1}"/>
              </a:ext>
            </a:extLst>
          </p:cNvPr>
          <p:cNvSpPr>
            <a:spLocks noGrp="1"/>
          </p:cNvSpPr>
          <p:nvPr/>
        </p:nvSpPr>
        <p:spPr>
          <a:xfrm>
            <a:off x="1900939" y="54224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1" name="data_6992">
            <a:extLst>
              <a:ext uri="{FF2B5EF4-FFF2-40B4-BE49-F238E27FC236}">
                <a16:creationId xmlns:a16="http://schemas.microsoft.com/office/drawing/2014/main" id="{8DDB453F-CED5-4C71-AF4C-741CB37FDEC7}"/>
              </a:ext>
            </a:extLst>
          </p:cNvPr>
          <p:cNvSpPr>
            <a:spLocks noGrp="1"/>
          </p:cNvSpPr>
          <p:nvPr/>
        </p:nvSpPr>
        <p:spPr>
          <a:xfrm>
            <a:off x="188868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2" name="data_6993">
            <a:extLst>
              <a:ext uri="{FF2B5EF4-FFF2-40B4-BE49-F238E27FC236}">
                <a16:creationId xmlns:a16="http://schemas.microsoft.com/office/drawing/2014/main" id="{FF483FF3-716E-482C-9ADD-176A3F5ED1C3}"/>
              </a:ext>
            </a:extLst>
          </p:cNvPr>
          <p:cNvSpPr>
            <a:spLocks noGrp="1"/>
          </p:cNvSpPr>
          <p:nvPr/>
        </p:nvSpPr>
        <p:spPr>
          <a:xfrm>
            <a:off x="1914728" y="53267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3" name="data_6994">
            <a:extLst>
              <a:ext uri="{FF2B5EF4-FFF2-40B4-BE49-F238E27FC236}">
                <a16:creationId xmlns:a16="http://schemas.microsoft.com/office/drawing/2014/main" id="{59F71805-577C-4B97-9429-C7711216A6C9}"/>
              </a:ext>
            </a:extLst>
          </p:cNvPr>
          <p:cNvSpPr>
            <a:spLocks noGrp="1"/>
          </p:cNvSpPr>
          <p:nvPr/>
        </p:nvSpPr>
        <p:spPr>
          <a:xfrm>
            <a:off x="1929360" y="56725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4" name="data_6995">
            <a:extLst>
              <a:ext uri="{FF2B5EF4-FFF2-40B4-BE49-F238E27FC236}">
                <a16:creationId xmlns:a16="http://schemas.microsoft.com/office/drawing/2014/main" id="{D8355BC6-C5EB-43EE-86D1-B1D3EB3A74E2}"/>
              </a:ext>
            </a:extLst>
          </p:cNvPr>
          <p:cNvSpPr>
            <a:spLocks noGrp="1"/>
          </p:cNvSpPr>
          <p:nvPr/>
        </p:nvSpPr>
        <p:spPr>
          <a:xfrm>
            <a:off x="1998344" y="53101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5" name="data_6996">
            <a:extLst>
              <a:ext uri="{FF2B5EF4-FFF2-40B4-BE49-F238E27FC236}">
                <a16:creationId xmlns:a16="http://schemas.microsoft.com/office/drawing/2014/main" id="{F446636B-308D-41D8-973C-D2901B721CC8}"/>
              </a:ext>
            </a:extLst>
          </p:cNvPr>
          <p:cNvSpPr>
            <a:spLocks noGrp="1"/>
          </p:cNvSpPr>
          <p:nvPr/>
        </p:nvSpPr>
        <p:spPr>
          <a:xfrm>
            <a:off x="1946495" y="54497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6" name="data_6997">
            <a:extLst>
              <a:ext uri="{FF2B5EF4-FFF2-40B4-BE49-F238E27FC236}">
                <a16:creationId xmlns:a16="http://schemas.microsoft.com/office/drawing/2014/main" id="{EF6E6FF5-A47B-4C9C-92F5-39CC54CC9ED9}"/>
              </a:ext>
            </a:extLst>
          </p:cNvPr>
          <p:cNvSpPr>
            <a:spLocks noGrp="1"/>
          </p:cNvSpPr>
          <p:nvPr/>
        </p:nvSpPr>
        <p:spPr>
          <a:xfrm>
            <a:off x="2029897" y="5564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7" name="data_6998">
            <a:extLst>
              <a:ext uri="{FF2B5EF4-FFF2-40B4-BE49-F238E27FC236}">
                <a16:creationId xmlns:a16="http://schemas.microsoft.com/office/drawing/2014/main" id="{B0B30CCD-5C07-4CF0-AE14-7F9779AB60BC}"/>
              </a:ext>
            </a:extLst>
          </p:cNvPr>
          <p:cNvSpPr>
            <a:spLocks noGrp="1"/>
          </p:cNvSpPr>
          <p:nvPr/>
        </p:nvSpPr>
        <p:spPr>
          <a:xfrm>
            <a:off x="195661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8" name="data_6999">
            <a:extLst>
              <a:ext uri="{FF2B5EF4-FFF2-40B4-BE49-F238E27FC236}">
                <a16:creationId xmlns:a16="http://schemas.microsoft.com/office/drawing/2014/main" id="{04B2E83D-8E90-4253-8799-0C6FB8A8351F}"/>
              </a:ext>
            </a:extLst>
          </p:cNvPr>
          <p:cNvSpPr>
            <a:spLocks noGrp="1"/>
          </p:cNvSpPr>
          <p:nvPr/>
        </p:nvSpPr>
        <p:spPr>
          <a:xfrm>
            <a:off x="252149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9" name="data_7000">
            <a:extLst>
              <a:ext uri="{FF2B5EF4-FFF2-40B4-BE49-F238E27FC236}">
                <a16:creationId xmlns:a16="http://schemas.microsoft.com/office/drawing/2014/main" id="{8ADF15D2-04AC-456F-A4C0-280162AA58E3}"/>
              </a:ext>
            </a:extLst>
          </p:cNvPr>
          <p:cNvSpPr>
            <a:spLocks noGrp="1"/>
          </p:cNvSpPr>
          <p:nvPr/>
        </p:nvSpPr>
        <p:spPr>
          <a:xfrm>
            <a:off x="2498878" y="53400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0" name="data_7001">
            <a:extLst>
              <a:ext uri="{FF2B5EF4-FFF2-40B4-BE49-F238E27FC236}">
                <a16:creationId xmlns:a16="http://schemas.microsoft.com/office/drawing/2014/main" id="{35A0021F-DF97-4B55-A534-161FC6F53423}"/>
              </a:ext>
            </a:extLst>
          </p:cNvPr>
          <p:cNvSpPr>
            <a:spLocks noGrp="1"/>
          </p:cNvSpPr>
          <p:nvPr/>
        </p:nvSpPr>
        <p:spPr>
          <a:xfrm>
            <a:off x="252035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1" name="data_7002">
            <a:extLst>
              <a:ext uri="{FF2B5EF4-FFF2-40B4-BE49-F238E27FC236}">
                <a16:creationId xmlns:a16="http://schemas.microsoft.com/office/drawing/2014/main" id="{36ECF841-EA4D-49D4-BDA1-61B40E91D7E3}"/>
              </a:ext>
            </a:extLst>
          </p:cNvPr>
          <p:cNvSpPr>
            <a:spLocks noGrp="1"/>
          </p:cNvSpPr>
          <p:nvPr/>
        </p:nvSpPr>
        <p:spPr>
          <a:xfrm>
            <a:off x="252372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2" name="data_7003">
            <a:extLst>
              <a:ext uri="{FF2B5EF4-FFF2-40B4-BE49-F238E27FC236}">
                <a16:creationId xmlns:a16="http://schemas.microsoft.com/office/drawing/2014/main" id="{0FF2ED87-B8A9-4C18-95F1-B51B60621375}"/>
              </a:ext>
            </a:extLst>
          </p:cNvPr>
          <p:cNvSpPr>
            <a:spLocks noGrp="1"/>
          </p:cNvSpPr>
          <p:nvPr/>
        </p:nvSpPr>
        <p:spPr>
          <a:xfrm>
            <a:off x="2645281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3" name="data_7004">
            <a:extLst>
              <a:ext uri="{FF2B5EF4-FFF2-40B4-BE49-F238E27FC236}">
                <a16:creationId xmlns:a16="http://schemas.microsoft.com/office/drawing/2014/main" id="{A115FAD4-87F3-4EC8-BCDE-B9EE39078AE3}"/>
              </a:ext>
            </a:extLst>
          </p:cNvPr>
          <p:cNvSpPr>
            <a:spLocks noGrp="1"/>
          </p:cNvSpPr>
          <p:nvPr/>
        </p:nvSpPr>
        <p:spPr>
          <a:xfrm>
            <a:off x="2634582" y="539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4" name="data_7005">
            <a:extLst>
              <a:ext uri="{FF2B5EF4-FFF2-40B4-BE49-F238E27FC236}">
                <a16:creationId xmlns:a16="http://schemas.microsoft.com/office/drawing/2014/main" id="{5404612E-E0CF-4328-8171-5838E1CF9B66}"/>
              </a:ext>
            </a:extLst>
          </p:cNvPr>
          <p:cNvSpPr>
            <a:spLocks noGrp="1"/>
          </p:cNvSpPr>
          <p:nvPr/>
        </p:nvSpPr>
        <p:spPr>
          <a:xfrm>
            <a:off x="2503048" y="5705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5" name="data_7006">
            <a:extLst>
              <a:ext uri="{FF2B5EF4-FFF2-40B4-BE49-F238E27FC236}">
                <a16:creationId xmlns:a16="http://schemas.microsoft.com/office/drawing/2014/main" id="{9032AB63-54A1-4438-9B2B-CEC14A9E4594}"/>
              </a:ext>
            </a:extLst>
          </p:cNvPr>
          <p:cNvSpPr>
            <a:spLocks noGrp="1"/>
          </p:cNvSpPr>
          <p:nvPr/>
        </p:nvSpPr>
        <p:spPr>
          <a:xfrm>
            <a:off x="2613415" y="53817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6" name="data_7007">
            <a:extLst>
              <a:ext uri="{FF2B5EF4-FFF2-40B4-BE49-F238E27FC236}">
                <a16:creationId xmlns:a16="http://schemas.microsoft.com/office/drawing/2014/main" id="{977AC70C-5000-49A6-BE8A-2DBF67B28BA0}"/>
              </a:ext>
            </a:extLst>
          </p:cNvPr>
          <p:cNvSpPr>
            <a:spLocks noGrp="1"/>
          </p:cNvSpPr>
          <p:nvPr/>
        </p:nvSpPr>
        <p:spPr>
          <a:xfrm>
            <a:off x="2527190" y="605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7" name="data_7008">
            <a:extLst>
              <a:ext uri="{FF2B5EF4-FFF2-40B4-BE49-F238E27FC236}">
                <a16:creationId xmlns:a16="http://schemas.microsoft.com/office/drawing/2014/main" id="{8294DC0F-F13C-4A0E-87A4-DC38F7D798BF}"/>
              </a:ext>
            </a:extLst>
          </p:cNvPr>
          <p:cNvSpPr>
            <a:spLocks noGrp="1"/>
          </p:cNvSpPr>
          <p:nvPr/>
        </p:nvSpPr>
        <p:spPr>
          <a:xfrm>
            <a:off x="256354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8" name="data_7009">
            <a:extLst>
              <a:ext uri="{FF2B5EF4-FFF2-40B4-BE49-F238E27FC236}">
                <a16:creationId xmlns:a16="http://schemas.microsoft.com/office/drawing/2014/main" id="{799A55D1-4473-4065-8694-D8E97E5B7783}"/>
              </a:ext>
            </a:extLst>
          </p:cNvPr>
          <p:cNvSpPr>
            <a:spLocks noGrp="1"/>
          </p:cNvSpPr>
          <p:nvPr/>
        </p:nvSpPr>
        <p:spPr>
          <a:xfrm>
            <a:off x="2652064" y="6430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9" name="data_7010">
            <a:extLst>
              <a:ext uri="{FF2B5EF4-FFF2-40B4-BE49-F238E27FC236}">
                <a16:creationId xmlns:a16="http://schemas.microsoft.com/office/drawing/2014/main" id="{023CA51D-F56B-40D3-85D5-3196443AE19E}"/>
              </a:ext>
            </a:extLst>
          </p:cNvPr>
          <p:cNvSpPr>
            <a:spLocks noGrp="1"/>
          </p:cNvSpPr>
          <p:nvPr/>
        </p:nvSpPr>
        <p:spPr>
          <a:xfrm>
            <a:off x="2664027" y="54560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0" name="data_7011">
            <a:extLst>
              <a:ext uri="{FF2B5EF4-FFF2-40B4-BE49-F238E27FC236}">
                <a16:creationId xmlns:a16="http://schemas.microsoft.com/office/drawing/2014/main" id="{C8D02B87-2D3F-4FE6-A96A-18F8A66F6777}"/>
              </a:ext>
            </a:extLst>
          </p:cNvPr>
          <p:cNvSpPr>
            <a:spLocks noGrp="1"/>
          </p:cNvSpPr>
          <p:nvPr/>
        </p:nvSpPr>
        <p:spPr>
          <a:xfrm>
            <a:off x="2559811" y="64772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1" name="data_7012">
            <a:extLst>
              <a:ext uri="{FF2B5EF4-FFF2-40B4-BE49-F238E27FC236}">
                <a16:creationId xmlns:a16="http://schemas.microsoft.com/office/drawing/2014/main" id="{2BEE06C6-C7D6-4E43-A95B-AA899A938FDA}"/>
              </a:ext>
            </a:extLst>
          </p:cNvPr>
          <p:cNvSpPr>
            <a:spLocks noGrp="1"/>
          </p:cNvSpPr>
          <p:nvPr/>
        </p:nvSpPr>
        <p:spPr>
          <a:xfrm>
            <a:off x="262799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2" name="data_7013">
            <a:extLst>
              <a:ext uri="{FF2B5EF4-FFF2-40B4-BE49-F238E27FC236}">
                <a16:creationId xmlns:a16="http://schemas.microsoft.com/office/drawing/2014/main" id="{8F658F6B-4796-49A3-8B8D-52034C553B3B}"/>
              </a:ext>
            </a:extLst>
          </p:cNvPr>
          <p:cNvSpPr>
            <a:spLocks noGrp="1"/>
          </p:cNvSpPr>
          <p:nvPr/>
        </p:nvSpPr>
        <p:spPr>
          <a:xfrm>
            <a:off x="2590541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3" name="data_7014">
            <a:extLst>
              <a:ext uri="{FF2B5EF4-FFF2-40B4-BE49-F238E27FC236}">
                <a16:creationId xmlns:a16="http://schemas.microsoft.com/office/drawing/2014/main" id="{C42E276B-9A51-4A54-A8AE-566C3BB11AAC}"/>
              </a:ext>
            </a:extLst>
          </p:cNvPr>
          <p:cNvSpPr>
            <a:spLocks noGrp="1"/>
          </p:cNvSpPr>
          <p:nvPr/>
        </p:nvSpPr>
        <p:spPr>
          <a:xfrm>
            <a:off x="261922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4" name="data_7015">
            <a:extLst>
              <a:ext uri="{FF2B5EF4-FFF2-40B4-BE49-F238E27FC236}">
                <a16:creationId xmlns:a16="http://schemas.microsoft.com/office/drawing/2014/main" id="{A97D2861-97C2-46CB-9EBF-29D86D9BF10B}"/>
              </a:ext>
            </a:extLst>
          </p:cNvPr>
          <p:cNvSpPr>
            <a:spLocks noGrp="1"/>
          </p:cNvSpPr>
          <p:nvPr/>
        </p:nvSpPr>
        <p:spPr>
          <a:xfrm>
            <a:off x="2513062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5" name="data_7016">
            <a:extLst>
              <a:ext uri="{FF2B5EF4-FFF2-40B4-BE49-F238E27FC236}">
                <a16:creationId xmlns:a16="http://schemas.microsoft.com/office/drawing/2014/main" id="{616C97D5-5477-400D-BC33-E23B1B0728D3}"/>
              </a:ext>
            </a:extLst>
          </p:cNvPr>
          <p:cNvSpPr>
            <a:spLocks noGrp="1"/>
          </p:cNvSpPr>
          <p:nvPr/>
        </p:nvSpPr>
        <p:spPr>
          <a:xfrm>
            <a:off x="266137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6" name="data_7017">
            <a:extLst>
              <a:ext uri="{FF2B5EF4-FFF2-40B4-BE49-F238E27FC236}">
                <a16:creationId xmlns:a16="http://schemas.microsoft.com/office/drawing/2014/main" id="{059FB938-7661-49BF-A597-169E5A4757EA}"/>
              </a:ext>
            </a:extLst>
          </p:cNvPr>
          <p:cNvSpPr>
            <a:spLocks noGrp="1"/>
          </p:cNvSpPr>
          <p:nvPr/>
        </p:nvSpPr>
        <p:spPr>
          <a:xfrm>
            <a:off x="2582237" y="65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7" name="data_7018">
            <a:extLst>
              <a:ext uri="{FF2B5EF4-FFF2-40B4-BE49-F238E27FC236}">
                <a16:creationId xmlns:a16="http://schemas.microsoft.com/office/drawing/2014/main" id="{2804BEF0-FD0C-45D1-BF97-C03BEB3B668F}"/>
              </a:ext>
            </a:extLst>
          </p:cNvPr>
          <p:cNvSpPr>
            <a:spLocks noGrp="1"/>
          </p:cNvSpPr>
          <p:nvPr/>
        </p:nvSpPr>
        <p:spPr>
          <a:xfrm>
            <a:off x="259444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8" name="data_7019">
            <a:extLst>
              <a:ext uri="{FF2B5EF4-FFF2-40B4-BE49-F238E27FC236}">
                <a16:creationId xmlns:a16="http://schemas.microsoft.com/office/drawing/2014/main" id="{D9F8F1A5-447E-4D1B-921C-FAA6D5CA8375}"/>
              </a:ext>
            </a:extLst>
          </p:cNvPr>
          <p:cNvSpPr>
            <a:spLocks noGrp="1"/>
          </p:cNvSpPr>
          <p:nvPr/>
        </p:nvSpPr>
        <p:spPr>
          <a:xfrm>
            <a:off x="2643946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9" name="data_7020">
            <a:extLst>
              <a:ext uri="{FF2B5EF4-FFF2-40B4-BE49-F238E27FC236}">
                <a16:creationId xmlns:a16="http://schemas.microsoft.com/office/drawing/2014/main" id="{48A4A798-88AB-4B6E-8172-15EB19A5F5A8}"/>
              </a:ext>
            </a:extLst>
          </p:cNvPr>
          <p:cNvSpPr>
            <a:spLocks noGrp="1"/>
          </p:cNvSpPr>
          <p:nvPr/>
        </p:nvSpPr>
        <p:spPr>
          <a:xfrm>
            <a:off x="253686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0" name="data_7021">
            <a:extLst>
              <a:ext uri="{FF2B5EF4-FFF2-40B4-BE49-F238E27FC236}">
                <a16:creationId xmlns:a16="http://schemas.microsoft.com/office/drawing/2014/main" id="{57F5B524-53E5-42A1-8748-3289EE5FC6F6}"/>
              </a:ext>
            </a:extLst>
          </p:cNvPr>
          <p:cNvSpPr>
            <a:spLocks noGrp="1"/>
          </p:cNvSpPr>
          <p:nvPr/>
        </p:nvSpPr>
        <p:spPr>
          <a:xfrm>
            <a:off x="2553229" y="61899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1" name="data_7022">
            <a:extLst>
              <a:ext uri="{FF2B5EF4-FFF2-40B4-BE49-F238E27FC236}">
                <a16:creationId xmlns:a16="http://schemas.microsoft.com/office/drawing/2014/main" id="{9529A8E6-9BC0-40DB-944C-66D48DEB8590}"/>
              </a:ext>
            </a:extLst>
          </p:cNvPr>
          <p:cNvSpPr>
            <a:spLocks noGrp="1"/>
          </p:cNvSpPr>
          <p:nvPr/>
        </p:nvSpPr>
        <p:spPr>
          <a:xfrm>
            <a:off x="2611021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2" name="data_7023">
            <a:extLst>
              <a:ext uri="{FF2B5EF4-FFF2-40B4-BE49-F238E27FC236}">
                <a16:creationId xmlns:a16="http://schemas.microsoft.com/office/drawing/2014/main" id="{B991D135-22BE-490E-A3D8-D51DF8609A75}"/>
              </a:ext>
            </a:extLst>
          </p:cNvPr>
          <p:cNvSpPr>
            <a:spLocks noGrp="1"/>
          </p:cNvSpPr>
          <p:nvPr/>
        </p:nvSpPr>
        <p:spPr>
          <a:xfrm>
            <a:off x="249629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3" name="data_7024">
            <a:extLst>
              <a:ext uri="{FF2B5EF4-FFF2-40B4-BE49-F238E27FC236}">
                <a16:creationId xmlns:a16="http://schemas.microsoft.com/office/drawing/2014/main" id="{A3BD4275-51B2-4A7A-981B-5076FD956137}"/>
              </a:ext>
            </a:extLst>
          </p:cNvPr>
          <p:cNvSpPr>
            <a:spLocks noGrp="1"/>
          </p:cNvSpPr>
          <p:nvPr/>
        </p:nvSpPr>
        <p:spPr>
          <a:xfrm>
            <a:off x="2496006" y="65062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4" name="data_7025">
            <a:extLst>
              <a:ext uri="{FF2B5EF4-FFF2-40B4-BE49-F238E27FC236}">
                <a16:creationId xmlns:a16="http://schemas.microsoft.com/office/drawing/2014/main" id="{9A94E3F0-CCDD-441B-82F6-8FD2CEE90F97}"/>
              </a:ext>
            </a:extLst>
          </p:cNvPr>
          <p:cNvSpPr>
            <a:spLocks noGrp="1"/>
          </p:cNvSpPr>
          <p:nvPr/>
        </p:nvSpPr>
        <p:spPr>
          <a:xfrm>
            <a:off x="25306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5" name="data_7026">
            <a:extLst>
              <a:ext uri="{FF2B5EF4-FFF2-40B4-BE49-F238E27FC236}">
                <a16:creationId xmlns:a16="http://schemas.microsoft.com/office/drawing/2014/main" id="{ED3810F2-508C-47AC-86EA-38102DAE8B3D}"/>
              </a:ext>
            </a:extLst>
          </p:cNvPr>
          <p:cNvSpPr>
            <a:spLocks noGrp="1"/>
          </p:cNvSpPr>
          <p:nvPr/>
        </p:nvSpPr>
        <p:spPr>
          <a:xfrm>
            <a:off x="2627219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6" name="data_7027">
            <a:extLst>
              <a:ext uri="{FF2B5EF4-FFF2-40B4-BE49-F238E27FC236}">
                <a16:creationId xmlns:a16="http://schemas.microsoft.com/office/drawing/2014/main" id="{9BC39967-C112-40C4-86AD-DBD08D9BDF39}"/>
              </a:ext>
            </a:extLst>
          </p:cNvPr>
          <p:cNvSpPr>
            <a:spLocks noGrp="1"/>
          </p:cNvSpPr>
          <p:nvPr/>
        </p:nvSpPr>
        <p:spPr>
          <a:xfrm>
            <a:off x="252030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7" name="data_7028">
            <a:extLst>
              <a:ext uri="{FF2B5EF4-FFF2-40B4-BE49-F238E27FC236}">
                <a16:creationId xmlns:a16="http://schemas.microsoft.com/office/drawing/2014/main" id="{EBF19E05-B850-4D26-942B-67E90C24908C}"/>
              </a:ext>
            </a:extLst>
          </p:cNvPr>
          <p:cNvSpPr>
            <a:spLocks noGrp="1"/>
          </p:cNvSpPr>
          <p:nvPr/>
        </p:nvSpPr>
        <p:spPr>
          <a:xfrm>
            <a:off x="252892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8" name="data_7029">
            <a:extLst>
              <a:ext uri="{FF2B5EF4-FFF2-40B4-BE49-F238E27FC236}">
                <a16:creationId xmlns:a16="http://schemas.microsoft.com/office/drawing/2014/main" id="{D9687D74-FA56-46C7-9F34-DD339AE0F750}"/>
              </a:ext>
            </a:extLst>
          </p:cNvPr>
          <p:cNvSpPr>
            <a:spLocks noGrp="1"/>
          </p:cNvSpPr>
          <p:nvPr/>
        </p:nvSpPr>
        <p:spPr>
          <a:xfrm>
            <a:off x="251315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9" name="data_7030">
            <a:extLst>
              <a:ext uri="{FF2B5EF4-FFF2-40B4-BE49-F238E27FC236}">
                <a16:creationId xmlns:a16="http://schemas.microsoft.com/office/drawing/2014/main" id="{63F091BB-A6DA-42F8-8333-5369A2FB8F00}"/>
              </a:ext>
            </a:extLst>
          </p:cNvPr>
          <p:cNvSpPr>
            <a:spLocks noGrp="1"/>
          </p:cNvSpPr>
          <p:nvPr/>
        </p:nvSpPr>
        <p:spPr>
          <a:xfrm>
            <a:off x="2637647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0" name="data_7031">
            <a:extLst>
              <a:ext uri="{FF2B5EF4-FFF2-40B4-BE49-F238E27FC236}">
                <a16:creationId xmlns:a16="http://schemas.microsoft.com/office/drawing/2014/main" id="{2D621FAF-690C-41C9-91CF-67C358790819}"/>
              </a:ext>
            </a:extLst>
          </p:cNvPr>
          <p:cNvSpPr>
            <a:spLocks noGrp="1"/>
          </p:cNvSpPr>
          <p:nvPr/>
        </p:nvSpPr>
        <p:spPr>
          <a:xfrm>
            <a:off x="2651910" y="68809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1" name="data_7032">
            <a:extLst>
              <a:ext uri="{FF2B5EF4-FFF2-40B4-BE49-F238E27FC236}">
                <a16:creationId xmlns:a16="http://schemas.microsoft.com/office/drawing/2014/main" id="{32B3A01C-3D46-4711-A72D-484CCE74DDD6}"/>
              </a:ext>
            </a:extLst>
          </p:cNvPr>
          <p:cNvSpPr>
            <a:spLocks noGrp="1"/>
          </p:cNvSpPr>
          <p:nvPr/>
        </p:nvSpPr>
        <p:spPr>
          <a:xfrm>
            <a:off x="265843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2" name="data_7033">
            <a:extLst>
              <a:ext uri="{FF2B5EF4-FFF2-40B4-BE49-F238E27FC236}">
                <a16:creationId xmlns:a16="http://schemas.microsoft.com/office/drawing/2014/main" id="{F166BACD-50A6-441A-8CB5-46BC16232B2A}"/>
              </a:ext>
            </a:extLst>
          </p:cNvPr>
          <p:cNvSpPr>
            <a:spLocks noGrp="1"/>
          </p:cNvSpPr>
          <p:nvPr/>
        </p:nvSpPr>
        <p:spPr>
          <a:xfrm>
            <a:off x="2599826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3" name="data_7034">
            <a:extLst>
              <a:ext uri="{FF2B5EF4-FFF2-40B4-BE49-F238E27FC236}">
                <a16:creationId xmlns:a16="http://schemas.microsoft.com/office/drawing/2014/main" id="{C07B10CA-081A-43CF-B6D1-39731014E687}"/>
              </a:ext>
            </a:extLst>
          </p:cNvPr>
          <p:cNvSpPr>
            <a:spLocks noGrp="1"/>
          </p:cNvSpPr>
          <p:nvPr/>
        </p:nvSpPr>
        <p:spPr>
          <a:xfrm>
            <a:off x="251721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4" name="data_7035">
            <a:extLst>
              <a:ext uri="{FF2B5EF4-FFF2-40B4-BE49-F238E27FC236}">
                <a16:creationId xmlns:a16="http://schemas.microsoft.com/office/drawing/2014/main" id="{63BB7C22-4A44-4A94-AC4E-E4226E8F6376}"/>
              </a:ext>
            </a:extLst>
          </p:cNvPr>
          <p:cNvSpPr>
            <a:spLocks noGrp="1"/>
          </p:cNvSpPr>
          <p:nvPr/>
        </p:nvSpPr>
        <p:spPr>
          <a:xfrm>
            <a:off x="251035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5" name="data_7036">
            <a:extLst>
              <a:ext uri="{FF2B5EF4-FFF2-40B4-BE49-F238E27FC236}">
                <a16:creationId xmlns:a16="http://schemas.microsoft.com/office/drawing/2014/main" id="{991512F6-EE65-4873-9DDD-1BB7D0762C6D}"/>
              </a:ext>
            </a:extLst>
          </p:cNvPr>
          <p:cNvSpPr>
            <a:spLocks noGrp="1"/>
          </p:cNvSpPr>
          <p:nvPr/>
        </p:nvSpPr>
        <p:spPr>
          <a:xfrm>
            <a:off x="2580008" y="53526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6" name="data_7037">
            <a:extLst>
              <a:ext uri="{FF2B5EF4-FFF2-40B4-BE49-F238E27FC236}">
                <a16:creationId xmlns:a16="http://schemas.microsoft.com/office/drawing/2014/main" id="{F3DC50B9-6AC1-46FB-8093-26EF74047EA8}"/>
              </a:ext>
            </a:extLst>
          </p:cNvPr>
          <p:cNvSpPr>
            <a:spLocks noGrp="1"/>
          </p:cNvSpPr>
          <p:nvPr/>
        </p:nvSpPr>
        <p:spPr>
          <a:xfrm>
            <a:off x="258113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7" name="data_7038">
            <a:extLst>
              <a:ext uri="{FF2B5EF4-FFF2-40B4-BE49-F238E27FC236}">
                <a16:creationId xmlns:a16="http://schemas.microsoft.com/office/drawing/2014/main" id="{FF700044-D45F-4192-93FF-D9BFF66B8021}"/>
              </a:ext>
            </a:extLst>
          </p:cNvPr>
          <p:cNvSpPr>
            <a:spLocks noGrp="1"/>
          </p:cNvSpPr>
          <p:nvPr/>
        </p:nvSpPr>
        <p:spPr>
          <a:xfrm>
            <a:off x="2517418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8" name="data_7039">
            <a:extLst>
              <a:ext uri="{FF2B5EF4-FFF2-40B4-BE49-F238E27FC236}">
                <a16:creationId xmlns:a16="http://schemas.microsoft.com/office/drawing/2014/main" id="{D94525B0-B710-4783-AC60-AAB181C0EE46}"/>
              </a:ext>
            </a:extLst>
          </p:cNvPr>
          <p:cNvSpPr>
            <a:spLocks noGrp="1"/>
          </p:cNvSpPr>
          <p:nvPr/>
        </p:nvSpPr>
        <p:spPr>
          <a:xfrm>
            <a:off x="2612638" y="6848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9" name="data_7040">
            <a:extLst>
              <a:ext uri="{FF2B5EF4-FFF2-40B4-BE49-F238E27FC236}">
                <a16:creationId xmlns:a16="http://schemas.microsoft.com/office/drawing/2014/main" id="{628DCF0F-1755-47E3-80A9-30F3EF509C20}"/>
              </a:ext>
            </a:extLst>
          </p:cNvPr>
          <p:cNvSpPr>
            <a:spLocks noGrp="1"/>
          </p:cNvSpPr>
          <p:nvPr/>
        </p:nvSpPr>
        <p:spPr>
          <a:xfrm>
            <a:off x="262592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0" name="data_7041">
            <a:extLst>
              <a:ext uri="{FF2B5EF4-FFF2-40B4-BE49-F238E27FC236}">
                <a16:creationId xmlns:a16="http://schemas.microsoft.com/office/drawing/2014/main" id="{CCA3AE24-7964-4B02-82EE-D6A6F3E429AF}"/>
              </a:ext>
            </a:extLst>
          </p:cNvPr>
          <p:cNvSpPr>
            <a:spLocks noGrp="1"/>
          </p:cNvSpPr>
          <p:nvPr/>
        </p:nvSpPr>
        <p:spPr>
          <a:xfrm>
            <a:off x="2628222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1" name="data_7042">
            <a:extLst>
              <a:ext uri="{FF2B5EF4-FFF2-40B4-BE49-F238E27FC236}">
                <a16:creationId xmlns:a16="http://schemas.microsoft.com/office/drawing/2014/main" id="{0A623F52-3BD5-4969-B40D-663851915084}"/>
              </a:ext>
            </a:extLst>
          </p:cNvPr>
          <p:cNvSpPr>
            <a:spLocks noGrp="1"/>
          </p:cNvSpPr>
          <p:nvPr/>
        </p:nvSpPr>
        <p:spPr>
          <a:xfrm>
            <a:off x="261556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2" name="data_7043">
            <a:extLst>
              <a:ext uri="{FF2B5EF4-FFF2-40B4-BE49-F238E27FC236}">
                <a16:creationId xmlns:a16="http://schemas.microsoft.com/office/drawing/2014/main" id="{DFE28BD0-825E-428F-A8DE-B71820B90146}"/>
              </a:ext>
            </a:extLst>
          </p:cNvPr>
          <p:cNvSpPr>
            <a:spLocks noGrp="1"/>
          </p:cNvSpPr>
          <p:nvPr/>
        </p:nvSpPr>
        <p:spPr>
          <a:xfrm>
            <a:off x="2637968" y="55361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3" name="data_7044">
            <a:extLst>
              <a:ext uri="{FF2B5EF4-FFF2-40B4-BE49-F238E27FC236}">
                <a16:creationId xmlns:a16="http://schemas.microsoft.com/office/drawing/2014/main" id="{D0558026-D437-48D6-B21C-BBDFC730BE05}"/>
              </a:ext>
            </a:extLst>
          </p:cNvPr>
          <p:cNvSpPr>
            <a:spLocks noGrp="1"/>
          </p:cNvSpPr>
          <p:nvPr/>
        </p:nvSpPr>
        <p:spPr>
          <a:xfrm>
            <a:off x="254928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4" name="data_7045">
            <a:extLst>
              <a:ext uri="{FF2B5EF4-FFF2-40B4-BE49-F238E27FC236}">
                <a16:creationId xmlns:a16="http://schemas.microsoft.com/office/drawing/2014/main" id="{45CB4ADC-6A1B-4A1D-889E-4EC04ED0944C}"/>
              </a:ext>
            </a:extLst>
          </p:cNvPr>
          <p:cNvSpPr>
            <a:spLocks noGrp="1"/>
          </p:cNvSpPr>
          <p:nvPr/>
        </p:nvSpPr>
        <p:spPr>
          <a:xfrm>
            <a:off x="2556039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5" name="data_7046">
            <a:extLst>
              <a:ext uri="{FF2B5EF4-FFF2-40B4-BE49-F238E27FC236}">
                <a16:creationId xmlns:a16="http://schemas.microsoft.com/office/drawing/2014/main" id="{82E4216F-BC7F-4D11-95F1-72BE10BBCB87}"/>
              </a:ext>
            </a:extLst>
          </p:cNvPr>
          <p:cNvSpPr>
            <a:spLocks noGrp="1"/>
          </p:cNvSpPr>
          <p:nvPr/>
        </p:nvSpPr>
        <p:spPr>
          <a:xfrm>
            <a:off x="2614808" y="6625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6" name="data_7047">
            <a:extLst>
              <a:ext uri="{FF2B5EF4-FFF2-40B4-BE49-F238E27FC236}">
                <a16:creationId xmlns:a16="http://schemas.microsoft.com/office/drawing/2014/main" id="{69D0CF24-950A-4642-AD14-A0D65B04DAA5}"/>
              </a:ext>
            </a:extLst>
          </p:cNvPr>
          <p:cNvSpPr>
            <a:spLocks noGrp="1"/>
          </p:cNvSpPr>
          <p:nvPr/>
        </p:nvSpPr>
        <p:spPr>
          <a:xfrm>
            <a:off x="2493989" y="57364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7" name="data_7048">
            <a:extLst>
              <a:ext uri="{FF2B5EF4-FFF2-40B4-BE49-F238E27FC236}">
                <a16:creationId xmlns:a16="http://schemas.microsoft.com/office/drawing/2014/main" id="{239334A1-2AB9-4A84-9981-54D228E05C6D}"/>
              </a:ext>
            </a:extLst>
          </p:cNvPr>
          <p:cNvSpPr>
            <a:spLocks noGrp="1"/>
          </p:cNvSpPr>
          <p:nvPr/>
        </p:nvSpPr>
        <p:spPr>
          <a:xfrm>
            <a:off x="255576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8" name="data_7049">
            <a:extLst>
              <a:ext uri="{FF2B5EF4-FFF2-40B4-BE49-F238E27FC236}">
                <a16:creationId xmlns:a16="http://schemas.microsoft.com/office/drawing/2014/main" id="{E32A155A-703C-466A-ACCE-63924AF3B864}"/>
              </a:ext>
            </a:extLst>
          </p:cNvPr>
          <p:cNvSpPr>
            <a:spLocks noGrp="1"/>
          </p:cNvSpPr>
          <p:nvPr/>
        </p:nvSpPr>
        <p:spPr>
          <a:xfrm>
            <a:off x="2561239" y="69106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9" name="data_7050">
            <a:extLst>
              <a:ext uri="{FF2B5EF4-FFF2-40B4-BE49-F238E27FC236}">
                <a16:creationId xmlns:a16="http://schemas.microsoft.com/office/drawing/2014/main" id="{BE4CDF58-42DB-4724-A537-C3A26E75CDE1}"/>
              </a:ext>
            </a:extLst>
          </p:cNvPr>
          <p:cNvSpPr>
            <a:spLocks noGrp="1"/>
          </p:cNvSpPr>
          <p:nvPr/>
        </p:nvSpPr>
        <p:spPr>
          <a:xfrm>
            <a:off x="2562982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0" name="data_7051">
            <a:extLst>
              <a:ext uri="{FF2B5EF4-FFF2-40B4-BE49-F238E27FC236}">
                <a16:creationId xmlns:a16="http://schemas.microsoft.com/office/drawing/2014/main" id="{A3CCEF71-12C0-4D5A-B1BA-1E7FD10AE107}"/>
              </a:ext>
            </a:extLst>
          </p:cNvPr>
          <p:cNvSpPr>
            <a:spLocks noGrp="1"/>
          </p:cNvSpPr>
          <p:nvPr/>
        </p:nvSpPr>
        <p:spPr>
          <a:xfrm>
            <a:off x="2556554" y="54673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1" name="data_7052">
            <a:extLst>
              <a:ext uri="{FF2B5EF4-FFF2-40B4-BE49-F238E27FC236}">
                <a16:creationId xmlns:a16="http://schemas.microsoft.com/office/drawing/2014/main" id="{6342D365-7656-4236-BDEF-FFAFED3B853E}"/>
              </a:ext>
            </a:extLst>
          </p:cNvPr>
          <p:cNvSpPr>
            <a:spLocks noGrp="1"/>
          </p:cNvSpPr>
          <p:nvPr/>
        </p:nvSpPr>
        <p:spPr>
          <a:xfrm>
            <a:off x="263225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2" name="data_7053">
            <a:extLst>
              <a:ext uri="{FF2B5EF4-FFF2-40B4-BE49-F238E27FC236}">
                <a16:creationId xmlns:a16="http://schemas.microsoft.com/office/drawing/2014/main" id="{3D26B707-4B15-4965-BF56-370CE2F10707}"/>
              </a:ext>
            </a:extLst>
          </p:cNvPr>
          <p:cNvSpPr>
            <a:spLocks noGrp="1"/>
          </p:cNvSpPr>
          <p:nvPr/>
        </p:nvSpPr>
        <p:spPr>
          <a:xfrm>
            <a:off x="2549480" y="54673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3" name="data_7054">
            <a:extLst>
              <a:ext uri="{FF2B5EF4-FFF2-40B4-BE49-F238E27FC236}">
                <a16:creationId xmlns:a16="http://schemas.microsoft.com/office/drawing/2014/main" id="{465EDA64-17E2-47D9-B331-B60E4ABFB3F4}"/>
              </a:ext>
            </a:extLst>
          </p:cNvPr>
          <p:cNvSpPr>
            <a:spLocks noGrp="1"/>
          </p:cNvSpPr>
          <p:nvPr/>
        </p:nvSpPr>
        <p:spPr>
          <a:xfrm>
            <a:off x="2635127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4" name="data_7055">
            <a:extLst>
              <a:ext uri="{FF2B5EF4-FFF2-40B4-BE49-F238E27FC236}">
                <a16:creationId xmlns:a16="http://schemas.microsoft.com/office/drawing/2014/main" id="{32DA8B21-6300-448F-AE9C-0CF7F912FB57}"/>
              </a:ext>
            </a:extLst>
          </p:cNvPr>
          <p:cNvSpPr>
            <a:spLocks noGrp="1"/>
          </p:cNvSpPr>
          <p:nvPr/>
        </p:nvSpPr>
        <p:spPr>
          <a:xfrm>
            <a:off x="2598877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5" name="data_7056">
            <a:extLst>
              <a:ext uri="{FF2B5EF4-FFF2-40B4-BE49-F238E27FC236}">
                <a16:creationId xmlns:a16="http://schemas.microsoft.com/office/drawing/2014/main" id="{1CEEF2EB-B886-45F8-9079-55B5D268A276}"/>
              </a:ext>
            </a:extLst>
          </p:cNvPr>
          <p:cNvSpPr>
            <a:spLocks noGrp="1"/>
          </p:cNvSpPr>
          <p:nvPr/>
        </p:nvSpPr>
        <p:spPr>
          <a:xfrm>
            <a:off x="2619121" y="50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6" name="data_7057">
            <a:extLst>
              <a:ext uri="{FF2B5EF4-FFF2-40B4-BE49-F238E27FC236}">
                <a16:creationId xmlns:a16="http://schemas.microsoft.com/office/drawing/2014/main" id="{856337DE-6A10-427F-99B4-12CBC8313DD2}"/>
              </a:ext>
            </a:extLst>
          </p:cNvPr>
          <p:cNvSpPr>
            <a:spLocks noGrp="1"/>
          </p:cNvSpPr>
          <p:nvPr/>
        </p:nvSpPr>
        <p:spPr>
          <a:xfrm>
            <a:off x="2596389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7" name="data_7058">
            <a:extLst>
              <a:ext uri="{FF2B5EF4-FFF2-40B4-BE49-F238E27FC236}">
                <a16:creationId xmlns:a16="http://schemas.microsoft.com/office/drawing/2014/main" id="{4E93FE7E-FFF4-489D-9565-BBE12F5D5C69}"/>
              </a:ext>
            </a:extLst>
          </p:cNvPr>
          <p:cNvSpPr>
            <a:spLocks noGrp="1"/>
          </p:cNvSpPr>
          <p:nvPr/>
        </p:nvSpPr>
        <p:spPr>
          <a:xfrm>
            <a:off x="252289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8" name="data_7059">
            <a:extLst>
              <a:ext uri="{FF2B5EF4-FFF2-40B4-BE49-F238E27FC236}">
                <a16:creationId xmlns:a16="http://schemas.microsoft.com/office/drawing/2014/main" id="{E4595B90-2900-466D-BF43-EC95709AD67D}"/>
              </a:ext>
            </a:extLst>
          </p:cNvPr>
          <p:cNvSpPr>
            <a:spLocks noGrp="1"/>
          </p:cNvSpPr>
          <p:nvPr/>
        </p:nvSpPr>
        <p:spPr>
          <a:xfrm>
            <a:off x="2601145" y="58587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9" name="data_7060">
            <a:extLst>
              <a:ext uri="{FF2B5EF4-FFF2-40B4-BE49-F238E27FC236}">
                <a16:creationId xmlns:a16="http://schemas.microsoft.com/office/drawing/2014/main" id="{C2D7C8C5-ADFA-48EE-B96E-14504DD8FDFC}"/>
              </a:ext>
            </a:extLst>
          </p:cNvPr>
          <p:cNvSpPr>
            <a:spLocks noGrp="1"/>
          </p:cNvSpPr>
          <p:nvPr/>
        </p:nvSpPr>
        <p:spPr>
          <a:xfrm>
            <a:off x="254459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0" name="data_7061">
            <a:extLst>
              <a:ext uri="{FF2B5EF4-FFF2-40B4-BE49-F238E27FC236}">
                <a16:creationId xmlns:a16="http://schemas.microsoft.com/office/drawing/2014/main" id="{6F097330-A901-467E-A62D-12D0094061DB}"/>
              </a:ext>
            </a:extLst>
          </p:cNvPr>
          <p:cNvSpPr>
            <a:spLocks noGrp="1"/>
          </p:cNvSpPr>
          <p:nvPr/>
        </p:nvSpPr>
        <p:spPr>
          <a:xfrm>
            <a:off x="259191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1" name="data_7062">
            <a:extLst>
              <a:ext uri="{FF2B5EF4-FFF2-40B4-BE49-F238E27FC236}">
                <a16:creationId xmlns:a16="http://schemas.microsoft.com/office/drawing/2014/main" id="{D18239F1-5089-4F57-8CC1-B5EE772AF35E}"/>
              </a:ext>
            </a:extLst>
          </p:cNvPr>
          <p:cNvSpPr>
            <a:spLocks noGrp="1"/>
          </p:cNvSpPr>
          <p:nvPr/>
        </p:nvSpPr>
        <p:spPr>
          <a:xfrm>
            <a:off x="254794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2" name="data_7063">
            <a:extLst>
              <a:ext uri="{FF2B5EF4-FFF2-40B4-BE49-F238E27FC236}">
                <a16:creationId xmlns:a16="http://schemas.microsoft.com/office/drawing/2014/main" id="{ADB0509E-479E-4BCD-9DB4-B0428CB301B6}"/>
              </a:ext>
            </a:extLst>
          </p:cNvPr>
          <p:cNvSpPr>
            <a:spLocks noGrp="1"/>
          </p:cNvSpPr>
          <p:nvPr/>
        </p:nvSpPr>
        <p:spPr>
          <a:xfrm>
            <a:off x="2660235" y="65575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3" name="data_7064">
            <a:extLst>
              <a:ext uri="{FF2B5EF4-FFF2-40B4-BE49-F238E27FC236}">
                <a16:creationId xmlns:a16="http://schemas.microsoft.com/office/drawing/2014/main" id="{44348B22-F061-4D10-AB86-D04E82F15CEC}"/>
              </a:ext>
            </a:extLst>
          </p:cNvPr>
          <p:cNvSpPr>
            <a:spLocks noGrp="1"/>
          </p:cNvSpPr>
          <p:nvPr/>
        </p:nvSpPr>
        <p:spPr>
          <a:xfrm>
            <a:off x="260015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4" name="data_7065">
            <a:extLst>
              <a:ext uri="{FF2B5EF4-FFF2-40B4-BE49-F238E27FC236}">
                <a16:creationId xmlns:a16="http://schemas.microsoft.com/office/drawing/2014/main" id="{4921972F-1318-4957-84D0-727C324B23C6}"/>
              </a:ext>
            </a:extLst>
          </p:cNvPr>
          <p:cNvSpPr>
            <a:spLocks noGrp="1"/>
          </p:cNvSpPr>
          <p:nvPr/>
        </p:nvSpPr>
        <p:spPr>
          <a:xfrm>
            <a:off x="256505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5" name="data_7066">
            <a:extLst>
              <a:ext uri="{FF2B5EF4-FFF2-40B4-BE49-F238E27FC236}">
                <a16:creationId xmlns:a16="http://schemas.microsoft.com/office/drawing/2014/main" id="{C6B80D42-0523-4678-883B-9C697F1DD8A7}"/>
              </a:ext>
            </a:extLst>
          </p:cNvPr>
          <p:cNvSpPr>
            <a:spLocks noGrp="1"/>
          </p:cNvSpPr>
          <p:nvPr/>
        </p:nvSpPr>
        <p:spPr>
          <a:xfrm>
            <a:off x="255263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6" name="data_7067">
            <a:extLst>
              <a:ext uri="{FF2B5EF4-FFF2-40B4-BE49-F238E27FC236}">
                <a16:creationId xmlns:a16="http://schemas.microsoft.com/office/drawing/2014/main" id="{342C4821-C356-48F2-82A4-3EC66A819915}"/>
              </a:ext>
            </a:extLst>
          </p:cNvPr>
          <p:cNvSpPr>
            <a:spLocks noGrp="1"/>
          </p:cNvSpPr>
          <p:nvPr/>
        </p:nvSpPr>
        <p:spPr>
          <a:xfrm>
            <a:off x="255269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7" name="data_7068">
            <a:extLst>
              <a:ext uri="{FF2B5EF4-FFF2-40B4-BE49-F238E27FC236}">
                <a16:creationId xmlns:a16="http://schemas.microsoft.com/office/drawing/2014/main" id="{68985DD2-607B-458A-AF30-60FCE3BD0DC4}"/>
              </a:ext>
            </a:extLst>
          </p:cNvPr>
          <p:cNvSpPr>
            <a:spLocks noGrp="1"/>
          </p:cNvSpPr>
          <p:nvPr/>
        </p:nvSpPr>
        <p:spPr>
          <a:xfrm>
            <a:off x="2642076" y="50315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8" name="data_7069">
            <a:extLst>
              <a:ext uri="{FF2B5EF4-FFF2-40B4-BE49-F238E27FC236}">
                <a16:creationId xmlns:a16="http://schemas.microsoft.com/office/drawing/2014/main" id="{EDC1B8D6-1CA5-4818-9620-B127B1EBAF6F}"/>
              </a:ext>
            </a:extLst>
          </p:cNvPr>
          <p:cNvSpPr>
            <a:spLocks noGrp="1"/>
          </p:cNvSpPr>
          <p:nvPr/>
        </p:nvSpPr>
        <p:spPr>
          <a:xfrm>
            <a:off x="2581493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9" name="data_7070">
            <a:extLst>
              <a:ext uri="{FF2B5EF4-FFF2-40B4-BE49-F238E27FC236}">
                <a16:creationId xmlns:a16="http://schemas.microsoft.com/office/drawing/2014/main" id="{69C85913-8830-4A24-9F5C-0FF1E32ABCE6}"/>
              </a:ext>
            </a:extLst>
          </p:cNvPr>
          <p:cNvSpPr>
            <a:spLocks noGrp="1"/>
          </p:cNvSpPr>
          <p:nvPr/>
        </p:nvSpPr>
        <p:spPr>
          <a:xfrm>
            <a:off x="257427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0" name="data_7071">
            <a:extLst>
              <a:ext uri="{FF2B5EF4-FFF2-40B4-BE49-F238E27FC236}">
                <a16:creationId xmlns:a16="http://schemas.microsoft.com/office/drawing/2014/main" id="{2C87B497-AB3B-4B72-8BB3-BABAEB9A3B19}"/>
              </a:ext>
            </a:extLst>
          </p:cNvPr>
          <p:cNvSpPr>
            <a:spLocks noGrp="1"/>
          </p:cNvSpPr>
          <p:nvPr/>
        </p:nvSpPr>
        <p:spPr>
          <a:xfrm>
            <a:off x="2494224" y="68823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1" name="data_7072">
            <a:extLst>
              <a:ext uri="{FF2B5EF4-FFF2-40B4-BE49-F238E27FC236}">
                <a16:creationId xmlns:a16="http://schemas.microsoft.com/office/drawing/2014/main" id="{0795C9B1-5D82-4306-94C6-3E10088F6F29}"/>
              </a:ext>
            </a:extLst>
          </p:cNvPr>
          <p:cNvSpPr>
            <a:spLocks noGrp="1"/>
          </p:cNvSpPr>
          <p:nvPr/>
        </p:nvSpPr>
        <p:spPr>
          <a:xfrm>
            <a:off x="2647211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2" name="data_7073">
            <a:extLst>
              <a:ext uri="{FF2B5EF4-FFF2-40B4-BE49-F238E27FC236}">
                <a16:creationId xmlns:a16="http://schemas.microsoft.com/office/drawing/2014/main" id="{0795E469-F51D-4416-B568-3E1C370A4CF4}"/>
              </a:ext>
            </a:extLst>
          </p:cNvPr>
          <p:cNvSpPr>
            <a:spLocks noGrp="1"/>
          </p:cNvSpPr>
          <p:nvPr/>
        </p:nvSpPr>
        <p:spPr>
          <a:xfrm>
            <a:off x="252874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3" name="data_7074">
            <a:extLst>
              <a:ext uri="{FF2B5EF4-FFF2-40B4-BE49-F238E27FC236}">
                <a16:creationId xmlns:a16="http://schemas.microsoft.com/office/drawing/2014/main" id="{C8C696DD-2CF6-4C38-958A-EAC269C14430}"/>
              </a:ext>
            </a:extLst>
          </p:cNvPr>
          <p:cNvSpPr>
            <a:spLocks noGrp="1"/>
          </p:cNvSpPr>
          <p:nvPr/>
        </p:nvSpPr>
        <p:spPr>
          <a:xfrm>
            <a:off x="2532696" y="6455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4" name="data_7075">
            <a:extLst>
              <a:ext uri="{FF2B5EF4-FFF2-40B4-BE49-F238E27FC236}">
                <a16:creationId xmlns:a16="http://schemas.microsoft.com/office/drawing/2014/main" id="{38E71698-537C-42EA-AE5C-866B52F6A058}"/>
              </a:ext>
            </a:extLst>
          </p:cNvPr>
          <p:cNvSpPr>
            <a:spLocks noGrp="1"/>
          </p:cNvSpPr>
          <p:nvPr/>
        </p:nvSpPr>
        <p:spPr>
          <a:xfrm>
            <a:off x="263466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5" name="data_7076">
            <a:extLst>
              <a:ext uri="{FF2B5EF4-FFF2-40B4-BE49-F238E27FC236}">
                <a16:creationId xmlns:a16="http://schemas.microsoft.com/office/drawing/2014/main" id="{72FC58B7-722D-400A-8EFF-50B8006DD48C}"/>
              </a:ext>
            </a:extLst>
          </p:cNvPr>
          <p:cNvSpPr>
            <a:spLocks noGrp="1"/>
          </p:cNvSpPr>
          <p:nvPr/>
        </p:nvSpPr>
        <p:spPr>
          <a:xfrm>
            <a:off x="255416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6" name="data_7077">
            <a:extLst>
              <a:ext uri="{FF2B5EF4-FFF2-40B4-BE49-F238E27FC236}">
                <a16:creationId xmlns:a16="http://schemas.microsoft.com/office/drawing/2014/main" id="{074A57EE-BB90-4FEE-AEA6-E3E2D39344B2}"/>
              </a:ext>
            </a:extLst>
          </p:cNvPr>
          <p:cNvSpPr>
            <a:spLocks noGrp="1"/>
          </p:cNvSpPr>
          <p:nvPr/>
        </p:nvSpPr>
        <p:spPr>
          <a:xfrm>
            <a:off x="2650112" y="6848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7" name="data_7078">
            <a:extLst>
              <a:ext uri="{FF2B5EF4-FFF2-40B4-BE49-F238E27FC236}">
                <a16:creationId xmlns:a16="http://schemas.microsoft.com/office/drawing/2014/main" id="{B3A0E724-710E-4E63-9801-5F40385F5B33}"/>
              </a:ext>
            </a:extLst>
          </p:cNvPr>
          <p:cNvSpPr>
            <a:spLocks noGrp="1"/>
          </p:cNvSpPr>
          <p:nvPr/>
        </p:nvSpPr>
        <p:spPr>
          <a:xfrm>
            <a:off x="2642557" y="6475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8" name="data_7079">
            <a:extLst>
              <a:ext uri="{FF2B5EF4-FFF2-40B4-BE49-F238E27FC236}">
                <a16:creationId xmlns:a16="http://schemas.microsoft.com/office/drawing/2014/main" id="{F9565EA3-B048-4E71-863D-F426EA7B52BB}"/>
              </a:ext>
            </a:extLst>
          </p:cNvPr>
          <p:cNvSpPr>
            <a:spLocks noGrp="1"/>
          </p:cNvSpPr>
          <p:nvPr/>
        </p:nvSpPr>
        <p:spPr>
          <a:xfrm>
            <a:off x="253639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9" name="data_7080">
            <a:extLst>
              <a:ext uri="{FF2B5EF4-FFF2-40B4-BE49-F238E27FC236}">
                <a16:creationId xmlns:a16="http://schemas.microsoft.com/office/drawing/2014/main" id="{83543339-106D-43C8-976B-1C6EB90E4377}"/>
              </a:ext>
            </a:extLst>
          </p:cNvPr>
          <p:cNvSpPr>
            <a:spLocks noGrp="1"/>
          </p:cNvSpPr>
          <p:nvPr/>
        </p:nvSpPr>
        <p:spPr>
          <a:xfrm>
            <a:off x="252776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0" name="data_7081">
            <a:extLst>
              <a:ext uri="{FF2B5EF4-FFF2-40B4-BE49-F238E27FC236}">
                <a16:creationId xmlns:a16="http://schemas.microsoft.com/office/drawing/2014/main" id="{4654557A-D5C3-4FE6-B612-B8584396C19F}"/>
              </a:ext>
            </a:extLst>
          </p:cNvPr>
          <p:cNvSpPr>
            <a:spLocks noGrp="1"/>
          </p:cNvSpPr>
          <p:nvPr/>
        </p:nvSpPr>
        <p:spPr>
          <a:xfrm>
            <a:off x="260669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1" name="data_7082">
            <a:extLst>
              <a:ext uri="{FF2B5EF4-FFF2-40B4-BE49-F238E27FC236}">
                <a16:creationId xmlns:a16="http://schemas.microsoft.com/office/drawing/2014/main" id="{F9835F23-F587-4EEC-897B-1479A28A7A07}"/>
              </a:ext>
            </a:extLst>
          </p:cNvPr>
          <p:cNvSpPr>
            <a:spLocks noGrp="1"/>
          </p:cNvSpPr>
          <p:nvPr/>
        </p:nvSpPr>
        <p:spPr>
          <a:xfrm>
            <a:off x="255850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2" name="data_7083">
            <a:extLst>
              <a:ext uri="{FF2B5EF4-FFF2-40B4-BE49-F238E27FC236}">
                <a16:creationId xmlns:a16="http://schemas.microsoft.com/office/drawing/2014/main" id="{E3CF3623-D725-4407-B3E4-646885F24868}"/>
              </a:ext>
            </a:extLst>
          </p:cNvPr>
          <p:cNvSpPr>
            <a:spLocks noGrp="1"/>
          </p:cNvSpPr>
          <p:nvPr/>
        </p:nvSpPr>
        <p:spPr>
          <a:xfrm>
            <a:off x="260320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3" name="data_7084">
            <a:extLst>
              <a:ext uri="{FF2B5EF4-FFF2-40B4-BE49-F238E27FC236}">
                <a16:creationId xmlns:a16="http://schemas.microsoft.com/office/drawing/2014/main" id="{08619F85-4FF7-480A-9624-EB12ACC81E72}"/>
              </a:ext>
            </a:extLst>
          </p:cNvPr>
          <p:cNvSpPr>
            <a:spLocks noGrp="1"/>
          </p:cNvSpPr>
          <p:nvPr/>
        </p:nvSpPr>
        <p:spPr>
          <a:xfrm>
            <a:off x="2646237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4" name="data_7085">
            <a:extLst>
              <a:ext uri="{FF2B5EF4-FFF2-40B4-BE49-F238E27FC236}">
                <a16:creationId xmlns:a16="http://schemas.microsoft.com/office/drawing/2014/main" id="{A173EFC1-8740-42B6-8B84-DFA59C062033}"/>
              </a:ext>
            </a:extLst>
          </p:cNvPr>
          <p:cNvSpPr>
            <a:spLocks noGrp="1"/>
          </p:cNvSpPr>
          <p:nvPr/>
        </p:nvSpPr>
        <p:spPr>
          <a:xfrm>
            <a:off x="2498189" y="56970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5" name="data_7086">
            <a:extLst>
              <a:ext uri="{FF2B5EF4-FFF2-40B4-BE49-F238E27FC236}">
                <a16:creationId xmlns:a16="http://schemas.microsoft.com/office/drawing/2014/main" id="{55C67092-39F0-4838-9FAF-E7A214E9CE07}"/>
              </a:ext>
            </a:extLst>
          </p:cNvPr>
          <p:cNvSpPr>
            <a:spLocks noGrp="1"/>
          </p:cNvSpPr>
          <p:nvPr/>
        </p:nvSpPr>
        <p:spPr>
          <a:xfrm>
            <a:off x="250205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6" name="data_7087">
            <a:extLst>
              <a:ext uri="{FF2B5EF4-FFF2-40B4-BE49-F238E27FC236}">
                <a16:creationId xmlns:a16="http://schemas.microsoft.com/office/drawing/2014/main" id="{A2E8A7D7-8D39-4C08-82CD-FFDD399D875A}"/>
              </a:ext>
            </a:extLst>
          </p:cNvPr>
          <p:cNvSpPr>
            <a:spLocks noGrp="1"/>
          </p:cNvSpPr>
          <p:nvPr/>
        </p:nvSpPr>
        <p:spPr>
          <a:xfrm>
            <a:off x="253635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7" name="data_7088">
            <a:extLst>
              <a:ext uri="{FF2B5EF4-FFF2-40B4-BE49-F238E27FC236}">
                <a16:creationId xmlns:a16="http://schemas.microsoft.com/office/drawing/2014/main" id="{C45D3F29-4386-4BAC-B65F-3A44B194CF2B}"/>
              </a:ext>
            </a:extLst>
          </p:cNvPr>
          <p:cNvSpPr>
            <a:spLocks noGrp="1"/>
          </p:cNvSpPr>
          <p:nvPr/>
        </p:nvSpPr>
        <p:spPr>
          <a:xfrm>
            <a:off x="2636133" y="50315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8" name="data_7089">
            <a:extLst>
              <a:ext uri="{FF2B5EF4-FFF2-40B4-BE49-F238E27FC236}">
                <a16:creationId xmlns:a16="http://schemas.microsoft.com/office/drawing/2014/main" id="{85A8D70B-7DB0-4B02-8578-8BCF7E4C223F}"/>
              </a:ext>
            </a:extLst>
          </p:cNvPr>
          <p:cNvSpPr>
            <a:spLocks noGrp="1"/>
          </p:cNvSpPr>
          <p:nvPr/>
        </p:nvSpPr>
        <p:spPr>
          <a:xfrm>
            <a:off x="2668809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9" name="data_7090">
            <a:extLst>
              <a:ext uri="{FF2B5EF4-FFF2-40B4-BE49-F238E27FC236}">
                <a16:creationId xmlns:a16="http://schemas.microsoft.com/office/drawing/2014/main" id="{682F7F6A-E096-4F35-A828-22EBCDBB8B03}"/>
              </a:ext>
            </a:extLst>
          </p:cNvPr>
          <p:cNvSpPr>
            <a:spLocks noGrp="1"/>
          </p:cNvSpPr>
          <p:nvPr/>
        </p:nvSpPr>
        <p:spPr>
          <a:xfrm>
            <a:off x="2629997" y="68973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0" name="data_7091">
            <a:extLst>
              <a:ext uri="{FF2B5EF4-FFF2-40B4-BE49-F238E27FC236}">
                <a16:creationId xmlns:a16="http://schemas.microsoft.com/office/drawing/2014/main" id="{C81706A7-30EA-4538-8CF2-AD471F0D9D18}"/>
              </a:ext>
            </a:extLst>
          </p:cNvPr>
          <p:cNvSpPr>
            <a:spLocks noGrp="1"/>
          </p:cNvSpPr>
          <p:nvPr/>
        </p:nvSpPr>
        <p:spPr>
          <a:xfrm>
            <a:off x="2542367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1" name="data_7092">
            <a:extLst>
              <a:ext uri="{FF2B5EF4-FFF2-40B4-BE49-F238E27FC236}">
                <a16:creationId xmlns:a16="http://schemas.microsoft.com/office/drawing/2014/main" id="{FA310250-81FC-4356-8820-DEF62A263070}"/>
              </a:ext>
            </a:extLst>
          </p:cNvPr>
          <p:cNvSpPr>
            <a:spLocks noGrp="1"/>
          </p:cNvSpPr>
          <p:nvPr/>
        </p:nvSpPr>
        <p:spPr>
          <a:xfrm>
            <a:off x="2542701" y="67197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2" name="data_7093">
            <a:extLst>
              <a:ext uri="{FF2B5EF4-FFF2-40B4-BE49-F238E27FC236}">
                <a16:creationId xmlns:a16="http://schemas.microsoft.com/office/drawing/2014/main" id="{A4C1AA61-6497-49D0-938F-402A7AB8F8F4}"/>
              </a:ext>
            </a:extLst>
          </p:cNvPr>
          <p:cNvSpPr>
            <a:spLocks noGrp="1"/>
          </p:cNvSpPr>
          <p:nvPr/>
        </p:nvSpPr>
        <p:spPr>
          <a:xfrm>
            <a:off x="287964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3" name="data_7094">
            <a:extLst>
              <a:ext uri="{FF2B5EF4-FFF2-40B4-BE49-F238E27FC236}">
                <a16:creationId xmlns:a16="http://schemas.microsoft.com/office/drawing/2014/main" id="{D736D538-1925-4FC6-80A2-7A3C103F44C2}"/>
              </a:ext>
            </a:extLst>
          </p:cNvPr>
          <p:cNvSpPr>
            <a:spLocks noGrp="1"/>
          </p:cNvSpPr>
          <p:nvPr/>
        </p:nvSpPr>
        <p:spPr>
          <a:xfrm>
            <a:off x="2941830" y="5016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4" name="data_7095">
            <a:extLst>
              <a:ext uri="{FF2B5EF4-FFF2-40B4-BE49-F238E27FC236}">
                <a16:creationId xmlns:a16="http://schemas.microsoft.com/office/drawing/2014/main" id="{8E2CA243-65BD-4292-92E4-063B04D40FCA}"/>
              </a:ext>
            </a:extLst>
          </p:cNvPr>
          <p:cNvSpPr>
            <a:spLocks noGrp="1"/>
          </p:cNvSpPr>
          <p:nvPr/>
        </p:nvSpPr>
        <p:spPr>
          <a:xfrm>
            <a:off x="293358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5" name="data_7096">
            <a:extLst>
              <a:ext uri="{FF2B5EF4-FFF2-40B4-BE49-F238E27FC236}">
                <a16:creationId xmlns:a16="http://schemas.microsoft.com/office/drawing/2014/main" id="{DE3BEB1E-122A-4DE9-B4CA-B56FC11D9CAA}"/>
              </a:ext>
            </a:extLst>
          </p:cNvPr>
          <p:cNvSpPr>
            <a:spLocks noGrp="1"/>
          </p:cNvSpPr>
          <p:nvPr/>
        </p:nvSpPr>
        <p:spPr>
          <a:xfrm>
            <a:off x="284950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6" name="data_7097">
            <a:extLst>
              <a:ext uri="{FF2B5EF4-FFF2-40B4-BE49-F238E27FC236}">
                <a16:creationId xmlns:a16="http://schemas.microsoft.com/office/drawing/2014/main" id="{86210846-7E25-4258-8600-476567C41CCE}"/>
              </a:ext>
            </a:extLst>
          </p:cNvPr>
          <p:cNvSpPr>
            <a:spLocks noGrp="1"/>
          </p:cNvSpPr>
          <p:nvPr/>
        </p:nvSpPr>
        <p:spPr>
          <a:xfrm>
            <a:off x="282394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7" name="data_7098">
            <a:extLst>
              <a:ext uri="{FF2B5EF4-FFF2-40B4-BE49-F238E27FC236}">
                <a16:creationId xmlns:a16="http://schemas.microsoft.com/office/drawing/2014/main" id="{FC6701E3-B67C-41F0-8A67-B928F9369C3A}"/>
              </a:ext>
            </a:extLst>
          </p:cNvPr>
          <p:cNvSpPr>
            <a:spLocks noGrp="1"/>
          </p:cNvSpPr>
          <p:nvPr/>
        </p:nvSpPr>
        <p:spPr>
          <a:xfrm>
            <a:off x="2835163" y="59839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8" name="data_7099">
            <a:extLst>
              <a:ext uri="{FF2B5EF4-FFF2-40B4-BE49-F238E27FC236}">
                <a16:creationId xmlns:a16="http://schemas.microsoft.com/office/drawing/2014/main" id="{2C178EF2-AABF-4797-A065-D3EC50746DBD}"/>
              </a:ext>
            </a:extLst>
          </p:cNvPr>
          <p:cNvSpPr>
            <a:spLocks noGrp="1"/>
          </p:cNvSpPr>
          <p:nvPr/>
        </p:nvSpPr>
        <p:spPr>
          <a:xfrm>
            <a:off x="2870826" y="5747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9" name="data_7100">
            <a:extLst>
              <a:ext uri="{FF2B5EF4-FFF2-40B4-BE49-F238E27FC236}">
                <a16:creationId xmlns:a16="http://schemas.microsoft.com/office/drawing/2014/main" id="{829432A2-A1D7-4D00-9345-F4C76440F905}"/>
              </a:ext>
            </a:extLst>
          </p:cNvPr>
          <p:cNvSpPr>
            <a:spLocks noGrp="1"/>
          </p:cNvSpPr>
          <p:nvPr/>
        </p:nvSpPr>
        <p:spPr>
          <a:xfrm>
            <a:off x="2909557" y="60308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0" name="data_7101">
            <a:extLst>
              <a:ext uri="{FF2B5EF4-FFF2-40B4-BE49-F238E27FC236}">
                <a16:creationId xmlns:a16="http://schemas.microsoft.com/office/drawing/2014/main" id="{088AF72E-5442-455D-8BF9-C7E261AFA5E9}"/>
              </a:ext>
            </a:extLst>
          </p:cNvPr>
          <p:cNvSpPr>
            <a:spLocks noGrp="1"/>
          </p:cNvSpPr>
          <p:nvPr/>
        </p:nvSpPr>
        <p:spPr>
          <a:xfrm>
            <a:off x="2788255" y="56279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1" name="data_7102">
            <a:extLst>
              <a:ext uri="{FF2B5EF4-FFF2-40B4-BE49-F238E27FC236}">
                <a16:creationId xmlns:a16="http://schemas.microsoft.com/office/drawing/2014/main" id="{ECA87232-09C8-40CF-9FD8-9B9ED919CF90}"/>
              </a:ext>
            </a:extLst>
          </p:cNvPr>
          <p:cNvSpPr>
            <a:spLocks noGrp="1"/>
          </p:cNvSpPr>
          <p:nvPr/>
        </p:nvSpPr>
        <p:spPr>
          <a:xfrm>
            <a:off x="290856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2" name="data_7103">
            <a:extLst>
              <a:ext uri="{FF2B5EF4-FFF2-40B4-BE49-F238E27FC236}">
                <a16:creationId xmlns:a16="http://schemas.microsoft.com/office/drawing/2014/main" id="{F0158704-53B3-444B-B791-60FE04B49353}"/>
              </a:ext>
            </a:extLst>
          </p:cNvPr>
          <p:cNvSpPr>
            <a:spLocks noGrp="1"/>
          </p:cNvSpPr>
          <p:nvPr/>
        </p:nvSpPr>
        <p:spPr>
          <a:xfrm>
            <a:off x="278650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3" name="data_7104">
            <a:extLst>
              <a:ext uri="{FF2B5EF4-FFF2-40B4-BE49-F238E27FC236}">
                <a16:creationId xmlns:a16="http://schemas.microsoft.com/office/drawing/2014/main" id="{B0ED274F-07E9-4654-AB57-5834857CC659}"/>
              </a:ext>
            </a:extLst>
          </p:cNvPr>
          <p:cNvSpPr>
            <a:spLocks noGrp="1"/>
          </p:cNvSpPr>
          <p:nvPr/>
        </p:nvSpPr>
        <p:spPr>
          <a:xfrm>
            <a:off x="2902114" y="50658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4" name="data_7105">
            <a:extLst>
              <a:ext uri="{FF2B5EF4-FFF2-40B4-BE49-F238E27FC236}">
                <a16:creationId xmlns:a16="http://schemas.microsoft.com/office/drawing/2014/main" id="{58D98DF5-A017-42CF-B724-5A89374D2E53}"/>
              </a:ext>
            </a:extLst>
          </p:cNvPr>
          <p:cNvSpPr>
            <a:spLocks noGrp="1"/>
          </p:cNvSpPr>
          <p:nvPr/>
        </p:nvSpPr>
        <p:spPr>
          <a:xfrm>
            <a:off x="2942834" y="60288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5" name="data_7106">
            <a:extLst>
              <a:ext uri="{FF2B5EF4-FFF2-40B4-BE49-F238E27FC236}">
                <a16:creationId xmlns:a16="http://schemas.microsoft.com/office/drawing/2014/main" id="{31CC30C9-641A-4B55-A781-40C5017EAAF9}"/>
              </a:ext>
            </a:extLst>
          </p:cNvPr>
          <p:cNvSpPr>
            <a:spLocks noGrp="1"/>
          </p:cNvSpPr>
          <p:nvPr/>
        </p:nvSpPr>
        <p:spPr>
          <a:xfrm>
            <a:off x="2830342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6" name="data_7107">
            <a:extLst>
              <a:ext uri="{FF2B5EF4-FFF2-40B4-BE49-F238E27FC236}">
                <a16:creationId xmlns:a16="http://schemas.microsoft.com/office/drawing/2014/main" id="{BEFCEA5A-10B3-4EA6-AF3D-7A5AE4F66E12}"/>
              </a:ext>
            </a:extLst>
          </p:cNvPr>
          <p:cNvSpPr>
            <a:spLocks noGrp="1"/>
          </p:cNvSpPr>
          <p:nvPr/>
        </p:nvSpPr>
        <p:spPr>
          <a:xfrm>
            <a:off x="281348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7" name="data_7108">
            <a:extLst>
              <a:ext uri="{FF2B5EF4-FFF2-40B4-BE49-F238E27FC236}">
                <a16:creationId xmlns:a16="http://schemas.microsoft.com/office/drawing/2014/main" id="{F4D223CA-D775-44BF-A042-93E79386AB04}"/>
              </a:ext>
            </a:extLst>
          </p:cNvPr>
          <p:cNvSpPr>
            <a:spLocks noGrp="1"/>
          </p:cNvSpPr>
          <p:nvPr/>
        </p:nvSpPr>
        <p:spPr>
          <a:xfrm>
            <a:off x="279260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8" name="data_7109">
            <a:extLst>
              <a:ext uri="{FF2B5EF4-FFF2-40B4-BE49-F238E27FC236}">
                <a16:creationId xmlns:a16="http://schemas.microsoft.com/office/drawing/2014/main" id="{E318EC2A-6EBF-4649-A8CB-5E4DA0C42EC2}"/>
              </a:ext>
            </a:extLst>
          </p:cNvPr>
          <p:cNvSpPr>
            <a:spLocks noGrp="1"/>
          </p:cNvSpPr>
          <p:nvPr/>
        </p:nvSpPr>
        <p:spPr>
          <a:xfrm>
            <a:off x="2829939" y="56279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9" name="data_7110">
            <a:extLst>
              <a:ext uri="{FF2B5EF4-FFF2-40B4-BE49-F238E27FC236}">
                <a16:creationId xmlns:a16="http://schemas.microsoft.com/office/drawing/2014/main" id="{8E2DAA03-B9C5-4990-A194-8D3C8D870E12}"/>
              </a:ext>
            </a:extLst>
          </p:cNvPr>
          <p:cNvSpPr>
            <a:spLocks noGrp="1"/>
          </p:cNvSpPr>
          <p:nvPr/>
        </p:nvSpPr>
        <p:spPr>
          <a:xfrm>
            <a:off x="295062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0" name="data_7111">
            <a:extLst>
              <a:ext uri="{FF2B5EF4-FFF2-40B4-BE49-F238E27FC236}">
                <a16:creationId xmlns:a16="http://schemas.microsoft.com/office/drawing/2014/main" id="{1D64EEA7-6EB6-4BFA-9AAD-2C9823D9EEFA}"/>
              </a:ext>
            </a:extLst>
          </p:cNvPr>
          <p:cNvSpPr>
            <a:spLocks noGrp="1"/>
          </p:cNvSpPr>
          <p:nvPr/>
        </p:nvSpPr>
        <p:spPr>
          <a:xfrm>
            <a:off x="2831865" y="62875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1" name="data_7112">
            <a:extLst>
              <a:ext uri="{FF2B5EF4-FFF2-40B4-BE49-F238E27FC236}">
                <a16:creationId xmlns:a16="http://schemas.microsoft.com/office/drawing/2014/main" id="{D00C355F-92BF-4481-B245-77C4FEEF03CB}"/>
              </a:ext>
            </a:extLst>
          </p:cNvPr>
          <p:cNvSpPr>
            <a:spLocks noGrp="1"/>
          </p:cNvSpPr>
          <p:nvPr/>
        </p:nvSpPr>
        <p:spPr>
          <a:xfrm>
            <a:off x="280059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2" name="data_7113">
            <a:extLst>
              <a:ext uri="{FF2B5EF4-FFF2-40B4-BE49-F238E27FC236}">
                <a16:creationId xmlns:a16="http://schemas.microsoft.com/office/drawing/2014/main" id="{C6829545-0CD3-4228-85DE-6374945FAEF2}"/>
              </a:ext>
            </a:extLst>
          </p:cNvPr>
          <p:cNvSpPr>
            <a:spLocks noGrp="1"/>
          </p:cNvSpPr>
          <p:nvPr/>
        </p:nvSpPr>
        <p:spPr>
          <a:xfrm>
            <a:off x="2838539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3" name="data_7114">
            <a:extLst>
              <a:ext uri="{FF2B5EF4-FFF2-40B4-BE49-F238E27FC236}">
                <a16:creationId xmlns:a16="http://schemas.microsoft.com/office/drawing/2014/main" id="{1B9477E5-A88E-4E31-B188-10265C05742B}"/>
              </a:ext>
            </a:extLst>
          </p:cNvPr>
          <p:cNvSpPr>
            <a:spLocks noGrp="1"/>
          </p:cNvSpPr>
          <p:nvPr/>
        </p:nvSpPr>
        <p:spPr>
          <a:xfrm>
            <a:off x="284509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4" name="data_7115">
            <a:extLst>
              <a:ext uri="{FF2B5EF4-FFF2-40B4-BE49-F238E27FC236}">
                <a16:creationId xmlns:a16="http://schemas.microsoft.com/office/drawing/2014/main" id="{99DF527F-0091-422A-9B31-2837F5E7AE60}"/>
              </a:ext>
            </a:extLst>
          </p:cNvPr>
          <p:cNvSpPr>
            <a:spLocks noGrp="1"/>
          </p:cNvSpPr>
          <p:nvPr/>
        </p:nvSpPr>
        <p:spPr>
          <a:xfrm>
            <a:off x="2928449" y="52265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5" name="data_7116">
            <a:extLst>
              <a:ext uri="{FF2B5EF4-FFF2-40B4-BE49-F238E27FC236}">
                <a16:creationId xmlns:a16="http://schemas.microsoft.com/office/drawing/2014/main" id="{77754F0B-B64D-4B65-A1C6-0C45B3648F82}"/>
              </a:ext>
            </a:extLst>
          </p:cNvPr>
          <p:cNvSpPr>
            <a:spLocks noGrp="1"/>
          </p:cNvSpPr>
          <p:nvPr/>
        </p:nvSpPr>
        <p:spPr>
          <a:xfrm>
            <a:off x="291642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6" name="data_7117">
            <a:extLst>
              <a:ext uri="{FF2B5EF4-FFF2-40B4-BE49-F238E27FC236}">
                <a16:creationId xmlns:a16="http://schemas.microsoft.com/office/drawing/2014/main" id="{69642F50-1650-4AFF-95B5-B4AD080D01D0}"/>
              </a:ext>
            </a:extLst>
          </p:cNvPr>
          <p:cNvSpPr>
            <a:spLocks noGrp="1"/>
          </p:cNvSpPr>
          <p:nvPr/>
        </p:nvSpPr>
        <p:spPr>
          <a:xfrm>
            <a:off x="278420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7" name="data_7118">
            <a:extLst>
              <a:ext uri="{FF2B5EF4-FFF2-40B4-BE49-F238E27FC236}">
                <a16:creationId xmlns:a16="http://schemas.microsoft.com/office/drawing/2014/main" id="{EA14AE86-7BA7-4042-8867-29EF249C4792}"/>
              </a:ext>
            </a:extLst>
          </p:cNvPr>
          <p:cNvSpPr>
            <a:spLocks noGrp="1"/>
          </p:cNvSpPr>
          <p:nvPr/>
        </p:nvSpPr>
        <p:spPr>
          <a:xfrm>
            <a:off x="2940625" y="6319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8" name="data_7119">
            <a:extLst>
              <a:ext uri="{FF2B5EF4-FFF2-40B4-BE49-F238E27FC236}">
                <a16:creationId xmlns:a16="http://schemas.microsoft.com/office/drawing/2014/main" id="{4ED08441-FBEF-4FC1-808E-AC6F99256250}"/>
              </a:ext>
            </a:extLst>
          </p:cNvPr>
          <p:cNvSpPr>
            <a:spLocks noGrp="1"/>
          </p:cNvSpPr>
          <p:nvPr/>
        </p:nvSpPr>
        <p:spPr>
          <a:xfrm>
            <a:off x="2836557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9" name="data_7120">
            <a:extLst>
              <a:ext uri="{FF2B5EF4-FFF2-40B4-BE49-F238E27FC236}">
                <a16:creationId xmlns:a16="http://schemas.microsoft.com/office/drawing/2014/main" id="{144B25B2-8C42-4D5F-919B-B2089578EF28}"/>
              </a:ext>
            </a:extLst>
          </p:cNvPr>
          <p:cNvSpPr>
            <a:spLocks noGrp="1"/>
          </p:cNvSpPr>
          <p:nvPr/>
        </p:nvSpPr>
        <p:spPr>
          <a:xfrm>
            <a:off x="282801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0" name="data_7121">
            <a:extLst>
              <a:ext uri="{FF2B5EF4-FFF2-40B4-BE49-F238E27FC236}">
                <a16:creationId xmlns:a16="http://schemas.microsoft.com/office/drawing/2014/main" id="{0EAFE47A-DF13-4573-A2D9-E7FCC49C4F1B}"/>
              </a:ext>
            </a:extLst>
          </p:cNvPr>
          <p:cNvSpPr>
            <a:spLocks noGrp="1"/>
          </p:cNvSpPr>
          <p:nvPr/>
        </p:nvSpPr>
        <p:spPr>
          <a:xfrm>
            <a:off x="287335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1" name="data_7122">
            <a:extLst>
              <a:ext uri="{FF2B5EF4-FFF2-40B4-BE49-F238E27FC236}">
                <a16:creationId xmlns:a16="http://schemas.microsoft.com/office/drawing/2014/main" id="{C59C47C1-0EC6-4FEC-B440-879AB1A11DD7}"/>
              </a:ext>
            </a:extLst>
          </p:cNvPr>
          <p:cNvSpPr>
            <a:spLocks noGrp="1"/>
          </p:cNvSpPr>
          <p:nvPr/>
        </p:nvSpPr>
        <p:spPr>
          <a:xfrm>
            <a:off x="2934063" y="6470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2" name="data_7123">
            <a:extLst>
              <a:ext uri="{FF2B5EF4-FFF2-40B4-BE49-F238E27FC236}">
                <a16:creationId xmlns:a16="http://schemas.microsoft.com/office/drawing/2014/main" id="{3EC9C55C-C9B9-4BCA-8C02-EC38873E69F9}"/>
              </a:ext>
            </a:extLst>
          </p:cNvPr>
          <p:cNvSpPr>
            <a:spLocks noGrp="1"/>
          </p:cNvSpPr>
          <p:nvPr/>
        </p:nvSpPr>
        <p:spPr>
          <a:xfrm>
            <a:off x="2929464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3" name="data_7124">
            <a:extLst>
              <a:ext uri="{FF2B5EF4-FFF2-40B4-BE49-F238E27FC236}">
                <a16:creationId xmlns:a16="http://schemas.microsoft.com/office/drawing/2014/main" id="{60E950A2-2B0F-45B9-B884-12EFD5D4A4BD}"/>
              </a:ext>
            </a:extLst>
          </p:cNvPr>
          <p:cNvSpPr>
            <a:spLocks noGrp="1"/>
          </p:cNvSpPr>
          <p:nvPr/>
        </p:nvSpPr>
        <p:spPr>
          <a:xfrm>
            <a:off x="2863067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4" name="data_7125">
            <a:extLst>
              <a:ext uri="{FF2B5EF4-FFF2-40B4-BE49-F238E27FC236}">
                <a16:creationId xmlns:a16="http://schemas.microsoft.com/office/drawing/2014/main" id="{6344BD1C-C131-454B-A1DE-B906DB490A2E}"/>
              </a:ext>
            </a:extLst>
          </p:cNvPr>
          <p:cNvSpPr>
            <a:spLocks noGrp="1"/>
          </p:cNvSpPr>
          <p:nvPr/>
        </p:nvSpPr>
        <p:spPr>
          <a:xfrm>
            <a:off x="2911833" y="6881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5" name="data_7126">
            <a:extLst>
              <a:ext uri="{FF2B5EF4-FFF2-40B4-BE49-F238E27FC236}">
                <a16:creationId xmlns:a16="http://schemas.microsoft.com/office/drawing/2014/main" id="{AA8EDBE0-A7F0-41C6-BBA6-99B0684F6F90}"/>
              </a:ext>
            </a:extLst>
          </p:cNvPr>
          <p:cNvSpPr>
            <a:spLocks noGrp="1"/>
          </p:cNvSpPr>
          <p:nvPr/>
        </p:nvSpPr>
        <p:spPr>
          <a:xfrm>
            <a:off x="293567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6" name="data_7127">
            <a:extLst>
              <a:ext uri="{FF2B5EF4-FFF2-40B4-BE49-F238E27FC236}">
                <a16:creationId xmlns:a16="http://schemas.microsoft.com/office/drawing/2014/main" id="{BF0D5166-3639-4494-BBD1-750646C292C8}"/>
              </a:ext>
            </a:extLst>
          </p:cNvPr>
          <p:cNvSpPr>
            <a:spLocks noGrp="1"/>
          </p:cNvSpPr>
          <p:nvPr/>
        </p:nvSpPr>
        <p:spPr>
          <a:xfrm>
            <a:off x="287447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7" name="data_7128">
            <a:extLst>
              <a:ext uri="{FF2B5EF4-FFF2-40B4-BE49-F238E27FC236}">
                <a16:creationId xmlns:a16="http://schemas.microsoft.com/office/drawing/2014/main" id="{70521F96-69D9-4976-8768-A6A6A281D558}"/>
              </a:ext>
            </a:extLst>
          </p:cNvPr>
          <p:cNvSpPr>
            <a:spLocks noGrp="1"/>
          </p:cNvSpPr>
          <p:nvPr/>
        </p:nvSpPr>
        <p:spPr>
          <a:xfrm>
            <a:off x="290137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8" name="data_7129">
            <a:extLst>
              <a:ext uri="{FF2B5EF4-FFF2-40B4-BE49-F238E27FC236}">
                <a16:creationId xmlns:a16="http://schemas.microsoft.com/office/drawing/2014/main" id="{07B636CD-52F7-4E9D-ACF3-696BFEC23855}"/>
              </a:ext>
            </a:extLst>
          </p:cNvPr>
          <p:cNvSpPr>
            <a:spLocks noGrp="1"/>
          </p:cNvSpPr>
          <p:nvPr/>
        </p:nvSpPr>
        <p:spPr>
          <a:xfrm>
            <a:off x="287682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9" name="data_7130">
            <a:extLst>
              <a:ext uri="{FF2B5EF4-FFF2-40B4-BE49-F238E27FC236}">
                <a16:creationId xmlns:a16="http://schemas.microsoft.com/office/drawing/2014/main" id="{E81F2BEA-7C5F-4DF1-9306-ECFD0312D84F}"/>
              </a:ext>
            </a:extLst>
          </p:cNvPr>
          <p:cNvSpPr>
            <a:spLocks noGrp="1"/>
          </p:cNvSpPr>
          <p:nvPr/>
        </p:nvSpPr>
        <p:spPr>
          <a:xfrm>
            <a:off x="2901251" y="51462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0" name="data_7131">
            <a:extLst>
              <a:ext uri="{FF2B5EF4-FFF2-40B4-BE49-F238E27FC236}">
                <a16:creationId xmlns:a16="http://schemas.microsoft.com/office/drawing/2014/main" id="{D10CBBA5-2F2B-4781-B5DA-D9D5F7F5401A}"/>
              </a:ext>
            </a:extLst>
          </p:cNvPr>
          <p:cNvSpPr>
            <a:spLocks noGrp="1"/>
          </p:cNvSpPr>
          <p:nvPr/>
        </p:nvSpPr>
        <p:spPr>
          <a:xfrm>
            <a:off x="282864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1" name="data_7132">
            <a:extLst>
              <a:ext uri="{FF2B5EF4-FFF2-40B4-BE49-F238E27FC236}">
                <a16:creationId xmlns:a16="http://schemas.microsoft.com/office/drawing/2014/main" id="{E0930C20-FBB8-4A3E-AC9E-52FF484928BF}"/>
              </a:ext>
            </a:extLst>
          </p:cNvPr>
          <p:cNvSpPr>
            <a:spLocks noGrp="1"/>
          </p:cNvSpPr>
          <p:nvPr/>
        </p:nvSpPr>
        <p:spPr>
          <a:xfrm>
            <a:off x="2924746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2" name="data_7133">
            <a:extLst>
              <a:ext uri="{FF2B5EF4-FFF2-40B4-BE49-F238E27FC236}">
                <a16:creationId xmlns:a16="http://schemas.microsoft.com/office/drawing/2014/main" id="{91B5443F-FC1E-4E40-BA45-1E237AC66C5F}"/>
              </a:ext>
            </a:extLst>
          </p:cNvPr>
          <p:cNvSpPr>
            <a:spLocks noGrp="1"/>
          </p:cNvSpPr>
          <p:nvPr/>
        </p:nvSpPr>
        <p:spPr>
          <a:xfrm>
            <a:off x="2862449" y="5823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3" name="data_7134">
            <a:extLst>
              <a:ext uri="{FF2B5EF4-FFF2-40B4-BE49-F238E27FC236}">
                <a16:creationId xmlns:a16="http://schemas.microsoft.com/office/drawing/2014/main" id="{1C2502C9-E990-483B-8B92-00449DA30988}"/>
              </a:ext>
            </a:extLst>
          </p:cNvPr>
          <p:cNvSpPr>
            <a:spLocks noGrp="1"/>
          </p:cNvSpPr>
          <p:nvPr/>
        </p:nvSpPr>
        <p:spPr>
          <a:xfrm>
            <a:off x="293410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4" name="data_7135">
            <a:extLst>
              <a:ext uri="{FF2B5EF4-FFF2-40B4-BE49-F238E27FC236}">
                <a16:creationId xmlns:a16="http://schemas.microsoft.com/office/drawing/2014/main" id="{5EC1AB7D-B9CB-4B10-BC37-0C3E6AECDAEC}"/>
              </a:ext>
            </a:extLst>
          </p:cNvPr>
          <p:cNvSpPr>
            <a:spLocks noGrp="1"/>
          </p:cNvSpPr>
          <p:nvPr/>
        </p:nvSpPr>
        <p:spPr>
          <a:xfrm>
            <a:off x="289617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5" name="data_7136">
            <a:extLst>
              <a:ext uri="{FF2B5EF4-FFF2-40B4-BE49-F238E27FC236}">
                <a16:creationId xmlns:a16="http://schemas.microsoft.com/office/drawing/2014/main" id="{E0638D0B-683F-4E5D-91C0-84ECA0D35500}"/>
              </a:ext>
            </a:extLst>
          </p:cNvPr>
          <p:cNvSpPr>
            <a:spLocks noGrp="1"/>
          </p:cNvSpPr>
          <p:nvPr/>
        </p:nvSpPr>
        <p:spPr>
          <a:xfrm>
            <a:off x="2809494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6" name="data_7137">
            <a:extLst>
              <a:ext uri="{FF2B5EF4-FFF2-40B4-BE49-F238E27FC236}">
                <a16:creationId xmlns:a16="http://schemas.microsoft.com/office/drawing/2014/main" id="{89995665-3DAB-45BD-A664-2967EAAF4EE2}"/>
              </a:ext>
            </a:extLst>
          </p:cNvPr>
          <p:cNvSpPr>
            <a:spLocks noGrp="1"/>
          </p:cNvSpPr>
          <p:nvPr/>
        </p:nvSpPr>
        <p:spPr>
          <a:xfrm>
            <a:off x="2910824" y="5536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7" name="data_7138">
            <a:extLst>
              <a:ext uri="{FF2B5EF4-FFF2-40B4-BE49-F238E27FC236}">
                <a16:creationId xmlns:a16="http://schemas.microsoft.com/office/drawing/2014/main" id="{0BE2C0AC-8A5A-4BED-8FE2-500088847293}"/>
              </a:ext>
            </a:extLst>
          </p:cNvPr>
          <p:cNvSpPr>
            <a:spLocks noGrp="1"/>
          </p:cNvSpPr>
          <p:nvPr/>
        </p:nvSpPr>
        <p:spPr>
          <a:xfrm>
            <a:off x="290750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8" name="data_7139">
            <a:extLst>
              <a:ext uri="{FF2B5EF4-FFF2-40B4-BE49-F238E27FC236}">
                <a16:creationId xmlns:a16="http://schemas.microsoft.com/office/drawing/2014/main" id="{32BBE2F4-1C51-4FD3-9780-E424BDB14960}"/>
              </a:ext>
            </a:extLst>
          </p:cNvPr>
          <p:cNvSpPr>
            <a:spLocks noGrp="1"/>
          </p:cNvSpPr>
          <p:nvPr/>
        </p:nvSpPr>
        <p:spPr>
          <a:xfrm>
            <a:off x="285718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9" name="data_7140">
            <a:extLst>
              <a:ext uri="{FF2B5EF4-FFF2-40B4-BE49-F238E27FC236}">
                <a16:creationId xmlns:a16="http://schemas.microsoft.com/office/drawing/2014/main" id="{E5B30549-BA42-4E88-BEB1-85F7E2F4436D}"/>
              </a:ext>
            </a:extLst>
          </p:cNvPr>
          <p:cNvSpPr>
            <a:spLocks noGrp="1"/>
          </p:cNvSpPr>
          <p:nvPr/>
        </p:nvSpPr>
        <p:spPr>
          <a:xfrm>
            <a:off x="2926492" y="63292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0" name="data_7141">
            <a:extLst>
              <a:ext uri="{FF2B5EF4-FFF2-40B4-BE49-F238E27FC236}">
                <a16:creationId xmlns:a16="http://schemas.microsoft.com/office/drawing/2014/main" id="{8429C5D1-5BE4-4346-AFB0-BD0A6835078C}"/>
              </a:ext>
            </a:extLst>
          </p:cNvPr>
          <p:cNvSpPr>
            <a:spLocks noGrp="1"/>
          </p:cNvSpPr>
          <p:nvPr/>
        </p:nvSpPr>
        <p:spPr>
          <a:xfrm>
            <a:off x="2897418" y="50833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1" name="data_7142">
            <a:extLst>
              <a:ext uri="{FF2B5EF4-FFF2-40B4-BE49-F238E27FC236}">
                <a16:creationId xmlns:a16="http://schemas.microsoft.com/office/drawing/2014/main" id="{0ED8FF25-8A93-4A41-9E5E-5C9C29F1145D}"/>
              </a:ext>
            </a:extLst>
          </p:cNvPr>
          <p:cNvSpPr>
            <a:spLocks noGrp="1"/>
          </p:cNvSpPr>
          <p:nvPr/>
        </p:nvSpPr>
        <p:spPr>
          <a:xfrm>
            <a:off x="28099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2" name="data_7143">
            <a:extLst>
              <a:ext uri="{FF2B5EF4-FFF2-40B4-BE49-F238E27FC236}">
                <a16:creationId xmlns:a16="http://schemas.microsoft.com/office/drawing/2014/main" id="{E823D8DA-0281-4D40-8C2F-73AD2691FD60}"/>
              </a:ext>
            </a:extLst>
          </p:cNvPr>
          <p:cNvSpPr>
            <a:spLocks noGrp="1"/>
          </p:cNvSpPr>
          <p:nvPr/>
        </p:nvSpPr>
        <p:spPr>
          <a:xfrm>
            <a:off x="2948464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3" name="data_7144">
            <a:extLst>
              <a:ext uri="{FF2B5EF4-FFF2-40B4-BE49-F238E27FC236}">
                <a16:creationId xmlns:a16="http://schemas.microsoft.com/office/drawing/2014/main" id="{7909F957-D8A9-49D6-87A9-8307A1B8A2D0}"/>
              </a:ext>
            </a:extLst>
          </p:cNvPr>
          <p:cNvSpPr>
            <a:spLocks noGrp="1"/>
          </p:cNvSpPr>
          <p:nvPr/>
        </p:nvSpPr>
        <p:spPr>
          <a:xfrm>
            <a:off x="2872118" y="63772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4" name="data_7145">
            <a:extLst>
              <a:ext uri="{FF2B5EF4-FFF2-40B4-BE49-F238E27FC236}">
                <a16:creationId xmlns:a16="http://schemas.microsoft.com/office/drawing/2014/main" id="{B21C1AAB-CA10-47C9-9164-101D1DF0BBAE}"/>
              </a:ext>
            </a:extLst>
          </p:cNvPr>
          <p:cNvSpPr>
            <a:spLocks noGrp="1"/>
          </p:cNvSpPr>
          <p:nvPr/>
        </p:nvSpPr>
        <p:spPr>
          <a:xfrm>
            <a:off x="2805885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5" name="data_7146">
            <a:extLst>
              <a:ext uri="{FF2B5EF4-FFF2-40B4-BE49-F238E27FC236}">
                <a16:creationId xmlns:a16="http://schemas.microsoft.com/office/drawing/2014/main" id="{E5CFD557-BBC3-485B-B2CB-856E3E9AF66F}"/>
              </a:ext>
            </a:extLst>
          </p:cNvPr>
          <p:cNvSpPr>
            <a:spLocks noGrp="1"/>
          </p:cNvSpPr>
          <p:nvPr/>
        </p:nvSpPr>
        <p:spPr>
          <a:xfrm>
            <a:off x="2824063" y="6637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6" name="data_7147">
            <a:extLst>
              <a:ext uri="{FF2B5EF4-FFF2-40B4-BE49-F238E27FC236}">
                <a16:creationId xmlns:a16="http://schemas.microsoft.com/office/drawing/2014/main" id="{00C54A12-798D-4BFA-9F6B-533DF58BF928}"/>
              </a:ext>
            </a:extLst>
          </p:cNvPr>
          <p:cNvSpPr>
            <a:spLocks noGrp="1"/>
          </p:cNvSpPr>
          <p:nvPr/>
        </p:nvSpPr>
        <p:spPr>
          <a:xfrm>
            <a:off x="2917984" y="54673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7" name="data_7148">
            <a:extLst>
              <a:ext uri="{FF2B5EF4-FFF2-40B4-BE49-F238E27FC236}">
                <a16:creationId xmlns:a16="http://schemas.microsoft.com/office/drawing/2014/main" id="{D19876D8-81E1-4429-9271-D5D79D8C1B34}"/>
              </a:ext>
            </a:extLst>
          </p:cNvPr>
          <p:cNvSpPr>
            <a:spLocks noGrp="1"/>
          </p:cNvSpPr>
          <p:nvPr/>
        </p:nvSpPr>
        <p:spPr>
          <a:xfrm>
            <a:off x="2958075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8" name="data_7149">
            <a:extLst>
              <a:ext uri="{FF2B5EF4-FFF2-40B4-BE49-F238E27FC236}">
                <a16:creationId xmlns:a16="http://schemas.microsoft.com/office/drawing/2014/main" id="{BF0160BC-0885-4A7C-8724-8215045AC81D}"/>
              </a:ext>
            </a:extLst>
          </p:cNvPr>
          <p:cNvSpPr>
            <a:spLocks noGrp="1"/>
          </p:cNvSpPr>
          <p:nvPr/>
        </p:nvSpPr>
        <p:spPr>
          <a:xfrm>
            <a:off x="2903977" y="56038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9" name="data_7150">
            <a:extLst>
              <a:ext uri="{FF2B5EF4-FFF2-40B4-BE49-F238E27FC236}">
                <a16:creationId xmlns:a16="http://schemas.microsoft.com/office/drawing/2014/main" id="{04FCD90C-EE4A-4BE0-9378-CC86B955B1CA}"/>
              </a:ext>
            </a:extLst>
          </p:cNvPr>
          <p:cNvSpPr>
            <a:spLocks noGrp="1"/>
          </p:cNvSpPr>
          <p:nvPr/>
        </p:nvSpPr>
        <p:spPr>
          <a:xfrm>
            <a:off x="289886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0" name="data_7151">
            <a:extLst>
              <a:ext uri="{FF2B5EF4-FFF2-40B4-BE49-F238E27FC236}">
                <a16:creationId xmlns:a16="http://schemas.microsoft.com/office/drawing/2014/main" id="{6A336510-42FC-4EF2-A093-0C6647966815}"/>
              </a:ext>
            </a:extLst>
          </p:cNvPr>
          <p:cNvSpPr>
            <a:spLocks noGrp="1"/>
          </p:cNvSpPr>
          <p:nvPr/>
        </p:nvSpPr>
        <p:spPr>
          <a:xfrm>
            <a:off x="2866234" y="60030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1" name="data_7152">
            <a:extLst>
              <a:ext uri="{FF2B5EF4-FFF2-40B4-BE49-F238E27FC236}">
                <a16:creationId xmlns:a16="http://schemas.microsoft.com/office/drawing/2014/main" id="{167A7505-BA5F-4EF5-AE1D-D9036D71804B}"/>
              </a:ext>
            </a:extLst>
          </p:cNvPr>
          <p:cNvSpPr>
            <a:spLocks noGrp="1"/>
          </p:cNvSpPr>
          <p:nvPr/>
        </p:nvSpPr>
        <p:spPr>
          <a:xfrm>
            <a:off x="288102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2" name="data_7153">
            <a:extLst>
              <a:ext uri="{FF2B5EF4-FFF2-40B4-BE49-F238E27FC236}">
                <a16:creationId xmlns:a16="http://schemas.microsoft.com/office/drawing/2014/main" id="{730B3D89-34DB-49A0-985A-B18669BFFD59}"/>
              </a:ext>
            </a:extLst>
          </p:cNvPr>
          <p:cNvSpPr>
            <a:spLocks noGrp="1"/>
          </p:cNvSpPr>
          <p:nvPr/>
        </p:nvSpPr>
        <p:spPr>
          <a:xfrm>
            <a:off x="2851564" y="54673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3" name="data_7154">
            <a:extLst>
              <a:ext uri="{FF2B5EF4-FFF2-40B4-BE49-F238E27FC236}">
                <a16:creationId xmlns:a16="http://schemas.microsoft.com/office/drawing/2014/main" id="{88AD09FF-6E64-4DE6-B795-3D3E51302596}"/>
              </a:ext>
            </a:extLst>
          </p:cNvPr>
          <p:cNvSpPr>
            <a:spLocks noGrp="1"/>
          </p:cNvSpPr>
          <p:nvPr/>
        </p:nvSpPr>
        <p:spPr>
          <a:xfrm>
            <a:off x="285055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4" name="data_7155">
            <a:extLst>
              <a:ext uri="{FF2B5EF4-FFF2-40B4-BE49-F238E27FC236}">
                <a16:creationId xmlns:a16="http://schemas.microsoft.com/office/drawing/2014/main" id="{F7C60BFE-29BA-408C-B5F1-DFBE78437C8F}"/>
              </a:ext>
            </a:extLst>
          </p:cNvPr>
          <p:cNvSpPr>
            <a:spLocks noGrp="1"/>
          </p:cNvSpPr>
          <p:nvPr/>
        </p:nvSpPr>
        <p:spPr>
          <a:xfrm>
            <a:off x="294126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5" name="data_7156">
            <a:extLst>
              <a:ext uri="{FF2B5EF4-FFF2-40B4-BE49-F238E27FC236}">
                <a16:creationId xmlns:a16="http://schemas.microsoft.com/office/drawing/2014/main" id="{1F05E5E6-CDCF-4482-8CA1-300DD12AD025}"/>
              </a:ext>
            </a:extLst>
          </p:cNvPr>
          <p:cNvSpPr>
            <a:spLocks noGrp="1"/>
          </p:cNvSpPr>
          <p:nvPr/>
        </p:nvSpPr>
        <p:spPr>
          <a:xfrm>
            <a:off x="291210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6" name="data_7157">
            <a:extLst>
              <a:ext uri="{FF2B5EF4-FFF2-40B4-BE49-F238E27FC236}">
                <a16:creationId xmlns:a16="http://schemas.microsoft.com/office/drawing/2014/main" id="{29EFB055-93E3-46AD-805E-FD492721995E}"/>
              </a:ext>
            </a:extLst>
          </p:cNvPr>
          <p:cNvSpPr>
            <a:spLocks noGrp="1"/>
          </p:cNvSpPr>
          <p:nvPr/>
        </p:nvSpPr>
        <p:spPr>
          <a:xfrm>
            <a:off x="2867026" y="6880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7" name="data_7158">
            <a:extLst>
              <a:ext uri="{FF2B5EF4-FFF2-40B4-BE49-F238E27FC236}">
                <a16:creationId xmlns:a16="http://schemas.microsoft.com/office/drawing/2014/main" id="{1D6AF297-16A1-4C83-A795-979C5002E8EC}"/>
              </a:ext>
            </a:extLst>
          </p:cNvPr>
          <p:cNvSpPr>
            <a:spLocks noGrp="1"/>
          </p:cNvSpPr>
          <p:nvPr/>
        </p:nvSpPr>
        <p:spPr>
          <a:xfrm>
            <a:off x="284731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8" name="data_7159">
            <a:extLst>
              <a:ext uri="{FF2B5EF4-FFF2-40B4-BE49-F238E27FC236}">
                <a16:creationId xmlns:a16="http://schemas.microsoft.com/office/drawing/2014/main" id="{66740F38-97B9-4DE3-A162-526CF7613875}"/>
              </a:ext>
            </a:extLst>
          </p:cNvPr>
          <p:cNvSpPr>
            <a:spLocks noGrp="1"/>
          </p:cNvSpPr>
          <p:nvPr/>
        </p:nvSpPr>
        <p:spPr>
          <a:xfrm>
            <a:off x="284949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9" name="data_7160">
            <a:extLst>
              <a:ext uri="{FF2B5EF4-FFF2-40B4-BE49-F238E27FC236}">
                <a16:creationId xmlns:a16="http://schemas.microsoft.com/office/drawing/2014/main" id="{6E3C6D75-C6CA-4B67-93CE-FB992D04A558}"/>
              </a:ext>
            </a:extLst>
          </p:cNvPr>
          <p:cNvSpPr>
            <a:spLocks noGrp="1"/>
          </p:cNvSpPr>
          <p:nvPr/>
        </p:nvSpPr>
        <p:spPr>
          <a:xfrm>
            <a:off x="2952595" y="69009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0" name="data_7161">
            <a:extLst>
              <a:ext uri="{FF2B5EF4-FFF2-40B4-BE49-F238E27FC236}">
                <a16:creationId xmlns:a16="http://schemas.microsoft.com/office/drawing/2014/main" id="{9D166B79-67A3-42C3-A509-2B84B422E39B}"/>
              </a:ext>
            </a:extLst>
          </p:cNvPr>
          <p:cNvSpPr>
            <a:spLocks noGrp="1"/>
          </p:cNvSpPr>
          <p:nvPr/>
        </p:nvSpPr>
        <p:spPr>
          <a:xfrm>
            <a:off x="2900048" y="627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1" name="data_7162">
            <a:extLst>
              <a:ext uri="{FF2B5EF4-FFF2-40B4-BE49-F238E27FC236}">
                <a16:creationId xmlns:a16="http://schemas.microsoft.com/office/drawing/2014/main" id="{E882E61C-654B-4631-9FB9-503E7F3BCC7B}"/>
              </a:ext>
            </a:extLst>
          </p:cNvPr>
          <p:cNvSpPr>
            <a:spLocks noGrp="1"/>
          </p:cNvSpPr>
          <p:nvPr/>
        </p:nvSpPr>
        <p:spPr>
          <a:xfrm>
            <a:off x="283007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2" name="data_7163">
            <a:extLst>
              <a:ext uri="{FF2B5EF4-FFF2-40B4-BE49-F238E27FC236}">
                <a16:creationId xmlns:a16="http://schemas.microsoft.com/office/drawing/2014/main" id="{BD0EF3C9-A079-48D6-B7E4-48BD0D6C6D3A}"/>
              </a:ext>
            </a:extLst>
          </p:cNvPr>
          <p:cNvSpPr>
            <a:spLocks noGrp="1"/>
          </p:cNvSpPr>
          <p:nvPr/>
        </p:nvSpPr>
        <p:spPr>
          <a:xfrm>
            <a:off x="294944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3" name="data_7164">
            <a:extLst>
              <a:ext uri="{FF2B5EF4-FFF2-40B4-BE49-F238E27FC236}">
                <a16:creationId xmlns:a16="http://schemas.microsoft.com/office/drawing/2014/main" id="{A231867F-C4EB-4351-887B-60C44C293613}"/>
              </a:ext>
            </a:extLst>
          </p:cNvPr>
          <p:cNvSpPr>
            <a:spLocks noGrp="1"/>
          </p:cNvSpPr>
          <p:nvPr/>
        </p:nvSpPr>
        <p:spPr>
          <a:xfrm>
            <a:off x="2887135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4" name="data_7165">
            <a:extLst>
              <a:ext uri="{FF2B5EF4-FFF2-40B4-BE49-F238E27FC236}">
                <a16:creationId xmlns:a16="http://schemas.microsoft.com/office/drawing/2014/main" id="{977F2477-68B0-4B80-BB52-8CC5360492CB}"/>
              </a:ext>
            </a:extLst>
          </p:cNvPr>
          <p:cNvSpPr>
            <a:spLocks noGrp="1"/>
          </p:cNvSpPr>
          <p:nvPr/>
        </p:nvSpPr>
        <p:spPr>
          <a:xfrm>
            <a:off x="282088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5" name="data_7166">
            <a:extLst>
              <a:ext uri="{FF2B5EF4-FFF2-40B4-BE49-F238E27FC236}">
                <a16:creationId xmlns:a16="http://schemas.microsoft.com/office/drawing/2014/main" id="{E3B7E7E6-5209-490B-BA9D-DADDF673C113}"/>
              </a:ext>
            </a:extLst>
          </p:cNvPr>
          <p:cNvSpPr>
            <a:spLocks noGrp="1"/>
          </p:cNvSpPr>
          <p:nvPr/>
        </p:nvSpPr>
        <p:spPr>
          <a:xfrm>
            <a:off x="2900727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6" name="data_7167">
            <a:extLst>
              <a:ext uri="{FF2B5EF4-FFF2-40B4-BE49-F238E27FC236}">
                <a16:creationId xmlns:a16="http://schemas.microsoft.com/office/drawing/2014/main" id="{21020A77-314E-49DD-928F-D2851658F07F}"/>
              </a:ext>
            </a:extLst>
          </p:cNvPr>
          <p:cNvSpPr>
            <a:spLocks noGrp="1"/>
          </p:cNvSpPr>
          <p:nvPr/>
        </p:nvSpPr>
        <p:spPr>
          <a:xfrm>
            <a:off x="2933481" y="63790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7" name="data_7168">
            <a:extLst>
              <a:ext uri="{FF2B5EF4-FFF2-40B4-BE49-F238E27FC236}">
                <a16:creationId xmlns:a16="http://schemas.microsoft.com/office/drawing/2014/main" id="{C313DD89-A80C-4F9E-BD08-5071916A0D65}"/>
              </a:ext>
            </a:extLst>
          </p:cNvPr>
          <p:cNvSpPr>
            <a:spLocks noGrp="1"/>
          </p:cNvSpPr>
          <p:nvPr/>
        </p:nvSpPr>
        <p:spPr>
          <a:xfrm>
            <a:off x="2831635" y="62466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8" name="data_7169">
            <a:extLst>
              <a:ext uri="{FF2B5EF4-FFF2-40B4-BE49-F238E27FC236}">
                <a16:creationId xmlns:a16="http://schemas.microsoft.com/office/drawing/2014/main" id="{1DE8FDDD-9943-46FF-BA22-EEF794007BD3}"/>
              </a:ext>
            </a:extLst>
          </p:cNvPr>
          <p:cNvSpPr>
            <a:spLocks noGrp="1"/>
          </p:cNvSpPr>
          <p:nvPr/>
        </p:nvSpPr>
        <p:spPr>
          <a:xfrm>
            <a:off x="2827058" y="6777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9" name="data_7170">
            <a:extLst>
              <a:ext uri="{FF2B5EF4-FFF2-40B4-BE49-F238E27FC236}">
                <a16:creationId xmlns:a16="http://schemas.microsoft.com/office/drawing/2014/main" id="{9F8F29C9-B774-44AE-92D5-AE1B6B416D18}"/>
              </a:ext>
            </a:extLst>
          </p:cNvPr>
          <p:cNvSpPr>
            <a:spLocks noGrp="1"/>
          </p:cNvSpPr>
          <p:nvPr/>
        </p:nvSpPr>
        <p:spPr>
          <a:xfrm>
            <a:off x="289785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0" name="data_7171">
            <a:extLst>
              <a:ext uri="{FF2B5EF4-FFF2-40B4-BE49-F238E27FC236}">
                <a16:creationId xmlns:a16="http://schemas.microsoft.com/office/drawing/2014/main" id="{5E9A8742-BC9E-491D-89AA-0FE09179C398}"/>
              </a:ext>
            </a:extLst>
          </p:cNvPr>
          <p:cNvSpPr>
            <a:spLocks noGrp="1"/>
          </p:cNvSpPr>
          <p:nvPr/>
        </p:nvSpPr>
        <p:spPr>
          <a:xfrm>
            <a:off x="294163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1" name="data_7172">
            <a:extLst>
              <a:ext uri="{FF2B5EF4-FFF2-40B4-BE49-F238E27FC236}">
                <a16:creationId xmlns:a16="http://schemas.microsoft.com/office/drawing/2014/main" id="{70ADF621-782F-46C2-BA2D-1657E98BF64D}"/>
              </a:ext>
            </a:extLst>
          </p:cNvPr>
          <p:cNvSpPr>
            <a:spLocks noGrp="1"/>
          </p:cNvSpPr>
          <p:nvPr/>
        </p:nvSpPr>
        <p:spPr>
          <a:xfrm>
            <a:off x="279095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2" name="data_7173">
            <a:extLst>
              <a:ext uri="{FF2B5EF4-FFF2-40B4-BE49-F238E27FC236}">
                <a16:creationId xmlns:a16="http://schemas.microsoft.com/office/drawing/2014/main" id="{322BE9E1-33E4-4EB5-86A9-E522B05E6F8C}"/>
              </a:ext>
            </a:extLst>
          </p:cNvPr>
          <p:cNvSpPr>
            <a:spLocks noGrp="1"/>
          </p:cNvSpPr>
          <p:nvPr/>
        </p:nvSpPr>
        <p:spPr>
          <a:xfrm>
            <a:off x="288293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3" name="data_7174">
            <a:extLst>
              <a:ext uri="{FF2B5EF4-FFF2-40B4-BE49-F238E27FC236}">
                <a16:creationId xmlns:a16="http://schemas.microsoft.com/office/drawing/2014/main" id="{1CD11665-A358-4AF9-93F1-E56FCC4718B8}"/>
              </a:ext>
            </a:extLst>
          </p:cNvPr>
          <p:cNvSpPr>
            <a:spLocks noGrp="1"/>
          </p:cNvSpPr>
          <p:nvPr/>
        </p:nvSpPr>
        <p:spPr>
          <a:xfrm>
            <a:off x="284905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4" name="data_7175">
            <a:extLst>
              <a:ext uri="{FF2B5EF4-FFF2-40B4-BE49-F238E27FC236}">
                <a16:creationId xmlns:a16="http://schemas.microsoft.com/office/drawing/2014/main" id="{D42698E6-7A1D-4DEA-8331-73F729510F1F}"/>
              </a:ext>
            </a:extLst>
          </p:cNvPr>
          <p:cNvSpPr>
            <a:spLocks noGrp="1"/>
          </p:cNvSpPr>
          <p:nvPr/>
        </p:nvSpPr>
        <p:spPr>
          <a:xfrm>
            <a:off x="2818928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5" name="data_7176">
            <a:extLst>
              <a:ext uri="{FF2B5EF4-FFF2-40B4-BE49-F238E27FC236}">
                <a16:creationId xmlns:a16="http://schemas.microsoft.com/office/drawing/2014/main" id="{AC3F402E-1ECA-4FD0-BEC0-0E057DC5D3C3}"/>
              </a:ext>
            </a:extLst>
          </p:cNvPr>
          <p:cNvSpPr>
            <a:spLocks noGrp="1"/>
          </p:cNvSpPr>
          <p:nvPr/>
        </p:nvSpPr>
        <p:spPr>
          <a:xfrm>
            <a:off x="2883784" y="65056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6" name="data_7177">
            <a:extLst>
              <a:ext uri="{FF2B5EF4-FFF2-40B4-BE49-F238E27FC236}">
                <a16:creationId xmlns:a16="http://schemas.microsoft.com/office/drawing/2014/main" id="{157DD5D8-31AB-4DA6-9B74-3879D64A28FF}"/>
              </a:ext>
            </a:extLst>
          </p:cNvPr>
          <p:cNvSpPr>
            <a:spLocks noGrp="1"/>
          </p:cNvSpPr>
          <p:nvPr/>
        </p:nvSpPr>
        <p:spPr>
          <a:xfrm>
            <a:off x="2874388" y="610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7" name="data_7178">
            <a:extLst>
              <a:ext uri="{FF2B5EF4-FFF2-40B4-BE49-F238E27FC236}">
                <a16:creationId xmlns:a16="http://schemas.microsoft.com/office/drawing/2014/main" id="{CABB1ED2-7B83-432A-90AA-07C4717BCAEC}"/>
              </a:ext>
            </a:extLst>
          </p:cNvPr>
          <p:cNvSpPr>
            <a:spLocks noGrp="1"/>
          </p:cNvSpPr>
          <p:nvPr/>
        </p:nvSpPr>
        <p:spPr>
          <a:xfrm>
            <a:off x="2815832" y="56279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8" name="data_7179">
            <a:extLst>
              <a:ext uri="{FF2B5EF4-FFF2-40B4-BE49-F238E27FC236}">
                <a16:creationId xmlns:a16="http://schemas.microsoft.com/office/drawing/2014/main" id="{DD37C368-DAA4-41BC-A902-56AE0AD0756B}"/>
              </a:ext>
            </a:extLst>
          </p:cNvPr>
          <p:cNvSpPr>
            <a:spLocks noGrp="1"/>
          </p:cNvSpPr>
          <p:nvPr/>
        </p:nvSpPr>
        <p:spPr>
          <a:xfrm>
            <a:off x="2851467" y="57563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9" name="data_7180">
            <a:extLst>
              <a:ext uri="{FF2B5EF4-FFF2-40B4-BE49-F238E27FC236}">
                <a16:creationId xmlns:a16="http://schemas.microsoft.com/office/drawing/2014/main" id="{C8CF7F0B-2810-42C8-B627-6EB8C225F3FA}"/>
              </a:ext>
            </a:extLst>
          </p:cNvPr>
          <p:cNvSpPr>
            <a:spLocks noGrp="1"/>
          </p:cNvSpPr>
          <p:nvPr/>
        </p:nvSpPr>
        <p:spPr>
          <a:xfrm>
            <a:off x="278410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0" name="data_7181">
            <a:extLst>
              <a:ext uri="{FF2B5EF4-FFF2-40B4-BE49-F238E27FC236}">
                <a16:creationId xmlns:a16="http://schemas.microsoft.com/office/drawing/2014/main" id="{507BA17D-194F-42A4-AAA0-FCA119D8FB2B}"/>
              </a:ext>
            </a:extLst>
          </p:cNvPr>
          <p:cNvSpPr>
            <a:spLocks noGrp="1"/>
          </p:cNvSpPr>
          <p:nvPr/>
        </p:nvSpPr>
        <p:spPr>
          <a:xfrm>
            <a:off x="284300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1" name="data_7182">
            <a:extLst>
              <a:ext uri="{FF2B5EF4-FFF2-40B4-BE49-F238E27FC236}">
                <a16:creationId xmlns:a16="http://schemas.microsoft.com/office/drawing/2014/main" id="{03A89223-FE80-4C45-9D71-639A3F47CFBE}"/>
              </a:ext>
            </a:extLst>
          </p:cNvPr>
          <p:cNvSpPr>
            <a:spLocks noGrp="1"/>
          </p:cNvSpPr>
          <p:nvPr/>
        </p:nvSpPr>
        <p:spPr>
          <a:xfrm>
            <a:off x="2886593" y="57678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2" name="data_7183">
            <a:extLst>
              <a:ext uri="{FF2B5EF4-FFF2-40B4-BE49-F238E27FC236}">
                <a16:creationId xmlns:a16="http://schemas.microsoft.com/office/drawing/2014/main" id="{8DF7DA9A-19BC-4232-99A5-A9494128DEEE}"/>
              </a:ext>
            </a:extLst>
          </p:cNvPr>
          <p:cNvSpPr>
            <a:spLocks noGrp="1"/>
          </p:cNvSpPr>
          <p:nvPr/>
        </p:nvSpPr>
        <p:spPr>
          <a:xfrm>
            <a:off x="2824475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3" name="data_7184">
            <a:extLst>
              <a:ext uri="{FF2B5EF4-FFF2-40B4-BE49-F238E27FC236}">
                <a16:creationId xmlns:a16="http://schemas.microsoft.com/office/drawing/2014/main" id="{77AB6B10-56BF-4816-932E-F65110FB24ED}"/>
              </a:ext>
            </a:extLst>
          </p:cNvPr>
          <p:cNvSpPr>
            <a:spLocks noGrp="1"/>
          </p:cNvSpPr>
          <p:nvPr/>
        </p:nvSpPr>
        <p:spPr>
          <a:xfrm>
            <a:off x="2944747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4" name="data_7185">
            <a:extLst>
              <a:ext uri="{FF2B5EF4-FFF2-40B4-BE49-F238E27FC236}">
                <a16:creationId xmlns:a16="http://schemas.microsoft.com/office/drawing/2014/main" id="{3C6266F9-C143-4C06-AAA1-C73B3C2E9EBE}"/>
              </a:ext>
            </a:extLst>
          </p:cNvPr>
          <p:cNvSpPr>
            <a:spLocks noGrp="1"/>
          </p:cNvSpPr>
          <p:nvPr/>
        </p:nvSpPr>
        <p:spPr>
          <a:xfrm>
            <a:off x="2911833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5" name="data_7186">
            <a:extLst>
              <a:ext uri="{FF2B5EF4-FFF2-40B4-BE49-F238E27FC236}">
                <a16:creationId xmlns:a16="http://schemas.microsoft.com/office/drawing/2014/main" id="{09BA40EB-00BB-4B77-B6C5-FBEC504EF36E}"/>
              </a:ext>
            </a:extLst>
          </p:cNvPr>
          <p:cNvSpPr>
            <a:spLocks noGrp="1"/>
          </p:cNvSpPr>
          <p:nvPr/>
        </p:nvSpPr>
        <p:spPr>
          <a:xfrm>
            <a:off x="2915616" y="67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6" name="data_7187">
            <a:extLst>
              <a:ext uri="{FF2B5EF4-FFF2-40B4-BE49-F238E27FC236}">
                <a16:creationId xmlns:a16="http://schemas.microsoft.com/office/drawing/2014/main" id="{2400D7FC-7F41-41E6-B26F-885B14120F8C}"/>
              </a:ext>
            </a:extLst>
          </p:cNvPr>
          <p:cNvSpPr>
            <a:spLocks noGrp="1"/>
          </p:cNvSpPr>
          <p:nvPr/>
        </p:nvSpPr>
        <p:spPr>
          <a:xfrm>
            <a:off x="313313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7" name="data_7188">
            <a:extLst>
              <a:ext uri="{FF2B5EF4-FFF2-40B4-BE49-F238E27FC236}">
                <a16:creationId xmlns:a16="http://schemas.microsoft.com/office/drawing/2014/main" id="{644F0594-90D6-4616-A978-A7CC8B1E563E}"/>
              </a:ext>
            </a:extLst>
          </p:cNvPr>
          <p:cNvSpPr>
            <a:spLocks noGrp="1"/>
          </p:cNvSpPr>
          <p:nvPr/>
        </p:nvSpPr>
        <p:spPr>
          <a:xfrm>
            <a:off x="3209801" y="5000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8" name="data_7189">
            <a:extLst>
              <a:ext uri="{FF2B5EF4-FFF2-40B4-BE49-F238E27FC236}">
                <a16:creationId xmlns:a16="http://schemas.microsoft.com/office/drawing/2014/main" id="{540DEEEB-3A37-4DE1-AF35-D458C55A32DE}"/>
              </a:ext>
            </a:extLst>
          </p:cNvPr>
          <p:cNvSpPr>
            <a:spLocks noGrp="1"/>
          </p:cNvSpPr>
          <p:nvPr/>
        </p:nvSpPr>
        <p:spPr>
          <a:xfrm>
            <a:off x="323779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9" name="data_7190">
            <a:extLst>
              <a:ext uri="{FF2B5EF4-FFF2-40B4-BE49-F238E27FC236}">
                <a16:creationId xmlns:a16="http://schemas.microsoft.com/office/drawing/2014/main" id="{0A122630-629F-4127-ABD4-A8CCE52C2CCD}"/>
              </a:ext>
            </a:extLst>
          </p:cNvPr>
          <p:cNvSpPr>
            <a:spLocks noGrp="1"/>
          </p:cNvSpPr>
          <p:nvPr/>
        </p:nvSpPr>
        <p:spPr>
          <a:xfrm>
            <a:off x="314492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0" name="data_7191">
            <a:extLst>
              <a:ext uri="{FF2B5EF4-FFF2-40B4-BE49-F238E27FC236}">
                <a16:creationId xmlns:a16="http://schemas.microsoft.com/office/drawing/2014/main" id="{A98BA04C-2FF9-47F1-8EE9-EB8F69ADFD6F}"/>
              </a:ext>
            </a:extLst>
          </p:cNvPr>
          <p:cNvSpPr>
            <a:spLocks noGrp="1"/>
          </p:cNvSpPr>
          <p:nvPr/>
        </p:nvSpPr>
        <p:spPr>
          <a:xfrm>
            <a:off x="323779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1" name="data_7192">
            <a:extLst>
              <a:ext uri="{FF2B5EF4-FFF2-40B4-BE49-F238E27FC236}">
                <a16:creationId xmlns:a16="http://schemas.microsoft.com/office/drawing/2014/main" id="{86286322-45C1-455B-B641-84AB4D64428E}"/>
              </a:ext>
            </a:extLst>
          </p:cNvPr>
          <p:cNvSpPr>
            <a:spLocks noGrp="1"/>
          </p:cNvSpPr>
          <p:nvPr/>
        </p:nvSpPr>
        <p:spPr>
          <a:xfrm>
            <a:off x="3234180" y="5833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2" name="data_7193">
            <a:extLst>
              <a:ext uri="{FF2B5EF4-FFF2-40B4-BE49-F238E27FC236}">
                <a16:creationId xmlns:a16="http://schemas.microsoft.com/office/drawing/2014/main" id="{73C88194-3357-4DFF-B008-93864CDA3A58}"/>
              </a:ext>
            </a:extLst>
          </p:cNvPr>
          <p:cNvSpPr>
            <a:spLocks noGrp="1"/>
          </p:cNvSpPr>
          <p:nvPr/>
        </p:nvSpPr>
        <p:spPr>
          <a:xfrm>
            <a:off x="311969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3" name="data_7194">
            <a:extLst>
              <a:ext uri="{FF2B5EF4-FFF2-40B4-BE49-F238E27FC236}">
                <a16:creationId xmlns:a16="http://schemas.microsoft.com/office/drawing/2014/main" id="{D7B37850-21D8-4244-A512-D134B7298B1A}"/>
              </a:ext>
            </a:extLst>
          </p:cNvPr>
          <p:cNvSpPr>
            <a:spLocks noGrp="1"/>
          </p:cNvSpPr>
          <p:nvPr/>
        </p:nvSpPr>
        <p:spPr>
          <a:xfrm>
            <a:off x="316681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4" name="data_7195">
            <a:extLst>
              <a:ext uri="{FF2B5EF4-FFF2-40B4-BE49-F238E27FC236}">
                <a16:creationId xmlns:a16="http://schemas.microsoft.com/office/drawing/2014/main" id="{013D1EA1-8853-425B-B2A8-EAF16227D424}"/>
              </a:ext>
            </a:extLst>
          </p:cNvPr>
          <p:cNvSpPr>
            <a:spLocks noGrp="1"/>
          </p:cNvSpPr>
          <p:nvPr/>
        </p:nvSpPr>
        <p:spPr>
          <a:xfrm>
            <a:off x="3193125" y="56279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5" name="data_7196">
            <a:extLst>
              <a:ext uri="{FF2B5EF4-FFF2-40B4-BE49-F238E27FC236}">
                <a16:creationId xmlns:a16="http://schemas.microsoft.com/office/drawing/2014/main" id="{9A57929A-9A2F-4D2C-A9A7-77179C0BE52A}"/>
              </a:ext>
            </a:extLst>
          </p:cNvPr>
          <p:cNvSpPr>
            <a:spLocks noGrp="1"/>
          </p:cNvSpPr>
          <p:nvPr/>
        </p:nvSpPr>
        <p:spPr>
          <a:xfrm>
            <a:off x="318790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6" name="data_7197">
            <a:extLst>
              <a:ext uri="{FF2B5EF4-FFF2-40B4-BE49-F238E27FC236}">
                <a16:creationId xmlns:a16="http://schemas.microsoft.com/office/drawing/2014/main" id="{43DCC101-94B1-472B-A7CE-71D6E3ED19B5}"/>
              </a:ext>
            </a:extLst>
          </p:cNvPr>
          <p:cNvSpPr>
            <a:spLocks noGrp="1"/>
          </p:cNvSpPr>
          <p:nvPr/>
        </p:nvSpPr>
        <p:spPr>
          <a:xfrm>
            <a:off x="307265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7" name="data_7198">
            <a:extLst>
              <a:ext uri="{FF2B5EF4-FFF2-40B4-BE49-F238E27FC236}">
                <a16:creationId xmlns:a16="http://schemas.microsoft.com/office/drawing/2014/main" id="{563CD68A-CEE6-47F5-AA08-3AEE13E0433E}"/>
              </a:ext>
            </a:extLst>
          </p:cNvPr>
          <p:cNvSpPr>
            <a:spLocks noGrp="1"/>
          </p:cNvSpPr>
          <p:nvPr/>
        </p:nvSpPr>
        <p:spPr>
          <a:xfrm>
            <a:off x="321210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8" name="data_7199">
            <a:extLst>
              <a:ext uri="{FF2B5EF4-FFF2-40B4-BE49-F238E27FC236}">
                <a16:creationId xmlns:a16="http://schemas.microsoft.com/office/drawing/2014/main" id="{FE439768-60F9-48B3-A3B6-601AB6247BD8}"/>
              </a:ext>
            </a:extLst>
          </p:cNvPr>
          <p:cNvSpPr>
            <a:spLocks noGrp="1"/>
          </p:cNvSpPr>
          <p:nvPr/>
        </p:nvSpPr>
        <p:spPr>
          <a:xfrm>
            <a:off x="3166327" y="57349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9" name="data_7200">
            <a:extLst>
              <a:ext uri="{FF2B5EF4-FFF2-40B4-BE49-F238E27FC236}">
                <a16:creationId xmlns:a16="http://schemas.microsoft.com/office/drawing/2014/main" id="{0770B4FE-2C88-4E61-9313-6B8FFB950E3E}"/>
              </a:ext>
            </a:extLst>
          </p:cNvPr>
          <p:cNvSpPr>
            <a:spLocks noGrp="1"/>
          </p:cNvSpPr>
          <p:nvPr/>
        </p:nvSpPr>
        <p:spPr>
          <a:xfrm>
            <a:off x="320210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0" name="data_7201">
            <a:extLst>
              <a:ext uri="{FF2B5EF4-FFF2-40B4-BE49-F238E27FC236}">
                <a16:creationId xmlns:a16="http://schemas.microsoft.com/office/drawing/2014/main" id="{EC0CEAD7-73D1-4883-9896-F67369BD7E41}"/>
              </a:ext>
            </a:extLst>
          </p:cNvPr>
          <p:cNvSpPr>
            <a:spLocks noGrp="1"/>
          </p:cNvSpPr>
          <p:nvPr/>
        </p:nvSpPr>
        <p:spPr>
          <a:xfrm>
            <a:off x="322947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1" name="data_7202">
            <a:extLst>
              <a:ext uri="{FF2B5EF4-FFF2-40B4-BE49-F238E27FC236}">
                <a16:creationId xmlns:a16="http://schemas.microsoft.com/office/drawing/2014/main" id="{EAF4EBED-E011-433D-944E-69B42AA2A286}"/>
              </a:ext>
            </a:extLst>
          </p:cNvPr>
          <p:cNvSpPr>
            <a:spLocks noGrp="1"/>
          </p:cNvSpPr>
          <p:nvPr/>
        </p:nvSpPr>
        <p:spPr>
          <a:xfrm>
            <a:off x="316025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2" name="data_7203">
            <a:extLst>
              <a:ext uri="{FF2B5EF4-FFF2-40B4-BE49-F238E27FC236}">
                <a16:creationId xmlns:a16="http://schemas.microsoft.com/office/drawing/2014/main" id="{8AB4AF54-3BE5-416D-A4F8-02E40445D27A}"/>
              </a:ext>
            </a:extLst>
          </p:cNvPr>
          <p:cNvSpPr>
            <a:spLocks noGrp="1"/>
          </p:cNvSpPr>
          <p:nvPr/>
        </p:nvSpPr>
        <p:spPr>
          <a:xfrm>
            <a:off x="3141958" y="56279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3" name="data_7204">
            <a:extLst>
              <a:ext uri="{FF2B5EF4-FFF2-40B4-BE49-F238E27FC236}">
                <a16:creationId xmlns:a16="http://schemas.microsoft.com/office/drawing/2014/main" id="{37534535-7DCF-46E9-9C90-E3A8A4AC2EFA}"/>
              </a:ext>
            </a:extLst>
          </p:cNvPr>
          <p:cNvSpPr>
            <a:spLocks noGrp="1"/>
          </p:cNvSpPr>
          <p:nvPr/>
        </p:nvSpPr>
        <p:spPr>
          <a:xfrm>
            <a:off x="308437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4" name="data_7205">
            <a:extLst>
              <a:ext uri="{FF2B5EF4-FFF2-40B4-BE49-F238E27FC236}">
                <a16:creationId xmlns:a16="http://schemas.microsoft.com/office/drawing/2014/main" id="{5F6D5549-2E46-473E-B7AD-881133EB02CA}"/>
              </a:ext>
            </a:extLst>
          </p:cNvPr>
          <p:cNvSpPr>
            <a:spLocks noGrp="1"/>
          </p:cNvSpPr>
          <p:nvPr/>
        </p:nvSpPr>
        <p:spPr>
          <a:xfrm>
            <a:off x="3162194" y="62641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5" name="data_7206">
            <a:extLst>
              <a:ext uri="{FF2B5EF4-FFF2-40B4-BE49-F238E27FC236}">
                <a16:creationId xmlns:a16="http://schemas.microsoft.com/office/drawing/2014/main" id="{0B06F7DA-91E5-43BC-8107-03B932BA3D51}"/>
              </a:ext>
            </a:extLst>
          </p:cNvPr>
          <p:cNvSpPr>
            <a:spLocks noGrp="1"/>
          </p:cNvSpPr>
          <p:nvPr/>
        </p:nvSpPr>
        <p:spPr>
          <a:xfrm>
            <a:off x="31753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6" name="data_7207">
            <a:extLst>
              <a:ext uri="{FF2B5EF4-FFF2-40B4-BE49-F238E27FC236}">
                <a16:creationId xmlns:a16="http://schemas.microsoft.com/office/drawing/2014/main" id="{CD30335D-5E4B-4D15-BC1D-A2A34AFFEC42}"/>
              </a:ext>
            </a:extLst>
          </p:cNvPr>
          <p:cNvSpPr>
            <a:spLocks noGrp="1"/>
          </p:cNvSpPr>
          <p:nvPr/>
        </p:nvSpPr>
        <p:spPr>
          <a:xfrm>
            <a:off x="3128851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7" name="data_7208">
            <a:extLst>
              <a:ext uri="{FF2B5EF4-FFF2-40B4-BE49-F238E27FC236}">
                <a16:creationId xmlns:a16="http://schemas.microsoft.com/office/drawing/2014/main" id="{8D2E1A1B-6A1C-4716-AFEB-F50A7F86415B}"/>
              </a:ext>
            </a:extLst>
          </p:cNvPr>
          <p:cNvSpPr>
            <a:spLocks noGrp="1"/>
          </p:cNvSpPr>
          <p:nvPr/>
        </p:nvSpPr>
        <p:spPr>
          <a:xfrm>
            <a:off x="314375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8" name="data_7209">
            <a:extLst>
              <a:ext uri="{FF2B5EF4-FFF2-40B4-BE49-F238E27FC236}">
                <a16:creationId xmlns:a16="http://schemas.microsoft.com/office/drawing/2014/main" id="{1C58D0C0-CAD9-4210-9FD8-0673F6474602}"/>
              </a:ext>
            </a:extLst>
          </p:cNvPr>
          <p:cNvSpPr>
            <a:spLocks noGrp="1"/>
          </p:cNvSpPr>
          <p:nvPr/>
        </p:nvSpPr>
        <p:spPr>
          <a:xfrm>
            <a:off x="3229887" y="5226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9" name="data_7210">
            <a:extLst>
              <a:ext uri="{FF2B5EF4-FFF2-40B4-BE49-F238E27FC236}">
                <a16:creationId xmlns:a16="http://schemas.microsoft.com/office/drawing/2014/main" id="{5C2E7916-F935-49D4-9D2F-B774E077BDEC}"/>
              </a:ext>
            </a:extLst>
          </p:cNvPr>
          <p:cNvSpPr>
            <a:spLocks noGrp="1"/>
          </p:cNvSpPr>
          <p:nvPr/>
        </p:nvSpPr>
        <p:spPr>
          <a:xfrm>
            <a:off x="310384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0" name="data_7211">
            <a:extLst>
              <a:ext uri="{FF2B5EF4-FFF2-40B4-BE49-F238E27FC236}">
                <a16:creationId xmlns:a16="http://schemas.microsoft.com/office/drawing/2014/main" id="{001247F3-1541-40A8-8204-DEFE9C049BBB}"/>
              </a:ext>
            </a:extLst>
          </p:cNvPr>
          <p:cNvSpPr>
            <a:spLocks noGrp="1"/>
          </p:cNvSpPr>
          <p:nvPr/>
        </p:nvSpPr>
        <p:spPr>
          <a:xfrm>
            <a:off x="307792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1" name="data_7212">
            <a:extLst>
              <a:ext uri="{FF2B5EF4-FFF2-40B4-BE49-F238E27FC236}">
                <a16:creationId xmlns:a16="http://schemas.microsoft.com/office/drawing/2014/main" id="{AA853C6B-375A-422C-902D-6D89298C6A54}"/>
              </a:ext>
            </a:extLst>
          </p:cNvPr>
          <p:cNvSpPr>
            <a:spLocks noGrp="1"/>
          </p:cNvSpPr>
          <p:nvPr/>
        </p:nvSpPr>
        <p:spPr>
          <a:xfrm>
            <a:off x="3140240" y="53847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2" name="data_7213">
            <a:extLst>
              <a:ext uri="{FF2B5EF4-FFF2-40B4-BE49-F238E27FC236}">
                <a16:creationId xmlns:a16="http://schemas.microsoft.com/office/drawing/2014/main" id="{1F532F52-3742-49DD-ACAA-87F368F12EDC}"/>
              </a:ext>
            </a:extLst>
          </p:cNvPr>
          <p:cNvSpPr>
            <a:spLocks noGrp="1"/>
          </p:cNvSpPr>
          <p:nvPr/>
        </p:nvSpPr>
        <p:spPr>
          <a:xfrm>
            <a:off x="313421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3" name="data_7214">
            <a:extLst>
              <a:ext uri="{FF2B5EF4-FFF2-40B4-BE49-F238E27FC236}">
                <a16:creationId xmlns:a16="http://schemas.microsoft.com/office/drawing/2014/main" id="{0A248A94-49D8-45BE-B573-58D7C43BA347}"/>
              </a:ext>
            </a:extLst>
          </p:cNvPr>
          <p:cNvSpPr>
            <a:spLocks noGrp="1"/>
          </p:cNvSpPr>
          <p:nvPr/>
        </p:nvSpPr>
        <p:spPr>
          <a:xfrm>
            <a:off x="317805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4" name="data_7215">
            <a:extLst>
              <a:ext uri="{FF2B5EF4-FFF2-40B4-BE49-F238E27FC236}">
                <a16:creationId xmlns:a16="http://schemas.microsoft.com/office/drawing/2014/main" id="{7AD28FAE-9EFF-4D8C-B559-9A9954EDC197}"/>
              </a:ext>
            </a:extLst>
          </p:cNvPr>
          <p:cNvSpPr>
            <a:spLocks noGrp="1"/>
          </p:cNvSpPr>
          <p:nvPr/>
        </p:nvSpPr>
        <p:spPr>
          <a:xfrm>
            <a:off x="322275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5" name="data_7216">
            <a:extLst>
              <a:ext uri="{FF2B5EF4-FFF2-40B4-BE49-F238E27FC236}">
                <a16:creationId xmlns:a16="http://schemas.microsoft.com/office/drawing/2014/main" id="{6C638C42-C6C7-4187-9BF1-F48081C6FFE4}"/>
              </a:ext>
            </a:extLst>
          </p:cNvPr>
          <p:cNvSpPr>
            <a:spLocks noGrp="1"/>
          </p:cNvSpPr>
          <p:nvPr/>
        </p:nvSpPr>
        <p:spPr>
          <a:xfrm>
            <a:off x="3130338" y="60637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6" name="data_7217">
            <a:extLst>
              <a:ext uri="{FF2B5EF4-FFF2-40B4-BE49-F238E27FC236}">
                <a16:creationId xmlns:a16="http://schemas.microsoft.com/office/drawing/2014/main" id="{FF96B019-C97F-46F7-8F8F-DD37733BD34F}"/>
              </a:ext>
            </a:extLst>
          </p:cNvPr>
          <p:cNvSpPr>
            <a:spLocks noGrp="1"/>
          </p:cNvSpPr>
          <p:nvPr/>
        </p:nvSpPr>
        <p:spPr>
          <a:xfrm>
            <a:off x="3086160" y="5949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7" name="data_7218">
            <a:extLst>
              <a:ext uri="{FF2B5EF4-FFF2-40B4-BE49-F238E27FC236}">
                <a16:creationId xmlns:a16="http://schemas.microsoft.com/office/drawing/2014/main" id="{C2F1C329-9DB8-4969-8FD9-8F1BD0B5D16B}"/>
              </a:ext>
            </a:extLst>
          </p:cNvPr>
          <p:cNvSpPr>
            <a:spLocks noGrp="1"/>
          </p:cNvSpPr>
          <p:nvPr/>
        </p:nvSpPr>
        <p:spPr>
          <a:xfrm>
            <a:off x="3197998" y="5949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8" name="data_7219">
            <a:extLst>
              <a:ext uri="{FF2B5EF4-FFF2-40B4-BE49-F238E27FC236}">
                <a16:creationId xmlns:a16="http://schemas.microsoft.com/office/drawing/2014/main" id="{F56DDC5A-C05B-4578-A1C3-A71AF7EFB76A}"/>
              </a:ext>
            </a:extLst>
          </p:cNvPr>
          <p:cNvSpPr>
            <a:spLocks noGrp="1"/>
          </p:cNvSpPr>
          <p:nvPr/>
        </p:nvSpPr>
        <p:spPr>
          <a:xfrm>
            <a:off x="3169737" y="68715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9" name="data_7220">
            <a:extLst>
              <a:ext uri="{FF2B5EF4-FFF2-40B4-BE49-F238E27FC236}">
                <a16:creationId xmlns:a16="http://schemas.microsoft.com/office/drawing/2014/main" id="{98747FFE-0B46-448D-A998-4FEF26E318D0}"/>
              </a:ext>
            </a:extLst>
          </p:cNvPr>
          <p:cNvSpPr>
            <a:spLocks noGrp="1"/>
          </p:cNvSpPr>
          <p:nvPr/>
        </p:nvSpPr>
        <p:spPr>
          <a:xfrm>
            <a:off x="318922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0" name="data_7221">
            <a:extLst>
              <a:ext uri="{FF2B5EF4-FFF2-40B4-BE49-F238E27FC236}">
                <a16:creationId xmlns:a16="http://schemas.microsoft.com/office/drawing/2014/main" id="{34C4D74F-E5AA-4FB2-A5D8-C10B672093D6}"/>
              </a:ext>
            </a:extLst>
          </p:cNvPr>
          <p:cNvSpPr>
            <a:spLocks noGrp="1"/>
          </p:cNvSpPr>
          <p:nvPr/>
        </p:nvSpPr>
        <p:spPr>
          <a:xfrm>
            <a:off x="322019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1" name="data_7222">
            <a:extLst>
              <a:ext uri="{FF2B5EF4-FFF2-40B4-BE49-F238E27FC236}">
                <a16:creationId xmlns:a16="http://schemas.microsoft.com/office/drawing/2014/main" id="{FBDA70F0-79CF-432A-B366-37B300F9513B}"/>
              </a:ext>
            </a:extLst>
          </p:cNvPr>
          <p:cNvSpPr>
            <a:spLocks noGrp="1"/>
          </p:cNvSpPr>
          <p:nvPr/>
        </p:nvSpPr>
        <p:spPr>
          <a:xfrm>
            <a:off x="320416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2" name="data_7223">
            <a:extLst>
              <a:ext uri="{FF2B5EF4-FFF2-40B4-BE49-F238E27FC236}">
                <a16:creationId xmlns:a16="http://schemas.microsoft.com/office/drawing/2014/main" id="{F631441D-768C-41E3-AD4C-3FBF7C97E1D5}"/>
              </a:ext>
            </a:extLst>
          </p:cNvPr>
          <p:cNvSpPr>
            <a:spLocks noGrp="1"/>
          </p:cNvSpPr>
          <p:nvPr/>
        </p:nvSpPr>
        <p:spPr>
          <a:xfrm>
            <a:off x="320718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3" name="data_7224">
            <a:extLst>
              <a:ext uri="{FF2B5EF4-FFF2-40B4-BE49-F238E27FC236}">
                <a16:creationId xmlns:a16="http://schemas.microsoft.com/office/drawing/2014/main" id="{7733D3DC-8067-4DC3-92FA-068D39713729}"/>
              </a:ext>
            </a:extLst>
          </p:cNvPr>
          <p:cNvSpPr>
            <a:spLocks noGrp="1"/>
          </p:cNvSpPr>
          <p:nvPr/>
        </p:nvSpPr>
        <p:spPr>
          <a:xfrm>
            <a:off x="3211636" y="5360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4" name="data_7225">
            <a:extLst>
              <a:ext uri="{FF2B5EF4-FFF2-40B4-BE49-F238E27FC236}">
                <a16:creationId xmlns:a16="http://schemas.microsoft.com/office/drawing/2014/main" id="{FC2D8E41-A2B1-4DAD-821A-4F2CBA11E2F5}"/>
              </a:ext>
            </a:extLst>
          </p:cNvPr>
          <p:cNvSpPr>
            <a:spLocks noGrp="1"/>
          </p:cNvSpPr>
          <p:nvPr/>
        </p:nvSpPr>
        <p:spPr>
          <a:xfrm>
            <a:off x="321655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5" name="data_7226">
            <a:extLst>
              <a:ext uri="{FF2B5EF4-FFF2-40B4-BE49-F238E27FC236}">
                <a16:creationId xmlns:a16="http://schemas.microsoft.com/office/drawing/2014/main" id="{1C22C3DD-1437-4662-AC5A-A9A8D07D00A3}"/>
              </a:ext>
            </a:extLst>
          </p:cNvPr>
          <p:cNvSpPr>
            <a:spLocks noGrp="1"/>
          </p:cNvSpPr>
          <p:nvPr/>
        </p:nvSpPr>
        <p:spPr>
          <a:xfrm>
            <a:off x="313957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6" name="data_7227">
            <a:extLst>
              <a:ext uri="{FF2B5EF4-FFF2-40B4-BE49-F238E27FC236}">
                <a16:creationId xmlns:a16="http://schemas.microsoft.com/office/drawing/2014/main" id="{64B6D0B2-7CFB-4FE0-B56B-81368DB52DE3}"/>
              </a:ext>
            </a:extLst>
          </p:cNvPr>
          <p:cNvSpPr>
            <a:spLocks noGrp="1"/>
          </p:cNvSpPr>
          <p:nvPr/>
        </p:nvSpPr>
        <p:spPr>
          <a:xfrm>
            <a:off x="318174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7" name="data_7228">
            <a:extLst>
              <a:ext uri="{FF2B5EF4-FFF2-40B4-BE49-F238E27FC236}">
                <a16:creationId xmlns:a16="http://schemas.microsoft.com/office/drawing/2014/main" id="{AD9B7DBC-5B75-46DC-9EB1-942030F7BD77}"/>
              </a:ext>
            </a:extLst>
          </p:cNvPr>
          <p:cNvSpPr>
            <a:spLocks noGrp="1"/>
          </p:cNvSpPr>
          <p:nvPr/>
        </p:nvSpPr>
        <p:spPr>
          <a:xfrm>
            <a:off x="313625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8" name="data_7229">
            <a:extLst>
              <a:ext uri="{FF2B5EF4-FFF2-40B4-BE49-F238E27FC236}">
                <a16:creationId xmlns:a16="http://schemas.microsoft.com/office/drawing/2014/main" id="{668D79CC-7B66-4C6A-9BF1-5A675AA5D6A2}"/>
              </a:ext>
            </a:extLst>
          </p:cNvPr>
          <p:cNvSpPr>
            <a:spLocks noGrp="1"/>
          </p:cNvSpPr>
          <p:nvPr/>
        </p:nvSpPr>
        <p:spPr>
          <a:xfrm>
            <a:off x="316233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9" name="data_7230">
            <a:extLst>
              <a:ext uri="{FF2B5EF4-FFF2-40B4-BE49-F238E27FC236}">
                <a16:creationId xmlns:a16="http://schemas.microsoft.com/office/drawing/2014/main" id="{EB9840C7-5BB8-4F2A-AE82-7265F6845F8E}"/>
              </a:ext>
            </a:extLst>
          </p:cNvPr>
          <p:cNvSpPr>
            <a:spLocks noGrp="1"/>
          </p:cNvSpPr>
          <p:nvPr/>
        </p:nvSpPr>
        <p:spPr>
          <a:xfrm>
            <a:off x="311700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0" name="data_7231">
            <a:extLst>
              <a:ext uri="{FF2B5EF4-FFF2-40B4-BE49-F238E27FC236}">
                <a16:creationId xmlns:a16="http://schemas.microsoft.com/office/drawing/2014/main" id="{A01D4605-03FB-48C9-8231-D8558AB433B4}"/>
              </a:ext>
            </a:extLst>
          </p:cNvPr>
          <p:cNvSpPr>
            <a:spLocks noGrp="1"/>
          </p:cNvSpPr>
          <p:nvPr/>
        </p:nvSpPr>
        <p:spPr>
          <a:xfrm>
            <a:off x="3187332" y="55361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1" name="data_7232">
            <a:extLst>
              <a:ext uri="{FF2B5EF4-FFF2-40B4-BE49-F238E27FC236}">
                <a16:creationId xmlns:a16="http://schemas.microsoft.com/office/drawing/2014/main" id="{D7EB1E81-ADEB-4772-BC88-9B8F746AB6F8}"/>
              </a:ext>
            </a:extLst>
          </p:cNvPr>
          <p:cNvSpPr>
            <a:spLocks noGrp="1"/>
          </p:cNvSpPr>
          <p:nvPr/>
        </p:nvSpPr>
        <p:spPr>
          <a:xfrm>
            <a:off x="314235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2" name="data_7233">
            <a:extLst>
              <a:ext uri="{FF2B5EF4-FFF2-40B4-BE49-F238E27FC236}">
                <a16:creationId xmlns:a16="http://schemas.microsoft.com/office/drawing/2014/main" id="{2A6084C2-2FD2-464E-8F1D-764B1E800315}"/>
              </a:ext>
            </a:extLst>
          </p:cNvPr>
          <p:cNvSpPr>
            <a:spLocks noGrp="1"/>
          </p:cNvSpPr>
          <p:nvPr/>
        </p:nvSpPr>
        <p:spPr>
          <a:xfrm>
            <a:off x="316476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3" name="data_7234">
            <a:extLst>
              <a:ext uri="{FF2B5EF4-FFF2-40B4-BE49-F238E27FC236}">
                <a16:creationId xmlns:a16="http://schemas.microsoft.com/office/drawing/2014/main" id="{259DCB4F-D3E7-4054-A453-A865758BDF5F}"/>
              </a:ext>
            </a:extLst>
          </p:cNvPr>
          <p:cNvSpPr>
            <a:spLocks noGrp="1"/>
          </p:cNvSpPr>
          <p:nvPr/>
        </p:nvSpPr>
        <p:spPr>
          <a:xfrm>
            <a:off x="3150110" y="59471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4" name="data_7235">
            <a:extLst>
              <a:ext uri="{FF2B5EF4-FFF2-40B4-BE49-F238E27FC236}">
                <a16:creationId xmlns:a16="http://schemas.microsoft.com/office/drawing/2014/main" id="{33D855B4-5CFE-46D3-92B4-76F2237EF0A3}"/>
              </a:ext>
            </a:extLst>
          </p:cNvPr>
          <p:cNvSpPr>
            <a:spLocks noGrp="1"/>
          </p:cNvSpPr>
          <p:nvPr/>
        </p:nvSpPr>
        <p:spPr>
          <a:xfrm>
            <a:off x="322009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5" name="data_7236">
            <a:extLst>
              <a:ext uri="{FF2B5EF4-FFF2-40B4-BE49-F238E27FC236}">
                <a16:creationId xmlns:a16="http://schemas.microsoft.com/office/drawing/2014/main" id="{A6394618-14B2-435D-802E-50E294E26B23}"/>
              </a:ext>
            </a:extLst>
          </p:cNvPr>
          <p:cNvSpPr>
            <a:spLocks noGrp="1"/>
          </p:cNvSpPr>
          <p:nvPr/>
        </p:nvSpPr>
        <p:spPr>
          <a:xfrm>
            <a:off x="314867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6" name="data_7237">
            <a:extLst>
              <a:ext uri="{FF2B5EF4-FFF2-40B4-BE49-F238E27FC236}">
                <a16:creationId xmlns:a16="http://schemas.microsoft.com/office/drawing/2014/main" id="{628052A5-473C-4393-9124-61283CB6EC51}"/>
              </a:ext>
            </a:extLst>
          </p:cNvPr>
          <p:cNvSpPr>
            <a:spLocks noGrp="1"/>
          </p:cNvSpPr>
          <p:nvPr/>
        </p:nvSpPr>
        <p:spPr>
          <a:xfrm>
            <a:off x="3207743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7" name="data_7238">
            <a:extLst>
              <a:ext uri="{FF2B5EF4-FFF2-40B4-BE49-F238E27FC236}">
                <a16:creationId xmlns:a16="http://schemas.microsoft.com/office/drawing/2014/main" id="{356781C7-3077-45A7-82AC-EBD5CB1E8FAB}"/>
              </a:ext>
            </a:extLst>
          </p:cNvPr>
          <p:cNvSpPr>
            <a:spLocks noGrp="1"/>
          </p:cNvSpPr>
          <p:nvPr/>
        </p:nvSpPr>
        <p:spPr>
          <a:xfrm>
            <a:off x="3180175" y="6163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8" name="data_7239">
            <a:extLst>
              <a:ext uri="{FF2B5EF4-FFF2-40B4-BE49-F238E27FC236}">
                <a16:creationId xmlns:a16="http://schemas.microsoft.com/office/drawing/2014/main" id="{BBB343C3-0343-4350-BD39-429BEB4D3CA2}"/>
              </a:ext>
            </a:extLst>
          </p:cNvPr>
          <p:cNvSpPr>
            <a:spLocks noGrp="1"/>
          </p:cNvSpPr>
          <p:nvPr/>
        </p:nvSpPr>
        <p:spPr>
          <a:xfrm>
            <a:off x="3184734" y="5467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9" name="data_7240">
            <a:extLst>
              <a:ext uri="{FF2B5EF4-FFF2-40B4-BE49-F238E27FC236}">
                <a16:creationId xmlns:a16="http://schemas.microsoft.com/office/drawing/2014/main" id="{D3EA5BA2-19FF-4986-9553-AFD3783E8E78}"/>
              </a:ext>
            </a:extLst>
          </p:cNvPr>
          <p:cNvSpPr>
            <a:spLocks noGrp="1"/>
          </p:cNvSpPr>
          <p:nvPr/>
        </p:nvSpPr>
        <p:spPr>
          <a:xfrm>
            <a:off x="3119556" y="66371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0" name="data_7241">
            <a:extLst>
              <a:ext uri="{FF2B5EF4-FFF2-40B4-BE49-F238E27FC236}">
                <a16:creationId xmlns:a16="http://schemas.microsoft.com/office/drawing/2014/main" id="{06C8F0A3-6D10-4143-A7FF-82495002EE71}"/>
              </a:ext>
            </a:extLst>
          </p:cNvPr>
          <p:cNvSpPr>
            <a:spLocks noGrp="1"/>
          </p:cNvSpPr>
          <p:nvPr/>
        </p:nvSpPr>
        <p:spPr>
          <a:xfrm>
            <a:off x="3123375" y="5467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1" name="data_7242">
            <a:extLst>
              <a:ext uri="{FF2B5EF4-FFF2-40B4-BE49-F238E27FC236}">
                <a16:creationId xmlns:a16="http://schemas.microsoft.com/office/drawing/2014/main" id="{5EEBA899-2C51-4AE6-8554-CE1A180C7004}"/>
              </a:ext>
            </a:extLst>
          </p:cNvPr>
          <p:cNvSpPr>
            <a:spLocks noGrp="1"/>
          </p:cNvSpPr>
          <p:nvPr/>
        </p:nvSpPr>
        <p:spPr>
          <a:xfrm>
            <a:off x="3220912" y="5306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2" name="data_7243">
            <a:extLst>
              <a:ext uri="{FF2B5EF4-FFF2-40B4-BE49-F238E27FC236}">
                <a16:creationId xmlns:a16="http://schemas.microsoft.com/office/drawing/2014/main" id="{A30861A5-FB37-4460-A73A-4F5DC76C2C48}"/>
              </a:ext>
            </a:extLst>
          </p:cNvPr>
          <p:cNvSpPr>
            <a:spLocks noGrp="1"/>
          </p:cNvSpPr>
          <p:nvPr/>
        </p:nvSpPr>
        <p:spPr>
          <a:xfrm>
            <a:off x="3081269" y="56038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3" name="data_7244">
            <a:extLst>
              <a:ext uri="{FF2B5EF4-FFF2-40B4-BE49-F238E27FC236}">
                <a16:creationId xmlns:a16="http://schemas.microsoft.com/office/drawing/2014/main" id="{1D68A8B5-1B29-4271-9171-B25A75E97148}"/>
              </a:ext>
            </a:extLst>
          </p:cNvPr>
          <p:cNvSpPr>
            <a:spLocks noGrp="1"/>
          </p:cNvSpPr>
          <p:nvPr/>
        </p:nvSpPr>
        <p:spPr>
          <a:xfrm>
            <a:off x="318414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4" name="data_7245">
            <a:extLst>
              <a:ext uri="{FF2B5EF4-FFF2-40B4-BE49-F238E27FC236}">
                <a16:creationId xmlns:a16="http://schemas.microsoft.com/office/drawing/2014/main" id="{5E42372B-49CB-423D-868B-34363832DB83}"/>
              </a:ext>
            </a:extLst>
          </p:cNvPr>
          <p:cNvSpPr>
            <a:spLocks noGrp="1"/>
          </p:cNvSpPr>
          <p:nvPr/>
        </p:nvSpPr>
        <p:spPr>
          <a:xfrm>
            <a:off x="313165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5" name="data_7246">
            <a:extLst>
              <a:ext uri="{FF2B5EF4-FFF2-40B4-BE49-F238E27FC236}">
                <a16:creationId xmlns:a16="http://schemas.microsoft.com/office/drawing/2014/main" id="{830D319C-63D3-4D6F-8290-85C822265664}"/>
              </a:ext>
            </a:extLst>
          </p:cNvPr>
          <p:cNvSpPr>
            <a:spLocks noGrp="1"/>
          </p:cNvSpPr>
          <p:nvPr/>
        </p:nvSpPr>
        <p:spPr>
          <a:xfrm>
            <a:off x="309299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6" name="data_7247">
            <a:extLst>
              <a:ext uri="{FF2B5EF4-FFF2-40B4-BE49-F238E27FC236}">
                <a16:creationId xmlns:a16="http://schemas.microsoft.com/office/drawing/2014/main" id="{B4EF3D15-2D65-4439-A231-740D41AD968D}"/>
              </a:ext>
            </a:extLst>
          </p:cNvPr>
          <p:cNvSpPr>
            <a:spLocks noGrp="1"/>
          </p:cNvSpPr>
          <p:nvPr/>
        </p:nvSpPr>
        <p:spPr>
          <a:xfrm>
            <a:off x="3134172" y="5467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7" name="data_7248">
            <a:extLst>
              <a:ext uri="{FF2B5EF4-FFF2-40B4-BE49-F238E27FC236}">
                <a16:creationId xmlns:a16="http://schemas.microsoft.com/office/drawing/2014/main" id="{AB8236EE-EEDE-4C57-82C3-5E7D72BD0611}"/>
              </a:ext>
            </a:extLst>
          </p:cNvPr>
          <p:cNvSpPr>
            <a:spLocks noGrp="1"/>
          </p:cNvSpPr>
          <p:nvPr/>
        </p:nvSpPr>
        <p:spPr>
          <a:xfrm>
            <a:off x="311941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8" name="data_7249">
            <a:extLst>
              <a:ext uri="{FF2B5EF4-FFF2-40B4-BE49-F238E27FC236}">
                <a16:creationId xmlns:a16="http://schemas.microsoft.com/office/drawing/2014/main" id="{730FCECC-9033-47DD-9A62-3997386F08BC}"/>
              </a:ext>
            </a:extLst>
          </p:cNvPr>
          <p:cNvSpPr>
            <a:spLocks noGrp="1"/>
          </p:cNvSpPr>
          <p:nvPr/>
        </p:nvSpPr>
        <p:spPr>
          <a:xfrm>
            <a:off x="317223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9" name="data_7250">
            <a:extLst>
              <a:ext uri="{FF2B5EF4-FFF2-40B4-BE49-F238E27FC236}">
                <a16:creationId xmlns:a16="http://schemas.microsoft.com/office/drawing/2014/main" id="{92FBB30F-F91E-4A4C-A7D2-186F466D100F}"/>
              </a:ext>
            </a:extLst>
          </p:cNvPr>
          <p:cNvSpPr>
            <a:spLocks noGrp="1"/>
          </p:cNvSpPr>
          <p:nvPr/>
        </p:nvSpPr>
        <p:spPr>
          <a:xfrm>
            <a:off x="309318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0" name="data_7251">
            <a:extLst>
              <a:ext uri="{FF2B5EF4-FFF2-40B4-BE49-F238E27FC236}">
                <a16:creationId xmlns:a16="http://schemas.microsoft.com/office/drawing/2014/main" id="{53473FCC-DB8A-4AB1-B748-B16C30970ED6}"/>
              </a:ext>
            </a:extLst>
          </p:cNvPr>
          <p:cNvSpPr>
            <a:spLocks noGrp="1"/>
          </p:cNvSpPr>
          <p:nvPr/>
        </p:nvSpPr>
        <p:spPr>
          <a:xfrm>
            <a:off x="3085380" y="68803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1" name="data_7252">
            <a:extLst>
              <a:ext uri="{FF2B5EF4-FFF2-40B4-BE49-F238E27FC236}">
                <a16:creationId xmlns:a16="http://schemas.microsoft.com/office/drawing/2014/main" id="{B9727E63-0940-4257-9BBC-C224DF6D4970}"/>
              </a:ext>
            </a:extLst>
          </p:cNvPr>
          <p:cNvSpPr>
            <a:spLocks noGrp="1"/>
          </p:cNvSpPr>
          <p:nvPr/>
        </p:nvSpPr>
        <p:spPr>
          <a:xfrm>
            <a:off x="308079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2" name="data_7253">
            <a:extLst>
              <a:ext uri="{FF2B5EF4-FFF2-40B4-BE49-F238E27FC236}">
                <a16:creationId xmlns:a16="http://schemas.microsoft.com/office/drawing/2014/main" id="{E3B0BA62-927C-41D1-9210-87F430E8B0B9}"/>
              </a:ext>
            </a:extLst>
          </p:cNvPr>
          <p:cNvSpPr>
            <a:spLocks noGrp="1"/>
          </p:cNvSpPr>
          <p:nvPr/>
        </p:nvSpPr>
        <p:spPr>
          <a:xfrm>
            <a:off x="315622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3" name="data_7254">
            <a:extLst>
              <a:ext uri="{FF2B5EF4-FFF2-40B4-BE49-F238E27FC236}">
                <a16:creationId xmlns:a16="http://schemas.microsoft.com/office/drawing/2014/main" id="{818465F5-E4D2-49DF-A9C1-A39D402D8984}"/>
              </a:ext>
            </a:extLst>
          </p:cNvPr>
          <p:cNvSpPr>
            <a:spLocks noGrp="1"/>
          </p:cNvSpPr>
          <p:nvPr/>
        </p:nvSpPr>
        <p:spPr>
          <a:xfrm>
            <a:off x="3148523" y="68026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4" name="data_7255">
            <a:extLst>
              <a:ext uri="{FF2B5EF4-FFF2-40B4-BE49-F238E27FC236}">
                <a16:creationId xmlns:a16="http://schemas.microsoft.com/office/drawing/2014/main" id="{D9FE32EC-D1C4-4175-B058-1E707723C546}"/>
              </a:ext>
            </a:extLst>
          </p:cNvPr>
          <p:cNvSpPr>
            <a:spLocks noGrp="1"/>
          </p:cNvSpPr>
          <p:nvPr/>
        </p:nvSpPr>
        <p:spPr>
          <a:xfrm>
            <a:off x="321053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5" name="data_7256">
            <a:extLst>
              <a:ext uri="{FF2B5EF4-FFF2-40B4-BE49-F238E27FC236}">
                <a16:creationId xmlns:a16="http://schemas.microsoft.com/office/drawing/2014/main" id="{CDE7C3E0-971B-4BF0-AEBC-8F5A8A39BED3}"/>
              </a:ext>
            </a:extLst>
          </p:cNvPr>
          <p:cNvSpPr>
            <a:spLocks noGrp="1"/>
          </p:cNvSpPr>
          <p:nvPr/>
        </p:nvSpPr>
        <p:spPr>
          <a:xfrm>
            <a:off x="315534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6" name="data_7257">
            <a:extLst>
              <a:ext uri="{FF2B5EF4-FFF2-40B4-BE49-F238E27FC236}">
                <a16:creationId xmlns:a16="http://schemas.microsoft.com/office/drawing/2014/main" id="{0268868C-D02F-4F2A-A56A-6E9B056F879A}"/>
              </a:ext>
            </a:extLst>
          </p:cNvPr>
          <p:cNvSpPr>
            <a:spLocks noGrp="1"/>
          </p:cNvSpPr>
          <p:nvPr/>
        </p:nvSpPr>
        <p:spPr>
          <a:xfrm>
            <a:off x="311213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7" name="data_7258">
            <a:extLst>
              <a:ext uri="{FF2B5EF4-FFF2-40B4-BE49-F238E27FC236}">
                <a16:creationId xmlns:a16="http://schemas.microsoft.com/office/drawing/2014/main" id="{A1A2381E-E725-4AD2-BFC5-5C55809E3272}"/>
              </a:ext>
            </a:extLst>
          </p:cNvPr>
          <p:cNvSpPr>
            <a:spLocks noGrp="1"/>
          </p:cNvSpPr>
          <p:nvPr/>
        </p:nvSpPr>
        <p:spPr>
          <a:xfrm>
            <a:off x="320746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8" name="data_7259">
            <a:extLst>
              <a:ext uri="{FF2B5EF4-FFF2-40B4-BE49-F238E27FC236}">
                <a16:creationId xmlns:a16="http://schemas.microsoft.com/office/drawing/2014/main" id="{21BA3875-BD9F-402E-915B-42625E7917C7}"/>
              </a:ext>
            </a:extLst>
          </p:cNvPr>
          <p:cNvSpPr>
            <a:spLocks noGrp="1"/>
          </p:cNvSpPr>
          <p:nvPr/>
        </p:nvSpPr>
        <p:spPr>
          <a:xfrm>
            <a:off x="3091843" y="69024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9" name="data_7260">
            <a:extLst>
              <a:ext uri="{FF2B5EF4-FFF2-40B4-BE49-F238E27FC236}">
                <a16:creationId xmlns:a16="http://schemas.microsoft.com/office/drawing/2014/main" id="{956ABFB6-1E56-4B7C-B9FA-F6C2FA8624AD}"/>
              </a:ext>
            </a:extLst>
          </p:cNvPr>
          <p:cNvSpPr>
            <a:spLocks noGrp="1"/>
          </p:cNvSpPr>
          <p:nvPr/>
        </p:nvSpPr>
        <p:spPr>
          <a:xfrm>
            <a:off x="323224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0" name="data_7261">
            <a:extLst>
              <a:ext uri="{FF2B5EF4-FFF2-40B4-BE49-F238E27FC236}">
                <a16:creationId xmlns:a16="http://schemas.microsoft.com/office/drawing/2014/main" id="{39AE7299-1DFC-4A77-A972-677E0D5C4487}"/>
              </a:ext>
            </a:extLst>
          </p:cNvPr>
          <p:cNvSpPr>
            <a:spLocks noGrp="1"/>
          </p:cNvSpPr>
          <p:nvPr/>
        </p:nvSpPr>
        <p:spPr>
          <a:xfrm>
            <a:off x="3244853" y="64414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1" name="data_7262">
            <a:extLst>
              <a:ext uri="{FF2B5EF4-FFF2-40B4-BE49-F238E27FC236}">
                <a16:creationId xmlns:a16="http://schemas.microsoft.com/office/drawing/2014/main" id="{21FB5777-12A2-4B4C-84BF-9C18E886CDC0}"/>
              </a:ext>
            </a:extLst>
          </p:cNvPr>
          <p:cNvSpPr>
            <a:spLocks noGrp="1"/>
          </p:cNvSpPr>
          <p:nvPr/>
        </p:nvSpPr>
        <p:spPr>
          <a:xfrm>
            <a:off x="3181955" y="6249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2" name="data_7263">
            <a:extLst>
              <a:ext uri="{FF2B5EF4-FFF2-40B4-BE49-F238E27FC236}">
                <a16:creationId xmlns:a16="http://schemas.microsoft.com/office/drawing/2014/main" id="{1085ABC1-9C60-4CF6-8A98-B6E7B754A667}"/>
              </a:ext>
            </a:extLst>
          </p:cNvPr>
          <p:cNvSpPr>
            <a:spLocks noGrp="1"/>
          </p:cNvSpPr>
          <p:nvPr/>
        </p:nvSpPr>
        <p:spPr>
          <a:xfrm>
            <a:off x="3068352" y="6334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3" name="data_7264">
            <a:extLst>
              <a:ext uri="{FF2B5EF4-FFF2-40B4-BE49-F238E27FC236}">
                <a16:creationId xmlns:a16="http://schemas.microsoft.com/office/drawing/2014/main" id="{E195F0FF-624F-4601-8E18-3DB72DC58228}"/>
              </a:ext>
            </a:extLst>
          </p:cNvPr>
          <p:cNvSpPr>
            <a:spLocks noGrp="1"/>
          </p:cNvSpPr>
          <p:nvPr/>
        </p:nvSpPr>
        <p:spPr>
          <a:xfrm>
            <a:off x="3113114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4" name="data_7265">
            <a:extLst>
              <a:ext uri="{FF2B5EF4-FFF2-40B4-BE49-F238E27FC236}">
                <a16:creationId xmlns:a16="http://schemas.microsoft.com/office/drawing/2014/main" id="{26DB9949-79DF-48D4-8475-1C2065FCE73C}"/>
              </a:ext>
            </a:extLst>
          </p:cNvPr>
          <p:cNvSpPr>
            <a:spLocks noGrp="1"/>
          </p:cNvSpPr>
          <p:nvPr/>
        </p:nvSpPr>
        <p:spPr>
          <a:xfrm>
            <a:off x="323044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5" name="data_7266">
            <a:extLst>
              <a:ext uri="{FF2B5EF4-FFF2-40B4-BE49-F238E27FC236}">
                <a16:creationId xmlns:a16="http://schemas.microsoft.com/office/drawing/2014/main" id="{2C3172A3-2627-4A94-B28D-B2601D8B6620}"/>
              </a:ext>
            </a:extLst>
          </p:cNvPr>
          <p:cNvSpPr>
            <a:spLocks noGrp="1"/>
          </p:cNvSpPr>
          <p:nvPr/>
        </p:nvSpPr>
        <p:spPr>
          <a:xfrm>
            <a:off x="308441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6" name="data_7267">
            <a:extLst>
              <a:ext uri="{FF2B5EF4-FFF2-40B4-BE49-F238E27FC236}">
                <a16:creationId xmlns:a16="http://schemas.microsoft.com/office/drawing/2014/main" id="{FE2242CE-99F4-4DBA-95CC-FE5276524469}"/>
              </a:ext>
            </a:extLst>
          </p:cNvPr>
          <p:cNvSpPr>
            <a:spLocks noGrp="1"/>
          </p:cNvSpPr>
          <p:nvPr/>
        </p:nvSpPr>
        <p:spPr>
          <a:xfrm>
            <a:off x="314439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7" name="data_7268">
            <a:extLst>
              <a:ext uri="{FF2B5EF4-FFF2-40B4-BE49-F238E27FC236}">
                <a16:creationId xmlns:a16="http://schemas.microsoft.com/office/drawing/2014/main" id="{8FDB7487-D3B6-49AF-A059-115E1803D323}"/>
              </a:ext>
            </a:extLst>
          </p:cNvPr>
          <p:cNvSpPr>
            <a:spLocks noGrp="1"/>
          </p:cNvSpPr>
          <p:nvPr/>
        </p:nvSpPr>
        <p:spPr>
          <a:xfrm>
            <a:off x="316446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8" name="data_7269">
            <a:extLst>
              <a:ext uri="{FF2B5EF4-FFF2-40B4-BE49-F238E27FC236}">
                <a16:creationId xmlns:a16="http://schemas.microsoft.com/office/drawing/2014/main" id="{DBC1F93C-BDC3-40CB-A0AD-B9FF9D71F3A6}"/>
              </a:ext>
            </a:extLst>
          </p:cNvPr>
          <p:cNvSpPr>
            <a:spLocks noGrp="1"/>
          </p:cNvSpPr>
          <p:nvPr/>
        </p:nvSpPr>
        <p:spPr>
          <a:xfrm>
            <a:off x="324216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9" name="data_7270">
            <a:extLst>
              <a:ext uri="{FF2B5EF4-FFF2-40B4-BE49-F238E27FC236}">
                <a16:creationId xmlns:a16="http://schemas.microsoft.com/office/drawing/2014/main" id="{B8F4BCB8-E4AC-4216-A375-435E4286AD56}"/>
              </a:ext>
            </a:extLst>
          </p:cNvPr>
          <p:cNvSpPr>
            <a:spLocks noGrp="1"/>
          </p:cNvSpPr>
          <p:nvPr/>
        </p:nvSpPr>
        <p:spPr>
          <a:xfrm>
            <a:off x="3175575" y="65569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0" name="data_7271">
            <a:extLst>
              <a:ext uri="{FF2B5EF4-FFF2-40B4-BE49-F238E27FC236}">
                <a16:creationId xmlns:a16="http://schemas.microsoft.com/office/drawing/2014/main" id="{77B8D1D6-D0F1-4F12-BCA2-006EBCAB56A4}"/>
              </a:ext>
            </a:extLst>
          </p:cNvPr>
          <p:cNvSpPr>
            <a:spLocks noGrp="1"/>
          </p:cNvSpPr>
          <p:nvPr/>
        </p:nvSpPr>
        <p:spPr>
          <a:xfrm>
            <a:off x="313277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1" name="data_7272">
            <a:extLst>
              <a:ext uri="{FF2B5EF4-FFF2-40B4-BE49-F238E27FC236}">
                <a16:creationId xmlns:a16="http://schemas.microsoft.com/office/drawing/2014/main" id="{B6743264-6D8F-478A-B975-3DDE27AA0BAF}"/>
              </a:ext>
            </a:extLst>
          </p:cNvPr>
          <p:cNvSpPr>
            <a:spLocks noGrp="1"/>
          </p:cNvSpPr>
          <p:nvPr/>
        </p:nvSpPr>
        <p:spPr>
          <a:xfrm>
            <a:off x="3199374" y="56279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2" name="data_7273">
            <a:extLst>
              <a:ext uri="{FF2B5EF4-FFF2-40B4-BE49-F238E27FC236}">
                <a16:creationId xmlns:a16="http://schemas.microsoft.com/office/drawing/2014/main" id="{590C8EFC-B0B9-4683-9869-C1E91C4EAFB3}"/>
              </a:ext>
            </a:extLst>
          </p:cNvPr>
          <p:cNvSpPr>
            <a:spLocks noGrp="1"/>
          </p:cNvSpPr>
          <p:nvPr/>
        </p:nvSpPr>
        <p:spPr>
          <a:xfrm>
            <a:off x="3070694" y="6462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3" name="data_7274">
            <a:extLst>
              <a:ext uri="{FF2B5EF4-FFF2-40B4-BE49-F238E27FC236}">
                <a16:creationId xmlns:a16="http://schemas.microsoft.com/office/drawing/2014/main" id="{24C954D9-B9A1-4643-B50C-CC4228C61CE4}"/>
              </a:ext>
            </a:extLst>
          </p:cNvPr>
          <p:cNvSpPr>
            <a:spLocks noGrp="1"/>
          </p:cNvSpPr>
          <p:nvPr/>
        </p:nvSpPr>
        <p:spPr>
          <a:xfrm>
            <a:off x="307839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4" name="data_7275">
            <a:extLst>
              <a:ext uri="{FF2B5EF4-FFF2-40B4-BE49-F238E27FC236}">
                <a16:creationId xmlns:a16="http://schemas.microsoft.com/office/drawing/2014/main" id="{EA8BC192-0883-4C27-925E-E8C11B3BF79B}"/>
              </a:ext>
            </a:extLst>
          </p:cNvPr>
          <p:cNvSpPr>
            <a:spLocks noGrp="1"/>
          </p:cNvSpPr>
          <p:nvPr/>
        </p:nvSpPr>
        <p:spPr>
          <a:xfrm>
            <a:off x="316245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5" name="data_7276">
            <a:extLst>
              <a:ext uri="{FF2B5EF4-FFF2-40B4-BE49-F238E27FC236}">
                <a16:creationId xmlns:a16="http://schemas.microsoft.com/office/drawing/2014/main" id="{29ECEC0E-0564-45DA-B707-2D50E72A13AE}"/>
              </a:ext>
            </a:extLst>
          </p:cNvPr>
          <p:cNvSpPr>
            <a:spLocks noGrp="1"/>
          </p:cNvSpPr>
          <p:nvPr/>
        </p:nvSpPr>
        <p:spPr>
          <a:xfrm>
            <a:off x="3227083" y="50659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6" name="data_7277">
            <a:extLst>
              <a:ext uri="{FF2B5EF4-FFF2-40B4-BE49-F238E27FC236}">
                <a16:creationId xmlns:a16="http://schemas.microsoft.com/office/drawing/2014/main" id="{0C9D1E41-2D2F-4BB5-8BE8-02AD82D43AC3}"/>
              </a:ext>
            </a:extLst>
          </p:cNvPr>
          <p:cNvSpPr>
            <a:spLocks noGrp="1"/>
          </p:cNvSpPr>
          <p:nvPr/>
        </p:nvSpPr>
        <p:spPr>
          <a:xfrm>
            <a:off x="313238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7" name="data_7278">
            <a:extLst>
              <a:ext uri="{FF2B5EF4-FFF2-40B4-BE49-F238E27FC236}">
                <a16:creationId xmlns:a16="http://schemas.microsoft.com/office/drawing/2014/main" id="{12A5256F-1224-4A45-84BC-C2564CF4E8C5}"/>
              </a:ext>
            </a:extLst>
          </p:cNvPr>
          <p:cNvSpPr>
            <a:spLocks noGrp="1"/>
          </p:cNvSpPr>
          <p:nvPr/>
        </p:nvSpPr>
        <p:spPr>
          <a:xfrm>
            <a:off x="318216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8" name="data_7279">
            <a:extLst>
              <a:ext uri="{FF2B5EF4-FFF2-40B4-BE49-F238E27FC236}">
                <a16:creationId xmlns:a16="http://schemas.microsoft.com/office/drawing/2014/main" id="{90604872-B4FC-4AC4-AC33-962954A56996}"/>
              </a:ext>
            </a:extLst>
          </p:cNvPr>
          <p:cNvSpPr>
            <a:spLocks noGrp="1"/>
          </p:cNvSpPr>
          <p:nvPr/>
        </p:nvSpPr>
        <p:spPr>
          <a:xfrm>
            <a:off x="319570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9" name="data_7280">
            <a:extLst>
              <a:ext uri="{FF2B5EF4-FFF2-40B4-BE49-F238E27FC236}">
                <a16:creationId xmlns:a16="http://schemas.microsoft.com/office/drawing/2014/main" id="{34327E07-0A3B-4994-A3A6-46C90F4BAA0F}"/>
              </a:ext>
            </a:extLst>
          </p:cNvPr>
          <p:cNvSpPr>
            <a:spLocks noGrp="1"/>
          </p:cNvSpPr>
          <p:nvPr/>
        </p:nvSpPr>
        <p:spPr>
          <a:xfrm>
            <a:off x="3116616" y="6683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0" name="data_7281">
            <a:extLst>
              <a:ext uri="{FF2B5EF4-FFF2-40B4-BE49-F238E27FC236}">
                <a16:creationId xmlns:a16="http://schemas.microsoft.com/office/drawing/2014/main" id="{6A75E43E-7C43-49DC-A933-F03353547BED}"/>
              </a:ext>
            </a:extLst>
          </p:cNvPr>
          <p:cNvSpPr>
            <a:spLocks noGrp="1"/>
          </p:cNvSpPr>
          <p:nvPr/>
        </p:nvSpPr>
        <p:spPr>
          <a:xfrm>
            <a:off x="373476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1" name="data_7282">
            <a:extLst>
              <a:ext uri="{FF2B5EF4-FFF2-40B4-BE49-F238E27FC236}">
                <a16:creationId xmlns:a16="http://schemas.microsoft.com/office/drawing/2014/main" id="{3D35F461-B343-49D4-B3D9-3B6E72721887}"/>
              </a:ext>
            </a:extLst>
          </p:cNvPr>
          <p:cNvSpPr>
            <a:spLocks noGrp="1"/>
          </p:cNvSpPr>
          <p:nvPr/>
        </p:nvSpPr>
        <p:spPr>
          <a:xfrm>
            <a:off x="3737387" y="56863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2" name="data_7283">
            <a:extLst>
              <a:ext uri="{FF2B5EF4-FFF2-40B4-BE49-F238E27FC236}">
                <a16:creationId xmlns:a16="http://schemas.microsoft.com/office/drawing/2014/main" id="{EF8C3A3A-4AD8-4DB8-B6A0-9B0C4AA9E5E2}"/>
              </a:ext>
            </a:extLst>
          </p:cNvPr>
          <p:cNvSpPr>
            <a:spLocks noGrp="1"/>
          </p:cNvSpPr>
          <p:nvPr/>
        </p:nvSpPr>
        <p:spPr>
          <a:xfrm>
            <a:off x="376846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3" name="data_7284">
            <a:extLst>
              <a:ext uri="{FF2B5EF4-FFF2-40B4-BE49-F238E27FC236}">
                <a16:creationId xmlns:a16="http://schemas.microsoft.com/office/drawing/2014/main" id="{91F0BE57-52FF-4B03-8449-07FDCF9DAADF}"/>
              </a:ext>
            </a:extLst>
          </p:cNvPr>
          <p:cNvSpPr>
            <a:spLocks noGrp="1"/>
          </p:cNvSpPr>
          <p:nvPr/>
        </p:nvSpPr>
        <p:spPr>
          <a:xfrm>
            <a:off x="3794916" y="54673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4" name="data_7285">
            <a:extLst>
              <a:ext uri="{FF2B5EF4-FFF2-40B4-BE49-F238E27FC236}">
                <a16:creationId xmlns:a16="http://schemas.microsoft.com/office/drawing/2014/main" id="{CC2F7B4C-1AAA-4A09-8CDD-B10E26AE7BF4}"/>
              </a:ext>
            </a:extLst>
          </p:cNvPr>
          <p:cNvSpPr>
            <a:spLocks noGrp="1"/>
          </p:cNvSpPr>
          <p:nvPr/>
        </p:nvSpPr>
        <p:spPr>
          <a:xfrm>
            <a:off x="373939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5" name="data_7286">
            <a:extLst>
              <a:ext uri="{FF2B5EF4-FFF2-40B4-BE49-F238E27FC236}">
                <a16:creationId xmlns:a16="http://schemas.microsoft.com/office/drawing/2014/main" id="{60526EAE-4882-4830-A186-73BDBCD6F197}"/>
              </a:ext>
            </a:extLst>
          </p:cNvPr>
          <p:cNvSpPr>
            <a:spLocks noGrp="1"/>
          </p:cNvSpPr>
          <p:nvPr/>
        </p:nvSpPr>
        <p:spPr>
          <a:xfrm>
            <a:off x="3849881" y="6555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6" name="data_7287">
            <a:extLst>
              <a:ext uri="{FF2B5EF4-FFF2-40B4-BE49-F238E27FC236}">
                <a16:creationId xmlns:a16="http://schemas.microsoft.com/office/drawing/2014/main" id="{044231AB-5D80-4EED-8398-0DF4BCA5DA11}"/>
              </a:ext>
            </a:extLst>
          </p:cNvPr>
          <p:cNvSpPr>
            <a:spLocks noGrp="1"/>
          </p:cNvSpPr>
          <p:nvPr/>
        </p:nvSpPr>
        <p:spPr>
          <a:xfrm>
            <a:off x="3738639" y="60820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7" name="data_7288">
            <a:extLst>
              <a:ext uri="{FF2B5EF4-FFF2-40B4-BE49-F238E27FC236}">
                <a16:creationId xmlns:a16="http://schemas.microsoft.com/office/drawing/2014/main" id="{EFF51DDB-94FE-45F6-A9CF-F90756966031}"/>
              </a:ext>
            </a:extLst>
          </p:cNvPr>
          <p:cNvSpPr>
            <a:spLocks noGrp="1"/>
          </p:cNvSpPr>
          <p:nvPr/>
        </p:nvSpPr>
        <p:spPr>
          <a:xfrm>
            <a:off x="3794729" y="53817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8" name="data_7289">
            <a:extLst>
              <a:ext uri="{FF2B5EF4-FFF2-40B4-BE49-F238E27FC236}">
                <a16:creationId xmlns:a16="http://schemas.microsoft.com/office/drawing/2014/main" id="{DDF61790-BC35-4E34-8A5C-936A305A3F42}"/>
              </a:ext>
            </a:extLst>
          </p:cNvPr>
          <p:cNvSpPr>
            <a:spLocks noGrp="1"/>
          </p:cNvSpPr>
          <p:nvPr/>
        </p:nvSpPr>
        <p:spPr>
          <a:xfrm>
            <a:off x="380660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9" name="data_7290">
            <a:extLst>
              <a:ext uri="{FF2B5EF4-FFF2-40B4-BE49-F238E27FC236}">
                <a16:creationId xmlns:a16="http://schemas.microsoft.com/office/drawing/2014/main" id="{7D5FBB09-A51D-45CF-B4F8-7983A23D98B3}"/>
              </a:ext>
            </a:extLst>
          </p:cNvPr>
          <p:cNvSpPr>
            <a:spLocks noGrp="1"/>
          </p:cNvSpPr>
          <p:nvPr/>
        </p:nvSpPr>
        <p:spPr>
          <a:xfrm>
            <a:off x="3808647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0" name="data_7291">
            <a:extLst>
              <a:ext uri="{FF2B5EF4-FFF2-40B4-BE49-F238E27FC236}">
                <a16:creationId xmlns:a16="http://schemas.microsoft.com/office/drawing/2014/main" id="{9432BF5A-BADA-44CA-B50F-97C2C504EBA9}"/>
              </a:ext>
            </a:extLst>
          </p:cNvPr>
          <p:cNvSpPr>
            <a:spLocks noGrp="1"/>
          </p:cNvSpPr>
          <p:nvPr/>
        </p:nvSpPr>
        <p:spPr>
          <a:xfrm>
            <a:off x="384098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1" name="data_7292">
            <a:extLst>
              <a:ext uri="{FF2B5EF4-FFF2-40B4-BE49-F238E27FC236}">
                <a16:creationId xmlns:a16="http://schemas.microsoft.com/office/drawing/2014/main" id="{097D6112-CBDC-4375-9A62-F17957750064}"/>
              </a:ext>
            </a:extLst>
          </p:cNvPr>
          <p:cNvSpPr>
            <a:spLocks noGrp="1"/>
          </p:cNvSpPr>
          <p:nvPr/>
        </p:nvSpPr>
        <p:spPr>
          <a:xfrm>
            <a:off x="3849191" y="66643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2" name="data_7293">
            <a:extLst>
              <a:ext uri="{FF2B5EF4-FFF2-40B4-BE49-F238E27FC236}">
                <a16:creationId xmlns:a16="http://schemas.microsoft.com/office/drawing/2014/main" id="{FAE0BBC1-9790-4963-8067-9222B81ED5BB}"/>
              </a:ext>
            </a:extLst>
          </p:cNvPr>
          <p:cNvSpPr>
            <a:spLocks noGrp="1"/>
          </p:cNvSpPr>
          <p:nvPr/>
        </p:nvSpPr>
        <p:spPr>
          <a:xfrm>
            <a:off x="382448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3" name="data_7294">
            <a:extLst>
              <a:ext uri="{FF2B5EF4-FFF2-40B4-BE49-F238E27FC236}">
                <a16:creationId xmlns:a16="http://schemas.microsoft.com/office/drawing/2014/main" id="{E8B10E61-9239-459A-94E6-314DE5C3EF64}"/>
              </a:ext>
            </a:extLst>
          </p:cNvPr>
          <p:cNvSpPr>
            <a:spLocks noGrp="1"/>
          </p:cNvSpPr>
          <p:nvPr/>
        </p:nvSpPr>
        <p:spPr>
          <a:xfrm>
            <a:off x="378476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4" name="data_7295">
            <a:extLst>
              <a:ext uri="{FF2B5EF4-FFF2-40B4-BE49-F238E27FC236}">
                <a16:creationId xmlns:a16="http://schemas.microsoft.com/office/drawing/2014/main" id="{89388B10-C52F-40B4-93FB-8230B539991F}"/>
              </a:ext>
            </a:extLst>
          </p:cNvPr>
          <p:cNvSpPr>
            <a:spLocks noGrp="1"/>
          </p:cNvSpPr>
          <p:nvPr/>
        </p:nvSpPr>
        <p:spPr>
          <a:xfrm>
            <a:off x="384367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5" name="data_7296">
            <a:extLst>
              <a:ext uri="{FF2B5EF4-FFF2-40B4-BE49-F238E27FC236}">
                <a16:creationId xmlns:a16="http://schemas.microsoft.com/office/drawing/2014/main" id="{BB9F112C-6C89-4DDF-958F-7D95B42A6B0C}"/>
              </a:ext>
            </a:extLst>
          </p:cNvPr>
          <p:cNvSpPr>
            <a:spLocks noGrp="1"/>
          </p:cNvSpPr>
          <p:nvPr/>
        </p:nvSpPr>
        <p:spPr>
          <a:xfrm>
            <a:off x="379233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6" name="data_7297">
            <a:extLst>
              <a:ext uri="{FF2B5EF4-FFF2-40B4-BE49-F238E27FC236}">
                <a16:creationId xmlns:a16="http://schemas.microsoft.com/office/drawing/2014/main" id="{1CFCA160-29A9-4C7D-952E-63E34BA6E381}"/>
              </a:ext>
            </a:extLst>
          </p:cNvPr>
          <p:cNvSpPr>
            <a:spLocks noGrp="1"/>
          </p:cNvSpPr>
          <p:nvPr/>
        </p:nvSpPr>
        <p:spPr>
          <a:xfrm>
            <a:off x="3698058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7" name="data_7298">
            <a:extLst>
              <a:ext uri="{FF2B5EF4-FFF2-40B4-BE49-F238E27FC236}">
                <a16:creationId xmlns:a16="http://schemas.microsoft.com/office/drawing/2014/main" id="{01094483-72DE-4D24-8202-24C05BD43536}"/>
              </a:ext>
            </a:extLst>
          </p:cNvPr>
          <p:cNvSpPr>
            <a:spLocks noGrp="1"/>
          </p:cNvSpPr>
          <p:nvPr/>
        </p:nvSpPr>
        <p:spPr>
          <a:xfrm>
            <a:off x="374948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8" name="data_7299">
            <a:extLst>
              <a:ext uri="{FF2B5EF4-FFF2-40B4-BE49-F238E27FC236}">
                <a16:creationId xmlns:a16="http://schemas.microsoft.com/office/drawing/2014/main" id="{957017FD-94D5-4729-BC06-8AFF5CECE504}"/>
              </a:ext>
            </a:extLst>
          </p:cNvPr>
          <p:cNvSpPr>
            <a:spLocks noGrp="1"/>
          </p:cNvSpPr>
          <p:nvPr/>
        </p:nvSpPr>
        <p:spPr>
          <a:xfrm>
            <a:off x="3859952" y="68000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9" name="data_7300">
            <a:extLst>
              <a:ext uri="{FF2B5EF4-FFF2-40B4-BE49-F238E27FC236}">
                <a16:creationId xmlns:a16="http://schemas.microsoft.com/office/drawing/2014/main" id="{1A370F0B-0A4D-4AFF-B369-E849D04A961B}"/>
              </a:ext>
            </a:extLst>
          </p:cNvPr>
          <p:cNvSpPr>
            <a:spLocks noGrp="1"/>
          </p:cNvSpPr>
          <p:nvPr/>
        </p:nvSpPr>
        <p:spPr>
          <a:xfrm>
            <a:off x="369562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0" name="data_7301">
            <a:extLst>
              <a:ext uri="{FF2B5EF4-FFF2-40B4-BE49-F238E27FC236}">
                <a16:creationId xmlns:a16="http://schemas.microsoft.com/office/drawing/2014/main" id="{F50B6B67-6D40-4B7A-AF09-D10DFCDF1557}"/>
              </a:ext>
            </a:extLst>
          </p:cNvPr>
          <p:cNvSpPr>
            <a:spLocks noGrp="1"/>
          </p:cNvSpPr>
          <p:nvPr/>
        </p:nvSpPr>
        <p:spPr>
          <a:xfrm>
            <a:off x="38325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1" name="data_7302">
            <a:extLst>
              <a:ext uri="{FF2B5EF4-FFF2-40B4-BE49-F238E27FC236}">
                <a16:creationId xmlns:a16="http://schemas.microsoft.com/office/drawing/2014/main" id="{E0C88C56-C129-4EFF-91B7-F1CEA4D5A9D3}"/>
              </a:ext>
            </a:extLst>
          </p:cNvPr>
          <p:cNvSpPr>
            <a:spLocks noGrp="1"/>
          </p:cNvSpPr>
          <p:nvPr/>
        </p:nvSpPr>
        <p:spPr>
          <a:xfrm>
            <a:off x="381966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2" name="data_7303">
            <a:extLst>
              <a:ext uri="{FF2B5EF4-FFF2-40B4-BE49-F238E27FC236}">
                <a16:creationId xmlns:a16="http://schemas.microsoft.com/office/drawing/2014/main" id="{B5D7A7EE-4C4B-47F2-950D-9F059C9FD030}"/>
              </a:ext>
            </a:extLst>
          </p:cNvPr>
          <p:cNvSpPr>
            <a:spLocks noGrp="1"/>
          </p:cNvSpPr>
          <p:nvPr/>
        </p:nvSpPr>
        <p:spPr>
          <a:xfrm>
            <a:off x="3806645" y="6832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3" name="data_7304">
            <a:extLst>
              <a:ext uri="{FF2B5EF4-FFF2-40B4-BE49-F238E27FC236}">
                <a16:creationId xmlns:a16="http://schemas.microsoft.com/office/drawing/2014/main" id="{82D40DE5-802D-4C7E-937A-DC86F7E8AE8D}"/>
              </a:ext>
            </a:extLst>
          </p:cNvPr>
          <p:cNvSpPr>
            <a:spLocks noGrp="1"/>
          </p:cNvSpPr>
          <p:nvPr/>
        </p:nvSpPr>
        <p:spPr>
          <a:xfrm>
            <a:off x="3859202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4" name="data_7305">
            <a:extLst>
              <a:ext uri="{FF2B5EF4-FFF2-40B4-BE49-F238E27FC236}">
                <a16:creationId xmlns:a16="http://schemas.microsoft.com/office/drawing/2014/main" id="{08C871FE-AE01-4784-8DE2-575698A4054A}"/>
              </a:ext>
            </a:extLst>
          </p:cNvPr>
          <p:cNvSpPr>
            <a:spLocks noGrp="1"/>
          </p:cNvSpPr>
          <p:nvPr/>
        </p:nvSpPr>
        <p:spPr>
          <a:xfrm>
            <a:off x="385003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5" name="data_7306">
            <a:extLst>
              <a:ext uri="{FF2B5EF4-FFF2-40B4-BE49-F238E27FC236}">
                <a16:creationId xmlns:a16="http://schemas.microsoft.com/office/drawing/2014/main" id="{8C0D0C70-A0A8-4074-B596-5D9991B6FC5F}"/>
              </a:ext>
            </a:extLst>
          </p:cNvPr>
          <p:cNvSpPr>
            <a:spLocks noGrp="1"/>
          </p:cNvSpPr>
          <p:nvPr/>
        </p:nvSpPr>
        <p:spPr>
          <a:xfrm>
            <a:off x="3793428" y="65500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6" name="data_7307">
            <a:extLst>
              <a:ext uri="{FF2B5EF4-FFF2-40B4-BE49-F238E27FC236}">
                <a16:creationId xmlns:a16="http://schemas.microsoft.com/office/drawing/2014/main" id="{1ACFBDF6-F716-4E63-A8BD-318AFDA8DCC3}"/>
              </a:ext>
            </a:extLst>
          </p:cNvPr>
          <p:cNvSpPr>
            <a:spLocks noGrp="1"/>
          </p:cNvSpPr>
          <p:nvPr/>
        </p:nvSpPr>
        <p:spPr>
          <a:xfrm>
            <a:off x="37624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7" name="data_7308">
            <a:extLst>
              <a:ext uri="{FF2B5EF4-FFF2-40B4-BE49-F238E27FC236}">
                <a16:creationId xmlns:a16="http://schemas.microsoft.com/office/drawing/2014/main" id="{55D6F1EF-BA73-4C0C-9D57-2E9ABDEC552E}"/>
              </a:ext>
            </a:extLst>
          </p:cNvPr>
          <p:cNvSpPr>
            <a:spLocks noGrp="1"/>
          </p:cNvSpPr>
          <p:nvPr/>
        </p:nvSpPr>
        <p:spPr>
          <a:xfrm>
            <a:off x="374292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8" name="data_7309">
            <a:extLst>
              <a:ext uri="{FF2B5EF4-FFF2-40B4-BE49-F238E27FC236}">
                <a16:creationId xmlns:a16="http://schemas.microsoft.com/office/drawing/2014/main" id="{25929872-A73C-49A6-9944-C620FA50CEE8}"/>
              </a:ext>
            </a:extLst>
          </p:cNvPr>
          <p:cNvSpPr>
            <a:spLocks noGrp="1"/>
          </p:cNvSpPr>
          <p:nvPr/>
        </p:nvSpPr>
        <p:spPr>
          <a:xfrm>
            <a:off x="374156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9" name="data_7310">
            <a:extLst>
              <a:ext uri="{FF2B5EF4-FFF2-40B4-BE49-F238E27FC236}">
                <a16:creationId xmlns:a16="http://schemas.microsoft.com/office/drawing/2014/main" id="{FBAC8B3F-A166-4776-95AB-CF8FAC3D1844}"/>
              </a:ext>
            </a:extLst>
          </p:cNvPr>
          <p:cNvSpPr>
            <a:spLocks noGrp="1"/>
          </p:cNvSpPr>
          <p:nvPr/>
        </p:nvSpPr>
        <p:spPr>
          <a:xfrm>
            <a:off x="371281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0" name="data_7311">
            <a:extLst>
              <a:ext uri="{FF2B5EF4-FFF2-40B4-BE49-F238E27FC236}">
                <a16:creationId xmlns:a16="http://schemas.microsoft.com/office/drawing/2014/main" id="{CE6FB627-810E-43B0-BE20-37126C77CD6A}"/>
              </a:ext>
            </a:extLst>
          </p:cNvPr>
          <p:cNvSpPr>
            <a:spLocks noGrp="1"/>
          </p:cNvSpPr>
          <p:nvPr/>
        </p:nvSpPr>
        <p:spPr>
          <a:xfrm>
            <a:off x="370669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1" name="data_7312">
            <a:extLst>
              <a:ext uri="{FF2B5EF4-FFF2-40B4-BE49-F238E27FC236}">
                <a16:creationId xmlns:a16="http://schemas.microsoft.com/office/drawing/2014/main" id="{FED1D439-973F-4262-9570-29A1F1426473}"/>
              </a:ext>
            </a:extLst>
          </p:cNvPr>
          <p:cNvSpPr>
            <a:spLocks noGrp="1"/>
          </p:cNvSpPr>
          <p:nvPr/>
        </p:nvSpPr>
        <p:spPr>
          <a:xfrm>
            <a:off x="3835497" y="68522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2" name="data_7313">
            <a:extLst>
              <a:ext uri="{FF2B5EF4-FFF2-40B4-BE49-F238E27FC236}">
                <a16:creationId xmlns:a16="http://schemas.microsoft.com/office/drawing/2014/main" id="{59D0F123-A0B7-42D1-BD21-D94F3FE900C2}"/>
              </a:ext>
            </a:extLst>
          </p:cNvPr>
          <p:cNvSpPr>
            <a:spLocks noGrp="1"/>
          </p:cNvSpPr>
          <p:nvPr/>
        </p:nvSpPr>
        <p:spPr>
          <a:xfrm>
            <a:off x="3804665" y="68809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3" name="data_7314">
            <a:extLst>
              <a:ext uri="{FF2B5EF4-FFF2-40B4-BE49-F238E27FC236}">
                <a16:creationId xmlns:a16="http://schemas.microsoft.com/office/drawing/2014/main" id="{65D920CD-8427-46E1-82E5-75FD9CFF7B01}"/>
              </a:ext>
            </a:extLst>
          </p:cNvPr>
          <p:cNvSpPr>
            <a:spLocks noGrp="1"/>
          </p:cNvSpPr>
          <p:nvPr/>
        </p:nvSpPr>
        <p:spPr>
          <a:xfrm>
            <a:off x="3741284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4" name="data_7315">
            <a:extLst>
              <a:ext uri="{FF2B5EF4-FFF2-40B4-BE49-F238E27FC236}">
                <a16:creationId xmlns:a16="http://schemas.microsoft.com/office/drawing/2014/main" id="{0AEE8D4B-96B1-42D6-A986-2CCC9A607A96}"/>
              </a:ext>
            </a:extLst>
          </p:cNvPr>
          <p:cNvSpPr>
            <a:spLocks noGrp="1"/>
          </p:cNvSpPr>
          <p:nvPr/>
        </p:nvSpPr>
        <p:spPr>
          <a:xfrm>
            <a:off x="3733406" y="627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5" name="data_7316">
            <a:extLst>
              <a:ext uri="{FF2B5EF4-FFF2-40B4-BE49-F238E27FC236}">
                <a16:creationId xmlns:a16="http://schemas.microsoft.com/office/drawing/2014/main" id="{B130A47C-8962-45CE-96E8-5176F246A6AB}"/>
              </a:ext>
            </a:extLst>
          </p:cNvPr>
          <p:cNvSpPr>
            <a:spLocks noGrp="1"/>
          </p:cNvSpPr>
          <p:nvPr/>
        </p:nvSpPr>
        <p:spPr>
          <a:xfrm>
            <a:off x="384472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6" name="data_7317">
            <a:extLst>
              <a:ext uri="{FF2B5EF4-FFF2-40B4-BE49-F238E27FC236}">
                <a16:creationId xmlns:a16="http://schemas.microsoft.com/office/drawing/2014/main" id="{06DF5434-D9FC-4AA4-BB71-80D69FAE8DCD}"/>
              </a:ext>
            </a:extLst>
          </p:cNvPr>
          <p:cNvSpPr>
            <a:spLocks noGrp="1"/>
          </p:cNvSpPr>
          <p:nvPr/>
        </p:nvSpPr>
        <p:spPr>
          <a:xfrm>
            <a:off x="3860975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7" name="data_7318">
            <a:extLst>
              <a:ext uri="{FF2B5EF4-FFF2-40B4-BE49-F238E27FC236}">
                <a16:creationId xmlns:a16="http://schemas.microsoft.com/office/drawing/2014/main" id="{57061012-74FF-4CE8-B5BE-8304DD77328C}"/>
              </a:ext>
            </a:extLst>
          </p:cNvPr>
          <p:cNvSpPr>
            <a:spLocks noGrp="1"/>
          </p:cNvSpPr>
          <p:nvPr/>
        </p:nvSpPr>
        <p:spPr>
          <a:xfrm>
            <a:off x="3827173" y="68206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8" name="data_7319">
            <a:extLst>
              <a:ext uri="{FF2B5EF4-FFF2-40B4-BE49-F238E27FC236}">
                <a16:creationId xmlns:a16="http://schemas.microsoft.com/office/drawing/2014/main" id="{95EEAF72-DA1B-4764-8E77-92364702C93E}"/>
              </a:ext>
            </a:extLst>
          </p:cNvPr>
          <p:cNvSpPr>
            <a:spLocks noGrp="1"/>
          </p:cNvSpPr>
          <p:nvPr/>
        </p:nvSpPr>
        <p:spPr>
          <a:xfrm>
            <a:off x="371072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9" name="data_7320">
            <a:extLst>
              <a:ext uri="{FF2B5EF4-FFF2-40B4-BE49-F238E27FC236}">
                <a16:creationId xmlns:a16="http://schemas.microsoft.com/office/drawing/2014/main" id="{B485C275-9715-4276-B3B9-958AF29D7EC8}"/>
              </a:ext>
            </a:extLst>
          </p:cNvPr>
          <p:cNvSpPr>
            <a:spLocks noGrp="1"/>
          </p:cNvSpPr>
          <p:nvPr/>
        </p:nvSpPr>
        <p:spPr>
          <a:xfrm>
            <a:off x="3828669" y="68054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0" name="data_7321">
            <a:extLst>
              <a:ext uri="{FF2B5EF4-FFF2-40B4-BE49-F238E27FC236}">
                <a16:creationId xmlns:a16="http://schemas.microsoft.com/office/drawing/2014/main" id="{FBC9F0AF-113D-4784-BA3C-2FEC44CB3376}"/>
              </a:ext>
            </a:extLst>
          </p:cNvPr>
          <p:cNvSpPr>
            <a:spLocks noGrp="1"/>
          </p:cNvSpPr>
          <p:nvPr/>
        </p:nvSpPr>
        <p:spPr>
          <a:xfrm>
            <a:off x="373155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1" name="data_7322">
            <a:extLst>
              <a:ext uri="{FF2B5EF4-FFF2-40B4-BE49-F238E27FC236}">
                <a16:creationId xmlns:a16="http://schemas.microsoft.com/office/drawing/2014/main" id="{1BE1B09F-8FD6-4CE2-B0B2-8E27862634E6}"/>
              </a:ext>
            </a:extLst>
          </p:cNvPr>
          <p:cNvSpPr>
            <a:spLocks noGrp="1"/>
          </p:cNvSpPr>
          <p:nvPr/>
        </p:nvSpPr>
        <p:spPr>
          <a:xfrm>
            <a:off x="3709762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2" name="data_7323">
            <a:extLst>
              <a:ext uri="{FF2B5EF4-FFF2-40B4-BE49-F238E27FC236}">
                <a16:creationId xmlns:a16="http://schemas.microsoft.com/office/drawing/2014/main" id="{B8F725B8-37E4-4048-885C-8776B625B64F}"/>
              </a:ext>
            </a:extLst>
          </p:cNvPr>
          <p:cNvSpPr>
            <a:spLocks noGrp="1"/>
          </p:cNvSpPr>
          <p:nvPr/>
        </p:nvSpPr>
        <p:spPr>
          <a:xfrm>
            <a:off x="382732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3" name="data_7324">
            <a:extLst>
              <a:ext uri="{FF2B5EF4-FFF2-40B4-BE49-F238E27FC236}">
                <a16:creationId xmlns:a16="http://schemas.microsoft.com/office/drawing/2014/main" id="{45AE498F-49D7-45B7-93D8-E43E711427AF}"/>
              </a:ext>
            </a:extLst>
          </p:cNvPr>
          <p:cNvSpPr>
            <a:spLocks noGrp="1"/>
          </p:cNvSpPr>
          <p:nvPr/>
        </p:nvSpPr>
        <p:spPr>
          <a:xfrm>
            <a:off x="3704072" y="6430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4" name="data_7325">
            <a:extLst>
              <a:ext uri="{FF2B5EF4-FFF2-40B4-BE49-F238E27FC236}">
                <a16:creationId xmlns:a16="http://schemas.microsoft.com/office/drawing/2014/main" id="{EEC41B72-9584-4AF1-9926-41B86587D4B0}"/>
              </a:ext>
            </a:extLst>
          </p:cNvPr>
          <p:cNvSpPr>
            <a:spLocks noGrp="1"/>
          </p:cNvSpPr>
          <p:nvPr/>
        </p:nvSpPr>
        <p:spPr>
          <a:xfrm>
            <a:off x="3860186" y="67748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5" name="data_7326">
            <a:extLst>
              <a:ext uri="{FF2B5EF4-FFF2-40B4-BE49-F238E27FC236}">
                <a16:creationId xmlns:a16="http://schemas.microsoft.com/office/drawing/2014/main" id="{2A6A2442-FE7F-4F5F-A785-6DB950BF75AF}"/>
              </a:ext>
            </a:extLst>
          </p:cNvPr>
          <p:cNvSpPr>
            <a:spLocks noGrp="1"/>
          </p:cNvSpPr>
          <p:nvPr/>
        </p:nvSpPr>
        <p:spPr>
          <a:xfrm>
            <a:off x="376184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6" name="data_7327">
            <a:extLst>
              <a:ext uri="{FF2B5EF4-FFF2-40B4-BE49-F238E27FC236}">
                <a16:creationId xmlns:a16="http://schemas.microsoft.com/office/drawing/2014/main" id="{BEF404C2-B97B-4B9A-B01D-8CE52DD59464}"/>
              </a:ext>
            </a:extLst>
          </p:cNvPr>
          <p:cNvSpPr>
            <a:spLocks noGrp="1"/>
          </p:cNvSpPr>
          <p:nvPr/>
        </p:nvSpPr>
        <p:spPr>
          <a:xfrm>
            <a:off x="38273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7" name="data_7328">
            <a:extLst>
              <a:ext uri="{FF2B5EF4-FFF2-40B4-BE49-F238E27FC236}">
                <a16:creationId xmlns:a16="http://schemas.microsoft.com/office/drawing/2014/main" id="{AB53650A-9B40-4F16-9DEB-2DF662D83C99}"/>
              </a:ext>
            </a:extLst>
          </p:cNvPr>
          <p:cNvSpPr>
            <a:spLocks noGrp="1"/>
          </p:cNvSpPr>
          <p:nvPr/>
        </p:nvSpPr>
        <p:spPr>
          <a:xfrm>
            <a:off x="3705129" y="69009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8" name="data_7329">
            <a:extLst>
              <a:ext uri="{FF2B5EF4-FFF2-40B4-BE49-F238E27FC236}">
                <a16:creationId xmlns:a16="http://schemas.microsoft.com/office/drawing/2014/main" id="{8802AEFC-55FF-4CA0-8137-E943B844050D}"/>
              </a:ext>
            </a:extLst>
          </p:cNvPr>
          <p:cNvSpPr>
            <a:spLocks noGrp="1"/>
          </p:cNvSpPr>
          <p:nvPr/>
        </p:nvSpPr>
        <p:spPr>
          <a:xfrm>
            <a:off x="3827585" y="57364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9" name="data_7330">
            <a:extLst>
              <a:ext uri="{FF2B5EF4-FFF2-40B4-BE49-F238E27FC236}">
                <a16:creationId xmlns:a16="http://schemas.microsoft.com/office/drawing/2014/main" id="{513B902C-53BB-4F62-A417-90DA3F201046}"/>
              </a:ext>
            </a:extLst>
          </p:cNvPr>
          <p:cNvSpPr>
            <a:spLocks noGrp="1"/>
          </p:cNvSpPr>
          <p:nvPr/>
        </p:nvSpPr>
        <p:spPr>
          <a:xfrm>
            <a:off x="369929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0" name="data_7331">
            <a:extLst>
              <a:ext uri="{FF2B5EF4-FFF2-40B4-BE49-F238E27FC236}">
                <a16:creationId xmlns:a16="http://schemas.microsoft.com/office/drawing/2014/main" id="{FBA1C419-70A7-4570-AD11-17B134630DC0}"/>
              </a:ext>
            </a:extLst>
          </p:cNvPr>
          <p:cNvSpPr>
            <a:spLocks noGrp="1"/>
          </p:cNvSpPr>
          <p:nvPr/>
        </p:nvSpPr>
        <p:spPr>
          <a:xfrm>
            <a:off x="3798408" y="69106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1" name="data_7332">
            <a:extLst>
              <a:ext uri="{FF2B5EF4-FFF2-40B4-BE49-F238E27FC236}">
                <a16:creationId xmlns:a16="http://schemas.microsoft.com/office/drawing/2014/main" id="{B7E9F562-9AF1-42BE-BA37-F303DCB1036E}"/>
              </a:ext>
            </a:extLst>
          </p:cNvPr>
          <p:cNvSpPr>
            <a:spLocks noGrp="1"/>
          </p:cNvSpPr>
          <p:nvPr/>
        </p:nvSpPr>
        <p:spPr>
          <a:xfrm>
            <a:off x="3720041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2" name="data_7333">
            <a:extLst>
              <a:ext uri="{FF2B5EF4-FFF2-40B4-BE49-F238E27FC236}">
                <a16:creationId xmlns:a16="http://schemas.microsoft.com/office/drawing/2014/main" id="{0AEF7098-D773-404A-963F-1887D74FF82E}"/>
              </a:ext>
            </a:extLst>
          </p:cNvPr>
          <p:cNvSpPr>
            <a:spLocks noGrp="1"/>
          </p:cNvSpPr>
          <p:nvPr/>
        </p:nvSpPr>
        <p:spPr>
          <a:xfrm>
            <a:off x="3712664" y="66715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3" name="data_7334">
            <a:extLst>
              <a:ext uri="{FF2B5EF4-FFF2-40B4-BE49-F238E27FC236}">
                <a16:creationId xmlns:a16="http://schemas.microsoft.com/office/drawing/2014/main" id="{A50B8B60-9B9C-4396-88F6-82139C02E7DD}"/>
              </a:ext>
            </a:extLst>
          </p:cNvPr>
          <p:cNvSpPr>
            <a:spLocks noGrp="1"/>
          </p:cNvSpPr>
          <p:nvPr/>
        </p:nvSpPr>
        <p:spPr>
          <a:xfrm>
            <a:off x="373118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4" name="data_7335">
            <a:extLst>
              <a:ext uri="{FF2B5EF4-FFF2-40B4-BE49-F238E27FC236}">
                <a16:creationId xmlns:a16="http://schemas.microsoft.com/office/drawing/2014/main" id="{BC106310-91A5-41C0-8CB9-3BF55D5B6879}"/>
              </a:ext>
            </a:extLst>
          </p:cNvPr>
          <p:cNvSpPr>
            <a:spLocks noGrp="1"/>
          </p:cNvSpPr>
          <p:nvPr/>
        </p:nvSpPr>
        <p:spPr>
          <a:xfrm>
            <a:off x="3812479" y="5856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5" name="data_7336">
            <a:extLst>
              <a:ext uri="{FF2B5EF4-FFF2-40B4-BE49-F238E27FC236}">
                <a16:creationId xmlns:a16="http://schemas.microsoft.com/office/drawing/2014/main" id="{5F497EBD-400E-4637-AC4D-504365EA73AC}"/>
              </a:ext>
            </a:extLst>
          </p:cNvPr>
          <p:cNvSpPr>
            <a:spLocks noGrp="1"/>
          </p:cNvSpPr>
          <p:nvPr/>
        </p:nvSpPr>
        <p:spPr>
          <a:xfrm>
            <a:off x="3811896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6" name="data_7337">
            <a:extLst>
              <a:ext uri="{FF2B5EF4-FFF2-40B4-BE49-F238E27FC236}">
                <a16:creationId xmlns:a16="http://schemas.microsoft.com/office/drawing/2014/main" id="{EFEB1411-3D85-4B91-88BE-24CF9FCEEBB2}"/>
              </a:ext>
            </a:extLst>
          </p:cNvPr>
          <p:cNvSpPr>
            <a:spLocks noGrp="1"/>
          </p:cNvSpPr>
          <p:nvPr/>
        </p:nvSpPr>
        <p:spPr>
          <a:xfrm>
            <a:off x="378067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7" name="data_7338">
            <a:extLst>
              <a:ext uri="{FF2B5EF4-FFF2-40B4-BE49-F238E27FC236}">
                <a16:creationId xmlns:a16="http://schemas.microsoft.com/office/drawing/2014/main" id="{CA28F7F4-8A75-4858-82D2-0B049B7ED002}"/>
              </a:ext>
            </a:extLst>
          </p:cNvPr>
          <p:cNvSpPr>
            <a:spLocks noGrp="1"/>
          </p:cNvSpPr>
          <p:nvPr/>
        </p:nvSpPr>
        <p:spPr>
          <a:xfrm>
            <a:off x="3710351" y="57525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8" name="data_7339">
            <a:extLst>
              <a:ext uri="{FF2B5EF4-FFF2-40B4-BE49-F238E27FC236}">
                <a16:creationId xmlns:a16="http://schemas.microsoft.com/office/drawing/2014/main" id="{52F6DC5A-1176-4E32-A73B-4BAAD7515338}"/>
              </a:ext>
            </a:extLst>
          </p:cNvPr>
          <p:cNvSpPr>
            <a:spLocks noGrp="1"/>
          </p:cNvSpPr>
          <p:nvPr/>
        </p:nvSpPr>
        <p:spPr>
          <a:xfrm>
            <a:off x="371721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9" name="data_7340">
            <a:extLst>
              <a:ext uri="{FF2B5EF4-FFF2-40B4-BE49-F238E27FC236}">
                <a16:creationId xmlns:a16="http://schemas.microsoft.com/office/drawing/2014/main" id="{6C235FEB-21F4-4C5E-83BF-CBF9021A8712}"/>
              </a:ext>
            </a:extLst>
          </p:cNvPr>
          <p:cNvSpPr>
            <a:spLocks noGrp="1"/>
          </p:cNvSpPr>
          <p:nvPr/>
        </p:nvSpPr>
        <p:spPr>
          <a:xfrm>
            <a:off x="3734539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0" name="data_7341">
            <a:extLst>
              <a:ext uri="{FF2B5EF4-FFF2-40B4-BE49-F238E27FC236}">
                <a16:creationId xmlns:a16="http://schemas.microsoft.com/office/drawing/2014/main" id="{6637B522-B34A-48E1-96F5-AB8119366999}"/>
              </a:ext>
            </a:extLst>
          </p:cNvPr>
          <p:cNvSpPr>
            <a:spLocks noGrp="1"/>
          </p:cNvSpPr>
          <p:nvPr/>
        </p:nvSpPr>
        <p:spPr>
          <a:xfrm>
            <a:off x="3720874" y="59490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1" name="data_7342">
            <a:extLst>
              <a:ext uri="{FF2B5EF4-FFF2-40B4-BE49-F238E27FC236}">
                <a16:creationId xmlns:a16="http://schemas.microsoft.com/office/drawing/2014/main" id="{5B4BE88E-9A00-4D0A-9CDA-C20D71D018B3}"/>
              </a:ext>
            </a:extLst>
          </p:cNvPr>
          <p:cNvSpPr>
            <a:spLocks noGrp="1"/>
          </p:cNvSpPr>
          <p:nvPr/>
        </p:nvSpPr>
        <p:spPr>
          <a:xfrm>
            <a:off x="383800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2" name="data_7343">
            <a:extLst>
              <a:ext uri="{FF2B5EF4-FFF2-40B4-BE49-F238E27FC236}">
                <a16:creationId xmlns:a16="http://schemas.microsoft.com/office/drawing/2014/main" id="{003989BF-2D4B-44F2-B092-49398826F985}"/>
              </a:ext>
            </a:extLst>
          </p:cNvPr>
          <p:cNvSpPr>
            <a:spLocks noGrp="1"/>
          </p:cNvSpPr>
          <p:nvPr/>
        </p:nvSpPr>
        <p:spPr>
          <a:xfrm>
            <a:off x="3723818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3" name="data_7344">
            <a:extLst>
              <a:ext uri="{FF2B5EF4-FFF2-40B4-BE49-F238E27FC236}">
                <a16:creationId xmlns:a16="http://schemas.microsoft.com/office/drawing/2014/main" id="{B7131083-4913-4BB6-A2B8-D69B86009EE5}"/>
              </a:ext>
            </a:extLst>
          </p:cNvPr>
          <p:cNvSpPr>
            <a:spLocks noGrp="1"/>
          </p:cNvSpPr>
          <p:nvPr/>
        </p:nvSpPr>
        <p:spPr>
          <a:xfrm>
            <a:off x="378371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4" name="data_7345">
            <a:extLst>
              <a:ext uri="{FF2B5EF4-FFF2-40B4-BE49-F238E27FC236}">
                <a16:creationId xmlns:a16="http://schemas.microsoft.com/office/drawing/2014/main" id="{F1EF6226-4CD9-4F0E-96EA-DB782105930F}"/>
              </a:ext>
            </a:extLst>
          </p:cNvPr>
          <p:cNvSpPr>
            <a:spLocks noGrp="1"/>
          </p:cNvSpPr>
          <p:nvPr/>
        </p:nvSpPr>
        <p:spPr>
          <a:xfrm>
            <a:off x="3776992" y="6832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5" name="data_7346">
            <a:extLst>
              <a:ext uri="{FF2B5EF4-FFF2-40B4-BE49-F238E27FC236}">
                <a16:creationId xmlns:a16="http://schemas.microsoft.com/office/drawing/2014/main" id="{D74410A5-DBD4-439B-8635-FAE7CB307DB8}"/>
              </a:ext>
            </a:extLst>
          </p:cNvPr>
          <p:cNvSpPr>
            <a:spLocks noGrp="1"/>
          </p:cNvSpPr>
          <p:nvPr/>
        </p:nvSpPr>
        <p:spPr>
          <a:xfrm>
            <a:off x="369105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6" name="data_7347">
            <a:extLst>
              <a:ext uri="{FF2B5EF4-FFF2-40B4-BE49-F238E27FC236}">
                <a16:creationId xmlns:a16="http://schemas.microsoft.com/office/drawing/2014/main" id="{EB739401-AC73-4F9B-B426-1D0ADF2592EE}"/>
              </a:ext>
            </a:extLst>
          </p:cNvPr>
          <p:cNvSpPr>
            <a:spLocks noGrp="1"/>
          </p:cNvSpPr>
          <p:nvPr/>
        </p:nvSpPr>
        <p:spPr>
          <a:xfrm>
            <a:off x="3858007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7" name="data_7348">
            <a:extLst>
              <a:ext uri="{FF2B5EF4-FFF2-40B4-BE49-F238E27FC236}">
                <a16:creationId xmlns:a16="http://schemas.microsoft.com/office/drawing/2014/main" id="{6E51F61B-9998-4C07-B524-77444A8CF152}"/>
              </a:ext>
            </a:extLst>
          </p:cNvPr>
          <p:cNvSpPr>
            <a:spLocks noGrp="1"/>
          </p:cNvSpPr>
          <p:nvPr/>
        </p:nvSpPr>
        <p:spPr>
          <a:xfrm>
            <a:off x="369886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8" name="data_7349">
            <a:extLst>
              <a:ext uri="{FF2B5EF4-FFF2-40B4-BE49-F238E27FC236}">
                <a16:creationId xmlns:a16="http://schemas.microsoft.com/office/drawing/2014/main" id="{AA4AF3C2-525A-4055-A5B6-F58F600C6344}"/>
              </a:ext>
            </a:extLst>
          </p:cNvPr>
          <p:cNvSpPr>
            <a:spLocks noGrp="1"/>
          </p:cNvSpPr>
          <p:nvPr/>
        </p:nvSpPr>
        <p:spPr>
          <a:xfrm>
            <a:off x="3757360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9" name="data_7350">
            <a:extLst>
              <a:ext uri="{FF2B5EF4-FFF2-40B4-BE49-F238E27FC236}">
                <a16:creationId xmlns:a16="http://schemas.microsoft.com/office/drawing/2014/main" id="{50B249F4-F23E-4EDD-B616-F3C0F9F68E92}"/>
              </a:ext>
            </a:extLst>
          </p:cNvPr>
          <p:cNvSpPr>
            <a:spLocks noGrp="1"/>
          </p:cNvSpPr>
          <p:nvPr/>
        </p:nvSpPr>
        <p:spPr>
          <a:xfrm>
            <a:off x="3788383" y="55430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0" name="data_7351">
            <a:extLst>
              <a:ext uri="{FF2B5EF4-FFF2-40B4-BE49-F238E27FC236}">
                <a16:creationId xmlns:a16="http://schemas.microsoft.com/office/drawing/2014/main" id="{F6FED928-4019-4E5F-A44E-7814E5AB3D7B}"/>
              </a:ext>
            </a:extLst>
          </p:cNvPr>
          <p:cNvSpPr>
            <a:spLocks noGrp="1"/>
          </p:cNvSpPr>
          <p:nvPr/>
        </p:nvSpPr>
        <p:spPr>
          <a:xfrm>
            <a:off x="3804576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1" name="data_7352">
            <a:extLst>
              <a:ext uri="{FF2B5EF4-FFF2-40B4-BE49-F238E27FC236}">
                <a16:creationId xmlns:a16="http://schemas.microsoft.com/office/drawing/2014/main" id="{7498EE5E-9D35-4157-B7BC-C8C5E626A5B5}"/>
              </a:ext>
            </a:extLst>
          </p:cNvPr>
          <p:cNvSpPr>
            <a:spLocks noGrp="1"/>
          </p:cNvSpPr>
          <p:nvPr/>
        </p:nvSpPr>
        <p:spPr>
          <a:xfrm>
            <a:off x="3827157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2" name="data_7353">
            <a:extLst>
              <a:ext uri="{FF2B5EF4-FFF2-40B4-BE49-F238E27FC236}">
                <a16:creationId xmlns:a16="http://schemas.microsoft.com/office/drawing/2014/main" id="{6656BDA4-A8A8-4CAF-9FE0-32ABD19441CC}"/>
              </a:ext>
            </a:extLst>
          </p:cNvPr>
          <p:cNvSpPr>
            <a:spLocks noGrp="1"/>
          </p:cNvSpPr>
          <p:nvPr/>
        </p:nvSpPr>
        <p:spPr>
          <a:xfrm>
            <a:off x="381248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3" name="data_7354">
            <a:extLst>
              <a:ext uri="{FF2B5EF4-FFF2-40B4-BE49-F238E27FC236}">
                <a16:creationId xmlns:a16="http://schemas.microsoft.com/office/drawing/2014/main" id="{4E76C7E8-8A91-4390-A40B-131560CFFF95}"/>
              </a:ext>
            </a:extLst>
          </p:cNvPr>
          <p:cNvSpPr>
            <a:spLocks noGrp="1"/>
          </p:cNvSpPr>
          <p:nvPr/>
        </p:nvSpPr>
        <p:spPr>
          <a:xfrm>
            <a:off x="379074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4" name="data_7355">
            <a:extLst>
              <a:ext uri="{FF2B5EF4-FFF2-40B4-BE49-F238E27FC236}">
                <a16:creationId xmlns:a16="http://schemas.microsoft.com/office/drawing/2014/main" id="{32AA9318-0B46-42DC-9346-24B6CF8B046F}"/>
              </a:ext>
            </a:extLst>
          </p:cNvPr>
          <p:cNvSpPr>
            <a:spLocks noGrp="1"/>
          </p:cNvSpPr>
          <p:nvPr/>
        </p:nvSpPr>
        <p:spPr>
          <a:xfrm>
            <a:off x="374297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5" name="data_7356">
            <a:extLst>
              <a:ext uri="{FF2B5EF4-FFF2-40B4-BE49-F238E27FC236}">
                <a16:creationId xmlns:a16="http://schemas.microsoft.com/office/drawing/2014/main" id="{4077E023-C751-4BE3-8654-9D11455815CF}"/>
              </a:ext>
            </a:extLst>
          </p:cNvPr>
          <p:cNvSpPr>
            <a:spLocks noGrp="1"/>
          </p:cNvSpPr>
          <p:nvPr/>
        </p:nvSpPr>
        <p:spPr>
          <a:xfrm>
            <a:off x="3701727" y="67625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6" name="data_7357">
            <a:extLst>
              <a:ext uri="{FF2B5EF4-FFF2-40B4-BE49-F238E27FC236}">
                <a16:creationId xmlns:a16="http://schemas.microsoft.com/office/drawing/2014/main" id="{2C3AEA2D-2572-48C0-B9FE-44E8D79731F2}"/>
              </a:ext>
            </a:extLst>
          </p:cNvPr>
          <p:cNvSpPr>
            <a:spLocks noGrp="1"/>
          </p:cNvSpPr>
          <p:nvPr/>
        </p:nvSpPr>
        <p:spPr>
          <a:xfrm>
            <a:off x="376337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7" name="data_7358">
            <a:extLst>
              <a:ext uri="{FF2B5EF4-FFF2-40B4-BE49-F238E27FC236}">
                <a16:creationId xmlns:a16="http://schemas.microsoft.com/office/drawing/2014/main" id="{6692B552-7F7C-4DF3-B63C-7DBFEE2ACF7E}"/>
              </a:ext>
            </a:extLst>
          </p:cNvPr>
          <p:cNvSpPr>
            <a:spLocks noGrp="1"/>
          </p:cNvSpPr>
          <p:nvPr/>
        </p:nvSpPr>
        <p:spPr>
          <a:xfrm>
            <a:off x="381036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8" name="data_7359">
            <a:extLst>
              <a:ext uri="{FF2B5EF4-FFF2-40B4-BE49-F238E27FC236}">
                <a16:creationId xmlns:a16="http://schemas.microsoft.com/office/drawing/2014/main" id="{7E947C4D-9FBF-46DF-93DD-7395A42F7153}"/>
              </a:ext>
            </a:extLst>
          </p:cNvPr>
          <p:cNvSpPr>
            <a:spLocks noGrp="1"/>
          </p:cNvSpPr>
          <p:nvPr/>
        </p:nvSpPr>
        <p:spPr>
          <a:xfrm>
            <a:off x="371817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9" name="data_7360">
            <a:extLst>
              <a:ext uri="{FF2B5EF4-FFF2-40B4-BE49-F238E27FC236}">
                <a16:creationId xmlns:a16="http://schemas.microsoft.com/office/drawing/2014/main" id="{E00F833A-C59A-4E2B-8EFE-1221655F4BA8}"/>
              </a:ext>
            </a:extLst>
          </p:cNvPr>
          <p:cNvSpPr>
            <a:spLocks noGrp="1"/>
          </p:cNvSpPr>
          <p:nvPr/>
        </p:nvSpPr>
        <p:spPr>
          <a:xfrm>
            <a:off x="381289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0" name="data_7361">
            <a:extLst>
              <a:ext uri="{FF2B5EF4-FFF2-40B4-BE49-F238E27FC236}">
                <a16:creationId xmlns:a16="http://schemas.microsoft.com/office/drawing/2014/main" id="{FCEDB27F-FE90-4C30-B3E2-8047885B5904}"/>
              </a:ext>
            </a:extLst>
          </p:cNvPr>
          <p:cNvSpPr>
            <a:spLocks noGrp="1"/>
          </p:cNvSpPr>
          <p:nvPr/>
        </p:nvSpPr>
        <p:spPr>
          <a:xfrm>
            <a:off x="3742544" y="498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1" name="data_7362">
            <a:extLst>
              <a:ext uri="{FF2B5EF4-FFF2-40B4-BE49-F238E27FC236}">
                <a16:creationId xmlns:a16="http://schemas.microsoft.com/office/drawing/2014/main" id="{AF38CFD9-1EDD-48BA-89CE-63C0F8D6042F}"/>
              </a:ext>
            </a:extLst>
          </p:cNvPr>
          <p:cNvSpPr>
            <a:spLocks noGrp="1"/>
          </p:cNvSpPr>
          <p:nvPr/>
        </p:nvSpPr>
        <p:spPr>
          <a:xfrm>
            <a:off x="372686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2" name="data_7363">
            <a:extLst>
              <a:ext uri="{FF2B5EF4-FFF2-40B4-BE49-F238E27FC236}">
                <a16:creationId xmlns:a16="http://schemas.microsoft.com/office/drawing/2014/main" id="{73A64B8C-19BC-4E03-900E-FC05FEF177F5}"/>
              </a:ext>
            </a:extLst>
          </p:cNvPr>
          <p:cNvSpPr>
            <a:spLocks noGrp="1"/>
          </p:cNvSpPr>
          <p:nvPr/>
        </p:nvSpPr>
        <p:spPr>
          <a:xfrm>
            <a:off x="380403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3" name="data_7364">
            <a:extLst>
              <a:ext uri="{FF2B5EF4-FFF2-40B4-BE49-F238E27FC236}">
                <a16:creationId xmlns:a16="http://schemas.microsoft.com/office/drawing/2014/main" id="{7D6DCF57-EA64-4DC7-92A8-08CE2188D32D}"/>
              </a:ext>
            </a:extLst>
          </p:cNvPr>
          <p:cNvSpPr>
            <a:spLocks noGrp="1"/>
          </p:cNvSpPr>
          <p:nvPr/>
        </p:nvSpPr>
        <p:spPr>
          <a:xfrm>
            <a:off x="385382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4" name="data_7365">
            <a:extLst>
              <a:ext uri="{FF2B5EF4-FFF2-40B4-BE49-F238E27FC236}">
                <a16:creationId xmlns:a16="http://schemas.microsoft.com/office/drawing/2014/main" id="{6BB7EB8F-33CE-4948-874B-4CA1172C6D9F}"/>
              </a:ext>
            </a:extLst>
          </p:cNvPr>
          <p:cNvSpPr>
            <a:spLocks noGrp="1"/>
          </p:cNvSpPr>
          <p:nvPr/>
        </p:nvSpPr>
        <p:spPr>
          <a:xfrm>
            <a:off x="3694132" y="6430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5" name="data_7366">
            <a:extLst>
              <a:ext uri="{FF2B5EF4-FFF2-40B4-BE49-F238E27FC236}">
                <a16:creationId xmlns:a16="http://schemas.microsoft.com/office/drawing/2014/main" id="{5C1CB629-5423-41DF-AB75-06351A70CF23}"/>
              </a:ext>
            </a:extLst>
          </p:cNvPr>
          <p:cNvSpPr>
            <a:spLocks noGrp="1"/>
          </p:cNvSpPr>
          <p:nvPr/>
        </p:nvSpPr>
        <p:spPr>
          <a:xfrm>
            <a:off x="3798562" y="6591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6" name="data_7367">
            <a:extLst>
              <a:ext uri="{FF2B5EF4-FFF2-40B4-BE49-F238E27FC236}">
                <a16:creationId xmlns:a16="http://schemas.microsoft.com/office/drawing/2014/main" id="{1C96576B-C9A1-486F-9064-8CE6C343F361}"/>
              </a:ext>
            </a:extLst>
          </p:cNvPr>
          <p:cNvSpPr>
            <a:spLocks noGrp="1"/>
          </p:cNvSpPr>
          <p:nvPr/>
        </p:nvSpPr>
        <p:spPr>
          <a:xfrm>
            <a:off x="3823531" y="62257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7" name="data_7368">
            <a:extLst>
              <a:ext uri="{FF2B5EF4-FFF2-40B4-BE49-F238E27FC236}">
                <a16:creationId xmlns:a16="http://schemas.microsoft.com/office/drawing/2014/main" id="{DB8C829B-CDDA-4696-B09D-FABB8FDBC598}"/>
              </a:ext>
            </a:extLst>
          </p:cNvPr>
          <p:cNvSpPr>
            <a:spLocks noGrp="1"/>
          </p:cNvSpPr>
          <p:nvPr/>
        </p:nvSpPr>
        <p:spPr>
          <a:xfrm>
            <a:off x="373953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8" name="data_7369">
            <a:extLst>
              <a:ext uri="{FF2B5EF4-FFF2-40B4-BE49-F238E27FC236}">
                <a16:creationId xmlns:a16="http://schemas.microsoft.com/office/drawing/2014/main" id="{D5B35D0D-0DD8-4D1E-9888-7D53BC83E82A}"/>
              </a:ext>
            </a:extLst>
          </p:cNvPr>
          <p:cNvSpPr>
            <a:spLocks noGrp="1"/>
          </p:cNvSpPr>
          <p:nvPr/>
        </p:nvSpPr>
        <p:spPr>
          <a:xfrm>
            <a:off x="383606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9" name="data_7370">
            <a:extLst>
              <a:ext uri="{FF2B5EF4-FFF2-40B4-BE49-F238E27FC236}">
                <a16:creationId xmlns:a16="http://schemas.microsoft.com/office/drawing/2014/main" id="{0D142E2D-B32B-4A0C-B0F1-E2DED52D3616}"/>
              </a:ext>
            </a:extLst>
          </p:cNvPr>
          <p:cNvSpPr>
            <a:spLocks noGrp="1"/>
          </p:cNvSpPr>
          <p:nvPr/>
        </p:nvSpPr>
        <p:spPr>
          <a:xfrm>
            <a:off x="3806906" y="50315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0" name="data_7371">
            <a:extLst>
              <a:ext uri="{FF2B5EF4-FFF2-40B4-BE49-F238E27FC236}">
                <a16:creationId xmlns:a16="http://schemas.microsoft.com/office/drawing/2014/main" id="{CF264229-E68B-4018-B44C-EEBF6D17F7AE}"/>
              </a:ext>
            </a:extLst>
          </p:cNvPr>
          <p:cNvSpPr>
            <a:spLocks noGrp="1"/>
          </p:cNvSpPr>
          <p:nvPr/>
        </p:nvSpPr>
        <p:spPr>
          <a:xfrm>
            <a:off x="381720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1" name="data_7372">
            <a:extLst>
              <a:ext uri="{FF2B5EF4-FFF2-40B4-BE49-F238E27FC236}">
                <a16:creationId xmlns:a16="http://schemas.microsoft.com/office/drawing/2014/main" id="{6D3901A3-AED5-430A-B582-DA6A68888DE0}"/>
              </a:ext>
            </a:extLst>
          </p:cNvPr>
          <p:cNvSpPr>
            <a:spLocks noGrp="1"/>
          </p:cNvSpPr>
          <p:nvPr/>
        </p:nvSpPr>
        <p:spPr>
          <a:xfrm>
            <a:off x="384525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2" name="data_7373">
            <a:extLst>
              <a:ext uri="{FF2B5EF4-FFF2-40B4-BE49-F238E27FC236}">
                <a16:creationId xmlns:a16="http://schemas.microsoft.com/office/drawing/2014/main" id="{44301BED-361B-410C-AE60-D6CF6B31EAA6}"/>
              </a:ext>
            </a:extLst>
          </p:cNvPr>
          <p:cNvSpPr>
            <a:spLocks noGrp="1"/>
          </p:cNvSpPr>
          <p:nvPr/>
        </p:nvSpPr>
        <p:spPr>
          <a:xfrm>
            <a:off x="377543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3" name="data_7374">
            <a:extLst>
              <a:ext uri="{FF2B5EF4-FFF2-40B4-BE49-F238E27FC236}">
                <a16:creationId xmlns:a16="http://schemas.microsoft.com/office/drawing/2014/main" id="{560E0E96-319F-4404-B144-3125DEB72228}"/>
              </a:ext>
            </a:extLst>
          </p:cNvPr>
          <p:cNvSpPr>
            <a:spLocks noGrp="1"/>
          </p:cNvSpPr>
          <p:nvPr/>
        </p:nvSpPr>
        <p:spPr>
          <a:xfrm>
            <a:off x="3840750" y="67748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4" name="data_7375">
            <a:extLst>
              <a:ext uri="{FF2B5EF4-FFF2-40B4-BE49-F238E27FC236}">
                <a16:creationId xmlns:a16="http://schemas.microsoft.com/office/drawing/2014/main" id="{EC7FD651-3E27-4080-9F3A-3ACCDCC048A4}"/>
              </a:ext>
            </a:extLst>
          </p:cNvPr>
          <p:cNvSpPr>
            <a:spLocks noGrp="1"/>
          </p:cNvSpPr>
          <p:nvPr/>
        </p:nvSpPr>
        <p:spPr>
          <a:xfrm>
            <a:off x="409797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5" name="data_7376">
            <a:extLst>
              <a:ext uri="{FF2B5EF4-FFF2-40B4-BE49-F238E27FC236}">
                <a16:creationId xmlns:a16="http://schemas.microsoft.com/office/drawing/2014/main" id="{87729AD8-518A-4F9F-A6F6-D5FFCBA7F385}"/>
              </a:ext>
            </a:extLst>
          </p:cNvPr>
          <p:cNvSpPr>
            <a:spLocks noGrp="1"/>
          </p:cNvSpPr>
          <p:nvPr/>
        </p:nvSpPr>
        <p:spPr>
          <a:xfrm>
            <a:off x="4045983" y="5016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6" name="data_7377">
            <a:extLst>
              <a:ext uri="{FF2B5EF4-FFF2-40B4-BE49-F238E27FC236}">
                <a16:creationId xmlns:a16="http://schemas.microsoft.com/office/drawing/2014/main" id="{E787B1E4-1ECD-4D72-9524-FCD1B3C745D0}"/>
              </a:ext>
            </a:extLst>
          </p:cNvPr>
          <p:cNvSpPr>
            <a:spLocks noGrp="1"/>
          </p:cNvSpPr>
          <p:nvPr/>
        </p:nvSpPr>
        <p:spPr>
          <a:xfrm>
            <a:off x="399579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7" name="data_7378">
            <a:extLst>
              <a:ext uri="{FF2B5EF4-FFF2-40B4-BE49-F238E27FC236}">
                <a16:creationId xmlns:a16="http://schemas.microsoft.com/office/drawing/2014/main" id="{EE19264B-6136-4714-878E-F5B3AB5A4DB9}"/>
              </a:ext>
            </a:extLst>
          </p:cNvPr>
          <p:cNvSpPr>
            <a:spLocks noGrp="1"/>
          </p:cNvSpPr>
          <p:nvPr/>
        </p:nvSpPr>
        <p:spPr>
          <a:xfrm>
            <a:off x="408101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8" name="data_7379">
            <a:extLst>
              <a:ext uri="{FF2B5EF4-FFF2-40B4-BE49-F238E27FC236}">
                <a16:creationId xmlns:a16="http://schemas.microsoft.com/office/drawing/2014/main" id="{A25D094C-0DB1-4028-AA28-362C2EB5BED9}"/>
              </a:ext>
            </a:extLst>
          </p:cNvPr>
          <p:cNvSpPr>
            <a:spLocks noGrp="1"/>
          </p:cNvSpPr>
          <p:nvPr/>
        </p:nvSpPr>
        <p:spPr>
          <a:xfrm>
            <a:off x="407640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9" name="data_7380">
            <a:extLst>
              <a:ext uri="{FF2B5EF4-FFF2-40B4-BE49-F238E27FC236}">
                <a16:creationId xmlns:a16="http://schemas.microsoft.com/office/drawing/2014/main" id="{76C85CBD-01D1-4A3D-94C8-76729CA19BBD}"/>
              </a:ext>
            </a:extLst>
          </p:cNvPr>
          <p:cNvSpPr>
            <a:spLocks noGrp="1"/>
          </p:cNvSpPr>
          <p:nvPr/>
        </p:nvSpPr>
        <p:spPr>
          <a:xfrm>
            <a:off x="4023973" y="59839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0" name="data_7381">
            <a:extLst>
              <a:ext uri="{FF2B5EF4-FFF2-40B4-BE49-F238E27FC236}">
                <a16:creationId xmlns:a16="http://schemas.microsoft.com/office/drawing/2014/main" id="{0B200E83-ED0E-4FE9-9ADF-F255A8B5BF2C}"/>
              </a:ext>
            </a:extLst>
          </p:cNvPr>
          <p:cNvSpPr>
            <a:spLocks noGrp="1"/>
          </p:cNvSpPr>
          <p:nvPr/>
        </p:nvSpPr>
        <p:spPr>
          <a:xfrm>
            <a:off x="4018675" y="5747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1" name="data_7382">
            <a:extLst>
              <a:ext uri="{FF2B5EF4-FFF2-40B4-BE49-F238E27FC236}">
                <a16:creationId xmlns:a16="http://schemas.microsoft.com/office/drawing/2014/main" id="{22871644-897B-4058-BC6F-19D260613E5D}"/>
              </a:ext>
            </a:extLst>
          </p:cNvPr>
          <p:cNvSpPr>
            <a:spLocks noGrp="1"/>
          </p:cNvSpPr>
          <p:nvPr/>
        </p:nvSpPr>
        <p:spPr>
          <a:xfrm>
            <a:off x="4104068" y="60308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2" name="data_7383">
            <a:extLst>
              <a:ext uri="{FF2B5EF4-FFF2-40B4-BE49-F238E27FC236}">
                <a16:creationId xmlns:a16="http://schemas.microsoft.com/office/drawing/2014/main" id="{096650CF-7981-4DE1-A23E-F3FF1C214AFF}"/>
              </a:ext>
            </a:extLst>
          </p:cNvPr>
          <p:cNvSpPr>
            <a:spLocks noGrp="1"/>
          </p:cNvSpPr>
          <p:nvPr/>
        </p:nvSpPr>
        <p:spPr>
          <a:xfrm>
            <a:off x="3991902" y="627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3" name="data_7384">
            <a:extLst>
              <a:ext uri="{FF2B5EF4-FFF2-40B4-BE49-F238E27FC236}">
                <a16:creationId xmlns:a16="http://schemas.microsoft.com/office/drawing/2014/main" id="{FEB2F162-30EC-4DD9-BFB0-8148339AEA66}"/>
              </a:ext>
            </a:extLst>
          </p:cNvPr>
          <p:cNvSpPr>
            <a:spLocks noGrp="1"/>
          </p:cNvSpPr>
          <p:nvPr/>
        </p:nvSpPr>
        <p:spPr>
          <a:xfrm>
            <a:off x="409141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4" name="data_7385">
            <a:extLst>
              <a:ext uri="{FF2B5EF4-FFF2-40B4-BE49-F238E27FC236}">
                <a16:creationId xmlns:a16="http://schemas.microsoft.com/office/drawing/2014/main" id="{32B8F331-A049-4A81-8DC4-D34ED949CEA2}"/>
              </a:ext>
            </a:extLst>
          </p:cNvPr>
          <p:cNvSpPr>
            <a:spLocks noGrp="1"/>
          </p:cNvSpPr>
          <p:nvPr/>
        </p:nvSpPr>
        <p:spPr>
          <a:xfrm>
            <a:off x="403718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5" name="data_7386">
            <a:extLst>
              <a:ext uri="{FF2B5EF4-FFF2-40B4-BE49-F238E27FC236}">
                <a16:creationId xmlns:a16="http://schemas.microsoft.com/office/drawing/2014/main" id="{5637CBB9-C7CF-49AE-B295-EC81B73D5FD3}"/>
              </a:ext>
            </a:extLst>
          </p:cNvPr>
          <p:cNvSpPr>
            <a:spLocks noGrp="1"/>
          </p:cNvSpPr>
          <p:nvPr/>
        </p:nvSpPr>
        <p:spPr>
          <a:xfrm>
            <a:off x="4089973" y="50658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6" name="data_7387">
            <a:extLst>
              <a:ext uri="{FF2B5EF4-FFF2-40B4-BE49-F238E27FC236}">
                <a16:creationId xmlns:a16="http://schemas.microsoft.com/office/drawing/2014/main" id="{2ECBF61F-D4C3-4FE6-8829-3A8AF9122261}"/>
              </a:ext>
            </a:extLst>
          </p:cNvPr>
          <p:cNvSpPr>
            <a:spLocks noGrp="1"/>
          </p:cNvSpPr>
          <p:nvPr/>
        </p:nvSpPr>
        <p:spPr>
          <a:xfrm>
            <a:off x="4067767" y="6597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7" name="data_7388">
            <a:extLst>
              <a:ext uri="{FF2B5EF4-FFF2-40B4-BE49-F238E27FC236}">
                <a16:creationId xmlns:a16="http://schemas.microsoft.com/office/drawing/2014/main" id="{CC5D373E-52E9-4FFB-963D-336D4941CA71}"/>
              </a:ext>
            </a:extLst>
          </p:cNvPr>
          <p:cNvSpPr>
            <a:spLocks noGrp="1"/>
          </p:cNvSpPr>
          <p:nvPr/>
        </p:nvSpPr>
        <p:spPr>
          <a:xfrm>
            <a:off x="405766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8" name="data_7389">
            <a:extLst>
              <a:ext uri="{FF2B5EF4-FFF2-40B4-BE49-F238E27FC236}">
                <a16:creationId xmlns:a16="http://schemas.microsoft.com/office/drawing/2014/main" id="{C0D2717A-E6D1-4148-B519-4E8E2426C552}"/>
              </a:ext>
            </a:extLst>
          </p:cNvPr>
          <p:cNvSpPr>
            <a:spLocks noGrp="1"/>
          </p:cNvSpPr>
          <p:nvPr/>
        </p:nvSpPr>
        <p:spPr>
          <a:xfrm>
            <a:off x="398810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9" name="data_7390">
            <a:extLst>
              <a:ext uri="{FF2B5EF4-FFF2-40B4-BE49-F238E27FC236}">
                <a16:creationId xmlns:a16="http://schemas.microsoft.com/office/drawing/2014/main" id="{DFA75F2C-A9CD-44A1-8C6C-8BDD2020EE62}"/>
              </a:ext>
            </a:extLst>
          </p:cNvPr>
          <p:cNvSpPr>
            <a:spLocks noGrp="1"/>
          </p:cNvSpPr>
          <p:nvPr/>
        </p:nvSpPr>
        <p:spPr>
          <a:xfrm>
            <a:off x="409018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0" name="data_7391">
            <a:extLst>
              <a:ext uri="{FF2B5EF4-FFF2-40B4-BE49-F238E27FC236}">
                <a16:creationId xmlns:a16="http://schemas.microsoft.com/office/drawing/2014/main" id="{DE2ECD4C-1F35-4446-B167-35287A5165C2}"/>
              </a:ext>
            </a:extLst>
          </p:cNvPr>
          <p:cNvSpPr>
            <a:spLocks noGrp="1"/>
          </p:cNvSpPr>
          <p:nvPr/>
        </p:nvSpPr>
        <p:spPr>
          <a:xfrm>
            <a:off x="4026415" y="66777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1" name="data_7392">
            <a:extLst>
              <a:ext uri="{FF2B5EF4-FFF2-40B4-BE49-F238E27FC236}">
                <a16:creationId xmlns:a16="http://schemas.microsoft.com/office/drawing/2014/main" id="{110AA3D8-6FE6-4D0C-82EF-2AA65A0F63CC}"/>
              </a:ext>
            </a:extLst>
          </p:cNvPr>
          <p:cNvSpPr>
            <a:spLocks noGrp="1"/>
          </p:cNvSpPr>
          <p:nvPr/>
        </p:nvSpPr>
        <p:spPr>
          <a:xfrm>
            <a:off x="398496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2" name="data_7393">
            <a:extLst>
              <a:ext uri="{FF2B5EF4-FFF2-40B4-BE49-F238E27FC236}">
                <a16:creationId xmlns:a16="http://schemas.microsoft.com/office/drawing/2014/main" id="{4E283991-165E-42BD-97A8-3CF0962CBBE0}"/>
              </a:ext>
            </a:extLst>
          </p:cNvPr>
          <p:cNvSpPr>
            <a:spLocks noGrp="1"/>
          </p:cNvSpPr>
          <p:nvPr/>
        </p:nvSpPr>
        <p:spPr>
          <a:xfrm>
            <a:off x="4123328" y="64604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3" name="data_7394">
            <a:extLst>
              <a:ext uri="{FF2B5EF4-FFF2-40B4-BE49-F238E27FC236}">
                <a16:creationId xmlns:a16="http://schemas.microsoft.com/office/drawing/2014/main" id="{A2808AEE-F639-4507-9602-902112720016}"/>
              </a:ext>
            </a:extLst>
          </p:cNvPr>
          <p:cNvSpPr>
            <a:spLocks noGrp="1"/>
          </p:cNvSpPr>
          <p:nvPr/>
        </p:nvSpPr>
        <p:spPr>
          <a:xfrm>
            <a:off x="404295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4" name="data_7395">
            <a:extLst>
              <a:ext uri="{FF2B5EF4-FFF2-40B4-BE49-F238E27FC236}">
                <a16:creationId xmlns:a16="http://schemas.microsoft.com/office/drawing/2014/main" id="{DDB4A342-7528-46B4-8EFA-5D6D0F9C2207}"/>
              </a:ext>
            </a:extLst>
          </p:cNvPr>
          <p:cNvSpPr>
            <a:spLocks noGrp="1"/>
          </p:cNvSpPr>
          <p:nvPr/>
        </p:nvSpPr>
        <p:spPr>
          <a:xfrm>
            <a:off x="4091657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5" name="data_7396">
            <a:extLst>
              <a:ext uri="{FF2B5EF4-FFF2-40B4-BE49-F238E27FC236}">
                <a16:creationId xmlns:a16="http://schemas.microsoft.com/office/drawing/2014/main" id="{CD897133-641B-4D70-B00D-719EABEC6B89}"/>
              </a:ext>
            </a:extLst>
          </p:cNvPr>
          <p:cNvSpPr>
            <a:spLocks noGrp="1"/>
          </p:cNvSpPr>
          <p:nvPr/>
        </p:nvSpPr>
        <p:spPr>
          <a:xfrm>
            <a:off x="413220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6" name="data_7397">
            <a:extLst>
              <a:ext uri="{FF2B5EF4-FFF2-40B4-BE49-F238E27FC236}">
                <a16:creationId xmlns:a16="http://schemas.microsoft.com/office/drawing/2014/main" id="{3DF06C65-C2F2-40BD-8738-4453B4DFAB05}"/>
              </a:ext>
            </a:extLst>
          </p:cNvPr>
          <p:cNvSpPr>
            <a:spLocks noGrp="1"/>
          </p:cNvSpPr>
          <p:nvPr/>
        </p:nvSpPr>
        <p:spPr>
          <a:xfrm>
            <a:off x="4130554" y="52265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7" name="data_7398">
            <a:extLst>
              <a:ext uri="{FF2B5EF4-FFF2-40B4-BE49-F238E27FC236}">
                <a16:creationId xmlns:a16="http://schemas.microsoft.com/office/drawing/2014/main" id="{1E0BBB2F-0907-400B-8BF2-B2066745A73B}"/>
              </a:ext>
            </a:extLst>
          </p:cNvPr>
          <p:cNvSpPr>
            <a:spLocks noGrp="1"/>
          </p:cNvSpPr>
          <p:nvPr/>
        </p:nvSpPr>
        <p:spPr>
          <a:xfrm>
            <a:off x="3985377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8" name="data_7399">
            <a:extLst>
              <a:ext uri="{FF2B5EF4-FFF2-40B4-BE49-F238E27FC236}">
                <a16:creationId xmlns:a16="http://schemas.microsoft.com/office/drawing/2014/main" id="{E6FEB9EB-EFC8-44F3-82C9-060E7AB4F950}"/>
              </a:ext>
            </a:extLst>
          </p:cNvPr>
          <p:cNvSpPr>
            <a:spLocks noGrp="1"/>
          </p:cNvSpPr>
          <p:nvPr/>
        </p:nvSpPr>
        <p:spPr>
          <a:xfrm>
            <a:off x="406437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9" name="data_7400">
            <a:extLst>
              <a:ext uri="{FF2B5EF4-FFF2-40B4-BE49-F238E27FC236}">
                <a16:creationId xmlns:a16="http://schemas.microsoft.com/office/drawing/2014/main" id="{695CF5D0-504C-49E9-9A76-D07DDDB41746}"/>
              </a:ext>
            </a:extLst>
          </p:cNvPr>
          <p:cNvSpPr>
            <a:spLocks noGrp="1"/>
          </p:cNvSpPr>
          <p:nvPr/>
        </p:nvSpPr>
        <p:spPr>
          <a:xfrm>
            <a:off x="4151436" y="6524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0" name="data_7401">
            <a:extLst>
              <a:ext uri="{FF2B5EF4-FFF2-40B4-BE49-F238E27FC236}">
                <a16:creationId xmlns:a16="http://schemas.microsoft.com/office/drawing/2014/main" id="{AA17CAD7-CA48-4661-B060-4D544644A12F}"/>
              </a:ext>
            </a:extLst>
          </p:cNvPr>
          <p:cNvSpPr>
            <a:spLocks noGrp="1"/>
          </p:cNvSpPr>
          <p:nvPr/>
        </p:nvSpPr>
        <p:spPr>
          <a:xfrm>
            <a:off x="4132654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1" name="data_7402">
            <a:extLst>
              <a:ext uri="{FF2B5EF4-FFF2-40B4-BE49-F238E27FC236}">
                <a16:creationId xmlns:a16="http://schemas.microsoft.com/office/drawing/2014/main" id="{0B3C2A7F-F599-46B9-8E11-5EB5B0A751A4}"/>
              </a:ext>
            </a:extLst>
          </p:cNvPr>
          <p:cNvSpPr>
            <a:spLocks noGrp="1"/>
          </p:cNvSpPr>
          <p:nvPr/>
        </p:nvSpPr>
        <p:spPr>
          <a:xfrm>
            <a:off x="403602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2" name="data_7403">
            <a:extLst>
              <a:ext uri="{FF2B5EF4-FFF2-40B4-BE49-F238E27FC236}">
                <a16:creationId xmlns:a16="http://schemas.microsoft.com/office/drawing/2014/main" id="{AA228B15-A78F-4251-9C2E-A74652C454D8}"/>
              </a:ext>
            </a:extLst>
          </p:cNvPr>
          <p:cNvSpPr>
            <a:spLocks noGrp="1"/>
          </p:cNvSpPr>
          <p:nvPr/>
        </p:nvSpPr>
        <p:spPr>
          <a:xfrm>
            <a:off x="405571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3" name="data_7404">
            <a:extLst>
              <a:ext uri="{FF2B5EF4-FFF2-40B4-BE49-F238E27FC236}">
                <a16:creationId xmlns:a16="http://schemas.microsoft.com/office/drawing/2014/main" id="{6C0B1A3B-F4DA-464E-B17E-00F0E333A1A3}"/>
              </a:ext>
            </a:extLst>
          </p:cNvPr>
          <p:cNvSpPr>
            <a:spLocks noGrp="1"/>
          </p:cNvSpPr>
          <p:nvPr/>
        </p:nvSpPr>
        <p:spPr>
          <a:xfrm>
            <a:off x="412350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4" name="data_7405">
            <a:extLst>
              <a:ext uri="{FF2B5EF4-FFF2-40B4-BE49-F238E27FC236}">
                <a16:creationId xmlns:a16="http://schemas.microsoft.com/office/drawing/2014/main" id="{3CBAB0FA-58B9-4A05-B4C3-DFA23D1784D0}"/>
              </a:ext>
            </a:extLst>
          </p:cNvPr>
          <p:cNvSpPr>
            <a:spLocks noGrp="1"/>
          </p:cNvSpPr>
          <p:nvPr/>
        </p:nvSpPr>
        <p:spPr>
          <a:xfrm>
            <a:off x="4138692" y="67518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5" name="data_7406">
            <a:extLst>
              <a:ext uri="{FF2B5EF4-FFF2-40B4-BE49-F238E27FC236}">
                <a16:creationId xmlns:a16="http://schemas.microsoft.com/office/drawing/2014/main" id="{4DD2732B-8A89-4A89-B75F-CCAEC57C55E1}"/>
              </a:ext>
            </a:extLst>
          </p:cNvPr>
          <p:cNvSpPr>
            <a:spLocks noGrp="1"/>
          </p:cNvSpPr>
          <p:nvPr/>
        </p:nvSpPr>
        <p:spPr>
          <a:xfrm>
            <a:off x="408076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6" name="data_7407">
            <a:extLst>
              <a:ext uri="{FF2B5EF4-FFF2-40B4-BE49-F238E27FC236}">
                <a16:creationId xmlns:a16="http://schemas.microsoft.com/office/drawing/2014/main" id="{BDF135B2-7D3F-420C-9AF7-737A2F8C56C9}"/>
              </a:ext>
            </a:extLst>
          </p:cNvPr>
          <p:cNvSpPr>
            <a:spLocks noGrp="1"/>
          </p:cNvSpPr>
          <p:nvPr/>
        </p:nvSpPr>
        <p:spPr>
          <a:xfrm>
            <a:off x="4127039" y="68883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7" name="data_7408">
            <a:extLst>
              <a:ext uri="{FF2B5EF4-FFF2-40B4-BE49-F238E27FC236}">
                <a16:creationId xmlns:a16="http://schemas.microsoft.com/office/drawing/2014/main" id="{4F12F87C-C885-48BC-BB5B-251EEFE42EE5}"/>
              </a:ext>
            </a:extLst>
          </p:cNvPr>
          <p:cNvSpPr>
            <a:spLocks noGrp="1"/>
          </p:cNvSpPr>
          <p:nvPr/>
        </p:nvSpPr>
        <p:spPr>
          <a:xfrm>
            <a:off x="405077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8" name="data_7409">
            <a:extLst>
              <a:ext uri="{FF2B5EF4-FFF2-40B4-BE49-F238E27FC236}">
                <a16:creationId xmlns:a16="http://schemas.microsoft.com/office/drawing/2014/main" id="{2E8F92AE-6ED0-4410-8693-55C3EC979086}"/>
              </a:ext>
            </a:extLst>
          </p:cNvPr>
          <p:cNvSpPr>
            <a:spLocks noGrp="1"/>
          </p:cNvSpPr>
          <p:nvPr/>
        </p:nvSpPr>
        <p:spPr>
          <a:xfrm>
            <a:off x="414028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9" name="data_7410">
            <a:extLst>
              <a:ext uri="{FF2B5EF4-FFF2-40B4-BE49-F238E27FC236}">
                <a16:creationId xmlns:a16="http://schemas.microsoft.com/office/drawing/2014/main" id="{21963337-1DCB-4046-BA87-99E8B181DB71}"/>
              </a:ext>
            </a:extLst>
          </p:cNvPr>
          <p:cNvSpPr>
            <a:spLocks noGrp="1"/>
          </p:cNvSpPr>
          <p:nvPr/>
        </p:nvSpPr>
        <p:spPr>
          <a:xfrm>
            <a:off x="406027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0" name="data_7411">
            <a:extLst>
              <a:ext uri="{FF2B5EF4-FFF2-40B4-BE49-F238E27FC236}">
                <a16:creationId xmlns:a16="http://schemas.microsoft.com/office/drawing/2014/main" id="{54195207-BEFD-4EF9-A8A8-64EF97A75A56}"/>
              </a:ext>
            </a:extLst>
          </p:cNvPr>
          <p:cNvSpPr>
            <a:spLocks noGrp="1"/>
          </p:cNvSpPr>
          <p:nvPr/>
        </p:nvSpPr>
        <p:spPr>
          <a:xfrm>
            <a:off x="408913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1" name="data_7412">
            <a:extLst>
              <a:ext uri="{FF2B5EF4-FFF2-40B4-BE49-F238E27FC236}">
                <a16:creationId xmlns:a16="http://schemas.microsoft.com/office/drawing/2014/main" id="{C83968D6-F2D5-488A-9F0A-284EA853B166}"/>
              </a:ext>
            </a:extLst>
          </p:cNvPr>
          <p:cNvSpPr>
            <a:spLocks noGrp="1"/>
          </p:cNvSpPr>
          <p:nvPr/>
        </p:nvSpPr>
        <p:spPr>
          <a:xfrm>
            <a:off x="4014845" y="51462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2" name="data_7413">
            <a:extLst>
              <a:ext uri="{FF2B5EF4-FFF2-40B4-BE49-F238E27FC236}">
                <a16:creationId xmlns:a16="http://schemas.microsoft.com/office/drawing/2014/main" id="{A74A6CC7-39AD-4F46-A23C-122D568A46C3}"/>
              </a:ext>
            </a:extLst>
          </p:cNvPr>
          <p:cNvSpPr>
            <a:spLocks noGrp="1"/>
          </p:cNvSpPr>
          <p:nvPr/>
        </p:nvSpPr>
        <p:spPr>
          <a:xfrm>
            <a:off x="411171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3" name="data_7414">
            <a:extLst>
              <a:ext uri="{FF2B5EF4-FFF2-40B4-BE49-F238E27FC236}">
                <a16:creationId xmlns:a16="http://schemas.microsoft.com/office/drawing/2014/main" id="{00B4BF32-A1A8-42BD-A386-C0A8966BD571}"/>
              </a:ext>
            </a:extLst>
          </p:cNvPr>
          <p:cNvSpPr>
            <a:spLocks noGrp="1"/>
          </p:cNvSpPr>
          <p:nvPr/>
        </p:nvSpPr>
        <p:spPr>
          <a:xfrm>
            <a:off x="4142870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4" name="data_7415">
            <a:extLst>
              <a:ext uri="{FF2B5EF4-FFF2-40B4-BE49-F238E27FC236}">
                <a16:creationId xmlns:a16="http://schemas.microsoft.com/office/drawing/2014/main" id="{2B548EE7-FC7F-4285-8021-9C87A4588B9D}"/>
              </a:ext>
            </a:extLst>
          </p:cNvPr>
          <p:cNvSpPr>
            <a:spLocks noGrp="1"/>
          </p:cNvSpPr>
          <p:nvPr/>
        </p:nvSpPr>
        <p:spPr>
          <a:xfrm>
            <a:off x="4089707" y="6583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5" name="data_7416">
            <a:extLst>
              <a:ext uri="{FF2B5EF4-FFF2-40B4-BE49-F238E27FC236}">
                <a16:creationId xmlns:a16="http://schemas.microsoft.com/office/drawing/2014/main" id="{C0E9B44D-A253-46B5-A1B8-0C766E43FCB9}"/>
              </a:ext>
            </a:extLst>
          </p:cNvPr>
          <p:cNvSpPr>
            <a:spLocks noGrp="1"/>
          </p:cNvSpPr>
          <p:nvPr/>
        </p:nvSpPr>
        <p:spPr>
          <a:xfrm>
            <a:off x="4090103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6" name="data_7417">
            <a:extLst>
              <a:ext uri="{FF2B5EF4-FFF2-40B4-BE49-F238E27FC236}">
                <a16:creationId xmlns:a16="http://schemas.microsoft.com/office/drawing/2014/main" id="{3E511066-DCDD-41DA-ABBA-F5BD9461DDD9}"/>
              </a:ext>
            </a:extLst>
          </p:cNvPr>
          <p:cNvSpPr>
            <a:spLocks noGrp="1"/>
          </p:cNvSpPr>
          <p:nvPr/>
        </p:nvSpPr>
        <p:spPr>
          <a:xfrm>
            <a:off x="400453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7" name="data_7418">
            <a:extLst>
              <a:ext uri="{FF2B5EF4-FFF2-40B4-BE49-F238E27FC236}">
                <a16:creationId xmlns:a16="http://schemas.microsoft.com/office/drawing/2014/main" id="{95BF15C1-34DB-45F7-B17A-6AFBBF59AFBF}"/>
              </a:ext>
            </a:extLst>
          </p:cNvPr>
          <p:cNvSpPr>
            <a:spLocks noGrp="1"/>
          </p:cNvSpPr>
          <p:nvPr/>
        </p:nvSpPr>
        <p:spPr>
          <a:xfrm>
            <a:off x="4032702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8" name="data_7419">
            <a:extLst>
              <a:ext uri="{FF2B5EF4-FFF2-40B4-BE49-F238E27FC236}">
                <a16:creationId xmlns:a16="http://schemas.microsoft.com/office/drawing/2014/main" id="{B989BB91-F06C-48A7-881A-0D4038CA5CE6}"/>
              </a:ext>
            </a:extLst>
          </p:cNvPr>
          <p:cNvSpPr>
            <a:spLocks noGrp="1"/>
          </p:cNvSpPr>
          <p:nvPr/>
        </p:nvSpPr>
        <p:spPr>
          <a:xfrm>
            <a:off x="4018243" y="6637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9" name="data_7420">
            <a:extLst>
              <a:ext uri="{FF2B5EF4-FFF2-40B4-BE49-F238E27FC236}">
                <a16:creationId xmlns:a16="http://schemas.microsoft.com/office/drawing/2014/main" id="{77628D85-948D-47CC-9C44-8BBC29BB1854}"/>
              </a:ext>
            </a:extLst>
          </p:cNvPr>
          <p:cNvSpPr>
            <a:spLocks noGrp="1"/>
          </p:cNvSpPr>
          <p:nvPr/>
        </p:nvSpPr>
        <p:spPr>
          <a:xfrm>
            <a:off x="399132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0" name="data_7421">
            <a:extLst>
              <a:ext uri="{FF2B5EF4-FFF2-40B4-BE49-F238E27FC236}">
                <a16:creationId xmlns:a16="http://schemas.microsoft.com/office/drawing/2014/main" id="{27CFC206-0921-4619-9F2C-83DA01E585C7}"/>
              </a:ext>
            </a:extLst>
          </p:cNvPr>
          <p:cNvSpPr>
            <a:spLocks noGrp="1"/>
          </p:cNvSpPr>
          <p:nvPr/>
        </p:nvSpPr>
        <p:spPr>
          <a:xfrm>
            <a:off x="411571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1" name="data_7422">
            <a:extLst>
              <a:ext uri="{FF2B5EF4-FFF2-40B4-BE49-F238E27FC236}">
                <a16:creationId xmlns:a16="http://schemas.microsoft.com/office/drawing/2014/main" id="{A83F35E3-F994-47D9-9B1C-A67028D069DC}"/>
              </a:ext>
            </a:extLst>
          </p:cNvPr>
          <p:cNvSpPr>
            <a:spLocks noGrp="1"/>
          </p:cNvSpPr>
          <p:nvPr/>
        </p:nvSpPr>
        <p:spPr>
          <a:xfrm>
            <a:off x="4100125" y="67117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2" name="data_7423">
            <a:extLst>
              <a:ext uri="{FF2B5EF4-FFF2-40B4-BE49-F238E27FC236}">
                <a16:creationId xmlns:a16="http://schemas.microsoft.com/office/drawing/2014/main" id="{53DC65D4-497A-42FA-8356-D19EEC2E46EB}"/>
              </a:ext>
            </a:extLst>
          </p:cNvPr>
          <p:cNvSpPr>
            <a:spLocks noGrp="1"/>
          </p:cNvSpPr>
          <p:nvPr/>
        </p:nvSpPr>
        <p:spPr>
          <a:xfrm>
            <a:off x="4131979" y="50833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3" name="data_7424">
            <a:extLst>
              <a:ext uri="{FF2B5EF4-FFF2-40B4-BE49-F238E27FC236}">
                <a16:creationId xmlns:a16="http://schemas.microsoft.com/office/drawing/2014/main" id="{9151B0D6-D95E-4596-91D6-A2C6B153D40A}"/>
              </a:ext>
            </a:extLst>
          </p:cNvPr>
          <p:cNvSpPr>
            <a:spLocks noGrp="1"/>
          </p:cNvSpPr>
          <p:nvPr/>
        </p:nvSpPr>
        <p:spPr>
          <a:xfrm>
            <a:off x="412714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4" name="data_7425">
            <a:extLst>
              <a:ext uri="{FF2B5EF4-FFF2-40B4-BE49-F238E27FC236}">
                <a16:creationId xmlns:a16="http://schemas.microsoft.com/office/drawing/2014/main" id="{5247C347-9FF8-4CDF-9B6A-A26530E7138E}"/>
              </a:ext>
            </a:extLst>
          </p:cNvPr>
          <p:cNvSpPr>
            <a:spLocks noGrp="1"/>
          </p:cNvSpPr>
          <p:nvPr/>
        </p:nvSpPr>
        <p:spPr>
          <a:xfrm>
            <a:off x="4119102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5" name="data_7426">
            <a:extLst>
              <a:ext uri="{FF2B5EF4-FFF2-40B4-BE49-F238E27FC236}">
                <a16:creationId xmlns:a16="http://schemas.microsoft.com/office/drawing/2014/main" id="{1E3C0F6E-9746-4F7C-9EAD-F5DA3A241331}"/>
              </a:ext>
            </a:extLst>
          </p:cNvPr>
          <p:cNvSpPr>
            <a:spLocks noGrp="1"/>
          </p:cNvSpPr>
          <p:nvPr/>
        </p:nvSpPr>
        <p:spPr>
          <a:xfrm>
            <a:off x="4117474" y="63772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6" name="data_7427">
            <a:extLst>
              <a:ext uri="{FF2B5EF4-FFF2-40B4-BE49-F238E27FC236}">
                <a16:creationId xmlns:a16="http://schemas.microsoft.com/office/drawing/2014/main" id="{20665DEF-E86C-44B1-90CF-57A7B4B205FC}"/>
              </a:ext>
            </a:extLst>
          </p:cNvPr>
          <p:cNvSpPr>
            <a:spLocks noGrp="1"/>
          </p:cNvSpPr>
          <p:nvPr/>
        </p:nvSpPr>
        <p:spPr>
          <a:xfrm>
            <a:off x="4120141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7" name="data_7428">
            <a:extLst>
              <a:ext uri="{FF2B5EF4-FFF2-40B4-BE49-F238E27FC236}">
                <a16:creationId xmlns:a16="http://schemas.microsoft.com/office/drawing/2014/main" id="{03F4A0E5-99D1-46F6-978D-63059F921F6A}"/>
              </a:ext>
            </a:extLst>
          </p:cNvPr>
          <p:cNvSpPr>
            <a:spLocks noGrp="1"/>
          </p:cNvSpPr>
          <p:nvPr/>
        </p:nvSpPr>
        <p:spPr>
          <a:xfrm>
            <a:off x="4083931" y="66371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8" name="data_7429">
            <a:extLst>
              <a:ext uri="{FF2B5EF4-FFF2-40B4-BE49-F238E27FC236}">
                <a16:creationId xmlns:a16="http://schemas.microsoft.com/office/drawing/2014/main" id="{666537F3-7B54-499E-9528-91B0BC076E8A}"/>
              </a:ext>
            </a:extLst>
          </p:cNvPr>
          <p:cNvSpPr>
            <a:spLocks noGrp="1"/>
          </p:cNvSpPr>
          <p:nvPr/>
        </p:nvSpPr>
        <p:spPr>
          <a:xfrm>
            <a:off x="4058575" y="6057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9" name="data_7430">
            <a:extLst>
              <a:ext uri="{FF2B5EF4-FFF2-40B4-BE49-F238E27FC236}">
                <a16:creationId xmlns:a16="http://schemas.microsoft.com/office/drawing/2014/main" id="{89165489-2BA4-4F55-AB5F-FBBE8DABE67D}"/>
              </a:ext>
            </a:extLst>
          </p:cNvPr>
          <p:cNvSpPr>
            <a:spLocks noGrp="1"/>
          </p:cNvSpPr>
          <p:nvPr/>
        </p:nvSpPr>
        <p:spPr>
          <a:xfrm>
            <a:off x="4039618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0" name="data_7431">
            <a:extLst>
              <a:ext uri="{FF2B5EF4-FFF2-40B4-BE49-F238E27FC236}">
                <a16:creationId xmlns:a16="http://schemas.microsoft.com/office/drawing/2014/main" id="{65D2DD5B-B53E-4AF2-B94E-DE5F4FBC4549}"/>
              </a:ext>
            </a:extLst>
          </p:cNvPr>
          <p:cNvSpPr>
            <a:spLocks noGrp="1"/>
          </p:cNvSpPr>
          <p:nvPr/>
        </p:nvSpPr>
        <p:spPr>
          <a:xfrm>
            <a:off x="4126257" y="56038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1" name="data_7432">
            <a:extLst>
              <a:ext uri="{FF2B5EF4-FFF2-40B4-BE49-F238E27FC236}">
                <a16:creationId xmlns:a16="http://schemas.microsoft.com/office/drawing/2014/main" id="{D56BAA69-E3DD-4C27-827D-4A870338D5E0}"/>
              </a:ext>
            </a:extLst>
          </p:cNvPr>
          <p:cNvSpPr>
            <a:spLocks noGrp="1"/>
          </p:cNvSpPr>
          <p:nvPr/>
        </p:nvSpPr>
        <p:spPr>
          <a:xfrm>
            <a:off x="4136608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2" name="data_7433">
            <a:extLst>
              <a:ext uri="{FF2B5EF4-FFF2-40B4-BE49-F238E27FC236}">
                <a16:creationId xmlns:a16="http://schemas.microsoft.com/office/drawing/2014/main" id="{80F0FE2C-65F5-4E89-8D41-BBBD761E61F2}"/>
              </a:ext>
            </a:extLst>
          </p:cNvPr>
          <p:cNvSpPr>
            <a:spLocks noGrp="1"/>
          </p:cNvSpPr>
          <p:nvPr/>
        </p:nvSpPr>
        <p:spPr>
          <a:xfrm>
            <a:off x="4076499" y="60030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3" name="data_7434">
            <a:extLst>
              <a:ext uri="{FF2B5EF4-FFF2-40B4-BE49-F238E27FC236}">
                <a16:creationId xmlns:a16="http://schemas.microsoft.com/office/drawing/2014/main" id="{A07AC017-2D2E-4688-A4C5-0A040863C15C}"/>
              </a:ext>
            </a:extLst>
          </p:cNvPr>
          <p:cNvSpPr>
            <a:spLocks noGrp="1"/>
          </p:cNvSpPr>
          <p:nvPr/>
        </p:nvSpPr>
        <p:spPr>
          <a:xfrm>
            <a:off x="409439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4" name="data_7435">
            <a:extLst>
              <a:ext uri="{FF2B5EF4-FFF2-40B4-BE49-F238E27FC236}">
                <a16:creationId xmlns:a16="http://schemas.microsoft.com/office/drawing/2014/main" id="{D5084BE4-4697-4378-BE41-91365A3F732F}"/>
              </a:ext>
            </a:extLst>
          </p:cNvPr>
          <p:cNvSpPr>
            <a:spLocks noGrp="1"/>
          </p:cNvSpPr>
          <p:nvPr/>
        </p:nvSpPr>
        <p:spPr>
          <a:xfrm>
            <a:off x="4085698" y="54673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5" name="data_7436">
            <a:extLst>
              <a:ext uri="{FF2B5EF4-FFF2-40B4-BE49-F238E27FC236}">
                <a16:creationId xmlns:a16="http://schemas.microsoft.com/office/drawing/2014/main" id="{55963483-A9D5-40DE-A053-1F8A58C9D390}"/>
              </a:ext>
            </a:extLst>
          </p:cNvPr>
          <p:cNvSpPr>
            <a:spLocks noGrp="1"/>
          </p:cNvSpPr>
          <p:nvPr/>
        </p:nvSpPr>
        <p:spPr>
          <a:xfrm>
            <a:off x="412070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6" name="data_7437">
            <a:extLst>
              <a:ext uri="{FF2B5EF4-FFF2-40B4-BE49-F238E27FC236}">
                <a16:creationId xmlns:a16="http://schemas.microsoft.com/office/drawing/2014/main" id="{31A956F8-8646-4049-B97A-884FF8FE83F9}"/>
              </a:ext>
            </a:extLst>
          </p:cNvPr>
          <p:cNvSpPr>
            <a:spLocks noGrp="1"/>
          </p:cNvSpPr>
          <p:nvPr/>
        </p:nvSpPr>
        <p:spPr>
          <a:xfrm>
            <a:off x="4060206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7" name="data_7438">
            <a:extLst>
              <a:ext uri="{FF2B5EF4-FFF2-40B4-BE49-F238E27FC236}">
                <a16:creationId xmlns:a16="http://schemas.microsoft.com/office/drawing/2014/main" id="{BFF010A6-00C0-49FF-9380-CFE36F4BF4E4}"/>
              </a:ext>
            </a:extLst>
          </p:cNvPr>
          <p:cNvSpPr>
            <a:spLocks noGrp="1"/>
          </p:cNvSpPr>
          <p:nvPr/>
        </p:nvSpPr>
        <p:spPr>
          <a:xfrm>
            <a:off x="410351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8" name="data_7439">
            <a:extLst>
              <a:ext uri="{FF2B5EF4-FFF2-40B4-BE49-F238E27FC236}">
                <a16:creationId xmlns:a16="http://schemas.microsoft.com/office/drawing/2014/main" id="{38F405B0-7BD4-4212-9702-F084D0A7F5F0}"/>
              </a:ext>
            </a:extLst>
          </p:cNvPr>
          <p:cNvSpPr>
            <a:spLocks noGrp="1"/>
          </p:cNvSpPr>
          <p:nvPr/>
        </p:nvSpPr>
        <p:spPr>
          <a:xfrm>
            <a:off x="4036272" y="6880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9" name="data_7440">
            <a:extLst>
              <a:ext uri="{FF2B5EF4-FFF2-40B4-BE49-F238E27FC236}">
                <a16:creationId xmlns:a16="http://schemas.microsoft.com/office/drawing/2014/main" id="{E561FEE2-0AE2-41E7-AB09-51ABC44C13F3}"/>
              </a:ext>
            </a:extLst>
          </p:cNvPr>
          <p:cNvSpPr>
            <a:spLocks noGrp="1"/>
          </p:cNvSpPr>
          <p:nvPr/>
        </p:nvSpPr>
        <p:spPr>
          <a:xfrm>
            <a:off x="4028442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0" name="data_7441">
            <a:extLst>
              <a:ext uri="{FF2B5EF4-FFF2-40B4-BE49-F238E27FC236}">
                <a16:creationId xmlns:a16="http://schemas.microsoft.com/office/drawing/2014/main" id="{DA3073A5-3012-4334-837D-C08C42158277}"/>
              </a:ext>
            </a:extLst>
          </p:cNvPr>
          <p:cNvSpPr>
            <a:spLocks noGrp="1"/>
          </p:cNvSpPr>
          <p:nvPr/>
        </p:nvSpPr>
        <p:spPr>
          <a:xfrm>
            <a:off x="412741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1" name="data_7442">
            <a:extLst>
              <a:ext uri="{FF2B5EF4-FFF2-40B4-BE49-F238E27FC236}">
                <a16:creationId xmlns:a16="http://schemas.microsoft.com/office/drawing/2014/main" id="{EE9310F2-BCD7-44B1-B8ED-0BF89B15D48C}"/>
              </a:ext>
            </a:extLst>
          </p:cNvPr>
          <p:cNvSpPr>
            <a:spLocks noGrp="1"/>
          </p:cNvSpPr>
          <p:nvPr/>
        </p:nvSpPr>
        <p:spPr>
          <a:xfrm>
            <a:off x="4020198" y="69009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2" name="data_7443">
            <a:extLst>
              <a:ext uri="{FF2B5EF4-FFF2-40B4-BE49-F238E27FC236}">
                <a16:creationId xmlns:a16="http://schemas.microsoft.com/office/drawing/2014/main" id="{D608527F-02EB-4992-A1DD-34133B2ED66A}"/>
              </a:ext>
            </a:extLst>
          </p:cNvPr>
          <p:cNvSpPr>
            <a:spLocks noGrp="1"/>
          </p:cNvSpPr>
          <p:nvPr/>
        </p:nvSpPr>
        <p:spPr>
          <a:xfrm>
            <a:off x="4067356" y="627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3" name="data_7444">
            <a:extLst>
              <a:ext uri="{FF2B5EF4-FFF2-40B4-BE49-F238E27FC236}">
                <a16:creationId xmlns:a16="http://schemas.microsoft.com/office/drawing/2014/main" id="{587A4809-8F34-40E1-8911-794AE306CB01}"/>
              </a:ext>
            </a:extLst>
          </p:cNvPr>
          <p:cNvSpPr>
            <a:spLocks noGrp="1"/>
          </p:cNvSpPr>
          <p:nvPr/>
        </p:nvSpPr>
        <p:spPr>
          <a:xfrm>
            <a:off x="409432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4" name="data_7445">
            <a:extLst>
              <a:ext uri="{FF2B5EF4-FFF2-40B4-BE49-F238E27FC236}">
                <a16:creationId xmlns:a16="http://schemas.microsoft.com/office/drawing/2014/main" id="{379AF553-ED0B-4A0B-969A-A08CA7C05D13}"/>
              </a:ext>
            </a:extLst>
          </p:cNvPr>
          <p:cNvSpPr>
            <a:spLocks noGrp="1"/>
          </p:cNvSpPr>
          <p:nvPr/>
        </p:nvSpPr>
        <p:spPr>
          <a:xfrm>
            <a:off x="409262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5" name="data_7446">
            <a:extLst>
              <a:ext uri="{FF2B5EF4-FFF2-40B4-BE49-F238E27FC236}">
                <a16:creationId xmlns:a16="http://schemas.microsoft.com/office/drawing/2014/main" id="{CB7D9F66-0EC7-43E9-926D-AA800FF98109}"/>
              </a:ext>
            </a:extLst>
          </p:cNvPr>
          <p:cNvSpPr>
            <a:spLocks noGrp="1"/>
          </p:cNvSpPr>
          <p:nvPr/>
        </p:nvSpPr>
        <p:spPr>
          <a:xfrm>
            <a:off x="412268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6" name="data_7447">
            <a:extLst>
              <a:ext uri="{FF2B5EF4-FFF2-40B4-BE49-F238E27FC236}">
                <a16:creationId xmlns:a16="http://schemas.microsoft.com/office/drawing/2014/main" id="{0C26355F-FD5C-4616-8071-91C43F46E069}"/>
              </a:ext>
            </a:extLst>
          </p:cNvPr>
          <p:cNvSpPr>
            <a:spLocks noGrp="1"/>
          </p:cNvSpPr>
          <p:nvPr/>
        </p:nvSpPr>
        <p:spPr>
          <a:xfrm>
            <a:off x="404882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7" name="data_7448">
            <a:extLst>
              <a:ext uri="{FF2B5EF4-FFF2-40B4-BE49-F238E27FC236}">
                <a16:creationId xmlns:a16="http://schemas.microsoft.com/office/drawing/2014/main" id="{BA0944A2-F7E9-44F0-B3E9-D0ED01A9D0B0}"/>
              </a:ext>
            </a:extLst>
          </p:cNvPr>
          <p:cNvSpPr>
            <a:spLocks noGrp="1"/>
          </p:cNvSpPr>
          <p:nvPr/>
        </p:nvSpPr>
        <p:spPr>
          <a:xfrm>
            <a:off x="4146911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8" name="data_7449">
            <a:extLst>
              <a:ext uri="{FF2B5EF4-FFF2-40B4-BE49-F238E27FC236}">
                <a16:creationId xmlns:a16="http://schemas.microsoft.com/office/drawing/2014/main" id="{953458D6-66AF-4071-8720-75CF459AF0DC}"/>
              </a:ext>
            </a:extLst>
          </p:cNvPr>
          <p:cNvSpPr>
            <a:spLocks noGrp="1"/>
          </p:cNvSpPr>
          <p:nvPr/>
        </p:nvSpPr>
        <p:spPr>
          <a:xfrm>
            <a:off x="4139862" y="68946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9" name="data_7450">
            <a:extLst>
              <a:ext uri="{FF2B5EF4-FFF2-40B4-BE49-F238E27FC236}">
                <a16:creationId xmlns:a16="http://schemas.microsoft.com/office/drawing/2014/main" id="{BE997FFC-2419-41B1-B60C-A5058A53EA90}"/>
              </a:ext>
            </a:extLst>
          </p:cNvPr>
          <p:cNvSpPr>
            <a:spLocks noGrp="1"/>
          </p:cNvSpPr>
          <p:nvPr/>
        </p:nvSpPr>
        <p:spPr>
          <a:xfrm>
            <a:off x="4095123" y="6417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0" name="data_7451">
            <a:extLst>
              <a:ext uri="{FF2B5EF4-FFF2-40B4-BE49-F238E27FC236}">
                <a16:creationId xmlns:a16="http://schemas.microsoft.com/office/drawing/2014/main" id="{25DD2266-167F-4692-85D2-87DA92AC25AD}"/>
              </a:ext>
            </a:extLst>
          </p:cNvPr>
          <p:cNvSpPr>
            <a:spLocks noGrp="1"/>
          </p:cNvSpPr>
          <p:nvPr/>
        </p:nvSpPr>
        <p:spPr>
          <a:xfrm>
            <a:off x="4108441" y="6878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1" name="data_7452">
            <a:extLst>
              <a:ext uri="{FF2B5EF4-FFF2-40B4-BE49-F238E27FC236}">
                <a16:creationId xmlns:a16="http://schemas.microsoft.com/office/drawing/2014/main" id="{67C8D516-B0F4-4E3F-84F2-4FADA01AA216}"/>
              </a:ext>
            </a:extLst>
          </p:cNvPr>
          <p:cNvSpPr>
            <a:spLocks noGrp="1"/>
          </p:cNvSpPr>
          <p:nvPr/>
        </p:nvSpPr>
        <p:spPr>
          <a:xfrm>
            <a:off x="408755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2" name="data_7453">
            <a:extLst>
              <a:ext uri="{FF2B5EF4-FFF2-40B4-BE49-F238E27FC236}">
                <a16:creationId xmlns:a16="http://schemas.microsoft.com/office/drawing/2014/main" id="{D3DF2B3F-8B08-473F-B938-434D064D4351}"/>
              </a:ext>
            </a:extLst>
          </p:cNvPr>
          <p:cNvSpPr>
            <a:spLocks noGrp="1"/>
          </p:cNvSpPr>
          <p:nvPr/>
        </p:nvSpPr>
        <p:spPr>
          <a:xfrm>
            <a:off x="406202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3" name="data_7454">
            <a:extLst>
              <a:ext uri="{FF2B5EF4-FFF2-40B4-BE49-F238E27FC236}">
                <a16:creationId xmlns:a16="http://schemas.microsoft.com/office/drawing/2014/main" id="{E8CDC50D-141C-48CF-809E-831457F92667}"/>
              </a:ext>
            </a:extLst>
          </p:cNvPr>
          <p:cNvSpPr>
            <a:spLocks noGrp="1"/>
          </p:cNvSpPr>
          <p:nvPr/>
        </p:nvSpPr>
        <p:spPr>
          <a:xfrm>
            <a:off x="398391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4" name="data_7455">
            <a:extLst>
              <a:ext uri="{FF2B5EF4-FFF2-40B4-BE49-F238E27FC236}">
                <a16:creationId xmlns:a16="http://schemas.microsoft.com/office/drawing/2014/main" id="{DAC691D9-1EBD-42FA-A0B6-9E62ED628EF6}"/>
              </a:ext>
            </a:extLst>
          </p:cNvPr>
          <p:cNvSpPr>
            <a:spLocks noGrp="1"/>
          </p:cNvSpPr>
          <p:nvPr/>
        </p:nvSpPr>
        <p:spPr>
          <a:xfrm>
            <a:off x="402178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5" name="data_7456">
            <a:extLst>
              <a:ext uri="{FF2B5EF4-FFF2-40B4-BE49-F238E27FC236}">
                <a16:creationId xmlns:a16="http://schemas.microsoft.com/office/drawing/2014/main" id="{6B2AA573-C17D-4641-B90E-94236C0A30F2}"/>
              </a:ext>
            </a:extLst>
          </p:cNvPr>
          <p:cNvSpPr>
            <a:spLocks noGrp="1"/>
          </p:cNvSpPr>
          <p:nvPr/>
        </p:nvSpPr>
        <p:spPr>
          <a:xfrm>
            <a:off x="4029594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6" name="data_7457">
            <a:extLst>
              <a:ext uri="{FF2B5EF4-FFF2-40B4-BE49-F238E27FC236}">
                <a16:creationId xmlns:a16="http://schemas.microsoft.com/office/drawing/2014/main" id="{3D5A350F-412C-49D2-A670-CB02C79E0636}"/>
              </a:ext>
            </a:extLst>
          </p:cNvPr>
          <p:cNvSpPr>
            <a:spLocks noGrp="1"/>
          </p:cNvSpPr>
          <p:nvPr/>
        </p:nvSpPr>
        <p:spPr>
          <a:xfrm>
            <a:off x="4131317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7" name="data_7458">
            <a:extLst>
              <a:ext uri="{FF2B5EF4-FFF2-40B4-BE49-F238E27FC236}">
                <a16:creationId xmlns:a16="http://schemas.microsoft.com/office/drawing/2014/main" id="{8AB381E8-6E6A-4FC3-BA4A-68C4F839A20A}"/>
              </a:ext>
            </a:extLst>
          </p:cNvPr>
          <p:cNvSpPr>
            <a:spLocks noGrp="1"/>
          </p:cNvSpPr>
          <p:nvPr/>
        </p:nvSpPr>
        <p:spPr>
          <a:xfrm>
            <a:off x="41249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8" name="data_7459">
            <a:extLst>
              <a:ext uri="{FF2B5EF4-FFF2-40B4-BE49-F238E27FC236}">
                <a16:creationId xmlns:a16="http://schemas.microsoft.com/office/drawing/2014/main" id="{37244203-BEC1-4398-BC48-D1871A727FCD}"/>
              </a:ext>
            </a:extLst>
          </p:cNvPr>
          <p:cNvSpPr>
            <a:spLocks noGrp="1"/>
          </p:cNvSpPr>
          <p:nvPr/>
        </p:nvSpPr>
        <p:spPr>
          <a:xfrm>
            <a:off x="3982283" y="610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9" name="data_7460">
            <a:extLst>
              <a:ext uri="{FF2B5EF4-FFF2-40B4-BE49-F238E27FC236}">
                <a16:creationId xmlns:a16="http://schemas.microsoft.com/office/drawing/2014/main" id="{2C20B9D0-1EFF-4FC5-92F6-ACD798C9FAB5}"/>
              </a:ext>
            </a:extLst>
          </p:cNvPr>
          <p:cNvSpPr>
            <a:spLocks noGrp="1"/>
          </p:cNvSpPr>
          <p:nvPr/>
        </p:nvSpPr>
        <p:spPr>
          <a:xfrm>
            <a:off x="4106133" y="6591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0" name="data_7461">
            <a:extLst>
              <a:ext uri="{FF2B5EF4-FFF2-40B4-BE49-F238E27FC236}">
                <a16:creationId xmlns:a16="http://schemas.microsoft.com/office/drawing/2014/main" id="{D42E1ABB-2198-4670-8D74-4DAD458E91D7}"/>
              </a:ext>
            </a:extLst>
          </p:cNvPr>
          <p:cNvSpPr>
            <a:spLocks noGrp="1"/>
          </p:cNvSpPr>
          <p:nvPr/>
        </p:nvSpPr>
        <p:spPr>
          <a:xfrm>
            <a:off x="4080930" y="6462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1" name="data_7462">
            <a:extLst>
              <a:ext uri="{FF2B5EF4-FFF2-40B4-BE49-F238E27FC236}">
                <a16:creationId xmlns:a16="http://schemas.microsoft.com/office/drawing/2014/main" id="{4BDACBF0-5A5C-4899-9856-D2557B97F159}"/>
              </a:ext>
            </a:extLst>
          </p:cNvPr>
          <p:cNvSpPr>
            <a:spLocks noGrp="1"/>
          </p:cNvSpPr>
          <p:nvPr/>
        </p:nvSpPr>
        <p:spPr>
          <a:xfrm>
            <a:off x="408569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2" name="data_7463">
            <a:extLst>
              <a:ext uri="{FF2B5EF4-FFF2-40B4-BE49-F238E27FC236}">
                <a16:creationId xmlns:a16="http://schemas.microsoft.com/office/drawing/2014/main" id="{30E53649-076A-46FE-8830-5F2BB4B42E2B}"/>
              </a:ext>
            </a:extLst>
          </p:cNvPr>
          <p:cNvSpPr>
            <a:spLocks noGrp="1"/>
          </p:cNvSpPr>
          <p:nvPr/>
        </p:nvSpPr>
        <p:spPr>
          <a:xfrm>
            <a:off x="3990320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3" name="data_7464">
            <a:extLst>
              <a:ext uri="{FF2B5EF4-FFF2-40B4-BE49-F238E27FC236}">
                <a16:creationId xmlns:a16="http://schemas.microsoft.com/office/drawing/2014/main" id="{DB18AE88-51E4-4743-A88F-4C6762C1F99A}"/>
              </a:ext>
            </a:extLst>
          </p:cNvPr>
          <p:cNvSpPr>
            <a:spLocks noGrp="1"/>
          </p:cNvSpPr>
          <p:nvPr/>
        </p:nvSpPr>
        <p:spPr>
          <a:xfrm>
            <a:off x="4057410" y="57678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4" name="data_7465">
            <a:extLst>
              <a:ext uri="{FF2B5EF4-FFF2-40B4-BE49-F238E27FC236}">
                <a16:creationId xmlns:a16="http://schemas.microsoft.com/office/drawing/2014/main" id="{207839CA-7BFD-488E-B038-A7C90BC1B550}"/>
              </a:ext>
            </a:extLst>
          </p:cNvPr>
          <p:cNvSpPr>
            <a:spLocks noGrp="1"/>
          </p:cNvSpPr>
          <p:nvPr/>
        </p:nvSpPr>
        <p:spPr>
          <a:xfrm>
            <a:off x="4085959" y="4985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5" name="data_7466">
            <a:extLst>
              <a:ext uri="{FF2B5EF4-FFF2-40B4-BE49-F238E27FC236}">
                <a16:creationId xmlns:a16="http://schemas.microsoft.com/office/drawing/2014/main" id="{7B637150-BBFB-4624-8097-33B2CB00C72D}"/>
              </a:ext>
            </a:extLst>
          </p:cNvPr>
          <p:cNvSpPr>
            <a:spLocks noGrp="1"/>
          </p:cNvSpPr>
          <p:nvPr/>
        </p:nvSpPr>
        <p:spPr>
          <a:xfrm>
            <a:off x="3980013" y="6430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6" name="data_7467">
            <a:extLst>
              <a:ext uri="{FF2B5EF4-FFF2-40B4-BE49-F238E27FC236}">
                <a16:creationId xmlns:a16="http://schemas.microsoft.com/office/drawing/2014/main" id="{408C6989-FC4C-48F2-AE13-F7087B1C9108}"/>
              </a:ext>
            </a:extLst>
          </p:cNvPr>
          <p:cNvSpPr>
            <a:spLocks noGrp="1"/>
          </p:cNvSpPr>
          <p:nvPr/>
        </p:nvSpPr>
        <p:spPr>
          <a:xfrm>
            <a:off x="4073949" y="5949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7" name="data_7468">
            <a:extLst>
              <a:ext uri="{FF2B5EF4-FFF2-40B4-BE49-F238E27FC236}">
                <a16:creationId xmlns:a16="http://schemas.microsoft.com/office/drawing/2014/main" id="{848BA800-A011-439B-AC80-EE1989DDA1F9}"/>
              </a:ext>
            </a:extLst>
          </p:cNvPr>
          <p:cNvSpPr>
            <a:spLocks noGrp="1"/>
          </p:cNvSpPr>
          <p:nvPr/>
        </p:nvSpPr>
        <p:spPr>
          <a:xfrm>
            <a:off x="4104574" y="67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8" name="data_7469">
            <a:extLst>
              <a:ext uri="{FF2B5EF4-FFF2-40B4-BE49-F238E27FC236}">
                <a16:creationId xmlns:a16="http://schemas.microsoft.com/office/drawing/2014/main" id="{D19D4C43-D531-4B7C-B1AF-945E552BBE58}"/>
              </a:ext>
            </a:extLst>
          </p:cNvPr>
          <p:cNvSpPr>
            <a:spLocks noGrp="1"/>
          </p:cNvSpPr>
          <p:nvPr/>
        </p:nvSpPr>
        <p:spPr>
          <a:xfrm>
            <a:off x="442199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9" name="data_7470">
            <a:extLst>
              <a:ext uri="{FF2B5EF4-FFF2-40B4-BE49-F238E27FC236}">
                <a16:creationId xmlns:a16="http://schemas.microsoft.com/office/drawing/2014/main" id="{29E92C4B-5662-436B-BD0E-0B68AC8CD35F}"/>
              </a:ext>
            </a:extLst>
          </p:cNvPr>
          <p:cNvSpPr>
            <a:spLocks noGrp="1"/>
          </p:cNvSpPr>
          <p:nvPr/>
        </p:nvSpPr>
        <p:spPr>
          <a:xfrm>
            <a:off x="4329830" y="5000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0" name="data_7471">
            <a:extLst>
              <a:ext uri="{FF2B5EF4-FFF2-40B4-BE49-F238E27FC236}">
                <a16:creationId xmlns:a16="http://schemas.microsoft.com/office/drawing/2014/main" id="{4853DA6C-268E-4675-B478-EE57CAEC9900}"/>
              </a:ext>
            </a:extLst>
          </p:cNvPr>
          <p:cNvSpPr>
            <a:spLocks noGrp="1"/>
          </p:cNvSpPr>
          <p:nvPr/>
        </p:nvSpPr>
        <p:spPr>
          <a:xfrm>
            <a:off x="439209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1" name="data_7472">
            <a:extLst>
              <a:ext uri="{FF2B5EF4-FFF2-40B4-BE49-F238E27FC236}">
                <a16:creationId xmlns:a16="http://schemas.microsoft.com/office/drawing/2014/main" id="{907CECB7-734C-49C9-A611-ACFF81BFBFA3}"/>
              </a:ext>
            </a:extLst>
          </p:cNvPr>
          <p:cNvSpPr>
            <a:spLocks noGrp="1"/>
          </p:cNvSpPr>
          <p:nvPr/>
        </p:nvSpPr>
        <p:spPr>
          <a:xfrm>
            <a:off x="436518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2" name="data_7473">
            <a:extLst>
              <a:ext uri="{FF2B5EF4-FFF2-40B4-BE49-F238E27FC236}">
                <a16:creationId xmlns:a16="http://schemas.microsoft.com/office/drawing/2014/main" id="{61D13753-F90E-4007-B3A0-4CF4E21409B7}"/>
              </a:ext>
            </a:extLst>
          </p:cNvPr>
          <p:cNvSpPr>
            <a:spLocks noGrp="1"/>
          </p:cNvSpPr>
          <p:nvPr/>
        </p:nvSpPr>
        <p:spPr>
          <a:xfrm>
            <a:off x="428565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3" name="data_7474">
            <a:extLst>
              <a:ext uri="{FF2B5EF4-FFF2-40B4-BE49-F238E27FC236}">
                <a16:creationId xmlns:a16="http://schemas.microsoft.com/office/drawing/2014/main" id="{6415EE2F-DC59-4696-9E8F-F73707BE2FDF}"/>
              </a:ext>
            </a:extLst>
          </p:cNvPr>
          <p:cNvSpPr>
            <a:spLocks noGrp="1"/>
          </p:cNvSpPr>
          <p:nvPr/>
        </p:nvSpPr>
        <p:spPr>
          <a:xfrm>
            <a:off x="4385996" y="5848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4" name="data_7475">
            <a:extLst>
              <a:ext uri="{FF2B5EF4-FFF2-40B4-BE49-F238E27FC236}">
                <a16:creationId xmlns:a16="http://schemas.microsoft.com/office/drawing/2014/main" id="{8DE1EDB0-D269-4498-BE3A-18FFDE15C581}"/>
              </a:ext>
            </a:extLst>
          </p:cNvPr>
          <p:cNvSpPr>
            <a:spLocks noGrp="1"/>
          </p:cNvSpPr>
          <p:nvPr/>
        </p:nvSpPr>
        <p:spPr>
          <a:xfrm>
            <a:off x="443381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5" name="data_7476">
            <a:extLst>
              <a:ext uri="{FF2B5EF4-FFF2-40B4-BE49-F238E27FC236}">
                <a16:creationId xmlns:a16="http://schemas.microsoft.com/office/drawing/2014/main" id="{F7D06295-36A0-409C-B340-89B8B2C1A1FD}"/>
              </a:ext>
            </a:extLst>
          </p:cNvPr>
          <p:cNvSpPr>
            <a:spLocks noGrp="1"/>
          </p:cNvSpPr>
          <p:nvPr/>
        </p:nvSpPr>
        <p:spPr>
          <a:xfrm>
            <a:off x="4313637" y="5672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6" name="data_7477">
            <a:extLst>
              <a:ext uri="{FF2B5EF4-FFF2-40B4-BE49-F238E27FC236}">
                <a16:creationId xmlns:a16="http://schemas.microsoft.com/office/drawing/2014/main" id="{AECC1C94-D356-4B5A-A7BB-68BF0E16E69D}"/>
              </a:ext>
            </a:extLst>
          </p:cNvPr>
          <p:cNvSpPr>
            <a:spLocks noGrp="1"/>
          </p:cNvSpPr>
          <p:nvPr/>
        </p:nvSpPr>
        <p:spPr>
          <a:xfrm>
            <a:off x="4383338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7" name="data_7478">
            <a:extLst>
              <a:ext uri="{FF2B5EF4-FFF2-40B4-BE49-F238E27FC236}">
                <a16:creationId xmlns:a16="http://schemas.microsoft.com/office/drawing/2014/main" id="{9806D777-F8C4-4EFE-9309-5E69B2D17611}"/>
              </a:ext>
            </a:extLst>
          </p:cNvPr>
          <p:cNvSpPr>
            <a:spLocks noGrp="1"/>
          </p:cNvSpPr>
          <p:nvPr/>
        </p:nvSpPr>
        <p:spPr>
          <a:xfrm>
            <a:off x="439647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8" name="data_7479">
            <a:extLst>
              <a:ext uri="{FF2B5EF4-FFF2-40B4-BE49-F238E27FC236}">
                <a16:creationId xmlns:a16="http://schemas.microsoft.com/office/drawing/2014/main" id="{7D8764AA-64B2-41E0-8B00-C0A05C9C3A5F}"/>
              </a:ext>
            </a:extLst>
          </p:cNvPr>
          <p:cNvSpPr>
            <a:spLocks noGrp="1"/>
          </p:cNvSpPr>
          <p:nvPr/>
        </p:nvSpPr>
        <p:spPr>
          <a:xfrm>
            <a:off x="427572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9" name="data_7480">
            <a:extLst>
              <a:ext uri="{FF2B5EF4-FFF2-40B4-BE49-F238E27FC236}">
                <a16:creationId xmlns:a16="http://schemas.microsoft.com/office/drawing/2014/main" id="{8C4DDCEB-8642-42F9-B631-CA5A97CBDBC1}"/>
              </a:ext>
            </a:extLst>
          </p:cNvPr>
          <p:cNvSpPr>
            <a:spLocks noGrp="1"/>
          </p:cNvSpPr>
          <p:nvPr/>
        </p:nvSpPr>
        <p:spPr>
          <a:xfrm>
            <a:off x="439252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0" name="data_7481">
            <a:extLst>
              <a:ext uri="{FF2B5EF4-FFF2-40B4-BE49-F238E27FC236}">
                <a16:creationId xmlns:a16="http://schemas.microsoft.com/office/drawing/2014/main" id="{6CF255C5-A268-49DD-9A94-976C98357DCE}"/>
              </a:ext>
            </a:extLst>
          </p:cNvPr>
          <p:cNvSpPr>
            <a:spLocks noGrp="1"/>
          </p:cNvSpPr>
          <p:nvPr/>
        </p:nvSpPr>
        <p:spPr>
          <a:xfrm>
            <a:off x="4423520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1" name="data_7482">
            <a:extLst>
              <a:ext uri="{FF2B5EF4-FFF2-40B4-BE49-F238E27FC236}">
                <a16:creationId xmlns:a16="http://schemas.microsoft.com/office/drawing/2014/main" id="{07815AF8-E056-4CD5-A291-A9F0CE64CCF0}"/>
              </a:ext>
            </a:extLst>
          </p:cNvPr>
          <p:cNvSpPr>
            <a:spLocks noGrp="1"/>
          </p:cNvSpPr>
          <p:nvPr/>
        </p:nvSpPr>
        <p:spPr>
          <a:xfrm>
            <a:off x="429236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2" name="data_7483">
            <a:extLst>
              <a:ext uri="{FF2B5EF4-FFF2-40B4-BE49-F238E27FC236}">
                <a16:creationId xmlns:a16="http://schemas.microsoft.com/office/drawing/2014/main" id="{C9E9D276-FF88-45DF-AF77-26CCA6D9D0C3}"/>
              </a:ext>
            </a:extLst>
          </p:cNvPr>
          <p:cNvSpPr>
            <a:spLocks noGrp="1"/>
          </p:cNvSpPr>
          <p:nvPr/>
        </p:nvSpPr>
        <p:spPr>
          <a:xfrm>
            <a:off x="429357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3" name="data_7484">
            <a:extLst>
              <a:ext uri="{FF2B5EF4-FFF2-40B4-BE49-F238E27FC236}">
                <a16:creationId xmlns:a16="http://schemas.microsoft.com/office/drawing/2014/main" id="{B80D8694-6012-427C-8A52-1E99B244FC3B}"/>
              </a:ext>
            </a:extLst>
          </p:cNvPr>
          <p:cNvSpPr>
            <a:spLocks noGrp="1"/>
          </p:cNvSpPr>
          <p:nvPr/>
        </p:nvSpPr>
        <p:spPr>
          <a:xfrm>
            <a:off x="443333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4" name="data_7485">
            <a:extLst>
              <a:ext uri="{FF2B5EF4-FFF2-40B4-BE49-F238E27FC236}">
                <a16:creationId xmlns:a16="http://schemas.microsoft.com/office/drawing/2014/main" id="{9E53838E-81AE-4DB2-A5CF-17E45C0599CB}"/>
              </a:ext>
            </a:extLst>
          </p:cNvPr>
          <p:cNvSpPr>
            <a:spLocks noGrp="1"/>
          </p:cNvSpPr>
          <p:nvPr/>
        </p:nvSpPr>
        <p:spPr>
          <a:xfrm>
            <a:off x="4323818" y="6677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5" name="data_7486">
            <a:extLst>
              <a:ext uri="{FF2B5EF4-FFF2-40B4-BE49-F238E27FC236}">
                <a16:creationId xmlns:a16="http://schemas.microsoft.com/office/drawing/2014/main" id="{7A1DBF28-19C2-46A2-B083-F1838B94E926}"/>
              </a:ext>
            </a:extLst>
          </p:cNvPr>
          <p:cNvSpPr>
            <a:spLocks noGrp="1"/>
          </p:cNvSpPr>
          <p:nvPr/>
        </p:nvSpPr>
        <p:spPr>
          <a:xfrm>
            <a:off x="430004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6" name="data_7487">
            <a:extLst>
              <a:ext uri="{FF2B5EF4-FFF2-40B4-BE49-F238E27FC236}">
                <a16:creationId xmlns:a16="http://schemas.microsoft.com/office/drawing/2014/main" id="{D4217379-6442-4534-B157-B731C1AA9503}"/>
              </a:ext>
            </a:extLst>
          </p:cNvPr>
          <p:cNvSpPr>
            <a:spLocks noGrp="1"/>
          </p:cNvSpPr>
          <p:nvPr/>
        </p:nvSpPr>
        <p:spPr>
          <a:xfrm>
            <a:off x="4424707" y="64099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7" name="data_7488">
            <a:extLst>
              <a:ext uri="{FF2B5EF4-FFF2-40B4-BE49-F238E27FC236}">
                <a16:creationId xmlns:a16="http://schemas.microsoft.com/office/drawing/2014/main" id="{47707CFF-1939-41A2-97B7-FBC1142B0B6B}"/>
              </a:ext>
            </a:extLst>
          </p:cNvPr>
          <p:cNvSpPr>
            <a:spLocks noGrp="1"/>
          </p:cNvSpPr>
          <p:nvPr/>
        </p:nvSpPr>
        <p:spPr>
          <a:xfrm>
            <a:off x="425981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8" name="data_7489">
            <a:extLst>
              <a:ext uri="{FF2B5EF4-FFF2-40B4-BE49-F238E27FC236}">
                <a16:creationId xmlns:a16="http://schemas.microsoft.com/office/drawing/2014/main" id="{A77E13CB-59BD-4860-B137-9F9FA824D4F0}"/>
              </a:ext>
            </a:extLst>
          </p:cNvPr>
          <p:cNvSpPr>
            <a:spLocks noGrp="1"/>
          </p:cNvSpPr>
          <p:nvPr/>
        </p:nvSpPr>
        <p:spPr>
          <a:xfrm>
            <a:off x="4437435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9" name="data_7490">
            <a:extLst>
              <a:ext uri="{FF2B5EF4-FFF2-40B4-BE49-F238E27FC236}">
                <a16:creationId xmlns:a16="http://schemas.microsoft.com/office/drawing/2014/main" id="{D8932929-6086-4869-9646-14C34FD4934B}"/>
              </a:ext>
            </a:extLst>
          </p:cNvPr>
          <p:cNvSpPr>
            <a:spLocks noGrp="1"/>
          </p:cNvSpPr>
          <p:nvPr/>
        </p:nvSpPr>
        <p:spPr>
          <a:xfrm>
            <a:off x="429070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0" name="data_7491">
            <a:extLst>
              <a:ext uri="{FF2B5EF4-FFF2-40B4-BE49-F238E27FC236}">
                <a16:creationId xmlns:a16="http://schemas.microsoft.com/office/drawing/2014/main" id="{97455A1D-47EB-468B-89A1-804F658729B5}"/>
              </a:ext>
            </a:extLst>
          </p:cNvPr>
          <p:cNvSpPr>
            <a:spLocks noGrp="1"/>
          </p:cNvSpPr>
          <p:nvPr/>
        </p:nvSpPr>
        <p:spPr>
          <a:xfrm>
            <a:off x="4306408" y="5226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1" name="data_7492">
            <a:extLst>
              <a:ext uri="{FF2B5EF4-FFF2-40B4-BE49-F238E27FC236}">
                <a16:creationId xmlns:a16="http://schemas.microsoft.com/office/drawing/2014/main" id="{EBFAF722-E41B-4B3D-90A7-4C0724F57FD3}"/>
              </a:ext>
            </a:extLst>
          </p:cNvPr>
          <p:cNvSpPr>
            <a:spLocks noGrp="1"/>
          </p:cNvSpPr>
          <p:nvPr/>
        </p:nvSpPr>
        <p:spPr>
          <a:xfrm>
            <a:off x="443758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2" name="data_7493">
            <a:extLst>
              <a:ext uri="{FF2B5EF4-FFF2-40B4-BE49-F238E27FC236}">
                <a16:creationId xmlns:a16="http://schemas.microsoft.com/office/drawing/2014/main" id="{16FFEFCD-288C-4F9F-A5F4-2C8C97A9827B}"/>
              </a:ext>
            </a:extLst>
          </p:cNvPr>
          <p:cNvSpPr>
            <a:spLocks noGrp="1"/>
          </p:cNvSpPr>
          <p:nvPr/>
        </p:nvSpPr>
        <p:spPr>
          <a:xfrm>
            <a:off x="4396857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3" name="data_7494">
            <a:extLst>
              <a:ext uri="{FF2B5EF4-FFF2-40B4-BE49-F238E27FC236}">
                <a16:creationId xmlns:a16="http://schemas.microsoft.com/office/drawing/2014/main" id="{FCA90E41-9724-4497-A51E-CC908AB26F8A}"/>
              </a:ext>
            </a:extLst>
          </p:cNvPr>
          <p:cNvSpPr>
            <a:spLocks noGrp="1"/>
          </p:cNvSpPr>
          <p:nvPr/>
        </p:nvSpPr>
        <p:spPr>
          <a:xfrm>
            <a:off x="4281932" y="566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4" name="data_7495">
            <a:extLst>
              <a:ext uri="{FF2B5EF4-FFF2-40B4-BE49-F238E27FC236}">
                <a16:creationId xmlns:a16="http://schemas.microsoft.com/office/drawing/2014/main" id="{7E763AF9-4DD7-4632-9B12-C21BBDED3488}"/>
              </a:ext>
            </a:extLst>
          </p:cNvPr>
          <p:cNvSpPr>
            <a:spLocks noGrp="1"/>
          </p:cNvSpPr>
          <p:nvPr/>
        </p:nvSpPr>
        <p:spPr>
          <a:xfrm>
            <a:off x="442281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5" name="data_7496">
            <a:extLst>
              <a:ext uri="{FF2B5EF4-FFF2-40B4-BE49-F238E27FC236}">
                <a16:creationId xmlns:a16="http://schemas.microsoft.com/office/drawing/2014/main" id="{8D35988D-E541-4F6B-95CE-7EF74B41646C}"/>
              </a:ext>
            </a:extLst>
          </p:cNvPr>
          <p:cNvSpPr>
            <a:spLocks noGrp="1"/>
          </p:cNvSpPr>
          <p:nvPr/>
        </p:nvSpPr>
        <p:spPr>
          <a:xfrm>
            <a:off x="438711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6" name="data_7497">
            <a:extLst>
              <a:ext uri="{FF2B5EF4-FFF2-40B4-BE49-F238E27FC236}">
                <a16:creationId xmlns:a16="http://schemas.microsoft.com/office/drawing/2014/main" id="{20DC3CF4-E735-4911-A831-4724E30751C8}"/>
              </a:ext>
            </a:extLst>
          </p:cNvPr>
          <p:cNvSpPr>
            <a:spLocks noGrp="1"/>
          </p:cNvSpPr>
          <p:nvPr/>
        </p:nvSpPr>
        <p:spPr>
          <a:xfrm>
            <a:off x="439189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7" name="data_7498">
            <a:extLst>
              <a:ext uri="{FF2B5EF4-FFF2-40B4-BE49-F238E27FC236}">
                <a16:creationId xmlns:a16="http://schemas.microsoft.com/office/drawing/2014/main" id="{1EF0E485-7A23-4325-AFB0-598D5C042E60}"/>
              </a:ext>
            </a:extLst>
          </p:cNvPr>
          <p:cNvSpPr>
            <a:spLocks noGrp="1"/>
          </p:cNvSpPr>
          <p:nvPr/>
        </p:nvSpPr>
        <p:spPr>
          <a:xfrm>
            <a:off x="4317213" y="60637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8" name="data_7499">
            <a:extLst>
              <a:ext uri="{FF2B5EF4-FFF2-40B4-BE49-F238E27FC236}">
                <a16:creationId xmlns:a16="http://schemas.microsoft.com/office/drawing/2014/main" id="{48506FE8-A30C-4FA1-942C-241623325CF6}"/>
              </a:ext>
            </a:extLst>
          </p:cNvPr>
          <p:cNvSpPr>
            <a:spLocks noGrp="1"/>
          </p:cNvSpPr>
          <p:nvPr/>
        </p:nvSpPr>
        <p:spPr>
          <a:xfrm>
            <a:off x="4387091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9" name="data_7500">
            <a:extLst>
              <a:ext uri="{FF2B5EF4-FFF2-40B4-BE49-F238E27FC236}">
                <a16:creationId xmlns:a16="http://schemas.microsoft.com/office/drawing/2014/main" id="{B8C47134-F282-4197-AB55-EEE7D2989513}"/>
              </a:ext>
            </a:extLst>
          </p:cNvPr>
          <p:cNvSpPr>
            <a:spLocks noGrp="1"/>
          </p:cNvSpPr>
          <p:nvPr/>
        </p:nvSpPr>
        <p:spPr>
          <a:xfrm>
            <a:off x="437168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0" name="data_7501">
            <a:extLst>
              <a:ext uri="{FF2B5EF4-FFF2-40B4-BE49-F238E27FC236}">
                <a16:creationId xmlns:a16="http://schemas.microsoft.com/office/drawing/2014/main" id="{2EC68B64-11E9-4BF2-8CC0-1F64D47CB8B1}"/>
              </a:ext>
            </a:extLst>
          </p:cNvPr>
          <p:cNvSpPr>
            <a:spLocks noGrp="1"/>
          </p:cNvSpPr>
          <p:nvPr/>
        </p:nvSpPr>
        <p:spPr>
          <a:xfrm>
            <a:off x="4369890" y="6888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1" name="data_7502">
            <a:extLst>
              <a:ext uri="{FF2B5EF4-FFF2-40B4-BE49-F238E27FC236}">
                <a16:creationId xmlns:a16="http://schemas.microsoft.com/office/drawing/2014/main" id="{757B3839-06DF-4D08-BC6B-0C1731F96A11}"/>
              </a:ext>
            </a:extLst>
          </p:cNvPr>
          <p:cNvSpPr>
            <a:spLocks noGrp="1"/>
          </p:cNvSpPr>
          <p:nvPr/>
        </p:nvSpPr>
        <p:spPr>
          <a:xfrm>
            <a:off x="431872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2" name="data_7503">
            <a:extLst>
              <a:ext uri="{FF2B5EF4-FFF2-40B4-BE49-F238E27FC236}">
                <a16:creationId xmlns:a16="http://schemas.microsoft.com/office/drawing/2014/main" id="{88CB3F13-1584-4D3C-B61D-7AF5812546F7}"/>
              </a:ext>
            </a:extLst>
          </p:cNvPr>
          <p:cNvSpPr>
            <a:spLocks noGrp="1"/>
          </p:cNvSpPr>
          <p:nvPr/>
        </p:nvSpPr>
        <p:spPr>
          <a:xfrm>
            <a:off x="433612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3" name="data_7504">
            <a:extLst>
              <a:ext uri="{FF2B5EF4-FFF2-40B4-BE49-F238E27FC236}">
                <a16:creationId xmlns:a16="http://schemas.microsoft.com/office/drawing/2014/main" id="{02BD09A6-D52F-49CF-905F-2583EF093E2B}"/>
              </a:ext>
            </a:extLst>
          </p:cNvPr>
          <p:cNvSpPr>
            <a:spLocks noGrp="1"/>
          </p:cNvSpPr>
          <p:nvPr/>
        </p:nvSpPr>
        <p:spPr>
          <a:xfrm>
            <a:off x="431374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4" name="data_7505">
            <a:extLst>
              <a:ext uri="{FF2B5EF4-FFF2-40B4-BE49-F238E27FC236}">
                <a16:creationId xmlns:a16="http://schemas.microsoft.com/office/drawing/2014/main" id="{02689974-91C6-41DE-939A-AF9D45425429}"/>
              </a:ext>
            </a:extLst>
          </p:cNvPr>
          <p:cNvSpPr>
            <a:spLocks noGrp="1"/>
          </p:cNvSpPr>
          <p:nvPr/>
        </p:nvSpPr>
        <p:spPr>
          <a:xfrm>
            <a:off x="429559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5" name="data_7506">
            <a:extLst>
              <a:ext uri="{FF2B5EF4-FFF2-40B4-BE49-F238E27FC236}">
                <a16:creationId xmlns:a16="http://schemas.microsoft.com/office/drawing/2014/main" id="{0AA55E64-EDBD-45F8-AEFD-17E15E9D70D9}"/>
              </a:ext>
            </a:extLst>
          </p:cNvPr>
          <p:cNvSpPr>
            <a:spLocks noGrp="1"/>
          </p:cNvSpPr>
          <p:nvPr/>
        </p:nvSpPr>
        <p:spPr>
          <a:xfrm>
            <a:off x="4369766" y="5360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6" name="data_7507">
            <a:extLst>
              <a:ext uri="{FF2B5EF4-FFF2-40B4-BE49-F238E27FC236}">
                <a16:creationId xmlns:a16="http://schemas.microsoft.com/office/drawing/2014/main" id="{D7B80410-BCAD-492F-BAE0-0269740A178A}"/>
              </a:ext>
            </a:extLst>
          </p:cNvPr>
          <p:cNvSpPr>
            <a:spLocks noGrp="1"/>
          </p:cNvSpPr>
          <p:nvPr/>
        </p:nvSpPr>
        <p:spPr>
          <a:xfrm>
            <a:off x="429303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7" name="data_7508">
            <a:extLst>
              <a:ext uri="{FF2B5EF4-FFF2-40B4-BE49-F238E27FC236}">
                <a16:creationId xmlns:a16="http://schemas.microsoft.com/office/drawing/2014/main" id="{1E1475D9-A6A5-407F-BC63-25A5DEA82251}"/>
              </a:ext>
            </a:extLst>
          </p:cNvPr>
          <p:cNvSpPr>
            <a:spLocks noGrp="1"/>
          </p:cNvSpPr>
          <p:nvPr/>
        </p:nvSpPr>
        <p:spPr>
          <a:xfrm>
            <a:off x="434693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8" name="data_7509">
            <a:extLst>
              <a:ext uri="{FF2B5EF4-FFF2-40B4-BE49-F238E27FC236}">
                <a16:creationId xmlns:a16="http://schemas.microsoft.com/office/drawing/2014/main" id="{1B4AB805-58EB-4402-908A-65C500352950}"/>
              </a:ext>
            </a:extLst>
          </p:cNvPr>
          <p:cNvSpPr>
            <a:spLocks noGrp="1"/>
          </p:cNvSpPr>
          <p:nvPr/>
        </p:nvSpPr>
        <p:spPr>
          <a:xfrm>
            <a:off x="430746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9" name="data_7510">
            <a:extLst>
              <a:ext uri="{FF2B5EF4-FFF2-40B4-BE49-F238E27FC236}">
                <a16:creationId xmlns:a16="http://schemas.microsoft.com/office/drawing/2014/main" id="{69743E01-AFE2-4C84-9166-A10C76B9AD1E}"/>
              </a:ext>
            </a:extLst>
          </p:cNvPr>
          <p:cNvSpPr>
            <a:spLocks noGrp="1"/>
          </p:cNvSpPr>
          <p:nvPr/>
        </p:nvSpPr>
        <p:spPr>
          <a:xfrm>
            <a:off x="431039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0" name="data_7511">
            <a:extLst>
              <a:ext uri="{FF2B5EF4-FFF2-40B4-BE49-F238E27FC236}">
                <a16:creationId xmlns:a16="http://schemas.microsoft.com/office/drawing/2014/main" id="{55D93FEF-A55C-463C-B257-DC58C30D5436}"/>
              </a:ext>
            </a:extLst>
          </p:cNvPr>
          <p:cNvSpPr>
            <a:spLocks noGrp="1"/>
          </p:cNvSpPr>
          <p:nvPr/>
        </p:nvSpPr>
        <p:spPr>
          <a:xfrm>
            <a:off x="425985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1" name="data_7512">
            <a:extLst>
              <a:ext uri="{FF2B5EF4-FFF2-40B4-BE49-F238E27FC236}">
                <a16:creationId xmlns:a16="http://schemas.microsoft.com/office/drawing/2014/main" id="{BD8A3E4B-2DC7-40ED-8FB0-911C52304391}"/>
              </a:ext>
            </a:extLst>
          </p:cNvPr>
          <p:cNvSpPr>
            <a:spLocks noGrp="1"/>
          </p:cNvSpPr>
          <p:nvPr/>
        </p:nvSpPr>
        <p:spPr>
          <a:xfrm>
            <a:off x="4320132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2" name="data_7513">
            <a:extLst>
              <a:ext uri="{FF2B5EF4-FFF2-40B4-BE49-F238E27FC236}">
                <a16:creationId xmlns:a16="http://schemas.microsoft.com/office/drawing/2014/main" id="{15B00607-C47E-4745-A8EE-53553E85D398}"/>
              </a:ext>
            </a:extLst>
          </p:cNvPr>
          <p:cNvSpPr>
            <a:spLocks noGrp="1"/>
          </p:cNvSpPr>
          <p:nvPr/>
        </p:nvSpPr>
        <p:spPr>
          <a:xfrm>
            <a:off x="4438137" y="6683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3" name="data_7514">
            <a:extLst>
              <a:ext uri="{FF2B5EF4-FFF2-40B4-BE49-F238E27FC236}">
                <a16:creationId xmlns:a16="http://schemas.microsoft.com/office/drawing/2014/main" id="{4E6A43A4-A042-400A-9609-658745BA7942}"/>
              </a:ext>
            </a:extLst>
          </p:cNvPr>
          <p:cNvSpPr>
            <a:spLocks noGrp="1"/>
          </p:cNvSpPr>
          <p:nvPr/>
        </p:nvSpPr>
        <p:spPr>
          <a:xfrm>
            <a:off x="433256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4" name="data_7515">
            <a:extLst>
              <a:ext uri="{FF2B5EF4-FFF2-40B4-BE49-F238E27FC236}">
                <a16:creationId xmlns:a16="http://schemas.microsoft.com/office/drawing/2014/main" id="{484BA2B1-5F83-4711-8162-4F42D2039C03}"/>
              </a:ext>
            </a:extLst>
          </p:cNvPr>
          <p:cNvSpPr>
            <a:spLocks noGrp="1"/>
          </p:cNvSpPr>
          <p:nvPr/>
        </p:nvSpPr>
        <p:spPr>
          <a:xfrm>
            <a:off x="439307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5" name="data_7516">
            <a:extLst>
              <a:ext uri="{FF2B5EF4-FFF2-40B4-BE49-F238E27FC236}">
                <a16:creationId xmlns:a16="http://schemas.microsoft.com/office/drawing/2014/main" id="{9A13E978-2E75-4AA7-8494-EE7650171233}"/>
              </a:ext>
            </a:extLst>
          </p:cNvPr>
          <p:cNvSpPr>
            <a:spLocks noGrp="1"/>
          </p:cNvSpPr>
          <p:nvPr/>
        </p:nvSpPr>
        <p:spPr>
          <a:xfrm>
            <a:off x="4370744" y="66839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6" name="data_7517">
            <a:extLst>
              <a:ext uri="{FF2B5EF4-FFF2-40B4-BE49-F238E27FC236}">
                <a16:creationId xmlns:a16="http://schemas.microsoft.com/office/drawing/2014/main" id="{F23F0902-26F1-43FF-B476-72F3138AB646}"/>
              </a:ext>
            </a:extLst>
          </p:cNvPr>
          <p:cNvSpPr>
            <a:spLocks noGrp="1"/>
          </p:cNvSpPr>
          <p:nvPr/>
        </p:nvSpPr>
        <p:spPr>
          <a:xfrm>
            <a:off x="435751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7" name="data_7518">
            <a:extLst>
              <a:ext uri="{FF2B5EF4-FFF2-40B4-BE49-F238E27FC236}">
                <a16:creationId xmlns:a16="http://schemas.microsoft.com/office/drawing/2014/main" id="{808FA17B-F935-4B4A-825F-848B05B1F414}"/>
              </a:ext>
            </a:extLst>
          </p:cNvPr>
          <p:cNvSpPr>
            <a:spLocks noGrp="1"/>
          </p:cNvSpPr>
          <p:nvPr/>
        </p:nvSpPr>
        <p:spPr>
          <a:xfrm>
            <a:off x="426869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8" name="data_7519">
            <a:extLst>
              <a:ext uri="{FF2B5EF4-FFF2-40B4-BE49-F238E27FC236}">
                <a16:creationId xmlns:a16="http://schemas.microsoft.com/office/drawing/2014/main" id="{81386A7A-43D8-4176-B3AD-13756F416EAE}"/>
              </a:ext>
            </a:extLst>
          </p:cNvPr>
          <p:cNvSpPr>
            <a:spLocks noGrp="1"/>
          </p:cNvSpPr>
          <p:nvPr/>
        </p:nvSpPr>
        <p:spPr>
          <a:xfrm>
            <a:off x="4419366" y="6430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9" name="data_7520">
            <a:extLst>
              <a:ext uri="{FF2B5EF4-FFF2-40B4-BE49-F238E27FC236}">
                <a16:creationId xmlns:a16="http://schemas.microsoft.com/office/drawing/2014/main" id="{F20E503B-6717-4AA4-9E0D-818AF5C53A42}"/>
              </a:ext>
            </a:extLst>
          </p:cNvPr>
          <p:cNvSpPr>
            <a:spLocks noGrp="1"/>
          </p:cNvSpPr>
          <p:nvPr/>
        </p:nvSpPr>
        <p:spPr>
          <a:xfrm>
            <a:off x="4403567" y="6698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0" name="data_7521">
            <a:extLst>
              <a:ext uri="{FF2B5EF4-FFF2-40B4-BE49-F238E27FC236}">
                <a16:creationId xmlns:a16="http://schemas.microsoft.com/office/drawing/2014/main" id="{F68884B6-0B5A-4FFF-B212-33415B1433E5}"/>
              </a:ext>
            </a:extLst>
          </p:cNvPr>
          <p:cNvSpPr>
            <a:spLocks noGrp="1"/>
          </p:cNvSpPr>
          <p:nvPr/>
        </p:nvSpPr>
        <p:spPr>
          <a:xfrm>
            <a:off x="4286825" y="5949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1" name="data_7522">
            <a:extLst>
              <a:ext uri="{FF2B5EF4-FFF2-40B4-BE49-F238E27FC236}">
                <a16:creationId xmlns:a16="http://schemas.microsoft.com/office/drawing/2014/main" id="{F9DE4E87-2677-4AA2-96FB-EE271D5206E2}"/>
              </a:ext>
            </a:extLst>
          </p:cNvPr>
          <p:cNvSpPr>
            <a:spLocks noGrp="1"/>
          </p:cNvSpPr>
          <p:nvPr/>
        </p:nvSpPr>
        <p:spPr>
          <a:xfrm>
            <a:off x="4393094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2" name="data_7523">
            <a:extLst>
              <a:ext uri="{FF2B5EF4-FFF2-40B4-BE49-F238E27FC236}">
                <a16:creationId xmlns:a16="http://schemas.microsoft.com/office/drawing/2014/main" id="{A83070EE-B6C8-4DA2-8415-5EC1D66C5C4C}"/>
              </a:ext>
            </a:extLst>
          </p:cNvPr>
          <p:cNvSpPr>
            <a:spLocks noGrp="1"/>
          </p:cNvSpPr>
          <p:nvPr/>
        </p:nvSpPr>
        <p:spPr>
          <a:xfrm>
            <a:off x="4353908" y="60574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3" name="data_7524">
            <a:extLst>
              <a:ext uri="{FF2B5EF4-FFF2-40B4-BE49-F238E27FC236}">
                <a16:creationId xmlns:a16="http://schemas.microsoft.com/office/drawing/2014/main" id="{9808F716-84D7-49FF-9F09-50E17DB496BA}"/>
              </a:ext>
            </a:extLst>
          </p:cNvPr>
          <p:cNvSpPr>
            <a:spLocks noGrp="1"/>
          </p:cNvSpPr>
          <p:nvPr/>
        </p:nvSpPr>
        <p:spPr>
          <a:xfrm>
            <a:off x="4324088" y="5306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4" name="data_7525">
            <a:extLst>
              <a:ext uri="{FF2B5EF4-FFF2-40B4-BE49-F238E27FC236}">
                <a16:creationId xmlns:a16="http://schemas.microsoft.com/office/drawing/2014/main" id="{FFC8F6DD-8359-4F89-BD21-77D5BF672652}"/>
              </a:ext>
            </a:extLst>
          </p:cNvPr>
          <p:cNvSpPr>
            <a:spLocks noGrp="1"/>
          </p:cNvSpPr>
          <p:nvPr/>
        </p:nvSpPr>
        <p:spPr>
          <a:xfrm>
            <a:off x="4426788" y="56038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5" name="data_7526">
            <a:extLst>
              <a:ext uri="{FF2B5EF4-FFF2-40B4-BE49-F238E27FC236}">
                <a16:creationId xmlns:a16="http://schemas.microsoft.com/office/drawing/2014/main" id="{C3542934-50F5-4DBC-B51D-41FFF826AF29}"/>
              </a:ext>
            </a:extLst>
          </p:cNvPr>
          <p:cNvSpPr>
            <a:spLocks noGrp="1"/>
          </p:cNvSpPr>
          <p:nvPr/>
        </p:nvSpPr>
        <p:spPr>
          <a:xfrm>
            <a:off x="436150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6" name="data_7527">
            <a:extLst>
              <a:ext uri="{FF2B5EF4-FFF2-40B4-BE49-F238E27FC236}">
                <a16:creationId xmlns:a16="http://schemas.microsoft.com/office/drawing/2014/main" id="{9DDC863D-87E3-4DB7-B1D2-CC00C09B5563}"/>
              </a:ext>
            </a:extLst>
          </p:cNvPr>
          <p:cNvSpPr>
            <a:spLocks noGrp="1"/>
          </p:cNvSpPr>
          <p:nvPr/>
        </p:nvSpPr>
        <p:spPr>
          <a:xfrm>
            <a:off x="4297154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7" name="data_7528">
            <a:extLst>
              <a:ext uri="{FF2B5EF4-FFF2-40B4-BE49-F238E27FC236}">
                <a16:creationId xmlns:a16="http://schemas.microsoft.com/office/drawing/2014/main" id="{558B6266-674A-4C1F-A5F8-5978BA283D35}"/>
              </a:ext>
            </a:extLst>
          </p:cNvPr>
          <p:cNvSpPr>
            <a:spLocks noGrp="1"/>
          </p:cNvSpPr>
          <p:nvPr/>
        </p:nvSpPr>
        <p:spPr>
          <a:xfrm>
            <a:off x="44314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8" name="data_7529">
            <a:extLst>
              <a:ext uri="{FF2B5EF4-FFF2-40B4-BE49-F238E27FC236}">
                <a16:creationId xmlns:a16="http://schemas.microsoft.com/office/drawing/2014/main" id="{67D1697C-3EFE-4987-B562-54D8666A099D}"/>
              </a:ext>
            </a:extLst>
          </p:cNvPr>
          <p:cNvSpPr>
            <a:spLocks noGrp="1"/>
          </p:cNvSpPr>
          <p:nvPr/>
        </p:nvSpPr>
        <p:spPr>
          <a:xfrm>
            <a:off x="4279342" y="5467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9" name="data_7530">
            <a:extLst>
              <a:ext uri="{FF2B5EF4-FFF2-40B4-BE49-F238E27FC236}">
                <a16:creationId xmlns:a16="http://schemas.microsoft.com/office/drawing/2014/main" id="{C4CAB29D-344A-4D77-A774-C29373F74095}"/>
              </a:ext>
            </a:extLst>
          </p:cNvPr>
          <p:cNvSpPr>
            <a:spLocks noGrp="1"/>
          </p:cNvSpPr>
          <p:nvPr/>
        </p:nvSpPr>
        <p:spPr>
          <a:xfrm>
            <a:off x="426049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0" name="data_7531">
            <a:extLst>
              <a:ext uri="{FF2B5EF4-FFF2-40B4-BE49-F238E27FC236}">
                <a16:creationId xmlns:a16="http://schemas.microsoft.com/office/drawing/2014/main" id="{9A462656-C081-4EB3-8576-84525DEE3A0E}"/>
              </a:ext>
            </a:extLst>
          </p:cNvPr>
          <p:cNvSpPr>
            <a:spLocks noGrp="1"/>
          </p:cNvSpPr>
          <p:nvPr/>
        </p:nvSpPr>
        <p:spPr>
          <a:xfrm>
            <a:off x="435143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1" name="data_7532">
            <a:extLst>
              <a:ext uri="{FF2B5EF4-FFF2-40B4-BE49-F238E27FC236}">
                <a16:creationId xmlns:a16="http://schemas.microsoft.com/office/drawing/2014/main" id="{1C30FB85-5341-4C63-AB09-081786FA7CEC}"/>
              </a:ext>
            </a:extLst>
          </p:cNvPr>
          <p:cNvSpPr>
            <a:spLocks noGrp="1"/>
          </p:cNvSpPr>
          <p:nvPr/>
        </p:nvSpPr>
        <p:spPr>
          <a:xfrm>
            <a:off x="432139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2" name="data_7533">
            <a:extLst>
              <a:ext uri="{FF2B5EF4-FFF2-40B4-BE49-F238E27FC236}">
                <a16:creationId xmlns:a16="http://schemas.microsoft.com/office/drawing/2014/main" id="{0B642ECC-B0A5-4361-A82B-893C5D54AE66}"/>
              </a:ext>
            </a:extLst>
          </p:cNvPr>
          <p:cNvSpPr>
            <a:spLocks noGrp="1"/>
          </p:cNvSpPr>
          <p:nvPr/>
        </p:nvSpPr>
        <p:spPr>
          <a:xfrm>
            <a:off x="4340083" y="68803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3" name="data_7534">
            <a:extLst>
              <a:ext uri="{FF2B5EF4-FFF2-40B4-BE49-F238E27FC236}">
                <a16:creationId xmlns:a16="http://schemas.microsoft.com/office/drawing/2014/main" id="{EA0692E3-9350-40B5-BC7E-93F87A3A69B2}"/>
              </a:ext>
            </a:extLst>
          </p:cNvPr>
          <p:cNvSpPr>
            <a:spLocks noGrp="1"/>
          </p:cNvSpPr>
          <p:nvPr/>
        </p:nvSpPr>
        <p:spPr>
          <a:xfrm>
            <a:off x="4306390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4" name="data_7535">
            <a:extLst>
              <a:ext uri="{FF2B5EF4-FFF2-40B4-BE49-F238E27FC236}">
                <a16:creationId xmlns:a16="http://schemas.microsoft.com/office/drawing/2014/main" id="{98CB14EC-0286-4A93-83A9-8B97422B4386}"/>
              </a:ext>
            </a:extLst>
          </p:cNvPr>
          <p:cNvSpPr>
            <a:spLocks noGrp="1"/>
          </p:cNvSpPr>
          <p:nvPr/>
        </p:nvSpPr>
        <p:spPr>
          <a:xfrm>
            <a:off x="4340833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5" name="data_7536">
            <a:extLst>
              <a:ext uri="{FF2B5EF4-FFF2-40B4-BE49-F238E27FC236}">
                <a16:creationId xmlns:a16="http://schemas.microsoft.com/office/drawing/2014/main" id="{0C0DD6E8-CB37-4396-8375-C657666BEECB}"/>
              </a:ext>
            </a:extLst>
          </p:cNvPr>
          <p:cNvSpPr>
            <a:spLocks noGrp="1"/>
          </p:cNvSpPr>
          <p:nvPr/>
        </p:nvSpPr>
        <p:spPr>
          <a:xfrm>
            <a:off x="433824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6" name="data_7537">
            <a:extLst>
              <a:ext uri="{FF2B5EF4-FFF2-40B4-BE49-F238E27FC236}">
                <a16:creationId xmlns:a16="http://schemas.microsoft.com/office/drawing/2014/main" id="{5B5C655E-4A25-4E87-BE56-5224A5509254}"/>
              </a:ext>
            </a:extLst>
          </p:cNvPr>
          <p:cNvSpPr>
            <a:spLocks noGrp="1"/>
          </p:cNvSpPr>
          <p:nvPr/>
        </p:nvSpPr>
        <p:spPr>
          <a:xfrm>
            <a:off x="440989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7" name="data_7538">
            <a:extLst>
              <a:ext uri="{FF2B5EF4-FFF2-40B4-BE49-F238E27FC236}">
                <a16:creationId xmlns:a16="http://schemas.microsoft.com/office/drawing/2014/main" id="{373B9E79-3777-4E5A-8A37-8EB2FB781FFE}"/>
              </a:ext>
            </a:extLst>
          </p:cNvPr>
          <p:cNvSpPr>
            <a:spLocks noGrp="1"/>
          </p:cNvSpPr>
          <p:nvPr/>
        </p:nvSpPr>
        <p:spPr>
          <a:xfrm>
            <a:off x="439727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8" name="data_7539">
            <a:extLst>
              <a:ext uri="{FF2B5EF4-FFF2-40B4-BE49-F238E27FC236}">
                <a16:creationId xmlns:a16="http://schemas.microsoft.com/office/drawing/2014/main" id="{AA661625-6675-47F2-9022-98C584F670FC}"/>
              </a:ext>
            </a:extLst>
          </p:cNvPr>
          <p:cNvSpPr>
            <a:spLocks noGrp="1"/>
          </p:cNvSpPr>
          <p:nvPr/>
        </p:nvSpPr>
        <p:spPr>
          <a:xfrm>
            <a:off x="4365678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9" name="data_7540">
            <a:extLst>
              <a:ext uri="{FF2B5EF4-FFF2-40B4-BE49-F238E27FC236}">
                <a16:creationId xmlns:a16="http://schemas.microsoft.com/office/drawing/2014/main" id="{07E6FE5A-029C-4059-A4A9-6003D1301E0A}"/>
              </a:ext>
            </a:extLst>
          </p:cNvPr>
          <p:cNvSpPr>
            <a:spLocks noGrp="1"/>
          </p:cNvSpPr>
          <p:nvPr/>
        </p:nvSpPr>
        <p:spPr>
          <a:xfrm>
            <a:off x="440738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0" name="data_7541">
            <a:extLst>
              <a:ext uri="{FF2B5EF4-FFF2-40B4-BE49-F238E27FC236}">
                <a16:creationId xmlns:a16="http://schemas.microsoft.com/office/drawing/2014/main" id="{D8A0A33B-EA87-4038-91E7-D82CC133A94E}"/>
              </a:ext>
            </a:extLst>
          </p:cNvPr>
          <p:cNvSpPr>
            <a:spLocks noGrp="1"/>
          </p:cNvSpPr>
          <p:nvPr/>
        </p:nvSpPr>
        <p:spPr>
          <a:xfrm>
            <a:off x="4315019" y="69024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1" name="data_7542">
            <a:extLst>
              <a:ext uri="{FF2B5EF4-FFF2-40B4-BE49-F238E27FC236}">
                <a16:creationId xmlns:a16="http://schemas.microsoft.com/office/drawing/2014/main" id="{63095F96-2734-424E-8819-6915C0F49BD0}"/>
              </a:ext>
            </a:extLst>
          </p:cNvPr>
          <p:cNvSpPr>
            <a:spLocks noGrp="1"/>
          </p:cNvSpPr>
          <p:nvPr/>
        </p:nvSpPr>
        <p:spPr>
          <a:xfrm>
            <a:off x="427555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2" name="data_7543">
            <a:extLst>
              <a:ext uri="{FF2B5EF4-FFF2-40B4-BE49-F238E27FC236}">
                <a16:creationId xmlns:a16="http://schemas.microsoft.com/office/drawing/2014/main" id="{322C1379-BE92-48F4-B14A-40124EEF7C9F}"/>
              </a:ext>
            </a:extLst>
          </p:cNvPr>
          <p:cNvSpPr>
            <a:spLocks noGrp="1"/>
          </p:cNvSpPr>
          <p:nvPr/>
        </p:nvSpPr>
        <p:spPr>
          <a:xfrm>
            <a:off x="4386097" y="6896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3" name="data_7544">
            <a:extLst>
              <a:ext uri="{FF2B5EF4-FFF2-40B4-BE49-F238E27FC236}">
                <a16:creationId xmlns:a16="http://schemas.microsoft.com/office/drawing/2014/main" id="{C08D31DF-9EE1-44AB-BE96-896D4BC20038}"/>
              </a:ext>
            </a:extLst>
          </p:cNvPr>
          <p:cNvSpPr>
            <a:spLocks noGrp="1"/>
          </p:cNvSpPr>
          <p:nvPr/>
        </p:nvSpPr>
        <p:spPr>
          <a:xfrm>
            <a:off x="4349343" y="6546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4" name="data_7545">
            <a:extLst>
              <a:ext uri="{FF2B5EF4-FFF2-40B4-BE49-F238E27FC236}">
                <a16:creationId xmlns:a16="http://schemas.microsoft.com/office/drawing/2014/main" id="{CFC0E508-C48B-4E8E-9832-37B16235A19B}"/>
              </a:ext>
            </a:extLst>
          </p:cNvPr>
          <p:cNvSpPr>
            <a:spLocks noGrp="1"/>
          </p:cNvSpPr>
          <p:nvPr/>
        </p:nvSpPr>
        <p:spPr>
          <a:xfrm>
            <a:off x="4364027" y="6820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5" name="data_7546">
            <a:extLst>
              <a:ext uri="{FF2B5EF4-FFF2-40B4-BE49-F238E27FC236}">
                <a16:creationId xmlns:a16="http://schemas.microsoft.com/office/drawing/2014/main" id="{B637EF44-CA8B-4E60-8CC1-AFECA1200942}"/>
              </a:ext>
            </a:extLst>
          </p:cNvPr>
          <p:cNvSpPr>
            <a:spLocks noGrp="1"/>
          </p:cNvSpPr>
          <p:nvPr/>
        </p:nvSpPr>
        <p:spPr>
          <a:xfrm>
            <a:off x="432665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6" name="data_7547">
            <a:extLst>
              <a:ext uri="{FF2B5EF4-FFF2-40B4-BE49-F238E27FC236}">
                <a16:creationId xmlns:a16="http://schemas.microsoft.com/office/drawing/2014/main" id="{CD774436-638A-44ED-ABE8-0AC74CCB7A4A}"/>
              </a:ext>
            </a:extLst>
          </p:cNvPr>
          <p:cNvSpPr>
            <a:spLocks noGrp="1"/>
          </p:cNvSpPr>
          <p:nvPr/>
        </p:nvSpPr>
        <p:spPr>
          <a:xfrm>
            <a:off x="432636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7" name="data_7548">
            <a:extLst>
              <a:ext uri="{FF2B5EF4-FFF2-40B4-BE49-F238E27FC236}">
                <a16:creationId xmlns:a16="http://schemas.microsoft.com/office/drawing/2014/main" id="{D14D91AF-CA30-4AC8-80A8-27A9A6C526DB}"/>
              </a:ext>
            </a:extLst>
          </p:cNvPr>
          <p:cNvSpPr>
            <a:spLocks noGrp="1"/>
          </p:cNvSpPr>
          <p:nvPr/>
        </p:nvSpPr>
        <p:spPr>
          <a:xfrm>
            <a:off x="437119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8" name="data_7549">
            <a:extLst>
              <a:ext uri="{FF2B5EF4-FFF2-40B4-BE49-F238E27FC236}">
                <a16:creationId xmlns:a16="http://schemas.microsoft.com/office/drawing/2014/main" id="{A6085B3B-DA0E-47E7-B2C0-7CF32DB5B40E}"/>
              </a:ext>
            </a:extLst>
          </p:cNvPr>
          <p:cNvSpPr>
            <a:spLocks noGrp="1"/>
          </p:cNvSpPr>
          <p:nvPr/>
        </p:nvSpPr>
        <p:spPr>
          <a:xfrm>
            <a:off x="427320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9" name="data_7550">
            <a:extLst>
              <a:ext uri="{FF2B5EF4-FFF2-40B4-BE49-F238E27FC236}">
                <a16:creationId xmlns:a16="http://schemas.microsoft.com/office/drawing/2014/main" id="{3CCB030D-9933-4F3C-B750-E67FDD605840}"/>
              </a:ext>
            </a:extLst>
          </p:cNvPr>
          <p:cNvSpPr>
            <a:spLocks noGrp="1"/>
          </p:cNvSpPr>
          <p:nvPr/>
        </p:nvSpPr>
        <p:spPr>
          <a:xfrm>
            <a:off x="434059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0" name="data_7551">
            <a:extLst>
              <a:ext uri="{FF2B5EF4-FFF2-40B4-BE49-F238E27FC236}">
                <a16:creationId xmlns:a16="http://schemas.microsoft.com/office/drawing/2014/main" id="{F76D258B-0C6B-463E-984D-3175491D5B69}"/>
              </a:ext>
            </a:extLst>
          </p:cNvPr>
          <p:cNvSpPr>
            <a:spLocks noGrp="1"/>
          </p:cNvSpPr>
          <p:nvPr/>
        </p:nvSpPr>
        <p:spPr>
          <a:xfrm>
            <a:off x="443184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1" name="data_7552">
            <a:extLst>
              <a:ext uri="{FF2B5EF4-FFF2-40B4-BE49-F238E27FC236}">
                <a16:creationId xmlns:a16="http://schemas.microsoft.com/office/drawing/2014/main" id="{7EEFF414-9705-4DF3-ACFB-4E45D599F80C}"/>
              </a:ext>
            </a:extLst>
          </p:cNvPr>
          <p:cNvSpPr>
            <a:spLocks noGrp="1"/>
          </p:cNvSpPr>
          <p:nvPr/>
        </p:nvSpPr>
        <p:spPr>
          <a:xfrm>
            <a:off x="427512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2" name="data_7553">
            <a:extLst>
              <a:ext uri="{FF2B5EF4-FFF2-40B4-BE49-F238E27FC236}">
                <a16:creationId xmlns:a16="http://schemas.microsoft.com/office/drawing/2014/main" id="{F387332B-EC23-4F5D-8612-401BC4800C31}"/>
              </a:ext>
            </a:extLst>
          </p:cNvPr>
          <p:cNvSpPr>
            <a:spLocks noGrp="1"/>
          </p:cNvSpPr>
          <p:nvPr/>
        </p:nvSpPr>
        <p:spPr>
          <a:xfrm>
            <a:off x="4407455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3" name="data_7554">
            <a:extLst>
              <a:ext uri="{FF2B5EF4-FFF2-40B4-BE49-F238E27FC236}">
                <a16:creationId xmlns:a16="http://schemas.microsoft.com/office/drawing/2014/main" id="{A6A86F4B-2825-49FD-9871-A4F7F5C724DF}"/>
              </a:ext>
            </a:extLst>
          </p:cNvPr>
          <p:cNvSpPr>
            <a:spLocks noGrp="1"/>
          </p:cNvSpPr>
          <p:nvPr/>
        </p:nvSpPr>
        <p:spPr>
          <a:xfrm>
            <a:off x="4264233" y="6591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4" name="data_7555">
            <a:extLst>
              <a:ext uri="{FF2B5EF4-FFF2-40B4-BE49-F238E27FC236}">
                <a16:creationId xmlns:a16="http://schemas.microsoft.com/office/drawing/2014/main" id="{79F8BA06-B78A-4388-BEA0-78841CC8780B}"/>
              </a:ext>
            </a:extLst>
          </p:cNvPr>
          <p:cNvSpPr>
            <a:spLocks noGrp="1"/>
          </p:cNvSpPr>
          <p:nvPr/>
        </p:nvSpPr>
        <p:spPr>
          <a:xfrm>
            <a:off x="4285939" y="6462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5" name="data_7556">
            <a:extLst>
              <a:ext uri="{FF2B5EF4-FFF2-40B4-BE49-F238E27FC236}">
                <a16:creationId xmlns:a16="http://schemas.microsoft.com/office/drawing/2014/main" id="{5CA2676C-05A4-4331-B0D0-8D321E3C8F35}"/>
              </a:ext>
            </a:extLst>
          </p:cNvPr>
          <p:cNvSpPr>
            <a:spLocks noGrp="1"/>
          </p:cNvSpPr>
          <p:nvPr/>
        </p:nvSpPr>
        <p:spPr>
          <a:xfrm>
            <a:off x="431886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6" name="data_7557">
            <a:extLst>
              <a:ext uri="{FF2B5EF4-FFF2-40B4-BE49-F238E27FC236}">
                <a16:creationId xmlns:a16="http://schemas.microsoft.com/office/drawing/2014/main" id="{62344B81-0A5E-4783-9C33-3DE920625570}"/>
              </a:ext>
            </a:extLst>
          </p:cNvPr>
          <p:cNvSpPr>
            <a:spLocks noGrp="1"/>
          </p:cNvSpPr>
          <p:nvPr/>
        </p:nvSpPr>
        <p:spPr>
          <a:xfrm>
            <a:off x="4335459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7" name="data_7558">
            <a:extLst>
              <a:ext uri="{FF2B5EF4-FFF2-40B4-BE49-F238E27FC236}">
                <a16:creationId xmlns:a16="http://schemas.microsoft.com/office/drawing/2014/main" id="{C6DE403A-A559-43F9-BD5E-17269486EE9A}"/>
              </a:ext>
            </a:extLst>
          </p:cNvPr>
          <p:cNvSpPr>
            <a:spLocks noGrp="1"/>
          </p:cNvSpPr>
          <p:nvPr/>
        </p:nvSpPr>
        <p:spPr>
          <a:xfrm>
            <a:off x="4301960" y="50659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8" name="data_7559">
            <a:extLst>
              <a:ext uri="{FF2B5EF4-FFF2-40B4-BE49-F238E27FC236}">
                <a16:creationId xmlns:a16="http://schemas.microsoft.com/office/drawing/2014/main" id="{2C2F7671-BB16-4D2B-9EE0-854C19DA20E8}"/>
              </a:ext>
            </a:extLst>
          </p:cNvPr>
          <p:cNvSpPr>
            <a:spLocks noGrp="1"/>
          </p:cNvSpPr>
          <p:nvPr/>
        </p:nvSpPr>
        <p:spPr>
          <a:xfrm>
            <a:off x="4319252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9" name="data_7560">
            <a:extLst>
              <a:ext uri="{FF2B5EF4-FFF2-40B4-BE49-F238E27FC236}">
                <a16:creationId xmlns:a16="http://schemas.microsoft.com/office/drawing/2014/main" id="{B758DCDA-6F35-48F8-AD76-CD64778F068B}"/>
              </a:ext>
            </a:extLst>
          </p:cNvPr>
          <p:cNvSpPr>
            <a:spLocks noGrp="1"/>
          </p:cNvSpPr>
          <p:nvPr/>
        </p:nvSpPr>
        <p:spPr>
          <a:xfrm>
            <a:off x="4362116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0" name="data_7561">
            <a:extLst>
              <a:ext uri="{FF2B5EF4-FFF2-40B4-BE49-F238E27FC236}">
                <a16:creationId xmlns:a16="http://schemas.microsoft.com/office/drawing/2014/main" id="{0D0ACDDF-974C-4E8B-A583-A1067C4FACD1}"/>
              </a:ext>
            </a:extLst>
          </p:cNvPr>
          <p:cNvSpPr>
            <a:spLocks noGrp="1"/>
          </p:cNvSpPr>
          <p:nvPr/>
        </p:nvSpPr>
        <p:spPr>
          <a:xfrm>
            <a:off x="4283271" y="49856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1" name="data_7562">
            <a:extLst>
              <a:ext uri="{FF2B5EF4-FFF2-40B4-BE49-F238E27FC236}">
                <a16:creationId xmlns:a16="http://schemas.microsoft.com/office/drawing/2014/main" id="{35760AC2-943D-4ECF-A39F-6A8B7FFE2B85}"/>
              </a:ext>
            </a:extLst>
          </p:cNvPr>
          <p:cNvSpPr>
            <a:spLocks noGrp="1"/>
          </p:cNvSpPr>
          <p:nvPr/>
        </p:nvSpPr>
        <p:spPr>
          <a:xfrm>
            <a:off x="4381787" y="67748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2" name="data_7563">
            <a:extLst>
              <a:ext uri="{FF2B5EF4-FFF2-40B4-BE49-F238E27FC236}">
                <a16:creationId xmlns:a16="http://schemas.microsoft.com/office/drawing/2014/main" id="{B34FDD54-4038-42FC-8472-2139FCB6A332}"/>
              </a:ext>
            </a:extLst>
          </p:cNvPr>
          <p:cNvSpPr>
            <a:spLocks noGrp="1"/>
          </p:cNvSpPr>
          <p:nvPr/>
        </p:nvSpPr>
        <p:spPr>
          <a:xfrm>
            <a:off x="1097756" y="4887803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813" name="data_7564">
            <a:extLst>
              <a:ext uri="{FF2B5EF4-FFF2-40B4-BE49-F238E27FC236}">
                <a16:creationId xmlns:a16="http://schemas.microsoft.com/office/drawing/2014/main" id="{E294042C-9C18-4D93-8A58-9E3205643BA2}"/>
              </a:ext>
            </a:extLst>
          </p:cNvPr>
          <p:cNvSpPr>
            <a:spLocks noGrp="1"/>
          </p:cNvSpPr>
          <p:nvPr/>
        </p:nvSpPr>
        <p:spPr>
          <a:xfrm>
            <a:off x="1097756" y="6930178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814" name="text_7565">
            <a:extLst>
              <a:ext uri="{FF2B5EF4-FFF2-40B4-BE49-F238E27FC236}">
                <a16:creationId xmlns:a16="http://schemas.microsoft.com/office/drawing/2014/main" id="{CA04C85D-2D16-47FC-B0A4-1BC72371F7B0}"/>
              </a:ext>
            </a:extLst>
          </p:cNvPr>
          <p:cNvSpPr>
            <a:spLocks noGrp="1"/>
          </p:cNvSpPr>
          <p:nvPr/>
        </p:nvSpPr>
        <p:spPr>
          <a:xfrm rot="0">
            <a:off x="618927" y="4574402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4815" name="text_7566">
            <a:extLst>
              <a:ext uri="{FF2B5EF4-FFF2-40B4-BE49-F238E27FC236}">
                <a16:creationId xmlns:a16="http://schemas.microsoft.com/office/drawing/2014/main" id="{E92A5F5E-0D97-40CE-80F8-DD4CCD8F55A6}"/>
              </a:ext>
            </a:extLst>
          </p:cNvPr>
          <p:cNvSpPr>
            <a:spLocks noGrp="1"/>
          </p:cNvSpPr>
          <p:nvPr/>
        </p:nvSpPr>
        <p:spPr>
          <a:xfrm rot="0">
            <a:off x="1097756" y="459697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816" name="data_7567">
            <a:extLst>
              <a:ext uri="{FF2B5EF4-FFF2-40B4-BE49-F238E27FC236}">
                <a16:creationId xmlns:a16="http://schemas.microsoft.com/office/drawing/2014/main" id="{82CB553C-C033-495A-8524-CB6D78A89FBC}"/>
              </a:ext>
            </a:extLst>
          </p:cNvPr>
          <p:cNvSpPr>
            <a:spLocks noGrp="1"/>
          </p:cNvSpPr>
          <p:nvPr/>
        </p:nvSpPr>
        <p:spPr>
          <a:xfrm>
            <a:off x="1407961" y="6733371"/>
            <a:ext cx="191" cy="104243"/>
          </a:xfrm>
          <a:custGeom>
            <a:pathLst>
              <a:path w="191" h="104243">
                <a:moveTo>
                  <a:pt x="0" y="104243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7" name="data_7568">
            <a:extLst>
              <a:ext uri="{FF2B5EF4-FFF2-40B4-BE49-F238E27FC236}">
                <a16:creationId xmlns:a16="http://schemas.microsoft.com/office/drawing/2014/main" id="{F4D34AC1-F4AE-4873-B240-1A22F83B7E68}"/>
              </a:ext>
            </a:extLst>
          </p:cNvPr>
          <p:cNvSpPr>
            <a:spLocks noGrp="1"/>
          </p:cNvSpPr>
          <p:nvPr/>
        </p:nvSpPr>
        <p:spPr>
          <a:xfrm>
            <a:off x="1354272" y="6837614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8" name="data_7569">
            <a:extLst>
              <a:ext uri="{FF2B5EF4-FFF2-40B4-BE49-F238E27FC236}">
                <a16:creationId xmlns:a16="http://schemas.microsoft.com/office/drawing/2014/main" id="{245BFDE0-9D3F-40F1-BEA5-864A2C3747D6}"/>
              </a:ext>
            </a:extLst>
          </p:cNvPr>
          <p:cNvSpPr>
            <a:spLocks noGrp="1"/>
          </p:cNvSpPr>
          <p:nvPr/>
        </p:nvSpPr>
        <p:spPr>
          <a:xfrm>
            <a:off x="1354272" y="6733371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9" name="data_7570">
            <a:extLst>
              <a:ext uri="{FF2B5EF4-FFF2-40B4-BE49-F238E27FC236}">
                <a16:creationId xmlns:a16="http://schemas.microsoft.com/office/drawing/2014/main" id="{2BB436EE-1792-4CA0-82B4-77121314DDD2}"/>
              </a:ext>
            </a:extLst>
          </p:cNvPr>
          <p:cNvSpPr>
            <a:spLocks noGrp="1"/>
          </p:cNvSpPr>
          <p:nvPr/>
        </p:nvSpPr>
        <p:spPr>
          <a:xfrm>
            <a:off x="1694303" y="5887593"/>
            <a:ext cx="191" cy="233528"/>
          </a:xfrm>
          <a:custGeom>
            <a:pathLst>
              <a:path w="191" h="233528">
                <a:moveTo>
                  <a:pt x="0" y="23352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0" name="data_7571">
            <a:extLst>
              <a:ext uri="{FF2B5EF4-FFF2-40B4-BE49-F238E27FC236}">
                <a16:creationId xmlns:a16="http://schemas.microsoft.com/office/drawing/2014/main" id="{7960CF0E-7042-473D-9BFA-B3AF0B2AE003}"/>
              </a:ext>
            </a:extLst>
          </p:cNvPr>
          <p:cNvSpPr>
            <a:spLocks noGrp="1"/>
          </p:cNvSpPr>
          <p:nvPr/>
        </p:nvSpPr>
        <p:spPr>
          <a:xfrm>
            <a:off x="1640614" y="6121121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1" name="data_7572">
            <a:extLst>
              <a:ext uri="{FF2B5EF4-FFF2-40B4-BE49-F238E27FC236}">
                <a16:creationId xmlns:a16="http://schemas.microsoft.com/office/drawing/2014/main" id="{A5132EA0-954E-4E7D-B1E9-C132E9DE6153}"/>
              </a:ext>
            </a:extLst>
          </p:cNvPr>
          <p:cNvSpPr>
            <a:spLocks noGrp="1"/>
          </p:cNvSpPr>
          <p:nvPr/>
        </p:nvSpPr>
        <p:spPr>
          <a:xfrm>
            <a:off x="1640614" y="5887593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2" name="data_7573">
            <a:extLst>
              <a:ext uri="{FF2B5EF4-FFF2-40B4-BE49-F238E27FC236}">
                <a16:creationId xmlns:a16="http://schemas.microsoft.com/office/drawing/2014/main" id="{4F20AA10-59BA-4701-8AB4-04AFF5CE762A}"/>
              </a:ext>
            </a:extLst>
          </p:cNvPr>
          <p:cNvSpPr>
            <a:spLocks noGrp="1"/>
          </p:cNvSpPr>
          <p:nvPr/>
        </p:nvSpPr>
        <p:spPr>
          <a:xfrm>
            <a:off x="1980646" y="5714575"/>
            <a:ext cx="191" cy="213694"/>
          </a:xfrm>
          <a:custGeom>
            <a:pathLst>
              <a:path w="191" h="213694">
                <a:moveTo>
                  <a:pt x="0" y="213694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3" name="data_7574">
            <a:extLst>
              <a:ext uri="{FF2B5EF4-FFF2-40B4-BE49-F238E27FC236}">
                <a16:creationId xmlns:a16="http://schemas.microsoft.com/office/drawing/2014/main" id="{E67A70F0-66E6-4864-B201-7C2BDCCD2E16}"/>
              </a:ext>
            </a:extLst>
          </p:cNvPr>
          <p:cNvSpPr>
            <a:spLocks noGrp="1"/>
          </p:cNvSpPr>
          <p:nvPr/>
        </p:nvSpPr>
        <p:spPr>
          <a:xfrm>
            <a:off x="1926957" y="5928269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4" name="data_7575">
            <a:extLst>
              <a:ext uri="{FF2B5EF4-FFF2-40B4-BE49-F238E27FC236}">
                <a16:creationId xmlns:a16="http://schemas.microsoft.com/office/drawing/2014/main" id="{9DFDE579-3C8D-4C99-96FC-0418C2308B01}"/>
              </a:ext>
            </a:extLst>
          </p:cNvPr>
          <p:cNvSpPr>
            <a:spLocks noGrp="1"/>
          </p:cNvSpPr>
          <p:nvPr/>
        </p:nvSpPr>
        <p:spPr>
          <a:xfrm>
            <a:off x="1926957" y="5714575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5" name="data_7576">
            <a:extLst>
              <a:ext uri="{FF2B5EF4-FFF2-40B4-BE49-F238E27FC236}">
                <a16:creationId xmlns:a16="http://schemas.microsoft.com/office/drawing/2014/main" id="{CF635048-0FE5-4530-878E-15413779A0F2}"/>
              </a:ext>
            </a:extLst>
          </p:cNvPr>
          <p:cNvSpPr>
            <a:spLocks noGrp="1"/>
          </p:cNvSpPr>
          <p:nvPr/>
        </p:nvSpPr>
        <p:spPr>
          <a:xfrm>
            <a:off x="2601055" y="5872796"/>
            <a:ext cx="191" cy="331513"/>
          </a:xfrm>
          <a:custGeom>
            <a:pathLst>
              <a:path w="191" h="331513">
                <a:moveTo>
                  <a:pt x="0" y="331513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6" name="data_7577">
            <a:extLst>
              <a:ext uri="{FF2B5EF4-FFF2-40B4-BE49-F238E27FC236}">
                <a16:creationId xmlns:a16="http://schemas.microsoft.com/office/drawing/2014/main" id="{90B1B517-24B3-45C8-9E6A-BA328AECABB1}"/>
              </a:ext>
            </a:extLst>
          </p:cNvPr>
          <p:cNvSpPr>
            <a:spLocks noGrp="1"/>
          </p:cNvSpPr>
          <p:nvPr/>
        </p:nvSpPr>
        <p:spPr>
          <a:xfrm>
            <a:off x="2547366" y="6204309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7" name="data_7578">
            <a:extLst>
              <a:ext uri="{FF2B5EF4-FFF2-40B4-BE49-F238E27FC236}">
                <a16:creationId xmlns:a16="http://schemas.microsoft.com/office/drawing/2014/main" id="{50E93F64-285B-4307-8D09-34577DD28620}"/>
              </a:ext>
            </a:extLst>
          </p:cNvPr>
          <p:cNvSpPr>
            <a:spLocks noGrp="1"/>
          </p:cNvSpPr>
          <p:nvPr/>
        </p:nvSpPr>
        <p:spPr>
          <a:xfrm>
            <a:off x="2547366" y="5872796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8" name="data_7579">
            <a:extLst>
              <a:ext uri="{FF2B5EF4-FFF2-40B4-BE49-F238E27FC236}">
                <a16:creationId xmlns:a16="http://schemas.microsoft.com/office/drawing/2014/main" id="{120B71BE-C938-4F9B-858B-F846B43503CD}"/>
              </a:ext>
            </a:extLst>
          </p:cNvPr>
          <p:cNvSpPr>
            <a:spLocks noGrp="1"/>
          </p:cNvSpPr>
          <p:nvPr/>
        </p:nvSpPr>
        <p:spPr>
          <a:xfrm>
            <a:off x="2887398" y="5676332"/>
            <a:ext cx="191" cy="299382"/>
          </a:xfrm>
          <a:custGeom>
            <a:pathLst>
              <a:path w="191" h="299382">
                <a:moveTo>
                  <a:pt x="0" y="29938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9" name="data_7580">
            <a:extLst>
              <a:ext uri="{FF2B5EF4-FFF2-40B4-BE49-F238E27FC236}">
                <a16:creationId xmlns:a16="http://schemas.microsoft.com/office/drawing/2014/main" id="{C363ECE2-2B19-4D9B-8595-24FD2D509B9A}"/>
              </a:ext>
            </a:extLst>
          </p:cNvPr>
          <p:cNvSpPr>
            <a:spLocks noGrp="1"/>
          </p:cNvSpPr>
          <p:nvPr/>
        </p:nvSpPr>
        <p:spPr>
          <a:xfrm>
            <a:off x="2833709" y="5975714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0" name="data_7581">
            <a:extLst>
              <a:ext uri="{FF2B5EF4-FFF2-40B4-BE49-F238E27FC236}">
                <a16:creationId xmlns:a16="http://schemas.microsoft.com/office/drawing/2014/main" id="{4616839B-8BB4-443A-8854-B24EDB28E470}"/>
              </a:ext>
            </a:extLst>
          </p:cNvPr>
          <p:cNvSpPr>
            <a:spLocks noGrp="1"/>
          </p:cNvSpPr>
          <p:nvPr/>
        </p:nvSpPr>
        <p:spPr>
          <a:xfrm>
            <a:off x="2833709" y="5676332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1" name="data_7582">
            <a:extLst>
              <a:ext uri="{FF2B5EF4-FFF2-40B4-BE49-F238E27FC236}">
                <a16:creationId xmlns:a16="http://schemas.microsoft.com/office/drawing/2014/main" id="{F31A9F6A-0D6B-47D9-B85D-E38FAFC4A49C}"/>
              </a:ext>
            </a:extLst>
          </p:cNvPr>
          <p:cNvSpPr>
            <a:spLocks noGrp="1"/>
          </p:cNvSpPr>
          <p:nvPr/>
        </p:nvSpPr>
        <p:spPr>
          <a:xfrm>
            <a:off x="3173741" y="5432124"/>
            <a:ext cx="191" cy="295858"/>
          </a:xfrm>
          <a:custGeom>
            <a:pathLst>
              <a:path w="191" h="295858">
                <a:moveTo>
                  <a:pt x="0" y="29585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2" name="data_7583">
            <a:extLst>
              <a:ext uri="{FF2B5EF4-FFF2-40B4-BE49-F238E27FC236}">
                <a16:creationId xmlns:a16="http://schemas.microsoft.com/office/drawing/2014/main" id="{B782FD5B-DDF9-430A-9B35-53AA7B13796C}"/>
              </a:ext>
            </a:extLst>
          </p:cNvPr>
          <p:cNvSpPr>
            <a:spLocks noGrp="1"/>
          </p:cNvSpPr>
          <p:nvPr/>
        </p:nvSpPr>
        <p:spPr>
          <a:xfrm>
            <a:off x="3120051" y="5727981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3" name="data_7584">
            <a:extLst>
              <a:ext uri="{FF2B5EF4-FFF2-40B4-BE49-F238E27FC236}">
                <a16:creationId xmlns:a16="http://schemas.microsoft.com/office/drawing/2014/main" id="{3214CD36-D654-4451-A46F-6B3E61E8D327}"/>
              </a:ext>
            </a:extLst>
          </p:cNvPr>
          <p:cNvSpPr>
            <a:spLocks noGrp="1"/>
          </p:cNvSpPr>
          <p:nvPr/>
        </p:nvSpPr>
        <p:spPr>
          <a:xfrm>
            <a:off x="3120051" y="5432124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4" name="data_7585">
            <a:extLst>
              <a:ext uri="{FF2B5EF4-FFF2-40B4-BE49-F238E27FC236}">
                <a16:creationId xmlns:a16="http://schemas.microsoft.com/office/drawing/2014/main" id="{D90B36D5-7533-4634-9CB3-2788DDDDE7FD}"/>
              </a:ext>
            </a:extLst>
          </p:cNvPr>
          <p:cNvSpPr>
            <a:spLocks noGrp="1"/>
          </p:cNvSpPr>
          <p:nvPr/>
        </p:nvSpPr>
        <p:spPr>
          <a:xfrm>
            <a:off x="3794150" y="6207621"/>
            <a:ext cx="191" cy="304470"/>
          </a:xfrm>
          <a:custGeom>
            <a:pathLst>
              <a:path w="191" h="304470">
                <a:moveTo>
                  <a:pt x="0" y="30447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5" name="data_7586">
            <a:extLst>
              <a:ext uri="{FF2B5EF4-FFF2-40B4-BE49-F238E27FC236}">
                <a16:creationId xmlns:a16="http://schemas.microsoft.com/office/drawing/2014/main" id="{7D03D988-939F-4B7F-B893-B741BECB078D}"/>
              </a:ext>
            </a:extLst>
          </p:cNvPr>
          <p:cNvSpPr>
            <a:spLocks noGrp="1"/>
          </p:cNvSpPr>
          <p:nvPr/>
        </p:nvSpPr>
        <p:spPr>
          <a:xfrm>
            <a:off x="3740460" y="6512090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6" name="data_7587">
            <a:extLst>
              <a:ext uri="{FF2B5EF4-FFF2-40B4-BE49-F238E27FC236}">
                <a16:creationId xmlns:a16="http://schemas.microsoft.com/office/drawing/2014/main" id="{35D87D64-C0C0-4CBD-9E92-AEE3D33C84F2}"/>
              </a:ext>
            </a:extLst>
          </p:cNvPr>
          <p:cNvSpPr>
            <a:spLocks noGrp="1"/>
          </p:cNvSpPr>
          <p:nvPr/>
        </p:nvSpPr>
        <p:spPr>
          <a:xfrm>
            <a:off x="3740460" y="6207621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7" name="data_7588">
            <a:extLst>
              <a:ext uri="{FF2B5EF4-FFF2-40B4-BE49-F238E27FC236}">
                <a16:creationId xmlns:a16="http://schemas.microsoft.com/office/drawing/2014/main" id="{6752750E-A24E-4529-AC33-0A87C24ACABE}"/>
              </a:ext>
            </a:extLst>
          </p:cNvPr>
          <p:cNvSpPr>
            <a:spLocks noGrp="1"/>
          </p:cNvSpPr>
          <p:nvPr/>
        </p:nvSpPr>
        <p:spPr>
          <a:xfrm>
            <a:off x="4080492" y="5802672"/>
            <a:ext cx="191" cy="325566"/>
          </a:xfrm>
          <a:custGeom>
            <a:pathLst>
              <a:path w="191" h="325566">
                <a:moveTo>
                  <a:pt x="0" y="32556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8" name="data_7589">
            <a:extLst>
              <a:ext uri="{FF2B5EF4-FFF2-40B4-BE49-F238E27FC236}">
                <a16:creationId xmlns:a16="http://schemas.microsoft.com/office/drawing/2014/main" id="{79F6FE13-C3BC-4F00-8B3B-43CA3904934C}"/>
              </a:ext>
            </a:extLst>
          </p:cNvPr>
          <p:cNvSpPr>
            <a:spLocks noGrp="1"/>
          </p:cNvSpPr>
          <p:nvPr/>
        </p:nvSpPr>
        <p:spPr>
          <a:xfrm>
            <a:off x="4026803" y="6128238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9" name="data_7590">
            <a:extLst>
              <a:ext uri="{FF2B5EF4-FFF2-40B4-BE49-F238E27FC236}">
                <a16:creationId xmlns:a16="http://schemas.microsoft.com/office/drawing/2014/main" id="{2E91F00A-B4C8-4AB2-872F-A14A19E2DFDC}"/>
              </a:ext>
            </a:extLst>
          </p:cNvPr>
          <p:cNvSpPr>
            <a:spLocks noGrp="1"/>
          </p:cNvSpPr>
          <p:nvPr/>
        </p:nvSpPr>
        <p:spPr>
          <a:xfrm>
            <a:off x="4026803" y="5802672"/>
            <a:ext cx="107378" cy="191"/>
          </a:xfrm>
          <a:custGeom>
            <a:pathLst>
              <a:path w="107378" h="191">
                <a:moveTo>
                  <a:pt x="0" y="0"/>
                </a:moveTo>
                <a:lnTo>
                  <a:pt x="107378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40" name="data_7591">
            <a:extLst>
              <a:ext uri="{FF2B5EF4-FFF2-40B4-BE49-F238E27FC236}">
                <a16:creationId xmlns:a16="http://schemas.microsoft.com/office/drawing/2014/main" id="{EC79FAD4-8B8F-4FEA-B395-78D1FACBB356}"/>
              </a:ext>
            </a:extLst>
          </p:cNvPr>
          <p:cNvSpPr>
            <a:spLocks noGrp="1"/>
          </p:cNvSpPr>
          <p:nvPr/>
        </p:nvSpPr>
        <p:spPr>
          <a:xfrm>
            <a:off x="4366835" y="5597072"/>
            <a:ext cx="191" cy="338026"/>
          </a:xfrm>
          <a:custGeom>
            <a:pathLst>
              <a:path w="191" h="338026">
                <a:moveTo>
                  <a:pt x="0" y="33802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1" name="data_7592">
            <a:extLst>
              <a:ext uri="{FF2B5EF4-FFF2-40B4-BE49-F238E27FC236}">
                <a16:creationId xmlns:a16="http://schemas.microsoft.com/office/drawing/2014/main" id="{BE057771-90BD-47CA-B93A-A4B2FC70526E}"/>
              </a:ext>
            </a:extLst>
          </p:cNvPr>
          <p:cNvSpPr>
            <a:spLocks noGrp="1"/>
          </p:cNvSpPr>
          <p:nvPr/>
        </p:nvSpPr>
        <p:spPr>
          <a:xfrm>
            <a:off x="4313146" y="5935098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2" name="data_7593">
            <a:extLst>
              <a:ext uri="{FF2B5EF4-FFF2-40B4-BE49-F238E27FC236}">
                <a16:creationId xmlns:a16="http://schemas.microsoft.com/office/drawing/2014/main" id="{E8B6235A-2302-4603-A805-1D4F000C31D1}"/>
              </a:ext>
            </a:extLst>
          </p:cNvPr>
          <p:cNvSpPr>
            <a:spLocks noGrp="1"/>
          </p:cNvSpPr>
          <p:nvPr/>
        </p:nvSpPr>
        <p:spPr>
          <a:xfrm>
            <a:off x="4313146" y="5597072"/>
            <a:ext cx="107379" cy="191"/>
          </a:xfrm>
          <a:custGeom>
            <a:pathLst>
              <a:path w="107379" h="191">
                <a:moveTo>
                  <a:pt x="0" y="0"/>
                </a:moveTo>
                <a:lnTo>
                  <a:pt x="10737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3" name="data_7594">
            <a:extLst>
              <a:ext uri="{FF2B5EF4-FFF2-40B4-BE49-F238E27FC236}">
                <a16:creationId xmlns:a16="http://schemas.microsoft.com/office/drawing/2014/main" id="{085E73D1-E110-43B5-8CE4-34A188574D7A}"/>
              </a:ext>
            </a:extLst>
          </p:cNvPr>
          <p:cNvSpPr>
            <a:spLocks noGrp="1"/>
          </p:cNvSpPr>
          <p:nvPr/>
        </p:nvSpPr>
        <p:spPr>
          <a:xfrm>
            <a:off x="1306548" y="6790284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44" name="data_7595">
            <a:extLst>
              <a:ext uri="{FF2B5EF4-FFF2-40B4-BE49-F238E27FC236}">
                <a16:creationId xmlns:a16="http://schemas.microsoft.com/office/drawing/2014/main" id="{5C660F59-CD7F-4174-87D0-824D1C40E497}"/>
              </a:ext>
            </a:extLst>
          </p:cNvPr>
          <p:cNvSpPr>
            <a:spLocks noGrp="1"/>
          </p:cNvSpPr>
          <p:nvPr/>
        </p:nvSpPr>
        <p:spPr>
          <a:xfrm>
            <a:off x="1592890" y="6002431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45" name="data_7596">
            <a:extLst>
              <a:ext uri="{FF2B5EF4-FFF2-40B4-BE49-F238E27FC236}">
                <a16:creationId xmlns:a16="http://schemas.microsoft.com/office/drawing/2014/main" id="{0F0FCD8F-D7E6-4DDD-ACAE-3289F4A68814}"/>
              </a:ext>
            </a:extLst>
          </p:cNvPr>
          <p:cNvSpPr>
            <a:spLocks noGrp="1"/>
          </p:cNvSpPr>
          <p:nvPr/>
        </p:nvSpPr>
        <p:spPr>
          <a:xfrm>
            <a:off x="1879233" y="5819946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46" name="data_7597">
            <a:extLst>
              <a:ext uri="{FF2B5EF4-FFF2-40B4-BE49-F238E27FC236}">
                <a16:creationId xmlns:a16="http://schemas.microsoft.com/office/drawing/2014/main" id="{F3776976-341A-4583-9DF7-D3049F07C6D2}"/>
              </a:ext>
            </a:extLst>
          </p:cNvPr>
          <p:cNvSpPr>
            <a:spLocks noGrp="1"/>
          </p:cNvSpPr>
          <p:nvPr/>
        </p:nvSpPr>
        <p:spPr>
          <a:xfrm>
            <a:off x="2499642" y="6039947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47" name="data_7598">
            <a:extLst>
              <a:ext uri="{FF2B5EF4-FFF2-40B4-BE49-F238E27FC236}">
                <a16:creationId xmlns:a16="http://schemas.microsoft.com/office/drawing/2014/main" id="{12DB9DA2-E55E-4FEF-8689-A594BF6BD2B6}"/>
              </a:ext>
            </a:extLst>
          </p:cNvPr>
          <p:cNvSpPr>
            <a:spLocks noGrp="1"/>
          </p:cNvSpPr>
          <p:nvPr/>
        </p:nvSpPr>
        <p:spPr>
          <a:xfrm>
            <a:off x="2785985" y="5826880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48" name="data_7599">
            <a:extLst>
              <a:ext uri="{FF2B5EF4-FFF2-40B4-BE49-F238E27FC236}">
                <a16:creationId xmlns:a16="http://schemas.microsoft.com/office/drawing/2014/main" id="{7813A465-89A0-47BF-B4C7-A6DDE9E322DD}"/>
              </a:ext>
            </a:extLst>
          </p:cNvPr>
          <p:cNvSpPr>
            <a:spLocks noGrp="1"/>
          </p:cNvSpPr>
          <p:nvPr/>
        </p:nvSpPr>
        <p:spPr>
          <a:xfrm>
            <a:off x="3072328" y="5579236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49" name="data_7600">
            <a:extLst>
              <a:ext uri="{FF2B5EF4-FFF2-40B4-BE49-F238E27FC236}">
                <a16:creationId xmlns:a16="http://schemas.microsoft.com/office/drawing/2014/main" id="{343BA010-AAC7-4685-B598-D1AB859223FA}"/>
              </a:ext>
            </a:extLst>
          </p:cNvPr>
          <p:cNvSpPr>
            <a:spLocks noGrp="1"/>
          </p:cNvSpPr>
          <p:nvPr/>
        </p:nvSpPr>
        <p:spPr>
          <a:xfrm>
            <a:off x="3692737" y="6365222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50" name="data_7601">
            <a:extLst>
              <a:ext uri="{FF2B5EF4-FFF2-40B4-BE49-F238E27FC236}">
                <a16:creationId xmlns:a16="http://schemas.microsoft.com/office/drawing/2014/main" id="{38ACEB8F-2E43-4228-B893-676C447CF2DE}"/>
              </a:ext>
            </a:extLst>
          </p:cNvPr>
          <p:cNvSpPr>
            <a:spLocks noGrp="1"/>
          </p:cNvSpPr>
          <p:nvPr/>
        </p:nvSpPr>
        <p:spPr>
          <a:xfrm>
            <a:off x="3979079" y="5968154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51" name="data_7602">
            <a:extLst>
              <a:ext uri="{FF2B5EF4-FFF2-40B4-BE49-F238E27FC236}">
                <a16:creationId xmlns:a16="http://schemas.microsoft.com/office/drawing/2014/main" id="{4C9D114C-2422-4E4B-A941-9AE531334C6E}"/>
              </a:ext>
            </a:extLst>
          </p:cNvPr>
          <p:cNvSpPr>
            <a:spLocks noGrp="1"/>
          </p:cNvSpPr>
          <p:nvPr/>
        </p:nvSpPr>
        <p:spPr>
          <a:xfrm>
            <a:off x="4265422" y="5764756"/>
            <a:ext cx="202826" cy="191"/>
          </a:xfrm>
          <a:custGeom>
            <a:pathLst>
              <a:path w="202826" h="191">
                <a:moveTo>
                  <a:pt x="0" y="0"/>
                </a:moveTo>
                <a:lnTo>
                  <a:pt x="202826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52" name="data_7603">
            <a:extLst>
              <a:ext uri="{FF2B5EF4-FFF2-40B4-BE49-F238E27FC236}">
                <a16:creationId xmlns:a16="http://schemas.microsoft.com/office/drawing/2014/main" id="{1F350456-D9D4-4728-8A29-A97792304CCE}"/>
              </a:ext>
            </a:extLst>
          </p:cNvPr>
          <p:cNvSpPr>
            <a:spLocks noGrp="1"/>
          </p:cNvSpPr>
          <p:nvPr/>
        </p:nvSpPr>
        <p:spPr>
          <a:xfrm>
            <a:off x="5571860" y="4887803"/>
            <a:ext cx="3579283" cy="2042376"/>
          </a:xfrm>
          <a:custGeom>
            <a:pathLst>
              <a:path w="3579283" h="2042376">
                <a:moveTo>
                  <a:pt x="0" y="2042376"/>
                </a:moveTo>
                <a:lnTo>
                  <a:pt x="3579283" y="2042376"/>
                </a:lnTo>
                <a:lnTo>
                  <a:pt x="3579283" y="0"/>
                </a:lnTo>
                <a:lnTo>
                  <a:pt x="0" y="0"/>
                </a:lnTo>
                <a:lnTo>
                  <a:pt x="0" y="20423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853" name="data_7604">
            <a:extLst>
              <a:ext uri="{FF2B5EF4-FFF2-40B4-BE49-F238E27FC236}">
                <a16:creationId xmlns:a16="http://schemas.microsoft.com/office/drawing/2014/main" id="{BAA6A689-B40F-420A-B63D-0F3B850FB92A}"/>
              </a:ext>
            </a:extLst>
          </p:cNvPr>
          <p:cNvSpPr>
            <a:spLocks noGrp="1"/>
          </p:cNvSpPr>
          <p:nvPr/>
        </p:nvSpPr>
        <p:spPr>
          <a:xfrm>
            <a:off x="5950438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54" name="text_7605">
            <a:extLst>
              <a:ext uri="{FF2B5EF4-FFF2-40B4-BE49-F238E27FC236}">
                <a16:creationId xmlns:a16="http://schemas.microsoft.com/office/drawing/2014/main" id="{1BA4527B-800C-4AAA-9230-F715F533468C}"/>
              </a:ext>
            </a:extLst>
          </p:cNvPr>
          <p:cNvSpPr>
            <a:spLocks noGrp="1"/>
          </p:cNvSpPr>
          <p:nvPr/>
        </p:nvSpPr>
        <p:spPr>
          <a:xfrm rot="0">
            <a:off x="5714954" y="7066895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4855" name="text_7606">
            <a:extLst>
              <a:ext uri="{FF2B5EF4-FFF2-40B4-BE49-F238E27FC236}">
                <a16:creationId xmlns:a16="http://schemas.microsoft.com/office/drawing/2014/main" id="{0D3F8760-A9FB-45BA-BEAF-E9D1B22D91A5}"/>
              </a:ext>
            </a:extLst>
          </p:cNvPr>
          <p:cNvSpPr>
            <a:spLocks noGrp="1"/>
          </p:cNvSpPr>
          <p:nvPr/>
        </p:nvSpPr>
        <p:spPr>
          <a:xfrm rot="0">
            <a:off x="5732092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56" name="text_7607">
            <a:extLst>
              <a:ext uri="{FF2B5EF4-FFF2-40B4-BE49-F238E27FC236}">
                <a16:creationId xmlns:a16="http://schemas.microsoft.com/office/drawing/2014/main" id="{55C01D2D-854C-4DD6-BF18-AA25979CBA4D}"/>
              </a:ext>
            </a:extLst>
          </p:cNvPr>
          <p:cNvSpPr>
            <a:spLocks noGrp="1"/>
          </p:cNvSpPr>
          <p:nvPr/>
        </p:nvSpPr>
        <p:spPr>
          <a:xfrm rot="0">
            <a:off x="5833667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57" name="text_7608">
            <a:extLst>
              <a:ext uri="{FF2B5EF4-FFF2-40B4-BE49-F238E27FC236}">
                <a16:creationId xmlns:a16="http://schemas.microsoft.com/office/drawing/2014/main" id="{3554007A-6D0D-44DD-8976-D9C0BAED7694}"/>
              </a:ext>
            </a:extLst>
          </p:cNvPr>
          <p:cNvSpPr>
            <a:spLocks noGrp="1"/>
          </p:cNvSpPr>
          <p:nvPr/>
        </p:nvSpPr>
        <p:spPr>
          <a:xfrm rot="0">
            <a:off x="5965303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58" name="text_7609">
            <a:extLst>
              <a:ext uri="{FF2B5EF4-FFF2-40B4-BE49-F238E27FC236}">
                <a16:creationId xmlns:a16="http://schemas.microsoft.com/office/drawing/2014/main" id="{97CA2840-43BB-4564-8D4B-FE6E081B2B58}"/>
              </a:ext>
            </a:extLst>
          </p:cNvPr>
          <p:cNvSpPr>
            <a:spLocks noGrp="1"/>
          </p:cNvSpPr>
          <p:nvPr/>
        </p:nvSpPr>
        <p:spPr>
          <a:xfrm rot="0">
            <a:off x="6046401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59" name="text_7610">
            <a:extLst>
              <a:ext uri="{FF2B5EF4-FFF2-40B4-BE49-F238E27FC236}">
                <a16:creationId xmlns:a16="http://schemas.microsoft.com/office/drawing/2014/main" id="{5CC923C5-CB55-4E26-AF82-50AE4B432DEA}"/>
              </a:ext>
            </a:extLst>
          </p:cNvPr>
          <p:cNvSpPr>
            <a:spLocks noGrp="1"/>
          </p:cNvSpPr>
          <p:nvPr/>
        </p:nvSpPr>
        <p:spPr>
          <a:xfrm rot="0">
            <a:off x="6086919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860" name="data_7611">
            <a:extLst>
              <a:ext uri="{FF2B5EF4-FFF2-40B4-BE49-F238E27FC236}">
                <a16:creationId xmlns:a16="http://schemas.microsoft.com/office/drawing/2014/main" id="{AC26A16A-4B86-402C-BDC7-C961963F84F1}"/>
              </a:ext>
            </a:extLst>
          </p:cNvPr>
          <p:cNvSpPr>
            <a:spLocks noGrp="1"/>
          </p:cNvSpPr>
          <p:nvPr/>
        </p:nvSpPr>
        <p:spPr>
          <a:xfrm>
            <a:off x="6891148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61" name="text_7612">
            <a:extLst>
              <a:ext uri="{FF2B5EF4-FFF2-40B4-BE49-F238E27FC236}">
                <a16:creationId xmlns:a16="http://schemas.microsoft.com/office/drawing/2014/main" id="{109B97AF-1221-4665-9630-FDD32F334564}"/>
              </a:ext>
            </a:extLst>
          </p:cNvPr>
          <p:cNvSpPr>
            <a:spLocks noGrp="1"/>
          </p:cNvSpPr>
          <p:nvPr/>
        </p:nvSpPr>
        <p:spPr>
          <a:xfrm rot="0">
            <a:off x="6737832" y="7066895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4862" name="text_7613">
            <a:extLst>
              <a:ext uri="{FF2B5EF4-FFF2-40B4-BE49-F238E27FC236}">
                <a16:creationId xmlns:a16="http://schemas.microsoft.com/office/drawing/2014/main" id="{D9973F43-DEA4-4A6E-9821-3920EAC8B2D7}"/>
              </a:ext>
            </a:extLst>
          </p:cNvPr>
          <p:cNvSpPr>
            <a:spLocks noGrp="1"/>
          </p:cNvSpPr>
          <p:nvPr/>
        </p:nvSpPr>
        <p:spPr>
          <a:xfrm rot="0">
            <a:off x="6672801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63" name="text_7614">
            <a:extLst>
              <a:ext uri="{FF2B5EF4-FFF2-40B4-BE49-F238E27FC236}">
                <a16:creationId xmlns:a16="http://schemas.microsoft.com/office/drawing/2014/main" id="{5B01B5D5-C443-49D7-8E08-E14E27390F9D}"/>
              </a:ext>
            </a:extLst>
          </p:cNvPr>
          <p:cNvSpPr>
            <a:spLocks noGrp="1"/>
          </p:cNvSpPr>
          <p:nvPr/>
        </p:nvSpPr>
        <p:spPr>
          <a:xfrm rot="0">
            <a:off x="6774376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64" name="text_7615">
            <a:extLst>
              <a:ext uri="{FF2B5EF4-FFF2-40B4-BE49-F238E27FC236}">
                <a16:creationId xmlns:a16="http://schemas.microsoft.com/office/drawing/2014/main" id="{C84BEBEE-3995-4F60-A6AD-2573525EB000}"/>
              </a:ext>
            </a:extLst>
          </p:cNvPr>
          <p:cNvSpPr>
            <a:spLocks noGrp="1"/>
          </p:cNvSpPr>
          <p:nvPr/>
        </p:nvSpPr>
        <p:spPr>
          <a:xfrm rot="0">
            <a:off x="6906012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65" name="text_7616">
            <a:extLst>
              <a:ext uri="{FF2B5EF4-FFF2-40B4-BE49-F238E27FC236}">
                <a16:creationId xmlns:a16="http://schemas.microsoft.com/office/drawing/2014/main" id="{1538A2FD-B442-4327-9252-529589E3B2F3}"/>
              </a:ext>
            </a:extLst>
          </p:cNvPr>
          <p:cNvSpPr>
            <a:spLocks noGrp="1"/>
          </p:cNvSpPr>
          <p:nvPr/>
        </p:nvSpPr>
        <p:spPr>
          <a:xfrm rot="0">
            <a:off x="6987110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66" name="text_7617">
            <a:extLst>
              <a:ext uri="{FF2B5EF4-FFF2-40B4-BE49-F238E27FC236}">
                <a16:creationId xmlns:a16="http://schemas.microsoft.com/office/drawing/2014/main" id="{EFE303B2-836D-4999-9A5B-F95D5A3FBB76}"/>
              </a:ext>
            </a:extLst>
          </p:cNvPr>
          <p:cNvSpPr>
            <a:spLocks noGrp="1"/>
          </p:cNvSpPr>
          <p:nvPr/>
        </p:nvSpPr>
        <p:spPr>
          <a:xfrm rot="0">
            <a:off x="7027628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867" name="data_7618">
            <a:extLst>
              <a:ext uri="{FF2B5EF4-FFF2-40B4-BE49-F238E27FC236}">
                <a16:creationId xmlns:a16="http://schemas.microsoft.com/office/drawing/2014/main" id="{C0322570-CC9A-427F-B029-E81D038EFF6C}"/>
              </a:ext>
            </a:extLst>
          </p:cNvPr>
          <p:cNvSpPr>
            <a:spLocks noGrp="1"/>
          </p:cNvSpPr>
          <p:nvPr/>
        </p:nvSpPr>
        <p:spPr>
          <a:xfrm>
            <a:off x="7831857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68" name="text_7619">
            <a:extLst>
              <a:ext uri="{FF2B5EF4-FFF2-40B4-BE49-F238E27FC236}">
                <a16:creationId xmlns:a16="http://schemas.microsoft.com/office/drawing/2014/main" id="{9EFC379B-9675-4A9B-80A0-11D47A778025}"/>
              </a:ext>
            </a:extLst>
          </p:cNvPr>
          <p:cNvSpPr>
            <a:spLocks noGrp="1"/>
          </p:cNvSpPr>
          <p:nvPr/>
        </p:nvSpPr>
        <p:spPr>
          <a:xfrm rot="0">
            <a:off x="7596372" y="7066895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4869" name="text_7620">
            <a:extLst>
              <a:ext uri="{FF2B5EF4-FFF2-40B4-BE49-F238E27FC236}">
                <a16:creationId xmlns:a16="http://schemas.microsoft.com/office/drawing/2014/main" id="{2B04F59F-FE91-4876-B773-E34570C3BD46}"/>
              </a:ext>
            </a:extLst>
          </p:cNvPr>
          <p:cNvSpPr>
            <a:spLocks noGrp="1"/>
          </p:cNvSpPr>
          <p:nvPr/>
        </p:nvSpPr>
        <p:spPr>
          <a:xfrm rot="0">
            <a:off x="7613510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70" name="text_7621">
            <a:extLst>
              <a:ext uri="{FF2B5EF4-FFF2-40B4-BE49-F238E27FC236}">
                <a16:creationId xmlns:a16="http://schemas.microsoft.com/office/drawing/2014/main" id="{8DFAF453-3BB5-4D04-AA12-F1C71490C705}"/>
              </a:ext>
            </a:extLst>
          </p:cNvPr>
          <p:cNvSpPr>
            <a:spLocks noGrp="1"/>
          </p:cNvSpPr>
          <p:nvPr/>
        </p:nvSpPr>
        <p:spPr>
          <a:xfrm rot="0">
            <a:off x="7715085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71" name="text_7622">
            <a:extLst>
              <a:ext uri="{FF2B5EF4-FFF2-40B4-BE49-F238E27FC236}">
                <a16:creationId xmlns:a16="http://schemas.microsoft.com/office/drawing/2014/main" id="{984DF70E-0B46-4BA6-9A78-820610582A4A}"/>
              </a:ext>
            </a:extLst>
          </p:cNvPr>
          <p:cNvSpPr>
            <a:spLocks noGrp="1"/>
          </p:cNvSpPr>
          <p:nvPr/>
        </p:nvSpPr>
        <p:spPr>
          <a:xfrm rot="0">
            <a:off x="7846721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72" name="text_7623">
            <a:extLst>
              <a:ext uri="{FF2B5EF4-FFF2-40B4-BE49-F238E27FC236}">
                <a16:creationId xmlns:a16="http://schemas.microsoft.com/office/drawing/2014/main" id="{55F78FA0-BC48-49A8-A21D-16F21198E210}"/>
              </a:ext>
            </a:extLst>
          </p:cNvPr>
          <p:cNvSpPr>
            <a:spLocks noGrp="1"/>
          </p:cNvSpPr>
          <p:nvPr/>
        </p:nvSpPr>
        <p:spPr>
          <a:xfrm rot="0">
            <a:off x="7927819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73" name="text_7624">
            <a:extLst>
              <a:ext uri="{FF2B5EF4-FFF2-40B4-BE49-F238E27FC236}">
                <a16:creationId xmlns:a16="http://schemas.microsoft.com/office/drawing/2014/main" id="{DC9BFB32-34C7-4601-A28A-D797E53F5D3A}"/>
              </a:ext>
            </a:extLst>
          </p:cNvPr>
          <p:cNvSpPr>
            <a:spLocks noGrp="1"/>
          </p:cNvSpPr>
          <p:nvPr/>
        </p:nvSpPr>
        <p:spPr>
          <a:xfrm rot="0">
            <a:off x="7968337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874" name="data_7625">
            <a:extLst>
              <a:ext uri="{FF2B5EF4-FFF2-40B4-BE49-F238E27FC236}">
                <a16:creationId xmlns:a16="http://schemas.microsoft.com/office/drawing/2014/main" id="{87EEA57C-E4D7-4696-91B5-532D83F33529}"/>
              </a:ext>
            </a:extLst>
          </p:cNvPr>
          <p:cNvSpPr>
            <a:spLocks noGrp="1"/>
          </p:cNvSpPr>
          <p:nvPr/>
        </p:nvSpPr>
        <p:spPr>
          <a:xfrm>
            <a:off x="8772566" y="6930178"/>
            <a:ext cx="191" cy="44336"/>
          </a:xfrm>
          <a:custGeom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75" name="text_7626">
            <a:extLst>
              <a:ext uri="{FF2B5EF4-FFF2-40B4-BE49-F238E27FC236}">
                <a16:creationId xmlns:a16="http://schemas.microsoft.com/office/drawing/2014/main" id="{B715F76D-13E1-4576-B693-E4B432777F61}"/>
              </a:ext>
            </a:extLst>
          </p:cNvPr>
          <p:cNvSpPr>
            <a:spLocks noGrp="1"/>
          </p:cNvSpPr>
          <p:nvPr/>
        </p:nvSpPr>
        <p:spPr>
          <a:xfrm rot="0">
            <a:off x="8619250" y="7066895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4876" name="text_7627">
            <a:extLst>
              <a:ext uri="{FF2B5EF4-FFF2-40B4-BE49-F238E27FC236}">
                <a16:creationId xmlns:a16="http://schemas.microsoft.com/office/drawing/2014/main" id="{BF210DAE-8AA3-453F-B407-016C786B8D0F}"/>
              </a:ext>
            </a:extLst>
          </p:cNvPr>
          <p:cNvSpPr>
            <a:spLocks noGrp="1"/>
          </p:cNvSpPr>
          <p:nvPr/>
        </p:nvSpPr>
        <p:spPr>
          <a:xfrm rot="0">
            <a:off x="8554219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77" name="text_7628">
            <a:extLst>
              <a:ext uri="{FF2B5EF4-FFF2-40B4-BE49-F238E27FC236}">
                <a16:creationId xmlns:a16="http://schemas.microsoft.com/office/drawing/2014/main" id="{75AD6175-1F38-46B2-85D1-C1DE53316728}"/>
              </a:ext>
            </a:extLst>
          </p:cNvPr>
          <p:cNvSpPr>
            <a:spLocks noGrp="1"/>
          </p:cNvSpPr>
          <p:nvPr/>
        </p:nvSpPr>
        <p:spPr>
          <a:xfrm rot="0">
            <a:off x="8655794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78" name="text_7629">
            <a:extLst>
              <a:ext uri="{FF2B5EF4-FFF2-40B4-BE49-F238E27FC236}">
                <a16:creationId xmlns:a16="http://schemas.microsoft.com/office/drawing/2014/main" id="{567197CE-F6E0-4402-9EC5-E0ED2F094A8F}"/>
              </a:ext>
            </a:extLst>
          </p:cNvPr>
          <p:cNvSpPr>
            <a:spLocks noGrp="1"/>
          </p:cNvSpPr>
          <p:nvPr/>
        </p:nvSpPr>
        <p:spPr>
          <a:xfrm rot="0">
            <a:off x="8787430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79" name="text_7630">
            <a:extLst>
              <a:ext uri="{FF2B5EF4-FFF2-40B4-BE49-F238E27FC236}">
                <a16:creationId xmlns:a16="http://schemas.microsoft.com/office/drawing/2014/main" id="{940D5D98-57FE-43AD-BE79-30FDEAC184C2}"/>
              </a:ext>
            </a:extLst>
          </p:cNvPr>
          <p:cNvSpPr>
            <a:spLocks noGrp="1"/>
          </p:cNvSpPr>
          <p:nvPr/>
        </p:nvSpPr>
        <p:spPr>
          <a:xfrm rot="0">
            <a:off x="8868528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80" name="text_7631">
            <a:extLst>
              <a:ext uri="{FF2B5EF4-FFF2-40B4-BE49-F238E27FC236}">
                <a16:creationId xmlns:a16="http://schemas.microsoft.com/office/drawing/2014/main" id="{4D34AED1-2007-4B0C-A280-2D41A6DDF3C0}"/>
              </a:ext>
            </a:extLst>
          </p:cNvPr>
          <p:cNvSpPr>
            <a:spLocks noGrp="1"/>
          </p:cNvSpPr>
          <p:nvPr/>
        </p:nvSpPr>
        <p:spPr>
          <a:xfrm rot="0">
            <a:off x="8909046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881" name="data_7632">
            <a:extLst>
              <a:ext uri="{FF2B5EF4-FFF2-40B4-BE49-F238E27FC236}">
                <a16:creationId xmlns:a16="http://schemas.microsoft.com/office/drawing/2014/main" id="{C9E8C57F-B881-4D12-9AAC-B5478DCF05E5}"/>
              </a:ext>
            </a:extLst>
          </p:cNvPr>
          <p:cNvSpPr>
            <a:spLocks noGrp="1"/>
          </p:cNvSpPr>
          <p:nvPr/>
        </p:nvSpPr>
        <p:spPr>
          <a:xfrm>
            <a:off x="5571860" y="6930178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2" name="data_7633">
            <a:extLst>
              <a:ext uri="{FF2B5EF4-FFF2-40B4-BE49-F238E27FC236}">
                <a16:creationId xmlns:a16="http://schemas.microsoft.com/office/drawing/2014/main" id="{DD8A2FFD-DB2D-4A7F-B887-576C131A3E2F}"/>
              </a:ext>
            </a:extLst>
          </p:cNvPr>
          <p:cNvSpPr>
            <a:spLocks noGrp="1"/>
          </p:cNvSpPr>
          <p:nvPr/>
        </p:nvSpPr>
        <p:spPr>
          <a:xfrm>
            <a:off x="5527524" y="6930178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3" name="text_7634">
            <a:extLst>
              <a:ext uri="{FF2B5EF4-FFF2-40B4-BE49-F238E27FC236}">
                <a16:creationId xmlns:a16="http://schemas.microsoft.com/office/drawing/2014/main" id="{77AC62FD-519D-4426-A04F-8EF0F902D8C8}"/>
              </a:ext>
            </a:extLst>
          </p:cNvPr>
          <p:cNvSpPr>
            <a:spLocks noGrp="1"/>
          </p:cNvSpPr>
          <p:nvPr/>
        </p:nvSpPr>
        <p:spPr>
          <a:xfrm rot="0">
            <a:off x="5303801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4884" name="data_7635">
            <a:extLst>
              <a:ext uri="{FF2B5EF4-FFF2-40B4-BE49-F238E27FC236}">
                <a16:creationId xmlns:a16="http://schemas.microsoft.com/office/drawing/2014/main" id="{1A6BF7A0-4788-40B7-A097-7D5E77464FD6}"/>
              </a:ext>
            </a:extLst>
          </p:cNvPr>
          <p:cNvSpPr>
            <a:spLocks noGrp="1"/>
          </p:cNvSpPr>
          <p:nvPr/>
        </p:nvSpPr>
        <p:spPr>
          <a:xfrm>
            <a:off x="5571860" y="5966794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5" name="data_7636">
            <a:extLst>
              <a:ext uri="{FF2B5EF4-FFF2-40B4-BE49-F238E27FC236}">
                <a16:creationId xmlns:a16="http://schemas.microsoft.com/office/drawing/2014/main" id="{DE6CA18D-0A3A-4470-BBA6-87ABDEC721CC}"/>
              </a:ext>
            </a:extLst>
          </p:cNvPr>
          <p:cNvSpPr>
            <a:spLocks noGrp="1"/>
          </p:cNvSpPr>
          <p:nvPr/>
        </p:nvSpPr>
        <p:spPr>
          <a:xfrm>
            <a:off x="5527524" y="5966794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6" name="text_7637">
            <a:extLst>
              <a:ext uri="{FF2B5EF4-FFF2-40B4-BE49-F238E27FC236}">
                <a16:creationId xmlns:a16="http://schemas.microsoft.com/office/drawing/2014/main" id="{D2F3FF66-ABC8-4F04-9AEB-97CEC19262F4}"/>
              </a:ext>
            </a:extLst>
          </p:cNvPr>
          <p:cNvSpPr>
            <a:spLocks noGrp="1"/>
          </p:cNvSpPr>
          <p:nvPr/>
        </p:nvSpPr>
        <p:spPr>
          <a:xfrm rot="0">
            <a:off x="5303801" y="590934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4887" name="data_7638">
            <a:extLst>
              <a:ext uri="{FF2B5EF4-FFF2-40B4-BE49-F238E27FC236}">
                <a16:creationId xmlns:a16="http://schemas.microsoft.com/office/drawing/2014/main" id="{00F0E829-A4A4-46A4-AF21-5C5907FA0290}"/>
              </a:ext>
            </a:extLst>
          </p:cNvPr>
          <p:cNvSpPr>
            <a:spLocks noGrp="1"/>
          </p:cNvSpPr>
          <p:nvPr/>
        </p:nvSpPr>
        <p:spPr>
          <a:xfrm>
            <a:off x="5571860" y="5003409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8" name="data_7639">
            <a:extLst>
              <a:ext uri="{FF2B5EF4-FFF2-40B4-BE49-F238E27FC236}">
                <a16:creationId xmlns:a16="http://schemas.microsoft.com/office/drawing/2014/main" id="{D98679A6-5CC9-48F1-8805-CFA384379A90}"/>
              </a:ext>
            </a:extLst>
          </p:cNvPr>
          <p:cNvSpPr>
            <a:spLocks noGrp="1"/>
          </p:cNvSpPr>
          <p:nvPr/>
        </p:nvSpPr>
        <p:spPr>
          <a:xfrm>
            <a:off x="5527524" y="5003409"/>
            <a:ext cx="44336" cy="191"/>
          </a:xfrm>
          <a:custGeom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9" name="text_7640">
            <a:extLst>
              <a:ext uri="{FF2B5EF4-FFF2-40B4-BE49-F238E27FC236}">
                <a16:creationId xmlns:a16="http://schemas.microsoft.com/office/drawing/2014/main" id="{2A4F6841-28A5-40A4-B152-DFA953AA8BEE}"/>
              </a:ext>
            </a:extLst>
          </p:cNvPr>
          <p:cNvSpPr>
            <a:spLocks noGrp="1"/>
          </p:cNvSpPr>
          <p:nvPr/>
        </p:nvSpPr>
        <p:spPr>
          <a:xfrm rot="0">
            <a:off x="5303801" y="494595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4890" name="text_7641">
            <a:extLst>
              <a:ext uri="{FF2B5EF4-FFF2-40B4-BE49-F238E27FC236}">
                <a16:creationId xmlns:a16="http://schemas.microsoft.com/office/drawing/2014/main" id="{19ACC8D5-A770-4BB7-8AC8-1432E73A77D3}"/>
              </a:ext>
            </a:extLst>
          </p:cNvPr>
          <p:cNvSpPr>
            <a:spLocks noGrp="1"/>
          </p:cNvSpPr>
          <p:nvPr/>
        </p:nvSpPr>
        <p:spPr>
          <a:xfrm rot="-5400000">
            <a:off x="5034593" y="5824752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4891" name="data_7642">
            <a:extLst>
              <a:ext uri="{FF2B5EF4-FFF2-40B4-BE49-F238E27FC236}">
                <a16:creationId xmlns:a16="http://schemas.microsoft.com/office/drawing/2014/main" id="{B22D16A6-60A6-4961-9991-30455686C265}"/>
              </a:ext>
            </a:extLst>
          </p:cNvPr>
          <p:cNvSpPr>
            <a:spLocks noGrp="1"/>
          </p:cNvSpPr>
          <p:nvPr/>
        </p:nvSpPr>
        <p:spPr>
          <a:xfrm>
            <a:off x="5636104" y="5003409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812" y="1914727"/>
                </a:lnTo>
                <a:lnTo>
                  <a:pt x="3201" y="1902685"/>
                </a:lnTo>
                <a:lnTo>
                  <a:pt x="7022" y="1890643"/>
                </a:lnTo>
                <a:lnTo>
                  <a:pt x="12057" y="1878600"/>
                </a:lnTo>
                <a:lnTo>
                  <a:pt x="18025" y="1866558"/>
                </a:lnTo>
                <a:lnTo>
                  <a:pt x="24618" y="1854516"/>
                </a:lnTo>
                <a:lnTo>
                  <a:pt x="31521" y="1842473"/>
                </a:lnTo>
                <a:lnTo>
                  <a:pt x="38440" y="1830431"/>
                </a:lnTo>
                <a:lnTo>
                  <a:pt x="45121" y="1818389"/>
                </a:lnTo>
                <a:lnTo>
                  <a:pt x="51361" y="1806347"/>
                </a:lnTo>
                <a:lnTo>
                  <a:pt x="57019" y="1794304"/>
                </a:lnTo>
                <a:lnTo>
                  <a:pt x="62010" y="1782262"/>
                </a:lnTo>
                <a:lnTo>
                  <a:pt x="66305" y="1770220"/>
                </a:lnTo>
                <a:lnTo>
                  <a:pt x="69915" y="1758177"/>
                </a:lnTo>
                <a:lnTo>
                  <a:pt x="72887" y="1746135"/>
                </a:lnTo>
                <a:lnTo>
                  <a:pt x="75286" y="1734093"/>
                </a:lnTo>
                <a:lnTo>
                  <a:pt x="77188" y="1722050"/>
                </a:lnTo>
                <a:lnTo>
                  <a:pt x="78671" y="1710008"/>
                </a:lnTo>
                <a:lnTo>
                  <a:pt x="79810" y="1697966"/>
                </a:lnTo>
                <a:lnTo>
                  <a:pt x="80670" y="1685923"/>
                </a:lnTo>
                <a:lnTo>
                  <a:pt x="81309" y="1673881"/>
                </a:lnTo>
                <a:lnTo>
                  <a:pt x="81773" y="1661839"/>
                </a:lnTo>
                <a:lnTo>
                  <a:pt x="82101" y="1649796"/>
                </a:lnTo>
                <a:lnTo>
                  <a:pt x="82324" y="1637754"/>
                </a:lnTo>
                <a:lnTo>
                  <a:pt x="82465" y="1625712"/>
                </a:lnTo>
                <a:lnTo>
                  <a:pt x="82547" y="1613670"/>
                </a:lnTo>
                <a:lnTo>
                  <a:pt x="82586" y="1601627"/>
                </a:lnTo>
                <a:lnTo>
                  <a:pt x="82598" y="1589585"/>
                </a:lnTo>
                <a:lnTo>
                  <a:pt x="82597" y="1577543"/>
                </a:lnTo>
                <a:lnTo>
                  <a:pt x="82595" y="1565500"/>
                </a:lnTo>
                <a:lnTo>
                  <a:pt x="82602" y="1553458"/>
                </a:lnTo>
                <a:lnTo>
                  <a:pt x="82627" y="1541416"/>
                </a:lnTo>
                <a:lnTo>
                  <a:pt x="82675" y="1529373"/>
                </a:lnTo>
                <a:lnTo>
                  <a:pt x="82750" y="1517331"/>
                </a:lnTo>
                <a:lnTo>
                  <a:pt x="82852" y="1505289"/>
                </a:lnTo>
                <a:lnTo>
                  <a:pt x="82980" y="1493246"/>
                </a:lnTo>
                <a:lnTo>
                  <a:pt x="83130" y="1481204"/>
                </a:lnTo>
                <a:lnTo>
                  <a:pt x="83297" y="1469162"/>
                </a:lnTo>
                <a:lnTo>
                  <a:pt x="83475" y="1457120"/>
                </a:lnTo>
                <a:lnTo>
                  <a:pt x="83656" y="1445077"/>
                </a:lnTo>
                <a:lnTo>
                  <a:pt x="83835" y="1433035"/>
                </a:lnTo>
                <a:lnTo>
                  <a:pt x="84006" y="1420993"/>
                </a:lnTo>
                <a:lnTo>
                  <a:pt x="84163" y="1408950"/>
                </a:lnTo>
                <a:lnTo>
                  <a:pt x="84305" y="1396908"/>
                </a:lnTo>
                <a:lnTo>
                  <a:pt x="84429" y="1384866"/>
                </a:lnTo>
                <a:lnTo>
                  <a:pt x="84534" y="1372823"/>
                </a:lnTo>
                <a:lnTo>
                  <a:pt x="84621" y="1360781"/>
                </a:lnTo>
                <a:lnTo>
                  <a:pt x="84691" y="1348739"/>
                </a:lnTo>
                <a:lnTo>
                  <a:pt x="84746" y="1336696"/>
                </a:lnTo>
                <a:lnTo>
                  <a:pt x="84789" y="1324654"/>
                </a:lnTo>
                <a:lnTo>
                  <a:pt x="84820" y="1312612"/>
                </a:lnTo>
                <a:lnTo>
                  <a:pt x="84843" y="1300569"/>
                </a:lnTo>
                <a:lnTo>
                  <a:pt x="84860" y="1288527"/>
                </a:lnTo>
                <a:lnTo>
                  <a:pt x="84871" y="1276485"/>
                </a:lnTo>
                <a:lnTo>
                  <a:pt x="84879" y="1264443"/>
                </a:lnTo>
                <a:lnTo>
                  <a:pt x="84884" y="1252400"/>
                </a:lnTo>
                <a:lnTo>
                  <a:pt x="84888" y="1240358"/>
                </a:lnTo>
                <a:lnTo>
                  <a:pt x="84890" y="1228316"/>
                </a:lnTo>
                <a:lnTo>
                  <a:pt x="84891" y="1216273"/>
                </a:lnTo>
                <a:lnTo>
                  <a:pt x="84892" y="1204231"/>
                </a:lnTo>
                <a:lnTo>
                  <a:pt x="84892" y="1192189"/>
                </a:lnTo>
                <a:lnTo>
                  <a:pt x="84892" y="1180146"/>
                </a:lnTo>
                <a:lnTo>
                  <a:pt x="84891" y="1168104"/>
                </a:lnTo>
                <a:lnTo>
                  <a:pt x="84890" y="1156062"/>
                </a:lnTo>
                <a:lnTo>
                  <a:pt x="84889" y="1144019"/>
                </a:lnTo>
                <a:lnTo>
                  <a:pt x="84886" y="1131977"/>
                </a:lnTo>
                <a:lnTo>
                  <a:pt x="84883" y="1119935"/>
                </a:lnTo>
                <a:lnTo>
                  <a:pt x="84877" y="1107893"/>
                </a:lnTo>
                <a:lnTo>
                  <a:pt x="84870" y="1095850"/>
                </a:lnTo>
                <a:lnTo>
                  <a:pt x="84860" y="1083808"/>
                </a:lnTo>
                <a:lnTo>
                  <a:pt x="84846" y="1071766"/>
                </a:lnTo>
                <a:lnTo>
                  <a:pt x="84828" y="1059723"/>
                </a:lnTo>
                <a:lnTo>
                  <a:pt x="84806" y="1047681"/>
                </a:lnTo>
                <a:lnTo>
                  <a:pt x="84779" y="1035639"/>
                </a:lnTo>
                <a:lnTo>
                  <a:pt x="84746" y="1023596"/>
                </a:lnTo>
                <a:lnTo>
                  <a:pt x="84708" y="1011554"/>
                </a:lnTo>
                <a:lnTo>
                  <a:pt x="84665" y="999512"/>
                </a:lnTo>
                <a:lnTo>
                  <a:pt x="84619" y="987469"/>
                </a:lnTo>
                <a:lnTo>
                  <a:pt x="84570" y="975427"/>
                </a:lnTo>
                <a:lnTo>
                  <a:pt x="84521" y="963385"/>
                </a:lnTo>
                <a:lnTo>
                  <a:pt x="84474" y="951343"/>
                </a:lnTo>
                <a:lnTo>
                  <a:pt x="84432" y="939300"/>
                </a:lnTo>
                <a:lnTo>
                  <a:pt x="84396" y="927258"/>
                </a:lnTo>
                <a:lnTo>
                  <a:pt x="84369" y="915216"/>
                </a:lnTo>
                <a:lnTo>
                  <a:pt x="84352" y="903173"/>
                </a:lnTo>
                <a:lnTo>
                  <a:pt x="84348" y="891131"/>
                </a:lnTo>
                <a:lnTo>
                  <a:pt x="84355" y="879089"/>
                </a:lnTo>
                <a:lnTo>
                  <a:pt x="84374" y="867046"/>
                </a:lnTo>
                <a:lnTo>
                  <a:pt x="84403" y="855004"/>
                </a:lnTo>
                <a:lnTo>
                  <a:pt x="84440" y="842962"/>
                </a:lnTo>
                <a:lnTo>
                  <a:pt x="84484" y="830919"/>
                </a:lnTo>
                <a:lnTo>
                  <a:pt x="84531" y="818877"/>
                </a:lnTo>
                <a:lnTo>
                  <a:pt x="84580" y="806835"/>
                </a:lnTo>
                <a:lnTo>
                  <a:pt x="84629" y="794792"/>
                </a:lnTo>
                <a:lnTo>
                  <a:pt x="84674" y="782750"/>
                </a:lnTo>
                <a:lnTo>
                  <a:pt x="84716" y="770708"/>
                </a:lnTo>
                <a:lnTo>
                  <a:pt x="84753" y="758666"/>
                </a:lnTo>
                <a:lnTo>
                  <a:pt x="84785" y="746623"/>
                </a:lnTo>
                <a:lnTo>
                  <a:pt x="84811" y="734581"/>
                </a:lnTo>
                <a:lnTo>
                  <a:pt x="84832" y="722539"/>
                </a:lnTo>
                <a:lnTo>
                  <a:pt x="84849" y="710496"/>
                </a:lnTo>
                <a:lnTo>
                  <a:pt x="84862" y="698454"/>
                </a:lnTo>
                <a:lnTo>
                  <a:pt x="84872" y="686412"/>
                </a:lnTo>
                <a:lnTo>
                  <a:pt x="84879" y="674369"/>
                </a:lnTo>
                <a:lnTo>
                  <a:pt x="84884" y="662327"/>
                </a:lnTo>
                <a:lnTo>
                  <a:pt x="84887" y="650285"/>
                </a:lnTo>
                <a:lnTo>
                  <a:pt x="84889" y="638242"/>
                </a:lnTo>
                <a:lnTo>
                  <a:pt x="84891" y="626200"/>
                </a:lnTo>
                <a:lnTo>
                  <a:pt x="84892" y="614158"/>
                </a:lnTo>
                <a:lnTo>
                  <a:pt x="84892" y="602116"/>
                </a:lnTo>
                <a:lnTo>
                  <a:pt x="84893" y="590073"/>
                </a:lnTo>
                <a:lnTo>
                  <a:pt x="84893" y="578031"/>
                </a:lnTo>
                <a:lnTo>
                  <a:pt x="84893" y="565989"/>
                </a:lnTo>
                <a:lnTo>
                  <a:pt x="84893" y="553946"/>
                </a:lnTo>
                <a:lnTo>
                  <a:pt x="84893" y="541904"/>
                </a:lnTo>
                <a:lnTo>
                  <a:pt x="84893" y="529862"/>
                </a:lnTo>
                <a:lnTo>
                  <a:pt x="84893" y="517819"/>
                </a:lnTo>
                <a:lnTo>
                  <a:pt x="84893" y="505777"/>
                </a:lnTo>
                <a:lnTo>
                  <a:pt x="84893" y="493735"/>
                </a:lnTo>
                <a:lnTo>
                  <a:pt x="84893" y="481692"/>
                </a:lnTo>
                <a:lnTo>
                  <a:pt x="84893" y="469650"/>
                </a:lnTo>
                <a:lnTo>
                  <a:pt x="84893" y="457608"/>
                </a:lnTo>
                <a:lnTo>
                  <a:pt x="84893" y="445565"/>
                </a:lnTo>
                <a:lnTo>
                  <a:pt x="84893" y="433523"/>
                </a:lnTo>
                <a:lnTo>
                  <a:pt x="84893" y="421481"/>
                </a:lnTo>
                <a:lnTo>
                  <a:pt x="84893" y="409439"/>
                </a:lnTo>
                <a:lnTo>
                  <a:pt x="84893" y="397396"/>
                </a:lnTo>
                <a:lnTo>
                  <a:pt x="84893" y="385354"/>
                </a:lnTo>
                <a:lnTo>
                  <a:pt x="84893" y="373312"/>
                </a:lnTo>
                <a:lnTo>
                  <a:pt x="84893" y="361269"/>
                </a:lnTo>
                <a:lnTo>
                  <a:pt x="84893" y="349227"/>
                </a:lnTo>
                <a:lnTo>
                  <a:pt x="84893" y="337185"/>
                </a:lnTo>
                <a:lnTo>
                  <a:pt x="84893" y="325142"/>
                </a:lnTo>
                <a:lnTo>
                  <a:pt x="84892" y="313100"/>
                </a:lnTo>
                <a:lnTo>
                  <a:pt x="84891" y="301058"/>
                </a:lnTo>
                <a:lnTo>
                  <a:pt x="84889" y="289015"/>
                </a:lnTo>
                <a:lnTo>
                  <a:pt x="84887" y="276973"/>
                </a:lnTo>
                <a:lnTo>
                  <a:pt x="84883" y="264931"/>
                </a:lnTo>
                <a:lnTo>
                  <a:pt x="84876" y="252889"/>
                </a:lnTo>
                <a:lnTo>
                  <a:pt x="84867" y="240846"/>
                </a:lnTo>
                <a:lnTo>
                  <a:pt x="84852" y="228804"/>
                </a:lnTo>
                <a:lnTo>
                  <a:pt x="84832" y="216762"/>
                </a:lnTo>
                <a:lnTo>
                  <a:pt x="84803" y="204719"/>
                </a:lnTo>
                <a:lnTo>
                  <a:pt x="84763" y="192677"/>
                </a:lnTo>
                <a:lnTo>
                  <a:pt x="84711" y="180635"/>
                </a:lnTo>
                <a:lnTo>
                  <a:pt x="84642" y="168592"/>
                </a:lnTo>
                <a:lnTo>
                  <a:pt x="84555" y="156550"/>
                </a:lnTo>
                <a:lnTo>
                  <a:pt x="84447" y="144508"/>
                </a:lnTo>
                <a:lnTo>
                  <a:pt x="84318" y="132465"/>
                </a:lnTo>
                <a:lnTo>
                  <a:pt x="84168" y="120423"/>
                </a:lnTo>
                <a:lnTo>
                  <a:pt x="84000" y="108381"/>
                </a:lnTo>
                <a:lnTo>
                  <a:pt x="83815" y="96338"/>
                </a:lnTo>
                <a:lnTo>
                  <a:pt x="83621" y="84296"/>
                </a:lnTo>
                <a:lnTo>
                  <a:pt x="83425" y="72254"/>
                </a:lnTo>
                <a:lnTo>
                  <a:pt x="83236" y="60212"/>
                </a:lnTo>
                <a:lnTo>
                  <a:pt x="83063" y="48169"/>
                </a:lnTo>
                <a:lnTo>
                  <a:pt x="82917" y="36127"/>
                </a:lnTo>
                <a:lnTo>
                  <a:pt x="82805" y="24085"/>
                </a:lnTo>
                <a:lnTo>
                  <a:pt x="82734" y="12042"/>
                </a:lnTo>
                <a:lnTo>
                  <a:pt x="82710" y="0"/>
                </a:lnTo>
                <a:lnTo>
                  <a:pt x="87076" y="0"/>
                </a:lnTo>
                <a:lnTo>
                  <a:pt x="87076" y="0"/>
                </a:lnTo>
                <a:lnTo>
                  <a:pt x="87052" y="12042"/>
                </a:lnTo>
                <a:lnTo>
                  <a:pt x="86982" y="24085"/>
                </a:lnTo>
                <a:lnTo>
                  <a:pt x="86870" y="36127"/>
                </a:lnTo>
                <a:lnTo>
                  <a:pt x="86723" y="48169"/>
                </a:lnTo>
                <a:lnTo>
                  <a:pt x="86550" y="60212"/>
                </a:lnTo>
                <a:lnTo>
                  <a:pt x="86361" y="72254"/>
                </a:lnTo>
                <a:lnTo>
                  <a:pt x="86165" y="84296"/>
                </a:lnTo>
                <a:lnTo>
                  <a:pt x="85971" y="96338"/>
                </a:lnTo>
                <a:lnTo>
                  <a:pt x="85787" y="108381"/>
                </a:lnTo>
                <a:lnTo>
                  <a:pt x="85618" y="120423"/>
                </a:lnTo>
                <a:lnTo>
                  <a:pt x="85468" y="132465"/>
                </a:lnTo>
                <a:lnTo>
                  <a:pt x="85340" y="144508"/>
                </a:lnTo>
                <a:lnTo>
                  <a:pt x="85232" y="156550"/>
                </a:lnTo>
                <a:lnTo>
                  <a:pt x="85145" y="168592"/>
                </a:lnTo>
                <a:lnTo>
                  <a:pt x="85076" y="180635"/>
                </a:lnTo>
                <a:lnTo>
                  <a:pt x="85023" y="192677"/>
                </a:lnTo>
                <a:lnTo>
                  <a:pt x="84983" y="204719"/>
                </a:lnTo>
                <a:lnTo>
                  <a:pt x="84955" y="216762"/>
                </a:lnTo>
                <a:lnTo>
                  <a:pt x="84934" y="228804"/>
                </a:lnTo>
                <a:lnTo>
                  <a:pt x="84920" y="240846"/>
                </a:lnTo>
                <a:lnTo>
                  <a:pt x="84910" y="252889"/>
                </a:lnTo>
                <a:lnTo>
                  <a:pt x="84904" y="264931"/>
                </a:lnTo>
                <a:lnTo>
                  <a:pt x="84900" y="276973"/>
                </a:lnTo>
                <a:lnTo>
                  <a:pt x="84897" y="289015"/>
                </a:lnTo>
                <a:lnTo>
                  <a:pt x="84895" y="301058"/>
                </a:lnTo>
                <a:lnTo>
                  <a:pt x="84895" y="313100"/>
                </a:lnTo>
                <a:lnTo>
                  <a:pt x="84894" y="325142"/>
                </a:lnTo>
                <a:lnTo>
                  <a:pt x="84894" y="337185"/>
                </a:lnTo>
                <a:lnTo>
                  <a:pt x="84893" y="349227"/>
                </a:lnTo>
                <a:lnTo>
                  <a:pt x="84893" y="361269"/>
                </a:lnTo>
                <a:lnTo>
                  <a:pt x="84893" y="373312"/>
                </a:lnTo>
                <a:lnTo>
                  <a:pt x="84893" y="385354"/>
                </a:lnTo>
                <a:lnTo>
                  <a:pt x="84893" y="397396"/>
                </a:lnTo>
                <a:lnTo>
                  <a:pt x="84893" y="409439"/>
                </a:lnTo>
                <a:lnTo>
                  <a:pt x="84893" y="421481"/>
                </a:lnTo>
                <a:lnTo>
                  <a:pt x="84893" y="433523"/>
                </a:lnTo>
                <a:lnTo>
                  <a:pt x="84893" y="445565"/>
                </a:lnTo>
                <a:lnTo>
                  <a:pt x="84893" y="457608"/>
                </a:lnTo>
                <a:lnTo>
                  <a:pt x="84893" y="469650"/>
                </a:lnTo>
                <a:lnTo>
                  <a:pt x="84893" y="481692"/>
                </a:lnTo>
                <a:lnTo>
                  <a:pt x="84893" y="493735"/>
                </a:lnTo>
                <a:lnTo>
                  <a:pt x="84893" y="505777"/>
                </a:lnTo>
                <a:lnTo>
                  <a:pt x="84893" y="517819"/>
                </a:lnTo>
                <a:lnTo>
                  <a:pt x="84893" y="529862"/>
                </a:lnTo>
                <a:lnTo>
                  <a:pt x="84893" y="541904"/>
                </a:lnTo>
                <a:lnTo>
                  <a:pt x="84893" y="553946"/>
                </a:lnTo>
                <a:lnTo>
                  <a:pt x="84893" y="565989"/>
                </a:lnTo>
                <a:lnTo>
                  <a:pt x="84894" y="578031"/>
                </a:lnTo>
                <a:lnTo>
                  <a:pt x="84894" y="590073"/>
                </a:lnTo>
                <a:lnTo>
                  <a:pt x="84894" y="602116"/>
                </a:lnTo>
                <a:lnTo>
                  <a:pt x="84895" y="614158"/>
                </a:lnTo>
                <a:lnTo>
                  <a:pt x="84896" y="626200"/>
                </a:lnTo>
                <a:lnTo>
                  <a:pt x="84897" y="638242"/>
                </a:lnTo>
                <a:lnTo>
                  <a:pt x="84900" y="650285"/>
                </a:lnTo>
                <a:lnTo>
                  <a:pt x="84903" y="662327"/>
                </a:lnTo>
                <a:lnTo>
                  <a:pt x="84908" y="674369"/>
                </a:lnTo>
                <a:lnTo>
                  <a:pt x="84915" y="686412"/>
                </a:lnTo>
                <a:lnTo>
                  <a:pt x="84925" y="698454"/>
                </a:lnTo>
                <a:lnTo>
                  <a:pt x="84937" y="710496"/>
                </a:lnTo>
                <a:lnTo>
                  <a:pt x="84954" y="722539"/>
                </a:lnTo>
                <a:lnTo>
                  <a:pt x="84975" y="734581"/>
                </a:lnTo>
                <a:lnTo>
                  <a:pt x="85002" y="746623"/>
                </a:lnTo>
                <a:lnTo>
                  <a:pt x="85033" y="758666"/>
                </a:lnTo>
                <a:lnTo>
                  <a:pt x="85070" y="770708"/>
                </a:lnTo>
                <a:lnTo>
                  <a:pt x="85112" y="782750"/>
                </a:lnTo>
                <a:lnTo>
                  <a:pt x="85158" y="794792"/>
                </a:lnTo>
                <a:lnTo>
                  <a:pt x="85206" y="806835"/>
                </a:lnTo>
                <a:lnTo>
                  <a:pt x="85255" y="818877"/>
                </a:lnTo>
                <a:lnTo>
                  <a:pt x="85303" y="830919"/>
                </a:lnTo>
                <a:lnTo>
                  <a:pt x="85346" y="842962"/>
                </a:lnTo>
                <a:lnTo>
                  <a:pt x="85384" y="855004"/>
                </a:lnTo>
                <a:lnTo>
                  <a:pt x="85413" y="867046"/>
                </a:lnTo>
                <a:lnTo>
                  <a:pt x="85432" y="879089"/>
                </a:lnTo>
                <a:lnTo>
                  <a:pt x="85439" y="891131"/>
                </a:lnTo>
                <a:lnTo>
                  <a:pt x="85434" y="903173"/>
                </a:lnTo>
                <a:lnTo>
                  <a:pt x="85418" y="915216"/>
                </a:lnTo>
                <a:lnTo>
                  <a:pt x="85391" y="927258"/>
                </a:lnTo>
                <a:lnTo>
                  <a:pt x="85355" y="939300"/>
                </a:lnTo>
                <a:lnTo>
                  <a:pt x="85312" y="951343"/>
                </a:lnTo>
                <a:lnTo>
                  <a:pt x="85265" y="963385"/>
                </a:lnTo>
                <a:lnTo>
                  <a:pt x="85216" y="975427"/>
                </a:lnTo>
                <a:lnTo>
                  <a:pt x="85168" y="987469"/>
                </a:lnTo>
                <a:lnTo>
                  <a:pt x="85121" y="999512"/>
                </a:lnTo>
                <a:lnTo>
                  <a:pt x="85079" y="1011554"/>
                </a:lnTo>
                <a:lnTo>
                  <a:pt x="85041" y="1023596"/>
                </a:lnTo>
                <a:lnTo>
                  <a:pt x="85008" y="1035639"/>
                </a:lnTo>
                <a:lnTo>
                  <a:pt x="84981" y="1047681"/>
                </a:lnTo>
                <a:lnTo>
                  <a:pt x="84958" y="1059723"/>
                </a:lnTo>
                <a:lnTo>
                  <a:pt x="84941" y="1071766"/>
                </a:lnTo>
                <a:lnTo>
                  <a:pt x="84927" y="1083808"/>
                </a:lnTo>
                <a:lnTo>
                  <a:pt x="84917" y="1095850"/>
                </a:lnTo>
                <a:lnTo>
                  <a:pt x="84909" y="1107893"/>
                </a:lnTo>
                <a:lnTo>
                  <a:pt x="84904" y="1119935"/>
                </a:lnTo>
                <a:lnTo>
                  <a:pt x="84900" y="1131977"/>
                </a:lnTo>
                <a:lnTo>
                  <a:pt x="84898" y="1144019"/>
                </a:lnTo>
                <a:lnTo>
                  <a:pt x="84896" y="1156062"/>
                </a:lnTo>
                <a:lnTo>
                  <a:pt x="84895" y="1168104"/>
                </a:lnTo>
                <a:lnTo>
                  <a:pt x="84895" y="1180146"/>
                </a:lnTo>
                <a:lnTo>
                  <a:pt x="84894" y="1192189"/>
                </a:lnTo>
                <a:lnTo>
                  <a:pt x="84895" y="1204231"/>
                </a:lnTo>
                <a:lnTo>
                  <a:pt x="84895" y="1216273"/>
                </a:lnTo>
                <a:lnTo>
                  <a:pt x="84897" y="1228316"/>
                </a:lnTo>
                <a:lnTo>
                  <a:pt x="84899" y="1240358"/>
                </a:lnTo>
                <a:lnTo>
                  <a:pt x="84902" y="1252400"/>
                </a:lnTo>
                <a:lnTo>
                  <a:pt x="84907" y="1264443"/>
                </a:lnTo>
                <a:lnTo>
                  <a:pt x="84915" y="1276485"/>
                </a:lnTo>
                <a:lnTo>
                  <a:pt x="84927" y="1288527"/>
                </a:lnTo>
                <a:lnTo>
                  <a:pt x="84943" y="1300569"/>
                </a:lnTo>
                <a:lnTo>
                  <a:pt x="84966" y="1312612"/>
                </a:lnTo>
                <a:lnTo>
                  <a:pt x="84998" y="1324654"/>
                </a:lnTo>
                <a:lnTo>
                  <a:pt x="85040" y="1336696"/>
                </a:lnTo>
                <a:lnTo>
                  <a:pt x="85096" y="1348739"/>
                </a:lnTo>
                <a:lnTo>
                  <a:pt x="85166" y="1360781"/>
                </a:lnTo>
                <a:lnTo>
                  <a:pt x="85253" y="1372823"/>
                </a:lnTo>
                <a:lnTo>
                  <a:pt x="85358" y="1384866"/>
                </a:lnTo>
                <a:lnTo>
                  <a:pt x="85481" y="1396908"/>
                </a:lnTo>
                <a:lnTo>
                  <a:pt x="85623" y="1408950"/>
                </a:lnTo>
                <a:lnTo>
                  <a:pt x="85781" y="1420993"/>
                </a:lnTo>
                <a:lnTo>
                  <a:pt x="85951" y="1433035"/>
                </a:lnTo>
                <a:lnTo>
                  <a:pt x="86130" y="1445077"/>
                </a:lnTo>
                <a:lnTo>
                  <a:pt x="86312" y="1457120"/>
                </a:lnTo>
                <a:lnTo>
                  <a:pt x="86489" y="1469162"/>
                </a:lnTo>
                <a:lnTo>
                  <a:pt x="86657" y="1481204"/>
                </a:lnTo>
                <a:lnTo>
                  <a:pt x="86807" y="1493246"/>
                </a:lnTo>
                <a:lnTo>
                  <a:pt x="86935" y="1505289"/>
                </a:lnTo>
                <a:lnTo>
                  <a:pt x="87037" y="1517331"/>
                </a:lnTo>
                <a:lnTo>
                  <a:pt x="87112" y="1529373"/>
                </a:lnTo>
                <a:lnTo>
                  <a:pt x="87160" y="1541416"/>
                </a:lnTo>
                <a:lnTo>
                  <a:pt x="87184" y="1553458"/>
                </a:lnTo>
                <a:lnTo>
                  <a:pt x="87191" y="1565500"/>
                </a:lnTo>
                <a:lnTo>
                  <a:pt x="87189" y="1577543"/>
                </a:lnTo>
                <a:lnTo>
                  <a:pt x="87188" y="1589585"/>
                </a:lnTo>
                <a:lnTo>
                  <a:pt x="87201" y="1601627"/>
                </a:lnTo>
                <a:lnTo>
                  <a:pt x="87240" y="1613670"/>
                </a:lnTo>
                <a:lnTo>
                  <a:pt x="87321" y="1625712"/>
                </a:lnTo>
                <a:lnTo>
                  <a:pt x="87463" y="1637754"/>
                </a:lnTo>
                <a:lnTo>
                  <a:pt x="87685" y="1649796"/>
                </a:lnTo>
                <a:lnTo>
                  <a:pt x="88013" y="1661839"/>
                </a:lnTo>
                <a:lnTo>
                  <a:pt x="88478" y="1673881"/>
                </a:lnTo>
                <a:lnTo>
                  <a:pt x="89117" y="1685923"/>
                </a:lnTo>
                <a:lnTo>
                  <a:pt x="89977" y="1697966"/>
                </a:lnTo>
                <a:lnTo>
                  <a:pt x="91116" y="1710008"/>
                </a:lnTo>
                <a:lnTo>
                  <a:pt x="92599" y="1722050"/>
                </a:lnTo>
                <a:lnTo>
                  <a:pt x="94501" y="1734093"/>
                </a:lnTo>
                <a:lnTo>
                  <a:pt x="96899" y="1746135"/>
                </a:lnTo>
                <a:lnTo>
                  <a:pt x="99871" y="1758177"/>
                </a:lnTo>
                <a:lnTo>
                  <a:pt x="103482" y="1770220"/>
                </a:lnTo>
                <a:lnTo>
                  <a:pt x="107776" y="1782262"/>
                </a:lnTo>
                <a:lnTo>
                  <a:pt x="112768" y="1794304"/>
                </a:lnTo>
                <a:lnTo>
                  <a:pt x="118426" y="1806347"/>
                </a:lnTo>
                <a:lnTo>
                  <a:pt x="124666" y="1818389"/>
                </a:lnTo>
                <a:lnTo>
                  <a:pt x="131346" y="1830431"/>
                </a:lnTo>
                <a:lnTo>
                  <a:pt x="138265" y="1842473"/>
                </a:lnTo>
                <a:lnTo>
                  <a:pt x="145168" y="1854516"/>
                </a:lnTo>
                <a:lnTo>
                  <a:pt x="151761" y="1866558"/>
                </a:lnTo>
                <a:lnTo>
                  <a:pt x="157730" y="1878600"/>
                </a:lnTo>
                <a:lnTo>
                  <a:pt x="162764" y="1890643"/>
                </a:lnTo>
                <a:lnTo>
                  <a:pt x="166586" y="1902685"/>
                </a:lnTo>
                <a:lnTo>
                  <a:pt x="168974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2" name="data_7643">
            <a:extLst>
              <a:ext uri="{FF2B5EF4-FFF2-40B4-BE49-F238E27FC236}">
                <a16:creationId xmlns:a16="http://schemas.microsoft.com/office/drawing/2014/main" id="{D39905F6-4382-40EB-9199-3FCC0DC9B2B8}"/>
              </a:ext>
            </a:extLst>
          </p:cNvPr>
          <p:cNvSpPr>
            <a:spLocks noGrp="1"/>
          </p:cNvSpPr>
          <p:nvPr/>
        </p:nvSpPr>
        <p:spPr>
          <a:xfrm>
            <a:off x="5865545" y="5003409"/>
            <a:ext cx="169787" cy="1926770"/>
          </a:xfrm>
          <a:custGeom>
            <a:pathLst>
              <a:path w="169787" h="1926770">
                <a:moveTo>
                  <a:pt x="129586" y="1926770"/>
                </a:moveTo>
                <a:lnTo>
                  <a:pt x="40200" y="1926770"/>
                </a:lnTo>
                <a:lnTo>
                  <a:pt x="40704" y="1914727"/>
                </a:lnTo>
                <a:lnTo>
                  <a:pt x="42182" y="1902685"/>
                </a:lnTo>
                <a:lnTo>
                  <a:pt x="44534" y="1890643"/>
                </a:lnTo>
                <a:lnTo>
                  <a:pt x="47604" y="1878600"/>
                </a:lnTo>
                <a:lnTo>
                  <a:pt x="51202" y="1866558"/>
                </a:lnTo>
                <a:lnTo>
                  <a:pt x="55115" y="1854516"/>
                </a:lnTo>
                <a:lnTo>
                  <a:pt x="59136" y="1842473"/>
                </a:lnTo>
                <a:lnTo>
                  <a:pt x="63075" y="1830431"/>
                </a:lnTo>
                <a:lnTo>
                  <a:pt x="66775" y="1818389"/>
                </a:lnTo>
                <a:lnTo>
                  <a:pt x="70121" y="1806347"/>
                </a:lnTo>
                <a:lnTo>
                  <a:pt x="73040" y="1794304"/>
                </a:lnTo>
                <a:lnTo>
                  <a:pt x="75501" y="1782262"/>
                </a:lnTo>
                <a:lnTo>
                  <a:pt x="77509" y="1770220"/>
                </a:lnTo>
                <a:lnTo>
                  <a:pt x="79093" y="1758177"/>
                </a:lnTo>
                <a:lnTo>
                  <a:pt x="80303" y="1746135"/>
                </a:lnTo>
                <a:lnTo>
                  <a:pt x="81198" y="1734093"/>
                </a:lnTo>
                <a:lnTo>
                  <a:pt x="81837" y="1722050"/>
                </a:lnTo>
                <a:lnTo>
                  <a:pt x="82278" y="1710008"/>
                </a:lnTo>
                <a:lnTo>
                  <a:pt x="82572" y="1697966"/>
                </a:lnTo>
                <a:lnTo>
                  <a:pt x="82761" y="1685923"/>
                </a:lnTo>
                <a:lnTo>
                  <a:pt x="82877" y="1673881"/>
                </a:lnTo>
                <a:lnTo>
                  <a:pt x="82946" y="1661839"/>
                </a:lnTo>
                <a:lnTo>
                  <a:pt x="82984" y="1649796"/>
                </a:lnTo>
                <a:lnTo>
                  <a:pt x="83001" y="1637754"/>
                </a:lnTo>
                <a:lnTo>
                  <a:pt x="83002" y="1625712"/>
                </a:lnTo>
                <a:lnTo>
                  <a:pt x="82988" y="1613670"/>
                </a:lnTo>
                <a:lnTo>
                  <a:pt x="82959" y="1601627"/>
                </a:lnTo>
                <a:lnTo>
                  <a:pt x="82910" y="1589585"/>
                </a:lnTo>
                <a:lnTo>
                  <a:pt x="82839" y="1577543"/>
                </a:lnTo>
                <a:lnTo>
                  <a:pt x="82741" y="1565500"/>
                </a:lnTo>
                <a:lnTo>
                  <a:pt x="82617" y="1553458"/>
                </a:lnTo>
                <a:lnTo>
                  <a:pt x="82465" y="1541416"/>
                </a:lnTo>
                <a:lnTo>
                  <a:pt x="82290" y="1529373"/>
                </a:lnTo>
                <a:lnTo>
                  <a:pt x="82095" y="1517331"/>
                </a:lnTo>
                <a:lnTo>
                  <a:pt x="81889" y="1505289"/>
                </a:lnTo>
                <a:lnTo>
                  <a:pt x="81681" y="1493246"/>
                </a:lnTo>
                <a:lnTo>
                  <a:pt x="81479" y="1481204"/>
                </a:lnTo>
                <a:lnTo>
                  <a:pt x="81290" y="1469162"/>
                </a:lnTo>
                <a:lnTo>
                  <a:pt x="81120" y="1457120"/>
                </a:lnTo>
                <a:lnTo>
                  <a:pt x="80971" y="1445077"/>
                </a:lnTo>
                <a:lnTo>
                  <a:pt x="80840" y="1433035"/>
                </a:lnTo>
                <a:lnTo>
                  <a:pt x="80721" y="1420993"/>
                </a:lnTo>
                <a:lnTo>
                  <a:pt x="80606" y="1408950"/>
                </a:lnTo>
                <a:lnTo>
                  <a:pt x="80487" y="1396908"/>
                </a:lnTo>
                <a:lnTo>
                  <a:pt x="80356" y="1384866"/>
                </a:lnTo>
                <a:lnTo>
                  <a:pt x="80207" y="1372823"/>
                </a:lnTo>
                <a:lnTo>
                  <a:pt x="80040" y="1360781"/>
                </a:lnTo>
                <a:lnTo>
                  <a:pt x="79859" y="1348739"/>
                </a:lnTo>
                <a:lnTo>
                  <a:pt x="79674" y="1336696"/>
                </a:lnTo>
                <a:lnTo>
                  <a:pt x="79497" y="1324654"/>
                </a:lnTo>
                <a:lnTo>
                  <a:pt x="79346" y="1312612"/>
                </a:lnTo>
                <a:lnTo>
                  <a:pt x="79238" y="1300569"/>
                </a:lnTo>
                <a:lnTo>
                  <a:pt x="79187" y="1288527"/>
                </a:lnTo>
                <a:lnTo>
                  <a:pt x="79203" y="1276485"/>
                </a:lnTo>
                <a:lnTo>
                  <a:pt x="79293" y="1264443"/>
                </a:lnTo>
                <a:lnTo>
                  <a:pt x="79455" y="1252400"/>
                </a:lnTo>
                <a:lnTo>
                  <a:pt x="79681" y="1240358"/>
                </a:lnTo>
                <a:lnTo>
                  <a:pt x="79958" y="1228316"/>
                </a:lnTo>
                <a:lnTo>
                  <a:pt x="80268" y="1216273"/>
                </a:lnTo>
                <a:lnTo>
                  <a:pt x="80590" y="1204231"/>
                </a:lnTo>
                <a:lnTo>
                  <a:pt x="80902" y="1192189"/>
                </a:lnTo>
                <a:lnTo>
                  <a:pt x="81182" y="1180146"/>
                </a:lnTo>
                <a:lnTo>
                  <a:pt x="81409" y="1168104"/>
                </a:lnTo>
                <a:lnTo>
                  <a:pt x="81564" y="1156062"/>
                </a:lnTo>
                <a:lnTo>
                  <a:pt x="81629" y="1144019"/>
                </a:lnTo>
                <a:lnTo>
                  <a:pt x="81588" y="1131977"/>
                </a:lnTo>
                <a:lnTo>
                  <a:pt x="81429" y="1119935"/>
                </a:lnTo>
                <a:lnTo>
                  <a:pt x="81143" y="1107893"/>
                </a:lnTo>
                <a:lnTo>
                  <a:pt x="80724" y="1095850"/>
                </a:lnTo>
                <a:lnTo>
                  <a:pt x="80173" y="1083808"/>
                </a:lnTo>
                <a:lnTo>
                  <a:pt x="79498" y="1071766"/>
                </a:lnTo>
                <a:lnTo>
                  <a:pt x="78714" y="1059723"/>
                </a:lnTo>
                <a:lnTo>
                  <a:pt x="77847" y="1047681"/>
                </a:lnTo>
                <a:lnTo>
                  <a:pt x="76930" y="1035639"/>
                </a:lnTo>
                <a:lnTo>
                  <a:pt x="76004" y="1023596"/>
                </a:lnTo>
                <a:lnTo>
                  <a:pt x="75116" y="1011554"/>
                </a:lnTo>
                <a:lnTo>
                  <a:pt x="74311" y="999512"/>
                </a:lnTo>
                <a:lnTo>
                  <a:pt x="73633" y="987469"/>
                </a:lnTo>
                <a:lnTo>
                  <a:pt x="73118" y="975427"/>
                </a:lnTo>
                <a:lnTo>
                  <a:pt x="72792" y="963385"/>
                </a:lnTo>
                <a:lnTo>
                  <a:pt x="72667" y="951343"/>
                </a:lnTo>
                <a:lnTo>
                  <a:pt x="72742" y="939300"/>
                </a:lnTo>
                <a:lnTo>
                  <a:pt x="73001" y="927258"/>
                </a:lnTo>
                <a:lnTo>
                  <a:pt x="73420" y="915216"/>
                </a:lnTo>
                <a:lnTo>
                  <a:pt x="73965" y="903173"/>
                </a:lnTo>
                <a:lnTo>
                  <a:pt x="74600" y="891131"/>
                </a:lnTo>
                <a:lnTo>
                  <a:pt x="75289" y="879089"/>
                </a:lnTo>
                <a:lnTo>
                  <a:pt x="75999" y="867046"/>
                </a:lnTo>
                <a:lnTo>
                  <a:pt x="76702" y="855004"/>
                </a:lnTo>
                <a:lnTo>
                  <a:pt x="77376" y="842962"/>
                </a:lnTo>
                <a:lnTo>
                  <a:pt x="78003" y="830919"/>
                </a:lnTo>
                <a:lnTo>
                  <a:pt x="78571" y="818877"/>
                </a:lnTo>
                <a:lnTo>
                  <a:pt x="79071" y="806835"/>
                </a:lnTo>
                <a:lnTo>
                  <a:pt x="79494" y="794792"/>
                </a:lnTo>
                <a:lnTo>
                  <a:pt x="79837" y="782750"/>
                </a:lnTo>
                <a:lnTo>
                  <a:pt x="80094" y="770708"/>
                </a:lnTo>
                <a:lnTo>
                  <a:pt x="80262" y="758666"/>
                </a:lnTo>
                <a:lnTo>
                  <a:pt x="80342" y="746623"/>
                </a:lnTo>
                <a:lnTo>
                  <a:pt x="80340" y="734581"/>
                </a:lnTo>
                <a:lnTo>
                  <a:pt x="80263" y="722539"/>
                </a:lnTo>
                <a:lnTo>
                  <a:pt x="80127" y="710496"/>
                </a:lnTo>
                <a:lnTo>
                  <a:pt x="79951" y="698454"/>
                </a:lnTo>
                <a:lnTo>
                  <a:pt x="79757" y="686412"/>
                </a:lnTo>
                <a:lnTo>
                  <a:pt x="79570" y="674369"/>
                </a:lnTo>
                <a:lnTo>
                  <a:pt x="79414" y="662327"/>
                </a:lnTo>
                <a:lnTo>
                  <a:pt x="79309" y="650285"/>
                </a:lnTo>
                <a:lnTo>
                  <a:pt x="79271" y="638242"/>
                </a:lnTo>
                <a:lnTo>
                  <a:pt x="79308" y="626200"/>
                </a:lnTo>
                <a:lnTo>
                  <a:pt x="79423" y="614158"/>
                </a:lnTo>
                <a:lnTo>
                  <a:pt x="79609" y="602116"/>
                </a:lnTo>
                <a:lnTo>
                  <a:pt x="79854" y="590073"/>
                </a:lnTo>
                <a:lnTo>
                  <a:pt x="80143" y="578031"/>
                </a:lnTo>
                <a:lnTo>
                  <a:pt x="80456" y="565989"/>
                </a:lnTo>
                <a:lnTo>
                  <a:pt x="80776" y="553946"/>
                </a:lnTo>
                <a:lnTo>
                  <a:pt x="81086" y="541904"/>
                </a:lnTo>
                <a:lnTo>
                  <a:pt x="81373" y="529862"/>
                </a:lnTo>
                <a:lnTo>
                  <a:pt x="81630" y="517819"/>
                </a:lnTo>
                <a:lnTo>
                  <a:pt x="81853" y="505777"/>
                </a:lnTo>
                <a:lnTo>
                  <a:pt x="82043" y="493735"/>
                </a:lnTo>
                <a:lnTo>
                  <a:pt x="82206" y="481692"/>
                </a:lnTo>
                <a:lnTo>
                  <a:pt x="82349" y="469650"/>
                </a:lnTo>
                <a:lnTo>
                  <a:pt x="82479" y="457608"/>
                </a:lnTo>
                <a:lnTo>
                  <a:pt x="82604" y="445565"/>
                </a:lnTo>
                <a:lnTo>
                  <a:pt x="82732" y="433523"/>
                </a:lnTo>
                <a:lnTo>
                  <a:pt x="82866" y="421481"/>
                </a:lnTo>
                <a:lnTo>
                  <a:pt x="83010" y="409439"/>
                </a:lnTo>
                <a:lnTo>
                  <a:pt x="83164" y="397396"/>
                </a:lnTo>
                <a:lnTo>
                  <a:pt x="83326" y="385354"/>
                </a:lnTo>
                <a:lnTo>
                  <a:pt x="83491" y="373312"/>
                </a:lnTo>
                <a:lnTo>
                  <a:pt x="83656" y="361269"/>
                </a:lnTo>
                <a:lnTo>
                  <a:pt x="83814" y="349227"/>
                </a:lnTo>
                <a:lnTo>
                  <a:pt x="83958" y="337185"/>
                </a:lnTo>
                <a:lnTo>
                  <a:pt x="84081" y="325142"/>
                </a:lnTo>
                <a:lnTo>
                  <a:pt x="84176" y="313100"/>
                </a:lnTo>
                <a:lnTo>
                  <a:pt x="84234" y="301058"/>
                </a:lnTo>
                <a:lnTo>
                  <a:pt x="84243" y="289015"/>
                </a:lnTo>
                <a:lnTo>
                  <a:pt x="84190" y="276973"/>
                </a:lnTo>
                <a:lnTo>
                  <a:pt x="84055" y="264931"/>
                </a:lnTo>
                <a:lnTo>
                  <a:pt x="83813" y="252889"/>
                </a:lnTo>
                <a:lnTo>
                  <a:pt x="83429" y="240846"/>
                </a:lnTo>
                <a:lnTo>
                  <a:pt x="82857" y="228804"/>
                </a:lnTo>
                <a:lnTo>
                  <a:pt x="82036" y="216762"/>
                </a:lnTo>
                <a:lnTo>
                  <a:pt x="80896" y="204719"/>
                </a:lnTo>
                <a:lnTo>
                  <a:pt x="79349" y="192677"/>
                </a:lnTo>
                <a:lnTo>
                  <a:pt x="77301" y="180635"/>
                </a:lnTo>
                <a:lnTo>
                  <a:pt x="74653" y="168592"/>
                </a:lnTo>
                <a:lnTo>
                  <a:pt x="71309" y="156550"/>
                </a:lnTo>
                <a:lnTo>
                  <a:pt x="67195" y="144508"/>
                </a:lnTo>
                <a:lnTo>
                  <a:pt x="62265" y="132465"/>
                </a:lnTo>
                <a:lnTo>
                  <a:pt x="56524" y="120423"/>
                </a:lnTo>
                <a:lnTo>
                  <a:pt x="50038" y="108381"/>
                </a:lnTo>
                <a:lnTo>
                  <a:pt x="42944" y="96338"/>
                </a:lnTo>
                <a:lnTo>
                  <a:pt x="35458" y="84296"/>
                </a:lnTo>
                <a:lnTo>
                  <a:pt x="27868" y="72254"/>
                </a:lnTo>
                <a:lnTo>
                  <a:pt x="20519" y="60212"/>
                </a:lnTo>
                <a:lnTo>
                  <a:pt x="13789" y="48169"/>
                </a:lnTo>
                <a:lnTo>
                  <a:pt x="8062" y="36127"/>
                </a:lnTo>
                <a:lnTo>
                  <a:pt x="3685" y="24085"/>
                </a:lnTo>
                <a:lnTo>
                  <a:pt x="937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50" y="12042"/>
                </a:lnTo>
                <a:lnTo>
                  <a:pt x="166102" y="24085"/>
                </a:lnTo>
                <a:lnTo>
                  <a:pt x="161725" y="36127"/>
                </a:lnTo>
                <a:lnTo>
                  <a:pt x="155997" y="48169"/>
                </a:lnTo>
                <a:lnTo>
                  <a:pt x="149268" y="60212"/>
                </a:lnTo>
                <a:lnTo>
                  <a:pt x="141918" y="72254"/>
                </a:lnTo>
                <a:lnTo>
                  <a:pt x="134328" y="84296"/>
                </a:lnTo>
                <a:lnTo>
                  <a:pt x="126842" y="96338"/>
                </a:lnTo>
                <a:lnTo>
                  <a:pt x="119749" y="108381"/>
                </a:lnTo>
                <a:lnTo>
                  <a:pt x="113262" y="120423"/>
                </a:lnTo>
                <a:lnTo>
                  <a:pt x="107521" y="132465"/>
                </a:lnTo>
                <a:lnTo>
                  <a:pt x="102592" y="144508"/>
                </a:lnTo>
                <a:lnTo>
                  <a:pt x="98477" y="156550"/>
                </a:lnTo>
                <a:lnTo>
                  <a:pt x="95134" y="168592"/>
                </a:lnTo>
                <a:lnTo>
                  <a:pt x="92485" y="180635"/>
                </a:lnTo>
                <a:lnTo>
                  <a:pt x="90437" y="192677"/>
                </a:lnTo>
                <a:lnTo>
                  <a:pt x="88891" y="204719"/>
                </a:lnTo>
                <a:lnTo>
                  <a:pt x="87750" y="216762"/>
                </a:lnTo>
                <a:lnTo>
                  <a:pt x="86930" y="228804"/>
                </a:lnTo>
                <a:lnTo>
                  <a:pt x="86357" y="240846"/>
                </a:lnTo>
                <a:lnTo>
                  <a:pt x="85973" y="252889"/>
                </a:lnTo>
                <a:lnTo>
                  <a:pt x="85731" y="264931"/>
                </a:lnTo>
                <a:lnTo>
                  <a:pt x="85597" y="276973"/>
                </a:lnTo>
                <a:lnTo>
                  <a:pt x="85544" y="289015"/>
                </a:lnTo>
                <a:lnTo>
                  <a:pt x="85553" y="301058"/>
                </a:lnTo>
                <a:lnTo>
                  <a:pt x="85610" y="313100"/>
                </a:lnTo>
                <a:lnTo>
                  <a:pt x="85705" y="325142"/>
                </a:lnTo>
                <a:lnTo>
                  <a:pt x="85829" y="337185"/>
                </a:lnTo>
                <a:lnTo>
                  <a:pt x="85973" y="349227"/>
                </a:lnTo>
                <a:lnTo>
                  <a:pt x="86130" y="361269"/>
                </a:lnTo>
                <a:lnTo>
                  <a:pt x="86295" y="373312"/>
                </a:lnTo>
                <a:lnTo>
                  <a:pt x="86461" y="385354"/>
                </a:lnTo>
                <a:lnTo>
                  <a:pt x="86622" y="397396"/>
                </a:lnTo>
                <a:lnTo>
                  <a:pt x="86776" y="409439"/>
                </a:lnTo>
                <a:lnTo>
                  <a:pt x="86920" y="421481"/>
                </a:lnTo>
                <a:lnTo>
                  <a:pt x="87055" y="433523"/>
                </a:lnTo>
                <a:lnTo>
                  <a:pt x="87183" y="445565"/>
                </a:lnTo>
                <a:lnTo>
                  <a:pt x="87308" y="457608"/>
                </a:lnTo>
                <a:lnTo>
                  <a:pt x="87438" y="469650"/>
                </a:lnTo>
                <a:lnTo>
                  <a:pt x="87580" y="481692"/>
                </a:lnTo>
                <a:lnTo>
                  <a:pt x="87743" y="493735"/>
                </a:lnTo>
                <a:lnTo>
                  <a:pt x="87934" y="505777"/>
                </a:lnTo>
                <a:lnTo>
                  <a:pt x="88157" y="517819"/>
                </a:lnTo>
                <a:lnTo>
                  <a:pt x="88414" y="529862"/>
                </a:lnTo>
                <a:lnTo>
                  <a:pt x="88701" y="541904"/>
                </a:lnTo>
                <a:lnTo>
                  <a:pt x="89011" y="553946"/>
                </a:lnTo>
                <a:lnTo>
                  <a:pt x="89330" y="565989"/>
                </a:lnTo>
                <a:lnTo>
                  <a:pt x="89644" y="578031"/>
                </a:lnTo>
                <a:lnTo>
                  <a:pt x="89932" y="590073"/>
                </a:lnTo>
                <a:lnTo>
                  <a:pt x="90178" y="602116"/>
                </a:lnTo>
                <a:lnTo>
                  <a:pt x="90364" y="614158"/>
                </a:lnTo>
                <a:lnTo>
                  <a:pt x="90479" y="626200"/>
                </a:lnTo>
                <a:lnTo>
                  <a:pt x="90516" y="638242"/>
                </a:lnTo>
                <a:lnTo>
                  <a:pt x="90478" y="650285"/>
                </a:lnTo>
                <a:lnTo>
                  <a:pt x="90373" y="662327"/>
                </a:lnTo>
                <a:lnTo>
                  <a:pt x="90216" y="674369"/>
                </a:lnTo>
                <a:lnTo>
                  <a:pt x="90029" y="686412"/>
                </a:lnTo>
                <a:lnTo>
                  <a:pt x="89835" y="698454"/>
                </a:lnTo>
                <a:lnTo>
                  <a:pt x="89659" y="710496"/>
                </a:lnTo>
                <a:lnTo>
                  <a:pt x="89523" y="722539"/>
                </a:lnTo>
                <a:lnTo>
                  <a:pt x="89447" y="734581"/>
                </a:lnTo>
                <a:lnTo>
                  <a:pt x="89444" y="746623"/>
                </a:lnTo>
                <a:lnTo>
                  <a:pt x="89525" y="758666"/>
                </a:lnTo>
                <a:lnTo>
                  <a:pt x="89693" y="770708"/>
                </a:lnTo>
                <a:lnTo>
                  <a:pt x="89950" y="782750"/>
                </a:lnTo>
                <a:lnTo>
                  <a:pt x="90292" y="794792"/>
                </a:lnTo>
                <a:lnTo>
                  <a:pt x="90716" y="806835"/>
                </a:lnTo>
                <a:lnTo>
                  <a:pt x="91216" y="818877"/>
                </a:lnTo>
                <a:lnTo>
                  <a:pt x="91784" y="830919"/>
                </a:lnTo>
                <a:lnTo>
                  <a:pt x="92411" y="842962"/>
                </a:lnTo>
                <a:lnTo>
                  <a:pt x="93084" y="855004"/>
                </a:lnTo>
                <a:lnTo>
                  <a:pt x="93787" y="867046"/>
                </a:lnTo>
                <a:lnTo>
                  <a:pt x="94498" y="879089"/>
                </a:lnTo>
                <a:lnTo>
                  <a:pt x="95187" y="891131"/>
                </a:lnTo>
                <a:lnTo>
                  <a:pt x="95822" y="903173"/>
                </a:lnTo>
                <a:lnTo>
                  <a:pt x="96367" y="915216"/>
                </a:lnTo>
                <a:lnTo>
                  <a:pt x="96785" y="927258"/>
                </a:lnTo>
                <a:lnTo>
                  <a:pt x="97044" y="939300"/>
                </a:lnTo>
                <a:lnTo>
                  <a:pt x="97119" y="951343"/>
                </a:lnTo>
                <a:lnTo>
                  <a:pt x="96994" y="963385"/>
                </a:lnTo>
                <a:lnTo>
                  <a:pt x="96668" y="975427"/>
                </a:lnTo>
                <a:lnTo>
                  <a:pt x="96154" y="987469"/>
                </a:lnTo>
                <a:lnTo>
                  <a:pt x="95476" y="999512"/>
                </a:lnTo>
                <a:lnTo>
                  <a:pt x="94671" y="1011554"/>
                </a:lnTo>
                <a:lnTo>
                  <a:pt x="93782" y="1023596"/>
                </a:lnTo>
                <a:lnTo>
                  <a:pt x="92856" y="1035639"/>
                </a:lnTo>
                <a:lnTo>
                  <a:pt x="91939" y="1047681"/>
                </a:lnTo>
                <a:lnTo>
                  <a:pt x="91072" y="1059723"/>
                </a:lnTo>
                <a:lnTo>
                  <a:pt x="90288" y="1071766"/>
                </a:lnTo>
                <a:lnTo>
                  <a:pt x="89613" y="1083808"/>
                </a:lnTo>
                <a:lnTo>
                  <a:pt x="89062" y="1095850"/>
                </a:lnTo>
                <a:lnTo>
                  <a:pt x="88643" y="1107893"/>
                </a:lnTo>
                <a:lnTo>
                  <a:pt x="88357" y="1119935"/>
                </a:lnTo>
                <a:lnTo>
                  <a:pt x="88198" y="1131977"/>
                </a:lnTo>
                <a:lnTo>
                  <a:pt x="88158" y="1144019"/>
                </a:lnTo>
                <a:lnTo>
                  <a:pt x="88222" y="1156062"/>
                </a:lnTo>
                <a:lnTo>
                  <a:pt x="88377" y="1168104"/>
                </a:lnTo>
                <a:lnTo>
                  <a:pt x="88604" y="1180146"/>
                </a:lnTo>
                <a:lnTo>
                  <a:pt x="88884" y="1192189"/>
                </a:lnTo>
                <a:lnTo>
                  <a:pt x="89197" y="1204231"/>
                </a:lnTo>
                <a:lnTo>
                  <a:pt x="89519" y="1216273"/>
                </a:lnTo>
                <a:lnTo>
                  <a:pt x="89829" y="1228316"/>
                </a:lnTo>
                <a:lnTo>
                  <a:pt x="90106" y="1240358"/>
                </a:lnTo>
                <a:lnTo>
                  <a:pt x="90332" y="1252400"/>
                </a:lnTo>
                <a:lnTo>
                  <a:pt x="90494" y="1264443"/>
                </a:lnTo>
                <a:lnTo>
                  <a:pt x="90583" y="1276485"/>
                </a:lnTo>
                <a:lnTo>
                  <a:pt x="90600" y="1288527"/>
                </a:lnTo>
                <a:lnTo>
                  <a:pt x="90549" y="1300569"/>
                </a:lnTo>
                <a:lnTo>
                  <a:pt x="90440" y="1312612"/>
                </a:lnTo>
                <a:lnTo>
                  <a:pt x="90289" y="1324654"/>
                </a:lnTo>
                <a:lnTo>
                  <a:pt x="90113" y="1336696"/>
                </a:lnTo>
                <a:lnTo>
                  <a:pt x="89927" y="1348739"/>
                </a:lnTo>
                <a:lnTo>
                  <a:pt x="89746" y="1360781"/>
                </a:lnTo>
                <a:lnTo>
                  <a:pt x="89579" y="1372823"/>
                </a:lnTo>
                <a:lnTo>
                  <a:pt x="89430" y="1384866"/>
                </a:lnTo>
                <a:lnTo>
                  <a:pt x="89299" y="1396908"/>
                </a:lnTo>
                <a:lnTo>
                  <a:pt x="89180" y="1408950"/>
                </a:lnTo>
                <a:lnTo>
                  <a:pt x="89066" y="1420993"/>
                </a:lnTo>
                <a:lnTo>
                  <a:pt x="88947" y="1433035"/>
                </a:lnTo>
                <a:lnTo>
                  <a:pt x="88816" y="1445077"/>
                </a:lnTo>
                <a:lnTo>
                  <a:pt x="88666" y="1457120"/>
                </a:lnTo>
                <a:lnTo>
                  <a:pt x="88496" y="1469162"/>
                </a:lnTo>
                <a:lnTo>
                  <a:pt x="88308" y="1481204"/>
                </a:lnTo>
                <a:lnTo>
                  <a:pt x="88106" y="1493246"/>
                </a:lnTo>
                <a:lnTo>
                  <a:pt x="87897" y="1505289"/>
                </a:lnTo>
                <a:lnTo>
                  <a:pt x="87691" y="1517331"/>
                </a:lnTo>
                <a:lnTo>
                  <a:pt x="87497" y="1529373"/>
                </a:lnTo>
                <a:lnTo>
                  <a:pt x="87321" y="1541416"/>
                </a:lnTo>
                <a:lnTo>
                  <a:pt x="87170" y="1553458"/>
                </a:lnTo>
                <a:lnTo>
                  <a:pt x="87045" y="1565500"/>
                </a:lnTo>
                <a:lnTo>
                  <a:pt x="86948" y="1577543"/>
                </a:lnTo>
                <a:lnTo>
                  <a:pt x="86877" y="1589585"/>
                </a:lnTo>
                <a:lnTo>
                  <a:pt x="86828" y="1601627"/>
                </a:lnTo>
                <a:lnTo>
                  <a:pt x="86798" y="1613670"/>
                </a:lnTo>
                <a:lnTo>
                  <a:pt x="86785" y="1625712"/>
                </a:lnTo>
                <a:lnTo>
                  <a:pt x="86786" y="1637754"/>
                </a:lnTo>
                <a:lnTo>
                  <a:pt x="86803" y="1649796"/>
                </a:lnTo>
                <a:lnTo>
                  <a:pt x="86840" y="1661839"/>
                </a:lnTo>
                <a:lnTo>
                  <a:pt x="86909" y="1673881"/>
                </a:lnTo>
                <a:lnTo>
                  <a:pt x="87026" y="1685923"/>
                </a:lnTo>
                <a:lnTo>
                  <a:pt x="87214" y="1697966"/>
                </a:lnTo>
                <a:lnTo>
                  <a:pt x="87508" y="1710008"/>
                </a:lnTo>
                <a:lnTo>
                  <a:pt x="87950" y="1722050"/>
                </a:lnTo>
                <a:lnTo>
                  <a:pt x="88589" y="1734093"/>
                </a:lnTo>
                <a:lnTo>
                  <a:pt x="89483" y="1746135"/>
                </a:lnTo>
                <a:lnTo>
                  <a:pt x="90693" y="1758177"/>
                </a:lnTo>
                <a:lnTo>
                  <a:pt x="92278" y="1770220"/>
                </a:lnTo>
                <a:lnTo>
                  <a:pt x="94285" y="1782262"/>
                </a:lnTo>
                <a:lnTo>
                  <a:pt x="96747" y="1794304"/>
                </a:lnTo>
                <a:lnTo>
                  <a:pt x="99666" y="1806347"/>
                </a:lnTo>
                <a:lnTo>
                  <a:pt x="103012" y="1818389"/>
                </a:lnTo>
                <a:lnTo>
                  <a:pt x="106712" y="1830431"/>
                </a:lnTo>
                <a:lnTo>
                  <a:pt x="110651" y="1842473"/>
                </a:lnTo>
                <a:lnTo>
                  <a:pt x="114672" y="1854516"/>
                </a:lnTo>
                <a:lnTo>
                  <a:pt x="118585" y="1866558"/>
                </a:lnTo>
                <a:lnTo>
                  <a:pt x="122182" y="1878600"/>
                </a:lnTo>
                <a:lnTo>
                  <a:pt x="125253" y="1890643"/>
                </a:lnTo>
                <a:lnTo>
                  <a:pt x="127604" y="1902685"/>
                </a:lnTo>
                <a:lnTo>
                  <a:pt x="129082" y="1914727"/>
                </a:lnTo>
                <a:lnTo>
                  <a:pt x="129586" y="1926770"/>
                </a:lnTo>
                <a:lnTo>
                  <a:pt x="129586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3" name="data_7644">
            <a:extLst>
              <a:ext uri="{FF2B5EF4-FFF2-40B4-BE49-F238E27FC236}">
                <a16:creationId xmlns:a16="http://schemas.microsoft.com/office/drawing/2014/main" id="{70A2C532-5C58-48A1-BF2C-F4791D0D108B}"/>
              </a:ext>
            </a:extLst>
          </p:cNvPr>
          <p:cNvSpPr>
            <a:spLocks noGrp="1"/>
          </p:cNvSpPr>
          <p:nvPr/>
        </p:nvSpPr>
        <p:spPr>
          <a:xfrm>
            <a:off x="6094986" y="5003409"/>
            <a:ext cx="169787" cy="1926770"/>
          </a:xfrm>
          <a:custGeom>
            <a:pathLst>
              <a:path w="169787" h="1926770">
                <a:moveTo>
                  <a:pt x="107277" y="1926770"/>
                </a:moveTo>
                <a:lnTo>
                  <a:pt x="62510" y="1926770"/>
                </a:lnTo>
                <a:lnTo>
                  <a:pt x="62759" y="1914727"/>
                </a:lnTo>
                <a:lnTo>
                  <a:pt x="63489" y="1902685"/>
                </a:lnTo>
                <a:lnTo>
                  <a:pt x="64652" y="1890643"/>
                </a:lnTo>
                <a:lnTo>
                  <a:pt x="66172" y="1878600"/>
                </a:lnTo>
                <a:lnTo>
                  <a:pt x="67955" y="1866558"/>
                </a:lnTo>
                <a:lnTo>
                  <a:pt x="69898" y="1854516"/>
                </a:lnTo>
                <a:lnTo>
                  <a:pt x="71898" y="1842473"/>
                </a:lnTo>
                <a:lnTo>
                  <a:pt x="73862" y="1830431"/>
                </a:lnTo>
                <a:lnTo>
                  <a:pt x="75710" y="1818389"/>
                </a:lnTo>
                <a:lnTo>
                  <a:pt x="77385" y="1806347"/>
                </a:lnTo>
                <a:lnTo>
                  <a:pt x="78848" y="1794304"/>
                </a:lnTo>
                <a:lnTo>
                  <a:pt x="80083" y="1782262"/>
                </a:lnTo>
                <a:lnTo>
                  <a:pt x="81090" y="1770220"/>
                </a:lnTo>
                <a:lnTo>
                  <a:pt x="81884" y="1758177"/>
                </a:lnTo>
                <a:lnTo>
                  <a:pt x="82489" y="1746135"/>
                </a:lnTo>
                <a:lnTo>
                  <a:pt x="82933" y="1734093"/>
                </a:lnTo>
                <a:lnTo>
                  <a:pt x="83247" y="1722050"/>
                </a:lnTo>
                <a:lnTo>
                  <a:pt x="83462" y="1710008"/>
                </a:lnTo>
                <a:lnTo>
                  <a:pt x="83602" y="1697966"/>
                </a:lnTo>
                <a:lnTo>
                  <a:pt x="83690" y="1685923"/>
                </a:lnTo>
                <a:lnTo>
                  <a:pt x="83744" y="1673881"/>
                </a:lnTo>
                <a:lnTo>
                  <a:pt x="83775" y="1661839"/>
                </a:lnTo>
                <a:lnTo>
                  <a:pt x="83793" y="1649796"/>
                </a:lnTo>
                <a:lnTo>
                  <a:pt x="83804" y="1637754"/>
                </a:lnTo>
                <a:lnTo>
                  <a:pt x="83811" y="1625712"/>
                </a:lnTo>
                <a:lnTo>
                  <a:pt x="83817" y="1613670"/>
                </a:lnTo>
                <a:lnTo>
                  <a:pt x="83824" y="1601627"/>
                </a:lnTo>
                <a:lnTo>
                  <a:pt x="83834" y="1589585"/>
                </a:lnTo>
                <a:lnTo>
                  <a:pt x="83847" y="1577543"/>
                </a:lnTo>
                <a:lnTo>
                  <a:pt x="83867" y="1565500"/>
                </a:lnTo>
                <a:lnTo>
                  <a:pt x="83893" y="1553458"/>
                </a:lnTo>
                <a:lnTo>
                  <a:pt x="83927" y="1541416"/>
                </a:lnTo>
                <a:lnTo>
                  <a:pt x="83969" y="1529373"/>
                </a:lnTo>
                <a:lnTo>
                  <a:pt x="84018" y="1517331"/>
                </a:lnTo>
                <a:lnTo>
                  <a:pt x="84072" y="1505289"/>
                </a:lnTo>
                <a:lnTo>
                  <a:pt x="84128" y="1493246"/>
                </a:lnTo>
                <a:lnTo>
                  <a:pt x="84181" y="1481204"/>
                </a:lnTo>
                <a:lnTo>
                  <a:pt x="84227" y="1469162"/>
                </a:lnTo>
                <a:lnTo>
                  <a:pt x="84262" y="1457120"/>
                </a:lnTo>
                <a:lnTo>
                  <a:pt x="84281" y="1445077"/>
                </a:lnTo>
                <a:lnTo>
                  <a:pt x="84279" y="1433035"/>
                </a:lnTo>
                <a:lnTo>
                  <a:pt x="84255" y="1420993"/>
                </a:lnTo>
                <a:lnTo>
                  <a:pt x="84207" y="1408950"/>
                </a:lnTo>
                <a:lnTo>
                  <a:pt x="84136" y="1396908"/>
                </a:lnTo>
                <a:lnTo>
                  <a:pt x="84043" y="1384866"/>
                </a:lnTo>
                <a:lnTo>
                  <a:pt x="83933" y="1372823"/>
                </a:lnTo>
                <a:lnTo>
                  <a:pt x="83812" y="1360781"/>
                </a:lnTo>
                <a:lnTo>
                  <a:pt x="83687" y="1348739"/>
                </a:lnTo>
                <a:lnTo>
                  <a:pt x="83566" y="1336696"/>
                </a:lnTo>
                <a:lnTo>
                  <a:pt x="83458" y="1324654"/>
                </a:lnTo>
                <a:lnTo>
                  <a:pt x="83368" y="1312612"/>
                </a:lnTo>
                <a:lnTo>
                  <a:pt x="83305" y="1300569"/>
                </a:lnTo>
                <a:lnTo>
                  <a:pt x="83271" y="1288527"/>
                </a:lnTo>
                <a:lnTo>
                  <a:pt x="83269" y="1276485"/>
                </a:lnTo>
                <a:lnTo>
                  <a:pt x="83297" y="1264443"/>
                </a:lnTo>
                <a:lnTo>
                  <a:pt x="83352" y="1252400"/>
                </a:lnTo>
                <a:lnTo>
                  <a:pt x="83426" y="1240358"/>
                </a:lnTo>
                <a:lnTo>
                  <a:pt x="83514" y="1228316"/>
                </a:lnTo>
                <a:lnTo>
                  <a:pt x="83605" y="1216273"/>
                </a:lnTo>
                <a:lnTo>
                  <a:pt x="83690" y="1204231"/>
                </a:lnTo>
                <a:lnTo>
                  <a:pt x="83760" y="1192189"/>
                </a:lnTo>
                <a:lnTo>
                  <a:pt x="83807" y="1180146"/>
                </a:lnTo>
                <a:lnTo>
                  <a:pt x="83825" y="1168104"/>
                </a:lnTo>
                <a:lnTo>
                  <a:pt x="83809" y="1156062"/>
                </a:lnTo>
                <a:lnTo>
                  <a:pt x="83754" y="1144019"/>
                </a:lnTo>
                <a:lnTo>
                  <a:pt x="83660" y="1131977"/>
                </a:lnTo>
                <a:lnTo>
                  <a:pt x="83525" y="1119935"/>
                </a:lnTo>
                <a:lnTo>
                  <a:pt x="83351" y="1107893"/>
                </a:lnTo>
                <a:lnTo>
                  <a:pt x="83140" y="1095850"/>
                </a:lnTo>
                <a:lnTo>
                  <a:pt x="82896" y="1083808"/>
                </a:lnTo>
                <a:lnTo>
                  <a:pt x="82624" y="1071766"/>
                </a:lnTo>
                <a:lnTo>
                  <a:pt x="82331" y="1059723"/>
                </a:lnTo>
                <a:lnTo>
                  <a:pt x="82027" y="1047681"/>
                </a:lnTo>
                <a:lnTo>
                  <a:pt x="81722" y="1035639"/>
                </a:lnTo>
                <a:lnTo>
                  <a:pt x="81428" y="1023596"/>
                </a:lnTo>
                <a:lnTo>
                  <a:pt x="81158" y="1011554"/>
                </a:lnTo>
                <a:lnTo>
                  <a:pt x="80926" y="999512"/>
                </a:lnTo>
                <a:lnTo>
                  <a:pt x="80743" y="987469"/>
                </a:lnTo>
                <a:lnTo>
                  <a:pt x="80620" y="975427"/>
                </a:lnTo>
                <a:lnTo>
                  <a:pt x="80563" y="963385"/>
                </a:lnTo>
                <a:lnTo>
                  <a:pt x="80576" y="951343"/>
                </a:lnTo>
                <a:lnTo>
                  <a:pt x="80657" y="939300"/>
                </a:lnTo>
                <a:lnTo>
                  <a:pt x="80799" y="927258"/>
                </a:lnTo>
                <a:lnTo>
                  <a:pt x="80992" y="915216"/>
                </a:lnTo>
                <a:lnTo>
                  <a:pt x="81224" y="903173"/>
                </a:lnTo>
                <a:lnTo>
                  <a:pt x="81480" y="891131"/>
                </a:lnTo>
                <a:lnTo>
                  <a:pt x="81743" y="879089"/>
                </a:lnTo>
                <a:lnTo>
                  <a:pt x="81999" y="867046"/>
                </a:lnTo>
                <a:lnTo>
                  <a:pt x="82233" y="855004"/>
                </a:lnTo>
                <a:lnTo>
                  <a:pt x="82434" y="842962"/>
                </a:lnTo>
                <a:lnTo>
                  <a:pt x="82590" y="830919"/>
                </a:lnTo>
                <a:lnTo>
                  <a:pt x="82693" y="818877"/>
                </a:lnTo>
                <a:lnTo>
                  <a:pt x="82738" y="806835"/>
                </a:lnTo>
                <a:lnTo>
                  <a:pt x="82720" y="794792"/>
                </a:lnTo>
                <a:lnTo>
                  <a:pt x="82635" y="782750"/>
                </a:lnTo>
                <a:lnTo>
                  <a:pt x="82484" y="770708"/>
                </a:lnTo>
                <a:lnTo>
                  <a:pt x="82268" y="758666"/>
                </a:lnTo>
                <a:lnTo>
                  <a:pt x="81992" y="746623"/>
                </a:lnTo>
                <a:lnTo>
                  <a:pt x="81664" y="734581"/>
                </a:lnTo>
                <a:lnTo>
                  <a:pt x="81296" y="722539"/>
                </a:lnTo>
                <a:lnTo>
                  <a:pt x="80901" y="710496"/>
                </a:lnTo>
                <a:lnTo>
                  <a:pt x="80496" y="698454"/>
                </a:lnTo>
                <a:lnTo>
                  <a:pt x="80098" y="686412"/>
                </a:lnTo>
                <a:lnTo>
                  <a:pt x="79725" y="674369"/>
                </a:lnTo>
                <a:lnTo>
                  <a:pt x="79390" y="662327"/>
                </a:lnTo>
                <a:lnTo>
                  <a:pt x="79107" y="650285"/>
                </a:lnTo>
                <a:lnTo>
                  <a:pt x="78881" y="638242"/>
                </a:lnTo>
                <a:lnTo>
                  <a:pt x="78714" y="626200"/>
                </a:lnTo>
                <a:lnTo>
                  <a:pt x="78603" y="614158"/>
                </a:lnTo>
                <a:lnTo>
                  <a:pt x="78542" y="602116"/>
                </a:lnTo>
                <a:lnTo>
                  <a:pt x="78523" y="590073"/>
                </a:lnTo>
                <a:lnTo>
                  <a:pt x="78536" y="578031"/>
                </a:lnTo>
                <a:lnTo>
                  <a:pt x="78575" y="565989"/>
                </a:lnTo>
                <a:lnTo>
                  <a:pt x="78633" y="553946"/>
                </a:lnTo>
                <a:lnTo>
                  <a:pt x="78710" y="541904"/>
                </a:lnTo>
                <a:lnTo>
                  <a:pt x="78805" y="529862"/>
                </a:lnTo>
                <a:lnTo>
                  <a:pt x="78923" y="517819"/>
                </a:lnTo>
                <a:lnTo>
                  <a:pt x="79067" y="505777"/>
                </a:lnTo>
                <a:lnTo>
                  <a:pt x="79241" y="493735"/>
                </a:lnTo>
                <a:lnTo>
                  <a:pt x="79445" y="481692"/>
                </a:lnTo>
                <a:lnTo>
                  <a:pt x="79679" y="469650"/>
                </a:lnTo>
                <a:lnTo>
                  <a:pt x="79937" y="457608"/>
                </a:lnTo>
                <a:lnTo>
                  <a:pt x="80213" y="445565"/>
                </a:lnTo>
                <a:lnTo>
                  <a:pt x="80494" y="433523"/>
                </a:lnTo>
                <a:lnTo>
                  <a:pt x="80771" y="421481"/>
                </a:lnTo>
                <a:lnTo>
                  <a:pt x="81033" y="409439"/>
                </a:lnTo>
                <a:lnTo>
                  <a:pt x="81270" y="397396"/>
                </a:lnTo>
                <a:lnTo>
                  <a:pt x="81477" y="385354"/>
                </a:lnTo>
                <a:lnTo>
                  <a:pt x="81650" y="373312"/>
                </a:lnTo>
                <a:lnTo>
                  <a:pt x="81790" y="361269"/>
                </a:lnTo>
                <a:lnTo>
                  <a:pt x="81900" y="349227"/>
                </a:lnTo>
                <a:lnTo>
                  <a:pt x="81985" y="337185"/>
                </a:lnTo>
                <a:lnTo>
                  <a:pt x="82051" y="325142"/>
                </a:lnTo>
                <a:lnTo>
                  <a:pt x="82102" y="313100"/>
                </a:lnTo>
                <a:lnTo>
                  <a:pt x="82140" y="301058"/>
                </a:lnTo>
                <a:lnTo>
                  <a:pt x="82162" y="289015"/>
                </a:lnTo>
                <a:lnTo>
                  <a:pt x="82158" y="276973"/>
                </a:lnTo>
                <a:lnTo>
                  <a:pt x="82111" y="264931"/>
                </a:lnTo>
                <a:lnTo>
                  <a:pt x="81993" y="252889"/>
                </a:lnTo>
                <a:lnTo>
                  <a:pt x="81766" y="240846"/>
                </a:lnTo>
                <a:lnTo>
                  <a:pt x="81376" y="228804"/>
                </a:lnTo>
                <a:lnTo>
                  <a:pt x="80756" y="216762"/>
                </a:lnTo>
                <a:lnTo>
                  <a:pt x="79826" y="204719"/>
                </a:lnTo>
                <a:lnTo>
                  <a:pt x="78490" y="192677"/>
                </a:lnTo>
                <a:lnTo>
                  <a:pt x="76645" y="180635"/>
                </a:lnTo>
                <a:lnTo>
                  <a:pt x="74183" y="168592"/>
                </a:lnTo>
                <a:lnTo>
                  <a:pt x="71004" y="156550"/>
                </a:lnTo>
                <a:lnTo>
                  <a:pt x="67028" y="144508"/>
                </a:lnTo>
                <a:lnTo>
                  <a:pt x="62207" y="132465"/>
                </a:lnTo>
                <a:lnTo>
                  <a:pt x="56544" y="120423"/>
                </a:lnTo>
                <a:lnTo>
                  <a:pt x="50109" y="108381"/>
                </a:lnTo>
                <a:lnTo>
                  <a:pt x="43041" y="96338"/>
                </a:lnTo>
                <a:lnTo>
                  <a:pt x="35561" y="84296"/>
                </a:lnTo>
                <a:lnTo>
                  <a:pt x="27962" y="72254"/>
                </a:lnTo>
                <a:lnTo>
                  <a:pt x="20595" y="60212"/>
                </a:lnTo>
                <a:lnTo>
                  <a:pt x="13844" y="48169"/>
                </a:lnTo>
                <a:lnTo>
                  <a:pt x="8095" y="36127"/>
                </a:lnTo>
                <a:lnTo>
                  <a:pt x="3700" y="24085"/>
                </a:lnTo>
                <a:lnTo>
                  <a:pt x="941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46" y="12042"/>
                </a:lnTo>
                <a:lnTo>
                  <a:pt x="166086" y="24085"/>
                </a:lnTo>
                <a:lnTo>
                  <a:pt x="161691" y="36127"/>
                </a:lnTo>
                <a:lnTo>
                  <a:pt x="155942" y="48169"/>
                </a:lnTo>
                <a:lnTo>
                  <a:pt x="149191" y="60212"/>
                </a:lnTo>
                <a:lnTo>
                  <a:pt x="141824" y="72254"/>
                </a:lnTo>
                <a:lnTo>
                  <a:pt x="134225" y="84296"/>
                </a:lnTo>
                <a:lnTo>
                  <a:pt x="126746" y="96338"/>
                </a:lnTo>
                <a:lnTo>
                  <a:pt x="119678" y="108381"/>
                </a:lnTo>
                <a:lnTo>
                  <a:pt x="113242" y="120423"/>
                </a:lnTo>
                <a:lnTo>
                  <a:pt x="107580" y="132465"/>
                </a:lnTo>
                <a:lnTo>
                  <a:pt x="102759" y="144508"/>
                </a:lnTo>
                <a:lnTo>
                  <a:pt x="98782" y="156550"/>
                </a:lnTo>
                <a:lnTo>
                  <a:pt x="95604" y="168592"/>
                </a:lnTo>
                <a:lnTo>
                  <a:pt x="93142" y="180635"/>
                </a:lnTo>
                <a:lnTo>
                  <a:pt x="91296" y="192677"/>
                </a:lnTo>
                <a:lnTo>
                  <a:pt x="89960" y="204719"/>
                </a:lnTo>
                <a:lnTo>
                  <a:pt x="89030" y="216762"/>
                </a:lnTo>
                <a:lnTo>
                  <a:pt x="88411" y="228804"/>
                </a:lnTo>
                <a:lnTo>
                  <a:pt x="88021" y="240846"/>
                </a:lnTo>
                <a:lnTo>
                  <a:pt x="87793" y="252889"/>
                </a:lnTo>
                <a:lnTo>
                  <a:pt x="87676" y="264931"/>
                </a:lnTo>
                <a:lnTo>
                  <a:pt x="87629" y="276973"/>
                </a:lnTo>
                <a:lnTo>
                  <a:pt x="87625" y="289015"/>
                </a:lnTo>
                <a:lnTo>
                  <a:pt x="87646" y="301058"/>
                </a:lnTo>
                <a:lnTo>
                  <a:pt x="87684" y="313100"/>
                </a:lnTo>
                <a:lnTo>
                  <a:pt x="87735" y="325142"/>
                </a:lnTo>
                <a:lnTo>
                  <a:pt x="87801" y="337185"/>
                </a:lnTo>
                <a:lnTo>
                  <a:pt x="87887" y="349227"/>
                </a:lnTo>
                <a:lnTo>
                  <a:pt x="87997" y="361269"/>
                </a:lnTo>
                <a:lnTo>
                  <a:pt x="88137" y="373312"/>
                </a:lnTo>
                <a:lnTo>
                  <a:pt x="88310" y="385354"/>
                </a:lnTo>
                <a:lnTo>
                  <a:pt x="88516" y="397396"/>
                </a:lnTo>
                <a:lnTo>
                  <a:pt x="88753" y="409439"/>
                </a:lnTo>
                <a:lnTo>
                  <a:pt x="89015" y="421481"/>
                </a:lnTo>
                <a:lnTo>
                  <a:pt x="89292" y="433523"/>
                </a:lnTo>
                <a:lnTo>
                  <a:pt x="89574" y="445565"/>
                </a:lnTo>
                <a:lnTo>
                  <a:pt x="89849" y="457608"/>
                </a:lnTo>
                <a:lnTo>
                  <a:pt x="90108" y="469650"/>
                </a:lnTo>
                <a:lnTo>
                  <a:pt x="90341" y="481692"/>
                </a:lnTo>
                <a:lnTo>
                  <a:pt x="90546" y="493735"/>
                </a:lnTo>
                <a:lnTo>
                  <a:pt x="90719" y="505777"/>
                </a:lnTo>
                <a:lnTo>
                  <a:pt x="90863" y="517819"/>
                </a:lnTo>
                <a:lnTo>
                  <a:pt x="90981" y="529862"/>
                </a:lnTo>
                <a:lnTo>
                  <a:pt x="91077" y="541904"/>
                </a:lnTo>
                <a:lnTo>
                  <a:pt x="91153" y="553946"/>
                </a:lnTo>
                <a:lnTo>
                  <a:pt x="91212" y="565989"/>
                </a:lnTo>
                <a:lnTo>
                  <a:pt x="91250" y="578031"/>
                </a:lnTo>
                <a:lnTo>
                  <a:pt x="91263" y="590073"/>
                </a:lnTo>
                <a:lnTo>
                  <a:pt x="91244" y="602116"/>
                </a:lnTo>
                <a:lnTo>
                  <a:pt x="91183" y="614158"/>
                </a:lnTo>
                <a:lnTo>
                  <a:pt x="91073" y="626200"/>
                </a:lnTo>
                <a:lnTo>
                  <a:pt x="90906" y="638242"/>
                </a:lnTo>
                <a:lnTo>
                  <a:pt x="90679" y="650285"/>
                </a:lnTo>
                <a:lnTo>
                  <a:pt x="90396" y="662327"/>
                </a:lnTo>
                <a:lnTo>
                  <a:pt x="90062" y="674369"/>
                </a:lnTo>
                <a:lnTo>
                  <a:pt x="89689" y="686412"/>
                </a:lnTo>
                <a:lnTo>
                  <a:pt x="89291" y="698454"/>
                </a:lnTo>
                <a:lnTo>
                  <a:pt x="88886" y="710496"/>
                </a:lnTo>
                <a:lnTo>
                  <a:pt x="88491" y="722539"/>
                </a:lnTo>
                <a:lnTo>
                  <a:pt x="88122" y="734581"/>
                </a:lnTo>
                <a:lnTo>
                  <a:pt x="87794" y="746623"/>
                </a:lnTo>
                <a:lnTo>
                  <a:pt x="87518" y="758666"/>
                </a:lnTo>
                <a:lnTo>
                  <a:pt x="87303" y="770708"/>
                </a:lnTo>
                <a:lnTo>
                  <a:pt x="87151" y="782750"/>
                </a:lnTo>
                <a:lnTo>
                  <a:pt x="87067" y="794792"/>
                </a:lnTo>
                <a:lnTo>
                  <a:pt x="87048" y="806835"/>
                </a:lnTo>
                <a:lnTo>
                  <a:pt x="87093" y="818877"/>
                </a:lnTo>
                <a:lnTo>
                  <a:pt x="87197" y="830919"/>
                </a:lnTo>
                <a:lnTo>
                  <a:pt x="87353" y="842962"/>
                </a:lnTo>
                <a:lnTo>
                  <a:pt x="87553" y="855004"/>
                </a:lnTo>
                <a:lnTo>
                  <a:pt x="87787" y="867046"/>
                </a:lnTo>
                <a:lnTo>
                  <a:pt x="88043" y="879089"/>
                </a:lnTo>
                <a:lnTo>
                  <a:pt x="88307" y="891131"/>
                </a:lnTo>
                <a:lnTo>
                  <a:pt x="88562" y="903173"/>
                </a:lnTo>
                <a:lnTo>
                  <a:pt x="88794" y="915216"/>
                </a:lnTo>
                <a:lnTo>
                  <a:pt x="88988" y="927258"/>
                </a:lnTo>
                <a:lnTo>
                  <a:pt x="89130" y="939300"/>
                </a:lnTo>
                <a:lnTo>
                  <a:pt x="89210" y="951343"/>
                </a:lnTo>
                <a:lnTo>
                  <a:pt x="89223" y="963385"/>
                </a:lnTo>
                <a:lnTo>
                  <a:pt x="89167" y="975427"/>
                </a:lnTo>
                <a:lnTo>
                  <a:pt x="89044" y="987469"/>
                </a:lnTo>
                <a:lnTo>
                  <a:pt x="88861" y="999512"/>
                </a:lnTo>
                <a:lnTo>
                  <a:pt x="88629" y="1011554"/>
                </a:lnTo>
                <a:lnTo>
                  <a:pt x="88359" y="1023596"/>
                </a:lnTo>
                <a:lnTo>
                  <a:pt x="88065" y="1035639"/>
                </a:lnTo>
                <a:lnTo>
                  <a:pt x="87760" y="1047681"/>
                </a:lnTo>
                <a:lnTo>
                  <a:pt x="87455" y="1059723"/>
                </a:lnTo>
                <a:lnTo>
                  <a:pt x="87163" y="1071766"/>
                </a:lnTo>
                <a:lnTo>
                  <a:pt x="86891" y="1083808"/>
                </a:lnTo>
                <a:lnTo>
                  <a:pt x="86647" y="1095850"/>
                </a:lnTo>
                <a:lnTo>
                  <a:pt x="86436" y="1107893"/>
                </a:lnTo>
                <a:lnTo>
                  <a:pt x="86262" y="1119935"/>
                </a:lnTo>
                <a:lnTo>
                  <a:pt x="86127" y="1131977"/>
                </a:lnTo>
                <a:lnTo>
                  <a:pt x="86032" y="1144019"/>
                </a:lnTo>
                <a:lnTo>
                  <a:pt x="85978" y="1156062"/>
                </a:lnTo>
                <a:lnTo>
                  <a:pt x="85961" y="1168104"/>
                </a:lnTo>
                <a:lnTo>
                  <a:pt x="85979" y="1180146"/>
                </a:lnTo>
                <a:lnTo>
                  <a:pt x="86027" y="1192189"/>
                </a:lnTo>
                <a:lnTo>
                  <a:pt x="86097" y="1204231"/>
                </a:lnTo>
                <a:lnTo>
                  <a:pt x="86182" y="1216273"/>
                </a:lnTo>
                <a:lnTo>
                  <a:pt x="86273" y="1228316"/>
                </a:lnTo>
                <a:lnTo>
                  <a:pt x="86360" y="1240358"/>
                </a:lnTo>
                <a:lnTo>
                  <a:pt x="86435" y="1252400"/>
                </a:lnTo>
                <a:lnTo>
                  <a:pt x="86489" y="1264443"/>
                </a:lnTo>
                <a:lnTo>
                  <a:pt x="86517" y="1276485"/>
                </a:lnTo>
                <a:lnTo>
                  <a:pt x="86515" y="1288527"/>
                </a:lnTo>
                <a:lnTo>
                  <a:pt x="86481" y="1300569"/>
                </a:lnTo>
                <a:lnTo>
                  <a:pt x="86418" y="1312612"/>
                </a:lnTo>
                <a:lnTo>
                  <a:pt x="86329" y="1324654"/>
                </a:lnTo>
                <a:lnTo>
                  <a:pt x="86220" y="1336696"/>
                </a:lnTo>
                <a:lnTo>
                  <a:pt x="86099" y="1348739"/>
                </a:lnTo>
                <a:lnTo>
                  <a:pt x="85974" y="1360781"/>
                </a:lnTo>
                <a:lnTo>
                  <a:pt x="85853" y="1372823"/>
                </a:lnTo>
                <a:lnTo>
                  <a:pt x="85744" y="1384866"/>
                </a:lnTo>
                <a:lnTo>
                  <a:pt x="85651" y="1396908"/>
                </a:lnTo>
                <a:lnTo>
                  <a:pt x="85579" y="1408950"/>
                </a:lnTo>
                <a:lnTo>
                  <a:pt x="85531" y="1420993"/>
                </a:lnTo>
                <a:lnTo>
                  <a:pt x="85507" y="1433035"/>
                </a:lnTo>
                <a:lnTo>
                  <a:pt x="85506" y="1445077"/>
                </a:lnTo>
                <a:lnTo>
                  <a:pt x="85524" y="1457120"/>
                </a:lnTo>
                <a:lnTo>
                  <a:pt x="85559" y="1469162"/>
                </a:lnTo>
                <a:lnTo>
                  <a:pt x="85606" y="1481204"/>
                </a:lnTo>
                <a:lnTo>
                  <a:pt x="85659" y="1493246"/>
                </a:lnTo>
                <a:lnTo>
                  <a:pt x="85714" y="1505289"/>
                </a:lnTo>
                <a:lnTo>
                  <a:pt x="85768" y="1517331"/>
                </a:lnTo>
                <a:lnTo>
                  <a:pt x="85817" y="1529373"/>
                </a:lnTo>
                <a:lnTo>
                  <a:pt x="85859" y="1541416"/>
                </a:lnTo>
                <a:lnTo>
                  <a:pt x="85894" y="1553458"/>
                </a:lnTo>
                <a:lnTo>
                  <a:pt x="85920" y="1565500"/>
                </a:lnTo>
                <a:lnTo>
                  <a:pt x="85939" y="1577543"/>
                </a:lnTo>
                <a:lnTo>
                  <a:pt x="85953" y="1589585"/>
                </a:lnTo>
                <a:lnTo>
                  <a:pt x="85962" y="1601627"/>
                </a:lnTo>
                <a:lnTo>
                  <a:pt x="85969" y="1613670"/>
                </a:lnTo>
                <a:lnTo>
                  <a:pt x="85975" y="1625712"/>
                </a:lnTo>
                <a:lnTo>
                  <a:pt x="85983" y="1637754"/>
                </a:lnTo>
                <a:lnTo>
                  <a:pt x="85993" y="1649796"/>
                </a:lnTo>
                <a:lnTo>
                  <a:pt x="86011" y="1661839"/>
                </a:lnTo>
                <a:lnTo>
                  <a:pt x="86043" y="1673881"/>
                </a:lnTo>
                <a:lnTo>
                  <a:pt x="86096" y="1685923"/>
                </a:lnTo>
                <a:lnTo>
                  <a:pt x="86185" y="1697966"/>
                </a:lnTo>
                <a:lnTo>
                  <a:pt x="86325" y="1710008"/>
                </a:lnTo>
                <a:lnTo>
                  <a:pt x="86539" y="1722050"/>
                </a:lnTo>
                <a:lnTo>
                  <a:pt x="86854" y="1734093"/>
                </a:lnTo>
                <a:lnTo>
                  <a:pt x="87298" y="1746135"/>
                </a:lnTo>
                <a:lnTo>
                  <a:pt x="87902" y="1758177"/>
                </a:lnTo>
                <a:lnTo>
                  <a:pt x="88696" y="1770220"/>
                </a:lnTo>
                <a:lnTo>
                  <a:pt x="89704" y="1782262"/>
                </a:lnTo>
                <a:lnTo>
                  <a:pt x="90939" y="1794304"/>
                </a:lnTo>
                <a:lnTo>
                  <a:pt x="92402" y="1806347"/>
                </a:lnTo>
                <a:lnTo>
                  <a:pt x="94077" y="1818389"/>
                </a:lnTo>
                <a:lnTo>
                  <a:pt x="95925" y="1830431"/>
                </a:lnTo>
                <a:lnTo>
                  <a:pt x="97888" y="1842473"/>
                </a:lnTo>
                <a:lnTo>
                  <a:pt x="99889" y="1854516"/>
                </a:lnTo>
                <a:lnTo>
                  <a:pt x="101832" y="1866558"/>
                </a:lnTo>
                <a:lnTo>
                  <a:pt x="103615" y="1878600"/>
                </a:lnTo>
                <a:lnTo>
                  <a:pt x="105135" y="1890643"/>
                </a:lnTo>
                <a:lnTo>
                  <a:pt x="106298" y="1902685"/>
                </a:lnTo>
                <a:lnTo>
                  <a:pt x="107028" y="1914727"/>
                </a:lnTo>
                <a:lnTo>
                  <a:pt x="107277" y="1926770"/>
                </a:lnTo>
                <a:lnTo>
                  <a:pt x="107277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894" name="data_7645">
            <a:extLst>
              <a:ext uri="{FF2B5EF4-FFF2-40B4-BE49-F238E27FC236}">
                <a16:creationId xmlns:a16="http://schemas.microsoft.com/office/drawing/2014/main" id="{F50A8AB0-84B2-47AA-8DAD-64C833ECA935}"/>
              </a:ext>
            </a:extLst>
          </p:cNvPr>
          <p:cNvSpPr>
            <a:spLocks noGrp="1"/>
          </p:cNvSpPr>
          <p:nvPr/>
        </p:nvSpPr>
        <p:spPr>
          <a:xfrm>
            <a:off x="6576813" y="5003409"/>
            <a:ext cx="169787" cy="1926770"/>
          </a:xfrm>
          <a:custGeom>
            <a:pathLst>
              <a:path w="169787" h="1926770">
                <a:moveTo>
                  <a:pt x="148560" y="1926770"/>
                </a:moveTo>
                <a:lnTo>
                  <a:pt x="21226" y="1926770"/>
                </a:lnTo>
                <a:lnTo>
                  <a:pt x="21911" y="1914727"/>
                </a:lnTo>
                <a:lnTo>
                  <a:pt x="23920" y="1902685"/>
                </a:lnTo>
                <a:lnTo>
                  <a:pt x="27124" y="1890643"/>
                </a:lnTo>
                <a:lnTo>
                  <a:pt x="31321" y="1878600"/>
                </a:lnTo>
                <a:lnTo>
                  <a:pt x="36259" y="1866558"/>
                </a:lnTo>
                <a:lnTo>
                  <a:pt x="41661" y="1854516"/>
                </a:lnTo>
                <a:lnTo>
                  <a:pt x="47246" y="1842473"/>
                </a:lnTo>
                <a:lnTo>
                  <a:pt x="52759" y="1830431"/>
                </a:lnTo>
                <a:lnTo>
                  <a:pt x="57981" y="1818389"/>
                </a:lnTo>
                <a:lnTo>
                  <a:pt x="62745" y="1806347"/>
                </a:lnTo>
                <a:lnTo>
                  <a:pt x="66941" y="1794304"/>
                </a:lnTo>
                <a:lnTo>
                  <a:pt x="70511" y="1782262"/>
                </a:lnTo>
                <a:lnTo>
                  <a:pt x="73447" y="1770220"/>
                </a:lnTo>
                <a:lnTo>
                  <a:pt x="75777" y="1758177"/>
                </a:lnTo>
                <a:lnTo>
                  <a:pt x="77559" y="1746135"/>
                </a:lnTo>
                <a:lnTo>
                  <a:pt x="78866" y="1734093"/>
                </a:lnTo>
                <a:lnTo>
                  <a:pt x="79781" y="1722050"/>
                </a:lnTo>
                <a:lnTo>
                  <a:pt x="80386" y="1710008"/>
                </a:lnTo>
                <a:lnTo>
                  <a:pt x="80759" y="1697966"/>
                </a:lnTo>
                <a:lnTo>
                  <a:pt x="80966" y="1685923"/>
                </a:lnTo>
                <a:lnTo>
                  <a:pt x="81066" y="1673881"/>
                </a:lnTo>
                <a:lnTo>
                  <a:pt x="81103" y="1661839"/>
                </a:lnTo>
                <a:lnTo>
                  <a:pt x="81114" y="1649796"/>
                </a:lnTo>
                <a:lnTo>
                  <a:pt x="81124" y="1637754"/>
                </a:lnTo>
                <a:lnTo>
                  <a:pt x="81148" y="1625712"/>
                </a:lnTo>
                <a:lnTo>
                  <a:pt x="81197" y="1613670"/>
                </a:lnTo>
                <a:lnTo>
                  <a:pt x="81272" y="1601627"/>
                </a:lnTo>
                <a:lnTo>
                  <a:pt x="81373" y="1589585"/>
                </a:lnTo>
                <a:lnTo>
                  <a:pt x="81494" y="1577543"/>
                </a:lnTo>
                <a:lnTo>
                  <a:pt x="81627" y="1565500"/>
                </a:lnTo>
                <a:lnTo>
                  <a:pt x="81762" y="1553458"/>
                </a:lnTo>
                <a:lnTo>
                  <a:pt x="81886" y="1541416"/>
                </a:lnTo>
                <a:lnTo>
                  <a:pt x="81988" y="1529373"/>
                </a:lnTo>
                <a:lnTo>
                  <a:pt x="82053" y="1517331"/>
                </a:lnTo>
                <a:lnTo>
                  <a:pt x="82071" y="1505289"/>
                </a:lnTo>
                <a:lnTo>
                  <a:pt x="82028" y="1493246"/>
                </a:lnTo>
                <a:lnTo>
                  <a:pt x="81917" y="1481204"/>
                </a:lnTo>
                <a:lnTo>
                  <a:pt x="81729" y="1469162"/>
                </a:lnTo>
                <a:lnTo>
                  <a:pt x="81460" y="1457120"/>
                </a:lnTo>
                <a:lnTo>
                  <a:pt x="81109" y="1445077"/>
                </a:lnTo>
                <a:lnTo>
                  <a:pt x="80679" y="1433035"/>
                </a:lnTo>
                <a:lnTo>
                  <a:pt x="80179" y="1420993"/>
                </a:lnTo>
                <a:lnTo>
                  <a:pt x="79618" y="1408950"/>
                </a:lnTo>
                <a:lnTo>
                  <a:pt x="79014" y="1396908"/>
                </a:lnTo>
                <a:lnTo>
                  <a:pt x="78387" y="1384866"/>
                </a:lnTo>
                <a:lnTo>
                  <a:pt x="77759" y="1372823"/>
                </a:lnTo>
                <a:lnTo>
                  <a:pt x="77158" y="1360781"/>
                </a:lnTo>
                <a:lnTo>
                  <a:pt x="76609" y="1348739"/>
                </a:lnTo>
                <a:lnTo>
                  <a:pt x="76140" y="1336696"/>
                </a:lnTo>
                <a:lnTo>
                  <a:pt x="75776" y="1324654"/>
                </a:lnTo>
                <a:lnTo>
                  <a:pt x="75538" y="1312612"/>
                </a:lnTo>
                <a:lnTo>
                  <a:pt x="75441" y="1300569"/>
                </a:lnTo>
                <a:lnTo>
                  <a:pt x="75492" y="1288527"/>
                </a:lnTo>
                <a:lnTo>
                  <a:pt x="75694" y="1276485"/>
                </a:lnTo>
                <a:lnTo>
                  <a:pt x="76037" y="1264443"/>
                </a:lnTo>
                <a:lnTo>
                  <a:pt x="76508" y="1252400"/>
                </a:lnTo>
                <a:lnTo>
                  <a:pt x="77083" y="1240358"/>
                </a:lnTo>
                <a:lnTo>
                  <a:pt x="77736" y="1228316"/>
                </a:lnTo>
                <a:lnTo>
                  <a:pt x="78438" y="1216273"/>
                </a:lnTo>
                <a:lnTo>
                  <a:pt x="79158" y="1204231"/>
                </a:lnTo>
                <a:lnTo>
                  <a:pt x="79868" y="1192189"/>
                </a:lnTo>
                <a:lnTo>
                  <a:pt x="80541" y="1180146"/>
                </a:lnTo>
                <a:lnTo>
                  <a:pt x="81154" y="1168104"/>
                </a:lnTo>
                <a:lnTo>
                  <a:pt x="81688" y="1156062"/>
                </a:lnTo>
                <a:lnTo>
                  <a:pt x="82129" y="1144019"/>
                </a:lnTo>
                <a:lnTo>
                  <a:pt x="82467" y="1131977"/>
                </a:lnTo>
                <a:lnTo>
                  <a:pt x="82698" y="1119935"/>
                </a:lnTo>
                <a:lnTo>
                  <a:pt x="82821" y="1107893"/>
                </a:lnTo>
                <a:lnTo>
                  <a:pt x="82838" y="1095850"/>
                </a:lnTo>
                <a:lnTo>
                  <a:pt x="82756" y="1083808"/>
                </a:lnTo>
                <a:lnTo>
                  <a:pt x="82588" y="1071766"/>
                </a:lnTo>
                <a:lnTo>
                  <a:pt x="82347" y="1059723"/>
                </a:lnTo>
                <a:lnTo>
                  <a:pt x="82052" y="1047681"/>
                </a:lnTo>
                <a:lnTo>
                  <a:pt x="81726" y="1035639"/>
                </a:lnTo>
                <a:lnTo>
                  <a:pt x="81392" y="1023596"/>
                </a:lnTo>
                <a:lnTo>
                  <a:pt x="81076" y="1011554"/>
                </a:lnTo>
                <a:lnTo>
                  <a:pt x="80801" y="999512"/>
                </a:lnTo>
                <a:lnTo>
                  <a:pt x="80589" y="987469"/>
                </a:lnTo>
                <a:lnTo>
                  <a:pt x="80456" y="975427"/>
                </a:lnTo>
                <a:lnTo>
                  <a:pt x="80415" y="963385"/>
                </a:lnTo>
                <a:lnTo>
                  <a:pt x="80471" y="951343"/>
                </a:lnTo>
                <a:lnTo>
                  <a:pt x="80619" y="939300"/>
                </a:lnTo>
                <a:lnTo>
                  <a:pt x="80852" y="927258"/>
                </a:lnTo>
                <a:lnTo>
                  <a:pt x="81156" y="915216"/>
                </a:lnTo>
                <a:lnTo>
                  <a:pt x="81511" y="903173"/>
                </a:lnTo>
                <a:lnTo>
                  <a:pt x="81898" y="891131"/>
                </a:lnTo>
                <a:lnTo>
                  <a:pt x="82297" y="879089"/>
                </a:lnTo>
                <a:lnTo>
                  <a:pt x="82687" y="867046"/>
                </a:lnTo>
                <a:lnTo>
                  <a:pt x="83053" y="855004"/>
                </a:lnTo>
                <a:lnTo>
                  <a:pt x="83381" y="842962"/>
                </a:lnTo>
                <a:lnTo>
                  <a:pt x="83664" y="830919"/>
                </a:lnTo>
                <a:lnTo>
                  <a:pt x="83894" y="818877"/>
                </a:lnTo>
                <a:lnTo>
                  <a:pt x="84071" y="806835"/>
                </a:lnTo>
                <a:lnTo>
                  <a:pt x="84195" y="794792"/>
                </a:lnTo>
                <a:lnTo>
                  <a:pt x="84268" y="782750"/>
                </a:lnTo>
                <a:lnTo>
                  <a:pt x="84293" y="770708"/>
                </a:lnTo>
                <a:lnTo>
                  <a:pt x="84275" y="758666"/>
                </a:lnTo>
                <a:lnTo>
                  <a:pt x="84219" y="746623"/>
                </a:lnTo>
                <a:lnTo>
                  <a:pt x="84129" y="734581"/>
                </a:lnTo>
                <a:lnTo>
                  <a:pt x="84011" y="722539"/>
                </a:lnTo>
                <a:lnTo>
                  <a:pt x="83867" y="710496"/>
                </a:lnTo>
                <a:lnTo>
                  <a:pt x="83702" y="698454"/>
                </a:lnTo>
                <a:lnTo>
                  <a:pt x="83519" y="686412"/>
                </a:lnTo>
                <a:lnTo>
                  <a:pt x="83320" y="674369"/>
                </a:lnTo>
                <a:lnTo>
                  <a:pt x="83108" y="662327"/>
                </a:lnTo>
                <a:lnTo>
                  <a:pt x="82883" y="650285"/>
                </a:lnTo>
                <a:lnTo>
                  <a:pt x="82646" y="638242"/>
                </a:lnTo>
                <a:lnTo>
                  <a:pt x="82398" y="626200"/>
                </a:lnTo>
                <a:lnTo>
                  <a:pt x="82139" y="614158"/>
                </a:lnTo>
                <a:lnTo>
                  <a:pt x="81871" y="602116"/>
                </a:lnTo>
                <a:lnTo>
                  <a:pt x="81597" y="590073"/>
                </a:lnTo>
                <a:lnTo>
                  <a:pt x="81319" y="578031"/>
                </a:lnTo>
                <a:lnTo>
                  <a:pt x="81045" y="565989"/>
                </a:lnTo>
                <a:lnTo>
                  <a:pt x="80782" y="553946"/>
                </a:lnTo>
                <a:lnTo>
                  <a:pt x="80536" y="541904"/>
                </a:lnTo>
                <a:lnTo>
                  <a:pt x="80318" y="529862"/>
                </a:lnTo>
                <a:lnTo>
                  <a:pt x="80136" y="517819"/>
                </a:lnTo>
                <a:lnTo>
                  <a:pt x="79995" y="505777"/>
                </a:lnTo>
                <a:lnTo>
                  <a:pt x="79901" y="493735"/>
                </a:lnTo>
                <a:lnTo>
                  <a:pt x="79856" y="481692"/>
                </a:lnTo>
                <a:lnTo>
                  <a:pt x="79856" y="469650"/>
                </a:lnTo>
                <a:lnTo>
                  <a:pt x="79899" y="457608"/>
                </a:lnTo>
                <a:lnTo>
                  <a:pt x="79978" y="445565"/>
                </a:lnTo>
                <a:lnTo>
                  <a:pt x="80083" y="433523"/>
                </a:lnTo>
                <a:lnTo>
                  <a:pt x="80205" y="421481"/>
                </a:lnTo>
                <a:lnTo>
                  <a:pt x="80337" y="409439"/>
                </a:lnTo>
                <a:lnTo>
                  <a:pt x="80471" y="397396"/>
                </a:lnTo>
                <a:lnTo>
                  <a:pt x="80602" y="385354"/>
                </a:lnTo>
                <a:lnTo>
                  <a:pt x="80727" y="373312"/>
                </a:lnTo>
                <a:lnTo>
                  <a:pt x="80846" y="361269"/>
                </a:lnTo>
                <a:lnTo>
                  <a:pt x="80959" y="349227"/>
                </a:lnTo>
                <a:lnTo>
                  <a:pt x="81068" y="337185"/>
                </a:lnTo>
                <a:lnTo>
                  <a:pt x="81175" y="325142"/>
                </a:lnTo>
                <a:lnTo>
                  <a:pt x="81278" y="313100"/>
                </a:lnTo>
                <a:lnTo>
                  <a:pt x="81374" y="301058"/>
                </a:lnTo>
                <a:lnTo>
                  <a:pt x="81455" y="289015"/>
                </a:lnTo>
                <a:lnTo>
                  <a:pt x="81508" y="276973"/>
                </a:lnTo>
                <a:lnTo>
                  <a:pt x="81511" y="264931"/>
                </a:lnTo>
                <a:lnTo>
                  <a:pt x="81434" y="252889"/>
                </a:lnTo>
                <a:lnTo>
                  <a:pt x="81237" y="240846"/>
                </a:lnTo>
                <a:lnTo>
                  <a:pt x="80868" y="228804"/>
                </a:lnTo>
                <a:lnTo>
                  <a:pt x="80260" y="216762"/>
                </a:lnTo>
                <a:lnTo>
                  <a:pt x="79332" y="204719"/>
                </a:lnTo>
                <a:lnTo>
                  <a:pt x="77992" y="192677"/>
                </a:lnTo>
                <a:lnTo>
                  <a:pt x="76139" y="180635"/>
                </a:lnTo>
                <a:lnTo>
                  <a:pt x="73669" y="168592"/>
                </a:lnTo>
                <a:lnTo>
                  <a:pt x="70483" y="156550"/>
                </a:lnTo>
                <a:lnTo>
                  <a:pt x="66505" y="144508"/>
                </a:lnTo>
                <a:lnTo>
                  <a:pt x="61690" y="132465"/>
                </a:lnTo>
                <a:lnTo>
                  <a:pt x="56045" y="120423"/>
                </a:lnTo>
                <a:lnTo>
                  <a:pt x="49640" y="108381"/>
                </a:lnTo>
                <a:lnTo>
                  <a:pt x="42615" y="96338"/>
                </a:lnTo>
                <a:lnTo>
                  <a:pt x="35191" y="84296"/>
                </a:lnTo>
                <a:lnTo>
                  <a:pt x="27658" y="72254"/>
                </a:lnTo>
                <a:lnTo>
                  <a:pt x="20362" y="60212"/>
                </a:lnTo>
                <a:lnTo>
                  <a:pt x="13682" y="48169"/>
                </a:lnTo>
                <a:lnTo>
                  <a:pt x="7998" y="36127"/>
                </a:lnTo>
                <a:lnTo>
                  <a:pt x="3655" y="24085"/>
                </a:lnTo>
                <a:lnTo>
                  <a:pt x="929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57" y="12042"/>
                </a:lnTo>
                <a:lnTo>
                  <a:pt x="166132" y="24085"/>
                </a:lnTo>
                <a:lnTo>
                  <a:pt x="161788" y="36127"/>
                </a:lnTo>
                <a:lnTo>
                  <a:pt x="156104" y="48169"/>
                </a:lnTo>
                <a:lnTo>
                  <a:pt x="149424" y="60212"/>
                </a:lnTo>
                <a:lnTo>
                  <a:pt x="142128" y="72254"/>
                </a:lnTo>
                <a:lnTo>
                  <a:pt x="134595" y="84296"/>
                </a:lnTo>
                <a:lnTo>
                  <a:pt x="127171" y="96338"/>
                </a:lnTo>
                <a:lnTo>
                  <a:pt x="120147" y="108381"/>
                </a:lnTo>
                <a:lnTo>
                  <a:pt x="113741" y="120423"/>
                </a:lnTo>
                <a:lnTo>
                  <a:pt x="108096" y="132465"/>
                </a:lnTo>
                <a:lnTo>
                  <a:pt x="103282" y="144508"/>
                </a:lnTo>
                <a:lnTo>
                  <a:pt x="99304" y="156550"/>
                </a:lnTo>
                <a:lnTo>
                  <a:pt x="96118" y="168592"/>
                </a:lnTo>
                <a:lnTo>
                  <a:pt x="93647" y="180635"/>
                </a:lnTo>
                <a:lnTo>
                  <a:pt x="91794" y="192677"/>
                </a:lnTo>
                <a:lnTo>
                  <a:pt x="90455" y="204719"/>
                </a:lnTo>
                <a:lnTo>
                  <a:pt x="89527" y="216762"/>
                </a:lnTo>
                <a:lnTo>
                  <a:pt x="88918" y="228804"/>
                </a:lnTo>
                <a:lnTo>
                  <a:pt x="88549" y="240846"/>
                </a:lnTo>
                <a:lnTo>
                  <a:pt x="88353" y="252889"/>
                </a:lnTo>
                <a:lnTo>
                  <a:pt x="88276" y="264931"/>
                </a:lnTo>
                <a:lnTo>
                  <a:pt x="88279" y="276973"/>
                </a:lnTo>
                <a:lnTo>
                  <a:pt x="88331" y="289015"/>
                </a:lnTo>
                <a:lnTo>
                  <a:pt x="88412" y="301058"/>
                </a:lnTo>
                <a:lnTo>
                  <a:pt x="88509" y="313100"/>
                </a:lnTo>
                <a:lnTo>
                  <a:pt x="88612" y="325142"/>
                </a:lnTo>
                <a:lnTo>
                  <a:pt x="88718" y="337185"/>
                </a:lnTo>
                <a:lnTo>
                  <a:pt x="88828" y="349227"/>
                </a:lnTo>
                <a:lnTo>
                  <a:pt x="88941" y="361269"/>
                </a:lnTo>
                <a:lnTo>
                  <a:pt x="89060" y="373312"/>
                </a:lnTo>
                <a:lnTo>
                  <a:pt x="89185" y="385354"/>
                </a:lnTo>
                <a:lnTo>
                  <a:pt x="89316" y="397396"/>
                </a:lnTo>
                <a:lnTo>
                  <a:pt x="89450" y="409439"/>
                </a:lnTo>
                <a:lnTo>
                  <a:pt x="89581" y="421481"/>
                </a:lnTo>
                <a:lnTo>
                  <a:pt x="89704" y="433523"/>
                </a:lnTo>
                <a:lnTo>
                  <a:pt x="89809" y="445565"/>
                </a:lnTo>
                <a:lnTo>
                  <a:pt x="89887" y="457608"/>
                </a:lnTo>
                <a:lnTo>
                  <a:pt x="89930" y="469650"/>
                </a:lnTo>
                <a:lnTo>
                  <a:pt x="89931" y="481692"/>
                </a:lnTo>
                <a:lnTo>
                  <a:pt x="89885" y="493735"/>
                </a:lnTo>
                <a:lnTo>
                  <a:pt x="89791" y="505777"/>
                </a:lnTo>
                <a:lnTo>
                  <a:pt x="89651" y="517819"/>
                </a:lnTo>
                <a:lnTo>
                  <a:pt x="89468" y="529862"/>
                </a:lnTo>
                <a:lnTo>
                  <a:pt x="89250" y="541904"/>
                </a:lnTo>
                <a:lnTo>
                  <a:pt x="89005" y="553946"/>
                </a:lnTo>
                <a:lnTo>
                  <a:pt x="88741" y="565989"/>
                </a:lnTo>
                <a:lnTo>
                  <a:pt x="88467" y="578031"/>
                </a:lnTo>
                <a:lnTo>
                  <a:pt x="88190" y="590073"/>
                </a:lnTo>
                <a:lnTo>
                  <a:pt x="87915" y="602116"/>
                </a:lnTo>
                <a:lnTo>
                  <a:pt x="87647" y="614158"/>
                </a:lnTo>
                <a:lnTo>
                  <a:pt x="87389" y="626200"/>
                </a:lnTo>
                <a:lnTo>
                  <a:pt x="87140" y="638242"/>
                </a:lnTo>
                <a:lnTo>
                  <a:pt x="86904" y="650285"/>
                </a:lnTo>
                <a:lnTo>
                  <a:pt x="86679" y="662327"/>
                </a:lnTo>
                <a:lnTo>
                  <a:pt x="86466" y="674369"/>
                </a:lnTo>
                <a:lnTo>
                  <a:pt x="86268" y="686412"/>
                </a:lnTo>
                <a:lnTo>
                  <a:pt x="86085" y="698454"/>
                </a:lnTo>
                <a:lnTo>
                  <a:pt x="85920" y="710496"/>
                </a:lnTo>
                <a:lnTo>
                  <a:pt x="85776" y="722539"/>
                </a:lnTo>
                <a:lnTo>
                  <a:pt x="85657" y="734581"/>
                </a:lnTo>
                <a:lnTo>
                  <a:pt x="85567" y="746623"/>
                </a:lnTo>
                <a:lnTo>
                  <a:pt x="85511" y="758666"/>
                </a:lnTo>
                <a:lnTo>
                  <a:pt x="85494" y="770708"/>
                </a:lnTo>
                <a:lnTo>
                  <a:pt x="85519" y="782750"/>
                </a:lnTo>
                <a:lnTo>
                  <a:pt x="85592" y="794792"/>
                </a:lnTo>
                <a:lnTo>
                  <a:pt x="85715" y="806835"/>
                </a:lnTo>
                <a:lnTo>
                  <a:pt x="85892" y="818877"/>
                </a:lnTo>
                <a:lnTo>
                  <a:pt x="86123" y="830919"/>
                </a:lnTo>
                <a:lnTo>
                  <a:pt x="86405" y="842962"/>
                </a:lnTo>
                <a:lnTo>
                  <a:pt x="86734" y="855004"/>
                </a:lnTo>
                <a:lnTo>
                  <a:pt x="87100" y="867046"/>
                </a:lnTo>
                <a:lnTo>
                  <a:pt x="87490" y="879089"/>
                </a:lnTo>
                <a:lnTo>
                  <a:pt x="87888" y="891131"/>
                </a:lnTo>
                <a:lnTo>
                  <a:pt x="88275" y="903173"/>
                </a:lnTo>
                <a:lnTo>
                  <a:pt x="88631" y="915216"/>
                </a:lnTo>
                <a:lnTo>
                  <a:pt x="88934" y="927258"/>
                </a:lnTo>
                <a:lnTo>
                  <a:pt x="89167" y="939300"/>
                </a:lnTo>
                <a:lnTo>
                  <a:pt x="89316" y="951343"/>
                </a:lnTo>
                <a:lnTo>
                  <a:pt x="89371" y="963385"/>
                </a:lnTo>
                <a:lnTo>
                  <a:pt x="89330" y="975427"/>
                </a:lnTo>
                <a:lnTo>
                  <a:pt x="89198" y="987469"/>
                </a:lnTo>
                <a:lnTo>
                  <a:pt x="88986" y="999512"/>
                </a:lnTo>
                <a:lnTo>
                  <a:pt x="88711" y="1011554"/>
                </a:lnTo>
                <a:lnTo>
                  <a:pt x="88394" y="1023596"/>
                </a:lnTo>
                <a:lnTo>
                  <a:pt x="88061" y="1035639"/>
                </a:lnTo>
                <a:lnTo>
                  <a:pt x="87735" y="1047681"/>
                </a:lnTo>
                <a:lnTo>
                  <a:pt x="87440" y="1059723"/>
                </a:lnTo>
                <a:lnTo>
                  <a:pt x="87199" y="1071766"/>
                </a:lnTo>
                <a:lnTo>
                  <a:pt x="87030" y="1083808"/>
                </a:lnTo>
                <a:lnTo>
                  <a:pt x="86949" y="1095850"/>
                </a:lnTo>
                <a:lnTo>
                  <a:pt x="86966" y="1107893"/>
                </a:lnTo>
                <a:lnTo>
                  <a:pt x="87088" y="1119935"/>
                </a:lnTo>
                <a:lnTo>
                  <a:pt x="87319" y="1131977"/>
                </a:lnTo>
                <a:lnTo>
                  <a:pt x="87658" y="1144019"/>
                </a:lnTo>
                <a:lnTo>
                  <a:pt x="88099" y="1156062"/>
                </a:lnTo>
                <a:lnTo>
                  <a:pt x="88633" y="1168104"/>
                </a:lnTo>
                <a:lnTo>
                  <a:pt x="89245" y="1180146"/>
                </a:lnTo>
                <a:lnTo>
                  <a:pt x="89918" y="1192189"/>
                </a:lnTo>
                <a:lnTo>
                  <a:pt x="90628" y="1204231"/>
                </a:lnTo>
                <a:lnTo>
                  <a:pt x="91349" y="1216273"/>
                </a:lnTo>
                <a:lnTo>
                  <a:pt x="92051" y="1228316"/>
                </a:lnTo>
                <a:lnTo>
                  <a:pt x="92704" y="1240358"/>
                </a:lnTo>
                <a:lnTo>
                  <a:pt x="93279" y="1252400"/>
                </a:lnTo>
                <a:lnTo>
                  <a:pt x="93749" y="1264443"/>
                </a:lnTo>
                <a:lnTo>
                  <a:pt x="94093" y="1276485"/>
                </a:lnTo>
                <a:lnTo>
                  <a:pt x="94294" y="1288527"/>
                </a:lnTo>
                <a:lnTo>
                  <a:pt x="94346" y="1300569"/>
                </a:lnTo>
                <a:lnTo>
                  <a:pt x="94249" y="1312612"/>
                </a:lnTo>
                <a:lnTo>
                  <a:pt x="94010" y="1324654"/>
                </a:lnTo>
                <a:lnTo>
                  <a:pt x="93646" y="1336696"/>
                </a:lnTo>
                <a:lnTo>
                  <a:pt x="93177" y="1348739"/>
                </a:lnTo>
                <a:lnTo>
                  <a:pt x="92629" y="1360781"/>
                </a:lnTo>
                <a:lnTo>
                  <a:pt x="92027" y="1372823"/>
                </a:lnTo>
                <a:lnTo>
                  <a:pt x="91400" y="1384866"/>
                </a:lnTo>
                <a:lnTo>
                  <a:pt x="90772" y="1396908"/>
                </a:lnTo>
                <a:lnTo>
                  <a:pt x="90168" y="1408950"/>
                </a:lnTo>
                <a:lnTo>
                  <a:pt x="89608" y="1420993"/>
                </a:lnTo>
                <a:lnTo>
                  <a:pt x="89107" y="1433035"/>
                </a:lnTo>
                <a:lnTo>
                  <a:pt x="88678" y="1445077"/>
                </a:lnTo>
                <a:lnTo>
                  <a:pt x="88327" y="1457120"/>
                </a:lnTo>
                <a:lnTo>
                  <a:pt x="88058" y="1469162"/>
                </a:lnTo>
                <a:lnTo>
                  <a:pt x="87870" y="1481204"/>
                </a:lnTo>
                <a:lnTo>
                  <a:pt x="87758" y="1493246"/>
                </a:lnTo>
                <a:lnTo>
                  <a:pt x="87716" y="1505289"/>
                </a:lnTo>
                <a:lnTo>
                  <a:pt x="87733" y="1517331"/>
                </a:lnTo>
                <a:lnTo>
                  <a:pt x="87799" y="1529373"/>
                </a:lnTo>
                <a:lnTo>
                  <a:pt x="87900" y="1541416"/>
                </a:lnTo>
                <a:lnTo>
                  <a:pt x="88024" y="1553458"/>
                </a:lnTo>
                <a:lnTo>
                  <a:pt x="88159" y="1565500"/>
                </a:lnTo>
                <a:lnTo>
                  <a:pt x="88292" y="1577543"/>
                </a:lnTo>
                <a:lnTo>
                  <a:pt x="88413" y="1589585"/>
                </a:lnTo>
                <a:lnTo>
                  <a:pt x="88514" y="1601627"/>
                </a:lnTo>
                <a:lnTo>
                  <a:pt x="88590" y="1613670"/>
                </a:lnTo>
                <a:lnTo>
                  <a:pt x="88638" y="1625712"/>
                </a:lnTo>
                <a:lnTo>
                  <a:pt x="88663" y="1637754"/>
                </a:lnTo>
                <a:lnTo>
                  <a:pt x="88672" y="1649796"/>
                </a:lnTo>
                <a:lnTo>
                  <a:pt x="88683" y="1661839"/>
                </a:lnTo>
                <a:lnTo>
                  <a:pt x="88721" y="1673881"/>
                </a:lnTo>
                <a:lnTo>
                  <a:pt x="88820" y="1685923"/>
                </a:lnTo>
                <a:lnTo>
                  <a:pt x="89028" y="1697966"/>
                </a:lnTo>
                <a:lnTo>
                  <a:pt x="89400" y="1710008"/>
                </a:lnTo>
                <a:lnTo>
                  <a:pt x="90005" y="1722050"/>
                </a:lnTo>
                <a:lnTo>
                  <a:pt x="90921" y="1734093"/>
                </a:lnTo>
                <a:lnTo>
                  <a:pt x="92228" y="1746135"/>
                </a:lnTo>
                <a:lnTo>
                  <a:pt x="94010" y="1758177"/>
                </a:lnTo>
                <a:lnTo>
                  <a:pt x="96340" y="1770220"/>
                </a:lnTo>
                <a:lnTo>
                  <a:pt x="99275" y="1782262"/>
                </a:lnTo>
                <a:lnTo>
                  <a:pt x="102846" y="1794304"/>
                </a:lnTo>
                <a:lnTo>
                  <a:pt x="107041" y="1806347"/>
                </a:lnTo>
                <a:lnTo>
                  <a:pt x="111806" y="1818389"/>
                </a:lnTo>
                <a:lnTo>
                  <a:pt x="117028" y="1830431"/>
                </a:lnTo>
                <a:lnTo>
                  <a:pt x="122540" y="1842473"/>
                </a:lnTo>
                <a:lnTo>
                  <a:pt x="128126" y="1854516"/>
                </a:lnTo>
                <a:lnTo>
                  <a:pt x="133527" y="1866558"/>
                </a:lnTo>
                <a:lnTo>
                  <a:pt x="138465" y="1878600"/>
                </a:lnTo>
                <a:lnTo>
                  <a:pt x="142662" y="1890643"/>
                </a:lnTo>
                <a:lnTo>
                  <a:pt x="145866" y="1902685"/>
                </a:lnTo>
                <a:lnTo>
                  <a:pt x="147875" y="1914727"/>
                </a:lnTo>
                <a:lnTo>
                  <a:pt x="148560" y="1926770"/>
                </a:lnTo>
                <a:lnTo>
                  <a:pt x="148560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5" name="data_7646">
            <a:extLst>
              <a:ext uri="{FF2B5EF4-FFF2-40B4-BE49-F238E27FC236}">
                <a16:creationId xmlns:a16="http://schemas.microsoft.com/office/drawing/2014/main" id="{9F0A62FE-1723-4C3A-9358-B7D8B9516E32}"/>
              </a:ext>
            </a:extLst>
          </p:cNvPr>
          <p:cNvSpPr>
            <a:spLocks noGrp="1"/>
          </p:cNvSpPr>
          <p:nvPr/>
        </p:nvSpPr>
        <p:spPr>
          <a:xfrm>
            <a:off x="6806254" y="5003409"/>
            <a:ext cx="169787" cy="1926770"/>
          </a:xfrm>
          <a:custGeom>
            <a:pathLst>
              <a:path w="169787" h="1926770">
                <a:moveTo>
                  <a:pt x="125601" y="1926770"/>
                </a:moveTo>
                <a:lnTo>
                  <a:pt x="44185" y="1926770"/>
                </a:lnTo>
                <a:lnTo>
                  <a:pt x="44615" y="1914727"/>
                </a:lnTo>
                <a:lnTo>
                  <a:pt x="45875" y="1902685"/>
                </a:lnTo>
                <a:lnTo>
                  <a:pt x="47884" y="1890643"/>
                </a:lnTo>
                <a:lnTo>
                  <a:pt x="50513" y="1878600"/>
                </a:lnTo>
                <a:lnTo>
                  <a:pt x="53603" y="1866558"/>
                </a:lnTo>
                <a:lnTo>
                  <a:pt x="56978" y="1854516"/>
                </a:lnTo>
                <a:lnTo>
                  <a:pt x="60463" y="1842473"/>
                </a:lnTo>
                <a:lnTo>
                  <a:pt x="63900" y="1830431"/>
                </a:lnTo>
                <a:lnTo>
                  <a:pt x="67155" y="1818389"/>
                </a:lnTo>
                <a:lnTo>
                  <a:pt x="70128" y="1806347"/>
                </a:lnTo>
                <a:lnTo>
                  <a:pt x="72754" y="1794304"/>
                </a:lnTo>
                <a:lnTo>
                  <a:pt x="75003" y="1782262"/>
                </a:lnTo>
                <a:lnTo>
                  <a:pt x="76874" y="1770220"/>
                </a:lnTo>
                <a:lnTo>
                  <a:pt x="78387" y="1758177"/>
                </a:lnTo>
                <a:lnTo>
                  <a:pt x="79579" y="1746135"/>
                </a:lnTo>
                <a:lnTo>
                  <a:pt x="80495" y="1734093"/>
                </a:lnTo>
                <a:lnTo>
                  <a:pt x="81181" y="1722050"/>
                </a:lnTo>
                <a:lnTo>
                  <a:pt x="81682" y="1710008"/>
                </a:lnTo>
                <a:lnTo>
                  <a:pt x="82038" y="1697966"/>
                </a:lnTo>
                <a:lnTo>
                  <a:pt x="82283" y="1685923"/>
                </a:lnTo>
                <a:lnTo>
                  <a:pt x="82443" y="1673881"/>
                </a:lnTo>
                <a:lnTo>
                  <a:pt x="82541" y="1661839"/>
                </a:lnTo>
                <a:lnTo>
                  <a:pt x="82591" y="1649796"/>
                </a:lnTo>
                <a:lnTo>
                  <a:pt x="82606" y="1637754"/>
                </a:lnTo>
                <a:lnTo>
                  <a:pt x="82593" y="1625712"/>
                </a:lnTo>
                <a:lnTo>
                  <a:pt x="82561" y="1613670"/>
                </a:lnTo>
                <a:lnTo>
                  <a:pt x="82511" y="1601627"/>
                </a:lnTo>
                <a:lnTo>
                  <a:pt x="82449" y="1589585"/>
                </a:lnTo>
                <a:lnTo>
                  <a:pt x="82377" y="1577543"/>
                </a:lnTo>
                <a:lnTo>
                  <a:pt x="82296" y="1565500"/>
                </a:lnTo>
                <a:lnTo>
                  <a:pt x="82208" y="1553458"/>
                </a:lnTo>
                <a:lnTo>
                  <a:pt x="82114" y="1541416"/>
                </a:lnTo>
                <a:lnTo>
                  <a:pt x="82016" y="1529373"/>
                </a:lnTo>
                <a:lnTo>
                  <a:pt x="81917" y="1517331"/>
                </a:lnTo>
                <a:lnTo>
                  <a:pt x="81820" y="1505289"/>
                </a:lnTo>
                <a:lnTo>
                  <a:pt x="81727" y="1493246"/>
                </a:lnTo>
                <a:lnTo>
                  <a:pt x="81642" y="1481204"/>
                </a:lnTo>
                <a:lnTo>
                  <a:pt x="81569" y="1469162"/>
                </a:lnTo>
                <a:lnTo>
                  <a:pt x="81513" y="1457120"/>
                </a:lnTo>
                <a:lnTo>
                  <a:pt x="81474" y="1445077"/>
                </a:lnTo>
                <a:lnTo>
                  <a:pt x="81456" y="1433035"/>
                </a:lnTo>
                <a:lnTo>
                  <a:pt x="81458" y="1420993"/>
                </a:lnTo>
                <a:lnTo>
                  <a:pt x="81478" y="1408950"/>
                </a:lnTo>
                <a:lnTo>
                  <a:pt x="81516" y="1396908"/>
                </a:lnTo>
                <a:lnTo>
                  <a:pt x="81569" y="1384866"/>
                </a:lnTo>
                <a:lnTo>
                  <a:pt x="81633" y="1372823"/>
                </a:lnTo>
                <a:lnTo>
                  <a:pt x="81707" y="1360781"/>
                </a:lnTo>
                <a:lnTo>
                  <a:pt x="81789" y="1348739"/>
                </a:lnTo>
                <a:lnTo>
                  <a:pt x="81880" y="1336696"/>
                </a:lnTo>
                <a:lnTo>
                  <a:pt x="81980" y="1324654"/>
                </a:lnTo>
                <a:lnTo>
                  <a:pt x="82092" y="1312612"/>
                </a:lnTo>
                <a:lnTo>
                  <a:pt x="82216" y="1300569"/>
                </a:lnTo>
                <a:lnTo>
                  <a:pt x="82356" y="1288527"/>
                </a:lnTo>
                <a:lnTo>
                  <a:pt x="82512" y="1276485"/>
                </a:lnTo>
                <a:lnTo>
                  <a:pt x="82682" y="1264443"/>
                </a:lnTo>
                <a:lnTo>
                  <a:pt x="82866" y="1252400"/>
                </a:lnTo>
                <a:lnTo>
                  <a:pt x="83059" y="1240358"/>
                </a:lnTo>
                <a:lnTo>
                  <a:pt x="83254" y="1228316"/>
                </a:lnTo>
                <a:lnTo>
                  <a:pt x="83445" y="1216273"/>
                </a:lnTo>
                <a:lnTo>
                  <a:pt x="83625" y="1204231"/>
                </a:lnTo>
                <a:lnTo>
                  <a:pt x="83783" y="1192189"/>
                </a:lnTo>
                <a:lnTo>
                  <a:pt x="83911" y="1180146"/>
                </a:lnTo>
                <a:lnTo>
                  <a:pt x="84001" y="1168104"/>
                </a:lnTo>
                <a:lnTo>
                  <a:pt x="84044" y="1156062"/>
                </a:lnTo>
                <a:lnTo>
                  <a:pt x="84033" y="1144019"/>
                </a:lnTo>
                <a:lnTo>
                  <a:pt x="83962" y="1131977"/>
                </a:lnTo>
                <a:lnTo>
                  <a:pt x="83824" y="1119935"/>
                </a:lnTo>
                <a:lnTo>
                  <a:pt x="83618" y="1107893"/>
                </a:lnTo>
                <a:lnTo>
                  <a:pt x="83342" y="1095850"/>
                </a:lnTo>
                <a:lnTo>
                  <a:pt x="83000" y="1083808"/>
                </a:lnTo>
                <a:lnTo>
                  <a:pt x="82598" y="1071766"/>
                </a:lnTo>
                <a:lnTo>
                  <a:pt x="82148" y="1059723"/>
                </a:lnTo>
                <a:lnTo>
                  <a:pt x="81666" y="1047681"/>
                </a:lnTo>
                <a:lnTo>
                  <a:pt x="81172" y="1035639"/>
                </a:lnTo>
                <a:lnTo>
                  <a:pt x="80691" y="1023596"/>
                </a:lnTo>
                <a:lnTo>
                  <a:pt x="80248" y="1011554"/>
                </a:lnTo>
                <a:lnTo>
                  <a:pt x="79868" y="999512"/>
                </a:lnTo>
                <a:lnTo>
                  <a:pt x="79573" y="987469"/>
                </a:lnTo>
                <a:lnTo>
                  <a:pt x="79381" y="975427"/>
                </a:lnTo>
                <a:lnTo>
                  <a:pt x="79303" y="963385"/>
                </a:lnTo>
                <a:lnTo>
                  <a:pt x="79342" y="951343"/>
                </a:lnTo>
                <a:lnTo>
                  <a:pt x="79492" y="939300"/>
                </a:lnTo>
                <a:lnTo>
                  <a:pt x="79740" y="927258"/>
                </a:lnTo>
                <a:lnTo>
                  <a:pt x="80065" y="915216"/>
                </a:lnTo>
                <a:lnTo>
                  <a:pt x="80445" y="903173"/>
                </a:lnTo>
                <a:lnTo>
                  <a:pt x="80851" y="891131"/>
                </a:lnTo>
                <a:lnTo>
                  <a:pt x="81258" y="879089"/>
                </a:lnTo>
                <a:lnTo>
                  <a:pt x="81642" y="867046"/>
                </a:lnTo>
                <a:lnTo>
                  <a:pt x="81980" y="855004"/>
                </a:lnTo>
                <a:lnTo>
                  <a:pt x="82259" y="842962"/>
                </a:lnTo>
                <a:lnTo>
                  <a:pt x="82466" y="830919"/>
                </a:lnTo>
                <a:lnTo>
                  <a:pt x="82595" y="818877"/>
                </a:lnTo>
                <a:lnTo>
                  <a:pt x="82644" y="806835"/>
                </a:lnTo>
                <a:lnTo>
                  <a:pt x="82615" y="794792"/>
                </a:lnTo>
                <a:lnTo>
                  <a:pt x="82510" y="782750"/>
                </a:lnTo>
                <a:lnTo>
                  <a:pt x="82337" y="770708"/>
                </a:lnTo>
                <a:lnTo>
                  <a:pt x="82102" y="758666"/>
                </a:lnTo>
                <a:lnTo>
                  <a:pt x="81815" y="746623"/>
                </a:lnTo>
                <a:lnTo>
                  <a:pt x="81489" y="734581"/>
                </a:lnTo>
                <a:lnTo>
                  <a:pt x="81137" y="722539"/>
                </a:lnTo>
                <a:lnTo>
                  <a:pt x="80774" y="710496"/>
                </a:lnTo>
                <a:lnTo>
                  <a:pt x="80416" y="698454"/>
                </a:lnTo>
                <a:lnTo>
                  <a:pt x="80081" y="686412"/>
                </a:lnTo>
                <a:lnTo>
                  <a:pt x="79785" y="674369"/>
                </a:lnTo>
                <a:lnTo>
                  <a:pt x="79543" y="662327"/>
                </a:lnTo>
                <a:lnTo>
                  <a:pt x="79364" y="650285"/>
                </a:lnTo>
                <a:lnTo>
                  <a:pt x="79257" y="638242"/>
                </a:lnTo>
                <a:lnTo>
                  <a:pt x="79223" y="626200"/>
                </a:lnTo>
                <a:lnTo>
                  <a:pt x="79260" y="614158"/>
                </a:lnTo>
                <a:lnTo>
                  <a:pt x="79359" y="602116"/>
                </a:lnTo>
                <a:lnTo>
                  <a:pt x="79512" y="590073"/>
                </a:lnTo>
                <a:lnTo>
                  <a:pt x="79706" y="578031"/>
                </a:lnTo>
                <a:lnTo>
                  <a:pt x="79929" y="565989"/>
                </a:lnTo>
                <a:lnTo>
                  <a:pt x="80170" y="553946"/>
                </a:lnTo>
                <a:lnTo>
                  <a:pt x="80420" y="541904"/>
                </a:lnTo>
                <a:lnTo>
                  <a:pt x="80672" y="529862"/>
                </a:lnTo>
                <a:lnTo>
                  <a:pt x="80921" y="517819"/>
                </a:lnTo>
                <a:lnTo>
                  <a:pt x="81166" y="505777"/>
                </a:lnTo>
                <a:lnTo>
                  <a:pt x="81405" y="493735"/>
                </a:lnTo>
                <a:lnTo>
                  <a:pt x="81637" y="481692"/>
                </a:lnTo>
                <a:lnTo>
                  <a:pt x="81862" y="469650"/>
                </a:lnTo>
                <a:lnTo>
                  <a:pt x="82077" y="457608"/>
                </a:lnTo>
                <a:lnTo>
                  <a:pt x="82280" y="445565"/>
                </a:lnTo>
                <a:lnTo>
                  <a:pt x="82468" y="433523"/>
                </a:lnTo>
                <a:lnTo>
                  <a:pt x="82636" y="421481"/>
                </a:lnTo>
                <a:lnTo>
                  <a:pt x="82781" y="409439"/>
                </a:lnTo>
                <a:lnTo>
                  <a:pt x="82901" y="397396"/>
                </a:lnTo>
                <a:lnTo>
                  <a:pt x="82993" y="385354"/>
                </a:lnTo>
                <a:lnTo>
                  <a:pt x="83060" y="373312"/>
                </a:lnTo>
                <a:lnTo>
                  <a:pt x="83101" y="361269"/>
                </a:lnTo>
                <a:lnTo>
                  <a:pt x="83121" y="349227"/>
                </a:lnTo>
                <a:lnTo>
                  <a:pt x="83125" y="337185"/>
                </a:lnTo>
                <a:lnTo>
                  <a:pt x="83115" y="325142"/>
                </a:lnTo>
                <a:lnTo>
                  <a:pt x="83095" y="313100"/>
                </a:lnTo>
                <a:lnTo>
                  <a:pt x="83066" y="301058"/>
                </a:lnTo>
                <a:lnTo>
                  <a:pt x="83024" y="289015"/>
                </a:lnTo>
                <a:lnTo>
                  <a:pt x="82960" y="276973"/>
                </a:lnTo>
                <a:lnTo>
                  <a:pt x="82858" y="264931"/>
                </a:lnTo>
                <a:lnTo>
                  <a:pt x="82690" y="252889"/>
                </a:lnTo>
                <a:lnTo>
                  <a:pt x="82418" y="240846"/>
                </a:lnTo>
                <a:lnTo>
                  <a:pt x="81989" y="228804"/>
                </a:lnTo>
                <a:lnTo>
                  <a:pt x="81336" y="216762"/>
                </a:lnTo>
                <a:lnTo>
                  <a:pt x="80375" y="204719"/>
                </a:lnTo>
                <a:lnTo>
                  <a:pt x="79009" y="192677"/>
                </a:lnTo>
                <a:lnTo>
                  <a:pt x="77132" y="180635"/>
                </a:lnTo>
                <a:lnTo>
                  <a:pt x="74635" y="168592"/>
                </a:lnTo>
                <a:lnTo>
                  <a:pt x="71415" y="156550"/>
                </a:lnTo>
                <a:lnTo>
                  <a:pt x="67392" y="144508"/>
                </a:lnTo>
                <a:lnTo>
                  <a:pt x="62519" y="132465"/>
                </a:lnTo>
                <a:lnTo>
                  <a:pt x="56802" y="120423"/>
                </a:lnTo>
                <a:lnTo>
                  <a:pt x="50311" y="108381"/>
                </a:lnTo>
                <a:lnTo>
                  <a:pt x="43192" y="96338"/>
                </a:lnTo>
                <a:lnTo>
                  <a:pt x="35667" y="84296"/>
                </a:lnTo>
                <a:lnTo>
                  <a:pt x="28031" y="72254"/>
                </a:lnTo>
                <a:lnTo>
                  <a:pt x="20636" y="60212"/>
                </a:lnTo>
                <a:lnTo>
                  <a:pt x="13866" y="48169"/>
                </a:lnTo>
                <a:lnTo>
                  <a:pt x="8105" y="36127"/>
                </a:lnTo>
                <a:lnTo>
                  <a:pt x="3704" y="24085"/>
                </a:lnTo>
                <a:lnTo>
                  <a:pt x="942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45" y="12042"/>
                </a:lnTo>
                <a:lnTo>
                  <a:pt x="166083" y="24085"/>
                </a:lnTo>
                <a:lnTo>
                  <a:pt x="161682" y="36127"/>
                </a:lnTo>
                <a:lnTo>
                  <a:pt x="155921" y="48169"/>
                </a:lnTo>
                <a:lnTo>
                  <a:pt x="149151" y="60212"/>
                </a:lnTo>
                <a:lnTo>
                  <a:pt x="141756" y="72254"/>
                </a:lnTo>
                <a:lnTo>
                  <a:pt x="134120" y="84296"/>
                </a:lnTo>
                <a:lnTo>
                  <a:pt x="126594" y="96338"/>
                </a:lnTo>
                <a:lnTo>
                  <a:pt x="119475" y="108381"/>
                </a:lnTo>
                <a:lnTo>
                  <a:pt x="112985" y="120423"/>
                </a:lnTo>
                <a:lnTo>
                  <a:pt x="107268" y="132465"/>
                </a:lnTo>
                <a:lnTo>
                  <a:pt x="102395" y="144508"/>
                </a:lnTo>
                <a:lnTo>
                  <a:pt x="98371" y="156550"/>
                </a:lnTo>
                <a:lnTo>
                  <a:pt x="95152" y="168592"/>
                </a:lnTo>
                <a:lnTo>
                  <a:pt x="92654" y="180635"/>
                </a:lnTo>
                <a:lnTo>
                  <a:pt x="90777" y="192677"/>
                </a:lnTo>
                <a:lnTo>
                  <a:pt x="89411" y="204719"/>
                </a:lnTo>
                <a:lnTo>
                  <a:pt x="88450" y="216762"/>
                </a:lnTo>
                <a:lnTo>
                  <a:pt x="87797" y="228804"/>
                </a:lnTo>
                <a:lnTo>
                  <a:pt x="87368" y="240846"/>
                </a:lnTo>
                <a:lnTo>
                  <a:pt x="87097" y="252889"/>
                </a:lnTo>
                <a:lnTo>
                  <a:pt x="86929" y="264931"/>
                </a:lnTo>
                <a:lnTo>
                  <a:pt x="86826" y="276973"/>
                </a:lnTo>
                <a:lnTo>
                  <a:pt x="86763" y="289015"/>
                </a:lnTo>
                <a:lnTo>
                  <a:pt x="86721" y="301058"/>
                </a:lnTo>
                <a:lnTo>
                  <a:pt x="86692" y="313100"/>
                </a:lnTo>
                <a:lnTo>
                  <a:pt x="86672" y="325142"/>
                </a:lnTo>
                <a:lnTo>
                  <a:pt x="86662" y="337185"/>
                </a:lnTo>
                <a:lnTo>
                  <a:pt x="86665" y="349227"/>
                </a:lnTo>
                <a:lnTo>
                  <a:pt x="86685" y="361269"/>
                </a:lnTo>
                <a:lnTo>
                  <a:pt x="86727" y="373312"/>
                </a:lnTo>
                <a:lnTo>
                  <a:pt x="86793" y="385354"/>
                </a:lnTo>
                <a:lnTo>
                  <a:pt x="86886" y="397396"/>
                </a:lnTo>
                <a:lnTo>
                  <a:pt x="87006" y="409439"/>
                </a:lnTo>
                <a:lnTo>
                  <a:pt x="87151" y="421481"/>
                </a:lnTo>
                <a:lnTo>
                  <a:pt x="87319" y="433523"/>
                </a:lnTo>
                <a:lnTo>
                  <a:pt x="87506" y="445565"/>
                </a:lnTo>
                <a:lnTo>
                  <a:pt x="87709" y="457608"/>
                </a:lnTo>
                <a:lnTo>
                  <a:pt x="87925" y="469650"/>
                </a:lnTo>
                <a:lnTo>
                  <a:pt x="88149" y="481692"/>
                </a:lnTo>
                <a:lnTo>
                  <a:pt x="88381" y="493735"/>
                </a:lnTo>
                <a:lnTo>
                  <a:pt x="88620" y="505777"/>
                </a:lnTo>
                <a:lnTo>
                  <a:pt x="88865" y="517819"/>
                </a:lnTo>
                <a:lnTo>
                  <a:pt x="89115" y="529862"/>
                </a:lnTo>
                <a:lnTo>
                  <a:pt x="89367" y="541904"/>
                </a:lnTo>
                <a:lnTo>
                  <a:pt x="89616" y="553946"/>
                </a:lnTo>
                <a:lnTo>
                  <a:pt x="89857" y="565989"/>
                </a:lnTo>
                <a:lnTo>
                  <a:pt x="90080" y="578031"/>
                </a:lnTo>
                <a:lnTo>
                  <a:pt x="90274" y="590073"/>
                </a:lnTo>
                <a:lnTo>
                  <a:pt x="90427" y="602116"/>
                </a:lnTo>
                <a:lnTo>
                  <a:pt x="90527" y="614158"/>
                </a:lnTo>
                <a:lnTo>
                  <a:pt x="90563" y="626200"/>
                </a:lnTo>
                <a:lnTo>
                  <a:pt x="90529" y="638242"/>
                </a:lnTo>
                <a:lnTo>
                  <a:pt x="90422" y="650285"/>
                </a:lnTo>
                <a:lnTo>
                  <a:pt x="90244" y="662327"/>
                </a:lnTo>
                <a:lnTo>
                  <a:pt x="90001" y="674369"/>
                </a:lnTo>
                <a:lnTo>
                  <a:pt x="89706" y="686412"/>
                </a:lnTo>
                <a:lnTo>
                  <a:pt x="89371" y="698454"/>
                </a:lnTo>
                <a:lnTo>
                  <a:pt x="89013" y="710496"/>
                </a:lnTo>
                <a:lnTo>
                  <a:pt x="88650" y="722539"/>
                </a:lnTo>
                <a:lnTo>
                  <a:pt x="88297" y="734581"/>
                </a:lnTo>
                <a:lnTo>
                  <a:pt x="87971" y="746623"/>
                </a:lnTo>
                <a:lnTo>
                  <a:pt x="87685" y="758666"/>
                </a:lnTo>
                <a:lnTo>
                  <a:pt x="87450" y="770708"/>
                </a:lnTo>
                <a:lnTo>
                  <a:pt x="87276" y="782750"/>
                </a:lnTo>
                <a:lnTo>
                  <a:pt x="87172" y="794792"/>
                </a:lnTo>
                <a:lnTo>
                  <a:pt x="87142" y="806835"/>
                </a:lnTo>
                <a:lnTo>
                  <a:pt x="87191" y="818877"/>
                </a:lnTo>
                <a:lnTo>
                  <a:pt x="87321" y="830919"/>
                </a:lnTo>
                <a:lnTo>
                  <a:pt x="87528" y="842962"/>
                </a:lnTo>
                <a:lnTo>
                  <a:pt x="87806" y="855004"/>
                </a:lnTo>
                <a:lnTo>
                  <a:pt x="88145" y="867046"/>
                </a:lnTo>
                <a:lnTo>
                  <a:pt x="88528" y="879089"/>
                </a:lnTo>
                <a:lnTo>
                  <a:pt x="88935" y="891131"/>
                </a:lnTo>
                <a:lnTo>
                  <a:pt x="89342" y="903173"/>
                </a:lnTo>
                <a:lnTo>
                  <a:pt x="89721" y="915216"/>
                </a:lnTo>
                <a:lnTo>
                  <a:pt x="90047" y="927258"/>
                </a:lnTo>
                <a:lnTo>
                  <a:pt x="90295" y="939300"/>
                </a:lnTo>
                <a:lnTo>
                  <a:pt x="90445" y="951343"/>
                </a:lnTo>
                <a:lnTo>
                  <a:pt x="90483" y="963385"/>
                </a:lnTo>
                <a:lnTo>
                  <a:pt x="90405" y="975427"/>
                </a:lnTo>
                <a:lnTo>
                  <a:pt x="90213" y="987469"/>
                </a:lnTo>
                <a:lnTo>
                  <a:pt x="89919" y="999512"/>
                </a:lnTo>
                <a:lnTo>
                  <a:pt x="89538" y="1011554"/>
                </a:lnTo>
                <a:lnTo>
                  <a:pt x="89095" y="1023596"/>
                </a:lnTo>
                <a:lnTo>
                  <a:pt x="88614" y="1035639"/>
                </a:lnTo>
                <a:lnTo>
                  <a:pt x="88121" y="1047681"/>
                </a:lnTo>
                <a:lnTo>
                  <a:pt x="87639" y="1059723"/>
                </a:lnTo>
                <a:lnTo>
                  <a:pt x="87189" y="1071766"/>
                </a:lnTo>
                <a:lnTo>
                  <a:pt x="86787" y="1083808"/>
                </a:lnTo>
                <a:lnTo>
                  <a:pt x="86444" y="1095850"/>
                </a:lnTo>
                <a:lnTo>
                  <a:pt x="86169" y="1107893"/>
                </a:lnTo>
                <a:lnTo>
                  <a:pt x="85962" y="1119935"/>
                </a:lnTo>
                <a:lnTo>
                  <a:pt x="85825" y="1131977"/>
                </a:lnTo>
                <a:lnTo>
                  <a:pt x="85753" y="1144019"/>
                </a:lnTo>
                <a:lnTo>
                  <a:pt x="85743" y="1156062"/>
                </a:lnTo>
                <a:lnTo>
                  <a:pt x="85786" y="1168104"/>
                </a:lnTo>
                <a:lnTo>
                  <a:pt x="85876" y="1180146"/>
                </a:lnTo>
                <a:lnTo>
                  <a:pt x="86004" y="1192189"/>
                </a:lnTo>
                <a:lnTo>
                  <a:pt x="86162" y="1204231"/>
                </a:lnTo>
                <a:lnTo>
                  <a:pt x="86341" y="1216273"/>
                </a:lnTo>
                <a:lnTo>
                  <a:pt x="86532" y="1228316"/>
                </a:lnTo>
                <a:lnTo>
                  <a:pt x="86728" y="1240358"/>
                </a:lnTo>
                <a:lnTo>
                  <a:pt x="86920" y="1252400"/>
                </a:lnTo>
                <a:lnTo>
                  <a:pt x="87104" y="1264443"/>
                </a:lnTo>
                <a:lnTo>
                  <a:pt x="87275" y="1276485"/>
                </a:lnTo>
                <a:lnTo>
                  <a:pt x="87431" y="1288527"/>
                </a:lnTo>
                <a:lnTo>
                  <a:pt x="87570" y="1300569"/>
                </a:lnTo>
                <a:lnTo>
                  <a:pt x="87695" y="1312612"/>
                </a:lnTo>
                <a:lnTo>
                  <a:pt x="87806" y="1324654"/>
                </a:lnTo>
                <a:lnTo>
                  <a:pt x="87906" y="1336696"/>
                </a:lnTo>
                <a:lnTo>
                  <a:pt x="87997" y="1348739"/>
                </a:lnTo>
                <a:lnTo>
                  <a:pt x="88080" y="1360781"/>
                </a:lnTo>
                <a:lnTo>
                  <a:pt x="88154" y="1372823"/>
                </a:lnTo>
                <a:lnTo>
                  <a:pt x="88218" y="1384866"/>
                </a:lnTo>
                <a:lnTo>
                  <a:pt x="88270" y="1396908"/>
                </a:lnTo>
                <a:lnTo>
                  <a:pt x="88308" y="1408950"/>
                </a:lnTo>
                <a:lnTo>
                  <a:pt x="88329" y="1420993"/>
                </a:lnTo>
                <a:lnTo>
                  <a:pt x="88331" y="1433035"/>
                </a:lnTo>
                <a:lnTo>
                  <a:pt x="88312" y="1445077"/>
                </a:lnTo>
                <a:lnTo>
                  <a:pt x="88274" y="1457120"/>
                </a:lnTo>
                <a:lnTo>
                  <a:pt x="88217" y="1469162"/>
                </a:lnTo>
                <a:lnTo>
                  <a:pt x="88145" y="1481204"/>
                </a:lnTo>
                <a:lnTo>
                  <a:pt x="88060" y="1493246"/>
                </a:lnTo>
                <a:lnTo>
                  <a:pt x="87967" y="1505289"/>
                </a:lnTo>
                <a:lnTo>
                  <a:pt x="87869" y="1517331"/>
                </a:lnTo>
                <a:lnTo>
                  <a:pt x="87770" y="1529373"/>
                </a:lnTo>
                <a:lnTo>
                  <a:pt x="87673" y="1541416"/>
                </a:lnTo>
                <a:lnTo>
                  <a:pt x="87579" y="1553458"/>
                </a:lnTo>
                <a:lnTo>
                  <a:pt x="87491" y="1565500"/>
                </a:lnTo>
                <a:lnTo>
                  <a:pt x="87410" y="1577543"/>
                </a:lnTo>
                <a:lnTo>
                  <a:pt x="87337" y="1589585"/>
                </a:lnTo>
                <a:lnTo>
                  <a:pt x="87275" y="1601627"/>
                </a:lnTo>
                <a:lnTo>
                  <a:pt x="87226" y="1613670"/>
                </a:lnTo>
                <a:lnTo>
                  <a:pt x="87193" y="1625712"/>
                </a:lnTo>
                <a:lnTo>
                  <a:pt x="87181" y="1637754"/>
                </a:lnTo>
                <a:lnTo>
                  <a:pt x="87195" y="1649796"/>
                </a:lnTo>
                <a:lnTo>
                  <a:pt x="87246" y="1661839"/>
                </a:lnTo>
                <a:lnTo>
                  <a:pt x="87343" y="1673881"/>
                </a:lnTo>
                <a:lnTo>
                  <a:pt x="87504" y="1685923"/>
                </a:lnTo>
                <a:lnTo>
                  <a:pt x="87749" y="1697966"/>
                </a:lnTo>
                <a:lnTo>
                  <a:pt x="88105" y="1710008"/>
                </a:lnTo>
                <a:lnTo>
                  <a:pt x="88606" y="1722050"/>
                </a:lnTo>
                <a:lnTo>
                  <a:pt x="89291" y="1734093"/>
                </a:lnTo>
                <a:lnTo>
                  <a:pt x="90207" y="1746135"/>
                </a:lnTo>
                <a:lnTo>
                  <a:pt x="91399" y="1758177"/>
                </a:lnTo>
                <a:lnTo>
                  <a:pt x="92913" y="1770220"/>
                </a:lnTo>
                <a:lnTo>
                  <a:pt x="94783" y="1782262"/>
                </a:lnTo>
                <a:lnTo>
                  <a:pt x="97033" y="1794304"/>
                </a:lnTo>
                <a:lnTo>
                  <a:pt x="99659" y="1806347"/>
                </a:lnTo>
                <a:lnTo>
                  <a:pt x="102632" y="1818389"/>
                </a:lnTo>
                <a:lnTo>
                  <a:pt x="105886" y="1830431"/>
                </a:lnTo>
                <a:lnTo>
                  <a:pt x="109323" y="1842473"/>
                </a:lnTo>
                <a:lnTo>
                  <a:pt x="112809" y="1854516"/>
                </a:lnTo>
                <a:lnTo>
                  <a:pt x="116184" y="1866558"/>
                </a:lnTo>
                <a:lnTo>
                  <a:pt x="119273" y="1878600"/>
                </a:lnTo>
                <a:lnTo>
                  <a:pt x="121902" y="1890643"/>
                </a:lnTo>
                <a:lnTo>
                  <a:pt x="123911" y="1902685"/>
                </a:lnTo>
                <a:lnTo>
                  <a:pt x="125172" y="1914727"/>
                </a:lnTo>
                <a:lnTo>
                  <a:pt x="125601" y="1926770"/>
                </a:lnTo>
                <a:lnTo>
                  <a:pt x="125601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6" name="data_7647">
            <a:extLst>
              <a:ext uri="{FF2B5EF4-FFF2-40B4-BE49-F238E27FC236}">
                <a16:creationId xmlns:a16="http://schemas.microsoft.com/office/drawing/2014/main" id="{4510DEC3-64D9-4BEB-BC46-592AD0917B5C}"/>
              </a:ext>
            </a:extLst>
          </p:cNvPr>
          <p:cNvSpPr>
            <a:spLocks noGrp="1"/>
          </p:cNvSpPr>
          <p:nvPr/>
        </p:nvSpPr>
        <p:spPr>
          <a:xfrm>
            <a:off x="7035696" y="5003409"/>
            <a:ext cx="169787" cy="1926770"/>
          </a:xfrm>
          <a:custGeom>
            <a:pathLst>
              <a:path w="169787" h="1926770">
                <a:moveTo>
                  <a:pt x="108788" y="1926770"/>
                </a:moveTo>
                <a:lnTo>
                  <a:pt x="60998" y="1926770"/>
                </a:lnTo>
                <a:lnTo>
                  <a:pt x="61224" y="1914727"/>
                </a:lnTo>
                <a:lnTo>
                  <a:pt x="61887" y="1902685"/>
                </a:lnTo>
                <a:lnTo>
                  <a:pt x="62944" y="1890643"/>
                </a:lnTo>
                <a:lnTo>
                  <a:pt x="64328" y="1878600"/>
                </a:lnTo>
                <a:lnTo>
                  <a:pt x="65956" y="1866558"/>
                </a:lnTo>
                <a:lnTo>
                  <a:pt x="67737" y="1854516"/>
                </a:lnTo>
                <a:lnTo>
                  <a:pt x="69579" y="1842473"/>
                </a:lnTo>
                <a:lnTo>
                  <a:pt x="71397" y="1830431"/>
                </a:lnTo>
                <a:lnTo>
                  <a:pt x="73122" y="1818389"/>
                </a:lnTo>
                <a:lnTo>
                  <a:pt x="74700" y="1806347"/>
                </a:lnTo>
                <a:lnTo>
                  <a:pt x="76095" y="1794304"/>
                </a:lnTo>
                <a:lnTo>
                  <a:pt x="77292" y="1782262"/>
                </a:lnTo>
                <a:lnTo>
                  <a:pt x="78288" y="1770220"/>
                </a:lnTo>
                <a:lnTo>
                  <a:pt x="79096" y="1758177"/>
                </a:lnTo>
                <a:lnTo>
                  <a:pt x="79736" y="1746135"/>
                </a:lnTo>
                <a:lnTo>
                  <a:pt x="80234" y="1734093"/>
                </a:lnTo>
                <a:lnTo>
                  <a:pt x="80618" y="1722050"/>
                </a:lnTo>
                <a:lnTo>
                  <a:pt x="80914" y="1710008"/>
                </a:lnTo>
                <a:lnTo>
                  <a:pt x="81147" y="1697966"/>
                </a:lnTo>
                <a:lnTo>
                  <a:pt x="81338" y="1685923"/>
                </a:lnTo>
                <a:lnTo>
                  <a:pt x="81503" y="1673881"/>
                </a:lnTo>
                <a:lnTo>
                  <a:pt x="81652" y="1661839"/>
                </a:lnTo>
                <a:lnTo>
                  <a:pt x="81793" y="1649796"/>
                </a:lnTo>
                <a:lnTo>
                  <a:pt x="81928" y="1637754"/>
                </a:lnTo>
                <a:lnTo>
                  <a:pt x="82057" y="1625712"/>
                </a:lnTo>
                <a:lnTo>
                  <a:pt x="82178" y="1613670"/>
                </a:lnTo>
                <a:lnTo>
                  <a:pt x="82286" y="1601627"/>
                </a:lnTo>
                <a:lnTo>
                  <a:pt x="82377" y="1589585"/>
                </a:lnTo>
                <a:lnTo>
                  <a:pt x="82446" y="1577543"/>
                </a:lnTo>
                <a:lnTo>
                  <a:pt x="82491" y="1565500"/>
                </a:lnTo>
                <a:lnTo>
                  <a:pt x="82511" y="1553458"/>
                </a:lnTo>
                <a:lnTo>
                  <a:pt x="82507" y="1541416"/>
                </a:lnTo>
                <a:lnTo>
                  <a:pt x="82484" y="1529373"/>
                </a:lnTo>
                <a:lnTo>
                  <a:pt x="82447" y="1517331"/>
                </a:lnTo>
                <a:lnTo>
                  <a:pt x="82404" y="1505289"/>
                </a:lnTo>
                <a:lnTo>
                  <a:pt x="82364" y="1493246"/>
                </a:lnTo>
                <a:lnTo>
                  <a:pt x="82336" y="1481204"/>
                </a:lnTo>
                <a:lnTo>
                  <a:pt x="82326" y="1469162"/>
                </a:lnTo>
                <a:lnTo>
                  <a:pt x="82341" y="1457120"/>
                </a:lnTo>
                <a:lnTo>
                  <a:pt x="82384" y="1445077"/>
                </a:lnTo>
                <a:lnTo>
                  <a:pt x="82454" y="1433035"/>
                </a:lnTo>
                <a:lnTo>
                  <a:pt x="82549" y="1420993"/>
                </a:lnTo>
                <a:lnTo>
                  <a:pt x="82665" y="1408950"/>
                </a:lnTo>
                <a:lnTo>
                  <a:pt x="82794" y="1396908"/>
                </a:lnTo>
                <a:lnTo>
                  <a:pt x="82929" y="1384866"/>
                </a:lnTo>
                <a:lnTo>
                  <a:pt x="83062" y="1372823"/>
                </a:lnTo>
                <a:lnTo>
                  <a:pt x="83189" y="1360781"/>
                </a:lnTo>
                <a:lnTo>
                  <a:pt x="83302" y="1348739"/>
                </a:lnTo>
                <a:lnTo>
                  <a:pt x="83399" y="1336696"/>
                </a:lnTo>
                <a:lnTo>
                  <a:pt x="83479" y="1324654"/>
                </a:lnTo>
                <a:lnTo>
                  <a:pt x="83542" y="1312612"/>
                </a:lnTo>
                <a:lnTo>
                  <a:pt x="83588" y="1300569"/>
                </a:lnTo>
                <a:lnTo>
                  <a:pt x="83619" y="1288527"/>
                </a:lnTo>
                <a:lnTo>
                  <a:pt x="83638" y="1276485"/>
                </a:lnTo>
                <a:lnTo>
                  <a:pt x="83646" y="1264443"/>
                </a:lnTo>
                <a:lnTo>
                  <a:pt x="83646" y="1252400"/>
                </a:lnTo>
                <a:lnTo>
                  <a:pt x="83638" y="1240358"/>
                </a:lnTo>
                <a:lnTo>
                  <a:pt x="83623" y="1228316"/>
                </a:lnTo>
                <a:lnTo>
                  <a:pt x="83601" y="1216273"/>
                </a:lnTo>
                <a:lnTo>
                  <a:pt x="83572" y="1204231"/>
                </a:lnTo>
                <a:lnTo>
                  <a:pt x="83537" y="1192189"/>
                </a:lnTo>
                <a:lnTo>
                  <a:pt x="83494" y="1180146"/>
                </a:lnTo>
                <a:lnTo>
                  <a:pt x="83444" y="1168104"/>
                </a:lnTo>
                <a:lnTo>
                  <a:pt x="83386" y="1156062"/>
                </a:lnTo>
                <a:lnTo>
                  <a:pt x="83320" y="1144019"/>
                </a:lnTo>
                <a:lnTo>
                  <a:pt x="83244" y="1131977"/>
                </a:lnTo>
                <a:lnTo>
                  <a:pt x="83158" y="1119935"/>
                </a:lnTo>
                <a:lnTo>
                  <a:pt x="83062" y="1107893"/>
                </a:lnTo>
                <a:lnTo>
                  <a:pt x="82955" y="1095850"/>
                </a:lnTo>
                <a:lnTo>
                  <a:pt x="82839" y="1083808"/>
                </a:lnTo>
                <a:lnTo>
                  <a:pt x="82716" y="1071766"/>
                </a:lnTo>
                <a:lnTo>
                  <a:pt x="82588" y="1059723"/>
                </a:lnTo>
                <a:lnTo>
                  <a:pt x="82461" y="1047681"/>
                </a:lnTo>
                <a:lnTo>
                  <a:pt x="82341" y="1035639"/>
                </a:lnTo>
                <a:lnTo>
                  <a:pt x="82233" y="1023596"/>
                </a:lnTo>
                <a:lnTo>
                  <a:pt x="82147" y="1011554"/>
                </a:lnTo>
                <a:lnTo>
                  <a:pt x="82088" y="999512"/>
                </a:lnTo>
                <a:lnTo>
                  <a:pt x="82063" y="987469"/>
                </a:lnTo>
                <a:lnTo>
                  <a:pt x="82076" y="975427"/>
                </a:lnTo>
                <a:lnTo>
                  <a:pt x="82130" y="963385"/>
                </a:lnTo>
                <a:lnTo>
                  <a:pt x="82223" y="951343"/>
                </a:lnTo>
                <a:lnTo>
                  <a:pt x="82352" y="939300"/>
                </a:lnTo>
                <a:lnTo>
                  <a:pt x="82510" y="927258"/>
                </a:lnTo>
                <a:lnTo>
                  <a:pt x="82689" y="915216"/>
                </a:lnTo>
                <a:lnTo>
                  <a:pt x="82877" y="903173"/>
                </a:lnTo>
                <a:lnTo>
                  <a:pt x="83064" y="891131"/>
                </a:lnTo>
                <a:lnTo>
                  <a:pt x="83240" y="879089"/>
                </a:lnTo>
                <a:lnTo>
                  <a:pt x="83394" y="867046"/>
                </a:lnTo>
                <a:lnTo>
                  <a:pt x="83518" y="855004"/>
                </a:lnTo>
                <a:lnTo>
                  <a:pt x="83608" y="842962"/>
                </a:lnTo>
                <a:lnTo>
                  <a:pt x="83658" y="830919"/>
                </a:lnTo>
                <a:lnTo>
                  <a:pt x="83667" y="818877"/>
                </a:lnTo>
                <a:lnTo>
                  <a:pt x="83637" y="806835"/>
                </a:lnTo>
                <a:lnTo>
                  <a:pt x="83570" y="794792"/>
                </a:lnTo>
                <a:lnTo>
                  <a:pt x="83468" y="782750"/>
                </a:lnTo>
                <a:lnTo>
                  <a:pt x="83336" y="770708"/>
                </a:lnTo>
                <a:lnTo>
                  <a:pt x="83180" y="758666"/>
                </a:lnTo>
                <a:lnTo>
                  <a:pt x="83005" y="746623"/>
                </a:lnTo>
                <a:lnTo>
                  <a:pt x="82817" y="734581"/>
                </a:lnTo>
                <a:lnTo>
                  <a:pt x="82624" y="722539"/>
                </a:lnTo>
                <a:lnTo>
                  <a:pt x="82431" y="710496"/>
                </a:lnTo>
                <a:lnTo>
                  <a:pt x="82245" y="698454"/>
                </a:lnTo>
                <a:lnTo>
                  <a:pt x="82072" y="686412"/>
                </a:lnTo>
                <a:lnTo>
                  <a:pt x="81919" y="674369"/>
                </a:lnTo>
                <a:lnTo>
                  <a:pt x="81789" y="662327"/>
                </a:lnTo>
                <a:lnTo>
                  <a:pt x="81685" y="650285"/>
                </a:lnTo>
                <a:lnTo>
                  <a:pt x="81610" y="638242"/>
                </a:lnTo>
                <a:lnTo>
                  <a:pt x="81563" y="626200"/>
                </a:lnTo>
                <a:lnTo>
                  <a:pt x="81541" y="614158"/>
                </a:lnTo>
                <a:lnTo>
                  <a:pt x="81541" y="602116"/>
                </a:lnTo>
                <a:lnTo>
                  <a:pt x="81560" y="590073"/>
                </a:lnTo>
                <a:lnTo>
                  <a:pt x="81592" y="578031"/>
                </a:lnTo>
                <a:lnTo>
                  <a:pt x="81634" y="565989"/>
                </a:lnTo>
                <a:lnTo>
                  <a:pt x="81684" y="553946"/>
                </a:lnTo>
                <a:lnTo>
                  <a:pt x="81738" y="541904"/>
                </a:lnTo>
                <a:lnTo>
                  <a:pt x="81798" y="529862"/>
                </a:lnTo>
                <a:lnTo>
                  <a:pt x="81862" y="517819"/>
                </a:lnTo>
                <a:lnTo>
                  <a:pt x="81933" y="505777"/>
                </a:lnTo>
                <a:lnTo>
                  <a:pt x="82012" y="493735"/>
                </a:lnTo>
                <a:lnTo>
                  <a:pt x="82100" y="481692"/>
                </a:lnTo>
                <a:lnTo>
                  <a:pt x="82199" y="469650"/>
                </a:lnTo>
                <a:lnTo>
                  <a:pt x="82309" y="457608"/>
                </a:lnTo>
                <a:lnTo>
                  <a:pt x="82428" y="445565"/>
                </a:lnTo>
                <a:lnTo>
                  <a:pt x="82557" y="433523"/>
                </a:lnTo>
                <a:lnTo>
                  <a:pt x="82691" y="421481"/>
                </a:lnTo>
                <a:lnTo>
                  <a:pt x="82828" y="409439"/>
                </a:lnTo>
                <a:lnTo>
                  <a:pt x="82964" y="397396"/>
                </a:lnTo>
                <a:lnTo>
                  <a:pt x="83096" y="385354"/>
                </a:lnTo>
                <a:lnTo>
                  <a:pt x="83220" y="373312"/>
                </a:lnTo>
                <a:lnTo>
                  <a:pt x="83333" y="361269"/>
                </a:lnTo>
                <a:lnTo>
                  <a:pt x="83433" y="349227"/>
                </a:lnTo>
                <a:lnTo>
                  <a:pt x="83516" y="337185"/>
                </a:lnTo>
                <a:lnTo>
                  <a:pt x="83582" y="325142"/>
                </a:lnTo>
                <a:lnTo>
                  <a:pt x="83626" y="313100"/>
                </a:lnTo>
                <a:lnTo>
                  <a:pt x="83645" y="301058"/>
                </a:lnTo>
                <a:lnTo>
                  <a:pt x="83632" y="289015"/>
                </a:lnTo>
                <a:lnTo>
                  <a:pt x="83577" y="276973"/>
                </a:lnTo>
                <a:lnTo>
                  <a:pt x="83463" y="264931"/>
                </a:lnTo>
                <a:lnTo>
                  <a:pt x="83265" y="252889"/>
                </a:lnTo>
                <a:lnTo>
                  <a:pt x="82946" y="240846"/>
                </a:lnTo>
                <a:lnTo>
                  <a:pt x="82457" y="228804"/>
                </a:lnTo>
                <a:lnTo>
                  <a:pt x="81734" y="216762"/>
                </a:lnTo>
                <a:lnTo>
                  <a:pt x="80696" y="204719"/>
                </a:lnTo>
                <a:lnTo>
                  <a:pt x="79250" y="192677"/>
                </a:lnTo>
                <a:lnTo>
                  <a:pt x="77293" y="180635"/>
                </a:lnTo>
                <a:lnTo>
                  <a:pt x="74719" y="168592"/>
                </a:lnTo>
                <a:lnTo>
                  <a:pt x="71429" y="156550"/>
                </a:lnTo>
                <a:lnTo>
                  <a:pt x="67344" y="144508"/>
                </a:lnTo>
                <a:lnTo>
                  <a:pt x="62421" y="132465"/>
                </a:lnTo>
                <a:lnTo>
                  <a:pt x="56667" y="120423"/>
                </a:lnTo>
                <a:lnTo>
                  <a:pt x="50154" y="108381"/>
                </a:lnTo>
                <a:lnTo>
                  <a:pt x="43027" y="96338"/>
                </a:lnTo>
                <a:lnTo>
                  <a:pt x="35509" y="84296"/>
                </a:lnTo>
                <a:lnTo>
                  <a:pt x="27891" y="72254"/>
                </a:lnTo>
                <a:lnTo>
                  <a:pt x="20523" y="60212"/>
                </a:lnTo>
                <a:lnTo>
                  <a:pt x="13784" y="48169"/>
                </a:lnTo>
                <a:lnTo>
                  <a:pt x="8055" y="36127"/>
                </a:lnTo>
                <a:lnTo>
                  <a:pt x="3680" y="24085"/>
                </a:lnTo>
                <a:lnTo>
                  <a:pt x="935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51" y="12042"/>
                </a:lnTo>
                <a:lnTo>
                  <a:pt x="166107" y="24085"/>
                </a:lnTo>
                <a:lnTo>
                  <a:pt x="161732" y="36127"/>
                </a:lnTo>
                <a:lnTo>
                  <a:pt x="156002" y="48169"/>
                </a:lnTo>
                <a:lnTo>
                  <a:pt x="149264" y="60212"/>
                </a:lnTo>
                <a:lnTo>
                  <a:pt x="141896" y="72254"/>
                </a:lnTo>
                <a:lnTo>
                  <a:pt x="134278" y="84296"/>
                </a:lnTo>
                <a:lnTo>
                  <a:pt x="126759" y="96338"/>
                </a:lnTo>
                <a:lnTo>
                  <a:pt x="119632" y="108381"/>
                </a:lnTo>
                <a:lnTo>
                  <a:pt x="113119" y="120423"/>
                </a:lnTo>
                <a:lnTo>
                  <a:pt x="107366" y="132465"/>
                </a:lnTo>
                <a:lnTo>
                  <a:pt x="102442" y="144508"/>
                </a:lnTo>
                <a:lnTo>
                  <a:pt x="98357" y="156550"/>
                </a:lnTo>
                <a:lnTo>
                  <a:pt x="95067" y="168592"/>
                </a:lnTo>
                <a:lnTo>
                  <a:pt x="92493" y="180635"/>
                </a:lnTo>
                <a:lnTo>
                  <a:pt x="90536" y="192677"/>
                </a:lnTo>
                <a:lnTo>
                  <a:pt x="89091" y="204719"/>
                </a:lnTo>
                <a:lnTo>
                  <a:pt x="88053" y="216762"/>
                </a:lnTo>
                <a:lnTo>
                  <a:pt x="87329" y="228804"/>
                </a:lnTo>
                <a:lnTo>
                  <a:pt x="86840" y="240846"/>
                </a:lnTo>
                <a:lnTo>
                  <a:pt x="86521" y="252889"/>
                </a:lnTo>
                <a:lnTo>
                  <a:pt x="86323" y="264931"/>
                </a:lnTo>
                <a:lnTo>
                  <a:pt x="86209" y="276973"/>
                </a:lnTo>
                <a:lnTo>
                  <a:pt x="86155" y="289015"/>
                </a:lnTo>
                <a:lnTo>
                  <a:pt x="86142" y="301058"/>
                </a:lnTo>
                <a:lnTo>
                  <a:pt x="86161" y="313100"/>
                </a:lnTo>
                <a:lnTo>
                  <a:pt x="86205" y="325142"/>
                </a:lnTo>
                <a:lnTo>
                  <a:pt x="86270" y="337185"/>
                </a:lnTo>
                <a:lnTo>
                  <a:pt x="86354" y="349227"/>
                </a:lnTo>
                <a:lnTo>
                  <a:pt x="86453" y="361269"/>
                </a:lnTo>
                <a:lnTo>
                  <a:pt x="86567" y="373312"/>
                </a:lnTo>
                <a:lnTo>
                  <a:pt x="86691" y="385354"/>
                </a:lnTo>
                <a:lnTo>
                  <a:pt x="86823" y="397396"/>
                </a:lnTo>
                <a:lnTo>
                  <a:pt x="86959" y="409439"/>
                </a:lnTo>
                <a:lnTo>
                  <a:pt x="87096" y="421481"/>
                </a:lnTo>
                <a:lnTo>
                  <a:pt x="87230" y="433523"/>
                </a:lnTo>
                <a:lnTo>
                  <a:pt x="87358" y="445565"/>
                </a:lnTo>
                <a:lnTo>
                  <a:pt x="87478" y="457608"/>
                </a:lnTo>
                <a:lnTo>
                  <a:pt x="87588" y="469650"/>
                </a:lnTo>
                <a:lnTo>
                  <a:pt x="87687" y="481692"/>
                </a:lnTo>
                <a:lnTo>
                  <a:pt x="87775" y="493735"/>
                </a:lnTo>
                <a:lnTo>
                  <a:pt x="87854" y="505777"/>
                </a:lnTo>
                <a:lnTo>
                  <a:pt x="87925" y="517819"/>
                </a:lnTo>
                <a:lnTo>
                  <a:pt x="87989" y="529862"/>
                </a:lnTo>
                <a:lnTo>
                  <a:pt x="88048" y="541904"/>
                </a:lnTo>
                <a:lnTo>
                  <a:pt x="88103" y="553946"/>
                </a:lnTo>
                <a:lnTo>
                  <a:pt x="88152" y="565989"/>
                </a:lnTo>
                <a:lnTo>
                  <a:pt x="88195" y="578031"/>
                </a:lnTo>
                <a:lnTo>
                  <a:pt x="88227" y="590073"/>
                </a:lnTo>
                <a:lnTo>
                  <a:pt x="88245" y="602116"/>
                </a:lnTo>
                <a:lnTo>
                  <a:pt x="88246" y="614158"/>
                </a:lnTo>
                <a:lnTo>
                  <a:pt x="88224" y="626200"/>
                </a:lnTo>
                <a:lnTo>
                  <a:pt x="88176" y="638242"/>
                </a:lnTo>
                <a:lnTo>
                  <a:pt x="88101" y="650285"/>
                </a:lnTo>
                <a:lnTo>
                  <a:pt x="87998" y="662327"/>
                </a:lnTo>
                <a:lnTo>
                  <a:pt x="87868" y="674369"/>
                </a:lnTo>
                <a:lnTo>
                  <a:pt x="87714" y="686412"/>
                </a:lnTo>
                <a:lnTo>
                  <a:pt x="87542" y="698454"/>
                </a:lnTo>
                <a:lnTo>
                  <a:pt x="87356" y="710496"/>
                </a:lnTo>
                <a:lnTo>
                  <a:pt x="87163" y="722539"/>
                </a:lnTo>
                <a:lnTo>
                  <a:pt x="86969" y="734581"/>
                </a:lnTo>
                <a:lnTo>
                  <a:pt x="86782" y="746623"/>
                </a:lnTo>
                <a:lnTo>
                  <a:pt x="86607" y="758666"/>
                </a:lnTo>
                <a:lnTo>
                  <a:pt x="86451" y="770708"/>
                </a:lnTo>
                <a:lnTo>
                  <a:pt x="86319" y="782750"/>
                </a:lnTo>
                <a:lnTo>
                  <a:pt x="86217" y="794792"/>
                </a:lnTo>
                <a:lnTo>
                  <a:pt x="86149" y="806835"/>
                </a:lnTo>
                <a:lnTo>
                  <a:pt x="86119" y="818877"/>
                </a:lnTo>
                <a:lnTo>
                  <a:pt x="86129" y="830919"/>
                </a:lnTo>
                <a:lnTo>
                  <a:pt x="86179" y="842962"/>
                </a:lnTo>
                <a:lnTo>
                  <a:pt x="86268" y="855004"/>
                </a:lnTo>
                <a:lnTo>
                  <a:pt x="86393" y="867046"/>
                </a:lnTo>
                <a:lnTo>
                  <a:pt x="86547" y="879089"/>
                </a:lnTo>
                <a:lnTo>
                  <a:pt x="86722" y="891131"/>
                </a:lnTo>
                <a:lnTo>
                  <a:pt x="86910" y="903173"/>
                </a:lnTo>
                <a:lnTo>
                  <a:pt x="87098" y="915216"/>
                </a:lnTo>
                <a:lnTo>
                  <a:pt x="87276" y="927258"/>
                </a:lnTo>
                <a:lnTo>
                  <a:pt x="87434" y="939300"/>
                </a:lnTo>
                <a:lnTo>
                  <a:pt x="87563" y="951343"/>
                </a:lnTo>
                <a:lnTo>
                  <a:pt x="87656" y="963385"/>
                </a:lnTo>
                <a:lnTo>
                  <a:pt x="87710" y="975427"/>
                </a:lnTo>
                <a:lnTo>
                  <a:pt x="87724" y="987469"/>
                </a:lnTo>
                <a:lnTo>
                  <a:pt x="87699" y="999512"/>
                </a:lnTo>
                <a:lnTo>
                  <a:pt x="87640" y="1011554"/>
                </a:lnTo>
                <a:lnTo>
                  <a:pt x="87553" y="1023596"/>
                </a:lnTo>
                <a:lnTo>
                  <a:pt x="87446" y="1035639"/>
                </a:lnTo>
                <a:lnTo>
                  <a:pt x="87325" y="1047681"/>
                </a:lnTo>
                <a:lnTo>
                  <a:pt x="87198" y="1059723"/>
                </a:lnTo>
                <a:lnTo>
                  <a:pt x="87071" y="1071766"/>
                </a:lnTo>
                <a:lnTo>
                  <a:pt x="86947" y="1083808"/>
                </a:lnTo>
                <a:lnTo>
                  <a:pt x="86831" y="1095850"/>
                </a:lnTo>
                <a:lnTo>
                  <a:pt x="86724" y="1107893"/>
                </a:lnTo>
                <a:lnTo>
                  <a:pt x="86628" y="1119935"/>
                </a:lnTo>
                <a:lnTo>
                  <a:pt x="86542" y="1131977"/>
                </a:lnTo>
                <a:lnTo>
                  <a:pt x="86467" y="1144019"/>
                </a:lnTo>
                <a:lnTo>
                  <a:pt x="86400" y="1156062"/>
                </a:lnTo>
                <a:lnTo>
                  <a:pt x="86342" y="1168104"/>
                </a:lnTo>
                <a:lnTo>
                  <a:pt x="86292" y="1180146"/>
                </a:lnTo>
                <a:lnTo>
                  <a:pt x="86250" y="1192189"/>
                </a:lnTo>
                <a:lnTo>
                  <a:pt x="86214" y="1204231"/>
                </a:lnTo>
                <a:lnTo>
                  <a:pt x="86186" y="1216273"/>
                </a:lnTo>
                <a:lnTo>
                  <a:pt x="86164" y="1228316"/>
                </a:lnTo>
                <a:lnTo>
                  <a:pt x="86149" y="1240358"/>
                </a:lnTo>
                <a:lnTo>
                  <a:pt x="86140" y="1252400"/>
                </a:lnTo>
                <a:lnTo>
                  <a:pt x="86140" y="1264443"/>
                </a:lnTo>
                <a:lnTo>
                  <a:pt x="86148" y="1276485"/>
                </a:lnTo>
                <a:lnTo>
                  <a:pt x="86167" y="1288527"/>
                </a:lnTo>
                <a:lnTo>
                  <a:pt x="86199" y="1300569"/>
                </a:lnTo>
                <a:lnTo>
                  <a:pt x="86245" y="1312612"/>
                </a:lnTo>
                <a:lnTo>
                  <a:pt x="86307" y="1324654"/>
                </a:lnTo>
                <a:lnTo>
                  <a:pt x="86387" y="1336696"/>
                </a:lnTo>
                <a:lnTo>
                  <a:pt x="86484" y="1348739"/>
                </a:lnTo>
                <a:lnTo>
                  <a:pt x="86598" y="1360781"/>
                </a:lnTo>
                <a:lnTo>
                  <a:pt x="86724" y="1372823"/>
                </a:lnTo>
                <a:lnTo>
                  <a:pt x="86858" y="1384866"/>
                </a:lnTo>
                <a:lnTo>
                  <a:pt x="86993" y="1396908"/>
                </a:lnTo>
                <a:lnTo>
                  <a:pt x="87122" y="1408950"/>
                </a:lnTo>
                <a:lnTo>
                  <a:pt x="87237" y="1420993"/>
                </a:lnTo>
                <a:lnTo>
                  <a:pt x="87332" y="1433035"/>
                </a:lnTo>
                <a:lnTo>
                  <a:pt x="87403" y="1445077"/>
                </a:lnTo>
                <a:lnTo>
                  <a:pt x="87445" y="1457120"/>
                </a:lnTo>
                <a:lnTo>
                  <a:pt x="87460" y="1469162"/>
                </a:lnTo>
                <a:lnTo>
                  <a:pt x="87451" y="1481204"/>
                </a:lnTo>
                <a:lnTo>
                  <a:pt x="87422" y="1493246"/>
                </a:lnTo>
                <a:lnTo>
                  <a:pt x="87382" y="1505289"/>
                </a:lnTo>
                <a:lnTo>
                  <a:pt x="87339" y="1517331"/>
                </a:lnTo>
                <a:lnTo>
                  <a:pt x="87302" y="1529373"/>
                </a:lnTo>
                <a:lnTo>
                  <a:pt x="87279" y="1541416"/>
                </a:lnTo>
                <a:lnTo>
                  <a:pt x="87275" y="1553458"/>
                </a:lnTo>
                <a:lnTo>
                  <a:pt x="87295" y="1565500"/>
                </a:lnTo>
                <a:lnTo>
                  <a:pt x="87340" y="1577543"/>
                </a:lnTo>
                <a:lnTo>
                  <a:pt x="87409" y="1589585"/>
                </a:lnTo>
                <a:lnTo>
                  <a:pt x="87500" y="1601627"/>
                </a:lnTo>
                <a:lnTo>
                  <a:pt x="87608" y="1613670"/>
                </a:lnTo>
                <a:lnTo>
                  <a:pt x="87729" y="1625712"/>
                </a:lnTo>
                <a:lnTo>
                  <a:pt x="87859" y="1637754"/>
                </a:lnTo>
                <a:lnTo>
                  <a:pt x="87994" y="1649796"/>
                </a:lnTo>
                <a:lnTo>
                  <a:pt x="88135" y="1661839"/>
                </a:lnTo>
                <a:lnTo>
                  <a:pt x="88284" y="1673881"/>
                </a:lnTo>
                <a:lnTo>
                  <a:pt x="88448" y="1685923"/>
                </a:lnTo>
                <a:lnTo>
                  <a:pt x="88639" y="1697966"/>
                </a:lnTo>
                <a:lnTo>
                  <a:pt x="88873" y="1710008"/>
                </a:lnTo>
                <a:lnTo>
                  <a:pt x="89169" y="1722050"/>
                </a:lnTo>
                <a:lnTo>
                  <a:pt x="89552" y="1734093"/>
                </a:lnTo>
                <a:lnTo>
                  <a:pt x="90050" y="1746135"/>
                </a:lnTo>
                <a:lnTo>
                  <a:pt x="90690" y="1758177"/>
                </a:lnTo>
                <a:lnTo>
                  <a:pt x="91498" y="1770220"/>
                </a:lnTo>
                <a:lnTo>
                  <a:pt x="92495" y="1782262"/>
                </a:lnTo>
                <a:lnTo>
                  <a:pt x="93691" y="1794304"/>
                </a:lnTo>
                <a:lnTo>
                  <a:pt x="95087" y="1806347"/>
                </a:lnTo>
                <a:lnTo>
                  <a:pt x="96664" y="1818389"/>
                </a:lnTo>
                <a:lnTo>
                  <a:pt x="98389" y="1830431"/>
                </a:lnTo>
                <a:lnTo>
                  <a:pt x="100208" y="1842473"/>
                </a:lnTo>
                <a:lnTo>
                  <a:pt x="102050" y="1854516"/>
                </a:lnTo>
                <a:lnTo>
                  <a:pt x="103830" y="1866558"/>
                </a:lnTo>
                <a:lnTo>
                  <a:pt x="105459" y="1878600"/>
                </a:lnTo>
                <a:lnTo>
                  <a:pt x="106843" y="1890643"/>
                </a:lnTo>
                <a:lnTo>
                  <a:pt x="107899" y="1902685"/>
                </a:lnTo>
                <a:lnTo>
                  <a:pt x="108562" y="1914727"/>
                </a:lnTo>
                <a:lnTo>
                  <a:pt x="108788" y="1926770"/>
                </a:lnTo>
                <a:lnTo>
                  <a:pt x="108788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897" name="data_7648">
            <a:extLst>
              <a:ext uri="{FF2B5EF4-FFF2-40B4-BE49-F238E27FC236}">
                <a16:creationId xmlns:a16="http://schemas.microsoft.com/office/drawing/2014/main" id="{4CAA1E6A-E92B-4B5A-87FA-D0083E6C816B}"/>
              </a:ext>
            </a:extLst>
          </p:cNvPr>
          <p:cNvSpPr>
            <a:spLocks noGrp="1"/>
          </p:cNvSpPr>
          <p:nvPr/>
        </p:nvSpPr>
        <p:spPr>
          <a:xfrm>
            <a:off x="7517522" y="5003409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861" y="1914727"/>
                </a:lnTo>
                <a:lnTo>
                  <a:pt x="3389" y="1902685"/>
                </a:lnTo>
                <a:lnTo>
                  <a:pt x="7430" y="1890643"/>
                </a:lnTo>
                <a:lnTo>
                  <a:pt x="12742" y="1878600"/>
                </a:lnTo>
                <a:lnTo>
                  <a:pt x="19025" y="1866558"/>
                </a:lnTo>
                <a:lnTo>
                  <a:pt x="25942" y="1854516"/>
                </a:lnTo>
                <a:lnTo>
                  <a:pt x="33154" y="1842473"/>
                </a:lnTo>
                <a:lnTo>
                  <a:pt x="40347" y="1830431"/>
                </a:lnTo>
                <a:lnTo>
                  <a:pt x="47248" y="1818389"/>
                </a:lnTo>
                <a:lnTo>
                  <a:pt x="53648" y="1806347"/>
                </a:lnTo>
                <a:lnTo>
                  <a:pt x="59399" y="1794304"/>
                </a:lnTo>
                <a:lnTo>
                  <a:pt x="64419" y="1782262"/>
                </a:lnTo>
                <a:lnTo>
                  <a:pt x="68685" y="1770220"/>
                </a:lnTo>
                <a:lnTo>
                  <a:pt x="72219" y="1758177"/>
                </a:lnTo>
                <a:lnTo>
                  <a:pt x="75077" y="1746135"/>
                </a:lnTo>
                <a:lnTo>
                  <a:pt x="77337" y="1734093"/>
                </a:lnTo>
                <a:lnTo>
                  <a:pt x="79088" y="1722050"/>
                </a:lnTo>
                <a:lnTo>
                  <a:pt x="80418" y="1710008"/>
                </a:lnTo>
                <a:lnTo>
                  <a:pt x="81411" y="1697966"/>
                </a:lnTo>
                <a:lnTo>
                  <a:pt x="82140" y="1685923"/>
                </a:lnTo>
                <a:lnTo>
                  <a:pt x="82668" y="1673881"/>
                </a:lnTo>
                <a:lnTo>
                  <a:pt x="83046" y="1661839"/>
                </a:lnTo>
                <a:lnTo>
                  <a:pt x="83312" y="1649796"/>
                </a:lnTo>
                <a:lnTo>
                  <a:pt x="83499" y="1637754"/>
                </a:lnTo>
                <a:lnTo>
                  <a:pt x="83627" y="1625712"/>
                </a:lnTo>
                <a:lnTo>
                  <a:pt x="83716" y="1613670"/>
                </a:lnTo>
                <a:lnTo>
                  <a:pt x="83775" y="1601627"/>
                </a:lnTo>
                <a:lnTo>
                  <a:pt x="83815" y="1589585"/>
                </a:lnTo>
                <a:lnTo>
                  <a:pt x="83842" y="1577543"/>
                </a:lnTo>
                <a:lnTo>
                  <a:pt x="83860" y="1565500"/>
                </a:lnTo>
                <a:lnTo>
                  <a:pt x="83874" y="1553458"/>
                </a:lnTo>
                <a:lnTo>
                  <a:pt x="83884" y="1541416"/>
                </a:lnTo>
                <a:lnTo>
                  <a:pt x="83894" y="1529373"/>
                </a:lnTo>
                <a:lnTo>
                  <a:pt x="83904" y="1517331"/>
                </a:lnTo>
                <a:lnTo>
                  <a:pt x="83915" y="1505289"/>
                </a:lnTo>
                <a:lnTo>
                  <a:pt x="83928" y="1493246"/>
                </a:lnTo>
                <a:lnTo>
                  <a:pt x="83944" y="1481204"/>
                </a:lnTo>
                <a:lnTo>
                  <a:pt x="83963" y="1469162"/>
                </a:lnTo>
                <a:lnTo>
                  <a:pt x="83985" y="1457120"/>
                </a:lnTo>
                <a:lnTo>
                  <a:pt x="84012" y="1445077"/>
                </a:lnTo>
                <a:lnTo>
                  <a:pt x="84044" y="1433035"/>
                </a:lnTo>
                <a:lnTo>
                  <a:pt x="84080" y="1420993"/>
                </a:lnTo>
                <a:lnTo>
                  <a:pt x="84122" y="1408950"/>
                </a:lnTo>
                <a:lnTo>
                  <a:pt x="84170" y="1396908"/>
                </a:lnTo>
                <a:lnTo>
                  <a:pt x="84222" y="1384866"/>
                </a:lnTo>
                <a:lnTo>
                  <a:pt x="84278" y="1372823"/>
                </a:lnTo>
                <a:lnTo>
                  <a:pt x="84338" y="1360781"/>
                </a:lnTo>
                <a:lnTo>
                  <a:pt x="84399" y="1348739"/>
                </a:lnTo>
                <a:lnTo>
                  <a:pt x="84460" y="1336696"/>
                </a:lnTo>
                <a:lnTo>
                  <a:pt x="84521" y="1324654"/>
                </a:lnTo>
                <a:lnTo>
                  <a:pt x="84578" y="1312612"/>
                </a:lnTo>
                <a:lnTo>
                  <a:pt x="84632" y="1300569"/>
                </a:lnTo>
                <a:lnTo>
                  <a:pt x="84680" y="1288527"/>
                </a:lnTo>
                <a:lnTo>
                  <a:pt x="84723" y="1276485"/>
                </a:lnTo>
                <a:lnTo>
                  <a:pt x="84759" y="1264443"/>
                </a:lnTo>
                <a:lnTo>
                  <a:pt x="84790" y="1252400"/>
                </a:lnTo>
                <a:lnTo>
                  <a:pt x="84815" y="1240358"/>
                </a:lnTo>
                <a:lnTo>
                  <a:pt x="84834" y="1228316"/>
                </a:lnTo>
                <a:lnTo>
                  <a:pt x="84848" y="1216273"/>
                </a:lnTo>
                <a:lnTo>
                  <a:pt x="84858" y="1204231"/>
                </a:lnTo>
                <a:lnTo>
                  <a:pt x="84864" y="1192189"/>
                </a:lnTo>
                <a:lnTo>
                  <a:pt x="84865" y="1180146"/>
                </a:lnTo>
                <a:lnTo>
                  <a:pt x="84863" y="1168104"/>
                </a:lnTo>
                <a:lnTo>
                  <a:pt x="84857" y="1156062"/>
                </a:lnTo>
                <a:lnTo>
                  <a:pt x="84847" y="1144019"/>
                </a:lnTo>
                <a:lnTo>
                  <a:pt x="84832" y="1131977"/>
                </a:lnTo>
                <a:lnTo>
                  <a:pt x="84813" y="1119935"/>
                </a:lnTo>
                <a:lnTo>
                  <a:pt x="84788" y="1107893"/>
                </a:lnTo>
                <a:lnTo>
                  <a:pt x="84759" y="1095850"/>
                </a:lnTo>
                <a:lnTo>
                  <a:pt x="84724" y="1083808"/>
                </a:lnTo>
                <a:lnTo>
                  <a:pt x="84685" y="1071766"/>
                </a:lnTo>
                <a:lnTo>
                  <a:pt x="84642" y="1059723"/>
                </a:lnTo>
                <a:lnTo>
                  <a:pt x="84598" y="1047681"/>
                </a:lnTo>
                <a:lnTo>
                  <a:pt x="84552" y="1035639"/>
                </a:lnTo>
                <a:lnTo>
                  <a:pt x="84509" y="1023596"/>
                </a:lnTo>
                <a:lnTo>
                  <a:pt x="84469" y="1011554"/>
                </a:lnTo>
                <a:lnTo>
                  <a:pt x="84435" y="999512"/>
                </a:lnTo>
                <a:lnTo>
                  <a:pt x="84409" y="987469"/>
                </a:lnTo>
                <a:lnTo>
                  <a:pt x="84393" y="975427"/>
                </a:lnTo>
                <a:lnTo>
                  <a:pt x="84388" y="963385"/>
                </a:lnTo>
                <a:lnTo>
                  <a:pt x="84393" y="951343"/>
                </a:lnTo>
                <a:lnTo>
                  <a:pt x="84409" y="939300"/>
                </a:lnTo>
                <a:lnTo>
                  <a:pt x="84435" y="927258"/>
                </a:lnTo>
                <a:lnTo>
                  <a:pt x="84469" y="915216"/>
                </a:lnTo>
                <a:lnTo>
                  <a:pt x="84509" y="903173"/>
                </a:lnTo>
                <a:lnTo>
                  <a:pt x="84552" y="891131"/>
                </a:lnTo>
                <a:lnTo>
                  <a:pt x="84598" y="879089"/>
                </a:lnTo>
                <a:lnTo>
                  <a:pt x="84643" y="867046"/>
                </a:lnTo>
                <a:lnTo>
                  <a:pt x="84685" y="855004"/>
                </a:lnTo>
                <a:lnTo>
                  <a:pt x="84724" y="842962"/>
                </a:lnTo>
                <a:lnTo>
                  <a:pt x="84759" y="830919"/>
                </a:lnTo>
                <a:lnTo>
                  <a:pt x="84789" y="818877"/>
                </a:lnTo>
                <a:lnTo>
                  <a:pt x="84814" y="806835"/>
                </a:lnTo>
                <a:lnTo>
                  <a:pt x="84834" y="794792"/>
                </a:lnTo>
                <a:lnTo>
                  <a:pt x="84850" y="782750"/>
                </a:lnTo>
                <a:lnTo>
                  <a:pt x="84863" y="770708"/>
                </a:lnTo>
                <a:lnTo>
                  <a:pt x="84872" y="758666"/>
                </a:lnTo>
                <a:lnTo>
                  <a:pt x="84879" y="746623"/>
                </a:lnTo>
                <a:lnTo>
                  <a:pt x="84884" y="734581"/>
                </a:lnTo>
                <a:lnTo>
                  <a:pt x="84887" y="722539"/>
                </a:lnTo>
                <a:lnTo>
                  <a:pt x="84889" y="710496"/>
                </a:lnTo>
                <a:lnTo>
                  <a:pt x="84891" y="698454"/>
                </a:lnTo>
                <a:lnTo>
                  <a:pt x="84892" y="686412"/>
                </a:lnTo>
                <a:lnTo>
                  <a:pt x="84892" y="674369"/>
                </a:lnTo>
                <a:lnTo>
                  <a:pt x="84893" y="662327"/>
                </a:lnTo>
                <a:lnTo>
                  <a:pt x="84893" y="650285"/>
                </a:lnTo>
                <a:lnTo>
                  <a:pt x="84893" y="638242"/>
                </a:lnTo>
                <a:lnTo>
                  <a:pt x="84893" y="626200"/>
                </a:lnTo>
                <a:lnTo>
                  <a:pt x="84893" y="614158"/>
                </a:lnTo>
                <a:lnTo>
                  <a:pt x="84893" y="602116"/>
                </a:lnTo>
                <a:lnTo>
                  <a:pt x="84893" y="590073"/>
                </a:lnTo>
                <a:lnTo>
                  <a:pt x="84893" y="578031"/>
                </a:lnTo>
                <a:lnTo>
                  <a:pt x="84893" y="565989"/>
                </a:lnTo>
                <a:lnTo>
                  <a:pt x="84893" y="553946"/>
                </a:lnTo>
                <a:lnTo>
                  <a:pt x="84893" y="541904"/>
                </a:lnTo>
                <a:lnTo>
                  <a:pt x="84893" y="529862"/>
                </a:lnTo>
                <a:lnTo>
                  <a:pt x="84893" y="517819"/>
                </a:lnTo>
                <a:lnTo>
                  <a:pt x="84893" y="505777"/>
                </a:lnTo>
                <a:lnTo>
                  <a:pt x="84893" y="493735"/>
                </a:lnTo>
                <a:lnTo>
                  <a:pt x="84893" y="481692"/>
                </a:lnTo>
                <a:lnTo>
                  <a:pt x="84893" y="469650"/>
                </a:lnTo>
                <a:lnTo>
                  <a:pt x="84893" y="457608"/>
                </a:lnTo>
                <a:lnTo>
                  <a:pt x="84893" y="445565"/>
                </a:lnTo>
                <a:lnTo>
                  <a:pt x="84893" y="433523"/>
                </a:lnTo>
                <a:lnTo>
                  <a:pt x="84893" y="421481"/>
                </a:lnTo>
                <a:lnTo>
                  <a:pt x="84893" y="409439"/>
                </a:lnTo>
                <a:lnTo>
                  <a:pt x="84893" y="397396"/>
                </a:lnTo>
                <a:lnTo>
                  <a:pt x="84893" y="385354"/>
                </a:lnTo>
                <a:lnTo>
                  <a:pt x="84893" y="373312"/>
                </a:lnTo>
                <a:lnTo>
                  <a:pt x="84893" y="361269"/>
                </a:lnTo>
                <a:lnTo>
                  <a:pt x="84893" y="349227"/>
                </a:lnTo>
                <a:lnTo>
                  <a:pt x="84893" y="337185"/>
                </a:lnTo>
                <a:lnTo>
                  <a:pt x="84893" y="325142"/>
                </a:lnTo>
                <a:lnTo>
                  <a:pt x="84893" y="313100"/>
                </a:lnTo>
                <a:lnTo>
                  <a:pt x="84892" y="301058"/>
                </a:lnTo>
                <a:lnTo>
                  <a:pt x="84891" y="289015"/>
                </a:lnTo>
                <a:lnTo>
                  <a:pt x="84890" y="276973"/>
                </a:lnTo>
                <a:lnTo>
                  <a:pt x="84888" y="264931"/>
                </a:lnTo>
                <a:lnTo>
                  <a:pt x="84885" y="252889"/>
                </a:lnTo>
                <a:lnTo>
                  <a:pt x="84881" y="240846"/>
                </a:lnTo>
                <a:lnTo>
                  <a:pt x="84874" y="228804"/>
                </a:lnTo>
                <a:lnTo>
                  <a:pt x="84864" y="216762"/>
                </a:lnTo>
                <a:lnTo>
                  <a:pt x="84851" y="204719"/>
                </a:lnTo>
                <a:lnTo>
                  <a:pt x="84832" y="192677"/>
                </a:lnTo>
                <a:lnTo>
                  <a:pt x="84807" y="180635"/>
                </a:lnTo>
                <a:lnTo>
                  <a:pt x="84775" y="168592"/>
                </a:lnTo>
                <a:lnTo>
                  <a:pt x="84735" y="156550"/>
                </a:lnTo>
                <a:lnTo>
                  <a:pt x="84685" y="144508"/>
                </a:lnTo>
                <a:lnTo>
                  <a:pt x="84625" y="132465"/>
                </a:lnTo>
                <a:lnTo>
                  <a:pt x="84555" y="120423"/>
                </a:lnTo>
                <a:lnTo>
                  <a:pt x="84477" y="108381"/>
                </a:lnTo>
                <a:lnTo>
                  <a:pt x="84392" y="96338"/>
                </a:lnTo>
                <a:lnTo>
                  <a:pt x="84302" y="84296"/>
                </a:lnTo>
                <a:lnTo>
                  <a:pt x="84212" y="72254"/>
                </a:lnTo>
                <a:lnTo>
                  <a:pt x="84124" y="60212"/>
                </a:lnTo>
                <a:lnTo>
                  <a:pt x="84045" y="48169"/>
                </a:lnTo>
                <a:lnTo>
                  <a:pt x="83977" y="36127"/>
                </a:lnTo>
                <a:lnTo>
                  <a:pt x="83925" y="24085"/>
                </a:lnTo>
                <a:lnTo>
                  <a:pt x="83893" y="12042"/>
                </a:lnTo>
                <a:lnTo>
                  <a:pt x="83882" y="0"/>
                </a:lnTo>
                <a:lnTo>
                  <a:pt x="85905" y="0"/>
                </a:lnTo>
                <a:lnTo>
                  <a:pt x="85905" y="0"/>
                </a:lnTo>
                <a:lnTo>
                  <a:pt x="85894" y="12042"/>
                </a:lnTo>
                <a:lnTo>
                  <a:pt x="85861" y="24085"/>
                </a:lnTo>
                <a:lnTo>
                  <a:pt x="85810" y="36127"/>
                </a:lnTo>
                <a:lnTo>
                  <a:pt x="85742" y="48169"/>
                </a:lnTo>
                <a:lnTo>
                  <a:pt x="85662" y="60212"/>
                </a:lnTo>
                <a:lnTo>
                  <a:pt x="85575" y="72254"/>
                </a:lnTo>
                <a:lnTo>
                  <a:pt x="85484" y="84296"/>
                </a:lnTo>
                <a:lnTo>
                  <a:pt x="85395" y="96338"/>
                </a:lnTo>
                <a:lnTo>
                  <a:pt x="85309" y="108381"/>
                </a:lnTo>
                <a:lnTo>
                  <a:pt x="85231" y="120423"/>
                </a:lnTo>
                <a:lnTo>
                  <a:pt x="85162" y="132465"/>
                </a:lnTo>
                <a:lnTo>
                  <a:pt x="85102" y="144508"/>
                </a:lnTo>
                <a:lnTo>
                  <a:pt x="85052" y="156550"/>
                </a:lnTo>
                <a:lnTo>
                  <a:pt x="85011" y="168592"/>
                </a:lnTo>
                <a:lnTo>
                  <a:pt x="84979" y="180635"/>
                </a:lnTo>
                <a:lnTo>
                  <a:pt x="84954" y="192677"/>
                </a:lnTo>
                <a:lnTo>
                  <a:pt x="84936" y="204719"/>
                </a:lnTo>
                <a:lnTo>
                  <a:pt x="84922" y="216762"/>
                </a:lnTo>
                <a:lnTo>
                  <a:pt x="84913" y="228804"/>
                </a:lnTo>
                <a:lnTo>
                  <a:pt x="84906" y="240846"/>
                </a:lnTo>
                <a:lnTo>
                  <a:pt x="84901" y="252889"/>
                </a:lnTo>
                <a:lnTo>
                  <a:pt x="84898" y="264931"/>
                </a:lnTo>
                <a:lnTo>
                  <a:pt x="84896" y="276973"/>
                </a:lnTo>
                <a:lnTo>
                  <a:pt x="84895" y="289015"/>
                </a:lnTo>
                <a:lnTo>
                  <a:pt x="84894" y="301058"/>
                </a:lnTo>
                <a:lnTo>
                  <a:pt x="84894" y="313100"/>
                </a:lnTo>
                <a:lnTo>
                  <a:pt x="84894" y="325142"/>
                </a:lnTo>
                <a:lnTo>
                  <a:pt x="84893" y="337185"/>
                </a:lnTo>
                <a:lnTo>
                  <a:pt x="84893" y="349227"/>
                </a:lnTo>
                <a:lnTo>
                  <a:pt x="84893" y="361269"/>
                </a:lnTo>
                <a:lnTo>
                  <a:pt x="84893" y="373312"/>
                </a:lnTo>
                <a:lnTo>
                  <a:pt x="84893" y="385354"/>
                </a:lnTo>
                <a:lnTo>
                  <a:pt x="84893" y="397396"/>
                </a:lnTo>
                <a:lnTo>
                  <a:pt x="84893" y="409439"/>
                </a:lnTo>
                <a:lnTo>
                  <a:pt x="84893" y="421481"/>
                </a:lnTo>
                <a:lnTo>
                  <a:pt x="84893" y="433523"/>
                </a:lnTo>
                <a:lnTo>
                  <a:pt x="84893" y="445565"/>
                </a:lnTo>
                <a:lnTo>
                  <a:pt x="84893" y="457608"/>
                </a:lnTo>
                <a:lnTo>
                  <a:pt x="84893" y="469650"/>
                </a:lnTo>
                <a:lnTo>
                  <a:pt x="84893" y="481692"/>
                </a:lnTo>
                <a:lnTo>
                  <a:pt x="84893" y="493735"/>
                </a:lnTo>
                <a:lnTo>
                  <a:pt x="84893" y="505777"/>
                </a:lnTo>
                <a:lnTo>
                  <a:pt x="84893" y="517819"/>
                </a:lnTo>
                <a:lnTo>
                  <a:pt x="84893" y="529862"/>
                </a:lnTo>
                <a:lnTo>
                  <a:pt x="84893" y="541904"/>
                </a:lnTo>
                <a:lnTo>
                  <a:pt x="84893" y="553946"/>
                </a:lnTo>
                <a:lnTo>
                  <a:pt x="84893" y="565989"/>
                </a:lnTo>
                <a:lnTo>
                  <a:pt x="84893" y="578031"/>
                </a:lnTo>
                <a:lnTo>
                  <a:pt x="84893" y="590073"/>
                </a:lnTo>
                <a:lnTo>
                  <a:pt x="84893" y="602116"/>
                </a:lnTo>
                <a:lnTo>
                  <a:pt x="84893" y="614158"/>
                </a:lnTo>
                <a:lnTo>
                  <a:pt x="84893" y="626200"/>
                </a:lnTo>
                <a:lnTo>
                  <a:pt x="84893" y="638242"/>
                </a:lnTo>
                <a:lnTo>
                  <a:pt x="84894" y="650285"/>
                </a:lnTo>
                <a:lnTo>
                  <a:pt x="84894" y="662327"/>
                </a:lnTo>
                <a:lnTo>
                  <a:pt x="84894" y="674369"/>
                </a:lnTo>
                <a:lnTo>
                  <a:pt x="84895" y="686412"/>
                </a:lnTo>
                <a:lnTo>
                  <a:pt x="84896" y="698454"/>
                </a:lnTo>
                <a:lnTo>
                  <a:pt x="84897" y="710496"/>
                </a:lnTo>
                <a:lnTo>
                  <a:pt x="84900" y="722539"/>
                </a:lnTo>
                <a:lnTo>
                  <a:pt x="84903" y="734581"/>
                </a:lnTo>
                <a:lnTo>
                  <a:pt x="84908" y="746623"/>
                </a:lnTo>
                <a:lnTo>
                  <a:pt x="84915" y="758666"/>
                </a:lnTo>
                <a:lnTo>
                  <a:pt x="84924" y="770708"/>
                </a:lnTo>
                <a:lnTo>
                  <a:pt x="84936" y="782750"/>
                </a:lnTo>
                <a:lnTo>
                  <a:pt x="84952" y="794792"/>
                </a:lnTo>
                <a:lnTo>
                  <a:pt x="84973" y="806835"/>
                </a:lnTo>
                <a:lnTo>
                  <a:pt x="84998" y="818877"/>
                </a:lnTo>
                <a:lnTo>
                  <a:pt x="85027" y="830919"/>
                </a:lnTo>
                <a:lnTo>
                  <a:pt x="85062" y="842962"/>
                </a:lnTo>
                <a:lnTo>
                  <a:pt x="85101" y="855004"/>
                </a:lnTo>
                <a:lnTo>
                  <a:pt x="85144" y="867046"/>
                </a:lnTo>
                <a:lnTo>
                  <a:pt x="85189" y="879089"/>
                </a:lnTo>
                <a:lnTo>
                  <a:pt x="85234" y="891131"/>
                </a:lnTo>
                <a:lnTo>
                  <a:pt x="85278" y="903173"/>
                </a:lnTo>
                <a:lnTo>
                  <a:pt x="85318" y="915216"/>
                </a:lnTo>
                <a:lnTo>
                  <a:pt x="85351" y="927258"/>
                </a:lnTo>
                <a:lnTo>
                  <a:pt x="85377" y="939300"/>
                </a:lnTo>
                <a:lnTo>
                  <a:pt x="85393" y="951343"/>
                </a:lnTo>
                <a:lnTo>
                  <a:pt x="85399" y="963385"/>
                </a:lnTo>
                <a:lnTo>
                  <a:pt x="85393" y="975427"/>
                </a:lnTo>
                <a:lnTo>
                  <a:pt x="85377" y="987469"/>
                </a:lnTo>
                <a:lnTo>
                  <a:pt x="85351" y="999512"/>
                </a:lnTo>
                <a:lnTo>
                  <a:pt x="85318" y="1011554"/>
                </a:lnTo>
                <a:lnTo>
                  <a:pt x="85278" y="1023596"/>
                </a:lnTo>
                <a:lnTo>
                  <a:pt x="85234" y="1035639"/>
                </a:lnTo>
                <a:lnTo>
                  <a:pt x="85189" y="1047681"/>
                </a:lnTo>
                <a:lnTo>
                  <a:pt x="85144" y="1059723"/>
                </a:lnTo>
                <a:lnTo>
                  <a:pt x="85101" y="1071766"/>
                </a:lnTo>
                <a:lnTo>
                  <a:pt x="85062" y="1083808"/>
                </a:lnTo>
                <a:lnTo>
                  <a:pt x="85028" y="1095850"/>
                </a:lnTo>
                <a:lnTo>
                  <a:pt x="84998" y="1107893"/>
                </a:lnTo>
                <a:lnTo>
                  <a:pt x="84974" y="1119935"/>
                </a:lnTo>
                <a:lnTo>
                  <a:pt x="84954" y="1131977"/>
                </a:lnTo>
                <a:lnTo>
                  <a:pt x="84940" y="1144019"/>
                </a:lnTo>
                <a:lnTo>
                  <a:pt x="84930" y="1156062"/>
                </a:lnTo>
                <a:lnTo>
                  <a:pt x="84923" y="1168104"/>
                </a:lnTo>
                <a:lnTo>
                  <a:pt x="84921" y="1180146"/>
                </a:lnTo>
                <a:lnTo>
                  <a:pt x="84923" y="1192189"/>
                </a:lnTo>
                <a:lnTo>
                  <a:pt x="84928" y="1204231"/>
                </a:lnTo>
                <a:lnTo>
                  <a:pt x="84938" y="1216273"/>
                </a:lnTo>
                <a:lnTo>
                  <a:pt x="84952" y="1228316"/>
                </a:lnTo>
                <a:lnTo>
                  <a:pt x="84972" y="1240358"/>
                </a:lnTo>
                <a:lnTo>
                  <a:pt x="84996" y="1252400"/>
                </a:lnTo>
                <a:lnTo>
                  <a:pt x="85027" y="1264443"/>
                </a:lnTo>
                <a:lnTo>
                  <a:pt x="85064" y="1276485"/>
                </a:lnTo>
                <a:lnTo>
                  <a:pt x="85106" y="1288527"/>
                </a:lnTo>
                <a:lnTo>
                  <a:pt x="85155" y="1300569"/>
                </a:lnTo>
                <a:lnTo>
                  <a:pt x="85208" y="1312612"/>
                </a:lnTo>
                <a:lnTo>
                  <a:pt x="85266" y="1324654"/>
                </a:lnTo>
                <a:lnTo>
                  <a:pt x="85326" y="1336696"/>
                </a:lnTo>
                <a:lnTo>
                  <a:pt x="85388" y="1348739"/>
                </a:lnTo>
                <a:lnTo>
                  <a:pt x="85449" y="1360781"/>
                </a:lnTo>
                <a:lnTo>
                  <a:pt x="85508" y="1372823"/>
                </a:lnTo>
                <a:lnTo>
                  <a:pt x="85565" y="1384866"/>
                </a:lnTo>
                <a:lnTo>
                  <a:pt x="85617" y="1396908"/>
                </a:lnTo>
                <a:lnTo>
                  <a:pt x="85664" y="1408950"/>
                </a:lnTo>
                <a:lnTo>
                  <a:pt x="85706" y="1420993"/>
                </a:lnTo>
                <a:lnTo>
                  <a:pt x="85743" y="1433035"/>
                </a:lnTo>
                <a:lnTo>
                  <a:pt x="85774" y="1445077"/>
                </a:lnTo>
                <a:lnTo>
                  <a:pt x="85801" y="1457120"/>
                </a:lnTo>
                <a:lnTo>
                  <a:pt x="85824" y="1469162"/>
                </a:lnTo>
                <a:lnTo>
                  <a:pt x="85842" y="1481204"/>
                </a:lnTo>
                <a:lnTo>
                  <a:pt x="85858" y="1493246"/>
                </a:lnTo>
                <a:lnTo>
                  <a:pt x="85871" y="1505289"/>
                </a:lnTo>
                <a:lnTo>
                  <a:pt x="85883" y="1517331"/>
                </a:lnTo>
                <a:lnTo>
                  <a:pt x="85893" y="1529373"/>
                </a:lnTo>
                <a:lnTo>
                  <a:pt x="85902" y="1541416"/>
                </a:lnTo>
                <a:lnTo>
                  <a:pt x="85913" y="1553458"/>
                </a:lnTo>
                <a:lnTo>
                  <a:pt x="85926" y="1565500"/>
                </a:lnTo>
                <a:lnTo>
                  <a:pt x="85945" y="1577543"/>
                </a:lnTo>
                <a:lnTo>
                  <a:pt x="85971" y="1589585"/>
                </a:lnTo>
                <a:lnTo>
                  <a:pt x="86011" y="1601627"/>
                </a:lnTo>
                <a:lnTo>
                  <a:pt x="86071" y="1613670"/>
                </a:lnTo>
                <a:lnTo>
                  <a:pt x="86159" y="1625712"/>
                </a:lnTo>
                <a:lnTo>
                  <a:pt x="86288" y="1637754"/>
                </a:lnTo>
                <a:lnTo>
                  <a:pt x="86474" y="1649796"/>
                </a:lnTo>
                <a:lnTo>
                  <a:pt x="86741" y="1661839"/>
                </a:lnTo>
                <a:lnTo>
                  <a:pt x="87118" y="1673881"/>
                </a:lnTo>
                <a:lnTo>
                  <a:pt x="87646" y="1685923"/>
                </a:lnTo>
                <a:lnTo>
                  <a:pt x="88376" y="1697966"/>
                </a:lnTo>
                <a:lnTo>
                  <a:pt x="89368" y="1710008"/>
                </a:lnTo>
                <a:lnTo>
                  <a:pt x="90698" y="1722050"/>
                </a:lnTo>
                <a:lnTo>
                  <a:pt x="92449" y="1734093"/>
                </a:lnTo>
                <a:lnTo>
                  <a:pt x="94709" y="1746135"/>
                </a:lnTo>
                <a:lnTo>
                  <a:pt x="97567" y="1758177"/>
                </a:lnTo>
                <a:lnTo>
                  <a:pt x="101101" y="1770220"/>
                </a:lnTo>
                <a:lnTo>
                  <a:pt x="105367" y="1782262"/>
                </a:lnTo>
                <a:lnTo>
                  <a:pt x="110388" y="1794304"/>
                </a:lnTo>
                <a:lnTo>
                  <a:pt x="116139" y="1806347"/>
                </a:lnTo>
                <a:lnTo>
                  <a:pt x="122538" y="1818389"/>
                </a:lnTo>
                <a:lnTo>
                  <a:pt x="129440" y="1830431"/>
                </a:lnTo>
                <a:lnTo>
                  <a:pt x="136632" y="1842473"/>
                </a:lnTo>
                <a:lnTo>
                  <a:pt x="143845" y="1854516"/>
                </a:lnTo>
                <a:lnTo>
                  <a:pt x="150761" y="1866558"/>
                </a:lnTo>
                <a:lnTo>
                  <a:pt x="157044" y="1878600"/>
                </a:lnTo>
                <a:lnTo>
                  <a:pt x="162357" y="1890643"/>
                </a:lnTo>
                <a:lnTo>
                  <a:pt x="166398" y="1902685"/>
                </a:lnTo>
                <a:lnTo>
                  <a:pt x="168926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8" name="data_7649">
            <a:extLst>
              <a:ext uri="{FF2B5EF4-FFF2-40B4-BE49-F238E27FC236}">
                <a16:creationId xmlns:a16="http://schemas.microsoft.com/office/drawing/2014/main" id="{F1726687-F8AC-4137-886A-E2974247F5D5}"/>
              </a:ext>
            </a:extLst>
          </p:cNvPr>
          <p:cNvSpPr>
            <a:spLocks noGrp="1"/>
          </p:cNvSpPr>
          <p:nvPr/>
        </p:nvSpPr>
        <p:spPr>
          <a:xfrm>
            <a:off x="7746963" y="5003409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967" y="1914727"/>
                </a:lnTo>
                <a:lnTo>
                  <a:pt x="3802" y="1902685"/>
                </a:lnTo>
                <a:lnTo>
                  <a:pt x="8311" y="1890643"/>
                </a:lnTo>
                <a:lnTo>
                  <a:pt x="14199" y="1878600"/>
                </a:lnTo>
                <a:lnTo>
                  <a:pt x="21094" y="1866558"/>
                </a:lnTo>
                <a:lnTo>
                  <a:pt x="28594" y="1854516"/>
                </a:lnTo>
                <a:lnTo>
                  <a:pt x="36299" y="1842473"/>
                </a:lnTo>
                <a:lnTo>
                  <a:pt x="43845" y="1830431"/>
                </a:lnTo>
                <a:lnTo>
                  <a:pt x="50934" y="1818389"/>
                </a:lnTo>
                <a:lnTo>
                  <a:pt x="57345" y="1806347"/>
                </a:lnTo>
                <a:lnTo>
                  <a:pt x="62941" y="1794304"/>
                </a:lnTo>
                <a:lnTo>
                  <a:pt x="67663" y="1782262"/>
                </a:lnTo>
                <a:lnTo>
                  <a:pt x="71519" y="1770220"/>
                </a:lnTo>
                <a:lnTo>
                  <a:pt x="74568" y="1758177"/>
                </a:lnTo>
                <a:lnTo>
                  <a:pt x="76902" y="1746135"/>
                </a:lnTo>
                <a:lnTo>
                  <a:pt x="78630" y="1734093"/>
                </a:lnTo>
                <a:lnTo>
                  <a:pt x="79866" y="1722050"/>
                </a:lnTo>
                <a:lnTo>
                  <a:pt x="80718" y="1710008"/>
                </a:lnTo>
                <a:lnTo>
                  <a:pt x="81279" y="1697966"/>
                </a:lnTo>
                <a:lnTo>
                  <a:pt x="81628" y="1685923"/>
                </a:lnTo>
                <a:lnTo>
                  <a:pt x="81826" y="1673881"/>
                </a:lnTo>
                <a:lnTo>
                  <a:pt x="81920" y="1661839"/>
                </a:lnTo>
                <a:lnTo>
                  <a:pt x="81943" y="1649796"/>
                </a:lnTo>
                <a:lnTo>
                  <a:pt x="81916" y="1637754"/>
                </a:lnTo>
                <a:lnTo>
                  <a:pt x="81854" y="1625712"/>
                </a:lnTo>
                <a:lnTo>
                  <a:pt x="81765" y="1613670"/>
                </a:lnTo>
                <a:lnTo>
                  <a:pt x="81655" y="1601627"/>
                </a:lnTo>
                <a:lnTo>
                  <a:pt x="81527" y="1589585"/>
                </a:lnTo>
                <a:lnTo>
                  <a:pt x="81384" y="1577543"/>
                </a:lnTo>
                <a:lnTo>
                  <a:pt x="81229" y="1565500"/>
                </a:lnTo>
                <a:lnTo>
                  <a:pt x="81066" y="1553458"/>
                </a:lnTo>
                <a:lnTo>
                  <a:pt x="80900" y="1541416"/>
                </a:lnTo>
                <a:lnTo>
                  <a:pt x="80738" y="1529373"/>
                </a:lnTo>
                <a:lnTo>
                  <a:pt x="80586" y="1517331"/>
                </a:lnTo>
                <a:lnTo>
                  <a:pt x="80452" y="1505289"/>
                </a:lnTo>
                <a:lnTo>
                  <a:pt x="80343" y="1493246"/>
                </a:lnTo>
                <a:lnTo>
                  <a:pt x="80264" y="1481204"/>
                </a:lnTo>
                <a:lnTo>
                  <a:pt x="80215" y="1469162"/>
                </a:lnTo>
                <a:lnTo>
                  <a:pt x="80197" y="1457120"/>
                </a:lnTo>
                <a:lnTo>
                  <a:pt x="80204" y="1445077"/>
                </a:lnTo>
                <a:lnTo>
                  <a:pt x="80227" y="1433035"/>
                </a:lnTo>
                <a:lnTo>
                  <a:pt x="80256" y="1420993"/>
                </a:lnTo>
                <a:lnTo>
                  <a:pt x="80279" y="1408950"/>
                </a:lnTo>
                <a:lnTo>
                  <a:pt x="80284" y="1396908"/>
                </a:lnTo>
                <a:lnTo>
                  <a:pt x="80261" y="1384866"/>
                </a:lnTo>
                <a:lnTo>
                  <a:pt x="80203" y="1372823"/>
                </a:lnTo>
                <a:lnTo>
                  <a:pt x="80109" y="1360781"/>
                </a:lnTo>
                <a:lnTo>
                  <a:pt x="79982" y="1348739"/>
                </a:lnTo>
                <a:lnTo>
                  <a:pt x="79828" y="1336696"/>
                </a:lnTo>
                <a:lnTo>
                  <a:pt x="79659" y="1324654"/>
                </a:lnTo>
                <a:lnTo>
                  <a:pt x="79486" y="1312612"/>
                </a:lnTo>
                <a:lnTo>
                  <a:pt x="79320" y="1300569"/>
                </a:lnTo>
                <a:lnTo>
                  <a:pt x="79171" y="1288527"/>
                </a:lnTo>
                <a:lnTo>
                  <a:pt x="79047" y="1276485"/>
                </a:lnTo>
                <a:lnTo>
                  <a:pt x="78949" y="1264443"/>
                </a:lnTo>
                <a:lnTo>
                  <a:pt x="78877" y="1252400"/>
                </a:lnTo>
                <a:lnTo>
                  <a:pt x="78826" y="1240358"/>
                </a:lnTo>
                <a:lnTo>
                  <a:pt x="78792" y="1228316"/>
                </a:lnTo>
                <a:lnTo>
                  <a:pt x="78766" y="1216273"/>
                </a:lnTo>
                <a:lnTo>
                  <a:pt x="78740" y="1204231"/>
                </a:lnTo>
                <a:lnTo>
                  <a:pt x="78706" y="1192189"/>
                </a:lnTo>
                <a:lnTo>
                  <a:pt x="78653" y="1180146"/>
                </a:lnTo>
                <a:lnTo>
                  <a:pt x="78569" y="1168104"/>
                </a:lnTo>
                <a:lnTo>
                  <a:pt x="78440" y="1156062"/>
                </a:lnTo>
                <a:lnTo>
                  <a:pt x="78244" y="1144019"/>
                </a:lnTo>
                <a:lnTo>
                  <a:pt x="77959" y="1131977"/>
                </a:lnTo>
                <a:lnTo>
                  <a:pt x="77558" y="1119935"/>
                </a:lnTo>
                <a:lnTo>
                  <a:pt x="77015" y="1107893"/>
                </a:lnTo>
                <a:lnTo>
                  <a:pt x="76306" y="1095850"/>
                </a:lnTo>
                <a:lnTo>
                  <a:pt x="75417" y="1083808"/>
                </a:lnTo>
                <a:lnTo>
                  <a:pt x="74345" y="1071766"/>
                </a:lnTo>
                <a:lnTo>
                  <a:pt x="73104" y="1059723"/>
                </a:lnTo>
                <a:lnTo>
                  <a:pt x="71727" y="1047681"/>
                </a:lnTo>
                <a:lnTo>
                  <a:pt x="70267" y="1035639"/>
                </a:lnTo>
                <a:lnTo>
                  <a:pt x="68794" y="1023596"/>
                </a:lnTo>
                <a:lnTo>
                  <a:pt x="67388" y="1011554"/>
                </a:lnTo>
                <a:lnTo>
                  <a:pt x="66135" y="999512"/>
                </a:lnTo>
                <a:lnTo>
                  <a:pt x="65118" y="987469"/>
                </a:lnTo>
                <a:lnTo>
                  <a:pt x="64405" y="975427"/>
                </a:lnTo>
                <a:lnTo>
                  <a:pt x="64046" y="963385"/>
                </a:lnTo>
                <a:lnTo>
                  <a:pt x="64066" y="951343"/>
                </a:lnTo>
                <a:lnTo>
                  <a:pt x="64460" y="939300"/>
                </a:lnTo>
                <a:lnTo>
                  <a:pt x="65199" y="927258"/>
                </a:lnTo>
                <a:lnTo>
                  <a:pt x="66232" y="915216"/>
                </a:lnTo>
                <a:lnTo>
                  <a:pt x="67491" y="903173"/>
                </a:lnTo>
                <a:lnTo>
                  <a:pt x="68902" y="891131"/>
                </a:lnTo>
                <a:lnTo>
                  <a:pt x="70387" y="879089"/>
                </a:lnTo>
                <a:lnTo>
                  <a:pt x="71876" y="867046"/>
                </a:lnTo>
                <a:lnTo>
                  <a:pt x="73309" y="855004"/>
                </a:lnTo>
                <a:lnTo>
                  <a:pt x="74639" y="842962"/>
                </a:lnTo>
                <a:lnTo>
                  <a:pt x="75830" y="830919"/>
                </a:lnTo>
                <a:lnTo>
                  <a:pt x="76862" y="818877"/>
                </a:lnTo>
                <a:lnTo>
                  <a:pt x="77722" y="806835"/>
                </a:lnTo>
                <a:lnTo>
                  <a:pt x="78405" y="794792"/>
                </a:lnTo>
                <a:lnTo>
                  <a:pt x="78913" y="782750"/>
                </a:lnTo>
                <a:lnTo>
                  <a:pt x="79251" y="770708"/>
                </a:lnTo>
                <a:lnTo>
                  <a:pt x="79427" y="758666"/>
                </a:lnTo>
                <a:lnTo>
                  <a:pt x="79455" y="746623"/>
                </a:lnTo>
                <a:lnTo>
                  <a:pt x="79352" y="734581"/>
                </a:lnTo>
                <a:lnTo>
                  <a:pt x="79141" y="722539"/>
                </a:lnTo>
                <a:lnTo>
                  <a:pt x="78848" y="710496"/>
                </a:lnTo>
                <a:lnTo>
                  <a:pt x="78507" y="698454"/>
                </a:lnTo>
                <a:lnTo>
                  <a:pt x="78152" y="686412"/>
                </a:lnTo>
                <a:lnTo>
                  <a:pt x="77819" y="674369"/>
                </a:lnTo>
                <a:lnTo>
                  <a:pt x="77541" y="662327"/>
                </a:lnTo>
                <a:lnTo>
                  <a:pt x="77346" y="650285"/>
                </a:lnTo>
                <a:lnTo>
                  <a:pt x="77255" y="638242"/>
                </a:lnTo>
                <a:lnTo>
                  <a:pt x="77279" y="626200"/>
                </a:lnTo>
                <a:lnTo>
                  <a:pt x="77417" y="614158"/>
                </a:lnTo>
                <a:lnTo>
                  <a:pt x="77659" y="602116"/>
                </a:lnTo>
                <a:lnTo>
                  <a:pt x="77988" y="590073"/>
                </a:lnTo>
                <a:lnTo>
                  <a:pt x="78378" y="578031"/>
                </a:lnTo>
                <a:lnTo>
                  <a:pt x="78803" y="565989"/>
                </a:lnTo>
                <a:lnTo>
                  <a:pt x="79234" y="553946"/>
                </a:lnTo>
                <a:lnTo>
                  <a:pt x="79649" y="541904"/>
                </a:lnTo>
                <a:lnTo>
                  <a:pt x="80028" y="529862"/>
                </a:lnTo>
                <a:lnTo>
                  <a:pt x="80359" y="517819"/>
                </a:lnTo>
                <a:lnTo>
                  <a:pt x="80634" y="505777"/>
                </a:lnTo>
                <a:lnTo>
                  <a:pt x="80855" y="493735"/>
                </a:lnTo>
                <a:lnTo>
                  <a:pt x="81025" y="481692"/>
                </a:lnTo>
                <a:lnTo>
                  <a:pt x="81154" y="469650"/>
                </a:lnTo>
                <a:lnTo>
                  <a:pt x="81251" y="457608"/>
                </a:lnTo>
                <a:lnTo>
                  <a:pt x="81327" y="445565"/>
                </a:lnTo>
                <a:lnTo>
                  <a:pt x="81392" y="433523"/>
                </a:lnTo>
                <a:lnTo>
                  <a:pt x="81455" y="421481"/>
                </a:lnTo>
                <a:lnTo>
                  <a:pt x="81523" y="409439"/>
                </a:lnTo>
                <a:lnTo>
                  <a:pt x="81600" y="397396"/>
                </a:lnTo>
                <a:lnTo>
                  <a:pt x="81690" y="385354"/>
                </a:lnTo>
                <a:lnTo>
                  <a:pt x="81794" y="373312"/>
                </a:lnTo>
                <a:lnTo>
                  <a:pt x="81913" y="361269"/>
                </a:lnTo>
                <a:lnTo>
                  <a:pt x="82045" y="349227"/>
                </a:lnTo>
                <a:lnTo>
                  <a:pt x="82186" y="337185"/>
                </a:lnTo>
                <a:lnTo>
                  <a:pt x="82332" y="325142"/>
                </a:lnTo>
                <a:lnTo>
                  <a:pt x="82476" y="313100"/>
                </a:lnTo>
                <a:lnTo>
                  <a:pt x="82606" y="301058"/>
                </a:lnTo>
                <a:lnTo>
                  <a:pt x="82709" y="289015"/>
                </a:lnTo>
                <a:lnTo>
                  <a:pt x="82765" y="276973"/>
                </a:lnTo>
                <a:lnTo>
                  <a:pt x="82750" y="264931"/>
                </a:lnTo>
                <a:lnTo>
                  <a:pt x="82631" y="252889"/>
                </a:lnTo>
                <a:lnTo>
                  <a:pt x="82368" y="240846"/>
                </a:lnTo>
                <a:lnTo>
                  <a:pt x="81910" y="228804"/>
                </a:lnTo>
                <a:lnTo>
                  <a:pt x="81194" y="216762"/>
                </a:lnTo>
                <a:lnTo>
                  <a:pt x="80147" y="204719"/>
                </a:lnTo>
                <a:lnTo>
                  <a:pt x="78682" y="192677"/>
                </a:lnTo>
                <a:lnTo>
                  <a:pt x="76706" y="180635"/>
                </a:lnTo>
                <a:lnTo>
                  <a:pt x="74122" y="168592"/>
                </a:lnTo>
                <a:lnTo>
                  <a:pt x="70840" y="156550"/>
                </a:lnTo>
                <a:lnTo>
                  <a:pt x="66786" y="144508"/>
                </a:lnTo>
                <a:lnTo>
                  <a:pt x="61919" y="132465"/>
                </a:lnTo>
                <a:lnTo>
                  <a:pt x="56244" y="120423"/>
                </a:lnTo>
                <a:lnTo>
                  <a:pt x="49828" y="108381"/>
                </a:lnTo>
                <a:lnTo>
                  <a:pt x="42808" y="96338"/>
                </a:lnTo>
                <a:lnTo>
                  <a:pt x="35397" y="84296"/>
                </a:lnTo>
                <a:lnTo>
                  <a:pt x="27880" y="72254"/>
                </a:lnTo>
                <a:lnTo>
                  <a:pt x="20600" y="60212"/>
                </a:lnTo>
                <a:lnTo>
                  <a:pt x="13932" y="48169"/>
                </a:lnTo>
                <a:lnTo>
                  <a:pt x="8255" y="36127"/>
                </a:lnTo>
                <a:lnTo>
                  <a:pt x="3916" y="24085"/>
                </a:lnTo>
                <a:lnTo>
                  <a:pt x="1192" y="12042"/>
                </a:lnTo>
                <a:lnTo>
                  <a:pt x="263" y="0"/>
                </a:lnTo>
                <a:lnTo>
                  <a:pt x="169523" y="0"/>
                </a:lnTo>
                <a:lnTo>
                  <a:pt x="169523" y="0"/>
                </a:lnTo>
                <a:lnTo>
                  <a:pt x="168594" y="12042"/>
                </a:lnTo>
                <a:lnTo>
                  <a:pt x="165870" y="24085"/>
                </a:lnTo>
                <a:lnTo>
                  <a:pt x="161531" y="36127"/>
                </a:lnTo>
                <a:lnTo>
                  <a:pt x="155855" y="48169"/>
                </a:lnTo>
                <a:lnTo>
                  <a:pt x="149187" y="60212"/>
                </a:lnTo>
                <a:lnTo>
                  <a:pt x="141907" y="72254"/>
                </a:lnTo>
                <a:lnTo>
                  <a:pt x="134390" y="84296"/>
                </a:lnTo>
                <a:lnTo>
                  <a:pt x="126979" y="96338"/>
                </a:lnTo>
                <a:lnTo>
                  <a:pt x="119958" y="108381"/>
                </a:lnTo>
                <a:lnTo>
                  <a:pt x="113542" y="120423"/>
                </a:lnTo>
                <a:lnTo>
                  <a:pt x="107867" y="132465"/>
                </a:lnTo>
                <a:lnTo>
                  <a:pt x="103000" y="144508"/>
                </a:lnTo>
                <a:lnTo>
                  <a:pt x="98947" y="156550"/>
                </a:lnTo>
                <a:lnTo>
                  <a:pt x="95665" y="168592"/>
                </a:lnTo>
                <a:lnTo>
                  <a:pt x="93081" y="180635"/>
                </a:lnTo>
                <a:lnTo>
                  <a:pt x="91105" y="192677"/>
                </a:lnTo>
                <a:lnTo>
                  <a:pt x="89640" y="204719"/>
                </a:lnTo>
                <a:lnTo>
                  <a:pt x="88592" y="216762"/>
                </a:lnTo>
                <a:lnTo>
                  <a:pt x="87877" y="228804"/>
                </a:lnTo>
                <a:lnTo>
                  <a:pt x="87419" y="240846"/>
                </a:lnTo>
                <a:lnTo>
                  <a:pt x="87156" y="252889"/>
                </a:lnTo>
                <a:lnTo>
                  <a:pt x="87037" y="264931"/>
                </a:lnTo>
                <a:lnTo>
                  <a:pt x="87021" y="276973"/>
                </a:lnTo>
                <a:lnTo>
                  <a:pt x="87078" y="289015"/>
                </a:lnTo>
                <a:lnTo>
                  <a:pt x="87180" y="301058"/>
                </a:lnTo>
                <a:lnTo>
                  <a:pt x="87311" y="313100"/>
                </a:lnTo>
                <a:lnTo>
                  <a:pt x="87454" y="325142"/>
                </a:lnTo>
                <a:lnTo>
                  <a:pt x="87600" y="337185"/>
                </a:lnTo>
                <a:lnTo>
                  <a:pt x="87742" y="349227"/>
                </a:lnTo>
                <a:lnTo>
                  <a:pt x="87874" y="361269"/>
                </a:lnTo>
                <a:lnTo>
                  <a:pt x="87992" y="373312"/>
                </a:lnTo>
                <a:lnTo>
                  <a:pt x="88097" y="385354"/>
                </a:lnTo>
                <a:lnTo>
                  <a:pt x="88187" y="397396"/>
                </a:lnTo>
                <a:lnTo>
                  <a:pt x="88264" y="409439"/>
                </a:lnTo>
                <a:lnTo>
                  <a:pt x="88331" y="421481"/>
                </a:lnTo>
                <a:lnTo>
                  <a:pt x="88394" y="433523"/>
                </a:lnTo>
                <a:lnTo>
                  <a:pt x="88459" y="445565"/>
                </a:lnTo>
                <a:lnTo>
                  <a:pt x="88536" y="457608"/>
                </a:lnTo>
                <a:lnTo>
                  <a:pt x="88633" y="469650"/>
                </a:lnTo>
                <a:lnTo>
                  <a:pt x="88761" y="481692"/>
                </a:lnTo>
                <a:lnTo>
                  <a:pt x="88932" y="493735"/>
                </a:lnTo>
                <a:lnTo>
                  <a:pt x="89152" y="505777"/>
                </a:lnTo>
                <a:lnTo>
                  <a:pt x="89428" y="517819"/>
                </a:lnTo>
                <a:lnTo>
                  <a:pt x="89758" y="529862"/>
                </a:lnTo>
                <a:lnTo>
                  <a:pt x="90137" y="541904"/>
                </a:lnTo>
                <a:lnTo>
                  <a:pt x="90552" y="553946"/>
                </a:lnTo>
                <a:lnTo>
                  <a:pt x="90984" y="565989"/>
                </a:lnTo>
                <a:lnTo>
                  <a:pt x="91409" y="578031"/>
                </a:lnTo>
                <a:lnTo>
                  <a:pt x="91799" y="590073"/>
                </a:lnTo>
                <a:lnTo>
                  <a:pt x="92127" y="602116"/>
                </a:lnTo>
                <a:lnTo>
                  <a:pt x="92370" y="614158"/>
                </a:lnTo>
                <a:lnTo>
                  <a:pt x="92508" y="626200"/>
                </a:lnTo>
                <a:lnTo>
                  <a:pt x="92531" y="638242"/>
                </a:lnTo>
                <a:lnTo>
                  <a:pt x="92441" y="650285"/>
                </a:lnTo>
                <a:lnTo>
                  <a:pt x="92246" y="662327"/>
                </a:lnTo>
                <a:lnTo>
                  <a:pt x="91968" y="674369"/>
                </a:lnTo>
                <a:lnTo>
                  <a:pt x="91635" y="686412"/>
                </a:lnTo>
                <a:lnTo>
                  <a:pt x="91280" y="698454"/>
                </a:lnTo>
                <a:lnTo>
                  <a:pt x="90938" y="710496"/>
                </a:lnTo>
                <a:lnTo>
                  <a:pt x="90646" y="722539"/>
                </a:lnTo>
                <a:lnTo>
                  <a:pt x="90434" y="734581"/>
                </a:lnTo>
                <a:lnTo>
                  <a:pt x="90331" y="746623"/>
                </a:lnTo>
                <a:lnTo>
                  <a:pt x="90359" y="758666"/>
                </a:lnTo>
                <a:lnTo>
                  <a:pt x="90536" y="770708"/>
                </a:lnTo>
                <a:lnTo>
                  <a:pt x="90873" y="782750"/>
                </a:lnTo>
                <a:lnTo>
                  <a:pt x="91381" y="794792"/>
                </a:lnTo>
                <a:lnTo>
                  <a:pt x="92065" y="806835"/>
                </a:lnTo>
                <a:lnTo>
                  <a:pt x="92924" y="818877"/>
                </a:lnTo>
                <a:lnTo>
                  <a:pt x="93956" y="830919"/>
                </a:lnTo>
                <a:lnTo>
                  <a:pt x="95148" y="842962"/>
                </a:lnTo>
                <a:lnTo>
                  <a:pt x="96477" y="855004"/>
                </a:lnTo>
                <a:lnTo>
                  <a:pt x="97910" y="867046"/>
                </a:lnTo>
                <a:lnTo>
                  <a:pt x="99400" y="879089"/>
                </a:lnTo>
                <a:lnTo>
                  <a:pt x="100885" y="891131"/>
                </a:lnTo>
                <a:lnTo>
                  <a:pt x="102295" y="903173"/>
                </a:lnTo>
                <a:lnTo>
                  <a:pt x="103555" y="915216"/>
                </a:lnTo>
                <a:lnTo>
                  <a:pt x="104588" y="927258"/>
                </a:lnTo>
                <a:lnTo>
                  <a:pt x="105327" y="939300"/>
                </a:lnTo>
                <a:lnTo>
                  <a:pt x="105721" y="951343"/>
                </a:lnTo>
                <a:lnTo>
                  <a:pt x="105740" y="963385"/>
                </a:lnTo>
                <a:lnTo>
                  <a:pt x="105381" y="975427"/>
                </a:lnTo>
                <a:lnTo>
                  <a:pt x="104669" y="987469"/>
                </a:lnTo>
                <a:lnTo>
                  <a:pt x="103651" y="999512"/>
                </a:lnTo>
                <a:lnTo>
                  <a:pt x="102399" y="1011554"/>
                </a:lnTo>
                <a:lnTo>
                  <a:pt x="100993" y="1023596"/>
                </a:lnTo>
                <a:lnTo>
                  <a:pt x="99519" y="1035639"/>
                </a:lnTo>
                <a:lnTo>
                  <a:pt x="98059" y="1047681"/>
                </a:lnTo>
                <a:lnTo>
                  <a:pt x="96683" y="1059723"/>
                </a:lnTo>
                <a:lnTo>
                  <a:pt x="95442" y="1071766"/>
                </a:lnTo>
                <a:lnTo>
                  <a:pt x="94369" y="1083808"/>
                </a:lnTo>
                <a:lnTo>
                  <a:pt x="93480" y="1095850"/>
                </a:lnTo>
                <a:lnTo>
                  <a:pt x="92772" y="1107893"/>
                </a:lnTo>
                <a:lnTo>
                  <a:pt x="92229" y="1119935"/>
                </a:lnTo>
                <a:lnTo>
                  <a:pt x="91828" y="1131977"/>
                </a:lnTo>
                <a:lnTo>
                  <a:pt x="91543" y="1144019"/>
                </a:lnTo>
                <a:lnTo>
                  <a:pt x="91347" y="1156062"/>
                </a:lnTo>
                <a:lnTo>
                  <a:pt x="91217" y="1168104"/>
                </a:lnTo>
                <a:lnTo>
                  <a:pt x="91134" y="1180146"/>
                </a:lnTo>
                <a:lnTo>
                  <a:pt x="91081" y="1192189"/>
                </a:lnTo>
                <a:lnTo>
                  <a:pt x="91047" y="1204231"/>
                </a:lnTo>
                <a:lnTo>
                  <a:pt x="91021" y="1216273"/>
                </a:lnTo>
                <a:lnTo>
                  <a:pt x="90995" y="1228316"/>
                </a:lnTo>
                <a:lnTo>
                  <a:pt x="90960" y="1240358"/>
                </a:lnTo>
                <a:lnTo>
                  <a:pt x="90910" y="1252400"/>
                </a:lnTo>
                <a:lnTo>
                  <a:pt x="90838" y="1264443"/>
                </a:lnTo>
                <a:lnTo>
                  <a:pt x="90740" y="1276485"/>
                </a:lnTo>
                <a:lnTo>
                  <a:pt x="90615" y="1288527"/>
                </a:lnTo>
                <a:lnTo>
                  <a:pt x="90467" y="1300569"/>
                </a:lnTo>
                <a:lnTo>
                  <a:pt x="90301" y="1312612"/>
                </a:lnTo>
                <a:lnTo>
                  <a:pt x="90127" y="1324654"/>
                </a:lnTo>
                <a:lnTo>
                  <a:pt x="89958" y="1336696"/>
                </a:lnTo>
                <a:lnTo>
                  <a:pt x="89805" y="1348739"/>
                </a:lnTo>
                <a:lnTo>
                  <a:pt x="89677" y="1360781"/>
                </a:lnTo>
                <a:lnTo>
                  <a:pt x="89583" y="1372823"/>
                </a:lnTo>
                <a:lnTo>
                  <a:pt x="89526" y="1384866"/>
                </a:lnTo>
                <a:lnTo>
                  <a:pt x="89502" y="1396908"/>
                </a:lnTo>
                <a:lnTo>
                  <a:pt x="89507" y="1408950"/>
                </a:lnTo>
                <a:lnTo>
                  <a:pt x="89530" y="1420993"/>
                </a:lnTo>
                <a:lnTo>
                  <a:pt x="89559" y="1433035"/>
                </a:lnTo>
                <a:lnTo>
                  <a:pt x="89583" y="1445077"/>
                </a:lnTo>
                <a:lnTo>
                  <a:pt x="89590" y="1457120"/>
                </a:lnTo>
                <a:lnTo>
                  <a:pt x="89571" y="1469162"/>
                </a:lnTo>
                <a:lnTo>
                  <a:pt x="89523" y="1481204"/>
                </a:lnTo>
                <a:lnTo>
                  <a:pt x="89443" y="1493246"/>
                </a:lnTo>
                <a:lnTo>
                  <a:pt x="89334" y="1505289"/>
                </a:lnTo>
                <a:lnTo>
                  <a:pt x="89201" y="1517331"/>
                </a:lnTo>
                <a:lnTo>
                  <a:pt x="89049" y="1529373"/>
                </a:lnTo>
                <a:lnTo>
                  <a:pt x="88887" y="1541416"/>
                </a:lnTo>
                <a:lnTo>
                  <a:pt x="88721" y="1553458"/>
                </a:lnTo>
                <a:lnTo>
                  <a:pt x="88557" y="1565500"/>
                </a:lnTo>
                <a:lnTo>
                  <a:pt x="88402" y="1577543"/>
                </a:lnTo>
                <a:lnTo>
                  <a:pt x="88259" y="1589585"/>
                </a:lnTo>
                <a:lnTo>
                  <a:pt x="88131" y="1601627"/>
                </a:lnTo>
                <a:lnTo>
                  <a:pt x="88021" y="1613670"/>
                </a:lnTo>
                <a:lnTo>
                  <a:pt x="87933" y="1625712"/>
                </a:lnTo>
                <a:lnTo>
                  <a:pt x="87871" y="1637754"/>
                </a:lnTo>
                <a:lnTo>
                  <a:pt x="87844" y="1649796"/>
                </a:lnTo>
                <a:lnTo>
                  <a:pt x="87866" y="1661839"/>
                </a:lnTo>
                <a:lnTo>
                  <a:pt x="87960" y="1673881"/>
                </a:lnTo>
                <a:lnTo>
                  <a:pt x="88159" y="1685923"/>
                </a:lnTo>
                <a:lnTo>
                  <a:pt x="88507" y="1697966"/>
                </a:lnTo>
                <a:lnTo>
                  <a:pt x="89069" y="1710008"/>
                </a:lnTo>
                <a:lnTo>
                  <a:pt x="89920" y="1722050"/>
                </a:lnTo>
                <a:lnTo>
                  <a:pt x="91156" y="1734093"/>
                </a:lnTo>
                <a:lnTo>
                  <a:pt x="92885" y="1746135"/>
                </a:lnTo>
                <a:lnTo>
                  <a:pt x="95218" y="1758177"/>
                </a:lnTo>
                <a:lnTo>
                  <a:pt x="98267" y="1770220"/>
                </a:lnTo>
                <a:lnTo>
                  <a:pt x="102123" y="1782262"/>
                </a:lnTo>
                <a:lnTo>
                  <a:pt x="106845" y="1794304"/>
                </a:lnTo>
                <a:lnTo>
                  <a:pt x="112441" y="1806347"/>
                </a:lnTo>
                <a:lnTo>
                  <a:pt x="118853" y="1818389"/>
                </a:lnTo>
                <a:lnTo>
                  <a:pt x="125941" y="1830431"/>
                </a:lnTo>
                <a:lnTo>
                  <a:pt x="133488" y="1842473"/>
                </a:lnTo>
                <a:lnTo>
                  <a:pt x="141192" y="1854516"/>
                </a:lnTo>
                <a:lnTo>
                  <a:pt x="148692" y="1866558"/>
                </a:lnTo>
                <a:lnTo>
                  <a:pt x="155588" y="1878600"/>
                </a:lnTo>
                <a:lnTo>
                  <a:pt x="161475" y="1890643"/>
                </a:lnTo>
                <a:lnTo>
                  <a:pt x="165985" y="1902685"/>
                </a:lnTo>
                <a:lnTo>
                  <a:pt x="168819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9" name="data_7650">
            <a:extLst>
              <a:ext uri="{FF2B5EF4-FFF2-40B4-BE49-F238E27FC236}">
                <a16:creationId xmlns:a16="http://schemas.microsoft.com/office/drawing/2014/main" id="{2D3351BD-FE5B-4988-AD9A-4DAA33738074}"/>
              </a:ext>
            </a:extLst>
          </p:cNvPr>
          <p:cNvSpPr>
            <a:spLocks noGrp="1"/>
          </p:cNvSpPr>
          <p:nvPr/>
        </p:nvSpPr>
        <p:spPr>
          <a:xfrm>
            <a:off x="7976405" y="5003409"/>
            <a:ext cx="169787" cy="1926770"/>
          </a:xfrm>
          <a:custGeom>
            <a:pathLst>
              <a:path w="169787" h="1926770">
                <a:moveTo>
                  <a:pt x="131403" y="1926770"/>
                </a:moveTo>
                <a:lnTo>
                  <a:pt x="38383" y="1926770"/>
                </a:lnTo>
                <a:lnTo>
                  <a:pt x="38904" y="1914727"/>
                </a:lnTo>
                <a:lnTo>
                  <a:pt x="40431" y="1902685"/>
                </a:lnTo>
                <a:lnTo>
                  <a:pt x="42863" y="1890643"/>
                </a:lnTo>
                <a:lnTo>
                  <a:pt x="46043" y="1878600"/>
                </a:lnTo>
                <a:lnTo>
                  <a:pt x="49774" y="1866558"/>
                </a:lnTo>
                <a:lnTo>
                  <a:pt x="53842" y="1854516"/>
                </a:lnTo>
                <a:lnTo>
                  <a:pt x="58033" y="1842473"/>
                </a:lnTo>
                <a:lnTo>
                  <a:pt x="62151" y="1830431"/>
                </a:lnTo>
                <a:lnTo>
                  <a:pt x="66034" y="1818389"/>
                </a:lnTo>
                <a:lnTo>
                  <a:pt x="69560" y="1806347"/>
                </a:lnTo>
                <a:lnTo>
                  <a:pt x="72651" y="1794304"/>
                </a:lnTo>
                <a:lnTo>
                  <a:pt x="75271" y="1782262"/>
                </a:lnTo>
                <a:lnTo>
                  <a:pt x="77421" y="1770220"/>
                </a:lnTo>
                <a:lnTo>
                  <a:pt x="79129" y="1758177"/>
                </a:lnTo>
                <a:lnTo>
                  <a:pt x="80443" y="1746135"/>
                </a:lnTo>
                <a:lnTo>
                  <a:pt x="81422" y="1734093"/>
                </a:lnTo>
                <a:lnTo>
                  <a:pt x="82129" y="1722050"/>
                </a:lnTo>
                <a:lnTo>
                  <a:pt x="82622" y="1710008"/>
                </a:lnTo>
                <a:lnTo>
                  <a:pt x="82954" y="1697966"/>
                </a:lnTo>
                <a:lnTo>
                  <a:pt x="83169" y="1685923"/>
                </a:lnTo>
                <a:lnTo>
                  <a:pt x="83302" y="1673881"/>
                </a:lnTo>
                <a:lnTo>
                  <a:pt x="83379" y="1661839"/>
                </a:lnTo>
                <a:lnTo>
                  <a:pt x="83417" y="1649796"/>
                </a:lnTo>
                <a:lnTo>
                  <a:pt x="83430" y="1637754"/>
                </a:lnTo>
                <a:lnTo>
                  <a:pt x="83424" y="1625712"/>
                </a:lnTo>
                <a:lnTo>
                  <a:pt x="83403" y="1613670"/>
                </a:lnTo>
                <a:lnTo>
                  <a:pt x="83369" y="1601627"/>
                </a:lnTo>
                <a:lnTo>
                  <a:pt x="83325" y="1589585"/>
                </a:lnTo>
                <a:lnTo>
                  <a:pt x="83270" y="1577543"/>
                </a:lnTo>
                <a:lnTo>
                  <a:pt x="83207" y="1565500"/>
                </a:lnTo>
                <a:lnTo>
                  <a:pt x="83137" y="1553458"/>
                </a:lnTo>
                <a:lnTo>
                  <a:pt x="83062" y="1541416"/>
                </a:lnTo>
                <a:lnTo>
                  <a:pt x="82982" y="1529373"/>
                </a:lnTo>
                <a:lnTo>
                  <a:pt x="82901" y="1517331"/>
                </a:lnTo>
                <a:lnTo>
                  <a:pt x="82818" y="1505289"/>
                </a:lnTo>
                <a:lnTo>
                  <a:pt x="82735" y="1493246"/>
                </a:lnTo>
                <a:lnTo>
                  <a:pt x="82653" y="1481204"/>
                </a:lnTo>
                <a:lnTo>
                  <a:pt x="82571" y="1469162"/>
                </a:lnTo>
                <a:lnTo>
                  <a:pt x="82491" y="1457120"/>
                </a:lnTo>
                <a:lnTo>
                  <a:pt x="82411" y="1445077"/>
                </a:lnTo>
                <a:lnTo>
                  <a:pt x="82332" y="1433035"/>
                </a:lnTo>
                <a:lnTo>
                  <a:pt x="82255" y="1420993"/>
                </a:lnTo>
                <a:lnTo>
                  <a:pt x="82180" y="1408950"/>
                </a:lnTo>
                <a:lnTo>
                  <a:pt x="82107" y="1396908"/>
                </a:lnTo>
                <a:lnTo>
                  <a:pt x="82038" y="1384866"/>
                </a:lnTo>
                <a:lnTo>
                  <a:pt x="81974" y="1372823"/>
                </a:lnTo>
                <a:lnTo>
                  <a:pt x="81919" y="1360781"/>
                </a:lnTo>
                <a:lnTo>
                  <a:pt x="81873" y="1348739"/>
                </a:lnTo>
                <a:lnTo>
                  <a:pt x="81842" y="1336696"/>
                </a:lnTo>
                <a:lnTo>
                  <a:pt x="81827" y="1324654"/>
                </a:lnTo>
                <a:lnTo>
                  <a:pt x="81832" y="1312612"/>
                </a:lnTo>
                <a:lnTo>
                  <a:pt x="81857" y="1300569"/>
                </a:lnTo>
                <a:lnTo>
                  <a:pt x="81905" y="1288527"/>
                </a:lnTo>
                <a:lnTo>
                  <a:pt x="81974" y="1276485"/>
                </a:lnTo>
                <a:lnTo>
                  <a:pt x="82062" y="1264443"/>
                </a:lnTo>
                <a:lnTo>
                  <a:pt x="82166" y="1252400"/>
                </a:lnTo>
                <a:lnTo>
                  <a:pt x="82282" y="1240358"/>
                </a:lnTo>
                <a:lnTo>
                  <a:pt x="82405" y="1228316"/>
                </a:lnTo>
                <a:lnTo>
                  <a:pt x="82529" y="1216273"/>
                </a:lnTo>
                <a:lnTo>
                  <a:pt x="82648" y="1204231"/>
                </a:lnTo>
                <a:lnTo>
                  <a:pt x="82756" y="1192189"/>
                </a:lnTo>
                <a:lnTo>
                  <a:pt x="82847" y="1180146"/>
                </a:lnTo>
                <a:lnTo>
                  <a:pt x="82915" y="1168104"/>
                </a:lnTo>
                <a:lnTo>
                  <a:pt x="82951" y="1156062"/>
                </a:lnTo>
                <a:lnTo>
                  <a:pt x="82947" y="1144019"/>
                </a:lnTo>
                <a:lnTo>
                  <a:pt x="82894" y="1131977"/>
                </a:lnTo>
                <a:lnTo>
                  <a:pt x="82785" y="1119935"/>
                </a:lnTo>
                <a:lnTo>
                  <a:pt x="82609" y="1107893"/>
                </a:lnTo>
                <a:lnTo>
                  <a:pt x="82361" y="1095850"/>
                </a:lnTo>
                <a:lnTo>
                  <a:pt x="82038" y="1083808"/>
                </a:lnTo>
                <a:lnTo>
                  <a:pt x="81640" y="1071766"/>
                </a:lnTo>
                <a:lnTo>
                  <a:pt x="81176" y="1059723"/>
                </a:lnTo>
                <a:lnTo>
                  <a:pt x="80656" y="1047681"/>
                </a:lnTo>
                <a:lnTo>
                  <a:pt x="80102" y="1035639"/>
                </a:lnTo>
                <a:lnTo>
                  <a:pt x="79537" y="1023596"/>
                </a:lnTo>
                <a:lnTo>
                  <a:pt x="78990" y="1011554"/>
                </a:lnTo>
                <a:lnTo>
                  <a:pt x="78489" y="999512"/>
                </a:lnTo>
                <a:lnTo>
                  <a:pt x="78063" y="987469"/>
                </a:lnTo>
                <a:lnTo>
                  <a:pt x="77736" y="975427"/>
                </a:lnTo>
                <a:lnTo>
                  <a:pt x="77524" y="963385"/>
                </a:lnTo>
                <a:lnTo>
                  <a:pt x="77437" y="951343"/>
                </a:lnTo>
                <a:lnTo>
                  <a:pt x="77474" y="939300"/>
                </a:lnTo>
                <a:lnTo>
                  <a:pt x="77628" y="927258"/>
                </a:lnTo>
                <a:lnTo>
                  <a:pt x="77881" y="915216"/>
                </a:lnTo>
                <a:lnTo>
                  <a:pt x="78212" y="903173"/>
                </a:lnTo>
                <a:lnTo>
                  <a:pt x="78598" y="891131"/>
                </a:lnTo>
                <a:lnTo>
                  <a:pt x="79013" y="879089"/>
                </a:lnTo>
                <a:lnTo>
                  <a:pt x="79433" y="867046"/>
                </a:lnTo>
                <a:lnTo>
                  <a:pt x="79839" y="855004"/>
                </a:lnTo>
                <a:lnTo>
                  <a:pt x="80212" y="842962"/>
                </a:lnTo>
                <a:lnTo>
                  <a:pt x="80540" y="830919"/>
                </a:lnTo>
                <a:lnTo>
                  <a:pt x="80812" y="818877"/>
                </a:lnTo>
                <a:lnTo>
                  <a:pt x="81021" y="806835"/>
                </a:lnTo>
                <a:lnTo>
                  <a:pt x="81161" y="794792"/>
                </a:lnTo>
                <a:lnTo>
                  <a:pt x="81228" y="782750"/>
                </a:lnTo>
                <a:lnTo>
                  <a:pt x="81219" y="770708"/>
                </a:lnTo>
                <a:lnTo>
                  <a:pt x="81135" y="758666"/>
                </a:lnTo>
                <a:lnTo>
                  <a:pt x="80977" y="746623"/>
                </a:lnTo>
                <a:lnTo>
                  <a:pt x="80750" y="734581"/>
                </a:lnTo>
                <a:lnTo>
                  <a:pt x="80464" y="722539"/>
                </a:lnTo>
                <a:lnTo>
                  <a:pt x="80129" y="710496"/>
                </a:lnTo>
                <a:lnTo>
                  <a:pt x="79762" y="698454"/>
                </a:lnTo>
                <a:lnTo>
                  <a:pt x="79379" y="686412"/>
                </a:lnTo>
                <a:lnTo>
                  <a:pt x="78997" y="674369"/>
                </a:lnTo>
                <a:lnTo>
                  <a:pt x="78633" y="662327"/>
                </a:lnTo>
                <a:lnTo>
                  <a:pt x="78300" y="650285"/>
                </a:lnTo>
                <a:lnTo>
                  <a:pt x="78007" y="638242"/>
                </a:lnTo>
                <a:lnTo>
                  <a:pt x="77760" y="626200"/>
                </a:lnTo>
                <a:lnTo>
                  <a:pt x="77561" y="614158"/>
                </a:lnTo>
                <a:lnTo>
                  <a:pt x="77407" y="602116"/>
                </a:lnTo>
                <a:lnTo>
                  <a:pt x="77296" y="590073"/>
                </a:lnTo>
                <a:lnTo>
                  <a:pt x="77224" y="578031"/>
                </a:lnTo>
                <a:lnTo>
                  <a:pt x="77188" y="565989"/>
                </a:lnTo>
                <a:lnTo>
                  <a:pt x="77188" y="553946"/>
                </a:lnTo>
                <a:lnTo>
                  <a:pt x="77225" y="541904"/>
                </a:lnTo>
                <a:lnTo>
                  <a:pt x="77303" y="529862"/>
                </a:lnTo>
                <a:lnTo>
                  <a:pt x="77425" y="517819"/>
                </a:lnTo>
                <a:lnTo>
                  <a:pt x="77597" y="505777"/>
                </a:lnTo>
                <a:lnTo>
                  <a:pt x="77820" y="493735"/>
                </a:lnTo>
                <a:lnTo>
                  <a:pt x="78095" y="481692"/>
                </a:lnTo>
                <a:lnTo>
                  <a:pt x="78417" y="469650"/>
                </a:lnTo>
                <a:lnTo>
                  <a:pt x="78779" y="457608"/>
                </a:lnTo>
                <a:lnTo>
                  <a:pt x="79173" y="445565"/>
                </a:lnTo>
                <a:lnTo>
                  <a:pt x="79584" y="433523"/>
                </a:lnTo>
                <a:lnTo>
                  <a:pt x="80002" y="421481"/>
                </a:lnTo>
                <a:lnTo>
                  <a:pt x="80414" y="409439"/>
                </a:lnTo>
                <a:lnTo>
                  <a:pt x="80809" y="397396"/>
                </a:lnTo>
                <a:lnTo>
                  <a:pt x="81180" y="385354"/>
                </a:lnTo>
                <a:lnTo>
                  <a:pt x="81520" y="373312"/>
                </a:lnTo>
                <a:lnTo>
                  <a:pt x="81829" y="361269"/>
                </a:lnTo>
                <a:lnTo>
                  <a:pt x="82106" y="349227"/>
                </a:lnTo>
                <a:lnTo>
                  <a:pt x="82353" y="337185"/>
                </a:lnTo>
                <a:lnTo>
                  <a:pt x="82571" y="325142"/>
                </a:lnTo>
                <a:lnTo>
                  <a:pt x="82763" y="313100"/>
                </a:lnTo>
                <a:lnTo>
                  <a:pt x="82928" y="301058"/>
                </a:lnTo>
                <a:lnTo>
                  <a:pt x="83061" y="289015"/>
                </a:lnTo>
                <a:lnTo>
                  <a:pt x="83151" y="276973"/>
                </a:lnTo>
                <a:lnTo>
                  <a:pt x="83181" y="264931"/>
                </a:lnTo>
                <a:lnTo>
                  <a:pt x="83123" y="252889"/>
                </a:lnTo>
                <a:lnTo>
                  <a:pt x="82941" y="240846"/>
                </a:lnTo>
                <a:lnTo>
                  <a:pt x="82581" y="228804"/>
                </a:lnTo>
                <a:lnTo>
                  <a:pt x="81977" y="216762"/>
                </a:lnTo>
                <a:lnTo>
                  <a:pt x="81049" y="204719"/>
                </a:lnTo>
                <a:lnTo>
                  <a:pt x="79703" y="192677"/>
                </a:lnTo>
                <a:lnTo>
                  <a:pt x="77833" y="180635"/>
                </a:lnTo>
                <a:lnTo>
                  <a:pt x="75333" y="168592"/>
                </a:lnTo>
                <a:lnTo>
                  <a:pt x="72102" y="156550"/>
                </a:lnTo>
                <a:lnTo>
                  <a:pt x="68059" y="144508"/>
                </a:lnTo>
                <a:lnTo>
                  <a:pt x="63157" y="132465"/>
                </a:lnTo>
                <a:lnTo>
                  <a:pt x="57403" y="120423"/>
                </a:lnTo>
                <a:lnTo>
                  <a:pt x="50863" y="108381"/>
                </a:lnTo>
                <a:lnTo>
                  <a:pt x="43684" y="96338"/>
                </a:lnTo>
                <a:lnTo>
                  <a:pt x="36088" y="84296"/>
                </a:lnTo>
                <a:lnTo>
                  <a:pt x="28374" y="72254"/>
                </a:lnTo>
                <a:lnTo>
                  <a:pt x="20896" y="60212"/>
                </a:lnTo>
                <a:lnTo>
                  <a:pt x="14045" y="48169"/>
                </a:lnTo>
                <a:lnTo>
                  <a:pt x="8212" y="36127"/>
                </a:lnTo>
                <a:lnTo>
                  <a:pt x="3753" y="24085"/>
                </a:lnTo>
                <a:lnTo>
                  <a:pt x="954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32" y="12042"/>
                </a:lnTo>
                <a:lnTo>
                  <a:pt x="166033" y="24085"/>
                </a:lnTo>
                <a:lnTo>
                  <a:pt x="161574" y="36127"/>
                </a:lnTo>
                <a:lnTo>
                  <a:pt x="155741" y="48169"/>
                </a:lnTo>
                <a:lnTo>
                  <a:pt x="148890" y="60212"/>
                </a:lnTo>
                <a:lnTo>
                  <a:pt x="141413" y="72254"/>
                </a:lnTo>
                <a:lnTo>
                  <a:pt x="133698" y="84296"/>
                </a:lnTo>
                <a:lnTo>
                  <a:pt x="126103" y="96338"/>
                </a:lnTo>
                <a:lnTo>
                  <a:pt x="118923" y="108381"/>
                </a:lnTo>
                <a:lnTo>
                  <a:pt x="112384" y="120423"/>
                </a:lnTo>
                <a:lnTo>
                  <a:pt x="106629" y="132465"/>
                </a:lnTo>
                <a:lnTo>
                  <a:pt x="101728" y="144508"/>
                </a:lnTo>
                <a:lnTo>
                  <a:pt x="97685" y="156550"/>
                </a:lnTo>
                <a:lnTo>
                  <a:pt x="94454" y="168592"/>
                </a:lnTo>
                <a:lnTo>
                  <a:pt x="91954" y="180635"/>
                </a:lnTo>
                <a:lnTo>
                  <a:pt x="90084" y="192677"/>
                </a:lnTo>
                <a:lnTo>
                  <a:pt x="88737" y="204719"/>
                </a:lnTo>
                <a:lnTo>
                  <a:pt x="87809" y="216762"/>
                </a:lnTo>
                <a:lnTo>
                  <a:pt x="87206" y="228804"/>
                </a:lnTo>
                <a:lnTo>
                  <a:pt x="86846" y="240846"/>
                </a:lnTo>
                <a:lnTo>
                  <a:pt x="86663" y="252889"/>
                </a:lnTo>
                <a:lnTo>
                  <a:pt x="86606" y="264931"/>
                </a:lnTo>
                <a:lnTo>
                  <a:pt x="86636" y="276973"/>
                </a:lnTo>
                <a:lnTo>
                  <a:pt x="86726" y="289015"/>
                </a:lnTo>
                <a:lnTo>
                  <a:pt x="86858" y="301058"/>
                </a:lnTo>
                <a:lnTo>
                  <a:pt x="87023" y="313100"/>
                </a:lnTo>
                <a:lnTo>
                  <a:pt x="87215" y="325142"/>
                </a:lnTo>
                <a:lnTo>
                  <a:pt x="87434" y="337185"/>
                </a:lnTo>
                <a:lnTo>
                  <a:pt x="87681" y="349227"/>
                </a:lnTo>
                <a:lnTo>
                  <a:pt x="87958" y="361269"/>
                </a:lnTo>
                <a:lnTo>
                  <a:pt x="88266" y="373312"/>
                </a:lnTo>
                <a:lnTo>
                  <a:pt x="88607" y="385354"/>
                </a:lnTo>
                <a:lnTo>
                  <a:pt x="88977" y="397396"/>
                </a:lnTo>
                <a:lnTo>
                  <a:pt x="89373" y="409439"/>
                </a:lnTo>
                <a:lnTo>
                  <a:pt x="89784" y="421481"/>
                </a:lnTo>
                <a:lnTo>
                  <a:pt x="90202" y="433523"/>
                </a:lnTo>
                <a:lnTo>
                  <a:pt x="90614" y="445565"/>
                </a:lnTo>
                <a:lnTo>
                  <a:pt x="91007" y="457608"/>
                </a:lnTo>
                <a:lnTo>
                  <a:pt x="91370" y="469650"/>
                </a:lnTo>
                <a:lnTo>
                  <a:pt x="91692" y="481692"/>
                </a:lnTo>
                <a:lnTo>
                  <a:pt x="91966" y="493735"/>
                </a:lnTo>
                <a:lnTo>
                  <a:pt x="92189" y="505777"/>
                </a:lnTo>
                <a:lnTo>
                  <a:pt x="92361" y="517819"/>
                </a:lnTo>
                <a:lnTo>
                  <a:pt x="92484" y="529862"/>
                </a:lnTo>
                <a:lnTo>
                  <a:pt x="92561" y="541904"/>
                </a:lnTo>
                <a:lnTo>
                  <a:pt x="92598" y="553946"/>
                </a:lnTo>
                <a:lnTo>
                  <a:pt x="92598" y="565989"/>
                </a:lnTo>
                <a:lnTo>
                  <a:pt x="92562" y="578031"/>
                </a:lnTo>
                <a:lnTo>
                  <a:pt x="92490" y="590073"/>
                </a:lnTo>
                <a:lnTo>
                  <a:pt x="92379" y="602116"/>
                </a:lnTo>
                <a:lnTo>
                  <a:pt x="92226" y="614158"/>
                </a:lnTo>
                <a:lnTo>
                  <a:pt x="92026" y="626200"/>
                </a:lnTo>
                <a:lnTo>
                  <a:pt x="91780" y="638242"/>
                </a:lnTo>
                <a:lnTo>
                  <a:pt x="91487" y="650285"/>
                </a:lnTo>
                <a:lnTo>
                  <a:pt x="91154" y="662327"/>
                </a:lnTo>
                <a:lnTo>
                  <a:pt x="90789" y="674369"/>
                </a:lnTo>
                <a:lnTo>
                  <a:pt x="90408" y="686412"/>
                </a:lnTo>
                <a:lnTo>
                  <a:pt x="90025" y="698454"/>
                </a:lnTo>
                <a:lnTo>
                  <a:pt x="89657" y="710496"/>
                </a:lnTo>
                <a:lnTo>
                  <a:pt x="89323" y="722539"/>
                </a:lnTo>
                <a:lnTo>
                  <a:pt x="89036" y="734581"/>
                </a:lnTo>
                <a:lnTo>
                  <a:pt x="88810" y="746623"/>
                </a:lnTo>
                <a:lnTo>
                  <a:pt x="88651" y="758666"/>
                </a:lnTo>
                <a:lnTo>
                  <a:pt x="88567" y="770708"/>
                </a:lnTo>
                <a:lnTo>
                  <a:pt x="88559" y="782750"/>
                </a:lnTo>
                <a:lnTo>
                  <a:pt x="88626" y="794792"/>
                </a:lnTo>
                <a:lnTo>
                  <a:pt x="88766" y="806835"/>
                </a:lnTo>
                <a:lnTo>
                  <a:pt x="88974" y="818877"/>
                </a:lnTo>
                <a:lnTo>
                  <a:pt x="89247" y="830919"/>
                </a:lnTo>
                <a:lnTo>
                  <a:pt x="89574" y="842962"/>
                </a:lnTo>
                <a:lnTo>
                  <a:pt x="89948" y="855004"/>
                </a:lnTo>
                <a:lnTo>
                  <a:pt x="90353" y="867046"/>
                </a:lnTo>
                <a:lnTo>
                  <a:pt x="90774" y="879089"/>
                </a:lnTo>
                <a:lnTo>
                  <a:pt x="91188" y="891131"/>
                </a:lnTo>
                <a:lnTo>
                  <a:pt x="91574" y="903173"/>
                </a:lnTo>
                <a:lnTo>
                  <a:pt x="91906" y="915216"/>
                </a:lnTo>
                <a:lnTo>
                  <a:pt x="92159" y="927258"/>
                </a:lnTo>
                <a:lnTo>
                  <a:pt x="92312" y="939300"/>
                </a:lnTo>
                <a:lnTo>
                  <a:pt x="92350" y="951343"/>
                </a:lnTo>
                <a:lnTo>
                  <a:pt x="92262" y="963385"/>
                </a:lnTo>
                <a:lnTo>
                  <a:pt x="92051" y="975427"/>
                </a:lnTo>
                <a:lnTo>
                  <a:pt x="91723" y="987469"/>
                </a:lnTo>
                <a:lnTo>
                  <a:pt x="91297" y="999512"/>
                </a:lnTo>
                <a:lnTo>
                  <a:pt x="90797" y="1011554"/>
                </a:lnTo>
                <a:lnTo>
                  <a:pt x="90249" y="1023596"/>
                </a:lnTo>
                <a:lnTo>
                  <a:pt x="89684" y="1035639"/>
                </a:lnTo>
                <a:lnTo>
                  <a:pt x="89130" y="1047681"/>
                </a:lnTo>
                <a:lnTo>
                  <a:pt x="88611" y="1059723"/>
                </a:lnTo>
                <a:lnTo>
                  <a:pt x="88146" y="1071766"/>
                </a:lnTo>
                <a:lnTo>
                  <a:pt x="87749" y="1083808"/>
                </a:lnTo>
                <a:lnTo>
                  <a:pt x="87425" y="1095850"/>
                </a:lnTo>
                <a:lnTo>
                  <a:pt x="87178" y="1107893"/>
                </a:lnTo>
                <a:lnTo>
                  <a:pt x="87002" y="1119935"/>
                </a:lnTo>
                <a:lnTo>
                  <a:pt x="86892" y="1131977"/>
                </a:lnTo>
                <a:lnTo>
                  <a:pt x="86840" y="1144019"/>
                </a:lnTo>
                <a:lnTo>
                  <a:pt x="86836" y="1156062"/>
                </a:lnTo>
                <a:lnTo>
                  <a:pt x="86872" y="1168104"/>
                </a:lnTo>
                <a:lnTo>
                  <a:pt x="86939" y="1180146"/>
                </a:lnTo>
                <a:lnTo>
                  <a:pt x="87030" y="1192189"/>
                </a:lnTo>
                <a:lnTo>
                  <a:pt x="87139" y="1204231"/>
                </a:lnTo>
                <a:lnTo>
                  <a:pt x="87258" y="1216273"/>
                </a:lnTo>
                <a:lnTo>
                  <a:pt x="87382" y="1228316"/>
                </a:lnTo>
                <a:lnTo>
                  <a:pt x="87504" y="1240358"/>
                </a:lnTo>
                <a:lnTo>
                  <a:pt x="87620" y="1252400"/>
                </a:lnTo>
                <a:lnTo>
                  <a:pt x="87725" y="1264443"/>
                </a:lnTo>
                <a:lnTo>
                  <a:pt x="87813" y="1276485"/>
                </a:lnTo>
                <a:lnTo>
                  <a:pt x="87882" y="1288527"/>
                </a:lnTo>
                <a:lnTo>
                  <a:pt x="87929" y="1300569"/>
                </a:lnTo>
                <a:lnTo>
                  <a:pt x="87955" y="1312612"/>
                </a:lnTo>
                <a:lnTo>
                  <a:pt x="87959" y="1324654"/>
                </a:lnTo>
                <a:lnTo>
                  <a:pt x="87945" y="1336696"/>
                </a:lnTo>
                <a:lnTo>
                  <a:pt x="87913" y="1348739"/>
                </a:lnTo>
                <a:lnTo>
                  <a:pt x="87868" y="1360781"/>
                </a:lnTo>
                <a:lnTo>
                  <a:pt x="87812" y="1372823"/>
                </a:lnTo>
                <a:lnTo>
                  <a:pt x="87749" y="1384866"/>
                </a:lnTo>
                <a:lnTo>
                  <a:pt x="87680" y="1396908"/>
                </a:lnTo>
                <a:lnTo>
                  <a:pt x="87607" y="1408950"/>
                </a:lnTo>
                <a:lnTo>
                  <a:pt x="87531" y="1420993"/>
                </a:lnTo>
                <a:lnTo>
                  <a:pt x="87454" y="1433035"/>
                </a:lnTo>
                <a:lnTo>
                  <a:pt x="87376" y="1445077"/>
                </a:lnTo>
                <a:lnTo>
                  <a:pt x="87296" y="1457120"/>
                </a:lnTo>
                <a:lnTo>
                  <a:pt x="87215" y="1469162"/>
                </a:lnTo>
                <a:lnTo>
                  <a:pt x="87134" y="1481204"/>
                </a:lnTo>
                <a:lnTo>
                  <a:pt x="87051" y="1493246"/>
                </a:lnTo>
                <a:lnTo>
                  <a:pt x="86968" y="1505289"/>
                </a:lnTo>
                <a:lnTo>
                  <a:pt x="86886" y="1517331"/>
                </a:lnTo>
                <a:lnTo>
                  <a:pt x="86804" y="1529373"/>
                </a:lnTo>
                <a:lnTo>
                  <a:pt x="86725" y="1541416"/>
                </a:lnTo>
                <a:lnTo>
                  <a:pt x="86649" y="1553458"/>
                </a:lnTo>
                <a:lnTo>
                  <a:pt x="86579" y="1565500"/>
                </a:lnTo>
                <a:lnTo>
                  <a:pt x="86516" y="1577543"/>
                </a:lnTo>
                <a:lnTo>
                  <a:pt x="86462" y="1589585"/>
                </a:lnTo>
                <a:lnTo>
                  <a:pt x="86417" y="1601627"/>
                </a:lnTo>
                <a:lnTo>
                  <a:pt x="86384" y="1613670"/>
                </a:lnTo>
                <a:lnTo>
                  <a:pt x="86363" y="1625712"/>
                </a:lnTo>
                <a:lnTo>
                  <a:pt x="86356" y="1637754"/>
                </a:lnTo>
                <a:lnTo>
                  <a:pt x="86369" y="1649796"/>
                </a:lnTo>
                <a:lnTo>
                  <a:pt x="86408" y="1661839"/>
                </a:lnTo>
                <a:lnTo>
                  <a:pt x="86485" y="1673881"/>
                </a:lnTo>
                <a:lnTo>
                  <a:pt x="86618" y="1685923"/>
                </a:lnTo>
                <a:lnTo>
                  <a:pt x="86833" y="1697966"/>
                </a:lnTo>
                <a:lnTo>
                  <a:pt x="87165" y="1710008"/>
                </a:lnTo>
                <a:lnTo>
                  <a:pt x="87658" y="1722050"/>
                </a:lnTo>
                <a:lnTo>
                  <a:pt x="88364" y="1734093"/>
                </a:lnTo>
                <a:lnTo>
                  <a:pt x="89344" y="1746135"/>
                </a:lnTo>
                <a:lnTo>
                  <a:pt x="90658" y="1758177"/>
                </a:lnTo>
                <a:lnTo>
                  <a:pt x="92366" y="1770220"/>
                </a:lnTo>
                <a:lnTo>
                  <a:pt x="94516" y="1782262"/>
                </a:lnTo>
                <a:lnTo>
                  <a:pt x="97136" y="1794304"/>
                </a:lnTo>
                <a:lnTo>
                  <a:pt x="100226" y="1806347"/>
                </a:lnTo>
                <a:lnTo>
                  <a:pt x="103752" y="1818389"/>
                </a:lnTo>
                <a:lnTo>
                  <a:pt x="107635" y="1830431"/>
                </a:lnTo>
                <a:lnTo>
                  <a:pt x="111753" y="1842473"/>
                </a:lnTo>
                <a:lnTo>
                  <a:pt x="115944" y="1854516"/>
                </a:lnTo>
                <a:lnTo>
                  <a:pt x="120012" y="1866558"/>
                </a:lnTo>
                <a:lnTo>
                  <a:pt x="123744" y="1878600"/>
                </a:lnTo>
                <a:lnTo>
                  <a:pt x="126923" y="1890643"/>
                </a:lnTo>
                <a:lnTo>
                  <a:pt x="129355" y="1902685"/>
                </a:lnTo>
                <a:lnTo>
                  <a:pt x="130882" y="1914727"/>
                </a:lnTo>
                <a:lnTo>
                  <a:pt x="131403" y="1926770"/>
                </a:lnTo>
                <a:lnTo>
                  <a:pt x="131403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900" name="data_7651">
            <a:extLst>
              <a:ext uri="{FF2B5EF4-FFF2-40B4-BE49-F238E27FC236}">
                <a16:creationId xmlns:a16="http://schemas.microsoft.com/office/drawing/2014/main" id="{D1107085-6851-4DE1-894C-9007DEC67BA4}"/>
              </a:ext>
            </a:extLst>
          </p:cNvPr>
          <p:cNvSpPr>
            <a:spLocks noGrp="1"/>
          </p:cNvSpPr>
          <p:nvPr/>
        </p:nvSpPr>
        <p:spPr>
          <a:xfrm>
            <a:off x="8458231" y="5003409"/>
            <a:ext cx="169787" cy="1926770"/>
          </a:xfrm>
          <a:custGeom>
            <a:pathLst>
              <a:path w="169787" h="1926770">
                <a:moveTo>
                  <a:pt x="169787" y="1926770"/>
                </a:moveTo>
                <a:lnTo>
                  <a:pt x="0" y="1926770"/>
                </a:lnTo>
                <a:lnTo>
                  <a:pt x="894" y="1914727"/>
                </a:lnTo>
                <a:lnTo>
                  <a:pt x="3514" y="1902685"/>
                </a:lnTo>
                <a:lnTo>
                  <a:pt x="7685" y="1890643"/>
                </a:lnTo>
                <a:lnTo>
                  <a:pt x="13135" y="1878600"/>
                </a:lnTo>
                <a:lnTo>
                  <a:pt x="19525" y="1866558"/>
                </a:lnTo>
                <a:lnTo>
                  <a:pt x="26483" y="1854516"/>
                </a:lnTo>
                <a:lnTo>
                  <a:pt x="33642" y="1842473"/>
                </a:lnTo>
                <a:lnTo>
                  <a:pt x="40667" y="1830431"/>
                </a:lnTo>
                <a:lnTo>
                  <a:pt x="47280" y="1818389"/>
                </a:lnTo>
                <a:lnTo>
                  <a:pt x="53276" y="1806347"/>
                </a:lnTo>
                <a:lnTo>
                  <a:pt x="58528" y="1794304"/>
                </a:lnTo>
                <a:lnTo>
                  <a:pt x="62980" y="1782262"/>
                </a:lnTo>
                <a:lnTo>
                  <a:pt x="66641" y="1770220"/>
                </a:lnTo>
                <a:lnTo>
                  <a:pt x="69569" y="1758177"/>
                </a:lnTo>
                <a:lnTo>
                  <a:pt x="71854" y="1746135"/>
                </a:lnTo>
                <a:lnTo>
                  <a:pt x="73605" y="1734093"/>
                </a:lnTo>
                <a:lnTo>
                  <a:pt x="74935" y="1722050"/>
                </a:lnTo>
                <a:lnTo>
                  <a:pt x="75951" y="1710008"/>
                </a:lnTo>
                <a:lnTo>
                  <a:pt x="76746" y="1697966"/>
                </a:lnTo>
                <a:lnTo>
                  <a:pt x="77399" y="1685923"/>
                </a:lnTo>
                <a:lnTo>
                  <a:pt x="77969" y="1673881"/>
                </a:lnTo>
                <a:lnTo>
                  <a:pt x="78497" y="1661839"/>
                </a:lnTo>
                <a:lnTo>
                  <a:pt x="79011" y="1649796"/>
                </a:lnTo>
                <a:lnTo>
                  <a:pt x="79522" y="1637754"/>
                </a:lnTo>
                <a:lnTo>
                  <a:pt x="80032" y="1625712"/>
                </a:lnTo>
                <a:lnTo>
                  <a:pt x="80538" y="1613670"/>
                </a:lnTo>
                <a:lnTo>
                  <a:pt x="81029" y="1601627"/>
                </a:lnTo>
                <a:lnTo>
                  <a:pt x="81495" y="1589585"/>
                </a:lnTo>
                <a:lnTo>
                  <a:pt x="81924" y="1577543"/>
                </a:lnTo>
                <a:lnTo>
                  <a:pt x="82306" y="1565500"/>
                </a:lnTo>
                <a:lnTo>
                  <a:pt x="82634" y="1553458"/>
                </a:lnTo>
                <a:lnTo>
                  <a:pt x="82904" y="1541416"/>
                </a:lnTo>
                <a:lnTo>
                  <a:pt x="83115" y="1529373"/>
                </a:lnTo>
                <a:lnTo>
                  <a:pt x="83268" y="1517331"/>
                </a:lnTo>
                <a:lnTo>
                  <a:pt x="83368" y="1505289"/>
                </a:lnTo>
                <a:lnTo>
                  <a:pt x="83419" y="1493246"/>
                </a:lnTo>
                <a:lnTo>
                  <a:pt x="83426" y="1481204"/>
                </a:lnTo>
                <a:lnTo>
                  <a:pt x="83394" y="1469162"/>
                </a:lnTo>
                <a:lnTo>
                  <a:pt x="83326" y="1457120"/>
                </a:lnTo>
                <a:lnTo>
                  <a:pt x="83223" y="1445077"/>
                </a:lnTo>
                <a:lnTo>
                  <a:pt x="83087" y="1433035"/>
                </a:lnTo>
                <a:lnTo>
                  <a:pt x="82917" y="1420993"/>
                </a:lnTo>
                <a:lnTo>
                  <a:pt x="82711" y="1408950"/>
                </a:lnTo>
                <a:lnTo>
                  <a:pt x="82469" y="1396908"/>
                </a:lnTo>
                <a:lnTo>
                  <a:pt x="82194" y="1384866"/>
                </a:lnTo>
                <a:lnTo>
                  <a:pt x="81891" y="1372823"/>
                </a:lnTo>
                <a:lnTo>
                  <a:pt x="81568" y="1360781"/>
                </a:lnTo>
                <a:lnTo>
                  <a:pt x="81237" y="1348739"/>
                </a:lnTo>
                <a:lnTo>
                  <a:pt x="80913" y="1336696"/>
                </a:lnTo>
                <a:lnTo>
                  <a:pt x="80613" y="1324654"/>
                </a:lnTo>
                <a:lnTo>
                  <a:pt x="80354" y="1312612"/>
                </a:lnTo>
                <a:lnTo>
                  <a:pt x="80153" y="1300569"/>
                </a:lnTo>
                <a:lnTo>
                  <a:pt x="80023" y="1288527"/>
                </a:lnTo>
                <a:lnTo>
                  <a:pt x="79973" y="1276485"/>
                </a:lnTo>
                <a:lnTo>
                  <a:pt x="80004" y="1264443"/>
                </a:lnTo>
                <a:lnTo>
                  <a:pt x="80115" y="1252400"/>
                </a:lnTo>
                <a:lnTo>
                  <a:pt x="80295" y="1240358"/>
                </a:lnTo>
                <a:lnTo>
                  <a:pt x="80530" y="1228316"/>
                </a:lnTo>
                <a:lnTo>
                  <a:pt x="80801" y="1216273"/>
                </a:lnTo>
                <a:lnTo>
                  <a:pt x="81088" y="1204231"/>
                </a:lnTo>
                <a:lnTo>
                  <a:pt x="81370" y="1192189"/>
                </a:lnTo>
                <a:lnTo>
                  <a:pt x="81624" y="1180146"/>
                </a:lnTo>
                <a:lnTo>
                  <a:pt x="81832" y="1168104"/>
                </a:lnTo>
                <a:lnTo>
                  <a:pt x="81976" y="1156062"/>
                </a:lnTo>
                <a:lnTo>
                  <a:pt x="82044" y="1144019"/>
                </a:lnTo>
                <a:lnTo>
                  <a:pt x="82024" y="1131977"/>
                </a:lnTo>
                <a:lnTo>
                  <a:pt x="81910" y="1119935"/>
                </a:lnTo>
                <a:lnTo>
                  <a:pt x="81698" y="1107893"/>
                </a:lnTo>
                <a:lnTo>
                  <a:pt x="81389" y="1095850"/>
                </a:lnTo>
                <a:lnTo>
                  <a:pt x="80988" y="1083808"/>
                </a:lnTo>
                <a:lnTo>
                  <a:pt x="80506" y="1071766"/>
                </a:lnTo>
                <a:lnTo>
                  <a:pt x="79961" y="1059723"/>
                </a:lnTo>
                <a:lnTo>
                  <a:pt x="79373" y="1047681"/>
                </a:lnTo>
                <a:lnTo>
                  <a:pt x="78770" y="1035639"/>
                </a:lnTo>
                <a:lnTo>
                  <a:pt x="78186" y="1023596"/>
                </a:lnTo>
                <a:lnTo>
                  <a:pt x="77653" y="1011554"/>
                </a:lnTo>
                <a:lnTo>
                  <a:pt x="77206" y="999512"/>
                </a:lnTo>
                <a:lnTo>
                  <a:pt x="76874" y="987469"/>
                </a:lnTo>
                <a:lnTo>
                  <a:pt x="76683" y="975427"/>
                </a:lnTo>
                <a:lnTo>
                  <a:pt x="76645" y="963385"/>
                </a:lnTo>
                <a:lnTo>
                  <a:pt x="76766" y="951343"/>
                </a:lnTo>
                <a:lnTo>
                  <a:pt x="77035" y="939300"/>
                </a:lnTo>
                <a:lnTo>
                  <a:pt x="77435" y="927258"/>
                </a:lnTo>
                <a:lnTo>
                  <a:pt x="77936" y="915216"/>
                </a:lnTo>
                <a:lnTo>
                  <a:pt x="78504" y="903173"/>
                </a:lnTo>
                <a:lnTo>
                  <a:pt x="79101" y="891131"/>
                </a:lnTo>
                <a:lnTo>
                  <a:pt x="79690" y="879089"/>
                </a:lnTo>
                <a:lnTo>
                  <a:pt x="80238" y="867046"/>
                </a:lnTo>
                <a:lnTo>
                  <a:pt x="80718" y="855004"/>
                </a:lnTo>
                <a:lnTo>
                  <a:pt x="81111" y="842962"/>
                </a:lnTo>
                <a:lnTo>
                  <a:pt x="81409" y="830919"/>
                </a:lnTo>
                <a:lnTo>
                  <a:pt x="81609" y="818877"/>
                </a:lnTo>
                <a:lnTo>
                  <a:pt x="81719" y="806835"/>
                </a:lnTo>
                <a:lnTo>
                  <a:pt x="81750" y="794792"/>
                </a:lnTo>
                <a:lnTo>
                  <a:pt x="81718" y="782750"/>
                </a:lnTo>
                <a:lnTo>
                  <a:pt x="81642" y="770708"/>
                </a:lnTo>
                <a:lnTo>
                  <a:pt x="81540" y="758666"/>
                </a:lnTo>
                <a:lnTo>
                  <a:pt x="81428" y="746623"/>
                </a:lnTo>
                <a:lnTo>
                  <a:pt x="81322" y="734581"/>
                </a:lnTo>
                <a:lnTo>
                  <a:pt x="81233" y="722539"/>
                </a:lnTo>
                <a:lnTo>
                  <a:pt x="81168" y="710496"/>
                </a:lnTo>
                <a:lnTo>
                  <a:pt x="81131" y="698454"/>
                </a:lnTo>
                <a:lnTo>
                  <a:pt x="81124" y="686412"/>
                </a:lnTo>
                <a:lnTo>
                  <a:pt x="81144" y="674369"/>
                </a:lnTo>
                <a:lnTo>
                  <a:pt x="81188" y="662327"/>
                </a:lnTo>
                <a:lnTo>
                  <a:pt x="81249" y="650285"/>
                </a:lnTo>
                <a:lnTo>
                  <a:pt x="81321" y="638242"/>
                </a:lnTo>
                <a:lnTo>
                  <a:pt x="81399" y="626200"/>
                </a:lnTo>
                <a:lnTo>
                  <a:pt x="81477" y="614158"/>
                </a:lnTo>
                <a:lnTo>
                  <a:pt x="81550" y="602116"/>
                </a:lnTo>
                <a:lnTo>
                  <a:pt x="81616" y="590073"/>
                </a:lnTo>
                <a:lnTo>
                  <a:pt x="81673" y="578031"/>
                </a:lnTo>
                <a:lnTo>
                  <a:pt x="81723" y="565989"/>
                </a:lnTo>
                <a:lnTo>
                  <a:pt x="81767" y="553946"/>
                </a:lnTo>
                <a:lnTo>
                  <a:pt x="81809" y="541904"/>
                </a:lnTo>
                <a:lnTo>
                  <a:pt x="81853" y="529862"/>
                </a:lnTo>
                <a:lnTo>
                  <a:pt x="81905" y="517819"/>
                </a:lnTo>
                <a:lnTo>
                  <a:pt x="81968" y="505777"/>
                </a:lnTo>
                <a:lnTo>
                  <a:pt x="82046" y="493735"/>
                </a:lnTo>
                <a:lnTo>
                  <a:pt x="82140" y="481692"/>
                </a:lnTo>
                <a:lnTo>
                  <a:pt x="82249" y="469650"/>
                </a:lnTo>
                <a:lnTo>
                  <a:pt x="82373" y="457608"/>
                </a:lnTo>
                <a:lnTo>
                  <a:pt x="82506" y="445565"/>
                </a:lnTo>
                <a:lnTo>
                  <a:pt x="82645" y="433523"/>
                </a:lnTo>
                <a:lnTo>
                  <a:pt x="82784" y="421481"/>
                </a:lnTo>
                <a:lnTo>
                  <a:pt x="82918" y="409439"/>
                </a:lnTo>
                <a:lnTo>
                  <a:pt x="83044" y="397396"/>
                </a:lnTo>
                <a:lnTo>
                  <a:pt x="83159" y="385354"/>
                </a:lnTo>
                <a:lnTo>
                  <a:pt x="83263" y="373312"/>
                </a:lnTo>
                <a:lnTo>
                  <a:pt x="83356" y="361269"/>
                </a:lnTo>
                <a:lnTo>
                  <a:pt x="83441" y="349227"/>
                </a:lnTo>
                <a:lnTo>
                  <a:pt x="83521" y="337185"/>
                </a:lnTo>
                <a:lnTo>
                  <a:pt x="83597" y="325142"/>
                </a:lnTo>
                <a:lnTo>
                  <a:pt x="83672" y="313100"/>
                </a:lnTo>
                <a:lnTo>
                  <a:pt x="83744" y="301058"/>
                </a:lnTo>
                <a:lnTo>
                  <a:pt x="83811" y="289015"/>
                </a:lnTo>
                <a:lnTo>
                  <a:pt x="83867" y="276973"/>
                </a:lnTo>
                <a:lnTo>
                  <a:pt x="83901" y="264931"/>
                </a:lnTo>
                <a:lnTo>
                  <a:pt x="83898" y="252889"/>
                </a:lnTo>
                <a:lnTo>
                  <a:pt x="83838" y="240846"/>
                </a:lnTo>
                <a:lnTo>
                  <a:pt x="83695" y="228804"/>
                </a:lnTo>
                <a:lnTo>
                  <a:pt x="83437" y="216762"/>
                </a:lnTo>
                <a:lnTo>
                  <a:pt x="83023" y="204719"/>
                </a:lnTo>
                <a:lnTo>
                  <a:pt x="82411" y="192677"/>
                </a:lnTo>
                <a:lnTo>
                  <a:pt x="81552" y="180635"/>
                </a:lnTo>
                <a:lnTo>
                  <a:pt x="80396" y="168592"/>
                </a:lnTo>
                <a:lnTo>
                  <a:pt x="78898" y="156550"/>
                </a:lnTo>
                <a:lnTo>
                  <a:pt x="77020" y="144508"/>
                </a:lnTo>
                <a:lnTo>
                  <a:pt x="74744" y="132465"/>
                </a:lnTo>
                <a:lnTo>
                  <a:pt x="72072" y="120423"/>
                </a:lnTo>
                <a:lnTo>
                  <a:pt x="69037" y="108381"/>
                </a:lnTo>
                <a:lnTo>
                  <a:pt x="65708" y="96338"/>
                </a:lnTo>
                <a:lnTo>
                  <a:pt x="62187" y="84296"/>
                </a:lnTo>
                <a:lnTo>
                  <a:pt x="58614" y="72254"/>
                </a:lnTo>
                <a:lnTo>
                  <a:pt x="55153" y="60212"/>
                </a:lnTo>
                <a:lnTo>
                  <a:pt x="51983" y="48169"/>
                </a:lnTo>
                <a:lnTo>
                  <a:pt x="49285" y="36127"/>
                </a:lnTo>
                <a:lnTo>
                  <a:pt x="47223" y="24085"/>
                </a:lnTo>
                <a:lnTo>
                  <a:pt x="45929" y="12042"/>
                </a:lnTo>
                <a:lnTo>
                  <a:pt x="45487" y="0"/>
                </a:lnTo>
                <a:lnTo>
                  <a:pt x="124299" y="0"/>
                </a:lnTo>
                <a:lnTo>
                  <a:pt x="124299" y="0"/>
                </a:lnTo>
                <a:lnTo>
                  <a:pt x="123858" y="12042"/>
                </a:lnTo>
                <a:lnTo>
                  <a:pt x="122564" y="24085"/>
                </a:lnTo>
                <a:lnTo>
                  <a:pt x="120502" y="36127"/>
                </a:lnTo>
                <a:lnTo>
                  <a:pt x="117804" y="48169"/>
                </a:lnTo>
                <a:lnTo>
                  <a:pt x="114634" y="60212"/>
                </a:lnTo>
                <a:lnTo>
                  <a:pt x="111172" y="72254"/>
                </a:lnTo>
                <a:lnTo>
                  <a:pt x="107599" y="84296"/>
                </a:lnTo>
                <a:lnTo>
                  <a:pt x="104079" y="96338"/>
                </a:lnTo>
                <a:lnTo>
                  <a:pt x="100749" y="108381"/>
                </a:lnTo>
                <a:lnTo>
                  <a:pt x="97715" y="120423"/>
                </a:lnTo>
                <a:lnTo>
                  <a:pt x="95042" y="132465"/>
                </a:lnTo>
                <a:lnTo>
                  <a:pt x="92766" y="144508"/>
                </a:lnTo>
                <a:lnTo>
                  <a:pt x="90889" y="156550"/>
                </a:lnTo>
                <a:lnTo>
                  <a:pt x="89391" y="168592"/>
                </a:lnTo>
                <a:lnTo>
                  <a:pt x="88235" y="180635"/>
                </a:lnTo>
                <a:lnTo>
                  <a:pt x="87375" y="192677"/>
                </a:lnTo>
                <a:lnTo>
                  <a:pt x="86763" y="204719"/>
                </a:lnTo>
                <a:lnTo>
                  <a:pt x="86350" y="216762"/>
                </a:lnTo>
                <a:lnTo>
                  <a:pt x="86091" y="228804"/>
                </a:lnTo>
                <a:lnTo>
                  <a:pt x="85948" y="240846"/>
                </a:lnTo>
                <a:lnTo>
                  <a:pt x="85888" y="252889"/>
                </a:lnTo>
                <a:lnTo>
                  <a:pt x="85886" y="264931"/>
                </a:lnTo>
                <a:lnTo>
                  <a:pt x="85919" y="276973"/>
                </a:lnTo>
                <a:lnTo>
                  <a:pt x="85975" y="289015"/>
                </a:lnTo>
                <a:lnTo>
                  <a:pt x="86042" y="301058"/>
                </a:lnTo>
                <a:lnTo>
                  <a:pt x="86115" y="313100"/>
                </a:lnTo>
                <a:lnTo>
                  <a:pt x="86189" y="325142"/>
                </a:lnTo>
                <a:lnTo>
                  <a:pt x="86266" y="337185"/>
                </a:lnTo>
                <a:lnTo>
                  <a:pt x="86345" y="349227"/>
                </a:lnTo>
                <a:lnTo>
                  <a:pt x="86430" y="361269"/>
                </a:lnTo>
                <a:lnTo>
                  <a:pt x="86524" y="373312"/>
                </a:lnTo>
                <a:lnTo>
                  <a:pt x="86628" y="385354"/>
                </a:lnTo>
                <a:lnTo>
                  <a:pt x="86743" y="397396"/>
                </a:lnTo>
                <a:lnTo>
                  <a:pt x="86869" y="409439"/>
                </a:lnTo>
                <a:lnTo>
                  <a:pt x="87003" y="421481"/>
                </a:lnTo>
                <a:lnTo>
                  <a:pt x="87142" y="433523"/>
                </a:lnTo>
                <a:lnTo>
                  <a:pt x="87280" y="445565"/>
                </a:lnTo>
                <a:lnTo>
                  <a:pt x="87414" y="457608"/>
                </a:lnTo>
                <a:lnTo>
                  <a:pt x="87537" y="469650"/>
                </a:lnTo>
                <a:lnTo>
                  <a:pt x="87647" y="481692"/>
                </a:lnTo>
                <a:lnTo>
                  <a:pt x="87740" y="493735"/>
                </a:lnTo>
                <a:lnTo>
                  <a:pt x="87818" y="505777"/>
                </a:lnTo>
                <a:lnTo>
                  <a:pt x="87881" y="517819"/>
                </a:lnTo>
                <a:lnTo>
                  <a:pt x="87933" y="529862"/>
                </a:lnTo>
                <a:lnTo>
                  <a:pt x="87978" y="541904"/>
                </a:lnTo>
                <a:lnTo>
                  <a:pt x="88020" y="553946"/>
                </a:lnTo>
                <a:lnTo>
                  <a:pt x="88064" y="565989"/>
                </a:lnTo>
                <a:lnTo>
                  <a:pt x="88113" y="578031"/>
                </a:lnTo>
                <a:lnTo>
                  <a:pt x="88171" y="590073"/>
                </a:lnTo>
                <a:lnTo>
                  <a:pt x="88236" y="602116"/>
                </a:lnTo>
                <a:lnTo>
                  <a:pt x="88309" y="614158"/>
                </a:lnTo>
                <a:lnTo>
                  <a:pt x="88387" y="626200"/>
                </a:lnTo>
                <a:lnTo>
                  <a:pt x="88465" y="638242"/>
                </a:lnTo>
                <a:lnTo>
                  <a:pt x="88538" y="650285"/>
                </a:lnTo>
                <a:lnTo>
                  <a:pt x="88599" y="662327"/>
                </a:lnTo>
                <a:lnTo>
                  <a:pt x="88642" y="674369"/>
                </a:lnTo>
                <a:lnTo>
                  <a:pt x="88662" y="686412"/>
                </a:lnTo>
                <a:lnTo>
                  <a:pt x="88655" y="698454"/>
                </a:lnTo>
                <a:lnTo>
                  <a:pt x="88619" y="710496"/>
                </a:lnTo>
                <a:lnTo>
                  <a:pt x="88554" y="722539"/>
                </a:lnTo>
                <a:lnTo>
                  <a:pt x="88464" y="734581"/>
                </a:lnTo>
                <a:lnTo>
                  <a:pt x="88358" y="746623"/>
                </a:lnTo>
                <a:lnTo>
                  <a:pt x="88247" y="758666"/>
                </a:lnTo>
                <a:lnTo>
                  <a:pt x="88144" y="770708"/>
                </a:lnTo>
                <a:lnTo>
                  <a:pt x="88068" y="782750"/>
                </a:lnTo>
                <a:lnTo>
                  <a:pt x="88037" y="794792"/>
                </a:lnTo>
                <a:lnTo>
                  <a:pt x="88068" y="806835"/>
                </a:lnTo>
                <a:lnTo>
                  <a:pt x="88177" y="818877"/>
                </a:lnTo>
                <a:lnTo>
                  <a:pt x="88378" y="830919"/>
                </a:lnTo>
                <a:lnTo>
                  <a:pt x="88675" y="842962"/>
                </a:lnTo>
                <a:lnTo>
                  <a:pt x="89069" y="855004"/>
                </a:lnTo>
                <a:lnTo>
                  <a:pt x="89549" y="867046"/>
                </a:lnTo>
                <a:lnTo>
                  <a:pt x="90096" y="879089"/>
                </a:lnTo>
                <a:lnTo>
                  <a:pt x="90685" y="891131"/>
                </a:lnTo>
                <a:lnTo>
                  <a:pt x="91282" y="903173"/>
                </a:lnTo>
                <a:lnTo>
                  <a:pt x="91850" y="915216"/>
                </a:lnTo>
                <a:lnTo>
                  <a:pt x="92352" y="927258"/>
                </a:lnTo>
                <a:lnTo>
                  <a:pt x="92751" y="939300"/>
                </a:lnTo>
                <a:lnTo>
                  <a:pt x="93021" y="951343"/>
                </a:lnTo>
                <a:lnTo>
                  <a:pt x="93141" y="963385"/>
                </a:lnTo>
                <a:lnTo>
                  <a:pt x="93104" y="975427"/>
                </a:lnTo>
                <a:lnTo>
                  <a:pt x="92912" y="987469"/>
                </a:lnTo>
                <a:lnTo>
                  <a:pt x="92581" y="999512"/>
                </a:lnTo>
                <a:lnTo>
                  <a:pt x="92134" y="1011554"/>
                </a:lnTo>
                <a:lnTo>
                  <a:pt x="91601" y="1023596"/>
                </a:lnTo>
                <a:lnTo>
                  <a:pt x="91016" y="1035639"/>
                </a:lnTo>
                <a:lnTo>
                  <a:pt x="90414" y="1047681"/>
                </a:lnTo>
                <a:lnTo>
                  <a:pt x="89826" y="1059723"/>
                </a:lnTo>
                <a:lnTo>
                  <a:pt x="89280" y="1071766"/>
                </a:lnTo>
                <a:lnTo>
                  <a:pt x="88798" y="1083808"/>
                </a:lnTo>
                <a:lnTo>
                  <a:pt x="88398" y="1095850"/>
                </a:lnTo>
                <a:lnTo>
                  <a:pt x="88089" y="1107893"/>
                </a:lnTo>
                <a:lnTo>
                  <a:pt x="87877" y="1119935"/>
                </a:lnTo>
                <a:lnTo>
                  <a:pt x="87762" y="1131977"/>
                </a:lnTo>
                <a:lnTo>
                  <a:pt x="87743" y="1144019"/>
                </a:lnTo>
                <a:lnTo>
                  <a:pt x="87810" y="1156062"/>
                </a:lnTo>
                <a:lnTo>
                  <a:pt x="87955" y="1168104"/>
                </a:lnTo>
                <a:lnTo>
                  <a:pt x="88163" y="1180146"/>
                </a:lnTo>
                <a:lnTo>
                  <a:pt x="88417" y="1192189"/>
                </a:lnTo>
                <a:lnTo>
                  <a:pt x="88698" y="1204231"/>
                </a:lnTo>
                <a:lnTo>
                  <a:pt x="88985" y="1216273"/>
                </a:lnTo>
                <a:lnTo>
                  <a:pt x="89257" y="1228316"/>
                </a:lnTo>
                <a:lnTo>
                  <a:pt x="89492" y="1240358"/>
                </a:lnTo>
                <a:lnTo>
                  <a:pt x="89672" y="1252400"/>
                </a:lnTo>
                <a:lnTo>
                  <a:pt x="89782" y="1264443"/>
                </a:lnTo>
                <a:lnTo>
                  <a:pt x="89814" y="1276485"/>
                </a:lnTo>
                <a:lnTo>
                  <a:pt x="89763" y="1288527"/>
                </a:lnTo>
                <a:lnTo>
                  <a:pt x="89633" y="1300569"/>
                </a:lnTo>
                <a:lnTo>
                  <a:pt x="89432" y="1312612"/>
                </a:lnTo>
                <a:lnTo>
                  <a:pt x="89174" y="1324654"/>
                </a:lnTo>
                <a:lnTo>
                  <a:pt x="88873" y="1336696"/>
                </a:lnTo>
                <a:lnTo>
                  <a:pt x="88549" y="1348739"/>
                </a:lnTo>
                <a:lnTo>
                  <a:pt x="88218" y="1360781"/>
                </a:lnTo>
                <a:lnTo>
                  <a:pt x="87895" y="1372823"/>
                </a:lnTo>
                <a:lnTo>
                  <a:pt x="87592" y="1384866"/>
                </a:lnTo>
                <a:lnTo>
                  <a:pt x="87317" y="1396908"/>
                </a:lnTo>
                <a:lnTo>
                  <a:pt x="87076" y="1408950"/>
                </a:lnTo>
                <a:lnTo>
                  <a:pt x="86870" y="1420993"/>
                </a:lnTo>
                <a:lnTo>
                  <a:pt x="86699" y="1433035"/>
                </a:lnTo>
                <a:lnTo>
                  <a:pt x="86563" y="1445077"/>
                </a:lnTo>
                <a:lnTo>
                  <a:pt x="86461" y="1457120"/>
                </a:lnTo>
                <a:lnTo>
                  <a:pt x="86393" y="1469162"/>
                </a:lnTo>
                <a:lnTo>
                  <a:pt x="86361" y="1481204"/>
                </a:lnTo>
                <a:lnTo>
                  <a:pt x="86368" y="1493246"/>
                </a:lnTo>
                <a:lnTo>
                  <a:pt x="86418" y="1505289"/>
                </a:lnTo>
                <a:lnTo>
                  <a:pt x="86518" y="1517331"/>
                </a:lnTo>
                <a:lnTo>
                  <a:pt x="86672" y="1529373"/>
                </a:lnTo>
                <a:lnTo>
                  <a:pt x="86882" y="1541416"/>
                </a:lnTo>
                <a:lnTo>
                  <a:pt x="87153" y="1553458"/>
                </a:lnTo>
                <a:lnTo>
                  <a:pt x="87481" y="1565500"/>
                </a:lnTo>
                <a:lnTo>
                  <a:pt x="87863" y="1577543"/>
                </a:lnTo>
                <a:lnTo>
                  <a:pt x="88292" y="1589585"/>
                </a:lnTo>
                <a:lnTo>
                  <a:pt x="88757" y="1601627"/>
                </a:lnTo>
                <a:lnTo>
                  <a:pt x="89249" y="1613670"/>
                </a:lnTo>
                <a:lnTo>
                  <a:pt x="89754" y="1625712"/>
                </a:lnTo>
                <a:lnTo>
                  <a:pt x="90265" y="1637754"/>
                </a:lnTo>
                <a:lnTo>
                  <a:pt x="90776" y="1649796"/>
                </a:lnTo>
                <a:lnTo>
                  <a:pt x="91289" y="1661839"/>
                </a:lnTo>
                <a:lnTo>
                  <a:pt x="91818" y="1673881"/>
                </a:lnTo>
                <a:lnTo>
                  <a:pt x="92388" y="1685923"/>
                </a:lnTo>
                <a:lnTo>
                  <a:pt x="93041" y="1697966"/>
                </a:lnTo>
                <a:lnTo>
                  <a:pt x="93836" y="1710008"/>
                </a:lnTo>
                <a:lnTo>
                  <a:pt x="94851" y="1722050"/>
                </a:lnTo>
                <a:lnTo>
                  <a:pt x="96181" y="1734093"/>
                </a:lnTo>
                <a:lnTo>
                  <a:pt x="97932" y="1746135"/>
                </a:lnTo>
                <a:lnTo>
                  <a:pt x="100218" y="1758177"/>
                </a:lnTo>
                <a:lnTo>
                  <a:pt x="103146" y="1770220"/>
                </a:lnTo>
                <a:lnTo>
                  <a:pt x="106807" y="1782262"/>
                </a:lnTo>
                <a:lnTo>
                  <a:pt x="111259" y="1794304"/>
                </a:lnTo>
                <a:lnTo>
                  <a:pt x="116510" y="1806347"/>
                </a:lnTo>
                <a:lnTo>
                  <a:pt x="122506" y="1818389"/>
                </a:lnTo>
                <a:lnTo>
                  <a:pt x="129119" y="1830431"/>
                </a:lnTo>
                <a:lnTo>
                  <a:pt x="136144" y="1842473"/>
                </a:lnTo>
                <a:lnTo>
                  <a:pt x="143303" y="1854516"/>
                </a:lnTo>
                <a:lnTo>
                  <a:pt x="150262" y="1866558"/>
                </a:lnTo>
                <a:lnTo>
                  <a:pt x="156652" y="1878600"/>
                </a:lnTo>
                <a:lnTo>
                  <a:pt x="162101" y="1890643"/>
                </a:lnTo>
                <a:lnTo>
                  <a:pt x="166272" y="1902685"/>
                </a:lnTo>
                <a:lnTo>
                  <a:pt x="168893" y="1914727"/>
                </a:lnTo>
                <a:lnTo>
                  <a:pt x="169787" y="1926770"/>
                </a:lnTo>
                <a:lnTo>
                  <a:pt x="169787" y="1926770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901" name="data_7652">
            <a:extLst>
              <a:ext uri="{FF2B5EF4-FFF2-40B4-BE49-F238E27FC236}">
                <a16:creationId xmlns:a16="http://schemas.microsoft.com/office/drawing/2014/main" id="{06DACE05-112D-4321-9867-86314C66E193}"/>
              </a:ext>
            </a:extLst>
          </p:cNvPr>
          <p:cNvSpPr>
            <a:spLocks noGrp="1"/>
          </p:cNvSpPr>
          <p:nvPr/>
        </p:nvSpPr>
        <p:spPr>
          <a:xfrm>
            <a:off x="8687672" y="5003409"/>
            <a:ext cx="169787" cy="1926770"/>
          </a:xfrm>
          <a:custGeom>
            <a:pathLst>
              <a:path w="169787" h="1926770">
                <a:moveTo>
                  <a:pt x="142533" y="1926770"/>
                </a:moveTo>
                <a:lnTo>
                  <a:pt x="27254" y="1926770"/>
                </a:lnTo>
                <a:lnTo>
                  <a:pt x="27876" y="1914727"/>
                </a:lnTo>
                <a:lnTo>
                  <a:pt x="29701" y="1902685"/>
                </a:lnTo>
                <a:lnTo>
                  <a:pt x="32611" y="1890643"/>
                </a:lnTo>
                <a:lnTo>
                  <a:pt x="36425" y="1878600"/>
                </a:lnTo>
                <a:lnTo>
                  <a:pt x="40914" y="1866558"/>
                </a:lnTo>
                <a:lnTo>
                  <a:pt x="45828" y="1854516"/>
                </a:lnTo>
                <a:lnTo>
                  <a:pt x="50913" y="1842473"/>
                </a:lnTo>
                <a:lnTo>
                  <a:pt x="55939" y="1830431"/>
                </a:lnTo>
                <a:lnTo>
                  <a:pt x="60710" y="1818389"/>
                </a:lnTo>
                <a:lnTo>
                  <a:pt x="65079" y="1806347"/>
                </a:lnTo>
                <a:lnTo>
                  <a:pt x="68947" y="1794304"/>
                </a:lnTo>
                <a:lnTo>
                  <a:pt x="72265" y="1782262"/>
                </a:lnTo>
                <a:lnTo>
                  <a:pt x="75029" y="1770220"/>
                </a:lnTo>
                <a:lnTo>
                  <a:pt x="77266" y="1758177"/>
                </a:lnTo>
                <a:lnTo>
                  <a:pt x="79027" y="1746135"/>
                </a:lnTo>
                <a:lnTo>
                  <a:pt x="80379" y="1734093"/>
                </a:lnTo>
                <a:lnTo>
                  <a:pt x="81390" y="1722050"/>
                </a:lnTo>
                <a:lnTo>
                  <a:pt x="82130" y="1710008"/>
                </a:lnTo>
                <a:lnTo>
                  <a:pt x="82658" y="1697966"/>
                </a:lnTo>
                <a:lnTo>
                  <a:pt x="83025" y="1685923"/>
                </a:lnTo>
                <a:lnTo>
                  <a:pt x="83272" y="1673881"/>
                </a:lnTo>
                <a:lnTo>
                  <a:pt x="83430" y="1661839"/>
                </a:lnTo>
                <a:lnTo>
                  <a:pt x="83521" y="1649796"/>
                </a:lnTo>
                <a:lnTo>
                  <a:pt x="83559" y="1637754"/>
                </a:lnTo>
                <a:lnTo>
                  <a:pt x="83555" y="1625712"/>
                </a:lnTo>
                <a:lnTo>
                  <a:pt x="83514" y="1613670"/>
                </a:lnTo>
                <a:lnTo>
                  <a:pt x="83442" y="1601627"/>
                </a:lnTo>
                <a:lnTo>
                  <a:pt x="83341" y="1589585"/>
                </a:lnTo>
                <a:lnTo>
                  <a:pt x="83216" y="1577543"/>
                </a:lnTo>
                <a:lnTo>
                  <a:pt x="83069" y="1565500"/>
                </a:lnTo>
                <a:lnTo>
                  <a:pt x="82904" y="1553458"/>
                </a:lnTo>
                <a:lnTo>
                  <a:pt x="82725" y="1541416"/>
                </a:lnTo>
                <a:lnTo>
                  <a:pt x="82538" y="1529373"/>
                </a:lnTo>
                <a:lnTo>
                  <a:pt x="82346" y="1517331"/>
                </a:lnTo>
                <a:lnTo>
                  <a:pt x="82153" y="1505289"/>
                </a:lnTo>
                <a:lnTo>
                  <a:pt x="81962" y="1493246"/>
                </a:lnTo>
                <a:lnTo>
                  <a:pt x="81777" y="1481204"/>
                </a:lnTo>
                <a:lnTo>
                  <a:pt x="81599" y="1469162"/>
                </a:lnTo>
                <a:lnTo>
                  <a:pt x="81429" y="1457120"/>
                </a:lnTo>
                <a:lnTo>
                  <a:pt x="81267" y="1445077"/>
                </a:lnTo>
                <a:lnTo>
                  <a:pt x="81110" y="1433035"/>
                </a:lnTo>
                <a:lnTo>
                  <a:pt x="80958" y="1420993"/>
                </a:lnTo>
                <a:lnTo>
                  <a:pt x="80807" y="1408950"/>
                </a:lnTo>
                <a:lnTo>
                  <a:pt x="80658" y="1396908"/>
                </a:lnTo>
                <a:lnTo>
                  <a:pt x="80509" y="1384866"/>
                </a:lnTo>
                <a:lnTo>
                  <a:pt x="80363" y="1372823"/>
                </a:lnTo>
                <a:lnTo>
                  <a:pt x="80224" y="1360781"/>
                </a:lnTo>
                <a:lnTo>
                  <a:pt x="80097" y="1348739"/>
                </a:lnTo>
                <a:lnTo>
                  <a:pt x="79991" y="1336696"/>
                </a:lnTo>
                <a:lnTo>
                  <a:pt x="79914" y="1324654"/>
                </a:lnTo>
                <a:lnTo>
                  <a:pt x="79876" y="1312612"/>
                </a:lnTo>
                <a:lnTo>
                  <a:pt x="79883" y="1300569"/>
                </a:lnTo>
                <a:lnTo>
                  <a:pt x="79941" y="1288527"/>
                </a:lnTo>
                <a:lnTo>
                  <a:pt x="80053" y="1276485"/>
                </a:lnTo>
                <a:lnTo>
                  <a:pt x="80216" y="1264443"/>
                </a:lnTo>
                <a:lnTo>
                  <a:pt x="80426" y="1252400"/>
                </a:lnTo>
                <a:lnTo>
                  <a:pt x="80674" y="1240358"/>
                </a:lnTo>
                <a:lnTo>
                  <a:pt x="80951" y="1228316"/>
                </a:lnTo>
                <a:lnTo>
                  <a:pt x="81243" y="1216273"/>
                </a:lnTo>
                <a:lnTo>
                  <a:pt x="81538" y="1204231"/>
                </a:lnTo>
                <a:lnTo>
                  <a:pt x="81824" y="1192189"/>
                </a:lnTo>
                <a:lnTo>
                  <a:pt x="82089" y="1180146"/>
                </a:lnTo>
                <a:lnTo>
                  <a:pt x="82323" y="1168104"/>
                </a:lnTo>
                <a:lnTo>
                  <a:pt x="82515" y="1156062"/>
                </a:lnTo>
                <a:lnTo>
                  <a:pt x="82659" y="1144019"/>
                </a:lnTo>
                <a:lnTo>
                  <a:pt x="82747" y="1131977"/>
                </a:lnTo>
                <a:lnTo>
                  <a:pt x="82773" y="1119935"/>
                </a:lnTo>
                <a:lnTo>
                  <a:pt x="82736" y="1107893"/>
                </a:lnTo>
                <a:lnTo>
                  <a:pt x="82632" y="1095850"/>
                </a:lnTo>
                <a:lnTo>
                  <a:pt x="82463" y="1083808"/>
                </a:lnTo>
                <a:lnTo>
                  <a:pt x="82234" y="1071766"/>
                </a:lnTo>
                <a:lnTo>
                  <a:pt x="81953" y="1059723"/>
                </a:lnTo>
                <a:lnTo>
                  <a:pt x="81635" y="1047681"/>
                </a:lnTo>
                <a:lnTo>
                  <a:pt x="81296" y="1035639"/>
                </a:lnTo>
                <a:lnTo>
                  <a:pt x="80956" y="1023596"/>
                </a:lnTo>
                <a:lnTo>
                  <a:pt x="80639" y="1011554"/>
                </a:lnTo>
                <a:lnTo>
                  <a:pt x="80366" y="999512"/>
                </a:lnTo>
                <a:lnTo>
                  <a:pt x="80159" y="987469"/>
                </a:lnTo>
                <a:lnTo>
                  <a:pt x="80033" y="975427"/>
                </a:lnTo>
                <a:lnTo>
                  <a:pt x="80000" y="963385"/>
                </a:lnTo>
                <a:lnTo>
                  <a:pt x="80064" y="951343"/>
                </a:lnTo>
                <a:lnTo>
                  <a:pt x="80222" y="939300"/>
                </a:lnTo>
                <a:lnTo>
                  <a:pt x="80465" y="927258"/>
                </a:lnTo>
                <a:lnTo>
                  <a:pt x="80775" y="915216"/>
                </a:lnTo>
                <a:lnTo>
                  <a:pt x="81134" y="903173"/>
                </a:lnTo>
                <a:lnTo>
                  <a:pt x="81518" y="891131"/>
                </a:lnTo>
                <a:lnTo>
                  <a:pt x="81905" y="879089"/>
                </a:lnTo>
                <a:lnTo>
                  <a:pt x="82273" y="867046"/>
                </a:lnTo>
                <a:lnTo>
                  <a:pt x="82603" y="855004"/>
                </a:lnTo>
                <a:lnTo>
                  <a:pt x="82882" y="842962"/>
                </a:lnTo>
                <a:lnTo>
                  <a:pt x="83100" y="830919"/>
                </a:lnTo>
                <a:lnTo>
                  <a:pt x="83252" y="818877"/>
                </a:lnTo>
                <a:lnTo>
                  <a:pt x="83338" y="806835"/>
                </a:lnTo>
                <a:lnTo>
                  <a:pt x="83360" y="794792"/>
                </a:lnTo>
                <a:lnTo>
                  <a:pt x="83327" y="782750"/>
                </a:lnTo>
                <a:lnTo>
                  <a:pt x="83247" y="770708"/>
                </a:lnTo>
                <a:lnTo>
                  <a:pt x="83130" y="758666"/>
                </a:lnTo>
                <a:lnTo>
                  <a:pt x="82988" y="746623"/>
                </a:lnTo>
                <a:lnTo>
                  <a:pt x="82833" y="734581"/>
                </a:lnTo>
                <a:lnTo>
                  <a:pt x="82677" y="722539"/>
                </a:lnTo>
                <a:lnTo>
                  <a:pt x="82531" y="710496"/>
                </a:lnTo>
                <a:lnTo>
                  <a:pt x="82403" y="698454"/>
                </a:lnTo>
                <a:lnTo>
                  <a:pt x="82303" y="686412"/>
                </a:lnTo>
                <a:lnTo>
                  <a:pt x="82236" y="674369"/>
                </a:lnTo>
                <a:lnTo>
                  <a:pt x="82205" y="662327"/>
                </a:lnTo>
                <a:lnTo>
                  <a:pt x="82212" y="650285"/>
                </a:lnTo>
                <a:lnTo>
                  <a:pt x="82254" y="638242"/>
                </a:lnTo>
                <a:lnTo>
                  <a:pt x="82328" y="626200"/>
                </a:lnTo>
                <a:lnTo>
                  <a:pt x="82428" y="614158"/>
                </a:lnTo>
                <a:lnTo>
                  <a:pt x="82546" y="602116"/>
                </a:lnTo>
                <a:lnTo>
                  <a:pt x="82676" y="590073"/>
                </a:lnTo>
                <a:lnTo>
                  <a:pt x="82810" y="578031"/>
                </a:lnTo>
                <a:lnTo>
                  <a:pt x="82942" y="565989"/>
                </a:lnTo>
                <a:lnTo>
                  <a:pt x="83067" y="553946"/>
                </a:lnTo>
                <a:lnTo>
                  <a:pt x="83183" y="541904"/>
                </a:lnTo>
                <a:lnTo>
                  <a:pt x="83288" y="529862"/>
                </a:lnTo>
                <a:lnTo>
                  <a:pt x="83383" y="517819"/>
                </a:lnTo>
                <a:lnTo>
                  <a:pt x="83471" y="505777"/>
                </a:lnTo>
                <a:lnTo>
                  <a:pt x="83554" y="493735"/>
                </a:lnTo>
                <a:lnTo>
                  <a:pt x="83634" y="481692"/>
                </a:lnTo>
                <a:lnTo>
                  <a:pt x="83714" y="469650"/>
                </a:lnTo>
                <a:lnTo>
                  <a:pt x="83795" y="457608"/>
                </a:lnTo>
                <a:lnTo>
                  <a:pt x="83876" y="445565"/>
                </a:lnTo>
                <a:lnTo>
                  <a:pt x="83956" y="433523"/>
                </a:lnTo>
                <a:lnTo>
                  <a:pt x="84032" y="421481"/>
                </a:lnTo>
                <a:lnTo>
                  <a:pt x="84102" y="409439"/>
                </a:lnTo>
                <a:lnTo>
                  <a:pt x="84161" y="397396"/>
                </a:lnTo>
                <a:lnTo>
                  <a:pt x="84206" y="385354"/>
                </a:lnTo>
                <a:lnTo>
                  <a:pt x="84235" y="373312"/>
                </a:lnTo>
                <a:lnTo>
                  <a:pt x="84244" y="361269"/>
                </a:lnTo>
                <a:lnTo>
                  <a:pt x="84234" y="349227"/>
                </a:lnTo>
                <a:lnTo>
                  <a:pt x="84204" y="337185"/>
                </a:lnTo>
                <a:lnTo>
                  <a:pt x="84154" y="325142"/>
                </a:lnTo>
                <a:lnTo>
                  <a:pt x="84084" y="313100"/>
                </a:lnTo>
                <a:lnTo>
                  <a:pt x="83994" y="301058"/>
                </a:lnTo>
                <a:lnTo>
                  <a:pt x="83880" y="289015"/>
                </a:lnTo>
                <a:lnTo>
                  <a:pt x="83732" y="276973"/>
                </a:lnTo>
                <a:lnTo>
                  <a:pt x="83536" y="264931"/>
                </a:lnTo>
                <a:lnTo>
                  <a:pt x="83266" y="252889"/>
                </a:lnTo>
                <a:lnTo>
                  <a:pt x="82887" y="240846"/>
                </a:lnTo>
                <a:lnTo>
                  <a:pt x="82349" y="228804"/>
                </a:lnTo>
                <a:lnTo>
                  <a:pt x="81585" y="216762"/>
                </a:lnTo>
                <a:lnTo>
                  <a:pt x="80514" y="204719"/>
                </a:lnTo>
                <a:lnTo>
                  <a:pt x="79042" y="192677"/>
                </a:lnTo>
                <a:lnTo>
                  <a:pt x="77065" y="180635"/>
                </a:lnTo>
                <a:lnTo>
                  <a:pt x="74474" y="168592"/>
                </a:lnTo>
                <a:lnTo>
                  <a:pt x="71172" y="156550"/>
                </a:lnTo>
                <a:lnTo>
                  <a:pt x="67080" y="144508"/>
                </a:lnTo>
                <a:lnTo>
                  <a:pt x="62155" y="132465"/>
                </a:lnTo>
                <a:lnTo>
                  <a:pt x="56406" y="120423"/>
                </a:lnTo>
                <a:lnTo>
                  <a:pt x="49905" y="108381"/>
                </a:lnTo>
                <a:lnTo>
                  <a:pt x="42798" y="96338"/>
                </a:lnTo>
                <a:lnTo>
                  <a:pt x="35308" y="84296"/>
                </a:lnTo>
                <a:lnTo>
                  <a:pt x="27724" y="72254"/>
                </a:lnTo>
                <a:lnTo>
                  <a:pt x="20394" y="60212"/>
                </a:lnTo>
                <a:lnTo>
                  <a:pt x="13695" y="48169"/>
                </a:lnTo>
                <a:lnTo>
                  <a:pt x="8001" y="36127"/>
                </a:lnTo>
                <a:lnTo>
                  <a:pt x="3655" y="24085"/>
                </a:lnTo>
                <a:lnTo>
                  <a:pt x="929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58" y="12042"/>
                </a:lnTo>
                <a:lnTo>
                  <a:pt x="166132" y="24085"/>
                </a:lnTo>
                <a:lnTo>
                  <a:pt x="161786" y="36127"/>
                </a:lnTo>
                <a:lnTo>
                  <a:pt x="156092" y="48169"/>
                </a:lnTo>
                <a:lnTo>
                  <a:pt x="149392" y="60212"/>
                </a:lnTo>
                <a:lnTo>
                  <a:pt x="142062" y="72254"/>
                </a:lnTo>
                <a:lnTo>
                  <a:pt x="134479" y="84296"/>
                </a:lnTo>
                <a:lnTo>
                  <a:pt x="126988" y="96338"/>
                </a:lnTo>
                <a:lnTo>
                  <a:pt x="119882" y="108381"/>
                </a:lnTo>
                <a:lnTo>
                  <a:pt x="113381" y="120423"/>
                </a:lnTo>
                <a:lnTo>
                  <a:pt x="107632" y="132465"/>
                </a:lnTo>
                <a:lnTo>
                  <a:pt x="102707" y="144508"/>
                </a:lnTo>
                <a:lnTo>
                  <a:pt x="98615" y="156550"/>
                </a:lnTo>
                <a:lnTo>
                  <a:pt x="95312" y="168592"/>
                </a:lnTo>
                <a:lnTo>
                  <a:pt x="92722" y="180635"/>
                </a:lnTo>
                <a:lnTo>
                  <a:pt x="90744" y="192677"/>
                </a:lnTo>
                <a:lnTo>
                  <a:pt x="89272" y="204719"/>
                </a:lnTo>
                <a:lnTo>
                  <a:pt x="88202" y="216762"/>
                </a:lnTo>
                <a:lnTo>
                  <a:pt x="87438" y="228804"/>
                </a:lnTo>
                <a:lnTo>
                  <a:pt x="86899" y="240846"/>
                </a:lnTo>
                <a:lnTo>
                  <a:pt x="86520" y="252889"/>
                </a:lnTo>
                <a:lnTo>
                  <a:pt x="86251" y="264931"/>
                </a:lnTo>
                <a:lnTo>
                  <a:pt x="86055" y="276973"/>
                </a:lnTo>
                <a:lnTo>
                  <a:pt x="85907" y="289015"/>
                </a:lnTo>
                <a:lnTo>
                  <a:pt x="85792" y="301058"/>
                </a:lnTo>
                <a:lnTo>
                  <a:pt x="85702" y="313100"/>
                </a:lnTo>
                <a:lnTo>
                  <a:pt x="85633" y="325142"/>
                </a:lnTo>
                <a:lnTo>
                  <a:pt x="85583" y="337185"/>
                </a:lnTo>
                <a:lnTo>
                  <a:pt x="85553" y="349227"/>
                </a:lnTo>
                <a:lnTo>
                  <a:pt x="85542" y="361269"/>
                </a:lnTo>
                <a:lnTo>
                  <a:pt x="85552" y="373312"/>
                </a:lnTo>
                <a:lnTo>
                  <a:pt x="85580" y="385354"/>
                </a:lnTo>
                <a:lnTo>
                  <a:pt x="85626" y="397396"/>
                </a:lnTo>
                <a:lnTo>
                  <a:pt x="85685" y="409439"/>
                </a:lnTo>
                <a:lnTo>
                  <a:pt x="85754" y="421481"/>
                </a:lnTo>
                <a:lnTo>
                  <a:pt x="85831" y="433523"/>
                </a:lnTo>
                <a:lnTo>
                  <a:pt x="85911" y="445565"/>
                </a:lnTo>
                <a:lnTo>
                  <a:pt x="85992" y="457608"/>
                </a:lnTo>
                <a:lnTo>
                  <a:pt x="86073" y="469650"/>
                </a:lnTo>
                <a:lnTo>
                  <a:pt x="86153" y="481692"/>
                </a:lnTo>
                <a:lnTo>
                  <a:pt x="86233" y="493735"/>
                </a:lnTo>
                <a:lnTo>
                  <a:pt x="86316" y="505777"/>
                </a:lnTo>
                <a:lnTo>
                  <a:pt x="86403" y="517819"/>
                </a:lnTo>
                <a:lnTo>
                  <a:pt x="86499" y="529862"/>
                </a:lnTo>
                <a:lnTo>
                  <a:pt x="86604" y="541904"/>
                </a:lnTo>
                <a:lnTo>
                  <a:pt x="86719" y="553946"/>
                </a:lnTo>
                <a:lnTo>
                  <a:pt x="86844" y="565989"/>
                </a:lnTo>
                <a:lnTo>
                  <a:pt x="86976" y="578031"/>
                </a:lnTo>
                <a:lnTo>
                  <a:pt x="87110" y="590073"/>
                </a:lnTo>
                <a:lnTo>
                  <a:pt x="87240" y="602116"/>
                </a:lnTo>
                <a:lnTo>
                  <a:pt x="87359" y="614158"/>
                </a:lnTo>
                <a:lnTo>
                  <a:pt x="87459" y="626200"/>
                </a:lnTo>
                <a:lnTo>
                  <a:pt x="87533" y="638242"/>
                </a:lnTo>
                <a:lnTo>
                  <a:pt x="87575" y="650285"/>
                </a:lnTo>
                <a:lnTo>
                  <a:pt x="87581" y="662327"/>
                </a:lnTo>
                <a:lnTo>
                  <a:pt x="87551" y="674369"/>
                </a:lnTo>
                <a:lnTo>
                  <a:pt x="87483" y="686412"/>
                </a:lnTo>
                <a:lnTo>
                  <a:pt x="87383" y="698454"/>
                </a:lnTo>
                <a:lnTo>
                  <a:pt x="87256" y="710496"/>
                </a:lnTo>
                <a:lnTo>
                  <a:pt x="87109" y="722539"/>
                </a:lnTo>
                <a:lnTo>
                  <a:pt x="86953" y="734581"/>
                </a:lnTo>
                <a:lnTo>
                  <a:pt x="86798" y="746623"/>
                </a:lnTo>
                <a:lnTo>
                  <a:pt x="86657" y="758666"/>
                </a:lnTo>
                <a:lnTo>
                  <a:pt x="86540" y="770708"/>
                </a:lnTo>
                <a:lnTo>
                  <a:pt x="86459" y="782750"/>
                </a:lnTo>
                <a:lnTo>
                  <a:pt x="86426" y="794792"/>
                </a:lnTo>
                <a:lnTo>
                  <a:pt x="86449" y="806835"/>
                </a:lnTo>
                <a:lnTo>
                  <a:pt x="86535" y="818877"/>
                </a:lnTo>
                <a:lnTo>
                  <a:pt x="86687" y="830919"/>
                </a:lnTo>
                <a:lnTo>
                  <a:pt x="86904" y="842962"/>
                </a:lnTo>
                <a:lnTo>
                  <a:pt x="87183" y="855004"/>
                </a:lnTo>
                <a:lnTo>
                  <a:pt x="87514" y="867046"/>
                </a:lnTo>
                <a:lnTo>
                  <a:pt x="87882" y="879089"/>
                </a:lnTo>
                <a:lnTo>
                  <a:pt x="88268" y="891131"/>
                </a:lnTo>
                <a:lnTo>
                  <a:pt x="88652" y="903173"/>
                </a:lnTo>
                <a:lnTo>
                  <a:pt x="89011" y="915216"/>
                </a:lnTo>
                <a:lnTo>
                  <a:pt x="89322" y="927258"/>
                </a:lnTo>
                <a:lnTo>
                  <a:pt x="89564" y="939300"/>
                </a:lnTo>
                <a:lnTo>
                  <a:pt x="89722" y="951343"/>
                </a:lnTo>
                <a:lnTo>
                  <a:pt x="89787" y="963385"/>
                </a:lnTo>
                <a:lnTo>
                  <a:pt x="89754" y="975427"/>
                </a:lnTo>
                <a:lnTo>
                  <a:pt x="89628" y="987469"/>
                </a:lnTo>
                <a:lnTo>
                  <a:pt x="89420" y="999512"/>
                </a:lnTo>
                <a:lnTo>
                  <a:pt x="89147" y="1011554"/>
                </a:lnTo>
                <a:lnTo>
                  <a:pt x="88830" y="1023596"/>
                </a:lnTo>
                <a:lnTo>
                  <a:pt x="88491" y="1035639"/>
                </a:lnTo>
                <a:lnTo>
                  <a:pt x="88152" y="1047681"/>
                </a:lnTo>
                <a:lnTo>
                  <a:pt x="87833" y="1059723"/>
                </a:lnTo>
                <a:lnTo>
                  <a:pt x="87553" y="1071766"/>
                </a:lnTo>
                <a:lnTo>
                  <a:pt x="87324" y="1083808"/>
                </a:lnTo>
                <a:lnTo>
                  <a:pt x="87155" y="1095850"/>
                </a:lnTo>
                <a:lnTo>
                  <a:pt x="87051" y="1107893"/>
                </a:lnTo>
                <a:lnTo>
                  <a:pt x="87013" y="1119935"/>
                </a:lnTo>
                <a:lnTo>
                  <a:pt x="87040" y="1131977"/>
                </a:lnTo>
                <a:lnTo>
                  <a:pt x="87128" y="1144019"/>
                </a:lnTo>
                <a:lnTo>
                  <a:pt x="87271" y="1156062"/>
                </a:lnTo>
                <a:lnTo>
                  <a:pt x="87464" y="1168104"/>
                </a:lnTo>
                <a:lnTo>
                  <a:pt x="87697" y="1180146"/>
                </a:lnTo>
                <a:lnTo>
                  <a:pt x="87962" y="1192189"/>
                </a:lnTo>
                <a:lnTo>
                  <a:pt x="88248" y="1204231"/>
                </a:lnTo>
                <a:lnTo>
                  <a:pt x="88544" y="1216273"/>
                </a:lnTo>
                <a:lnTo>
                  <a:pt x="88836" y="1228316"/>
                </a:lnTo>
                <a:lnTo>
                  <a:pt x="89112" y="1240358"/>
                </a:lnTo>
                <a:lnTo>
                  <a:pt x="89361" y="1252400"/>
                </a:lnTo>
                <a:lnTo>
                  <a:pt x="89571" y="1264443"/>
                </a:lnTo>
                <a:lnTo>
                  <a:pt x="89734" y="1276485"/>
                </a:lnTo>
                <a:lnTo>
                  <a:pt x="89845" y="1288527"/>
                </a:lnTo>
                <a:lnTo>
                  <a:pt x="89903" y="1300569"/>
                </a:lnTo>
                <a:lnTo>
                  <a:pt x="89911" y="1312612"/>
                </a:lnTo>
                <a:lnTo>
                  <a:pt x="89872" y="1324654"/>
                </a:lnTo>
                <a:lnTo>
                  <a:pt x="89795" y="1336696"/>
                </a:lnTo>
                <a:lnTo>
                  <a:pt x="89689" y="1348739"/>
                </a:lnTo>
                <a:lnTo>
                  <a:pt x="89563" y="1360781"/>
                </a:lnTo>
                <a:lnTo>
                  <a:pt x="89424" y="1372823"/>
                </a:lnTo>
                <a:lnTo>
                  <a:pt x="89278" y="1384866"/>
                </a:lnTo>
                <a:lnTo>
                  <a:pt x="89129" y="1396908"/>
                </a:lnTo>
                <a:lnTo>
                  <a:pt x="88979" y="1408950"/>
                </a:lnTo>
                <a:lnTo>
                  <a:pt x="88829" y="1420993"/>
                </a:lnTo>
                <a:lnTo>
                  <a:pt x="88676" y="1433035"/>
                </a:lnTo>
                <a:lnTo>
                  <a:pt x="88520" y="1445077"/>
                </a:lnTo>
                <a:lnTo>
                  <a:pt x="88357" y="1457120"/>
                </a:lnTo>
                <a:lnTo>
                  <a:pt x="88187" y="1469162"/>
                </a:lnTo>
                <a:lnTo>
                  <a:pt x="88009" y="1481204"/>
                </a:lnTo>
                <a:lnTo>
                  <a:pt x="87824" y="1493246"/>
                </a:lnTo>
                <a:lnTo>
                  <a:pt x="87634" y="1505289"/>
                </a:lnTo>
                <a:lnTo>
                  <a:pt x="87441" y="1517331"/>
                </a:lnTo>
                <a:lnTo>
                  <a:pt x="87248" y="1529373"/>
                </a:lnTo>
                <a:lnTo>
                  <a:pt x="87061" y="1541416"/>
                </a:lnTo>
                <a:lnTo>
                  <a:pt x="86883" y="1553458"/>
                </a:lnTo>
                <a:lnTo>
                  <a:pt x="86718" y="1565500"/>
                </a:lnTo>
                <a:lnTo>
                  <a:pt x="86571" y="1577543"/>
                </a:lnTo>
                <a:lnTo>
                  <a:pt x="86445" y="1589585"/>
                </a:lnTo>
                <a:lnTo>
                  <a:pt x="86345" y="1601627"/>
                </a:lnTo>
                <a:lnTo>
                  <a:pt x="86272" y="1613670"/>
                </a:lnTo>
                <a:lnTo>
                  <a:pt x="86232" y="1625712"/>
                </a:lnTo>
                <a:lnTo>
                  <a:pt x="86227" y="1637754"/>
                </a:lnTo>
                <a:lnTo>
                  <a:pt x="86265" y="1649796"/>
                </a:lnTo>
                <a:lnTo>
                  <a:pt x="86356" y="1661839"/>
                </a:lnTo>
                <a:lnTo>
                  <a:pt x="86514" y="1673881"/>
                </a:lnTo>
                <a:lnTo>
                  <a:pt x="86762" y="1685923"/>
                </a:lnTo>
                <a:lnTo>
                  <a:pt x="87129" y="1697966"/>
                </a:lnTo>
                <a:lnTo>
                  <a:pt x="87657" y="1710008"/>
                </a:lnTo>
                <a:lnTo>
                  <a:pt x="88396" y="1722050"/>
                </a:lnTo>
                <a:lnTo>
                  <a:pt x="89408" y="1734093"/>
                </a:lnTo>
                <a:lnTo>
                  <a:pt x="90759" y="1746135"/>
                </a:lnTo>
                <a:lnTo>
                  <a:pt x="92521" y="1758177"/>
                </a:lnTo>
                <a:lnTo>
                  <a:pt x="94758" y="1770220"/>
                </a:lnTo>
                <a:lnTo>
                  <a:pt x="97521" y="1782262"/>
                </a:lnTo>
                <a:lnTo>
                  <a:pt x="100840" y="1794304"/>
                </a:lnTo>
                <a:lnTo>
                  <a:pt x="104708" y="1806347"/>
                </a:lnTo>
                <a:lnTo>
                  <a:pt x="109076" y="1818389"/>
                </a:lnTo>
                <a:lnTo>
                  <a:pt x="113848" y="1830431"/>
                </a:lnTo>
                <a:lnTo>
                  <a:pt x="118874" y="1842473"/>
                </a:lnTo>
                <a:lnTo>
                  <a:pt x="123959" y="1854516"/>
                </a:lnTo>
                <a:lnTo>
                  <a:pt x="128872" y="1866558"/>
                </a:lnTo>
                <a:lnTo>
                  <a:pt x="133361" y="1878600"/>
                </a:lnTo>
                <a:lnTo>
                  <a:pt x="137175" y="1890643"/>
                </a:lnTo>
                <a:lnTo>
                  <a:pt x="140086" y="1902685"/>
                </a:lnTo>
                <a:lnTo>
                  <a:pt x="141911" y="1914727"/>
                </a:lnTo>
                <a:lnTo>
                  <a:pt x="142533" y="1926770"/>
                </a:lnTo>
                <a:lnTo>
                  <a:pt x="142533" y="1926770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902" name="data_7653">
            <a:extLst>
              <a:ext uri="{FF2B5EF4-FFF2-40B4-BE49-F238E27FC236}">
                <a16:creationId xmlns:a16="http://schemas.microsoft.com/office/drawing/2014/main" id="{509EB427-B89B-4831-8CF3-D53637A8F45B}"/>
              </a:ext>
            </a:extLst>
          </p:cNvPr>
          <p:cNvSpPr>
            <a:spLocks noGrp="1"/>
          </p:cNvSpPr>
          <p:nvPr/>
        </p:nvSpPr>
        <p:spPr>
          <a:xfrm>
            <a:off x="8917114" y="5003409"/>
            <a:ext cx="169787" cy="1926770"/>
          </a:xfrm>
          <a:custGeom>
            <a:pathLst>
              <a:path w="169787" h="1926770">
                <a:moveTo>
                  <a:pt x="124987" y="1926770"/>
                </a:moveTo>
                <a:lnTo>
                  <a:pt x="44799" y="1926770"/>
                </a:lnTo>
                <a:lnTo>
                  <a:pt x="45204" y="1914727"/>
                </a:lnTo>
                <a:lnTo>
                  <a:pt x="46393" y="1902685"/>
                </a:lnTo>
                <a:lnTo>
                  <a:pt x="48292" y="1890643"/>
                </a:lnTo>
                <a:lnTo>
                  <a:pt x="50788" y="1878600"/>
                </a:lnTo>
                <a:lnTo>
                  <a:pt x="53736" y="1866558"/>
                </a:lnTo>
                <a:lnTo>
                  <a:pt x="56979" y="1854516"/>
                </a:lnTo>
                <a:lnTo>
                  <a:pt x="60357" y="1842473"/>
                </a:lnTo>
                <a:lnTo>
                  <a:pt x="63722" y="1830431"/>
                </a:lnTo>
                <a:lnTo>
                  <a:pt x="66948" y="1818389"/>
                </a:lnTo>
                <a:lnTo>
                  <a:pt x="69936" y="1806347"/>
                </a:lnTo>
                <a:lnTo>
                  <a:pt x="72618" y="1794304"/>
                </a:lnTo>
                <a:lnTo>
                  <a:pt x="74955" y="1782262"/>
                </a:lnTo>
                <a:lnTo>
                  <a:pt x="76934" y="1770220"/>
                </a:lnTo>
                <a:lnTo>
                  <a:pt x="78564" y="1758177"/>
                </a:lnTo>
                <a:lnTo>
                  <a:pt x="79869" y="1746135"/>
                </a:lnTo>
                <a:lnTo>
                  <a:pt x="80883" y="1734093"/>
                </a:lnTo>
                <a:lnTo>
                  <a:pt x="81645" y="1722050"/>
                </a:lnTo>
                <a:lnTo>
                  <a:pt x="82195" y="1710008"/>
                </a:lnTo>
                <a:lnTo>
                  <a:pt x="82573" y="1697966"/>
                </a:lnTo>
                <a:lnTo>
                  <a:pt x="82815" y="1685923"/>
                </a:lnTo>
                <a:lnTo>
                  <a:pt x="82954" y="1673881"/>
                </a:lnTo>
                <a:lnTo>
                  <a:pt x="83019" y="1661839"/>
                </a:lnTo>
                <a:lnTo>
                  <a:pt x="83032" y="1649796"/>
                </a:lnTo>
                <a:lnTo>
                  <a:pt x="83014" y="1637754"/>
                </a:lnTo>
                <a:lnTo>
                  <a:pt x="82980" y="1625712"/>
                </a:lnTo>
                <a:lnTo>
                  <a:pt x="82941" y="1613670"/>
                </a:lnTo>
                <a:lnTo>
                  <a:pt x="82904" y="1601627"/>
                </a:lnTo>
                <a:lnTo>
                  <a:pt x="82871" y="1589585"/>
                </a:lnTo>
                <a:lnTo>
                  <a:pt x="82842" y="1577543"/>
                </a:lnTo>
                <a:lnTo>
                  <a:pt x="82816" y="1565500"/>
                </a:lnTo>
                <a:lnTo>
                  <a:pt x="82788" y="1553458"/>
                </a:lnTo>
                <a:lnTo>
                  <a:pt x="82755" y="1541416"/>
                </a:lnTo>
                <a:lnTo>
                  <a:pt x="82712" y="1529373"/>
                </a:lnTo>
                <a:lnTo>
                  <a:pt x="82657" y="1517331"/>
                </a:lnTo>
                <a:lnTo>
                  <a:pt x="82589" y="1505289"/>
                </a:lnTo>
                <a:lnTo>
                  <a:pt x="82508" y="1493246"/>
                </a:lnTo>
                <a:lnTo>
                  <a:pt x="82415" y="1481204"/>
                </a:lnTo>
                <a:lnTo>
                  <a:pt x="82314" y="1469162"/>
                </a:lnTo>
                <a:lnTo>
                  <a:pt x="82208" y="1457120"/>
                </a:lnTo>
                <a:lnTo>
                  <a:pt x="82101" y="1445077"/>
                </a:lnTo>
                <a:lnTo>
                  <a:pt x="81995" y="1433035"/>
                </a:lnTo>
                <a:lnTo>
                  <a:pt x="81893" y="1420993"/>
                </a:lnTo>
                <a:lnTo>
                  <a:pt x="81796" y="1408950"/>
                </a:lnTo>
                <a:lnTo>
                  <a:pt x="81705" y="1396908"/>
                </a:lnTo>
                <a:lnTo>
                  <a:pt x="81619" y="1384866"/>
                </a:lnTo>
                <a:lnTo>
                  <a:pt x="81540" y="1372823"/>
                </a:lnTo>
                <a:lnTo>
                  <a:pt x="81468" y="1360781"/>
                </a:lnTo>
                <a:lnTo>
                  <a:pt x="81405" y="1348739"/>
                </a:lnTo>
                <a:lnTo>
                  <a:pt x="81353" y="1336696"/>
                </a:lnTo>
                <a:lnTo>
                  <a:pt x="81313" y="1324654"/>
                </a:lnTo>
                <a:lnTo>
                  <a:pt x="81289" y="1312612"/>
                </a:lnTo>
                <a:lnTo>
                  <a:pt x="81283" y="1300569"/>
                </a:lnTo>
                <a:lnTo>
                  <a:pt x="81296" y="1288527"/>
                </a:lnTo>
                <a:lnTo>
                  <a:pt x="81330" y="1276485"/>
                </a:lnTo>
                <a:lnTo>
                  <a:pt x="81385" y="1264443"/>
                </a:lnTo>
                <a:lnTo>
                  <a:pt x="81458" y="1252400"/>
                </a:lnTo>
                <a:lnTo>
                  <a:pt x="81548" y="1240358"/>
                </a:lnTo>
                <a:lnTo>
                  <a:pt x="81653" y="1228316"/>
                </a:lnTo>
                <a:lnTo>
                  <a:pt x="81770" y="1216273"/>
                </a:lnTo>
                <a:lnTo>
                  <a:pt x="81897" y="1204231"/>
                </a:lnTo>
                <a:lnTo>
                  <a:pt x="82032" y="1192189"/>
                </a:lnTo>
                <a:lnTo>
                  <a:pt x="82176" y="1180146"/>
                </a:lnTo>
                <a:lnTo>
                  <a:pt x="82325" y="1168104"/>
                </a:lnTo>
                <a:lnTo>
                  <a:pt x="82480" y="1156062"/>
                </a:lnTo>
                <a:lnTo>
                  <a:pt x="82639" y="1144019"/>
                </a:lnTo>
                <a:lnTo>
                  <a:pt x="82800" y="1131977"/>
                </a:lnTo>
                <a:lnTo>
                  <a:pt x="82960" y="1119935"/>
                </a:lnTo>
                <a:lnTo>
                  <a:pt x="83116" y="1107893"/>
                </a:lnTo>
                <a:lnTo>
                  <a:pt x="83263" y="1095850"/>
                </a:lnTo>
                <a:lnTo>
                  <a:pt x="83398" y="1083808"/>
                </a:lnTo>
                <a:lnTo>
                  <a:pt x="83518" y="1071766"/>
                </a:lnTo>
                <a:lnTo>
                  <a:pt x="83621" y="1059723"/>
                </a:lnTo>
                <a:lnTo>
                  <a:pt x="83705" y="1047681"/>
                </a:lnTo>
                <a:lnTo>
                  <a:pt x="83771" y="1035639"/>
                </a:lnTo>
                <a:lnTo>
                  <a:pt x="83821" y="1023596"/>
                </a:lnTo>
                <a:lnTo>
                  <a:pt x="83859" y="1011554"/>
                </a:lnTo>
                <a:lnTo>
                  <a:pt x="83888" y="999512"/>
                </a:lnTo>
                <a:lnTo>
                  <a:pt x="83913" y="987469"/>
                </a:lnTo>
                <a:lnTo>
                  <a:pt x="83938" y="975427"/>
                </a:lnTo>
                <a:lnTo>
                  <a:pt x="83966" y="963385"/>
                </a:lnTo>
                <a:lnTo>
                  <a:pt x="84000" y="951343"/>
                </a:lnTo>
                <a:lnTo>
                  <a:pt x="84041" y="939300"/>
                </a:lnTo>
                <a:lnTo>
                  <a:pt x="84087" y="927258"/>
                </a:lnTo>
                <a:lnTo>
                  <a:pt x="84137" y="915216"/>
                </a:lnTo>
                <a:lnTo>
                  <a:pt x="84189" y="903173"/>
                </a:lnTo>
                <a:lnTo>
                  <a:pt x="84238" y="891131"/>
                </a:lnTo>
                <a:lnTo>
                  <a:pt x="84281" y="879089"/>
                </a:lnTo>
                <a:lnTo>
                  <a:pt x="84315" y="867046"/>
                </a:lnTo>
                <a:lnTo>
                  <a:pt x="84337" y="855004"/>
                </a:lnTo>
                <a:lnTo>
                  <a:pt x="84344" y="842962"/>
                </a:lnTo>
                <a:lnTo>
                  <a:pt x="84338" y="830919"/>
                </a:lnTo>
                <a:lnTo>
                  <a:pt x="84318" y="818877"/>
                </a:lnTo>
                <a:lnTo>
                  <a:pt x="84286" y="806835"/>
                </a:lnTo>
                <a:lnTo>
                  <a:pt x="84246" y="794792"/>
                </a:lnTo>
                <a:lnTo>
                  <a:pt x="84201" y="782750"/>
                </a:lnTo>
                <a:lnTo>
                  <a:pt x="84157" y="770708"/>
                </a:lnTo>
                <a:lnTo>
                  <a:pt x="84116" y="758666"/>
                </a:lnTo>
                <a:lnTo>
                  <a:pt x="84084" y="746623"/>
                </a:lnTo>
                <a:lnTo>
                  <a:pt x="84063" y="734581"/>
                </a:lnTo>
                <a:lnTo>
                  <a:pt x="84056" y="722539"/>
                </a:lnTo>
                <a:lnTo>
                  <a:pt x="84063" y="710496"/>
                </a:lnTo>
                <a:lnTo>
                  <a:pt x="84083" y="698454"/>
                </a:lnTo>
                <a:lnTo>
                  <a:pt x="84114" y="686412"/>
                </a:lnTo>
                <a:lnTo>
                  <a:pt x="84154" y="674369"/>
                </a:lnTo>
                <a:lnTo>
                  <a:pt x="84196" y="662327"/>
                </a:lnTo>
                <a:lnTo>
                  <a:pt x="84238" y="650285"/>
                </a:lnTo>
                <a:lnTo>
                  <a:pt x="84273" y="638242"/>
                </a:lnTo>
                <a:lnTo>
                  <a:pt x="84297" y="626200"/>
                </a:lnTo>
                <a:lnTo>
                  <a:pt x="84307" y="614158"/>
                </a:lnTo>
                <a:lnTo>
                  <a:pt x="84298" y="602116"/>
                </a:lnTo>
                <a:lnTo>
                  <a:pt x="84269" y="590073"/>
                </a:lnTo>
                <a:lnTo>
                  <a:pt x="84218" y="578031"/>
                </a:lnTo>
                <a:lnTo>
                  <a:pt x="84146" y="565989"/>
                </a:lnTo>
                <a:lnTo>
                  <a:pt x="84054" y="553946"/>
                </a:lnTo>
                <a:lnTo>
                  <a:pt x="83943" y="541904"/>
                </a:lnTo>
                <a:lnTo>
                  <a:pt x="83818" y="529862"/>
                </a:lnTo>
                <a:lnTo>
                  <a:pt x="83681" y="517819"/>
                </a:lnTo>
                <a:lnTo>
                  <a:pt x="83536" y="505777"/>
                </a:lnTo>
                <a:lnTo>
                  <a:pt x="83390" y="493735"/>
                </a:lnTo>
                <a:lnTo>
                  <a:pt x="83245" y="481692"/>
                </a:lnTo>
                <a:lnTo>
                  <a:pt x="83108" y="469650"/>
                </a:lnTo>
                <a:lnTo>
                  <a:pt x="82982" y="457608"/>
                </a:lnTo>
                <a:lnTo>
                  <a:pt x="82874" y="445565"/>
                </a:lnTo>
                <a:lnTo>
                  <a:pt x="82786" y="433523"/>
                </a:lnTo>
                <a:lnTo>
                  <a:pt x="82722" y="421481"/>
                </a:lnTo>
                <a:lnTo>
                  <a:pt x="82683" y="409439"/>
                </a:lnTo>
                <a:lnTo>
                  <a:pt x="82671" y="397396"/>
                </a:lnTo>
                <a:lnTo>
                  <a:pt x="82685" y="385354"/>
                </a:lnTo>
                <a:lnTo>
                  <a:pt x="82722" y="373312"/>
                </a:lnTo>
                <a:lnTo>
                  <a:pt x="82778" y="361269"/>
                </a:lnTo>
                <a:lnTo>
                  <a:pt x="82850" y="349227"/>
                </a:lnTo>
                <a:lnTo>
                  <a:pt x="82931" y="337185"/>
                </a:lnTo>
                <a:lnTo>
                  <a:pt x="83014" y="325142"/>
                </a:lnTo>
                <a:lnTo>
                  <a:pt x="83092" y="313100"/>
                </a:lnTo>
                <a:lnTo>
                  <a:pt x="83154" y="301058"/>
                </a:lnTo>
                <a:lnTo>
                  <a:pt x="83189" y="289015"/>
                </a:lnTo>
                <a:lnTo>
                  <a:pt x="83182" y="276973"/>
                </a:lnTo>
                <a:lnTo>
                  <a:pt x="83110" y="264931"/>
                </a:lnTo>
                <a:lnTo>
                  <a:pt x="82947" y="252889"/>
                </a:lnTo>
                <a:lnTo>
                  <a:pt x="82652" y="240846"/>
                </a:lnTo>
                <a:lnTo>
                  <a:pt x="82174" y="228804"/>
                </a:lnTo>
                <a:lnTo>
                  <a:pt x="81448" y="216762"/>
                </a:lnTo>
                <a:lnTo>
                  <a:pt x="80394" y="204719"/>
                </a:lnTo>
                <a:lnTo>
                  <a:pt x="78921" y="192677"/>
                </a:lnTo>
                <a:lnTo>
                  <a:pt x="76926" y="180635"/>
                </a:lnTo>
                <a:lnTo>
                  <a:pt x="74309" y="168592"/>
                </a:lnTo>
                <a:lnTo>
                  <a:pt x="70974" y="156550"/>
                </a:lnTo>
                <a:lnTo>
                  <a:pt x="66849" y="144508"/>
                </a:lnTo>
                <a:lnTo>
                  <a:pt x="61896" y="132465"/>
                </a:lnTo>
                <a:lnTo>
                  <a:pt x="56128" y="120423"/>
                </a:lnTo>
                <a:lnTo>
                  <a:pt x="49621" y="108381"/>
                </a:lnTo>
                <a:lnTo>
                  <a:pt x="42523" y="96338"/>
                </a:lnTo>
                <a:lnTo>
                  <a:pt x="35056" y="84296"/>
                </a:lnTo>
                <a:lnTo>
                  <a:pt x="27508" y="72254"/>
                </a:lnTo>
                <a:lnTo>
                  <a:pt x="20224" y="60212"/>
                </a:lnTo>
                <a:lnTo>
                  <a:pt x="13573" y="48169"/>
                </a:lnTo>
                <a:lnTo>
                  <a:pt x="7927" y="36127"/>
                </a:lnTo>
                <a:lnTo>
                  <a:pt x="3620" y="24085"/>
                </a:lnTo>
                <a:lnTo>
                  <a:pt x="920" y="12042"/>
                </a:lnTo>
                <a:lnTo>
                  <a:pt x="0" y="0"/>
                </a:lnTo>
                <a:lnTo>
                  <a:pt x="169787" y="0"/>
                </a:lnTo>
                <a:lnTo>
                  <a:pt x="169787" y="0"/>
                </a:lnTo>
                <a:lnTo>
                  <a:pt x="168867" y="12042"/>
                </a:lnTo>
                <a:lnTo>
                  <a:pt x="166167" y="24085"/>
                </a:lnTo>
                <a:lnTo>
                  <a:pt x="161860" y="36127"/>
                </a:lnTo>
                <a:lnTo>
                  <a:pt x="156213" y="48169"/>
                </a:lnTo>
                <a:lnTo>
                  <a:pt x="149563" y="60212"/>
                </a:lnTo>
                <a:lnTo>
                  <a:pt x="142278" y="72254"/>
                </a:lnTo>
                <a:lnTo>
                  <a:pt x="134731" y="84296"/>
                </a:lnTo>
                <a:lnTo>
                  <a:pt x="127263" y="96338"/>
                </a:lnTo>
                <a:lnTo>
                  <a:pt x="120165" y="108381"/>
                </a:lnTo>
                <a:lnTo>
                  <a:pt x="113658" y="120423"/>
                </a:lnTo>
                <a:lnTo>
                  <a:pt x="107890" y="132465"/>
                </a:lnTo>
                <a:lnTo>
                  <a:pt x="102937" y="144508"/>
                </a:lnTo>
                <a:lnTo>
                  <a:pt x="98812" y="156550"/>
                </a:lnTo>
                <a:lnTo>
                  <a:pt x="95477" y="168592"/>
                </a:lnTo>
                <a:lnTo>
                  <a:pt x="92860" y="180635"/>
                </a:lnTo>
                <a:lnTo>
                  <a:pt x="90866" y="192677"/>
                </a:lnTo>
                <a:lnTo>
                  <a:pt x="89393" y="204719"/>
                </a:lnTo>
                <a:lnTo>
                  <a:pt x="88339" y="216762"/>
                </a:lnTo>
                <a:lnTo>
                  <a:pt x="87613" y="228804"/>
                </a:lnTo>
                <a:lnTo>
                  <a:pt x="87135" y="240846"/>
                </a:lnTo>
                <a:lnTo>
                  <a:pt x="86840" y="252889"/>
                </a:lnTo>
                <a:lnTo>
                  <a:pt x="86676" y="264931"/>
                </a:lnTo>
                <a:lnTo>
                  <a:pt x="86605" y="276973"/>
                </a:lnTo>
                <a:lnTo>
                  <a:pt x="86597" y="289015"/>
                </a:lnTo>
                <a:lnTo>
                  <a:pt x="86633" y="301058"/>
                </a:lnTo>
                <a:lnTo>
                  <a:pt x="86695" y="313100"/>
                </a:lnTo>
                <a:lnTo>
                  <a:pt x="86772" y="325142"/>
                </a:lnTo>
                <a:lnTo>
                  <a:pt x="86855" y="337185"/>
                </a:lnTo>
                <a:lnTo>
                  <a:pt x="86936" y="349227"/>
                </a:lnTo>
                <a:lnTo>
                  <a:pt x="87008" y="361269"/>
                </a:lnTo>
                <a:lnTo>
                  <a:pt x="87065" y="373312"/>
                </a:lnTo>
                <a:lnTo>
                  <a:pt x="87102" y="385354"/>
                </a:lnTo>
                <a:lnTo>
                  <a:pt x="87115" y="397396"/>
                </a:lnTo>
                <a:lnTo>
                  <a:pt x="87103" y="409439"/>
                </a:lnTo>
                <a:lnTo>
                  <a:pt x="87065" y="421481"/>
                </a:lnTo>
                <a:lnTo>
                  <a:pt x="87001" y="433523"/>
                </a:lnTo>
                <a:lnTo>
                  <a:pt x="86913" y="445565"/>
                </a:lnTo>
                <a:lnTo>
                  <a:pt x="86804" y="457608"/>
                </a:lnTo>
                <a:lnTo>
                  <a:pt x="86679" y="469650"/>
                </a:lnTo>
                <a:lnTo>
                  <a:pt x="86542" y="481692"/>
                </a:lnTo>
                <a:lnTo>
                  <a:pt x="86397" y="493735"/>
                </a:lnTo>
                <a:lnTo>
                  <a:pt x="86250" y="505777"/>
                </a:lnTo>
                <a:lnTo>
                  <a:pt x="86106" y="517819"/>
                </a:lnTo>
                <a:lnTo>
                  <a:pt x="85969" y="529862"/>
                </a:lnTo>
                <a:lnTo>
                  <a:pt x="85843" y="541904"/>
                </a:lnTo>
                <a:lnTo>
                  <a:pt x="85733" y="553946"/>
                </a:lnTo>
                <a:lnTo>
                  <a:pt x="85640" y="565989"/>
                </a:lnTo>
                <a:lnTo>
                  <a:pt x="85568" y="578031"/>
                </a:lnTo>
                <a:lnTo>
                  <a:pt x="85518" y="590073"/>
                </a:lnTo>
                <a:lnTo>
                  <a:pt x="85489" y="602116"/>
                </a:lnTo>
                <a:lnTo>
                  <a:pt x="85480" y="614158"/>
                </a:lnTo>
                <a:lnTo>
                  <a:pt x="85489" y="626200"/>
                </a:lnTo>
                <a:lnTo>
                  <a:pt x="85514" y="638242"/>
                </a:lnTo>
                <a:lnTo>
                  <a:pt x="85549" y="650285"/>
                </a:lnTo>
                <a:lnTo>
                  <a:pt x="85590" y="662327"/>
                </a:lnTo>
                <a:lnTo>
                  <a:pt x="85633" y="674369"/>
                </a:lnTo>
                <a:lnTo>
                  <a:pt x="85672" y="686412"/>
                </a:lnTo>
                <a:lnTo>
                  <a:pt x="85703" y="698454"/>
                </a:lnTo>
                <a:lnTo>
                  <a:pt x="85724" y="710496"/>
                </a:lnTo>
                <a:lnTo>
                  <a:pt x="85730" y="722539"/>
                </a:lnTo>
                <a:lnTo>
                  <a:pt x="85723" y="734581"/>
                </a:lnTo>
                <a:lnTo>
                  <a:pt x="85702" y="746623"/>
                </a:lnTo>
                <a:lnTo>
                  <a:pt x="85670" y="758666"/>
                </a:lnTo>
                <a:lnTo>
                  <a:pt x="85630" y="770708"/>
                </a:lnTo>
                <a:lnTo>
                  <a:pt x="85585" y="782750"/>
                </a:lnTo>
                <a:lnTo>
                  <a:pt x="85541" y="794792"/>
                </a:lnTo>
                <a:lnTo>
                  <a:pt x="85501" y="806835"/>
                </a:lnTo>
                <a:lnTo>
                  <a:pt x="85469" y="818877"/>
                </a:lnTo>
                <a:lnTo>
                  <a:pt x="85449" y="830919"/>
                </a:lnTo>
                <a:lnTo>
                  <a:pt x="85442" y="842962"/>
                </a:lnTo>
                <a:lnTo>
                  <a:pt x="85450" y="855004"/>
                </a:lnTo>
                <a:lnTo>
                  <a:pt x="85471" y="867046"/>
                </a:lnTo>
                <a:lnTo>
                  <a:pt x="85505" y="879089"/>
                </a:lnTo>
                <a:lnTo>
                  <a:pt x="85548" y="891131"/>
                </a:lnTo>
                <a:lnTo>
                  <a:pt x="85598" y="903173"/>
                </a:lnTo>
                <a:lnTo>
                  <a:pt x="85649" y="915216"/>
                </a:lnTo>
                <a:lnTo>
                  <a:pt x="85700" y="927258"/>
                </a:lnTo>
                <a:lnTo>
                  <a:pt x="85746" y="939300"/>
                </a:lnTo>
                <a:lnTo>
                  <a:pt x="85786" y="951343"/>
                </a:lnTo>
                <a:lnTo>
                  <a:pt x="85820" y="963385"/>
                </a:lnTo>
                <a:lnTo>
                  <a:pt x="85849" y="975427"/>
                </a:lnTo>
                <a:lnTo>
                  <a:pt x="85874" y="987469"/>
                </a:lnTo>
                <a:lnTo>
                  <a:pt x="85899" y="999512"/>
                </a:lnTo>
                <a:lnTo>
                  <a:pt x="85928" y="1011554"/>
                </a:lnTo>
                <a:lnTo>
                  <a:pt x="85965" y="1023596"/>
                </a:lnTo>
                <a:lnTo>
                  <a:pt x="86016" y="1035639"/>
                </a:lnTo>
                <a:lnTo>
                  <a:pt x="86082" y="1047681"/>
                </a:lnTo>
                <a:lnTo>
                  <a:pt x="86166" y="1059723"/>
                </a:lnTo>
                <a:lnTo>
                  <a:pt x="86268" y="1071766"/>
                </a:lnTo>
                <a:lnTo>
                  <a:pt x="86388" y="1083808"/>
                </a:lnTo>
                <a:lnTo>
                  <a:pt x="86524" y="1095850"/>
                </a:lnTo>
                <a:lnTo>
                  <a:pt x="86671" y="1107893"/>
                </a:lnTo>
                <a:lnTo>
                  <a:pt x="86827" y="1119935"/>
                </a:lnTo>
                <a:lnTo>
                  <a:pt x="86987" y="1131977"/>
                </a:lnTo>
                <a:lnTo>
                  <a:pt x="87147" y="1144019"/>
                </a:lnTo>
                <a:lnTo>
                  <a:pt x="87306" y="1156062"/>
                </a:lnTo>
                <a:lnTo>
                  <a:pt x="87461" y="1168104"/>
                </a:lnTo>
                <a:lnTo>
                  <a:pt x="87611" y="1180146"/>
                </a:lnTo>
                <a:lnTo>
                  <a:pt x="87754" y="1192189"/>
                </a:lnTo>
                <a:lnTo>
                  <a:pt x="87890" y="1204231"/>
                </a:lnTo>
                <a:lnTo>
                  <a:pt x="88017" y="1216273"/>
                </a:lnTo>
                <a:lnTo>
                  <a:pt x="88134" y="1228316"/>
                </a:lnTo>
                <a:lnTo>
                  <a:pt x="88238" y="1240358"/>
                </a:lnTo>
                <a:lnTo>
                  <a:pt x="88329" y="1252400"/>
                </a:lnTo>
                <a:lnTo>
                  <a:pt x="88402" y="1264443"/>
                </a:lnTo>
                <a:lnTo>
                  <a:pt x="88456" y="1276485"/>
                </a:lnTo>
                <a:lnTo>
                  <a:pt x="88490" y="1288527"/>
                </a:lnTo>
                <a:lnTo>
                  <a:pt x="88504" y="1300569"/>
                </a:lnTo>
                <a:lnTo>
                  <a:pt x="88498" y="1312612"/>
                </a:lnTo>
                <a:lnTo>
                  <a:pt x="88474" y="1324654"/>
                </a:lnTo>
                <a:lnTo>
                  <a:pt x="88434" y="1336696"/>
                </a:lnTo>
                <a:lnTo>
                  <a:pt x="88381" y="1348739"/>
                </a:lnTo>
                <a:lnTo>
                  <a:pt x="88318" y="1360781"/>
                </a:lnTo>
                <a:lnTo>
                  <a:pt x="88246" y="1372823"/>
                </a:lnTo>
                <a:lnTo>
                  <a:pt x="88167" y="1384866"/>
                </a:lnTo>
                <a:lnTo>
                  <a:pt x="88082" y="1396908"/>
                </a:lnTo>
                <a:lnTo>
                  <a:pt x="87991" y="1408950"/>
                </a:lnTo>
                <a:lnTo>
                  <a:pt x="87893" y="1420993"/>
                </a:lnTo>
                <a:lnTo>
                  <a:pt x="87791" y="1433035"/>
                </a:lnTo>
                <a:lnTo>
                  <a:pt x="87686" y="1445077"/>
                </a:lnTo>
                <a:lnTo>
                  <a:pt x="87578" y="1457120"/>
                </a:lnTo>
                <a:lnTo>
                  <a:pt x="87473" y="1469162"/>
                </a:lnTo>
                <a:lnTo>
                  <a:pt x="87372" y="1481204"/>
                </a:lnTo>
                <a:lnTo>
                  <a:pt x="87279" y="1493246"/>
                </a:lnTo>
                <a:lnTo>
                  <a:pt x="87198" y="1505289"/>
                </a:lnTo>
                <a:lnTo>
                  <a:pt x="87129" y="1517331"/>
                </a:lnTo>
                <a:lnTo>
                  <a:pt x="87074" y="1529373"/>
                </a:lnTo>
                <a:lnTo>
                  <a:pt x="87032" y="1541416"/>
                </a:lnTo>
                <a:lnTo>
                  <a:pt x="86998" y="1553458"/>
                </a:lnTo>
                <a:lnTo>
                  <a:pt x="86971" y="1565500"/>
                </a:lnTo>
                <a:lnTo>
                  <a:pt x="86945" y="1577543"/>
                </a:lnTo>
                <a:lnTo>
                  <a:pt x="86916" y="1589585"/>
                </a:lnTo>
                <a:lnTo>
                  <a:pt x="86883" y="1601627"/>
                </a:lnTo>
                <a:lnTo>
                  <a:pt x="86845" y="1613670"/>
                </a:lnTo>
                <a:lnTo>
                  <a:pt x="86806" y="1625712"/>
                </a:lnTo>
                <a:lnTo>
                  <a:pt x="86772" y="1637754"/>
                </a:lnTo>
                <a:lnTo>
                  <a:pt x="86754" y="1649796"/>
                </a:lnTo>
                <a:lnTo>
                  <a:pt x="86768" y="1661839"/>
                </a:lnTo>
                <a:lnTo>
                  <a:pt x="86832" y="1673881"/>
                </a:lnTo>
                <a:lnTo>
                  <a:pt x="86971" y="1685923"/>
                </a:lnTo>
                <a:lnTo>
                  <a:pt x="87213" y="1697966"/>
                </a:lnTo>
                <a:lnTo>
                  <a:pt x="87591" y="1710008"/>
                </a:lnTo>
                <a:lnTo>
                  <a:pt x="88141" y="1722050"/>
                </a:lnTo>
                <a:lnTo>
                  <a:pt x="88903" y="1734093"/>
                </a:lnTo>
                <a:lnTo>
                  <a:pt x="89917" y="1746135"/>
                </a:lnTo>
                <a:lnTo>
                  <a:pt x="91222" y="1758177"/>
                </a:lnTo>
                <a:lnTo>
                  <a:pt x="92853" y="1770220"/>
                </a:lnTo>
                <a:lnTo>
                  <a:pt x="94832" y="1782262"/>
                </a:lnTo>
                <a:lnTo>
                  <a:pt x="97169" y="1794304"/>
                </a:lnTo>
                <a:lnTo>
                  <a:pt x="99850" y="1806347"/>
                </a:lnTo>
                <a:lnTo>
                  <a:pt x="102838" y="1818389"/>
                </a:lnTo>
                <a:lnTo>
                  <a:pt x="106064" y="1830431"/>
                </a:lnTo>
                <a:lnTo>
                  <a:pt x="109429" y="1842473"/>
                </a:lnTo>
                <a:lnTo>
                  <a:pt x="112807" y="1854516"/>
                </a:lnTo>
                <a:lnTo>
                  <a:pt x="116050" y="1866558"/>
                </a:lnTo>
                <a:lnTo>
                  <a:pt x="118999" y="1878600"/>
                </a:lnTo>
                <a:lnTo>
                  <a:pt x="121494" y="1890643"/>
                </a:lnTo>
                <a:lnTo>
                  <a:pt x="123394" y="1902685"/>
                </a:lnTo>
                <a:lnTo>
                  <a:pt x="124583" y="1914727"/>
                </a:lnTo>
                <a:lnTo>
                  <a:pt x="124987" y="1926770"/>
                </a:lnTo>
                <a:lnTo>
                  <a:pt x="124987" y="1926770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903" name="data_7654">
            <a:extLst>
              <a:ext uri="{FF2B5EF4-FFF2-40B4-BE49-F238E27FC236}">
                <a16:creationId xmlns:a16="http://schemas.microsoft.com/office/drawing/2014/main" id="{8FC6A227-AE19-4D70-B29A-5EAFE149613F}"/>
              </a:ext>
            </a:extLst>
          </p:cNvPr>
          <p:cNvSpPr>
            <a:spLocks noGrp="1"/>
          </p:cNvSpPr>
          <p:nvPr/>
        </p:nvSpPr>
        <p:spPr>
          <a:xfrm>
            <a:off x="5752571" y="6901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4" name="data_7655">
            <a:extLst>
              <a:ext uri="{FF2B5EF4-FFF2-40B4-BE49-F238E27FC236}">
                <a16:creationId xmlns:a16="http://schemas.microsoft.com/office/drawing/2014/main" id="{556187AF-4F70-4C98-966F-D42581F0F5BE}"/>
              </a:ext>
            </a:extLst>
          </p:cNvPr>
          <p:cNvSpPr>
            <a:spLocks noGrp="1"/>
          </p:cNvSpPr>
          <p:nvPr/>
        </p:nvSpPr>
        <p:spPr>
          <a:xfrm>
            <a:off x="5722887" y="68492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5" name="data_7656">
            <a:extLst>
              <a:ext uri="{FF2B5EF4-FFF2-40B4-BE49-F238E27FC236}">
                <a16:creationId xmlns:a16="http://schemas.microsoft.com/office/drawing/2014/main" id="{9D35B035-0A0D-4F5F-A4E4-F44DE89EF157}"/>
              </a:ext>
            </a:extLst>
          </p:cNvPr>
          <p:cNvSpPr>
            <a:spLocks noGrp="1"/>
          </p:cNvSpPr>
          <p:nvPr/>
        </p:nvSpPr>
        <p:spPr>
          <a:xfrm>
            <a:off x="56523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6" name="data_7657">
            <a:extLst>
              <a:ext uri="{FF2B5EF4-FFF2-40B4-BE49-F238E27FC236}">
                <a16:creationId xmlns:a16="http://schemas.microsoft.com/office/drawing/2014/main" id="{78778642-AA99-4B86-8425-47A65F97C596}"/>
              </a:ext>
            </a:extLst>
          </p:cNvPr>
          <p:cNvSpPr>
            <a:spLocks noGrp="1"/>
          </p:cNvSpPr>
          <p:nvPr/>
        </p:nvSpPr>
        <p:spPr>
          <a:xfrm>
            <a:off x="5684046" y="68884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7" name="data_7658">
            <a:extLst>
              <a:ext uri="{FF2B5EF4-FFF2-40B4-BE49-F238E27FC236}">
                <a16:creationId xmlns:a16="http://schemas.microsoft.com/office/drawing/2014/main" id="{D58E06D4-398A-4DB4-AF35-4B5AA866C2F5}"/>
              </a:ext>
            </a:extLst>
          </p:cNvPr>
          <p:cNvSpPr>
            <a:spLocks noGrp="1"/>
          </p:cNvSpPr>
          <p:nvPr/>
        </p:nvSpPr>
        <p:spPr>
          <a:xfrm>
            <a:off x="5676984" y="6901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8" name="data_7659">
            <a:extLst>
              <a:ext uri="{FF2B5EF4-FFF2-40B4-BE49-F238E27FC236}">
                <a16:creationId xmlns:a16="http://schemas.microsoft.com/office/drawing/2014/main" id="{1B51C82E-6AC1-4E79-B897-AD2FDA566438}"/>
              </a:ext>
            </a:extLst>
          </p:cNvPr>
          <p:cNvSpPr>
            <a:spLocks noGrp="1"/>
          </p:cNvSpPr>
          <p:nvPr/>
        </p:nvSpPr>
        <p:spPr>
          <a:xfrm>
            <a:off x="5670640" y="58780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9" name="data_7660">
            <a:extLst>
              <a:ext uri="{FF2B5EF4-FFF2-40B4-BE49-F238E27FC236}">
                <a16:creationId xmlns:a16="http://schemas.microsoft.com/office/drawing/2014/main" id="{067FB962-007E-4FF2-B6B5-0A79FB931290}"/>
              </a:ext>
            </a:extLst>
          </p:cNvPr>
          <p:cNvSpPr>
            <a:spLocks noGrp="1"/>
          </p:cNvSpPr>
          <p:nvPr/>
        </p:nvSpPr>
        <p:spPr>
          <a:xfrm>
            <a:off x="5712132" y="6658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0" name="data_7661">
            <a:extLst>
              <a:ext uri="{FF2B5EF4-FFF2-40B4-BE49-F238E27FC236}">
                <a16:creationId xmlns:a16="http://schemas.microsoft.com/office/drawing/2014/main" id="{C5A7D518-904C-4845-8612-CCC85B3844ED}"/>
              </a:ext>
            </a:extLst>
          </p:cNvPr>
          <p:cNvSpPr>
            <a:spLocks noGrp="1"/>
          </p:cNvSpPr>
          <p:nvPr/>
        </p:nvSpPr>
        <p:spPr>
          <a:xfrm>
            <a:off x="5679175" y="68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1" name="data_7662">
            <a:extLst>
              <a:ext uri="{FF2B5EF4-FFF2-40B4-BE49-F238E27FC236}">
                <a16:creationId xmlns:a16="http://schemas.microsoft.com/office/drawing/2014/main" id="{DD4F2341-E3A6-4759-8CFA-0E4F7FE33077}"/>
              </a:ext>
            </a:extLst>
          </p:cNvPr>
          <p:cNvSpPr>
            <a:spLocks noGrp="1"/>
          </p:cNvSpPr>
          <p:nvPr/>
        </p:nvSpPr>
        <p:spPr>
          <a:xfrm>
            <a:off x="5741760" y="6562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2" name="data_7663">
            <a:extLst>
              <a:ext uri="{FF2B5EF4-FFF2-40B4-BE49-F238E27FC236}">
                <a16:creationId xmlns:a16="http://schemas.microsoft.com/office/drawing/2014/main" id="{1A2EB647-000B-43F8-98F2-BDDD3310C02A}"/>
              </a:ext>
            </a:extLst>
          </p:cNvPr>
          <p:cNvSpPr>
            <a:spLocks noGrp="1"/>
          </p:cNvSpPr>
          <p:nvPr/>
        </p:nvSpPr>
        <p:spPr>
          <a:xfrm>
            <a:off x="5697715" y="688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3" name="data_7664">
            <a:extLst>
              <a:ext uri="{FF2B5EF4-FFF2-40B4-BE49-F238E27FC236}">
                <a16:creationId xmlns:a16="http://schemas.microsoft.com/office/drawing/2014/main" id="{63F10518-2F9E-494F-99B6-44772194A695}"/>
              </a:ext>
            </a:extLst>
          </p:cNvPr>
          <p:cNvSpPr>
            <a:spLocks noGrp="1"/>
          </p:cNvSpPr>
          <p:nvPr/>
        </p:nvSpPr>
        <p:spPr>
          <a:xfrm>
            <a:off x="5678976" y="6719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4" name="data_7665">
            <a:extLst>
              <a:ext uri="{FF2B5EF4-FFF2-40B4-BE49-F238E27FC236}">
                <a16:creationId xmlns:a16="http://schemas.microsoft.com/office/drawing/2014/main" id="{4A839A20-E1E0-4252-90AC-CD741BEFD23C}"/>
              </a:ext>
            </a:extLst>
          </p:cNvPr>
          <p:cNvSpPr>
            <a:spLocks noGrp="1"/>
          </p:cNvSpPr>
          <p:nvPr/>
        </p:nvSpPr>
        <p:spPr>
          <a:xfrm>
            <a:off x="5745137" y="6860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5" name="data_7666">
            <a:extLst>
              <a:ext uri="{FF2B5EF4-FFF2-40B4-BE49-F238E27FC236}">
                <a16:creationId xmlns:a16="http://schemas.microsoft.com/office/drawing/2014/main" id="{0E907874-ED43-42E3-BA24-31384449002A}"/>
              </a:ext>
            </a:extLst>
          </p:cNvPr>
          <p:cNvSpPr>
            <a:spLocks noGrp="1"/>
          </p:cNvSpPr>
          <p:nvPr/>
        </p:nvSpPr>
        <p:spPr>
          <a:xfrm>
            <a:off x="5736438" y="69024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6" name="data_7667">
            <a:extLst>
              <a:ext uri="{FF2B5EF4-FFF2-40B4-BE49-F238E27FC236}">
                <a16:creationId xmlns:a16="http://schemas.microsoft.com/office/drawing/2014/main" id="{97EA17F4-AEB9-4695-B282-13D6EA1EC7AB}"/>
              </a:ext>
            </a:extLst>
          </p:cNvPr>
          <p:cNvSpPr>
            <a:spLocks noGrp="1"/>
          </p:cNvSpPr>
          <p:nvPr/>
        </p:nvSpPr>
        <p:spPr>
          <a:xfrm>
            <a:off x="575112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7" name="data_7668">
            <a:extLst>
              <a:ext uri="{FF2B5EF4-FFF2-40B4-BE49-F238E27FC236}">
                <a16:creationId xmlns:a16="http://schemas.microsoft.com/office/drawing/2014/main" id="{62B4A523-D82E-455A-8517-2D618A29DB94}"/>
              </a:ext>
            </a:extLst>
          </p:cNvPr>
          <p:cNvSpPr>
            <a:spLocks noGrp="1"/>
          </p:cNvSpPr>
          <p:nvPr/>
        </p:nvSpPr>
        <p:spPr>
          <a:xfrm>
            <a:off x="5690205" y="64935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8" name="data_7669">
            <a:extLst>
              <a:ext uri="{FF2B5EF4-FFF2-40B4-BE49-F238E27FC236}">
                <a16:creationId xmlns:a16="http://schemas.microsoft.com/office/drawing/2014/main" id="{CD7BA6B2-30DD-4836-94B3-5BBC134E13A5}"/>
              </a:ext>
            </a:extLst>
          </p:cNvPr>
          <p:cNvSpPr>
            <a:spLocks noGrp="1"/>
          </p:cNvSpPr>
          <p:nvPr/>
        </p:nvSpPr>
        <p:spPr>
          <a:xfrm>
            <a:off x="572440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9" name="data_7670">
            <a:extLst>
              <a:ext uri="{FF2B5EF4-FFF2-40B4-BE49-F238E27FC236}">
                <a16:creationId xmlns:a16="http://schemas.microsoft.com/office/drawing/2014/main" id="{0B93E5E1-AD8F-47FA-BDF5-44AC33DBF37D}"/>
              </a:ext>
            </a:extLst>
          </p:cNvPr>
          <p:cNvSpPr>
            <a:spLocks noGrp="1"/>
          </p:cNvSpPr>
          <p:nvPr/>
        </p:nvSpPr>
        <p:spPr>
          <a:xfrm>
            <a:off x="5679434" y="69033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0" name="data_7671">
            <a:extLst>
              <a:ext uri="{FF2B5EF4-FFF2-40B4-BE49-F238E27FC236}">
                <a16:creationId xmlns:a16="http://schemas.microsoft.com/office/drawing/2014/main" id="{E3994FEC-6F88-42A4-A9D1-E4A83060E7AF}"/>
              </a:ext>
            </a:extLst>
          </p:cNvPr>
          <p:cNvSpPr>
            <a:spLocks noGrp="1"/>
          </p:cNvSpPr>
          <p:nvPr/>
        </p:nvSpPr>
        <p:spPr>
          <a:xfrm>
            <a:off x="5758122" y="67920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1" name="data_7672">
            <a:extLst>
              <a:ext uri="{FF2B5EF4-FFF2-40B4-BE49-F238E27FC236}">
                <a16:creationId xmlns:a16="http://schemas.microsoft.com/office/drawing/2014/main" id="{17757C31-958C-4132-A3AD-B6B7EA8E459D}"/>
              </a:ext>
            </a:extLst>
          </p:cNvPr>
          <p:cNvSpPr>
            <a:spLocks noGrp="1"/>
          </p:cNvSpPr>
          <p:nvPr/>
        </p:nvSpPr>
        <p:spPr>
          <a:xfrm>
            <a:off x="5728792" y="68383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2" name="data_7673">
            <a:extLst>
              <a:ext uri="{FF2B5EF4-FFF2-40B4-BE49-F238E27FC236}">
                <a16:creationId xmlns:a16="http://schemas.microsoft.com/office/drawing/2014/main" id="{6060A71E-853B-4934-ACD7-EB803DCF2823}"/>
              </a:ext>
            </a:extLst>
          </p:cNvPr>
          <p:cNvSpPr>
            <a:spLocks noGrp="1"/>
          </p:cNvSpPr>
          <p:nvPr/>
        </p:nvSpPr>
        <p:spPr>
          <a:xfrm>
            <a:off x="575806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3" name="data_7674">
            <a:extLst>
              <a:ext uri="{FF2B5EF4-FFF2-40B4-BE49-F238E27FC236}">
                <a16:creationId xmlns:a16="http://schemas.microsoft.com/office/drawing/2014/main" id="{C9F66450-27B6-423E-86E4-51DB0560765E}"/>
              </a:ext>
            </a:extLst>
          </p:cNvPr>
          <p:cNvSpPr>
            <a:spLocks noGrp="1"/>
          </p:cNvSpPr>
          <p:nvPr/>
        </p:nvSpPr>
        <p:spPr>
          <a:xfrm>
            <a:off x="5662021" y="6911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4" name="data_7675">
            <a:extLst>
              <a:ext uri="{FF2B5EF4-FFF2-40B4-BE49-F238E27FC236}">
                <a16:creationId xmlns:a16="http://schemas.microsoft.com/office/drawing/2014/main" id="{DFFA00BF-0C63-41BF-B4B3-22219C3B1EEA}"/>
              </a:ext>
            </a:extLst>
          </p:cNvPr>
          <p:cNvSpPr>
            <a:spLocks noGrp="1"/>
          </p:cNvSpPr>
          <p:nvPr/>
        </p:nvSpPr>
        <p:spPr>
          <a:xfrm>
            <a:off x="56724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5" name="data_7676">
            <a:extLst>
              <a:ext uri="{FF2B5EF4-FFF2-40B4-BE49-F238E27FC236}">
                <a16:creationId xmlns:a16="http://schemas.microsoft.com/office/drawing/2014/main" id="{AF430489-F376-4DED-AFDC-267A187E7F6C}"/>
              </a:ext>
            </a:extLst>
          </p:cNvPr>
          <p:cNvSpPr>
            <a:spLocks noGrp="1"/>
          </p:cNvSpPr>
          <p:nvPr/>
        </p:nvSpPr>
        <p:spPr>
          <a:xfrm>
            <a:off x="5723878" y="68756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6" name="data_7677">
            <a:extLst>
              <a:ext uri="{FF2B5EF4-FFF2-40B4-BE49-F238E27FC236}">
                <a16:creationId xmlns:a16="http://schemas.microsoft.com/office/drawing/2014/main" id="{BEE35FD6-EF1C-4411-9BEF-124F49616437}"/>
              </a:ext>
            </a:extLst>
          </p:cNvPr>
          <p:cNvSpPr>
            <a:spLocks noGrp="1"/>
          </p:cNvSpPr>
          <p:nvPr/>
        </p:nvSpPr>
        <p:spPr>
          <a:xfrm>
            <a:off x="568724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7" name="data_7678">
            <a:extLst>
              <a:ext uri="{FF2B5EF4-FFF2-40B4-BE49-F238E27FC236}">
                <a16:creationId xmlns:a16="http://schemas.microsoft.com/office/drawing/2014/main" id="{174A6F40-B884-41FC-A070-047D63A57DA8}"/>
              </a:ext>
            </a:extLst>
          </p:cNvPr>
          <p:cNvSpPr>
            <a:spLocks noGrp="1"/>
          </p:cNvSpPr>
          <p:nvPr/>
        </p:nvSpPr>
        <p:spPr>
          <a:xfrm>
            <a:off x="573351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8" name="data_7679">
            <a:extLst>
              <a:ext uri="{FF2B5EF4-FFF2-40B4-BE49-F238E27FC236}">
                <a16:creationId xmlns:a16="http://schemas.microsoft.com/office/drawing/2014/main" id="{4F12B310-5D63-4425-9635-8DCA1487D765}"/>
              </a:ext>
            </a:extLst>
          </p:cNvPr>
          <p:cNvSpPr>
            <a:spLocks noGrp="1"/>
          </p:cNvSpPr>
          <p:nvPr/>
        </p:nvSpPr>
        <p:spPr>
          <a:xfrm>
            <a:off x="5652580" y="68812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9" name="data_7680">
            <a:extLst>
              <a:ext uri="{FF2B5EF4-FFF2-40B4-BE49-F238E27FC236}">
                <a16:creationId xmlns:a16="http://schemas.microsoft.com/office/drawing/2014/main" id="{FF696AB6-BAC8-4796-84C5-4DCF82E413D2}"/>
              </a:ext>
            </a:extLst>
          </p:cNvPr>
          <p:cNvSpPr>
            <a:spLocks noGrp="1"/>
          </p:cNvSpPr>
          <p:nvPr/>
        </p:nvSpPr>
        <p:spPr>
          <a:xfrm>
            <a:off x="56633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0" name="data_7681">
            <a:extLst>
              <a:ext uri="{FF2B5EF4-FFF2-40B4-BE49-F238E27FC236}">
                <a16:creationId xmlns:a16="http://schemas.microsoft.com/office/drawing/2014/main" id="{65903296-67DB-4FFE-B722-9FF0A08C1EFC}"/>
              </a:ext>
            </a:extLst>
          </p:cNvPr>
          <p:cNvSpPr>
            <a:spLocks noGrp="1"/>
          </p:cNvSpPr>
          <p:nvPr/>
        </p:nvSpPr>
        <p:spPr>
          <a:xfrm>
            <a:off x="568667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1" name="data_7682">
            <a:extLst>
              <a:ext uri="{FF2B5EF4-FFF2-40B4-BE49-F238E27FC236}">
                <a16:creationId xmlns:a16="http://schemas.microsoft.com/office/drawing/2014/main" id="{BA3A4F54-6F28-43F5-9922-F158A0D99402}"/>
              </a:ext>
            </a:extLst>
          </p:cNvPr>
          <p:cNvSpPr>
            <a:spLocks noGrp="1"/>
          </p:cNvSpPr>
          <p:nvPr/>
        </p:nvSpPr>
        <p:spPr>
          <a:xfrm>
            <a:off x="566243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2" name="data_7683">
            <a:extLst>
              <a:ext uri="{FF2B5EF4-FFF2-40B4-BE49-F238E27FC236}">
                <a16:creationId xmlns:a16="http://schemas.microsoft.com/office/drawing/2014/main" id="{625F623C-5B6A-4F62-9D8C-60ECD7B22AAB}"/>
              </a:ext>
            </a:extLst>
          </p:cNvPr>
          <p:cNvSpPr>
            <a:spLocks noGrp="1"/>
          </p:cNvSpPr>
          <p:nvPr/>
        </p:nvSpPr>
        <p:spPr>
          <a:xfrm>
            <a:off x="575279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3" name="data_7684">
            <a:extLst>
              <a:ext uri="{FF2B5EF4-FFF2-40B4-BE49-F238E27FC236}">
                <a16:creationId xmlns:a16="http://schemas.microsoft.com/office/drawing/2014/main" id="{85669282-7B9E-49E4-B592-9CA8BD2E18DD}"/>
              </a:ext>
            </a:extLst>
          </p:cNvPr>
          <p:cNvSpPr>
            <a:spLocks noGrp="1"/>
          </p:cNvSpPr>
          <p:nvPr/>
        </p:nvSpPr>
        <p:spPr>
          <a:xfrm>
            <a:off x="574889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4" name="data_7685">
            <a:extLst>
              <a:ext uri="{FF2B5EF4-FFF2-40B4-BE49-F238E27FC236}">
                <a16:creationId xmlns:a16="http://schemas.microsoft.com/office/drawing/2014/main" id="{EC5CEECA-36AB-4B83-99A2-30A84DE917C7}"/>
              </a:ext>
            </a:extLst>
          </p:cNvPr>
          <p:cNvSpPr>
            <a:spLocks noGrp="1"/>
          </p:cNvSpPr>
          <p:nvPr/>
        </p:nvSpPr>
        <p:spPr>
          <a:xfrm>
            <a:off x="5724043" y="67484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5" name="data_7686">
            <a:extLst>
              <a:ext uri="{FF2B5EF4-FFF2-40B4-BE49-F238E27FC236}">
                <a16:creationId xmlns:a16="http://schemas.microsoft.com/office/drawing/2014/main" id="{98FF529B-F747-4B6E-894D-A0B8DA5E957D}"/>
              </a:ext>
            </a:extLst>
          </p:cNvPr>
          <p:cNvSpPr>
            <a:spLocks noGrp="1"/>
          </p:cNvSpPr>
          <p:nvPr/>
        </p:nvSpPr>
        <p:spPr>
          <a:xfrm>
            <a:off x="5730724" y="6848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6" name="data_7687">
            <a:extLst>
              <a:ext uri="{FF2B5EF4-FFF2-40B4-BE49-F238E27FC236}">
                <a16:creationId xmlns:a16="http://schemas.microsoft.com/office/drawing/2014/main" id="{2E0AA800-D3EF-4119-B2AA-9D464C50355C}"/>
              </a:ext>
            </a:extLst>
          </p:cNvPr>
          <p:cNvSpPr>
            <a:spLocks noGrp="1"/>
          </p:cNvSpPr>
          <p:nvPr/>
        </p:nvSpPr>
        <p:spPr>
          <a:xfrm>
            <a:off x="5708768" y="6892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7" name="data_7688">
            <a:extLst>
              <a:ext uri="{FF2B5EF4-FFF2-40B4-BE49-F238E27FC236}">
                <a16:creationId xmlns:a16="http://schemas.microsoft.com/office/drawing/2014/main" id="{C72F676C-C2B6-4A9B-912E-187A1A92A9B9}"/>
              </a:ext>
            </a:extLst>
          </p:cNvPr>
          <p:cNvSpPr>
            <a:spLocks noGrp="1"/>
          </p:cNvSpPr>
          <p:nvPr/>
        </p:nvSpPr>
        <p:spPr>
          <a:xfrm>
            <a:off x="5676333" y="6909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8" name="data_7689">
            <a:extLst>
              <a:ext uri="{FF2B5EF4-FFF2-40B4-BE49-F238E27FC236}">
                <a16:creationId xmlns:a16="http://schemas.microsoft.com/office/drawing/2014/main" id="{3CD45CF4-748C-4159-B6F7-085D331B58D3}"/>
              </a:ext>
            </a:extLst>
          </p:cNvPr>
          <p:cNvSpPr>
            <a:spLocks noGrp="1"/>
          </p:cNvSpPr>
          <p:nvPr/>
        </p:nvSpPr>
        <p:spPr>
          <a:xfrm>
            <a:off x="56594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9" name="data_7690">
            <a:extLst>
              <a:ext uri="{FF2B5EF4-FFF2-40B4-BE49-F238E27FC236}">
                <a16:creationId xmlns:a16="http://schemas.microsoft.com/office/drawing/2014/main" id="{DA905EFF-AAC3-4D67-BB86-775E56B096CC}"/>
              </a:ext>
            </a:extLst>
          </p:cNvPr>
          <p:cNvSpPr>
            <a:spLocks noGrp="1"/>
          </p:cNvSpPr>
          <p:nvPr/>
        </p:nvSpPr>
        <p:spPr>
          <a:xfrm>
            <a:off x="5756749" y="69091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0" name="data_7691">
            <a:extLst>
              <a:ext uri="{FF2B5EF4-FFF2-40B4-BE49-F238E27FC236}">
                <a16:creationId xmlns:a16="http://schemas.microsoft.com/office/drawing/2014/main" id="{C95D9DCE-4158-4E15-866C-255E285AE9BA}"/>
              </a:ext>
            </a:extLst>
          </p:cNvPr>
          <p:cNvSpPr>
            <a:spLocks noGrp="1"/>
          </p:cNvSpPr>
          <p:nvPr/>
        </p:nvSpPr>
        <p:spPr>
          <a:xfrm>
            <a:off x="5674818" y="69011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1" name="data_7692">
            <a:extLst>
              <a:ext uri="{FF2B5EF4-FFF2-40B4-BE49-F238E27FC236}">
                <a16:creationId xmlns:a16="http://schemas.microsoft.com/office/drawing/2014/main" id="{360266DB-1382-4086-89B5-AA87033613AF}"/>
              </a:ext>
            </a:extLst>
          </p:cNvPr>
          <p:cNvSpPr>
            <a:spLocks noGrp="1"/>
          </p:cNvSpPr>
          <p:nvPr/>
        </p:nvSpPr>
        <p:spPr>
          <a:xfrm>
            <a:off x="573752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2" name="data_7693">
            <a:extLst>
              <a:ext uri="{FF2B5EF4-FFF2-40B4-BE49-F238E27FC236}">
                <a16:creationId xmlns:a16="http://schemas.microsoft.com/office/drawing/2014/main" id="{8DEB5E23-BBD8-422F-8027-4AC08A4567EC}"/>
              </a:ext>
            </a:extLst>
          </p:cNvPr>
          <p:cNvSpPr>
            <a:spLocks noGrp="1"/>
          </p:cNvSpPr>
          <p:nvPr/>
        </p:nvSpPr>
        <p:spPr>
          <a:xfrm>
            <a:off x="5670276" y="6908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3" name="data_7694">
            <a:extLst>
              <a:ext uri="{FF2B5EF4-FFF2-40B4-BE49-F238E27FC236}">
                <a16:creationId xmlns:a16="http://schemas.microsoft.com/office/drawing/2014/main" id="{6029460F-A51C-401B-A833-BA9F7679364E}"/>
              </a:ext>
            </a:extLst>
          </p:cNvPr>
          <p:cNvSpPr>
            <a:spLocks noGrp="1"/>
          </p:cNvSpPr>
          <p:nvPr/>
        </p:nvSpPr>
        <p:spPr>
          <a:xfrm>
            <a:off x="5749441" y="6910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4" name="data_7695">
            <a:extLst>
              <a:ext uri="{FF2B5EF4-FFF2-40B4-BE49-F238E27FC236}">
                <a16:creationId xmlns:a16="http://schemas.microsoft.com/office/drawing/2014/main" id="{75ABC30E-8793-4AA7-9534-1D8EF2BEF137}"/>
              </a:ext>
            </a:extLst>
          </p:cNvPr>
          <p:cNvSpPr>
            <a:spLocks noGrp="1"/>
          </p:cNvSpPr>
          <p:nvPr/>
        </p:nvSpPr>
        <p:spPr>
          <a:xfrm>
            <a:off x="5730433" y="68919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5" name="data_7696">
            <a:extLst>
              <a:ext uri="{FF2B5EF4-FFF2-40B4-BE49-F238E27FC236}">
                <a16:creationId xmlns:a16="http://schemas.microsoft.com/office/drawing/2014/main" id="{E68C124B-8DB0-4EF8-9C3A-B75DB4F4A385}"/>
              </a:ext>
            </a:extLst>
          </p:cNvPr>
          <p:cNvSpPr>
            <a:spLocks noGrp="1"/>
          </p:cNvSpPr>
          <p:nvPr/>
        </p:nvSpPr>
        <p:spPr>
          <a:xfrm>
            <a:off x="5735816" y="68671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6" name="data_7697">
            <a:extLst>
              <a:ext uri="{FF2B5EF4-FFF2-40B4-BE49-F238E27FC236}">
                <a16:creationId xmlns:a16="http://schemas.microsoft.com/office/drawing/2014/main" id="{B5890A58-1A6E-4196-951A-8B46D7A1C68A}"/>
              </a:ext>
            </a:extLst>
          </p:cNvPr>
          <p:cNvSpPr>
            <a:spLocks noGrp="1"/>
          </p:cNvSpPr>
          <p:nvPr/>
        </p:nvSpPr>
        <p:spPr>
          <a:xfrm>
            <a:off x="5718681" y="69001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7" name="data_7698">
            <a:extLst>
              <a:ext uri="{FF2B5EF4-FFF2-40B4-BE49-F238E27FC236}">
                <a16:creationId xmlns:a16="http://schemas.microsoft.com/office/drawing/2014/main" id="{2ECC3F45-C1A1-4D24-A174-A217B9A7FDB1}"/>
              </a:ext>
            </a:extLst>
          </p:cNvPr>
          <p:cNvSpPr>
            <a:spLocks noGrp="1"/>
          </p:cNvSpPr>
          <p:nvPr/>
        </p:nvSpPr>
        <p:spPr>
          <a:xfrm>
            <a:off x="5680065" y="64935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8" name="data_7699">
            <a:extLst>
              <a:ext uri="{FF2B5EF4-FFF2-40B4-BE49-F238E27FC236}">
                <a16:creationId xmlns:a16="http://schemas.microsoft.com/office/drawing/2014/main" id="{6FC8F252-6A89-4980-B556-9537F4C3B792}"/>
              </a:ext>
            </a:extLst>
          </p:cNvPr>
          <p:cNvSpPr>
            <a:spLocks noGrp="1"/>
          </p:cNvSpPr>
          <p:nvPr/>
        </p:nvSpPr>
        <p:spPr>
          <a:xfrm>
            <a:off x="569261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9" name="data_7700">
            <a:extLst>
              <a:ext uri="{FF2B5EF4-FFF2-40B4-BE49-F238E27FC236}">
                <a16:creationId xmlns:a16="http://schemas.microsoft.com/office/drawing/2014/main" id="{758C1DB1-E028-4F63-BB9D-131F63BC84D1}"/>
              </a:ext>
            </a:extLst>
          </p:cNvPr>
          <p:cNvSpPr>
            <a:spLocks noGrp="1"/>
          </p:cNvSpPr>
          <p:nvPr/>
        </p:nvSpPr>
        <p:spPr>
          <a:xfrm>
            <a:off x="5716391" y="68686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0" name="data_7701">
            <a:extLst>
              <a:ext uri="{FF2B5EF4-FFF2-40B4-BE49-F238E27FC236}">
                <a16:creationId xmlns:a16="http://schemas.microsoft.com/office/drawing/2014/main" id="{FDC02580-EDA2-47EF-957D-B83410F9994C}"/>
              </a:ext>
            </a:extLst>
          </p:cNvPr>
          <p:cNvSpPr>
            <a:spLocks noGrp="1"/>
          </p:cNvSpPr>
          <p:nvPr/>
        </p:nvSpPr>
        <p:spPr>
          <a:xfrm>
            <a:off x="5682613" y="68972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1" name="data_7702">
            <a:extLst>
              <a:ext uri="{FF2B5EF4-FFF2-40B4-BE49-F238E27FC236}">
                <a16:creationId xmlns:a16="http://schemas.microsoft.com/office/drawing/2014/main" id="{FF80FEC7-C495-48D0-9CD0-C20A982A850E}"/>
              </a:ext>
            </a:extLst>
          </p:cNvPr>
          <p:cNvSpPr>
            <a:spLocks noGrp="1"/>
          </p:cNvSpPr>
          <p:nvPr/>
        </p:nvSpPr>
        <p:spPr>
          <a:xfrm>
            <a:off x="5745360" y="68833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2" name="data_7703">
            <a:extLst>
              <a:ext uri="{FF2B5EF4-FFF2-40B4-BE49-F238E27FC236}">
                <a16:creationId xmlns:a16="http://schemas.microsoft.com/office/drawing/2014/main" id="{35984E17-02BA-4E2E-A4B8-0370C3271202}"/>
              </a:ext>
            </a:extLst>
          </p:cNvPr>
          <p:cNvSpPr>
            <a:spLocks noGrp="1"/>
          </p:cNvSpPr>
          <p:nvPr/>
        </p:nvSpPr>
        <p:spPr>
          <a:xfrm>
            <a:off x="57000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3" name="data_7704">
            <a:extLst>
              <a:ext uri="{FF2B5EF4-FFF2-40B4-BE49-F238E27FC236}">
                <a16:creationId xmlns:a16="http://schemas.microsoft.com/office/drawing/2014/main" id="{1BCD8B2D-011B-4D9B-89B8-63E907F8BD4C}"/>
              </a:ext>
            </a:extLst>
          </p:cNvPr>
          <p:cNvSpPr>
            <a:spLocks noGrp="1"/>
          </p:cNvSpPr>
          <p:nvPr/>
        </p:nvSpPr>
        <p:spPr>
          <a:xfrm>
            <a:off x="5710093" y="69084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4" name="data_7705">
            <a:extLst>
              <a:ext uri="{FF2B5EF4-FFF2-40B4-BE49-F238E27FC236}">
                <a16:creationId xmlns:a16="http://schemas.microsoft.com/office/drawing/2014/main" id="{AF111BBE-EE6B-4E38-96E5-366954FD0A81}"/>
              </a:ext>
            </a:extLst>
          </p:cNvPr>
          <p:cNvSpPr>
            <a:spLocks noGrp="1"/>
          </p:cNvSpPr>
          <p:nvPr/>
        </p:nvSpPr>
        <p:spPr>
          <a:xfrm>
            <a:off x="5649421" y="68723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5" name="data_7706">
            <a:extLst>
              <a:ext uri="{FF2B5EF4-FFF2-40B4-BE49-F238E27FC236}">
                <a16:creationId xmlns:a16="http://schemas.microsoft.com/office/drawing/2014/main" id="{11402494-1CF6-4018-9D21-BB3299A0A545}"/>
              </a:ext>
            </a:extLst>
          </p:cNvPr>
          <p:cNvSpPr>
            <a:spLocks noGrp="1"/>
          </p:cNvSpPr>
          <p:nvPr/>
        </p:nvSpPr>
        <p:spPr>
          <a:xfrm>
            <a:off x="5684522" y="68905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6" name="data_7707">
            <a:extLst>
              <a:ext uri="{FF2B5EF4-FFF2-40B4-BE49-F238E27FC236}">
                <a16:creationId xmlns:a16="http://schemas.microsoft.com/office/drawing/2014/main" id="{6E7D90D1-FC26-48A3-9E95-8D121C12EA7B}"/>
              </a:ext>
            </a:extLst>
          </p:cNvPr>
          <p:cNvSpPr>
            <a:spLocks noGrp="1"/>
          </p:cNvSpPr>
          <p:nvPr/>
        </p:nvSpPr>
        <p:spPr>
          <a:xfrm>
            <a:off x="569260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7" name="data_7708">
            <a:extLst>
              <a:ext uri="{FF2B5EF4-FFF2-40B4-BE49-F238E27FC236}">
                <a16:creationId xmlns:a16="http://schemas.microsoft.com/office/drawing/2014/main" id="{F07328F8-EDDE-4EEF-89C9-288010091E2D}"/>
              </a:ext>
            </a:extLst>
          </p:cNvPr>
          <p:cNvSpPr>
            <a:spLocks noGrp="1"/>
          </p:cNvSpPr>
          <p:nvPr/>
        </p:nvSpPr>
        <p:spPr>
          <a:xfrm>
            <a:off x="5670706" y="6527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8" name="data_7709">
            <a:extLst>
              <a:ext uri="{FF2B5EF4-FFF2-40B4-BE49-F238E27FC236}">
                <a16:creationId xmlns:a16="http://schemas.microsoft.com/office/drawing/2014/main" id="{C391D41C-CFC9-4518-86A2-4BE239437934}"/>
              </a:ext>
            </a:extLst>
          </p:cNvPr>
          <p:cNvSpPr>
            <a:spLocks noGrp="1"/>
          </p:cNvSpPr>
          <p:nvPr/>
        </p:nvSpPr>
        <p:spPr>
          <a:xfrm>
            <a:off x="5665625" y="6895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9" name="data_7710">
            <a:extLst>
              <a:ext uri="{FF2B5EF4-FFF2-40B4-BE49-F238E27FC236}">
                <a16:creationId xmlns:a16="http://schemas.microsoft.com/office/drawing/2014/main" id="{FA4E412A-1E7D-489E-B9F8-B5A38A57F15C}"/>
              </a:ext>
            </a:extLst>
          </p:cNvPr>
          <p:cNvSpPr>
            <a:spLocks noGrp="1"/>
          </p:cNvSpPr>
          <p:nvPr/>
        </p:nvSpPr>
        <p:spPr>
          <a:xfrm>
            <a:off x="5755545" y="68698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0" name="data_7711">
            <a:extLst>
              <a:ext uri="{FF2B5EF4-FFF2-40B4-BE49-F238E27FC236}">
                <a16:creationId xmlns:a16="http://schemas.microsoft.com/office/drawing/2014/main" id="{03A75D04-39C3-4236-B177-4F166E5F1C6A}"/>
              </a:ext>
            </a:extLst>
          </p:cNvPr>
          <p:cNvSpPr>
            <a:spLocks noGrp="1"/>
          </p:cNvSpPr>
          <p:nvPr/>
        </p:nvSpPr>
        <p:spPr>
          <a:xfrm>
            <a:off x="5656927" y="6869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1" name="data_7712">
            <a:extLst>
              <a:ext uri="{FF2B5EF4-FFF2-40B4-BE49-F238E27FC236}">
                <a16:creationId xmlns:a16="http://schemas.microsoft.com/office/drawing/2014/main" id="{0A0C3946-3DB7-4D8D-B116-88F287F8C910}"/>
              </a:ext>
            </a:extLst>
          </p:cNvPr>
          <p:cNvSpPr>
            <a:spLocks noGrp="1"/>
          </p:cNvSpPr>
          <p:nvPr/>
        </p:nvSpPr>
        <p:spPr>
          <a:xfrm>
            <a:off x="5658104" y="6877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2" name="data_7713">
            <a:extLst>
              <a:ext uri="{FF2B5EF4-FFF2-40B4-BE49-F238E27FC236}">
                <a16:creationId xmlns:a16="http://schemas.microsoft.com/office/drawing/2014/main" id="{C8EC364C-E3BF-448D-AECC-D7D06E1C7668}"/>
              </a:ext>
            </a:extLst>
          </p:cNvPr>
          <p:cNvSpPr>
            <a:spLocks noGrp="1"/>
          </p:cNvSpPr>
          <p:nvPr/>
        </p:nvSpPr>
        <p:spPr>
          <a:xfrm>
            <a:off x="5733013" y="68981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3" name="data_7714">
            <a:extLst>
              <a:ext uri="{FF2B5EF4-FFF2-40B4-BE49-F238E27FC236}">
                <a16:creationId xmlns:a16="http://schemas.microsoft.com/office/drawing/2014/main" id="{A0ABA7CC-D71A-4301-BAD6-8C27C10B9F70}"/>
              </a:ext>
            </a:extLst>
          </p:cNvPr>
          <p:cNvSpPr>
            <a:spLocks noGrp="1"/>
          </p:cNvSpPr>
          <p:nvPr/>
        </p:nvSpPr>
        <p:spPr>
          <a:xfrm>
            <a:off x="5656666" y="67839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4" name="data_7715">
            <a:extLst>
              <a:ext uri="{FF2B5EF4-FFF2-40B4-BE49-F238E27FC236}">
                <a16:creationId xmlns:a16="http://schemas.microsoft.com/office/drawing/2014/main" id="{E02491F5-114E-4D7F-8125-C2CC4086CB58}"/>
              </a:ext>
            </a:extLst>
          </p:cNvPr>
          <p:cNvSpPr>
            <a:spLocks noGrp="1"/>
          </p:cNvSpPr>
          <p:nvPr/>
        </p:nvSpPr>
        <p:spPr>
          <a:xfrm>
            <a:off x="572388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5" name="data_7716">
            <a:extLst>
              <a:ext uri="{FF2B5EF4-FFF2-40B4-BE49-F238E27FC236}">
                <a16:creationId xmlns:a16="http://schemas.microsoft.com/office/drawing/2014/main" id="{2452C264-B2D7-48D6-BEA6-62D5689D65E8}"/>
              </a:ext>
            </a:extLst>
          </p:cNvPr>
          <p:cNvSpPr>
            <a:spLocks noGrp="1"/>
          </p:cNvSpPr>
          <p:nvPr/>
        </p:nvSpPr>
        <p:spPr>
          <a:xfrm>
            <a:off x="5652223" y="68995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6" name="data_7717">
            <a:extLst>
              <a:ext uri="{FF2B5EF4-FFF2-40B4-BE49-F238E27FC236}">
                <a16:creationId xmlns:a16="http://schemas.microsoft.com/office/drawing/2014/main" id="{4C38B7BB-290E-4BFC-86DE-5492C43D1FF8}"/>
              </a:ext>
            </a:extLst>
          </p:cNvPr>
          <p:cNvSpPr>
            <a:spLocks noGrp="1"/>
          </p:cNvSpPr>
          <p:nvPr/>
        </p:nvSpPr>
        <p:spPr>
          <a:xfrm>
            <a:off x="571802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7" name="data_7718">
            <a:extLst>
              <a:ext uri="{FF2B5EF4-FFF2-40B4-BE49-F238E27FC236}">
                <a16:creationId xmlns:a16="http://schemas.microsoft.com/office/drawing/2014/main" id="{0E0801CD-9B4E-42D3-BCEB-C0F236FAB849}"/>
              </a:ext>
            </a:extLst>
          </p:cNvPr>
          <p:cNvSpPr>
            <a:spLocks noGrp="1"/>
          </p:cNvSpPr>
          <p:nvPr/>
        </p:nvSpPr>
        <p:spPr>
          <a:xfrm>
            <a:off x="5713152" y="68686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8" name="data_7719">
            <a:extLst>
              <a:ext uri="{FF2B5EF4-FFF2-40B4-BE49-F238E27FC236}">
                <a16:creationId xmlns:a16="http://schemas.microsoft.com/office/drawing/2014/main" id="{E2375009-B9B4-43E9-85FA-FDAB8D7A4376}"/>
              </a:ext>
            </a:extLst>
          </p:cNvPr>
          <p:cNvSpPr>
            <a:spLocks noGrp="1"/>
          </p:cNvSpPr>
          <p:nvPr/>
        </p:nvSpPr>
        <p:spPr>
          <a:xfrm>
            <a:off x="573611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9" name="data_7720">
            <a:extLst>
              <a:ext uri="{FF2B5EF4-FFF2-40B4-BE49-F238E27FC236}">
                <a16:creationId xmlns:a16="http://schemas.microsoft.com/office/drawing/2014/main" id="{1C394A35-95B7-4E23-963D-A923C208B089}"/>
              </a:ext>
            </a:extLst>
          </p:cNvPr>
          <p:cNvSpPr>
            <a:spLocks noGrp="1"/>
          </p:cNvSpPr>
          <p:nvPr/>
        </p:nvSpPr>
        <p:spPr>
          <a:xfrm>
            <a:off x="5702328" y="690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0" name="data_7721">
            <a:extLst>
              <a:ext uri="{FF2B5EF4-FFF2-40B4-BE49-F238E27FC236}">
                <a16:creationId xmlns:a16="http://schemas.microsoft.com/office/drawing/2014/main" id="{6C95C88D-A9B1-4303-9719-165E2BC5365D}"/>
              </a:ext>
            </a:extLst>
          </p:cNvPr>
          <p:cNvSpPr>
            <a:spLocks noGrp="1"/>
          </p:cNvSpPr>
          <p:nvPr/>
        </p:nvSpPr>
        <p:spPr>
          <a:xfrm>
            <a:off x="566645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1" name="data_7722">
            <a:extLst>
              <a:ext uri="{FF2B5EF4-FFF2-40B4-BE49-F238E27FC236}">
                <a16:creationId xmlns:a16="http://schemas.microsoft.com/office/drawing/2014/main" id="{50B4F4E2-B454-43DD-A6ED-4F23B9457AD6}"/>
              </a:ext>
            </a:extLst>
          </p:cNvPr>
          <p:cNvSpPr>
            <a:spLocks noGrp="1"/>
          </p:cNvSpPr>
          <p:nvPr/>
        </p:nvSpPr>
        <p:spPr>
          <a:xfrm>
            <a:off x="5750261" y="6904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2" name="data_7723">
            <a:extLst>
              <a:ext uri="{FF2B5EF4-FFF2-40B4-BE49-F238E27FC236}">
                <a16:creationId xmlns:a16="http://schemas.microsoft.com/office/drawing/2014/main" id="{9292CD4F-287E-40A2-B462-06AF034C1DB8}"/>
              </a:ext>
            </a:extLst>
          </p:cNvPr>
          <p:cNvSpPr>
            <a:spLocks noGrp="1"/>
          </p:cNvSpPr>
          <p:nvPr/>
        </p:nvSpPr>
        <p:spPr>
          <a:xfrm>
            <a:off x="5654599" y="68723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3" name="data_7724">
            <a:extLst>
              <a:ext uri="{FF2B5EF4-FFF2-40B4-BE49-F238E27FC236}">
                <a16:creationId xmlns:a16="http://schemas.microsoft.com/office/drawing/2014/main" id="{76E23ECE-4D9C-40F6-BEDA-270909B877AB}"/>
              </a:ext>
            </a:extLst>
          </p:cNvPr>
          <p:cNvSpPr>
            <a:spLocks noGrp="1"/>
          </p:cNvSpPr>
          <p:nvPr/>
        </p:nvSpPr>
        <p:spPr>
          <a:xfrm>
            <a:off x="5736287" y="67372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4" name="data_7725">
            <a:extLst>
              <a:ext uri="{FF2B5EF4-FFF2-40B4-BE49-F238E27FC236}">
                <a16:creationId xmlns:a16="http://schemas.microsoft.com/office/drawing/2014/main" id="{DB847BC6-8707-4B08-88CD-3E40F66413CC}"/>
              </a:ext>
            </a:extLst>
          </p:cNvPr>
          <p:cNvSpPr>
            <a:spLocks noGrp="1"/>
          </p:cNvSpPr>
          <p:nvPr/>
        </p:nvSpPr>
        <p:spPr>
          <a:xfrm>
            <a:off x="5651013" y="6907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5" name="data_7726">
            <a:extLst>
              <a:ext uri="{FF2B5EF4-FFF2-40B4-BE49-F238E27FC236}">
                <a16:creationId xmlns:a16="http://schemas.microsoft.com/office/drawing/2014/main" id="{C943FE97-49B9-428D-B386-6ECF64DD6176}"/>
              </a:ext>
            </a:extLst>
          </p:cNvPr>
          <p:cNvSpPr>
            <a:spLocks noGrp="1"/>
          </p:cNvSpPr>
          <p:nvPr/>
        </p:nvSpPr>
        <p:spPr>
          <a:xfrm>
            <a:off x="5712495" y="6820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6" name="data_7727">
            <a:extLst>
              <a:ext uri="{FF2B5EF4-FFF2-40B4-BE49-F238E27FC236}">
                <a16:creationId xmlns:a16="http://schemas.microsoft.com/office/drawing/2014/main" id="{C67D19B5-2CFD-4EF8-A79E-975381114413}"/>
              </a:ext>
            </a:extLst>
          </p:cNvPr>
          <p:cNvSpPr>
            <a:spLocks noGrp="1"/>
          </p:cNvSpPr>
          <p:nvPr/>
        </p:nvSpPr>
        <p:spPr>
          <a:xfrm>
            <a:off x="5653664" y="68092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7" name="data_7728">
            <a:extLst>
              <a:ext uri="{FF2B5EF4-FFF2-40B4-BE49-F238E27FC236}">
                <a16:creationId xmlns:a16="http://schemas.microsoft.com/office/drawing/2014/main" id="{4BFE80C5-1B30-4E24-AF91-DD408E836210}"/>
              </a:ext>
            </a:extLst>
          </p:cNvPr>
          <p:cNvSpPr>
            <a:spLocks noGrp="1"/>
          </p:cNvSpPr>
          <p:nvPr/>
        </p:nvSpPr>
        <p:spPr>
          <a:xfrm>
            <a:off x="573667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8" name="data_7729">
            <a:extLst>
              <a:ext uri="{FF2B5EF4-FFF2-40B4-BE49-F238E27FC236}">
                <a16:creationId xmlns:a16="http://schemas.microsoft.com/office/drawing/2014/main" id="{5C187C15-F68E-406A-8451-C776182AE642}"/>
              </a:ext>
            </a:extLst>
          </p:cNvPr>
          <p:cNvSpPr>
            <a:spLocks noGrp="1"/>
          </p:cNvSpPr>
          <p:nvPr/>
        </p:nvSpPr>
        <p:spPr>
          <a:xfrm>
            <a:off x="5742399" y="68852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9" name="data_7730">
            <a:extLst>
              <a:ext uri="{FF2B5EF4-FFF2-40B4-BE49-F238E27FC236}">
                <a16:creationId xmlns:a16="http://schemas.microsoft.com/office/drawing/2014/main" id="{242191C6-21D2-4508-9D4D-F16316F08641}"/>
              </a:ext>
            </a:extLst>
          </p:cNvPr>
          <p:cNvSpPr>
            <a:spLocks noGrp="1"/>
          </p:cNvSpPr>
          <p:nvPr/>
        </p:nvSpPr>
        <p:spPr>
          <a:xfrm>
            <a:off x="571962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0" name="data_7731">
            <a:extLst>
              <a:ext uri="{FF2B5EF4-FFF2-40B4-BE49-F238E27FC236}">
                <a16:creationId xmlns:a16="http://schemas.microsoft.com/office/drawing/2014/main" id="{94ECA4D8-D547-43AE-A222-AB0465E9F170}"/>
              </a:ext>
            </a:extLst>
          </p:cNvPr>
          <p:cNvSpPr>
            <a:spLocks noGrp="1"/>
          </p:cNvSpPr>
          <p:nvPr/>
        </p:nvSpPr>
        <p:spPr>
          <a:xfrm>
            <a:off x="56773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1" name="data_7732">
            <a:extLst>
              <a:ext uri="{FF2B5EF4-FFF2-40B4-BE49-F238E27FC236}">
                <a16:creationId xmlns:a16="http://schemas.microsoft.com/office/drawing/2014/main" id="{5FDB9854-6C9C-457D-BD7F-1FDD050D27F4}"/>
              </a:ext>
            </a:extLst>
          </p:cNvPr>
          <p:cNvSpPr>
            <a:spLocks noGrp="1"/>
          </p:cNvSpPr>
          <p:nvPr/>
        </p:nvSpPr>
        <p:spPr>
          <a:xfrm>
            <a:off x="5754791" y="68895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2" name="data_7733">
            <a:extLst>
              <a:ext uri="{FF2B5EF4-FFF2-40B4-BE49-F238E27FC236}">
                <a16:creationId xmlns:a16="http://schemas.microsoft.com/office/drawing/2014/main" id="{D9D4492C-ADF5-4234-B519-D793945BBC89}"/>
              </a:ext>
            </a:extLst>
          </p:cNvPr>
          <p:cNvSpPr>
            <a:spLocks noGrp="1"/>
          </p:cNvSpPr>
          <p:nvPr/>
        </p:nvSpPr>
        <p:spPr>
          <a:xfrm>
            <a:off x="5733167" y="68946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3" name="data_7734">
            <a:extLst>
              <a:ext uri="{FF2B5EF4-FFF2-40B4-BE49-F238E27FC236}">
                <a16:creationId xmlns:a16="http://schemas.microsoft.com/office/drawing/2014/main" id="{0E2D6520-058F-40AD-A711-E4615AEDE463}"/>
              </a:ext>
            </a:extLst>
          </p:cNvPr>
          <p:cNvSpPr>
            <a:spLocks noGrp="1"/>
          </p:cNvSpPr>
          <p:nvPr/>
        </p:nvSpPr>
        <p:spPr>
          <a:xfrm>
            <a:off x="5702056" y="69090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4" name="data_7735">
            <a:extLst>
              <a:ext uri="{FF2B5EF4-FFF2-40B4-BE49-F238E27FC236}">
                <a16:creationId xmlns:a16="http://schemas.microsoft.com/office/drawing/2014/main" id="{901D99DB-6D77-498D-B097-23FF478A3DBB}"/>
              </a:ext>
            </a:extLst>
          </p:cNvPr>
          <p:cNvSpPr>
            <a:spLocks noGrp="1"/>
          </p:cNvSpPr>
          <p:nvPr/>
        </p:nvSpPr>
        <p:spPr>
          <a:xfrm>
            <a:off x="575474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5" name="data_7736">
            <a:extLst>
              <a:ext uri="{FF2B5EF4-FFF2-40B4-BE49-F238E27FC236}">
                <a16:creationId xmlns:a16="http://schemas.microsoft.com/office/drawing/2014/main" id="{E519BE23-4C8D-4471-A1A4-7E52D7D1E59B}"/>
              </a:ext>
            </a:extLst>
          </p:cNvPr>
          <p:cNvSpPr>
            <a:spLocks noGrp="1"/>
          </p:cNvSpPr>
          <p:nvPr/>
        </p:nvSpPr>
        <p:spPr>
          <a:xfrm>
            <a:off x="57100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6" name="data_7737">
            <a:extLst>
              <a:ext uri="{FF2B5EF4-FFF2-40B4-BE49-F238E27FC236}">
                <a16:creationId xmlns:a16="http://schemas.microsoft.com/office/drawing/2014/main" id="{B7E9F462-A5E3-4131-BEF3-8A7BEF24535F}"/>
              </a:ext>
            </a:extLst>
          </p:cNvPr>
          <p:cNvSpPr>
            <a:spLocks noGrp="1"/>
          </p:cNvSpPr>
          <p:nvPr/>
        </p:nvSpPr>
        <p:spPr>
          <a:xfrm>
            <a:off x="569097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7" name="data_7738">
            <a:extLst>
              <a:ext uri="{FF2B5EF4-FFF2-40B4-BE49-F238E27FC236}">
                <a16:creationId xmlns:a16="http://schemas.microsoft.com/office/drawing/2014/main" id="{1E414A1A-AAC7-483E-BB1A-33A13C452C81}"/>
              </a:ext>
            </a:extLst>
          </p:cNvPr>
          <p:cNvSpPr>
            <a:spLocks noGrp="1"/>
          </p:cNvSpPr>
          <p:nvPr/>
        </p:nvSpPr>
        <p:spPr>
          <a:xfrm>
            <a:off x="5713081" y="6906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8" name="data_7739">
            <a:extLst>
              <a:ext uri="{FF2B5EF4-FFF2-40B4-BE49-F238E27FC236}">
                <a16:creationId xmlns:a16="http://schemas.microsoft.com/office/drawing/2014/main" id="{B113BB62-25A8-4B75-986B-E9A3D3F10FD0}"/>
              </a:ext>
            </a:extLst>
          </p:cNvPr>
          <p:cNvSpPr>
            <a:spLocks noGrp="1"/>
          </p:cNvSpPr>
          <p:nvPr/>
        </p:nvSpPr>
        <p:spPr>
          <a:xfrm>
            <a:off x="5662058" y="68935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9" name="data_7740">
            <a:extLst>
              <a:ext uri="{FF2B5EF4-FFF2-40B4-BE49-F238E27FC236}">
                <a16:creationId xmlns:a16="http://schemas.microsoft.com/office/drawing/2014/main" id="{F4220957-FB78-42CB-B72A-FFFC05CBA0E6}"/>
              </a:ext>
            </a:extLst>
          </p:cNvPr>
          <p:cNvSpPr>
            <a:spLocks noGrp="1"/>
          </p:cNvSpPr>
          <p:nvPr/>
        </p:nvSpPr>
        <p:spPr>
          <a:xfrm>
            <a:off x="5676243" y="6903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0" name="data_7741">
            <a:extLst>
              <a:ext uri="{FF2B5EF4-FFF2-40B4-BE49-F238E27FC236}">
                <a16:creationId xmlns:a16="http://schemas.microsoft.com/office/drawing/2014/main" id="{3F88651F-59E5-4F31-9318-9300CCDB1D31}"/>
              </a:ext>
            </a:extLst>
          </p:cNvPr>
          <p:cNvSpPr>
            <a:spLocks noGrp="1"/>
          </p:cNvSpPr>
          <p:nvPr/>
        </p:nvSpPr>
        <p:spPr>
          <a:xfrm>
            <a:off x="575486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1" name="data_7742">
            <a:extLst>
              <a:ext uri="{FF2B5EF4-FFF2-40B4-BE49-F238E27FC236}">
                <a16:creationId xmlns:a16="http://schemas.microsoft.com/office/drawing/2014/main" id="{2ED38823-89F4-4044-BC64-1C58E92685A4}"/>
              </a:ext>
            </a:extLst>
          </p:cNvPr>
          <p:cNvSpPr>
            <a:spLocks noGrp="1"/>
          </p:cNvSpPr>
          <p:nvPr/>
        </p:nvSpPr>
        <p:spPr>
          <a:xfrm>
            <a:off x="567490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2" name="data_7743">
            <a:extLst>
              <a:ext uri="{FF2B5EF4-FFF2-40B4-BE49-F238E27FC236}">
                <a16:creationId xmlns:a16="http://schemas.microsoft.com/office/drawing/2014/main" id="{14A892E1-14C5-4B5B-8357-976B2D6D7EEB}"/>
              </a:ext>
            </a:extLst>
          </p:cNvPr>
          <p:cNvSpPr>
            <a:spLocks noGrp="1"/>
          </p:cNvSpPr>
          <p:nvPr/>
        </p:nvSpPr>
        <p:spPr>
          <a:xfrm>
            <a:off x="5705268" y="68881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3" name="data_7744">
            <a:extLst>
              <a:ext uri="{FF2B5EF4-FFF2-40B4-BE49-F238E27FC236}">
                <a16:creationId xmlns:a16="http://schemas.microsoft.com/office/drawing/2014/main" id="{F293E4D5-C5A1-4C5B-9DC8-ED2D03D91C45}"/>
              </a:ext>
            </a:extLst>
          </p:cNvPr>
          <p:cNvSpPr>
            <a:spLocks noGrp="1"/>
          </p:cNvSpPr>
          <p:nvPr/>
        </p:nvSpPr>
        <p:spPr>
          <a:xfrm>
            <a:off x="5729407" y="68746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4" name="data_7745">
            <a:extLst>
              <a:ext uri="{FF2B5EF4-FFF2-40B4-BE49-F238E27FC236}">
                <a16:creationId xmlns:a16="http://schemas.microsoft.com/office/drawing/2014/main" id="{B1B63CC6-7F79-44D0-A3F6-5D05612D34EA}"/>
              </a:ext>
            </a:extLst>
          </p:cNvPr>
          <p:cNvSpPr>
            <a:spLocks noGrp="1"/>
          </p:cNvSpPr>
          <p:nvPr/>
        </p:nvSpPr>
        <p:spPr>
          <a:xfrm>
            <a:off x="5692501" y="68892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5" name="data_7746">
            <a:extLst>
              <a:ext uri="{FF2B5EF4-FFF2-40B4-BE49-F238E27FC236}">
                <a16:creationId xmlns:a16="http://schemas.microsoft.com/office/drawing/2014/main" id="{0D055487-813C-4098-968C-AD513BFA24E8}"/>
              </a:ext>
            </a:extLst>
          </p:cNvPr>
          <p:cNvSpPr>
            <a:spLocks noGrp="1"/>
          </p:cNvSpPr>
          <p:nvPr/>
        </p:nvSpPr>
        <p:spPr>
          <a:xfrm>
            <a:off x="5707772" y="69011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6" name="data_7747">
            <a:extLst>
              <a:ext uri="{FF2B5EF4-FFF2-40B4-BE49-F238E27FC236}">
                <a16:creationId xmlns:a16="http://schemas.microsoft.com/office/drawing/2014/main" id="{AFEE0673-0617-445E-9683-75D48B22E00E}"/>
              </a:ext>
            </a:extLst>
          </p:cNvPr>
          <p:cNvSpPr>
            <a:spLocks noGrp="1"/>
          </p:cNvSpPr>
          <p:nvPr/>
        </p:nvSpPr>
        <p:spPr>
          <a:xfrm>
            <a:off x="5717583" y="68665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7" name="data_7748">
            <a:extLst>
              <a:ext uri="{FF2B5EF4-FFF2-40B4-BE49-F238E27FC236}">
                <a16:creationId xmlns:a16="http://schemas.microsoft.com/office/drawing/2014/main" id="{627B3533-87C9-4ED5-9B8B-F1D081D6C30D}"/>
              </a:ext>
            </a:extLst>
          </p:cNvPr>
          <p:cNvSpPr>
            <a:spLocks noGrp="1"/>
          </p:cNvSpPr>
          <p:nvPr/>
        </p:nvSpPr>
        <p:spPr>
          <a:xfrm>
            <a:off x="588881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8" name="data_7749">
            <a:extLst>
              <a:ext uri="{FF2B5EF4-FFF2-40B4-BE49-F238E27FC236}">
                <a16:creationId xmlns:a16="http://schemas.microsoft.com/office/drawing/2014/main" id="{0B57DCDD-00CE-4381-88EB-08E10567D276}"/>
              </a:ext>
            </a:extLst>
          </p:cNvPr>
          <p:cNvSpPr>
            <a:spLocks noGrp="1"/>
          </p:cNvSpPr>
          <p:nvPr/>
        </p:nvSpPr>
        <p:spPr>
          <a:xfrm>
            <a:off x="5948485" y="5398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9" name="data_7750">
            <a:extLst>
              <a:ext uri="{FF2B5EF4-FFF2-40B4-BE49-F238E27FC236}">
                <a16:creationId xmlns:a16="http://schemas.microsoft.com/office/drawing/2014/main" id="{0E199E92-F92A-4FBF-9EA5-A38D36D5101C}"/>
              </a:ext>
            </a:extLst>
          </p:cNvPr>
          <p:cNvSpPr>
            <a:spLocks noGrp="1"/>
          </p:cNvSpPr>
          <p:nvPr/>
        </p:nvSpPr>
        <p:spPr>
          <a:xfrm>
            <a:off x="594013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0" name="data_7751">
            <a:extLst>
              <a:ext uri="{FF2B5EF4-FFF2-40B4-BE49-F238E27FC236}">
                <a16:creationId xmlns:a16="http://schemas.microsoft.com/office/drawing/2014/main" id="{D6A9C723-E69C-4E5A-8F1F-95EFE1EA56F3}"/>
              </a:ext>
            </a:extLst>
          </p:cNvPr>
          <p:cNvSpPr>
            <a:spLocks noGrp="1"/>
          </p:cNvSpPr>
          <p:nvPr/>
        </p:nvSpPr>
        <p:spPr>
          <a:xfrm>
            <a:off x="594150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1" name="data_7752">
            <a:extLst>
              <a:ext uri="{FF2B5EF4-FFF2-40B4-BE49-F238E27FC236}">
                <a16:creationId xmlns:a16="http://schemas.microsoft.com/office/drawing/2014/main" id="{744D848E-8714-4331-BB74-2B0269656152}"/>
              </a:ext>
            </a:extLst>
          </p:cNvPr>
          <p:cNvSpPr>
            <a:spLocks noGrp="1"/>
          </p:cNvSpPr>
          <p:nvPr/>
        </p:nvSpPr>
        <p:spPr>
          <a:xfrm>
            <a:off x="592104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2" name="data_7753">
            <a:extLst>
              <a:ext uri="{FF2B5EF4-FFF2-40B4-BE49-F238E27FC236}">
                <a16:creationId xmlns:a16="http://schemas.microsoft.com/office/drawing/2014/main" id="{758F076E-1F00-48D1-BE0C-636078EFCCC3}"/>
              </a:ext>
            </a:extLst>
          </p:cNvPr>
          <p:cNvSpPr>
            <a:spLocks noGrp="1"/>
          </p:cNvSpPr>
          <p:nvPr/>
        </p:nvSpPr>
        <p:spPr>
          <a:xfrm>
            <a:off x="5951378" y="579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3" name="data_7754">
            <a:extLst>
              <a:ext uri="{FF2B5EF4-FFF2-40B4-BE49-F238E27FC236}">
                <a16:creationId xmlns:a16="http://schemas.microsoft.com/office/drawing/2014/main" id="{3A8BB0AE-923A-4EC5-9E15-CE88DB3226E4}"/>
              </a:ext>
            </a:extLst>
          </p:cNvPr>
          <p:cNvSpPr>
            <a:spLocks noGrp="1"/>
          </p:cNvSpPr>
          <p:nvPr/>
        </p:nvSpPr>
        <p:spPr>
          <a:xfrm>
            <a:off x="5887339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4" name="data_7755">
            <a:extLst>
              <a:ext uri="{FF2B5EF4-FFF2-40B4-BE49-F238E27FC236}">
                <a16:creationId xmlns:a16="http://schemas.microsoft.com/office/drawing/2014/main" id="{AC8F3437-254F-45D1-8F88-640BEB6735C2}"/>
              </a:ext>
            </a:extLst>
          </p:cNvPr>
          <p:cNvSpPr>
            <a:spLocks noGrp="1"/>
          </p:cNvSpPr>
          <p:nvPr/>
        </p:nvSpPr>
        <p:spPr>
          <a:xfrm>
            <a:off x="5920299" y="6109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5" name="data_7756">
            <a:extLst>
              <a:ext uri="{FF2B5EF4-FFF2-40B4-BE49-F238E27FC236}">
                <a16:creationId xmlns:a16="http://schemas.microsoft.com/office/drawing/2014/main" id="{8EAB6544-2E55-4A3B-B65D-07C9C58FBD57}"/>
              </a:ext>
            </a:extLst>
          </p:cNvPr>
          <p:cNvSpPr>
            <a:spLocks noGrp="1"/>
          </p:cNvSpPr>
          <p:nvPr/>
        </p:nvSpPr>
        <p:spPr>
          <a:xfrm>
            <a:off x="598129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6" name="data_7757">
            <a:extLst>
              <a:ext uri="{FF2B5EF4-FFF2-40B4-BE49-F238E27FC236}">
                <a16:creationId xmlns:a16="http://schemas.microsoft.com/office/drawing/2014/main" id="{12DB099A-5E67-42C3-BEC6-E91FC5E6DD8B}"/>
              </a:ext>
            </a:extLst>
          </p:cNvPr>
          <p:cNvSpPr>
            <a:spLocks noGrp="1"/>
          </p:cNvSpPr>
          <p:nvPr/>
        </p:nvSpPr>
        <p:spPr>
          <a:xfrm>
            <a:off x="591992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7" name="data_7758">
            <a:extLst>
              <a:ext uri="{FF2B5EF4-FFF2-40B4-BE49-F238E27FC236}">
                <a16:creationId xmlns:a16="http://schemas.microsoft.com/office/drawing/2014/main" id="{19CBFF00-7255-4E19-BA1F-43928FCF3260}"/>
              </a:ext>
            </a:extLst>
          </p:cNvPr>
          <p:cNvSpPr>
            <a:spLocks noGrp="1"/>
          </p:cNvSpPr>
          <p:nvPr/>
        </p:nvSpPr>
        <p:spPr>
          <a:xfrm>
            <a:off x="5927220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8" name="data_7759">
            <a:extLst>
              <a:ext uri="{FF2B5EF4-FFF2-40B4-BE49-F238E27FC236}">
                <a16:creationId xmlns:a16="http://schemas.microsoft.com/office/drawing/2014/main" id="{E49EF7D2-D25C-4FFC-A312-17D64FDDA2D2}"/>
              </a:ext>
            </a:extLst>
          </p:cNvPr>
          <p:cNvSpPr>
            <a:spLocks noGrp="1"/>
          </p:cNvSpPr>
          <p:nvPr/>
        </p:nvSpPr>
        <p:spPr>
          <a:xfrm>
            <a:off x="5885204" y="55877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9" name="data_7760">
            <a:extLst>
              <a:ext uri="{FF2B5EF4-FFF2-40B4-BE49-F238E27FC236}">
                <a16:creationId xmlns:a16="http://schemas.microsoft.com/office/drawing/2014/main" id="{78CE13E4-0C8E-4F13-AA25-3DF617F0C731}"/>
              </a:ext>
            </a:extLst>
          </p:cNvPr>
          <p:cNvSpPr>
            <a:spLocks noGrp="1"/>
          </p:cNvSpPr>
          <p:nvPr/>
        </p:nvSpPr>
        <p:spPr>
          <a:xfrm>
            <a:off x="589933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0" name="data_7761">
            <a:extLst>
              <a:ext uri="{FF2B5EF4-FFF2-40B4-BE49-F238E27FC236}">
                <a16:creationId xmlns:a16="http://schemas.microsoft.com/office/drawing/2014/main" id="{8AFEC2D5-5460-442A-B0E3-059EE5A35ECC}"/>
              </a:ext>
            </a:extLst>
          </p:cNvPr>
          <p:cNvSpPr>
            <a:spLocks noGrp="1"/>
          </p:cNvSpPr>
          <p:nvPr/>
        </p:nvSpPr>
        <p:spPr>
          <a:xfrm>
            <a:off x="5944655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1" name="data_7762">
            <a:extLst>
              <a:ext uri="{FF2B5EF4-FFF2-40B4-BE49-F238E27FC236}">
                <a16:creationId xmlns:a16="http://schemas.microsoft.com/office/drawing/2014/main" id="{CC826590-A2FB-4AFE-868F-B3D44C1298AD}"/>
              </a:ext>
            </a:extLst>
          </p:cNvPr>
          <p:cNvSpPr>
            <a:spLocks noGrp="1"/>
          </p:cNvSpPr>
          <p:nvPr/>
        </p:nvSpPr>
        <p:spPr>
          <a:xfrm>
            <a:off x="597269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2" name="data_7763">
            <a:extLst>
              <a:ext uri="{FF2B5EF4-FFF2-40B4-BE49-F238E27FC236}">
                <a16:creationId xmlns:a16="http://schemas.microsoft.com/office/drawing/2014/main" id="{C4BE8320-3002-413B-9AB5-6F68AD20700E}"/>
              </a:ext>
            </a:extLst>
          </p:cNvPr>
          <p:cNvSpPr>
            <a:spLocks noGrp="1"/>
          </p:cNvSpPr>
          <p:nvPr/>
        </p:nvSpPr>
        <p:spPr>
          <a:xfrm>
            <a:off x="596291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3" name="data_7764">
            <a:extLst>
              <a:ext uri="{FF2B5EF4-FFF2-40B4-BE49-F238E27FC236}">
                <a16:creationId xmlns:a16="http://schemas.microsoft.com/office/drawing/2014/main" id="{6259B206-DC2C-4799-AE95-20975F276C61}"/>
              </a:ext>
            </a:extLst>
          </p:cNvPr>
          <p:cNvSpPr>
            <a:spLocks noGrp="1"/>
          </p:cNvSpPr>
          <p:nvPr/>
        </p:nvSpPr>
        <p:spPr>
          <a:xfrm>
            <a:off x="593864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4" name="data_7765">
            <a:extLst>
              <a:ext uri="{FF2B5EF4-FFF2-40B4-BE49-F238E27FC236}">
                <a16:creationId xmlns:a16="http://schemas.microsoft.com/office/drawing/2014/main" id="{C6FEE7E7-CC12-4881-B670-97CC69890EFD}"/>
              </a:ext>
            </a:extLst>
          </p:cNvPr>
          <p:cNvSpPr>
            <a:spLocks noGrp="1"/>
          </p:cNvSpPr>
          <p:nvPr/>
        </p:nvSpPr>
        <p:spPr>
          <a:xfrm>
            <a:off x="590203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5" name="data_7766">
            <a:extLst>
              <a:ext uri="{FF2B5EF4-FFF2-40B4-BE49-F238E27FC236}">
                <a16:creationId xmlns:a16="http://schemas.microsoft.com/office/drawing/2014/main" id="{0B2B7F5A-C728-435B-BF26-2EFA5717EB45}"/>
              </a:ext>
            </a:extLst>
          </p:cNvPr>
          <p:cNvSpPr>
            <a:spLocks noGrp="1"/>
          </p:cNvSpPr>
          <p:nvPr/>
        </p:nvSpPr>
        <p:spPr>
          <a:xfrm>
            <a:off x="5936917" y="5811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6" name="data_7767">
            <a:extLst>
              <a:ext uri="{FF2B5EF4-FFF2-40B4-BE49-F238E27FC236}">
                <a16:creationId xmlns:a16="http://schemas.microsoft.com/office/drawing/2014/main" id="{CC88A6F1-5374-4D24-AB19-62C93D003EFC}"/>
              </a:ext>
            </a:extLst>
          </p:cNvPr>
          <p:cNvSpPr>
            <a:spLocks noGrp="1"/>
          </p:cNvSpPr>
          <p:nvPr/>
        </p:nvSpPr>
        <p:spPr>
          <a:xfrm>
            <a:off x="59449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7" name="data_7768">
            <a:extLst>
              <a:ext uri="{FF2B5EF4-FFF2-40B4-BE49-F238E27FC236}">
                <a16:creationId xmlns:a16="http://schemas.microsoft.com/office/drawing/2014/main" id="{3B3E00A8-C318-478F-A844-C92FDCEB024B}"/>
              </a:ext>
            </a:extLst>
          </p:cNvPr>
          <p:cNvSpPr>
            <a:spLocks noGrp="1"/>
          </p:cNvSpPr>
          <p:nvPr/>
        </p:nvSpPr>
        <p:spPr>
          <a:xfrm>
            <a:off x="5903653" y="6591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8" name="data_7769">
            <a:extLst>
              <a:ext uri="{FF2B5EF4-FFF2-40B4-BE49-F238E27FC236}">
                <a16:creationId xmlns:a16="http://schemas.microsoft.com/office/drawing/2014/main" id="{2A1C567A-FF81-41EF-B1B1-FAFEBF9FA543}"/>
              </a:ext>
            </a:extLst>
          </p:cNvPr>
          <p:cNvSpPr>
            <a:spLocks noGrp="1"/>
          </p:cNvSpPr>
          <p:nvPr/>
        </p:nvSpPr>
        <p:spPr>
          <a:xfrm>
            <a:off x="593289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9" name="data_7770">
            <a:extLst>
              <a:ext uri="{FF2B5EF4-FFF2-40B4-BE49-F238E27FC236}">
                <a16:creationId xmlns:a16="http://schemas.microsoft.com/office/drawing/2014/main" id="{40E2E76D-BB91-4923-8B0C-640A982A4F0B}"/>
              </a:ext>
            </a:extLst>
          </p:cNvPr>
          <p:cNvSpPr>
            <a:spLocks noGrp="1"/>
          </p:cNvSpPr>
          <p:nvPr/>
        </p:nvSpPr>
        <p:spPr>
          <a:xfrm>
            <a:off x="589869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0" name="data_7771">
            <a:extLst>
              <a:ext uri="{FF2B5EF4-FFF2-40B4-BE49-F238E27FC236}">
                <a16:creationId xmlns:a16="http://schemas.microsoft.com/office/drawing/2014/main" id="{1E888C09-AA23-44A5-9D1E-A625F7DC5D51}"/>
              </a:ext>
            </a:extLst>
          </p:cNvPr>
          <p:cNvSpPr>
            <a:spLocks noGrp="1"/>
          </p:cNvSpPr>
          <p:nvPr/>
        </p:nvSpPr>
        <p:spPr>
          <a:xfrm>
            <a:off x="59402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1" name="data_7772">
            <a:extLst>
              <a:ext uri="{FF2B5EF4-FFF2-40B4-BE49-F238E27FC236}">
                <a16:creationId xmlns:a16="http://schemas.microsoft.com/office/drawing/2014/main" id="{A3B5436D-E179-4B36-BA4E-460C101A25D3}"/>
              </a:ext>
            </a:extLst>
          </p:cNvPr>
          <p:cNvSpPr>
            <a:spLocks noGrp="1"/>
          </p:cNvSpPr>
          <p:nvPr/>
        </p:nvSpPr>
        <p:spPr>
          <a:xfrm>
            <a:off x="590459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2" name="data_7773">
            <a:extLst>
              <a:ext uri="{FF2B5EF4-FFF2-40B4-BE49-F238E27FC236}">
                <a16:creationId xmlns:a16="http://schemas.microsoft.com/office/drawing/2014/main" id="{D744FF44-42CE-4B32-8A7D-A726EFE97E65}"/>
              </a:ext>
            </a:extLst>
          </p:cNvPr>
          <p:cNvSpPr>
            <a:spLocks noGrp="1"/>
          </p:cNvSpPr>
          <p:nvPr/>
        </p:nvSpPr>
        <p:spPr>
          <a:xfrm>
            <a:off x="5886734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3" name="data_7774">
            <a:extLst>
              <a:ext uri="{FF2B5EF4-FFF2-40B4-BE49-F238E27FC236}">
                <a16:creationId xmlns:a16="http://schemas.microsoft.com/office/drawing/2014/main" id="{F30B4D75-82B0-44EC-A9F7-DEA8BF7E3995}"/>
              </a:ext>
            </a:extLst>
          </p:cNvPr>
          <p:cNvSpPr>
            <a:spLocks noGrp="1"/>
          </p:cNvSpPr>
          <p:nvPr/>
        </p:nvSpPr>
        <p:spPr>
          <a:xfrm>
            <a:off x="593077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4" name="data_7775">
            <a:extLst>
              <a:ext uri="{FF2B5EF4-FFF2-40B4-BE49-F238E27FC236}">
                <a16:creationId xmlns:a16="http://schemas.microsoft.com/office/drawing/2014/main" id="{CB6B2AAA-D646-49BE-BC26-C8338786634B}"/>
              </a:ext>
            </a:extLst>
          </p:cNvPr>
          <p:cNvSpPr>
            <a:spLocks noGrp="1"/>
          </p:cNvSpPr>
          <p:nvPr/>
        </p:nvSpPr>
        <p:spPr>
          <a:xfrm>
            <a:off x="593971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5" name="data_7776">
            <a:extLst>
              <a:ext uri="{FF2B5EF4-FFF2-40B4-BE49-F238E27FC236}">
                <a16:creationId xmlns:a16="http://schemas.microsoft.com/office/drawing/2014/main" id="{C227866C-4A51-4C07-9BF8-5D97244600CB}"/>
              </a:ext>
            </a:extLst>
          </p:cNvPr>
          <p:cNvSpPr>
            <a:spLocks noGrp="1"/>
          </p:cNvSpPr>
          <p:nvPr/>
        </p:nvSpPr>
        <p:spPr>
          <a:xfrm>
            <a:off x="59849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6" name="data_7777">
            <a:extLst>
              <a:ext uri="{FF2B5EF4-FFF2-40B4-BE49-F238E27FC236}">
                <a16:creationId xmlns:a16="http://schemas.microsoft.com/office/drawing/2014/main" id="{E4FAA095-BCC1-4A73-9B82-701E0277C294}"/>
              </a:ext>
            </a:extLst>
          </p:cNvPr>
          <p:cNvSpPr>
            <a:spLocks noGrp="1"/>
          </p:cNvSpPr>
          <p:nvPr/>
        </p:nvSpPr>
        <p:spPr>
          <a:xfrm>
            <a:off x="5976628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7" name="data_7778">
            <a:extLst>
              <a:ext uri="{FF2B5EF4-FFF2-40B4-BE49-F238E27FC236}">
                <a16:creationId xmlns:a16="http://schemas.microsoft.com/office/drawing/2014/main" id="{6FFCDD1A-CD17-4675-9254-104E8EDB34E9}"/>
              </a:ext>
            </a:extLst>
          </p:cNvPr>
          <p:cNvSpPr>
            <a:spLocks noGrp="1"/>
          </p:cNvSpPr>
          <p:nvPr/>
        </p:nvSpPr>
        <p:spPr>
          <a:xfrm>
            <a:off x="592046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8" name="data_7779">
            <a:extLst>
              <a:ext uri="{FF2B5EF4-FFF2-40B4-BE49-F238E27FC236}">
                <a16:creationId xmlns:a16="http://schemas.microsoft.com/office/drawing/2014/main" id="{F921D1EC-BB32-4108-B973-AE48AF908195}"/>
              </a:ext>
            </a:extLst>
          </p:cNvPr>
          <p:cNvSpPr>
            <a:spLocks noGrp="1"/>
          </p:cNvSpPr>
          <p:nvPr/>
        </p:nvSpPr>
        <p:spPr>
          <a:xfrm>
            <a:off x="592852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9" name="data_7780">
            <a:extLst>
              <a:ext uri="{FF2B5EF4-FFF2-40B4-BE49-F238E27FC236}">
                <a16:creationId xmlns:a16="http://schemas.microsoft.com/office/drawing/2014/main" id="{850E3556-1D74-4889-B19D-874D15535833}"/>
              </a:ext>
            </a:extLst>
          </p:cNvPr>
          <p:cNvSpPr>
            <a:spLocks noGrp="1"/>
          </p:cNvSpPr>
          <p:nvPr/>
        </p:nvSpPr>
        <p:spPr>
          <a:xfrm>
            <a:off x="594497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0" name="data_7781">
            <a:extLst>
              <a:ext uri="{FF2B5EF4-FFF2-40B4-BE49-F238E27FC236}">
                <a16:creationId xmlns:a16="http://schemas.microsoft.com/office/drawing/2014/main" id="{C7BD6B16-A2F6-4F4A-98A5-02815BD6AD91}"/>
              </a:ext>
            </a:extLst>
          </p:cNvPr>
          <p:cNvSpPr>
            <a:spLocks noGrp="1"/>
          </p:cNvSpPr>
          <p:nvPr/>
        </p:nvSpPr>
        <p:spPr>
          <a:xfrm>
            <a:off x="591221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1" name="data_7782">
            <a:extLst>
              <a:ext uri="{FF2B5EF4-FFF2-40B4-BE49-F238E27FC236}">
                <a16:creationId xmlns:a16="http://schemas.microsoft.com/office/drawing/2014/main" id="{E36059BC-5419-4973-A9B1-2B156083FD51}"/>
              </a:ext>
            </a:extLst>
          </p:cNvPr>
          <p:cNvSpPr>
            <a:spLocks noGrp="1"/>
          </p:cNvSpPr>
          <p:nvPr/>
        </p:nvSpPr>
        <p:spPr>
          <a:xfrm>
            <a:off x="589315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2" name="data_7783">
            <a:extLst>
              <a:ext uri="{FF2B5EF4-FFF2-40B4-BE49-F238E27FC236}">
                <a16:creationId xmlns:a16="http://schemas.microsoft.com/office/drawing/2014/main" id="{A3159AE1-9B67-480C-B716-9221D76340E5}"/>
              </a:ext>
            </a:extLst>
          </p:cNvPr>
          <p:cNvSpPr>
            <a:spLocks noGrp="1"/>
          </p:cNvSpPr>
          <p:nvPr/>
        </p:nvSpPr>
        <p:spPr>
          <a:xfrm>
            <a:off x="594580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3" name="data_7784">
            <a:extLst>
              <a:ext uri="{FF2B5EF4-FFF2-40B4-BE49-F238E27FC236}">
                <a16:creationId xmlns:a16="http://schemas.microsoft.com/office/drawing/2014/main" id="{CB8E1743-2FF7-46F7-B329-D3D75C1C2613}"/>
              </a:ext>
            </a:extLst>
          </p:cNvPr>
          <p:cNvSpPr>
            <a:spLocks noGrp="1"/>
          </p:cNvSpPr>
          <p:nvPr/>
        </p:nvSpPr>
        <p:spPr>
          <a:xfrm>
            <a:off x="595693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4" name="data_7785">
            <a:extLst>
              <a:ext uri="{FF2B5EF4-FFF2-40B4-BE49-F238E27FC236}">
                <a16:creationId xmlns:a16="http://schemas.microsoft.com/office/drawing/2014/main" id="{9D6E8C81-22B0-43A6-B933-7841D4EE1A4F}"/>
              </a:ext>
            </a:extLst>
          </p:cNvPr>
          <p:cNvSpPr>
            <a:spLocks noGrp="1"/>
          </p:cNvSpPr>
          <p:nvPr/>
        </p:nvSpPr>
        <p:spPr>
          <a:xfrm>
            <a:off x="5940102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5" name="data_7786">
            <a:extLst>
              <a:ext uri="{FF2B5EF4-FFF2-40B4-BE49-F238E27FC236}">
                <a16:creationId xmlns:a16="http://schemas.microsoft.com/office/drawing/2014/main" id="{8D56E86F-E40C-4851-8E89-94CC01A7583E}"/>
              </a:ext>
            </a:extLst>
          </p:cNvPr>
          <p:cNvSpPr>
            <a:spLocks noGrp="1"/>
          </p:cNvSpPr>
          <p:nvPr/>
        </p:nvSpPr>
        <p:spPr>
          <a:xfrm>
            <a:off x="5987673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6" name="data_7787">
            <a:extLst>
              <a:ext uri="{FF2B5EF4-FFF2-40B4-BE49-F238E27FC236}">
                <a16:creationId xmlns:a16="http://schemas.microsoft.com/office/drawing/2014/main" id="{C0152B83-67D8-4698-8FB6-57191B915A97}"/>
              </a:ext>
            </a:extLst>
          </p:cNvPr>
          <p:cNvSpPr>
            <a:spLocks noGrp="1"/>
          </p:cNvSpPr>
          <p:nvPr/>
        </p:nvSpPr>
        <p:spPr>
          <a:xfrm>
            <a:off x="590481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7" name="data_7788">
            <a:extLst>
              <a:ext uri="{FF2B5EF4-FFF2-40B4-BE49-F238E27FC236}">
                <a16:creationId xmlns:a16="http://schemas.microsoft.com/office/drawing/2014/main" id="{957FE73B-8440-4419-AEB2-CE8CC35C0F81}"/>
              </a:ext>
            </a:extLst>
          </p:cNvPr>
          <p:cNvSpPr>
            <a:spLocks noGrp="1"/>
          </p:cNvSpPr>
          <p:nvPr/>
        </p:nvSpPr>
        <p:spPr>
          <a:xfrm>
            <a:off x="5975240" y="62243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8" name="data_7789">
            <a:extLst>
              <a:ext uri="{FF2B5EF4-FFF2-40B4-BE49-F238E27FC236}">
                <a16:creationId xmlns:a16="http://schemas.microsoft.com/office/drawing/2014/main" id="{483F9A22-0619-4149-B676-635717D9201B}"/>
              </a:ext>
            </a:extLst>
          </p:cNvPr>
          <p:cNvSpPr>
            <a:spLocks noGrp="1"/>
          </p:cNvSpPr>
          <p:nvPr/>
        </p:nvSpPr>
        <p:spPr>
          <a:xfrm>
            <a:off x="592926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9" name="data_7790">
            <a:extLst>
              <a:ext uri="{FF2B5EF4-FFF2-40B4-BE49-F238E27FC236}">
                <a16:creationId xmlns:a16="http://schemas.microsoft.com/office/drawing/2014/main" id="{94B79C0B-B540-4D8A-B183-2983484AECE0}"/>
              </a:ext>
            </a:extLst>
          </p:cNvPr>
          <p:cNvSpPr>
            <a:spLocks noGrp="1"/>
          </p:cNvSpPr>
          <p:nvPr/>
        </p:nvSpPr>
        <p:spPr>
          <a:xfrm>
            <a:off x="589646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0" name="data_7791">
            <a:extLst>
              <a:ext uri="{FF2B5EF4-FFF2-40B4-BE49-F238E27FC236}">
                <a16:creationId xmlns:a16="http://schemas.microsoft.com/office/drawing/2014/main" id="{E8D28F1E-EE8B-465A-A061-76687D958DCC}"/>
              </a:ext>
            </a:extLst>
          </p:cNvPr>
          <p:cNvSpPr>
            <a:spLocks noGrp="1"/>
          </p:cNvSpPr>
          <p:nvPr/>
        </p:nvSpPr>
        <p:spPr>
          <a:xfrm>
            <a:off x="593573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1" name="data_7792">
            <a:extLst>
              <a:ext uri="{FF2B5EF4-FFF2-40B4-BE49-F238E27FC236}">
                <a16:creationId xmlns:a16="http://schemas.microsoft.com/office/drawing/2014/main" id="{85AA50EB-0002-4C04-B78D-C7269CAA252E}"/>
              </a:ext>
            </a:extLst>
          </p:cNvPr>
          <p:cNvSpPr>
            <a:spLocks noGrp="1"/>
          </p:cNvSpPr>
          <p:nvPr/>
        </p:nvSpPr>
        <p:spPr>
          <a:xfrm>
            <a:off x="593974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2" name="data_7793">
            <a:extLst>
              <a:ext uri="{FF2B5EF4-FFF2-40B4-BE49-F238E27FC236}">
                <a16:creationId xmlns:a16="http://schemas.microsoft.com/office/drawing/2014/main" id="{625E769F-15C2-4806-B91A-3006D3867A4B}"/>
              </a:ext>
            </a:extLst>
          </p:cNvPr>
          <p:cNvSpPr>
            <a:spLocks noGrp="1"/>
          </p:cNvSpPr>
          <p:nvPr/>
        </p:nvSpPr>
        <p:spPr>
          <a:xfrm>
            <a:off x="589685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3" name="data_7794">
            <a:extLst>
              <a:ext uri="{FF2B5EF4-FFF2-40B4-BE49-F238E27FC236}">
                <a16:creationId xmlns:a16="http://schemas.microsoft.com/office/drawing/2014/main" id="{5F2BFB75-4B1D-4A0B-9594-07EA08437978}"/>
              </a:ext>
            </a:extLst>
          </p:cNvPr>
          <p:cNvSpPr>
            <a:spLocks noGrp="1"/>
          </p:cNvSpPr>
          <p:nvPr/>
        </p:nvSpPr>
        <p:spPr>
          <a:xfrm>
            <a:off x="591407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4" name="data_7795">
            <a:extLst>
              <a:ext uri="{FF2B5EF4-FFF2-40B4-BE49-F238E27FC236}">
                <a16:creationId xmlns:a16="http://schemas.microsoft.com/office/drawing/2014/main" id="{2DE314E3-3F55-42DB-83CD-7F16E61860CB}"/>
              </a:ext>
            </a:extLst>
          </p:cNvPr>
          <p:cNvSpPr>
            <a:spLocks noGrp="1"/>
          </p:cNvSpPr>
          <p:nvPr/>
        </p:nvSpPr>
        <p:spPr>
          <a:xfrm>
            <a:off x="588945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5" name="data_7796">
            <a:extLst>
              <a:ext uri="{FF2B5EF4-FFF2-40B4-BE49-F238E27FC236}">
                <a16:creationId xmlns:a16="http://schemas.microsoft.com/office/drawing/2014/main" id="{E30205AF-FB5E-4DCD-8773-716F6B2C7648}"/>
              </a:ext>
            </a:extLst>
          </p:cNvPr>
          <p:cNvSpPr>
            <a:spLocks noGrp="1"/>
          </p:cNvSpPr>
          <p:nvPr/>
        </p:nvSpPr>
        <p:spPr>
          <a:xfrm>
            <a:off x="5937188" y="5057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6" name="data_7797">
            <a:extLst>
              <a:ext uri="{FF2B5EF4-FFF2-40B4-BE49-F238E27FC236}">
                <a16:creationId xmlns:a16="http://schemas.microsoft.com/office/drawing/2014/main" id="{D573F7CF-8088-4EDB-B035-3337BD2F23DE}"/>
              </a:ext>
            </a:extLst>
          </p:cNvPr>
          <p:cNvSpPr>
            <a:spLocks noGrp="1"/>
          </p:cNvSpPr>
          <p:nvPr/>
        </p:nvSpPr>
        <p:spPr>
          <a:xfrm>
            <a:off x="592990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7" name="data_7798">
            <a:extLst>
              <a:ext uri="{FF2B5EF4-FFF2-40B4-BE49-F238E27FC236}">
                <a16:creationId xmlns:a16="http://schemas.microsoft.com/office/drawing/2014/main" id="{0D84FDEB-7A8D-4E15-A4EA-BA44A91FBA5F}"/>
              </a:ext>
            </a:extLst>
          </p:cNvPr>
          <p:cNvSpPr>
            <a:spLocks noGrp="1"/>
          </p:cNvSpPr>
          <p:nvPr/>
        </p:nvSpPr>
        <p:spPr>
          <a:xfrm>
            <a:off x="588961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8" name="data_7799">
            <a:extLst>
              <a:ext uri="{FF2B5EF4-FFF2-40B4-BE49-F238E27FC236}">
                <a16:creationId xmlns:a16="http://schemas.microsoft.com/office/drawing/2014/main" id="{F21093DA-762B-4A45-B9D9-73C51A768E99}"/>
              </a:ext>
            </a:extLst>
          </p:cNvPr>
          <p:cNvSpPr>
            <a:spLocks noGrp="1"/>
          </p:cNvSpPr>
          <p:nvPr/>
        </p:nvSpPr>
        <p:spPr>
          <a:xfrm>
            <a:off x="5953234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9" name="data_7800">
            <a:extLst>
              <a:ext uri="{FF2B5EF4-FFF2-40B4-BE49-F238E27FC236}">
                <a16:creationId xmlns:a16="http://schemas.microsoft.com/office/drawing/2014/main" id="{CC770A09-EAD2-4B89-8C63-2B2F2039411A}"/>
              </a:ext>
            </a:extLst>
          </p:cNvPr>
          <p:cNvSpPr>
            <a:spLocks noGrp="1"/>
          </p:cNvSpPr>
          <p:nvPr/>
        </p:nvSpPr>
        <p:spPr>
          <a:xfrm>
            <a:off x="594367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0" name="data_7801">
            <a:extLst>
              <a:ext uri="{FF2B5EF4-FFF2-40B4-BE49-F238E27FC236}">
                <a16:creationId xmlns:a16="http://schemas.microsoft.com/office/drawing/2014/main" id="{A77F80F2-315F-4A95-8926-2D22714B03E8}"/>
              </a:ext>
            </a:extLst>
          </p:cNvPr>
          <p:cNvSpPr>
            <a:spLocks noGrp="1"/>
          </p:cNvSpPr>
          <p:nvPr/>
        </p:nvSpPr>
        <p:spPr>
          <a:xfrm>
            <a:off x="591340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1" name="data_7802">
            <a:extLst>
              <a:ext uri="{FF2B5EF4-FFF2-40B4-BE49-F238E27FC236}">
                <a16:creationId xmlns:a16="http://schemas.microsoft.com/office/drawing/2014/main" id="{8A550F13-2562-48A6-8175-8F70EB49A30D}"/>
              </a:ext>
            </a:extLst>
          </p:cNvPr>
          <p:cNvSpPr>
            <a:spLocks noGrp="1"/>
          </p:cNvSpPr>
          <p:nvPr/>
        </p:nvSpPr>
        <p:spPr>
          <a:xfrm>
            <a:off x="595972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2" name="data_7803">
            <a:extLst>
              <a:ext uri="{FF2B5EF4-FFF2-40B4-BE49-F238E27FC236}">
                <a16:creationId xmlns:a16="http://schemas.microsoft.com/office/drawing/2014/main" id="{2161B1D0-8F4C-4D46-93D5-B1266C3A93D2}"/>
              </a:ext>
            </a:extLst>
          </p:cNvPr>
          <p:cNvSpPr>
            <a:spLocks noGrp="1"/>
          </p:cNvSpPr>
          <p:nvPr/>
        </p:nvSpPr>
        <p:spPr>
          <a:xfrm>
            <a:off x="594815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3" name="data_7804">
            <a:extLst>
              <a:ext uri="{FF2B5EF4-FFF2-40B4-BE49-F238E27FC236}">
                <a16:creationId xmlns:a16="http://schemas.microsoft.com/office/drawing/2014/main" id="{BF70BC84-7782-437A-AE30-0D3567CEEF84}"/>
              </a:ext>
            </a:extLst>
          </p:cNvPr>
          <p:cNvSpPr>
            <a:spLocks noGrp="1"/>
          </p:cNvSpPr>
          <p:nvPr/>
        </p:nvSpPr>
        <p:spPr>
          <a:xfrm>
            <a:off x="5970412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4" name="data_7805">
            <a:extLst>
              <a:ext uri="{FF2B5EF4-FFF2-40B4-BE49-F238E27FC236}">
                <a16:creationId xmlns:a16="http://schemas.microsoft.com/office/drawing/2014/main" id="{16BDE311-084B-4402-907E-944D5A065AB5}"/>
              </a:ext>
            </a:extLst>
          </p:cNvPr>
          <p:cNvSpPr>
            <a:spLocks noGrp="1"/>
          </p:cNvSpPr>
          <p:nvPr/>
        </p:nvSpPr>
        <p:spPr>
          <a:xfrm>
            <a:off x="592949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5" name="data_7806">
            <a:extLst>
              <a:ext uri="{FF2B5EF4-FFF2-40B4-BE49-F238E27FC236}">
                <a16:creationId xmlns:a16="http://schemas.microsoft.com/office/drawing/2014/main" id="{404F2C26-7220-4EA3-821E-152C88FB5D0A}"/>
              </a:ext>
            </a:extLst>
          </p:cNvPr>
          <p:cNvSpPr>
            <a:spLocks noGrp="1"/>
          </p:cNvSpPr>
          <p:nvPr/>
        </p:nvSpPr>
        <p:spPr>
          <a:xfrm>
            <a:off x="5916391" y="5874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6" name="data_7807">
            <a:extLst>
              <a:ext uri="{FF2B5EF4-FFF2-40B4-BE49-F238E27FC236}">
                <a16:creationId xmlns:a16="http://schemas.microsoft.com/office/drawing/2014/main" id="{D4D41C7F-9A58-4F9B-8504-D51260F8535A}"/>
              </a:ext>
            </a:extLst>
          </p:cNvPr>
          <p:cNvSpPr>
            <a:spLocks noGrp="1"/>
          </p:cNvSpPr>
          <p:nvPr/>
        </p:nvSpPr>
        <p:spPr>
          <a:xfrm>
            <a:off x="5919066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7" name="data_7808">
            <a:extLst>
              <a:ext uri="{FF2B5EF4-FFF2-40B4-BE49-F238E27FC236}">
                <a16:creationId xmlns:a16="http://schemas.microsoft.com/office/drawing/2014/main" id="{A9D078A1-5BA6-464D-8738-F01FA36107A2}"/>
              </a:ext>
            </a:extLst>
          </p:cNvPr>
          <p:cNvSpPr>
            <a:spLocks noGrp="1"/>
          </p:cNvSpPr>
          <p:nvPr/>
        </p:nvSpPr>
        <p:spPr>
          <a:xfrm>
            <a:off x="592493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8" name="data_7809">
            <a:extLst>
              <a:ext uri="{FF2B5EF4-FFF2-40B4-BE49-F238E27FC236}">
                <a16:creationId xmlns:a16="http://schemas.microsoft.com/office/drawing/2014/main" id="{62084ACA-5D2A-4445-8E20-36D2B9F30FDF}"/>
              </a:ext>
            </a:extLst>
          </p:cNvPr>
          <p:cNvSpPr>
            <a:spLocks noGrp="1"/>
          </p:cNvSpPr>
          <p:nvPr/>
        </p:nvSpPr>
        <p:spPr>
          <a:xfrm>
            <a:off x="594573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9" name="data_7810">
            <a:extLst>
              <a:ext uri="{FF2B5EF4-FFF2-40B4-BE49-F238E27FC236}">
                <a16:creationId xmlns:a16="http://schemas.microsoft.com/office/drawing/2014/main" id="{C0B5F008-F3CB-4DEF-8822-ADC49C9BE706}"/>
              </a:ext>
            </a:extLst>
          </p:cNvPr>
          <p:cNvSpPr>
            <a:spLocks noGrp="1"/>
          </p:cNvSpPr>
          <p:nvPr/>
        </p:nvSpPr>
        <p:spPr>
          <a:xfrm>
            <a:off x="595594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0" name="data_7811">
            <a:extLst>
              <a:ext uri="{FF2B5EF4-FFF2-40B4-BE49-F238E27FC236}">
                <a16:creationId xmlns:a16="http://schemas.microsoft.com/office/drawing/2014/main" id="{7D6F9481-5446-4F4C-9A13-9C2BCDABC051}"/>
              </a:ext>
            </a:extLst>
          </p:cNvPr>
          <p:cNvSpPr>
            <a:spLocks noGrp="1"/>
          </p:cNvSpPr>
          <p:nvPr/>
        </p:nvSpPr>
        <p:spPr>
          <a:xfrm>
            <a:off x="592330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1" name="data_7812">
            <a:extLst>
              <a:ext uri="{FF2B5EF4-FFF2-40B4-BE49-F238E27FC236}">
                <a16:creationId xmlns:a16="http://schemas.microsoft.com/office/drawing/2014/main" id="{515177AD-6130-4D54-B6DC-A572AF2825FE}"/>
              </a:ext>
            </a:extLst>
          </p:cNvPr>
          <p:cNvSpPr>
            <a:spLocks noGrp="1"/>
          </p:cNvSpPr>
          <p:nvPr/>
        </p:nvSpPr>
        <p:spPr>
          <a:xfrm>
            <a:off x="597268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2" name="data_7813">
            <a:extLst>
              <a:ext uri="{FF2B5EF4-FFF2-40B4-BE49-F238E27FC236}">
                <a16:creationId xmlns:a16="http://schemas.microsoft.com/office/drawing/2014/main" id="{C6635747-AD72-4D32-892B-B549265BD7F2}"/>
              </a:ext>
            </a:extLst>
          </p:cNvPr>
          <p:cNvSpPr>
            <a:spLocks noGrp="1"/>
          </p:cNvSpPr>
          <p:nvPr/>
        </p:nvSpPr>
        <p:spPr>
          <a:xfrm>
            <a:off x="595233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3" name="data_7814">
            <a:extLst>
              <a:ext uri="{FF2B5EF4-FFF2-40B4-BE49-F238E27FC236}">
                <a16:creationId xmlns:a16="http://schemas.microsoft.com/office/drawing/2014/main" id="{38829D92-B078-431B-8E40-EDB489C06EDE}"/>
              </a:ext>
            </a:extLst>
          </p:cNvPr>
          <p:cNvSpPr>
            <a:spLocks noGrp="1"/>
          </p:cNvSpPr>
          <p:nvPr/>
        </p:nvSpPr>
        <p:spPr>
          <a:xfrm>
            <a:off x="59796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4" name="data_7815">
            <a:extLst>
              <a:ext uri="{FF2B5EF4-FFF2-40B4-BE49-F238E27FC236}">
                <a16:creationId xmlns:a16="http://schemas.microsoft.com/office/drawing/2014/main" id="{EE0E5519-EBF2-4493-85CA-5589168A1675}"/>
              </a:ext>
            </a:extLst>
          </p:cNvPr>
          <p:cNvSpPr>
            <a:spLocks noGrp="1"/>
          </p:cNvSpPr>
          <p:nvPr/>
        </p:nvSpPr>
        <p:spPr>
          <a:xfrm>
            <a:off x="597379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5" name="data_7816">
            <a:extLst>
              <a:ext uri="{FF2B5EF4-FFF2-40B4-BE49-F238E27FC236}">
                <a16:creationId xmlns:a16="http://schemas.microsoft.com/office/drawing/2014/main" id="{AA658FE0-97F8-4843-8857-0D8D1D4D87B9}"/>
              </a:ext>
            </a:extLst>
          </p:cNvPr>
          <p:cNvSpPr>
            <a:spLocks noGrp="1"/>
          </p:cNvSpPr>
          <p:nvPr/>
        </p:nvSpPr>
        <p:spPr>
          <a:xfrm>
            <a:off x="5969075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6" name="data_7817">
            <a:extLst>
              <a:ext uri="{FF2B5EF4-FFF2-40B4-BE49-F238E27FC236}">
                <a16:creationId xmlns:a16="http://schemas.microsoft.com/office/drawing/2014/main" id="{A9DB7EA4-99CE-4E51-A6E9-DBF9B477577B}"/>
              </a:ext>
            </a:extLst>
          </p:cNvPr>
          <p:cNvSpPr>
            <a:spLocks noGrp="1"/>
          </p:cNvSpPr>
          <p:nvPr/>
        </p:nvSpPr>
        <p:spPr>
          <a:xfrm>
            <a:off x="588264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7" name="data_7818">
            <a:extLst>
              <a:ext uri="{FF2B5EF4-FFF2-40B4-BE49-F238E27FC236}">
                <a16:creationId xmlns:a16="http://schemas.microsoft.com/office/drawing/2014/main" id="{676256CD-CFDA-47B4-AE0D-06D0B1C739AB}"/>
              </a:ext>
            </a:extLst>
          </p:cNvPr>
          <p:cNvSpPr>
            <a:spLocks noGrp="1"/>
          </p:cNvSpPr>
          <p:nvPr/>
        </p:nvSpPr>
        <p:spPr>
          <a:xfrm>
            <a:off x="598668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8" name="data_7819">
            <a:extLst>
              <a:ext uri="{FF2B5EF4-FFF2-40B4-BE49-F238E27FC236}">
                <a16:creationId xmlns:a16="http://schemas.microsoft.com/office/drawing/2014/main" id="{A1870F6C-2CA3-4631-95D4-03D524B193CF}"/>
              </a:ext>
            </a:extLst>
          </p:cNvPr>
          <p:cNvSpPr>
            <a:spLocks noGrp="1"/>
          </p:cNvSpPr>
          <p:nvPr/>
        </p:nvSpPr>
        <p:spPr>
          <a:xfrm>
            <a:off x="593605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9" name="data_7820">
            <a:extLst>
              <a:ext uri="{FF2B5EF4-FFF2-40B4-BE49-F238E27FC236}">
                <a16:creationId xmlns:a16="http://schemas.microsoft.com/office/drawing/2014/main" id="{373642C7-5478-424A-8E2B-8F89D38ED109}"/>
              </a:ext>
            </a:extLst>
          </p:cNvPr>
          <p:cNvSpPr>
            <a:spLocks noGrp="1"/>
          </p:cNvSpPr>
          <p:nvPr/>
        </p:nvSpPr>
        <p:spPr>
          <a:xfrm>
            <a:off x="59669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0" name="data_7821">
            <a:extLst>
              <a:ext uri="{FF2B5EF4-FFF2-40B4-BE49-F238E27FC236}">
                <a16:creationId xmlns:a16="http://schemas.microsoft.com/office/drawing/2014/main" id="{BFB5EFEF-3C4C-4219-8A1A-D6F0247CFB4C}"/>
              </a:ext>
            </a:extLst>
          </p:cNvPr>
          <p:cNvSpPr>
            <a:spLocks noGrp="1"/>
          </p:cNvSpPr>
          <p:nvPr/>
        </p:nvSpPr>
        <p:spPr>
          <a:xfrm>
            <a:off x="59243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1" name="data_7822">
            <a:extLst>
              <a:ext uri="{FF2B5EF4-FFF2-40B4-BE49-F238E27FC236}">
                <a16:creationId xmlns:a16="http://schemas.microsoft.com/office/drawing/2014/main" id="{A9D1C2E3-0992-45FC-87CE-3225F24EBB14}"/>
              </a:ext>
            </a:extLst>
          </p:cNvPr>
          <p:cNvSpPr>
            <a:spLocks noGrp="1"/>
          </p:cNvSpPr>
          <p:nvPr/>
        </p:nvSpPr>
        <p:spPr>
          <a:xfrm>
            <a:off x="5884487" y="5811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2" name="data_7823">
            <a:extLst>
              <a:ext uri="{FF2B5EF4-FFF2-40B4-BE49-F238E27FC236}">
                <a16:creationId xmlns:a16="http://schemas.microsoft.com/office/drawing/2014/main" id="{20473922-1ACB-48B8-BDFA-1EDA94767BD6}"/>
              </a:ext>
            </a:extLst>
          </p:cNvPr>
          <p:cNvSpPr>
            <a:spLocks noGrp="1"/>
          </p:cNvSpPr>
          <p:nvPr/>
        </p:nvSpPr>
        <p:spPr>
          <a:xfrm>
            <a:off x="592801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3" name="data_7824">
            <a:extLst>
              <a:ext uri="{FF2B5EF4-FFF2-40B4-BE49-F238E27FC236}">
                <a16:creationId xmlns:a16="http://schemas.microsoft.com/office/drawing/2014/main" id="{110B27F2-B141-4481-8740-584EE742731D}"/>
              </a:ext>
            </a:extLst>
          </p:cNvPr>
          <p:cNvSpPr>
            <a:spLocks noGrp="1"/>
          </p:cNvSpPr>
          <p:nvPr/>
        </p:nvSpPr>
        <p:spPr>
          <a:xfrm>
            <a:off x="589323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4" name="data_7825">
            <a:extLst>
              <a:ext uri="{FF2B5EF4-FFF2-40B4-BE49-F238E27FC236}">
                <a16:creationId xmlns:a16="http://schemas.microsoft.com/office/drawing/2014/main" id="{D4BEE778-9A17-48E0-8468-6FBDC53DAEDD}"/>
              </a:ext>
            </a:extLst>
          </p:cNvPr>
          <p:cNvSpPr>
            <a:spLocks noGrp="1"/>
          </p:cNvSpPr>
          <p:nvPr/>
        </p:nvSpPr>
        <p:spPr>
          <a:xfrm>
            <a:off x="591170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5" name="data_7826">
            <a:extLst>
              <a:ext uri="{FF2B5EF4-FFF2-40B4-BE49-F238E27FC236}">
                <a16:creationId xmlns:a16="http://schemas.microsoft.com/office/drawing/2014/main" id="{77C562D2-4F96-492D-AC5B-25E80E66744C}"/>
              </a:ext>
            </a:extLst>
          </p:cNvPr>
          <p:cNvSpPr>
            <a:spLocks noGrp="1"/>
          </p:cNvSpPr>
          <p:nvPr/>
        </p:nvSpPr>
        <p:spPr>
          <a:xfrm>
            <a:off x="594942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6" name="data_7827">
            <a:extLst>
              <a:ext uri="{FF2B5EF4-FFF2-40B4-BE49-F238E27FC236}">
                <a16:creationId xmlns:a16="http://schemas.microsoft.com/office/drawing/2014/main" id="{DC2DDE22-30EE-45B0-B491-881D9F3DDF04}"/>
              </a:ext>
            </a:extLst>
          </p:cNvPr>
          <p:cNvSpPr>
            <a:spLocks noGrp="1"/>
          </p:cNvSpPr>
          <p:nvPr/>
        </p:nvSpPr>
        <p:spPr>
          <a:xfrm>
            <a:off x="5915577" y="511412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7" name="data_7828">
            <a:extLst>
              <a:ext uri="{FF2B5EF4-FFF2-40B4-BE49-F238E27FC236}">
                <a16:creationId xmlns:a16="http://schemas.microsoft.com/office/drawing/2014/main" id="{43B7170F-DC4A-494F-984A-6C04F15FED07}"/>
              </a:ext>
            </a:extLst>
          </p:cNvPr>
          <p:cNvSpPr>
            <a:spLocks noGrp="1"/>
          </p:cNvSpPr>
          <p:nvPr/>
        </p:nvSpPr>
        <p:spPr>
          <a:xfrm>
            <a:off x="597021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8" name="data_7829">
            <a:extLst>
              <a:ext uri="{FF2B5EF4-FFF2-40B4-BE49-F238E27FC236}">
                <a16:creationId xmlns:a16="http://schemas.microsoft.com/office/drawing/2014/main" id="{5906D986-64FA-4CF5-B02E-32B00240B1FE}"/>
              </a:ext>
            </a:extLst>
          </p:cNvPr>
          <p:cNvSpPr>
            <a:spLocks noGrp="1"/>
          </p:cNvSpPr>
          <p:nvPr/>
        </p:nvSpPr>
        <p:spPr>
          <a:xfrm>
            <a:off x="59836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9" name="data_7830">
            <a:extLst>
              <a:ext uri="{FF2B5EF4-FFF2-40B4-BE49-F238E27FC236}">
                <a16:creationId xmlns:a16="http://schemas.microsoft.com/office/drawing/2014/main" id="{5F735A4E-8485-4BA7-9A83-E868F778A3D7}"/>
              </a:ext>
            </a:extLst>
          </p:cNvPr>
          <p:cNvSpPr>
            <a:spLocks noGrp="1"/>
          </p:cNvSpPr>
          <p:nvPr/>
        </p:nvSpPr>
        <p:spPr>
          <a:xfrm>
            <a:off x="5936092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0" name="data_7831">
            <a:extLst>
              <a:ext uri="{FF2B5EF4-FFF2-40B4-BE49-F238E27FC236}">
                <a16:creationId xmlns:a16="http://schemas.microsoft.com/office/drawing/2014/main" id="{F8761309-0C23-43BC-9AF9-6D60EFAF7BE4}"/>
              </a:ext>
            </a:extLst>
          </p:cNvPr>
          <p:cNvSpPr>
            <a:spLocks noGrp="1"/>
          </p:cNvSpPr>
          <p:nvPr/>
        </p:nvSpPr>
        <p:spPr>
          <a:xfrm>
            <a:off x="592069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1" name="data_7832">
            <a:extLst>
              <a:ext uri="{FF2B5EF4-FFF2-40B4-BE49-F238E27FC236}">
                <a16:creationId xmlns:a16="http://schemas.microsoft.com/office/drawing/2014/main" id="{6355292F-FA50-4986-B00F-A1678A176408}"/>
              </a:ext>
            </a:extLst>
          </p:cNvPr>
          <p:cNvSpPr>
            <a:spLocks noGrp="1"/>
          </p:cNvSpPr>
          <p:nvPr/>
        </p:nvSpPr>
        <p:spPr>
          <a:xfrm>
            <a:off x="5923448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2" name="data_7833">
            <a:extLst>
              <a:ext uri="{FF2B5EF4-FFF2-40B4-BE49-F238E27FC236}">
                <a16:creationId xmlns:a16="http://schemas.microsoft.com/office/drawing/2014/main" id="{D1A3C323-B3CC-4729-B20A-5B6EA8618B47}"/>
              </a:ext>
            </a:extLst>
          </p:cNvPr>
          <p:cNvSpPr>
            <a:spLocks noGrp="1"/>
          </p:cNvSpPr>
          <p:nvPr/>
        </p:nvSpPr>
        <p:spPr>
          <a:xfrm>
            <a:off x="59177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3" name="data_7834">
            <a:extLst>
              <a:ext uri="{FF2B5EF4-FFF2-40B4-BE49-F238E27FC236}">
                <a16:creationId xmlns:a16="http://schemas.microsoft.com/office/drawing/2014/main" id="{E383C798-D3C5-4D51-B6C0-1B3FD665758D}"/>
              </a:ext>
            </a:extLst>
          </p:cNvPr>
          <p:cNvSpPr>
            <a:spLocks noGrp="1"/>
          </p:cNvSpPr>
          <p:nvPr/>
        </p:nvSpPr>
        <p:spPr>
          <a:xfrm>
            <a:off x="598055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4" name="data_7835">
            <a:extLst>
              <a:ext uri="{FF2B5EF4-FFF2-40B4-BE49-F238E27FC236}">
                <a16:creationId xmlns:a16="http://schemas.microsoft.com/office/drawing/2014/main" id="{FA5871BC-3E6A-49A1-9CC3-1D04F4F34B8C}"/>
              </a:ext>
            </a:extLst>
          </p:cNvPr>
          <p:cNvSpPr>
            <a:spLocks noGrp="1"/>
          </p:cNvSpPr>
          <p:nvPr/>
        </p:nvSpPr>
        <p:spPr>
          <a:xfrm>
            <a:off x="589908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5" name="data_7836">
            <a:extLst>
              <a:ext uri="{FF2B5EF4-FFF2-40B4-BE49-F238E27FC236}">
                <a16:creationId xmlns:a16="http://schemas.microsoft.com/office/drawing/2014/main" id="{F9B81A32-71AA-41CE-A28F-35AF7812EB98}"/>
              </a:ext>
            </a:extLst>
          </p:cNvPr>
          <p:cNvSpPr>
            <a:spLocks noGrp="1"/>
          </p:cNvSpPr>
          <p:nvPr/>
        </p:nvSpPr>
        <p:spPr>
          <a:xfrm>
            <a:off x="591701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6" name="data_7837">
            <a:extLst>
              <a:ext uri="{FF2B5EF4-FFF2-40B4-BE49-F238E27FC236}">
                <a16:creationId xmlns:a16="http://schemas.microsoft.com/office/drawing/2014/main" id="{79EEFCA1-1A2F-49D3-9972-D6D96A2A94FD}"/>
              </a:ext>
            </a:extLst>
          </p:cNvPr>
          <p:cNvSpPr>
            <a:spLocks noGrp="1"/>
          </p:cNvSpPr>
          <p:nvPr/>
        </p:nvSpPr>
        <p:spPr>
          <a:xfrm>
            <a:off x="5923133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7" name="data_7838">
            <a:extLst>
              <a:ext uri="{FF2B5EF4-FFF2-40B4-BE49-F238E27FC236}">
                <a16:creationId xmlns:a16="http://schemas.microsoft.com/office/drawing/2014/main" id="{3E4B0967-7647-4C90-AEB2-5B3D86AA03A1}"/>
              </a:ext>
            </a:extLst>
          </p:cNvPr>
          <p:cNvSpPr>
            <a:spLocks noGrp="1"/>
          </p:cNvSpPr>
          <p:nvPr/>
        </p:nvSpPr>
        <p:spPr>
          <a:xfrm>
            <a:off x="595682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8" name="data_7839">
            <a:extLst>
              <a:ext uri="{FF2B5EF4-FFF2-40B4-BE49-F238E27FC236}">
                <a16:creationId xmlns:a16="http://schemas.microsoft.com/office/drawing/2014/main" id="{A43A074A-525B-4571-90BA-BEB2973C480A}"/>
              </a:ext>
            </a:extLst>
          </p:cNvPr>
          <p:cNvSpPr>
            <a:spLocks noGrp="1"/>
          </p:cNvSpPr>
          <p:nvPr/>
        </p:nvSpPr>
        <p:spPr>
          <a:xfrm>
            <a:off x="592608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9" name="data_7840">
            <a:extLst>
              <a:ext uri="{FF2B5EF4-FFF2-40B4-BE49-F238E27FC236}">
                <a16:creationId xmlns:a16="http://schemas.microsoft.com/office/drawing/2014/main" id="{288E1015-3A48-4FCE-B365-634E6EBB3E72}"/>
              </a:ext>
            </a:extLst>
          </p:cNvPr>
          <p:cNvSpPr>
            <a:spLocks noGrp="1"/>
          </p:cNvSpPr>
          <p:nvPr/>
        </p:nvSpPr>
        <p:spPr>
          <a:xfrm>
            <a:off x="596016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0" name="data_7841">
            <a:extLst>
              <a:ext uri="{FF2B5EF4-FFF2-40B4-BE49-F238E27FC236}">
                <a16:creationId xmlns:a16="http://schemas.microsoft.com/office/drawing/2014/main" id="{15AC3F24-6341-42F0-B2D0-A378D8BB3317}"/>
              </a:ext>
            </a:extLst>
          </p:cNvPr>
          <p:cNvSpPr>
            <a:spLocks noGrp="1"/>
          </p:cNvSpPr>
          <p:nvPr/>
        </p:nvSpPr>
        <p:spPr>
          <a:xfrm>
            <a:off x="594572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1" name="data_7842">
            <a:extLst>
              <a:ext uri="{FF2B5EF4-FFF2-40B4-BE49-F238E27FC236}">
                <a16:creationId xmlns:a16="http://schemas.microsoft.com/office/drawing/2014/main" id="{8A3C48EE-AA25-46CE-984A-19121C4E20D8}"/>
              </a:ext>
            </a:extLst>
          </p:cNvPr>
          <p:cNvSpPr>
            <a:spLocks noGrp="1"/>
          </p:cNvSpPr>
          <p:nvPr/>
        </p:nvSpPr>
        <p:spPr>
          <a:xfrm>
            <a:off x="619236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2" name="data_7843">
            <a:extLst>
              <a:ext uri="{FF2B5EF4-FFF2-40B4-BE49-F238E27FC236}">
                <a16:creationId xmlns:a16="http://schemas.microsoft.com/office/drawing/2014/main" id="{FC7EAB90-0278-4337-8C52-FD0B90114A37}"/>
              </a:ext>
            </a:extLst>
          </p:cNvPr>
          <p:cNvSpPr>
            <a:spLocks noGrp="1"/>
          </p:cNvSpPr>
          <p:nvPr/>
        </p:nvSpPr>
        <p:spPr>
          <a:xfrm>
            <a:off x="6192317" y="52821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3" name="data_7844">
            <a:extLst>
              <a:ext uri="{FF2B5EF4-FFF2-40B4-BE49-F238E27FC236}">
                <a16:creationId xmlns:a16="http://schemas.microsoft.com/office/drawing/2014/main" id="{DD546C35-3F85-4F0A-9024-94DC598F5B4E}"/>
              </a:ext>
            </a:extLst>
          </p:cNvPr>
          <p:cNvSpPr>
            <a:spLocks noGrp="1"/>
          </p:cNvSpPr>
          <p:nvPr/>
        </p:nvSpPr>
        <p:spPr>
          <a:xfrm>
            <a:off x="61864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4" name="data_7845">
            <a:extLst>
              <a:ext uri="{FF2B5EF4-FFF2-40B4-BE49-F238E27FC236}">
                <a16:creationId xmlns:a16="http://schemas.microsoft.com/office/drawing/2014/main" id="{A7F0403A-CBE3-4F03-9F54-A23C7CDA9971}"/>
              </a:ext>
            </a:extLst>
          </p:cNvPr>
          <p:cNvSpPr>
            <a:spLocks noGrp="1"/>
          </p:cNvSpPr>
          <p:nvPr/>
        </p:nvSpPr>
        <p:spPr>
          <a:xfrm>
            <a:off x="61972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5" name="data_7846">
            <a:extLst>
              <a:ext uri="{FF2B5EF4-FFF2-40B4-BE49-F238E27FC236}">
                <a16:creationId xmlns:a16="http://schemas.microsoft.com/office/drawing/2014/main" id="{D900642C-E9B7-425B-ADBC-1D9F361E703F}"/>
              </a:ext>
            </a:extLst>
          </p:cNvPr>
          <p:cNvSpPr>
            <a:spLocks noGrp="1"/>
          </p:cNvSpPr>
          <p:nvPr/>
        </p:nvSpPr>
        <p:spPr>
          <a:xfrm>
            <a:off x="6150886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6" name="data_7847">
            <a:extLst>
              <a:ext uri="{FF2B5EF4-FFF2-40B4-BE49-F238E27FC236}">
                <a16:creationId xmlns:a16="http://schemas.microsoft.com/office/drawing/2014/main" id="{BB565EB8-DFE3-408E-8FFA-D8735C2880FD}"/>
              </a:ext>
            </a:extLst>
          </p:cNvPr>
          <p:cNvSpPr>
            <a:spLocks noGrp="1"/>
          </p:cNvSpPr>
          <p:nvPr/>
        </p:nvSpPr>
        <p:spPr>
          <a:xfrm>
            <a:off x="6207686" y="59071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7" name="data_7848">
            <a:extLst>
              <a:ext uri="{FF2B5EF4-FFF2-40B4-BE49-F238E27FC236}">
                <a16:creationId xmlns:a16="http://schemas.microsoft.com/office/drawing/2014/main" id="{216C7447-511A-4A59-BFDE-8E325EF2C849}"/>
              </a:ext>
            </a:extLst>
          </p:cNvPr>
          <p:cNvSpPr>
            <a:spLocks noGrp="1"/>
          </p:cNvSpPr>
          <p:nvPr/>
        </p:nvSpPr>
        <p:spPr>
          <a:xfrm>
            <a:off x="616889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8" name="data_7849">
            <a:extLst>
              <a:ext uri="{FF2B5EF4-FFF2-40B4-BE49-F238E27FC236}">
                <a16:creationId xmlns:a16="http://schemas.microsoft.com/office/drawing/2014/main" id="{2F1433D8-AF29-4B0F-90C5-0B10633256C7}"/>
              </a:ext>
            </a:extLst>
          </p:cNvPr>
          <p:cNvSpPr>
            <a:spLocks noGrp="1"/>
          </p:cNvSpPr>
          <p:nvPr/>
        </p:nvSpPr>
        <p:spPr>
          <a:xfrm>
            <a:off x="611818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9" name="data_7850">
            <a:extLst>
              <a:ext uri="{FF2B5EF4-FFF2-40B4-BE49-F238E27FC236}">
                <a16:creationId xmlns:a16="http://schemas.microsoft.com/office/drawing/2014/main" id="{87AA0F50-45DE-422B-8803-2D163087AA12}"/>
              </a:ext>
            </a:extLst>
          </p:cNvPr>
          <p:cNvSpPr>
            <a:spLocks noGrp="1"/>
          </p:cNvSpPr>
          <p:nvPr/>
        </p:nvSpPr>
        <p:spPr>
          <a:xfrm>
            <a:off x="61086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0" name="data_7851">
            <a:extLst>
              <a:ext uri="{FF2B5EF4-FFF2-40B4-BE49-F238E27FC236}">
                <a16:creationId xmlns:a16="http://schemas.microsoft.com/office/drawing/2014/main" id="{4AC1AE00-015A-4D3A-87D5-E80FE934B7D3}"/>
              </a:ext>
            </a:extLst>
          </p:cNvPr>
          <p:cNvSpPr>
            <a:spLocks noGrp="1"/>
          </p:cNvSpPr>
          <p:nvPr/>
        </p:nvSpPr>
        <p:spPr>
          <a:xfrm>
            <a:off x="619387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1" name="data_7852">
            <a:extLst>
              <a:ext uri="{FF2B5EF4-FFF2-40B4-BE49-F238E27FC236}">
                <a16:creationId xmlns:a16="http://schemas.microsoft.com/office/drawing/2014/main" id="{5A21204A-810B-456B-A6FD-A4E2EA67307D}"/>
              </a:ext>
            </a:extLst>
          </p:cNvPr>
          <p:cNvSpPr>
            <a:spLocks noGrp="1"/>
          </p:cNvSpPr>
          <p:nvPr/>
        </p:nvSpPr>
        <p:spPr>
          <a:xfrm>
            <a:off x="616817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2" name="data_7853">
            <a:extLst>
              <a:ext uri="{FF2B5EF4-FFF2-40B4-BE49-F238E27FC236}">
                <a16:creationId xmlns:a16="http://schemas.microsoft.com/office/drawing/2014/main" id="{1F914968-DF33-49AB-BAB6-17C4FFF34C1B}"/>
              </a:ext>
            </a:extLst>
          </p:cNvPr>
          <p:cNvSpPr>
            <a:spLocks noGrp="1"/>
          </p:cNvSpPr>
          <p:nvPr/>
        </p:nvSpPr>
        <p:spPr>
          <a:xfrm>
            <a:off x="61341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3" name="data_7854">
            <a:extLst>
              <a:ext uri="{FF2B5EF4-FFF2-40B4-BE49-F238E27FC236}">
                <a16:creationId xmlns:a16="http://schemas.microsoft.com/office/drawing/2014/main" id="{2E473009-AAF5-4FE5-A3D4-AFA450270769}"/>
              </a:ext>
            </a:extLst>
          </p:cNvPr>
          <p:cNvSpPr>
            <a:spLocks noGrp="1"/>
          </p:cNvSpPr>
          <p:nvPr/>
        </p:nvSpPr>
        <p:spPr>
          <a:xfrm>
            <a:off x="6165291" y="51462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4" name="data_7855">
            <a:extLst>
              <a:ext uri="{FF2B5EF4-FFF2-40B4-BE49-F238E27FC236}">
                <a16:creationId xmlns:a16="http://schemas.microsoft.com/office/drawing/2014/main" id="{37094607-10A6-4E8A-953F-99BE4B96EF73}"/>
              </a:ext>
            </a:extLst>
          </p:cNvPr>
          <p:cNvSpPr>
            <a:spLocks noGrp="1"/>
          </p:cNvSpPr>
          <p:nvPr/>
        </p:nvSpPr>
        <p:spPr>
          <a:xfrm>
            <a:off x="6169686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5" name="data_7856">
            <a:extLst>
              <a:ext uri="{FF2B5EF4-FFF2-40B4-BE49-F238E27FC236}">
                <a16:creationId xmlns:a16="http://schemas.microsoft.com/office/drawing/2014/main" id="{BAC7F508-082D-4DFB-930C-1097B8C5F1FC}"/>
              </a:ext>
            </a:extLst>
          </p:cNvPr>
          <p:cNvSpPr>
            <a:spLocks noGrp="1"/>
          </p:cNvSpPr>
          <p:nvPr/>
        </p:nvSpPr>
        <p:spPr>
          <a:xfrm>
            <a:off x="611079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6" name="data_7857">
            <a:extLst>
              <a:ext uri="{FF2B5EF4-FFF2-40B4-BE49-F238E27FC236}">
                <a16:creationId xmlns:a16="http://schemas.microsoft.com/office/drawing/2014/main" id="{B5CBCB3B-7E49-4E6C-9B8A-6C2BDB063D1F}"/>
              </a:ext>
            </a:extLst>
          </p:cNvPr>
          <p:cNvSpPr>
            <a:spLocks noGrp="1"/>
          </p:cNvSpPr>
          <p:nvPr/>
        </p:nvSpPr>
        <p:spPr>
          <a:xfrm>
            <a:off x="618893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7" name="data_7858">
            <a:extLst>
              <a:ext uri="{FF2B5EF4-FFF2-40B4-BE49-F238E27FC236}">
                <a16:creationId xmlns:a16="http://schemas.microsoft.com/office/drawing/2014/main" id="{ABF86B4C-82A9-4B5C-965A-85F17BD4011D}"/>
              </a:ext>
            </a:extLst>
          </p:cNvPr>
          <p:cNvSpPr>
            <a:spLocks noGrp="1"/>
          </p:cNvSpPr>
          <p:nvPr/>
        </p:nvSpPr>
        <p:spPr>
          <a:xfrm>
            <a:off x="62075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8" name="data_7859">
            <a:extLst>
              <a:ext uri="{FF2B5EF4-FFF2-40B4-BE49-F238E27FC236}">
                <a16:creationId xmlns:a16="http://schemas.microsoft.com/office/drawing/2014/main" id="{546457C1-AFC8-4253-A4D6-5946DE1FC99B}"/>
              </a:ext>
            </a:extLst>
          </p:cNvPr>
          <p:cNvSpPr>
            <a:spLocks noGrp="1"/>
          </p:cNvSpPr>
          <p:nvPr/>
        </p:nvSpPr>
        <p:spPr>
          <a:xfrm>
            <a:off x="615400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9" name="data_7860">
            <a:extLst>
              <a:ext uri="{FF2B5EF4-FFF2-40B4-BE49-F238E27FC236}">
                <a16:creationId xmlns:a16="http://schemas.microsoft.com/office/drawing/2014/main" id="{D09BE906-1AA4-45EA-B8BF-1C5B75C95EE2}"/>
              </a:ext>
            </a:extLst>
          </p:cNvPr>
          <p:cNvSpPr>
            <a:spLocks noGrp="1"/>
          </p:cNvSpPr>
          <p:nvPr/>
        </p:nvSpPr>
        <p:spPr>
          <a:xfrm>
            <a:off x="6175322" y="53359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0" name="data_7861">
            <a:extLst>
              <a:ext uri="{FF2B5EF4-FFF2-40B4-BE49-F238E27FC236}">
                <a16:creationId xmlns:a16="http://schemas.microsoft.com/office/drawing/2014/main" id="{AFE04D68-F528-458D-A701-833C4FC25ACA}"/>
              </a:ext>
            </a:extLst>
          </p:cNvPr>
          <p:cNvSpPr>
            <a:spLocks noGrp="1"/>
          </p:cNvSpPr>
          <p:nvPr/>
        </p:nvSpPr>
        <p:spPr>
          <a:xfrm>
            <a:off x="619364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1" name="data_7862">
            <a:extLst>
              <a:ext uri="{FF2B5EF4-FFF2-40B4-BE49-F238E27FC236}">
                <a16:creationId xmlns:a16="http://schemas.microsoft.com/office/drawing/2014/main" id="{9CE5C948-83F1-4689-8E22-540618777623}"/>
              </a:ext>
            </a:extLst>
          </p:cNvPr>
          <p:cNvSpPr>
            <a:spLocks noGrp="1"/>
          </p:cNvSpPr>
          <p:nvPr/>
        </p:nvSpPr>
        <p:spPr>
          <a:xfrm>
            <a:off x="6128887" y="66715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2" name="data_7863">
            <a:extLst>
              <a:ext uri="{FF2B5EF4-FFF2-40B4-BE49-F238E27FC236}">
                <a16:creationId xmlns:a16="http://schemas.microsoft.com/office/drawing/2014/main" id="{F0A4F0FF-0595-4BE5-A96B-3B9C6DF096C7}"/>
              </a:ext>
            </a:extLst>
          </p:cNvPr>
          <p:cNvSpPr>
            <a:spLocks noGrp="1"/>
          </p:cNvSpPr>
          <p:nvPr/>
        </p:nvSpPr>
        <p:spPr>
          <a:xfrm>
            <a:off x="617048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3" name="data_7864">
            <a:extLst>
              <a:ext uri="{FF2B5EF4-FFF2-40B4-BE49-F238E27FC236}">
                <a16:creationId xmlns:a16="http://schemas.microsoft.com/office/drawing/2014/main" id="{B6B6B203-DBD8-4B37-AFCF-245F3C71065C}"/>
              </a:ext>
            </a:extLst>
          </p:cNvPr>
          <p:cNvSpPr>
            <a:spLocks noGrp="1"/>
          </p:cNvSpPr>
          <p:nvPr/>
        </p:nvSpPr>
        <p:spPr>
          <a:xfrm>
            <a:off x="621523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4" name="data_7865">
            <a:extLst>
              <a:ext uri="{FF2B5EF4-FFF2-40B4-BE49-F238E27FC236}">
                <a16:creationId xmlns:a16="http://schemas.microsoft.com/office/drawing/2014/main" id="{06DB2503-BEC2-4ED1-ABF3-0AC77C9AD13F}"/>
              </a:ext>
            </a:extLst>
          </p:cNvPr>
          <p:cNvSpPr>
            <a:spLocks noGrp="1"/>
          </p:cNvSpPr>
          <p:nvPr/>
        </p:nvSpPr>
        <p:spPr>
          <a:xfrm>
            <a:off x="613099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5" name="data_7866">
            <a:extLst>
              <a:ext uri="{FF2B5EF4-FFF2-40B4-BE49-F238E27FC236}">
                <a16:creationId xmlns:a16="http://schemas.microsoft.com/office/drawing/2014/main" id="{51388DC5-AEBD-4289-AF78-3CEE3F64ABE3}"/>
              </a:ext>
            </a:extLst>
          </p:cNvPr>
          <p:cNvSpPr>
            <a:spLocks noGrp="1"/>
          </p:cNvSpPr>
          <p:nvPr/>
        </p:nvSpPr>
        <p:spPr>
          <a:xfrm>
            <a:off x="616026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6" name="data_7867">
            <a:extLst>
              <a:ext uri="{FF2B5EF4-FFF2-40B4-BE49-F238E27FC236}">
                <a16:creationId xmlns:a16="http://schemas.microsoft.com/office/drawing/2014/main" id="{F15B334B-B799-4D47-8EC1-EE1FFA4EDCDC}"/>
              </a:ext>
            </a:extLst>
          </p:cNvPr>
          <p:cNvSpPr>
            <a:spLocks noGrp="1"/>
          </p:cNvSpPr>
          <p:nvPr/>
        </p:nvSpPr>
        <p:spPr>
          <a:xfrm>
            <a:off x="6138871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7" name="data_7868">
            <a:extLst>
              <a:ext uri="{FF2B5EF4-FFF2-40B4-BE49-F238E27FC236}">
                <a16:creationId xmlns:a16="http://schemas.microsoft.com/office/drawing/2014/main" id="{67FD965E-8CDB-4A16-88B8-2096E19953D8}"/>
              </a:ext>
            </a:extLst>
          </p:cNvPr>
          <p:cNvSpPr>
            <a:spLocks noGrp="1"/>
          </p:cNvSpPr>
          <p:nvPr/>
        </p:nvSpPr>
        <p:spPr>
          <a:xfrm>
            <a:off x="616563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8" name="data_7869">
            <a:extLst>
              <a:ext uri="{FF2B5EF4-FFF2-40B4-BE49-F238E27FC236}">
                <a16:creationId xmlns:a16="http://schemas.microsoft.com/office/drawing/2014/main" id="{9ED65BA1-0A1F-4C8B-B69B-DBEFFE554A42}"/>
              </a:ext>
            </a:extLst>
          </p:cNvPr>
          <p:cNvSpPr>
            <a:spLocks noGrp="1"/>
          </p:cNvSpPr>
          <p:nvPr/>
        </p:nvSpPr>
        <p:spPr>
          <a:xfrm>
            <a:off x="618820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9" name="data_7870">
            <a:extLst>
              <a:ext uri="{FF2B5EF4-FFF2-40B4-BE49-F238E27FC236}">
                <a16:creationId xmlns:a16="http://schemas.microsoft.com/office/drawing/2014/main" id="{5E8D7643-0FDD-4E77-8DBC-7C9EDE382E7D}"/>
              </a:ext>
            </a:extLst>
          </p:cNvPr>
          <p:cNvSpPr>
            <a:spLocks noGrp="1"/>
          </p:cNvSpPr>
          <p:nvPr/>
        </p:nvSpPr>
        <p:spPr>
          <a:xfrm>
            <a:off x="617711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0" name="data_7871">
            <a:extLst>
              <a:ext uri="{FF2B5EF4-FFF2-40B4-BE49-F238E27FC236}">
                <a16:creationId xmlns:a16="http://schemas.microsoft.com/office/drawing/2014/main" id="{EA5092D1-63B2-40BF-9EBB-9B0C7F030802}"/>
              </a:ext>
            </a:extLst>
          </p:cNvPr>
          <p:cNvSpPr>
            <a:spLocks noGrp="1"/>
          </p:cNvSpPr>
          <p:nvPr/>
        </p:nvSpPr>
        <p:spPr>
          <a:xfrm>
            <a:off x="6150114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1" name="data_7872">
            <a:extLst>
              <a:ext uri="{FF2B5EF4-FFF2-40B4-BE49-F238E27FC236}">
                <a16:creationId xmlns:a16="http://schemas.microsoft.com/office/drawing/2014/main" id="{F43034A1-36B1-41AA-995F-2838370E3CC7}"/>
              </a:ext>
            </a:extLst>
          </p:cNvPr>
          <p:cNvSpPr>
            <a:spLocks noGrp="1"/>
          </p:cNvSpPr>
          <p:nvPr/>
        </p:nvSpPr>
        <p:spPr>
          <a:xfrm>
            <a:off x="616184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2" name="data_7873">
            <a:extLst>
              <a:ext uri="{FF2B5EF4-FFF2-40B4-BE49-F238E27FC236}">
                <a16:creationId xmlns:a16="http://schemas.microsoft.com/office/drawing/2014/main" id="{D0A089B4-7E78-4D81-A016-4DDC297BA92C}"/>
              </a:ext>
            </a:extLst>
          </p:cNvPr>
          <p:cNvSpPr>
            <a:spLocks noGrp="1"/>
          </p:cNvSpPr>
          <p:nvPr/>
        </p:nvSpPr>
        <p:spPr>
          <a:xfrm>
            <a:off x="611946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3" name="data_7874">
            <a:extLst>
              <a:ext uri="{FF2B5EF4-FFF2-40B4-BE49-F238E27FC236}">
                <a16:creationId xmlns:a16="http://schemas.microsoft.com/office/drawing/2014/main" id="{FEE5118A-AC8E-431E-93FE-19BB4DFB0025}"/>
              </a:ext>
            </a:extLst>
          </p:cNvPr>
          <p:cNvSpPr>
            <a:spLocks noGrp="1"/>
          </p:cNvSpPr>
          <p:nvPr/>
        </p:nvSpPr>
        <p:spPr>
          <a:xfrm>
            <a:off x="6204081" y="55361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4" name="data_7875">
            <a:extLst>
              <a:ext uri="{FF2B5EF4-FFF2-40B4-BE49-F238E27FC236}">
                <a16:creationId xmlns:a16="http://schemas.microsoft.com/office/drawing/2014/main" id="{441B3503-A076-40B6-896D-8A87186B2BA7}"/>
              </a:ext>
            </a:extLst>
          </p:cNvPr>
          <p:cNvSpPr>
            <a:spLocks noGrp="1"/>
          </p:cNvSpPr>
          <p:nvPr/>
        </p:nvSpPr>
        <p:spPr>
          <a:xfrm>
            <a:off x="61138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5" name="data_7876">
            <a:extLst>
              <a:ext uri="{FF2B5EF4-FFF2-40B4-BE49-F238E27FC236}">
                <a16:creationId xmlns:a16="http://schemas.microsoft.com/office/drawing/2014/main" id="{56E51483-11C3-4236-AE8D-3C4E48CD926B}"/>
              </a:ext>
            </a:extLst>
          </p:cNvPr>
          <p:cNvSpPr>
            <a:spLocks noGrp="1"/>
          </p:cNvSpPr>
          <p:nvPr/>
        </p:nvSpPr>
        <p:spPr>
          <a:xfrm>
            <a:off x="616406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6" name="data_7877">
            <a:extLst>
              <a:ext uri="{FF2B5EF4-FFF2-40B4-BE49-F238E27FC236}">
                <a16:creationId xmlns:a16="http://schemas.microsoft.com/office/drawing/2014/main" id="{60B4B7CF-4451-4DF9-AB62-883260BA0F35}"/>
              </a:ext>
            </a:extLst>
          </p:cNvPr>
          <p:cNvSpPr>
            <a:spLocks noGrp="1"/>
          </p:cNvSpPr>
          <p:nvPr/>
        </p:nvSpPr>
        <p:spPr>
          <a:xfrm>
            <a:off x="613978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7" name="data_7878">
            <a:extLst>
              <a:ext uri="{FF2B5EF4-FFF2-40B4-BE49-F238E27FC236}">
                <a16:creationId xmlns:a16="http://schemas.microsoft.com/office/drawing/2014/main" id="{4CCEE4DD-0DE6-42F6-B73C-3CA014BC3CFD}"/>
              </a:ext>
            </a:extLst>
          </p:cNvPr>
          <p:cNvSpPr>
            <a:spLocks noGrp="1"/>
          </p:cNvSpPr>
          <p:nvPr/>
        </p:nvSpPr>
        <p:spPr>
          <a:xfrm>
            <a:off x="614582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8" name="data_7879">
            <a:extLst>
              <a:ext uri="{FF2B5EF4-FFF2-40B4-BE49-F238E27FC236}">
                <a16:creationId xmlns:a16="http://schemas.microsoft.com/office/drawing/2014/main" id="{5BB3BAFA-54F7-44E1-9813-9F1C96E772A7}"/>
              </a:ext>
            </a:extLst>
          </p:cNvPr>
          <p:cNvSpPr>
            <a:spLocks noGrp="1"/>
          </p:cNvSpPr>
          <p:nvPr/>
        </p:nvSpPr>
        <p:spPr>
          <a:xfrm>
            <a:off x="6167508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9" name="data_7880">
            <a:extLst>
              <a:ext uri="{FF2B5EF4-FFF2-40B4-BE49-F238E27FC236}">
                <a16:creationId xmlns:a16="http://schemas.microsoft.com/office/drawing/2014/main" id="{3B02B242-EADC-4EB9-B2B0-ED28F6022574}"/>
              </a:ext>
            </a:extLst>
          </p:cNvPr>
          <p:cNvSpPr>
            <a:spLocks noGrp="1"/>
          </p:cNvSpPr>
          <p:nvPr/>
        </p:nvSpPr>
        <p:spPr>
          <a:xfrm>
            <a:off x="611324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0" name="data_7881">
            <a:extLst>
              <a:ext uri="{FF2B5EF4-FFF2-40B4-BE49-F238E27FC236}">
                <a16:creationId xmlns:a16="http://schemas.microsoft.com/office/drawing/2014/main" id="{BB8B409D-99C1-4FCC-9FE5-7F08E5D884E4}"/>
              </a:ext>
            </a:extLst>
          </p:cNvPr>
          <p:cNvSpPr>
            <a:spLocks noGrp="1"/>
          </p:cNvSpPr>
          <p:nvPr/>
        </p:nvSpPr>
        <p:spPr>
          <a:xfrm>
            <a:off x="621494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1" name="data_7882">
            <a:extLst>
              <a:ext uri="{FF2B5EF4-FFF2-40B4-BE49-F238E27FC236}">
                <a16:creationId xmlns:a16="http://schemas.microsoft.com/office/drawing/2014/main" id="{5C85CAA2-1A5C-4ECE-92C8-969991A29599}"/>
              </a:ext>
            </a:extLst>
          </p:cNvPr>
          <p:cNvSpPr>
            <a:spLocks noGrp="1"/>
          </p:cNvSpPr>
          <p:nvPr/>
        </p:nvSpPr>
        <p:spPr>
          <a:xfrm>
            <a:off x="6187264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2" name="data_7883">
            <a:extLst>
              <a:ext uri="{FF2B5EF4-FFF2-40B4-BE49-F238E27FC236}">
                <a16:creationId xmlns:a16="http://schemas.microsoft.com/office/drawing/2014/main" id="{6CCE7909-024F-4F6E-A229-B4106A78EB97}"/>
              </a:ext>
            </a:extLst>
          </p:cNvPr>
          <p:cNvSpPr>
            <a:spLocks noGrp="1"/>
          </p:cNvSpPr>
          <p:nvPr/>
        </p:nvSpPr>
        <p:spPr>
          <a:xfrm>
            <a:off x="618398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3" name="data_7884">
            <a:extLst>
              <a:ext uri="{FF2B5EF4-FFF2-40B4-BE49-F238E27FC236}">
                <a16:creationId xmlns:a16="http://schemas.microsoft.com/office/drawing/2014/main" id="{29C00FF5-724A-4F38-8B83-79E8CA6E7950}"/>
              </a:ext>
            </a:extLst>
          </p:cNvPr>
          <p:cNvSpPr>
            <a:spLocks noGrp="1"/>
          </p:cNvSpPr>
          <p:nvPr/>
        </p:nvSpPr>
        <p:spPr>
          <a:xfrm>
            <a:off x="621406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4" name="data_7885">
            <a:extLst>
              <a:ext uri="{FF2B5EF4-FFF2-40B4-BE49-F238E27FC236}">
                <a16:creationId xmlns:a16="http://schemas.microsoft.com/office/drawing/2014/main" id="{464D4422-02F2-4218-9C2E-5F3CD1064B6D}"/>
              </a:ext>
            </a:extLst>
          </p:cNvPr>
          <p:cNvSpPr>
            <a:spLocks noGrp="1"/>
          </p:cNvSpPr>
          <p:nvPr/>
        </p:nvSpPr>
        <p:spPr>
          <a:xfrm>
            <a:off x="617123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5" name="data_7886">
            <a:extLst>
              <a:ext uri="{FF2B5EF4-FFF2-40B4-BE49-F238E27FC236}">
                <a16:creationId xmlns:a16="http://schemas.microsoft.com/office/drawing/2014/main" id="{670E5DF8-4FBB-4666-87AC-B886F5F1400F}"/>
              </a:ext>
            </a:extLst>
          </p:cNvPr>
          <p:cNvSpPr>
            <a:spLocks noGrp="1"/>
          </p:cNvSpPr>
          <p:nvPr/>
        </p:nvSpPr>
        <p:spPr>
          <a:xfrm>
            <a:off x="619143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6" name="data_7887">
            <a:extLst>
              <a:ext uri="{FF2B5EF4-FFF2-40B4-BE49-F238E27FC236}">
                <a16:creationId xmlns:a16="http://schemas.microsoft.com/office/drawing/2014/main" id="{6DAA9294-45A4-4AAB-A759-2116AAEE354D}"/>
              </a:ext>
            </a:extLst>
          </p:cNvPr>
          <p:cNvSpPr>
            <a:spLocks noGrp="1"/>
          </p:cNvSpPr>
          <p:nvPr/>
        </p:nvSpPr>
        <p:spPr>
          <a:xfrm>
            <a:off x="614370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7" name="data_7888">
            <a:extLst>
              <a:ext uri="{FF2B5EF4-FFF2-40B4-BE49-F238E27FC236}">
                <a16:creationId xmlns:a16="http://schemas.microsoft.com/office/drawing/2014/main" id="{17059742-009F-4BB1-9ED5-0E7C5FE850AF}"/>
              </a:ext>
            </a:extLst>
          </p:cNvPr>
          <p:cNvSpPr>
            <a:spLocks noGrp="1"/>
          </p:cNvSpPr>
          <p:nvPr/>
        </p:nvSpPr>
        <p:spPr>
          <a:xfrm>
            <a:off x="612764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8" name="data_7889">
            <a:extLst>
              <a:ext uri="{FF2B5EF4-FFF2-40B4-BE49-F238E27FC236}">
                <a16:creationId xmlns:a16="http://schemas.microsoft.com/office/drawing/2014/main" id="{705586A1-EAA0-4329-83AC-9ECFF2D5294A}"/>
              </a:ext>
            </a:extLst>
          </p:cNvPr>
          <p:cNvSpPr>
            <a:spLocks noGrp="1"/>
          </p:cNvSpPr>
          <p:nvPr/>
        </p:nvSpPr>
        <p:spPr>
          <a:xfrm>
            <a:off x="6169535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9" name="data_7890">
            <a:extLst>
              <a:ext uri="{FF2B5EF4-FFF2-40B4-BE49-F238E27FC236}">
                <a16:creationId xmlns:a16="http://schemas.microsoft.com/office/drawing/2014/main" id="{4CE295A5-C1B5-4EFA-84A9-DB2671A2B401}"/>
              </a:ext>
            </a:extLst>
          </p:cNvPr>
          <p:cNvSpPr>
            <a:spLocks noGrp="1"/>
          </p:cNvSpPr>
          <p:nvPr/>
        </p:nvSpPr>
        <p:spPr>
          <a:xfrm>
            <a:off x="610897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0" name="data_7891">
            <a:extLst>
              <a:ext uri="{FF2B5EF4-FFF2-40B4-BE49-F238E27FC236}">
                <a16:creationId xmlns:a16="http://schemas.microsoft.com/office/drawing/2014/main" id="{D15EF27D-EF3B-44CA-AF3D-7B7C782287E0}"/>
              </a:ext>
            </a:extLst>
          </p:cNvPr>
          <p:cNvSpPr>
            <a:spLocks noGrp="1"/>
          </p:cNvSpPr>
          <p:nvPr/>
        </p:nvSpPr>
        <p:spPr>
          <a:xfrm>
            <a:off x="614729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1" name="data_7892">
            <a:extLst>
              <a:ext uri="{FF2B5EF4-FFF2-40B4-BE49-F238E27FC236}">
                <a16:creationId xmlns:a16="http://schemas.microsoft.com/office/drawing/2014/main" id="{BC36C815-E0DC-42E8-A9D4-85C81722CB43}"/>
              </a:ext>
            </a:extLst>
          </p:cNvPr>
          <p:cNvSpPr>
            <a:spLocks noGrp="1"/>
          </p:cNvSpPr>
          <p:nvPr/>
        </p:nvSpPr>
        <p:spPr>
          <a:xfrm>
            <a:off x="615350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2" name="data_7893">
            <a:extLst>
              <a:ext uri="{FF2B5EF4-FFF2-40B4-BE49-F238E27FC236}">
                <a16:creationId xmlns:a16="http://schemas.microsoft.com/office/drawing/2014/main" id="{EC4CB3EC-F507-4497-9013-D6085FBBA34A}"/>
              </a:ext>
            </a:extLst>
          </p:cNvPr>
          <p:cNvSpPr>
            <a:spLocks noGrp="1"/>
          </p:cNvSpPr>
          <p:nvPr/>
        </p:nvSpPr>
        <p:spPr>
          <a:xfrm>
            <a:off x="618074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3" name="data_7894">
            <a:extLst>
              <a:ext uri="{FF2B5EF4-FFF2-40B4-BE49-F238E27FC236}">
                <a16:creationId xmlns:a16="http://schemas.microsoft.com/office/drawing/2014/main" id="{C1B0BA62-80B5-4F85-900D-67859F9AE8BC}"/>
              </a:ext>
            </a:extLst>
          </p:cNvPr>
          <p:cNvSpPr>
            <a:spLocks noGrp="1"/>
          </p:cNvSpPr>
          <p:nvPr/>
        </p:nvSpPr>
        <p:spPr>
          <a:xfrm>
            <a:off x="620140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4" name="data_7895">
            <a:extLst>
              <a:ext uri="{FF2B5EF4-FFF2-40B4-BE49-F238E27FC236}">
                <a16:creationId xmlns:a16="http://schemas.microsoft.com/office/drawing/2014/main" id="{FC981C31-564F-476B-87AC-61F8C3629FB3}"/>
              </a:ext>
            </a:extLst>
          </p:cNvPr>
          <p:cNvSpPr>
            <a:spLocks noGrp="1"/>
          </p:cNvSpPr>
          <p:nvPr/>
        </p:nvSpPr>
        <p:spPr>
          <a:xfrm>
            <a:off x="616655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5" name="data_7896">
            <a:extLst>
              <a:ext uri="{FF2B5EF4-FFF2-40B4-BE49-F238E27FC236}">
                <a16:creationId xmlns:a16="http://schemas.microsoft.com/office/drawing/2014/main" id="{9390CC26-CB72-4B59-BA80-54E931E2EA58}"/>
              </a:ext>
            </a:extLst>
          </p:cNvPr>
          <p:cNvSpPr>
            <a:spLocks noGrp="1"/>
          </p:cNvSpPr>
          <p:nvPr/>
        </p:nvSpPr>
        <p:spPr>
          <a:xfrm>
            <a:off x="6197761" y="52609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6" name="data_7897">
            <a:extLst>
              <a:ext uri="{FF2B5EF4-FFF2-40B4-BE49-F238E27FC236}">
                <a16:creationId xmlns:a16="http://schemas.microsoft.com/office/drawing/2014/main" id="{BA11E4A9-239A-48A1-BB97-1F803A0BE9A6}"/>
              </a:ext>
            </a:extLst>
          </p:cNvPr>
          <p:cNvSpPr>
            <a:spLocks noGrp="1"/>
          </p:cNvSpPr>
          <p:nvPr/>
        </p:nvSpPr>
        <p:spPr>
          <a:xfrm>
            <a:off x="6109409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7" name="data_7898">
            <a:extLst>
              <a:ext uri="{FF2B5EF4-FFF2-40B4-BE49-F238E27FC236}">
                <a16:creationId xmlns:a16="http://schemas.microsoft.com/office/drawing/2014/main" id="{6C07E38D-5FA3-4FBA-B708-F15630945C07}"/>
              </a:ext>
            </a:extLst>
          </p:cNvPr>
          <p:cNvSpPr>
            <a:spLocks noGrp="1"/>
          </p:cNvSpPr>
          <p:nvPr/>
        </p:nvSpPr>
        <p:spPr>
          <a:xfrm>
            <a:off x="6111222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8" name="data_7899">
            <a:extLst>
              <a:ext uri="{FF2B5EF4-FFF2-40B4-BE49-F238E27FC236}">
                <a16:creationId xmlns:a16="http://schemas.microsoft.com/office/drawing/2014/main" id="{15D6A014-EE99-457A-ADD3-0966BA94B9EC}"/>
              </a:ext>
            </a:extLst>
          </p:cNvPr>
          <p:cNvSpPr>
            <a:spLocks noGrp="1"/>
          </p:cNvSpPr>
          <p:nvPr/>
        </p:nvSpPr>
        <p:spPr>
          <a:xfrm>
            <a:off x="613524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9" name="data_7900">
            <a:extLst>
              <a:ext uri="{FF2B5EF4-FFF2-40B4-BE49-F238E27FC236}">
                <a16:creationId xmlns:a16="http://schemas.microsoft.com/office/drawing/2014/main" id="{CCB60D79-30B6-4818-B504-3BA51B16469B}"/>
              </a:ext>
            </a:extLst>
          </p:cNvPr>
          <p:cNvSpPr>
            <a:spLocks noGrp="1"/>
          </p:cNvSpPr>
          <p:nvPr/>
        </p:nvSpPr>
        <p:spPr>
          <a:xfrm>
            <a:off x="6167191" y="57884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0" name="data_7901">
            <a:extLst>
              <a:ext uri="{FF2B5EF4-FFF2-40B4-BE49-F238E27FC236}">
                <a16:creationId xmlns:a16="http://schemas.microsoft.com/office/drawing/2014/main" id="{0AE40B47-9D1E-4C87-AAE9-708C140D05C5}"/>
              </a:ext>
            </a:extLst>
          </p:cNvPr>
          <p:cNvSpPr>
            <a:spLocks noGrp="1"/>
          </p:cNvSpPr>
          <p:nvPr/>
        </p:nvSpPr>
        <p:spPr>
          <a:xfrm>
            <a:off x="6129937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1" name="data_7902">
            <a:extLst>
              <a:ext uri="{FF2B5EF4-FFF2-40B4-BE49-F238E27FC236}">
                <a16:creationId xmlns:a16="http://schemas.microsoft.com/office/drawing/2014/main" id="{66FA102D-A0E8-4942-9ADB-1C56A286B3E5}"/>
              </a:ext>
            </a:extLst>
          </p:cNvPr>
          <p:cNvSpPr>
            <a:spLocks noGrp="1"/>
          </p:cNvSpPr>
          <p:nvPr/>
        </p:nvSpPr>
        <p:spPr>
          <a:xfrm>
            <a:off x="61579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2" name="data_7903">
            <a:extLst>
              <a:ext uri="{FF2B5EF4-FFF2-40B4-BE49-F238E27FC236}">
                <a16:creationId xmlns:a16="http://schemas.microsoft.com/office/drawing/2014/main" id="{B7014B72-0E30-4B7D-9C3C-C17AF0D2E5B2}"/>
              </a:ext>
            </a:extLst>
          </p:cNvPr>
          <p:cNvSpPr>
            <a:spLocks noGrp="1"/>
          </p:cNvSpPr>
          <p:nvPr/>
        </p:nvSpPr>
        <p:spPr>
          <a:xfrm>
            <a:off x="61720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3" name="data_7904">
            <a:extLst>
              <a:ext uri="{FF2B5EF4-FFF2-40B4-BE49-F238E27FC236}">
                <a16:creationId xmlns:a16="http://schemas.microsoft.com/office/drawing/2014/main" id="{D08F5725-5DB6-4CBC-81C3-02B9449A208C}"/>
              </a:ext>
            </a:extLst>
          </p:cNvPr>
          <p:cNvSpPr>
            <a:spLocks noGrp="1"/>
          </p:cNvSpPr>
          <p:nvPr/>
        </p:nvSpPr>
        <p:spPr>
          <a:xfrm>
            <a:off x="617287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4" name="data_7905">
            <a:extLst>
              <a:ext uri="{FF2B5EF4-FFF2-40B4-BE49-F238E27FC236}">
                <a16:creationId xmlns:a16="http://schemas.microsoft.com/office/drawing/2014/main" id="{E21E1AEB-4CE5-4371-B04B-841A8D475E48}"/>
              </a:ext>
            </a:extLst>
          </p:cNvPr>
          <p:cNvSpPr>
            <a:spLocks noGrp="1"/>
          </p:cNvSpPr>
          <p:nvPr/>
        </p:nvSpPr>
        <p:spPr>
          <a:xfrm>
            <a:off x="613941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5" name="data_7906">
            <a:extLst>
              <a:ext uri="{FF2B5EF4-FFF2-40B4-BE49-F238E27FC236}">
                <a16:creationId xmlns:a16="http://schemas.microsoft.com/office/drawing/2014/main" id="{82ADF118-10B4-4932-90D2-36F54D9F5B78}"/>
              </a:ext>
            </a:extLst>
          </p:cNvPr>
          <p:cNvSpPr>
            <a:spLocks noGrp="1"/>
          </p:cNvSpPr>
          <p:nvPr/>
        </p:nvSpPr>
        <p:spPr>
          <a:xfrm>
            <a:off x="618746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6" name="data_7907">
            <a:extLst>
              <a:ext uri="{FF2B5EF4-FFF2-40B4-BE49-F238E27FC236}">
                <a16:creationId xmlns:a16="http://schemas.microsoft.com/office/drawing/2014/main" id="{1DCFEF94-F6DC-40A5-AB38-7114FB51D1B3}"/>
              </a:ext>
            </a:extLst>
          </p:cNvPr>
          <p:cNvSpPr>
            <a:spLocks noGrp="1"/>
          </p:cNvSpPr>
          <p:nvPr/>
        </p:nvSpPr>
        <p:spPr>
          <a:xfrm>
            <a:off x="6176631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7" name="data_7908">
            <a:extLst>
              <a:ext uri="{FF2B5EF4-FFF2-40B4-BE49-F238E27FC236}">
                <a16:creationId xmlns:a16="http://schemas.microsoft.com/office/drawing/2014/main" id="{617942D6-A3D5-41F2-9985-3F5AA80A2747}"/>
              </a:ext>
            </a:extLst>
          </p:cNvPr>
          <p:cNvSpPr>
            <a:spLocks noGrp="1"/>
          </p:cNvSpPr>
          <p:nvPr/>
        </p:nvSpPr>
        <p:spPr>
          <a:xfrm>
            <a:off x="619040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8" name="data_7909">
            <a:extLst>
              <a:ext uri="{FF2B5EF4-FFF2-40B4-BE49-F238E27FC236}">
                <a16:creationId xmlns:a16="http://schemas.microsoft.com/office/drawing/2014/main" id="{076CE6D4-42D0-410B-B72A-A7DE2F711C82}"/>
              </a:ext>
            </a:extLst>
          </p:cNvPr>
          <p:cNvSpPr>
            <a:spLocks noGrp="1"/>
          </p:cNvSpPr>
          <p:nvPr/>
        </p:nvSpPr>
        <p:spPr>
          <a:xfrm>
            <a:off x="6145331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9" name="data_7910">
            <a:extLst>
              <a:ext uri="{FF2B5EF4-FFF2-40B4-BE49-F238E27FC236}">
                <a16:creationId xmlns:a16="http://schemas.microsoft.com/office/drawing/2014/main" id="{1B75FA03-226F-4BC9-81E8-842378B04594}"/>
              </a:ext>
            </a:extLst>
          </p:cNvPr>
          <p:cNvSpPr>
            <a:spLocks noGrp="1"/>
          </p:cNvSpPr>
          <p:nvPr/>
        </p:nvSpPr>
        <p:spPr>
          <a:xfrm>
            <a:off x="6175649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0" name="data_7911">
            <a:extLst>
              <a:ext uri="{FF2B5EF4-FFF2-40B4-BE49-F238E27FC236}">
                <a16:creationId xmlns:a16="http://schemas.microsoft.com/office/drawing/2014/main" id="{C563DFE6-DED8-47DD-8DD8-14017B71F1B9}"/>
              </a:ext>
            </a:extLst>
          </p:cNvPr>
          <p:cNvSpPr>
            <a:spLocks noGrp="1"/>
          </p:cNvSpPr>
          <p:nvPr/>
        </p:nvSpPr>
        <p:spPr>
          <a:xfrm>
            <a:off x="620347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1" name="data_7912">
            <a:extLst>
              <a:ext uri="{FF2B5EF4-FFF2-40B4-BE49-F238E27FC236}">
                <a16:creationId xmlns:a16="http://schemas.microsoft.com/office/drawing/2014/main" id="{E92BF0DA-AF95-4F9D-9963-93143AB5149A}"/>
              </a:ext>
            </a:extLst>
          </p:cNvPr>
          <p:cNvSpPr>
            <a:spLocks noGrp="1"/>
          </p:cNvSpPr>
          <p:nvPr/>
        </p:nvSpPr>
        <p:spPr>
          <a:xfrm>
            <a:off x="616151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2" name="data_7913">
            <a:extLst>
              <a:ext uri="{FF2B5EF4-FFF2-40B4-BE49-F238E27FC236}">
                <a16:creationId xmlns:a16="http://schemas.microsoft.com/office/drawing/2014/main" id="{30888E3B-EA0D-42E1-A8BE-D6121C767953}"/>
              </a:ext>
            </a:extLst>
          </p:cNvPr>
          <p:cNvSpPr>
            <a:spLocks noGrp="1"/>
          </p:cNvSpPr>
          <p:nvPr/>
        </p:nvSpPr>
        <p:spPr>
          <a:xfrm>
            <a:off x="611277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3" name="data_7914">
            <a:extLst>
              <a:ext uri="{FF2B5EF4-FFF2-40B4-BE49-F238E27FC236}">
                <a16:creationId xmlns:a16="http://schemas.microsoft.com/office/drawing/2014/main" id="{A5EF6E2A-826F-4932-9499-8E734E67C793}"/>
              </a:ext>
            </a:extLst>
          </p:cNvPr>
          <p:cNvSpPr>
            <a:spLocks noGrp="1"/>
          </p:cNvSpPr>
          <p:nvPr/>
        </p:nvSpPr>
        <p:spPr>
          <a:xfrm>
            <a:off x="618508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4" name="data_7915">
            <a:extLst>
              <a:ext uri="{FF2B5EF4-FFF2-40B4-BE49-F238E27FC236}">
                <a16:creationId xmlns:a16="http://schemas.microsoft.com/office/drawing/2014/main" id="{D7EFC3E0-25B0-4557-BCD3-110157E51F41}"/>
              </a:ext>
            </a:extLst>
          </p:cNvPr>
          <p:cNvSpPr>
            <a:spLocks noGrp="1"/>
          </p:cNvSpPr>
          <p:nvPr/>
        </p:nvSpPr>
        <p:spPr>
          <a:xfrm>
            <a:off x="613455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5" name="data_7916">
            <a:extLst>
              <a:ext uri="{FF2B5EF4-FFF2-40B4-BE49-F238E27FC236}">
                <a16:creationId xmlns:a16="http://schemas.microsoft.com/office/drawing/2014/main" id="{6C10C13B-F5B0-4102-9DC3-3BAE22F8BBC5}"/>
              </a:ext>
            </a:extLst>
          </p:cNvPr>
          <p:cNvSpPr>
            <a:spLocks noGrp="1"/>
          </p:cNvSpPr>
          <p:nvPr/>
        </p:nvSpPr>
        <p:spPr>
          <a:xfrm>
            <a:off x="6209478" y="60561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6" name="data_7917">
            <a:extLst>
              <a:ext uri="{FF2B5EF4-FFF2-40B4-BE49-F238E27FC236}">
                <a16:creationId xmlns:a16="http://schemas.microsoft.com/office/drawing/2014/main" id="{6D3B122C-8241-4777-9D96-2726613CA71F}"/>
              </a:ext>
            </a:extLst>
          </p:cNvPr>
          <p:cNvSpPr>
            <a:spLocks noGrp="1"/>
          </p:cNvSpPr>
          <p:nvPr/>
        </p:nvSpPr>
        <p:spPr>
          <a:xfrm>
            <a:off x="614320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7" name="data_7918">
            <a:extLst>
              <a:ext uri="{FF2B5EF4-FFF2-40B4-BE49-F238E27FC236}">
                <a16:creationId xmlns:a16="http://schemas.microsoft.com/office/drawing/2014/main" id="{51EEEDD7-E69E-41A6-93FA-DBBB73205730}"/>
              </a:ext>
            </a:extLst>
          </p:cNvPr>
          <p:cNvSpPr>
            <a:spLocks noGrp="1"/>
          </p:cNvSpPr>
          <p:nvPr/>
        </p:nvSpPr>
        <p:spPr>
          <a:xfrm>
            <a:off x="610747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8" name="data_7919">
            <a:extLst>
              <a:ext uri="{FF2B5EF4-FFF2-40B4-BE49-F238E27FC236}">
                <a16:creationId xmlns:a16="http://schemas.microsoft.com/office/drawing/2014/main" id="{BD322B90-58CE-4D4E-B70A-0DE024A9C805}"/>
              </a:ext>
            </a:extLst>
          </p:cNvPr>
          <p:cNvSpPr>
            <a:spLocks noGrp="1"/>
          </p:cNvSpPr>
          <p:nvPr/>
        </p:nvSpPr>
        <p:spPr>
          <a:xfrm>
            <a:off x="619615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9" name="data_7920">
            <a:extLst>
              <a:ext uri="{FF2B5EF4-FFF2-40B4-BE49-F238E27FC236}">
                <a16:creationId xmlns:a16="http://schemas.microsoft.com/office/drawing/2014/main" id="{7863CF70-F5CF-4750-81FC-98428F46E1E2}"/>
              </a:ext>
            </a:extLst>
          </p:cNvPr>
          <p:cNvSpPr>
            <a:spLocks noGrp="1"/>
          </p:cNvSpPr>
          <p:nvPr/>
        </p:nvSpPr>
        <p:spPr>
          <a:xfrm>
            <a:off x="616212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0" name="data_7921">
            <a:extLst>
              <a:ext uri="{FF2B5EF4-FFF2-40B4-BE49-F238E27FC236}">
                <a16:creationId xmlns:a16="http://schemas.microsoft.com/office/drawing/2014/main" id="{FCE7EC02-36C5-45F9-8356-7143188AACB9}"/>
              </a:ext>
            </a:extLst>
          </p:cNvPr>
          <p:cNvSpPr>
            <a:spLocks noGrp="1"/>
          </p:cNvSpPr>
          <p:nvPr/>
        </p:nvSpPr>
        <p:spPr>
          <a:xfrm>
            <a:off x="6196017" y="54927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1" name="data_7922">
            <a:extLst>
              <a:ext uri="{FF2B5EF4-FFF2-40B4-BE49-F238E27FC236}">
                <a16:creationId xmlns:a16="http://schemas.microsoft.com/office/drawing/2014/main" id="{553EBDA0-FC89-4D2A-B9BD-56CC88A47B4A}"/>
              </a:ext>
            </a:extLst>
          </p:cNvPr>
          <p:cNvSpPr>
            <a:spLocks noGrp="1"/>
          </p:cNvSpPr>
          <p:nvPr/>
        </p:nvSpPr>
        <p:spPr>
          <a:xfrm>
            <a:off x="61273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2" name="data_7923">
            <a:extLst>
              <a:ext uri="{FF2B5EF4-FFF2-40B4-BE49-F238E27FC236}">
                <a16:creationId xmlns:a16="http://schemas.microsoft.com/office/drawing/2014/main" id="{D8B3C430-249D-4985-B63E-4AA592420F01}"/>
              </a:ext>
            </a:extLst>
          </p:cNvPr>
          <p:cNvSpPr>
            <a:spLocks noGrp="1"/>
          </p:cNvSpPr>
          <p:nvPr/>
        </p:nvSpPr>
        <p:spPr>
          <a:xfrm>
            <a:off x="613991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3" name="data_7924">
            <a:extLst>
              <a:ext uri="{FF2B5EF4-FFF2-40B4-BE49-F238E27FC236}">
                <a16:creationId xmlns:a16="http://schemas.microsoft.com/office/drawing/2014/main" id="{F1A6E432-8D5C-44FA-8E1C-C655AFE9F586}"/>
              </a:ext>
            </a:extLst>
          </p:cNvPr>
          <p:cNvSpPr>
            <a:spLocks noGrp="1"/>
          </p:cNvSpPr>
          <p:nvPr/>
        </p:nvSpPr>
        <p:spPr>
          <a:xfrm>
            <a:off x="6115781" y="65270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4" name="data_7925">
            <a:extLst>
              <a:ext uri="{FF2B5EF4-FFF2-40B4-BE49-F238E27FC236}">
                <a16:creationId xmlns:a16="http://schemas.microsoft.com/office/drawing/2014/main" id="{F16F2ECE-7B53-406E-A2D3-C814E9568EC0}"/>
              </a:ext>
            </a:extLst>
          </p:cNvPr>
          <p:cNvSpPr>
            <a:spLocks noGrp="1"/>
          </p:cNvSpPr>
          <p:nvPr/>
        </p:nvSpPr>
        <p:spPr>
          <a:xfrm>
            <a:off x="616347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5" name="data_7926">
            <a:extLst>
              <a:ext uri="{FF2B5EF4-FFF2-40B4-BE49-F238E27FC236}">
                <a16:creationId xmlns:a16="http://schemas.microsoft.com/office/drawing/2014/main" id="{0D12DB57-14E8-4417-9ADA-36F5FF1B7823}"/>
              </a:ext>
            </a:extLst>
          </p:cNvPr>
          <p:cNvSpPr>
            <a:spLocks noGrp="1"/>
          </p:cNvSpPr>
          <p:nvPr/>
        </p:nvSpPr>
        <p:spPr>
          <a:xfrm>
            <a:off x="6200255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6" name="data_7927">
            <a:extLst>
              <a:ext uri="{FF2B5EF4-FFF2-40B4-BE49-F238E27FC236}">
                <a16:creationId xmlns:a16="http://schemas.microsoft.com/office/drawing/2014/main" id="{548A8A06-3D39-48DB-994E-AC29F478D194}"/>
              </a:ext>
            </a:extLst>
          </p:cNvPr>
          <p:cNvSpPr>
            <a:spLocks noGrp="1"/>
          </p:cNvSpPr>
          <p:nvPr/>
        </p:nvSpPr>
        <p:spPr>
          <a:xfrm>
            <a:off x="61779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7" name="data_7928">
            <a:extLst>
              <a:ext uri="{FF2B5EF4-FFF2-40B4-BE49-F238E27FC236}">
                <a16:creationId xmlns:a16="http://schemas.microsoft.com/office/drawing/2014/main" id="{98B6A045-371C-4AA2-BD07-891B426F1B11}"/>
              </a:ext>
            </a:extLst>
          </p:cNvPr>
          <p:cNvSpPr>
            <a:spLocks noGrp="1"/>
          </p:cNvSpPr>
          <p:nvPr/>
        </p:nvSpPr>
        <p:spPr>
          <a:xfrm>
            <a:off x="6121277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8" name="data_7929">
            <a:extLst>
              <a:ext uri="{FF2B5EF4-FFF2-40B4-BE49-F238E27FC236}">
                <a16:creationId xmlns:a16="http://schemas.microsoft.com/office/drawing/2014/main" id="{4F7CCDE9-8049-4469-A8F5-3D0DB8FC1A4C}"/>
              </a:ext>
            </a:extLst>
          </p:cNvPr>
          <p:cNvSpPr>
            <a:spLocks noGrp="1"/>
          </p:cNvSpPr>
          <p:nvPr/>
        </p:nvSpPr>
        <p:spPr>
          <a:xfrm>
            <a:off x="611555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9" name="data_7930">
            <a:extLst>
              <a:ext uri="{FF2B5EF4-FFF2-40B4-BE49-F238E27FC236}">
                <a16:creationId xmlns:a16="http://schemas.microsoft.com/office/drawing/2014/main" id="{369375B3-3655-4284-9DA0-4EC8105B1218}"/>
              </a:ext>
            </a:extLst>
          </p:cNvPr>
          <p:cNvSpPr>
            <a:spLocks noGrp="1"/>
          </p:cNvSpPr>
          <p:nvPr/>
        </p:nvSpPr>
        <p:spPr>
          <a:xfrm>
            <a:off x="615861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0" name="data_7931">
            <a:extLst>
              <a:ext uri="{FF2B5EF4-FFF2-40B4-BE49-F238E27FC236}">
                <a16:creationId xmlns:a16="http://schemas.microsoft.com/office/drawing/2014/main" id="{7FE03ABD-46E3-40B9-A435-A7928E4A60CD}"/>
              </a:ext>
            </a:extLst>
          </p:cNvPr>
          <p:cNvSpPr>
            <a:spLocks noGrp="1"/>
          </p:cNvSpPr>
          <p:nvPr/>
        </p:nvSpPr>
        <p:spPr>
          <a:xfrm>
            <a:off x="6140067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1" name="data_7932">
            <a:extLst>
              <a:ext uri="{FF2B5EF4-FFF2-40B4-BE49-F238E27FC236}">
                <a16:creationId xmlns:a16="http://schemas.microsoft.com/office/drawing/2014/main" id="{EFC07E03-233A-4E4A-827D-6E338875FFE4}"/>
              </a:ext>
            </a:extLst>
          </p:cNvPr>
          <p:cNvSpPr>
            <a:spLocks noGrp="1"/>
          </p:cNvSpPr>
          <p:nvPr/>
        </p:nvSpPr>
        <p:spPr>
          <a:xfrm>
            <a:off x="615080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2" name="data_7933">
            <a:extLst>
              <a:ext uri="{FF2B5EF4-FFF2-40B4-BE49-F238E27FC236}">
                <a16:creationId xmlns:a16="http://schemas.microsoft.com/office/drawing/2014/main" id="{3355CBAF-CBFC-459A-A9ED-39F9BFCE6323}"/>
              </a:ext>
            </a:extLst>
          </p:cNvPr>
          <p:cNvSpPr>
            <a:spLocks noGrp="1"/>
          </p:cNvSpPr>
          <p:nvPr/>
        </p:nvSpPr>
        <p:spPr>
          <a:xfrm>
            <a:off x="618744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3" name="data_7934">
            <a:extLst>
              <a:ext uri="{FF2B5EF4-FFF2-40B4-BE49-F238E27FC236}">
                <a16:creationId xmlns:a16="http://schemas.microsoft.com/office/drawing/2014/main" id="{CBAE812D-11C5-4E5D-855B-EFAF6F034C97}"/>
              </a:ext>
            </a:extLst>
          </p:cNvPr>
          <p:cNvSpPr>
            <a:spLocks noGrp="1"/>
          </p:cNvSpPr>
          <p:nvPr/>
        </p:nvSpPr>
        <p:spPr>
          <a:xfrm>
            <a:off x="614120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4" name="data_7935">
            <a:extLst>
              <a:ext uri="{FF2B5EF4-FFF2-40B4-BE49-F238E27FC236}">
                <a16:creationId xmlns:a16="http://schemas.microsoft.com/office/drawing/2014/main" id="{B5FC7481-EFD1-4F45-92B0-399CCE0C6E0E}"/>
              </a:ext>
            </a:extLst>
          </p:cNvPr>
          <p:cNvSpPr>
            <a:spLocks noGrp="1"/>
          </p:cNvSpPr>
          <p:nvPr/>
        </p:nvSpPr>
        <p:spPr>
          <a:xfrm>
            <a:off x="614529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5" name="data_7936">
            <a:extLst>
              <a:ext uri="{FF2B5EF4-FFF2-40B4-BE49-F238E27FC236}">
                <a16:creationId xmlns:a16="http://schemas.microsoft.com/office/drawing/2014/main" id="{68D72D99-9205-46FB-8AD4-2E58C0734E14}"/>
              </a:ext>
            </a:extLst>
          </p:cNvPr>
          <p:cNvSpPr>
            <a:spLocks noGrp="1"/>
          </p:cNvSpPr>
          <p:nvPr/>
        </p:nvSpPr>
        <p:spPr>
          <a:xfrm>
            <a:off x="664585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6" name="data_7937">
            <a:extLst>
              <a:ext uri="{FF2B5EF4-FFF2-40B4-BE49-F238E27FC236}">
                <a16:creationId xmlns:a16="http://schemas.microsoft.com/office/drawing/2014/main" id="{EFA49D60-D9A6-4ED6-80E6-91892F7DBC74}"/>
              </a:ext>
            </a:extLst>
          </p:cNvPr>
          <p:cNvSpPr>
            <a:spLocks noGrp="1"/>
          </p:cNvSpPr>
          <p:nvPr/>
        </p:nvSpPr>
        <p:spPr>
          <a:xfrm>
            <a:off x="6653738" y="51608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7" name="data_7938">
            <a:extLst>
              <a:ext uri="{FF2B5EF4-FFF2-40B4-BE49-F238E27FC236}">
                <a16:creationId xmlns:a16="http://schemas.microsoft.com/office/drawing/2014/main" id="{5A4936D9-6E95-4774-9307-11A6236BCB4B}"/>
              </a:ext>
            </a:extLst>
          </p:cNvPr>
          <p:cNvSpPr>
            <a:spLocks noGrp="1"/>
          </p:cNvSpPr>
          <p:nvPr/>
        </p:nvSpPr>
        <p:spPr>
          <a:xfrm>
            <a:off x="66310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8" name="data_7939">
            <a:extLst>
              <a:ext uri="{FF2B5EF4-FFF2-40B4-BE49-F238E27FC236}">
                <a16:creationId xmlns:a16="http://schemas.microsoft.com/office/drawing/2014/main" id="{DB01171B-7D89-47E1-9B82-70AB04DEA318}"/>
              </a:ext>
            </a:extLst>
          </p:cNvPr>
          <p:cNvSpPr>
            <a:spLocks noGrp="1"/>
          </p:cNvSpPr>
          <p:nvPr/>
        </p:nvSpPr>
        <p:spPr>
          <a:xfrm>
            <a:off x="662983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9" name="data_7940">
            <a:extLst>
              <a:ext uri="{FF2B5EF4-FFF2-40B4-BE49-F238E27FC236}">
                <a16:creationId xmlns:a16="http://schemas.microsoft.com/office/drawing/2014/main" id="{4B27B0AD-AEE8-4DC6-BDE6-6550CF0B96FB}"/>
              </a:ext>
            </a:extLst>
          </p:cNvPr>
          <p:cNvSpPr>
            <a:spLocks noGrp="1"/>
          </p:cNvSpPr>
          <p:nvPr/>
        </p:nvSpPr>
        <p:spPr>
          <a:xfrm>
            <a:off x="663041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0" name="data_7941">
            <a:extLst>
              <a:ext uri="{FF2B5EF4-FFF2-40B4-BE49-F238E27FC236}">
                <a16:creationId xmlns:a16="http://schemas.microsoft.com/office/drawing/2014/main" id="{461A3324-7236-4356-948A-903E740B6618}"/>
              </a:ext>
            </a:extLst>
          </p:cNvPr>
          <p:cNvSpPr>
            <a:spLocks noGrp="1"/>
          </p:cNvSpPr>
          <p:nvPr/>
        </p:nvSpPr>
        <p:spPr>
          <a:xfrm>
            <a:off x="6672456" y="527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1" name="data_7942">
            <a:extLst>
              <a:ext uri="{FF2B5EF4-FFF2-40B4-BE49-F238E27FC236}">
                <a16:creationId xmlns:a16="http://schemas.microsoft.com/office/drawing/2014/main" id="{75A9142A-404E-457A-AB5B-1C08D3D9623D}"/>
              </a:ext>
            </a:extLst>
          </p:cNvPr>
          <p:cNvSpPr>
            <a:spLocks noGrp="1"/>
          </p:cNvSpPr>
          <p:nvPr/>
        </p:nvSpPr>
        <p:spPr>
          <a:xfrm>
            <a:off x="6640862" y="53068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2" name="data_7943">
            <a:extLst>
              <a:ext uri="{FF2B5EF4-FFF2-40B4-BE49-F238E27FC236}">
                <a16:creationId xmlns:a16="http://schemas.microsoft.com/office/drawing/2014/main" id="{E348B0F5-95F9-4EDF-B125-6776A93F13E6}"/>
              </a:ext>
            </a:extLst>
          </p:cNvPr>
          <p:cNvSpPr>
            <a:spLocks noGrp="1"/>
          </p:cNvSpPr>
          <p:nvPr/>
        </p:nvSpPr>
        <p:spPr>
          <a:xfrm>
            <a:off x="665026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3" name="data_7944">
            <a:extLst>
              <a:ext uri="{FF2B5EF4-FFF2-40B4-BE49-F238E27FC236}">
                <a16:creationId xmlns:a16="http://schemas.microsoft.com/office/drawing/2014/main" id="{C3E80EA7-5978-4E67-8D4A-15DD19DC38BB}"/>
              </a:ext>
            </a:extLst>
          </p:cNvPr>
          <p:cNvSpPr>
            <a:spLocks noGrp="1"/>
          </p:cNvSpPr>
          <p:nvPr/>
        </p:nvSpPr>
        <p:spPr>
          <a:xfrm>
            <a:off x="6596087" y="56279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4" name="data_7945">
            <a:extLst>
              <a:ext uri="{FF2B5EF4-FFF2-40B4-BE49-F238E27FC236}">
                <a16:creationId xmlns:a16="http://schemas.microsoft.com/office/drawing/2014/main" id="{1594EE28-59FB-4329-86BC-919E97040230}"/>
              </a:ext>
            </a:extLst>
          </p:cNvPr>
          <p:cNvSpPr>
            <a:spLocks noGrp="1"/>
          </p:cNvSpPr>
          <p:nvPr/>
        </p:nvSpPr>
        <p:spPr>
          <a:xfrm>
            <a:off x="669339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5" name="data_7946">
            <a:extLst>
              <a:ext uri="{FF2B5EF4-FFF2-40B4-BE49-F238E27FC236}">
                <a16:creationId xmlns:a16="http://schemas.microsoft.com/office/drawing/2014/main" id="{E36C9DBC-FBBA-40A4-9A2C-533D866B3DB1}"/>
              </a:ext>
            </a:extLst>
          </p:cNvPr>
          <p:cNvSpPr>
            <a:spLocks noGrp="1"/>
          </p:cNvSpPr>
          <p:nvPr/>
        </p:nvSpPr>
        <p:spPr>
          <a:xfrm>
            <a:off x="6679473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6" name="data_7947">
            <a:extLst>
              <a:ext uri="{FF2B5EF4-FFF2-40B4-BE49-F238E27FC236}">
                <a16:creationId xmlns:a16="http://schemas.microsoft.com/office/drawing/2014/main" id="{D1970A6B-40B9-4CD2-8A67-21D5FABAD7F7}"/>
              </a:ext>
            </a:extLst>
          </p:cNvPr>
          <p:cNvSpPr>
            <a:spLocks noGrp="1"/>
          </p:cNvSpPr>
          <p:nvPr/>
        </p:nvSpPr>
        <p:spPr>
          <a:xfrm>
            <a:off x="660778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7" name="data_7948">
            <a:extLst>
              <a:ext uri="{FF2B5EF4-FFF2-40B4-BE49-F238E27FC236}">
                <a16:creationId xmlns:a16="http://schemas.microsoft.com/office/drawing/2014/main" id="{00F62313-6806-4EA4-857B-415FF34E697B}"/>
              </a:ext>
            </a:extLst>
          </p:cNvPr>
          <p:cNvSpPr>
            <a:spLocks noGrp="1"/>
          </p:cNvSpPr>
          <p:nvPr/>
        </p:nvSpPr>
        <p:spPr>
          <a:xfrm>
            <a:off x="6632696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8" name="data_7949">
            <a:extLst>
              <a:ext uri="{FF2B5EF4-FFF2-40B4-BE49-F238E27FC236}">
                <a16:creationId xmlns:a16="http://schemas.microsoft.com/office/drawing/2014/main" id="{BC57F10A-2D57-494D-9619-3DEFEC98C1A0}"/>
              </a:ext>
            </a:extLst>
          </p:cNvPr>
          <p:cNvSpPr>
            <a:spLocks noGrp="1"/>
          </p:cNvSpPr>
          <p:nvPr/>
        </p:nvSpPr>
        <p:spPr>
          <a:xfrm>
            <a:off x="669709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9" name="data_7950">
            <a:extLst>
              <a:ext uri="{FF2B5EF4-FFF2-40B4-BE49-F238E27FC236}">
                <a16:creationId xmlns:a16="http://schemas.microsoft.com/office/drawing/2014/main" id="{239F3B74-E8B7-4137-A2D2-53D1BB2DE4E9}"/>
              </a:ext>
            </a:extLst>
          </p:cNvPr>
          <p:cNvSpPr>
            <a:spLocks noGrp="1"/>
          </p:cNvSpPr>
          <p:nvPr/>
        </p:nvSpPr>
        <p:spPr>
          <a:xfrm>
            <a:off x="659292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0" name="data_7951">
            <a:extLst>
              <a:ext uri="{FF2B5EF4-FFF2-40B4-BE49-F238E27FC236}">
                <a16:creationId xmlns:a16="http://schemas.microsoft.com/office/drawing/2014/main" id="{036F631F-6890-4DC2-8643-473337070AE4}"/>
              </a:ext>
            </a:extLst>
          </p:cNvPr>
          <p:cNvSpPr>
            <a:spLocks noGrp="1"/>
          </p:cNvSpPr>
          <p:nvPr/>
        </p:nvSpPr>
        <p:spPr>
          <a:xfrm>
            <a:off x="66449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1" name="data_7952">
            <a:extLst>
              <a:ext uri="{FF2B5EF4-FFF2-40B4-BE49-F238E27FC236}">
                <a16:creationId xmlns:a16="http://schemas.microsoft.com/office/drawing/2014/main" id="{60CC117A-F450-432A-B9CA-3519A336AB7C}"/>
              </a:ext>
            </a:extLst>
          </p:cNvPr>
          <p:cNvSpPr>
            <a:spLocks noGrp="1"/>
          </p:cNvSpPr>
          <p:nvPr/>
        </p:nvSpPr>
        <p:spPr>
          <a:xfrm>
            <a:off x="6650408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2" name="data_7953">
            <a:extLst>
              <a:ext uri="{FF2B5EF4-FFF2-40B4-BE49-F238E27FC236}">
                <a16:creationId xmlns:a16="http://schemas.microsoft.com/office/drawing/2014/main" id="{7886A033-CDA1-45C0-820E-091A97C56905}"/>
              </a:ext>
            </a:extLst>
          </p:cNvPr>
          <p:cNvSpPr>
            <a:spLocks noGrp="1"/>
          </p:cNvSpPr>
          <p:nvPr/>
        </p:nvSpPr>
        <p:spPr>
          <a:xfrm>
            <a:off x="664354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3" name="data_7954">
            <a:extLst>
              <a:ext uri="{FF2B5EF4-FFF2-40B4-BE49-F238E27FC236}">
                <a16:creationId xmlns:a16="http://schemas.microsoft.com/office/drawing/2014/main" id="{89A70C56-419A-4D3F-9B1A-06182A3AA0FB}"/>
              </a:ext>
            </a:extLst>
          </p:cNvPr>
          <p:cNvSpPr>
            <a:spLocks noGrp="1"/>
          </p:cNvSpPr>
          <p:nvPr/>
        </p:nvSpPr>
        <p:spPr>
          <a:xfrm>
            <a:off x="6697738" y="6527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4" name="data_7955">
            <a:extLst>
              <a:ext uri="{FF2B5EF4-FFF2-40B4-BE49-F238E27FC236}">
                <a16:creationId xmlns:a16="http://schemas.microsoft.com/office/drawing/2014/main" id="{1BF897C9-A349-4F2D-861B-EB19AC7C0049}"/>
              </a:ext>
            </a:extLst>
          </p:cNvPr>
          <p:cNvSpPr>
            <a:spLocks noGrp="1"/>
          </p:cNvSpPr>
          <p:nvPr/>
        </p:nvSpPr>
        <p:spPr>
          <a:xfrm>
            <a:off x="668248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5" name="data_7956">
            <a:extLst>
              <a:ext uri="{FF2B5EF4-FFF2-40B4-BE49-F238E27FC236}">
                <a16:creationId xmlns:a16="http://schemas.microsoft.com/office/drawing/2014/main" id="{C04BA0F5-8DDD-4905-9010-B84C3ADE7A24}"/>
              </a:ext>
            </a:extLst>
          </p:cNvPr>
          <p:cNvSpPr>
            <a:spLocks noGrp="1"/>
          </p:cNvSpPr>
          <p:nvPr/>
        </p:nvSpPr>
        <p:spPr>
          <a:xfrm>
            <a:off x="660081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6" name="data_7957">
            <a:extLst>
              <a:ext uri="{FF2B5EF4-FFF2-40B4-BE49-F238E27FC236}">
                <a16:creationId xmlns:a16="http://schemas.microsoft.com/office/drawing/2014/main" id="{7E3C3DF3-BC75-4A0B-871E-B78611EFE457}"/>
              </a:ext>
            </a:extLst>
          </p:cNvPr>
          <p:cNvSpPr>
            <a:spLocks noGrp="1"/>
          </p:cNvSpPr>
          <p:nvPr/>
        </p:nvSpPr>
        <p:spPr>
          <a:xfrm>
            <a:off x="661290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7" name="data_7958">
            <a:extLst>
              <a:ext uri="{FF2B5EF4-FFF2-40B4-BE49-F238E27FC236}">
                <a16:creationId xmlns:a16="http://schemas.microsoft.com/office/drawing/2014/main" id="{04886D84-2DC8-41B2-912E-26A45A899A30}"/>
              </a:ext>
            </a:extLst>
          </p:cNvPr>
          <p:cNvSpPr>
            <a:spLocks noGrp="1"/>
          </p:cNvSpPr>
          <p:nvPr/>
        </p:nvSpPr>
        <p:spPr>
          <a:xfrm>
            <a:off x="6625167" y="618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8" name="data_7959">
            <a:extLst>
              <a:ext uri="{FF2B5EF4-FFF2-40B4-BE49-F238E27FC236}">
                <a16:creationId xmlns:a16="http://schemas.microsoft.com/office/drawing/2014/main" id="{B9AE943F-8E6F-4DE3-ACFB-21E792328D5F}"/>
              </a:ext>
            </a:extLst>
          </p:cNvPr>
          <p:cNvSpPr>
            <a:spLocks noGrp="1"/>
          </p:cNvSpPr>
          <p:nvPr/>
        </p:nvSpPr>
        <p:spPr>
          <a:xfrm>
            <a:off x="664493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9" name="data_7960">
            <a:extLst>
              <a:ext uri="{FF2B5EF4-FFF2-40B4-BE49-F238E27FC236}">
                <a16:creationId xmlns:a16="http://schemas.microsoft.com/office/drawing/2014/main" id="{4E52C40E-A6BF-4742-A286-229E982FF8D8}"/>
              </a:ext>
            </a:extLst>
          </p:cNvPr>
          <p:cNvSpPr>
            <a:spLocks noGrp="1"/>
          </p:cNvSpPr>
          <p:nvPr/>
        </p:nvSpPr>
        <p:spPr>
          <a:xfrm>
            <a:off x="667757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0" name="data_7961">
            <a:extLst>
              <a:ext uri="{FF2B5EF4-FFF2-40B4-BE49-F238E27FC236}">
                <a16:creationId xmlns:a16="http://schemas.microsoft.com/office/drawing/2014/main" id="{8A27F6AE-0058-4639-BE8C-94DA2AC2DBDA}"/>
              </a:ext>
            </a:extLst>
          </p:cNvPr>
          <p:cNvSpPr>
            <a:spLocks noGrp="1"/>
          </p:cNvSpPr>
          <p:nvPr/>
        </p:nvSpPr>
        <p:spPr>
          <a:xfrm>
            <a:off x="665811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1" name="data_7962">
            <a:extLst>
              <a:ext uri="{FF2B5EF4-FFF2-40B4-BE49-F238E27FC236}">
                <a16:creationId xmlns:a16="http://schemas.microsoft.com/office/drawing/2014/main" id="{A277DCD2-BA88-439B-9EEA-D950EE6B6F7A}"/>
              </a:ext>
            </a:extLst>
          </p:cNvPr>
          <p:cNvSpPr>
            <a:spLocks noGrp="1"/>
          </p:cNvSpPr>
          <p:nvPr/>
        </p:nvSpPr>
        <p:spPr>
          <a:xfrm>
            <a:off x="668362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2" name="data_7963">
            <a:extLst>
              <a:ext uri="{FF2B5EF4-FFF2-40B4-BE49-F238E27FC236}">
                <a16:creationId xmlns:a16="http://schemas.microsoft.com/office/drawing/2014/main" id="{CD74E0A0-B15D-4C59-A55B-537C03384A8F}"/>
              </a:ext>
            </a:extLst>
          </p:cNvPr>
          <p:cNvSpPr>
            <a:spLocks noGrp="1"/>
          </p:cNvSpPr>
          <p:nvPr/>
        </p:nvSpPr>
        <p:spPr>
          <a:xfrm>
            <a:off x="661512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3" name="data_7964">
            <a:extLst>
              <a:ext uri="{FF2B5EF4-FFF2-40B4-BE49-F238E27FC236}">
                <a16:creationId xmlns:a16="http://schemas.microsoft.com/office/drawing/2014/main" id="{285CA08A-BF43-4D96-8601-8F1D414F05E7}"/>
              </a:ext>
            </a:extLst>
          </p:cNvPr>
          <p:cNvSpPr>
            <a:spLocks noGrp="1"/>
          </p:cNvSpPr>
          <p:nvPr/>
        </p:nvSpPr>
        <p:spPr>
          <a:xfrm>
            <a:off x="66522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4" name="data_7965">
            <a:extLst>
              <a:ext uri="{FF2B5EF4-FFF2-40B4-BE49-F238E27FC236}">
                <a16:creationId xmlns:a16="http://schemas.microsoft.com/office/drawing/2014/main" id="{5A8058DD-BF74-4358-801B-C71C316CAB05}"/>
              </a:ext>
            </a:extLst>
          </p:cNvPr>
          <p:cNvSpPr>
            <a:spLocks noGrp="1"/>
          </p:cNvSpPr>
          <p:nvPr/>
        </p:nvSpPr>
        <p:spPr>
          <a:xfrm>
            <a:off x="66528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5" name="data_7966">
            <a:extLst>
              <a:ext uri="{FF2B5EF4-FFF2-40B4-BE49-F238E27FC236}">
                <a16:creationId xmlns:a16="http://schemas.microsoft.com/office/drawing/2014/main" id="{9CE41ECC-9635-4A01-BEEE-5D70B3D5C193}"/>
              </a:ext>
            </a:extLst>
          </p:cNvPr>
          <p:cNvSpPr>
            <a:spLocks noGrp="1"/>
          </p:cNvSpPr>
          <p:nvPr/>
        </p:nvSpPr>
        <p:spPr>
          <a:xfrm>
            <a:off x="659226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6" name="data_7967">
            <a:extLst>
              <a:ext uri="{FF2B5EF4-FFF2-40B4-BE49-F238E27FC236}">
                <a16:creationId xmlns:a16="http://schemas.microsoft.com/office/drawing/2014/main" id="{5C35F2B3-BCC8-49DA-B6FD-AF262A0C2DDE}"/>
              </a:ext>
            </a:extLst>
          </p:cNvPr>
          <p:cNvSpPr>
            <a:spLocks noGrp="1"/>
          </p:cNvSpPr>
          <p:nvPr/>
        </p:nvSpPr>
        <p:spPr>
          <a:xfrm>
            <a:off x="6595507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7" name="data_7968">
            <a:extLst>
              <a:ext uri="{FF2B5EF4-FFF2-40B4-BE49-F238E27FC236}">
                <a16:creationId xmlns:a16="http://schemas.microsoft.com/office/drawing/2014/main" id="{60BFCF5B-DC7A-4F90-BBA8-4086F0D9AC83}"/>
              </a:ext>
            </a:extLst>
          </p:cNvPr>
          <p:cNvSpPr>
            <a:spLocks noGrp="1"/>
          </p:cNvSpPr>
          <p:nvPr/>
        </p:nvSpPr>
        <p:spPr>
          <a:xfrm>
            <a:off x="6623489" y="6878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8" name="data_7969">
            <a:extLst>
              <a:ext uri="{FF2B5EF4-FFF2-40B4-BE49-F238E27FC236}">
                <a16:creationId xmlns:a16="http://schemas.microsoft.com/office/drawing/2014/main" id="{D055B3F0-8EAF-4B13-BCE8-119309C4DA5D}"/>
              </a:ext>
            </a:extLst>
          </p:cNvPr>
          <p:cNvSpPr>
            <a:spLocks noGrp="1"/>
          </p:cNvSpPr>
          <p:nvPr/>
        </p:nvSpPr>
        <p:spPr>
          <a:xfrm>
            <a:off x="661140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9" name="data_7970">
            <a:extLst>
              <a:ext uri="{FF2B5EF4-FFF2-40B4-BE49-F238E27FC236}">
                <a16:creationId xmlns:a16="http://schemas.microsoft.com/office/drawing/2014/main" id="{FB15AFDF-A8F2-496A-A0F6-006FEDD7C091}"/>
              </a:ext>
            </a:extLst>
          </p:cNvPr>
          <p:cNvSpPr>
            <a:spLocks noGrp="1"/>
          </p:cNvSpPr>
          <p:nvPr/>
        </p:nvSpPr>
        <p:spPr>
          <a:xfrm>
            <a:off x="663783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0" name="data_7971">
            <a:extLst>
              <a:ext uri="{FF2B5EF4-FFF2-40B4-BE49-F238E27FC236}">
                <a16:creationId xmlns:a16="http://schemas.microsoft.com/office/drawing/2014/main" id="{0540EF34-2C56-4B56-A966-3CBA4D77E929}"/>
              </a:ext>
            </a:extLst>
          </p:cNvPr>
          <p:cNvSpPr>
            <a:spLocks noGrp="1"/>
          </p:cNvSpPr>
          <p:nvPr/>
        </p:nvSpPr>
        <p:spPr>
          <a:xfrm>
            <a:off x="662336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1" name="data_7972">
            <a:extLst>
              <a:ext uri="{FF2B5EF4-FFF2-40B4-BE49-F238E27FC236}">
                <a16:creationId xmlns:a16="http://schemas.microsoft.com/office/drawing/2014/main" id="{08E4B08F-D960-4C2F-AD30-F90D0E7CA0C4}"/>
              </a:ext>
            </a:extLst>
          </p:cNvPr>
          <p:cNvSpPr>
            <a:spLocks noGrp="1"/>
          </p:cNvSpPr>
          <p:nvPr/>
        </p:nvSpPr>
        <p:spPr>
          <a:xfrm>
            <a:off x="667135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2" name="data_7973">
            <a:extLst>
              <a:ext uri="{FF2B5EF4-FFF2-40B4-BE49-F238E27FC236}">
                <a16:creationId xmlns:a16="http://schemas.microsoft.com/office/drawing/2014/main" id="{23E5B3FB-3F90-4FE5-B05E-3EEC86D41F29}"/>
              </a:ext>
            </a:extLst>
          </p:cNvPr>
          <p:cNvSpPr>
            <a:spLocks noGrp="1"/>
          </p:cNvSpPr>
          <p:nvPr/>
        </p:nvSpPr>
        <p:spPr>
          <a:xfrm>
            <a:off x="666851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3" name="data_7974">
            <a:extLst>
              <a:ext uri="{FF2B5EF4-FFF2-40B4-BE49-F238E27FC236}">
                <a16:creationId xmlns:a16="http://schemas.microsoft.com/office/drawing/2014/main" id="{41B6D0AB-4AF1-45CB-8E14-AA6A7EB11501}"/>
              </a:ext>
            </a:extLst>
          </p:cNvPr>
          <p:cNvSpPr>
            <a:spLocks noGrp="1"/>
          </p:cNvSpPr>
          <p:nvPr/>
        </p:nvSpPr>
        <p:spPr>
          <a:xfrm>
            <a:off x="658995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4" name="data_7975">
            <a:extLst>
              <a:ext uri="{FF2B5EF4-FFF2-40B4-BE49-F238E27FC236}">
                <a16:creationId xmlns:a16="http://schemas.microsoft.com/office/drawing/2014/main" id="{69F4C643-6322-46B8-BC76-2B4C5F2A5536}"/>
              </a:ext>
            </a:extLst>
          </p:cNvPr>
          <p:cNvSpPr>
            <a:spLocks noGrp="1"/>
          </p:cNvSpPr>
          <p:nvPr/>
        </p:nvSpPr>
        <p:spPr>
          <a:xfrm>
            <a:off x="663314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5" name="data_7976">
            <a:extLst>
              <a:ext uri="{FF2B5EF4-FFF2-40B4-BE49-F238E27FC236}">
                <a16:creationId xmlns:a16="http://schemas.microsoft.com/office/drawing/2014/main" id="{1DEDD605-E21C-427F-A931-AFFA6593392F}"/>
              </a:ext>
            </a:extLst>
          </p:cNvPr>
          <p:cNvSpPr>
            <a:spLocks noGrp="1"/>
          </p:cNvSpPr>
          <p:nvPr/>
        </p:nvSpPr>
        <p:spPr>
          <a:xfrm>
            <a:off x="6644749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6" name="data_7977">
            <a:extLst>
              <a:ext uri="{FF2B5EF4-FFF2-40B4-BE49-F238E27FC236}">
                <a16:creationId xmlns:a16="http://schemas.microsoft.com/office/drawing/2014/main" id="{CD709770-DA54-4BCB-B959-CB08785CBA25}"/>
              </a:ext>
            </a:extLst>
          </p:cNvPr>
          <p:cNvSpPr>
            <a:spLocks noGrp="1"/>
          </p:cNvSpPr>
          <p:nvPr/>
        </p:nvSpPr>
        <p:spPr>
          <a:xfrm>
            <a:off x="664703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7" name="data_7978">
            <a:extLst>
              <a:ext uri="{FF2B5EF4-FFF2-40B4-BE49-F238E27FC236}">
                <a16:creationId xmlns:a16="http://schemas.microsoft.com/office/drawing/2014/main" id="{2D90AF16-5659-4842-8334-F999B3E65964}"/>
              </a:ext>
            </a:extLst>
          </p:cNvPr>
          <p:cNvSpPr>
            <a:spLocks noGrp="1"/>
          </p:cNvSpPr>
          <p:nvPr/>
        </p:nvSpPr>
        <p:spPr>
          <a:xfrm>
            <a:off x="664244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8" name="data_7979">
            <a:extLst>
              <a:ext uri="{FF2B5EF4-FFF2-40B4-BE49-F238E27FC236}">
                <a16:creationId xmlns:a16="http://schemas.microsoft.com/office/drawing/2014/main" id="{FB7ED431-E21B-450F-9282-1B22254D757E}"/>
              </a:ext>
            </a:extLst>
          </p:cNvPr>
          <p:cNvSpPr>
            <a:spLocks noGrp="1"/>
          </p:cNvSpPr>
          <p:nvPr/>
        </p:nvSpPr>
        <p:spPr>
          <a:xfrm>
            <a:off x="667738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9" name="data_7980">
            <a:extLst>
              <a:ext uri="{FF2B5EF4-FFF2-40B4-BE49-F238E27FC236}">
                <a16:creationId xmlns:a16="http://schemas.microsoft.com/office/drawing/2014/main" id="{6D4CEDD9-5C07-48F3-A202-29CE38AA4DAD}"/>
              </a:ext>
            </a:extLst>
          </p:cNvPr>
          <p:cNvSpPr>
            <a:spLocks noGrp="1"/>
          </p:cNvSpPr>
          <p:nvPr/>
        </p:nvSpPr>
        <p:spPr>
          <a:xfrm>
            <a:off x="6599625" y="55361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0" name="data_7981">
            <a:extLst>
              <a:ext uri="{FF2B5EF4-FFF2-40B4-BE49-F238E27FC236}">
                <a16:creationId xmlns:a16="http://schemas.microsoft.com/office/drawing/2014/main" id="{7A5BB895-91ED-45B4-99EA-213217C080B7}"/>
              </a:ext>
            </a:extLst>
          </p:cNvPr>
          <p:cNvSpPr>
            <a:spLocks noGrp="1"/>
          </p:cNvSpPr>
          <p:nvPr/>
        </p:nvSpPr>
        <p:spPr>
          <a:xfrm>
            <a:off x="659887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1" name="data_7982">
            <a:extLst>
              <a:ext uri="{FF2B5EF4-FFF2-40B4-BE49-F238E27FC236}">
                <a16:creationId xmlns:a16="http://schemas.microsoft.com/office/drawing/2014/main" id="{CC4993CC-4A73-4391-8109-247B1E8E00E1}"/>
              </a:ext>
            </a:extLst>
          </p:cNvPr>
          <p:cNvSpPr>
            <a:spLocks noGrp="1"/>
          </p:cNvSpPr>
          <p:nvPr/>
        </p:nvSpPr>
        <p:spPr>
          <a:xfrm>
            <a:off x="661322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2" name="data_7983">
            <a:extLst>
              <a:ext uri="{FF2B5EF4-FFF2-40B4-BE49-F238E27FC236}">
                <a16:creationId xmlns:a16="http://schemas.microsoft.com/office/drawing/2014/main" id="{40289A7B-1F83-44C4-AC0B-D3E760A4AD0F}"/>
              </a:ext>
            </a:extLst>
          </p:cNvPr>
          <p:cNvSpPr>
            <a:spLocks noGrp="1"/>
          </p:cNvSpPr>
          <p:nvPr/>
        </p:nvSpPr>
        <p:spPr>
          <a:xfrm>
            <a:off x="6653947" y="63195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3" name="data_7984">
            <a:extLst>
              <a:ext uri="{FF2B5EF4-FFF2-40B4-BE49-F238E27FC236}">
                <a16:creationId xmlns:a16="http://schemas.microsoft.com/office/drawing/2014/main" id="{236FEF61-DBCA-41B7-9339-2B62E9190AF9}"/>
              </a:ext>
            </a:extLst>
          </p:cNvPr>
          <p:cNvSpPr>
            <a:spLocks noGrp="1"/>
          </p:cNvSpPr>
          <p:nvPr/>
        </p:nvSpPr>
        <p:spPr>
          <a:xfrm>
            <a:off x="6634823" y="50103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4" name="data_7985">
            <a:extLst>
              <a:ext uri="{FF2B5EF4-FFF2-40B4-BE49-F238E27FC236}">
                <a16:creationId xmlns:a16="http://schemas.microsoft.com/office/drawing/2014/main" id="{C619C028-E06D-4A36-9720-266A319F17EC}"/>
              </a:ext>
            </a:extLst>
          </p:cNvPr>
          <p:cNvSpPr>
            <a:spLocks noGrp="1"/>
          </p:cNvSpPr>
          <p:nvPr/>
        </p:nvSpPr>
        <p:spPr>
          <a:xfrm>
            <a:off x="66790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5" name="data_7986">
            <a:extLst>
              <a:ext uri="{FF2B5EF4-FFF2-40B4-BE49-F238E27FC236}">
                <a16:creationId xmlns:a16="http://schemas.microsoft.com/office/drawing/2014/main" id="{DDCE2A6F-67E3-4622-A053-2924D26DB248}"/>
              </a:ext>
            </a:extLst>
          </p:cNvPr>
          <p:cNvSpPr>
            <a:spLocks noGrp="1"/>
          </p:cNvSpPr>
          <p:nvPr/>
        </p:nvSpPr>
        <p:spPr>
          <a:xfrm>
            <a:off x="6681476" y="6832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6" name="data_7987">
            <a:extLst>
              <a:ext uri="{FF2B5EF4-FFF2-40B4-BE49-F238E27FC236}">
                <a16:creationId xmlns:a16="http://schemas.microsoft.com/office/drawing/2014/main" id="{7ED68E0F-5739-40C6-81C6-D1CF12277E86}"/>
              </a:ext>
            </a:extLst>
          </p:cNvPr>
          <p:cNvSpPr>
            <a:spLocks noGrp="1"/>
          </p:cNvSpPr>
          <p:nvPr/>
        </p:nvSpPr>
        <p:spPr>
          <a:xfrm>
            <a:off x="6621571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7" name="data_7988">
            <a:extLst>
              <a:ext uri="{FF2B5EF4-FFF2-40B4-BE49-F238E27FC236}">
                <a16:creationId xmlns:a16="http://schemas.microsoft.com/office/drawing/2014/main" id="{920FB3C9-863F-4C80-BE67-0C36E76C9E70}"/>
              </a:ext>
            </a:extLst>
          </p:cNvPr>
          <p:cNvSpPr>
            <a:spLocks noGrp="1"/>
          </p:cNvSpPr>
          <p:nvPr/>
        </p:nvSpPr>
        <p:spPr>
          <a:xfrm>
            <a:off x="6626973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8" name="data_7989">
            <a:extLst>
              <a:ext uri="{FF2B5EF4-FFF2-40B4-BE49-F238E27FC236}">
                <a16:creationId xmlns:a16="http://schemas.microsoft.com/office/drawing/2014/main" id="{1FEFCA37-E258-4A3D-9155-B52F59777330}"/>
              </a:ext>
            </a:extLst>
          </p:cNvPr>
          <p:cNvSpPr>
            <a:spLocks noGrp="1"/>
          </p:cNvSpPr>
          <p:nvPr/>
        </p:nvSpPr>
        <p:spPr>
          <a:xfrm>
            <a:off x="661556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9" name="data_7990">
            <a:extLst>
              <a:ext uri="{FF2B5EF4-FFF2-40B4-BE49-F238E27FC236}">
                <a16:creationId xmlns:a16="http://schemas.microsoft.com/office/drawing/2014/main" id="{CE00F525-FC1C-4C6B-9885-DF1B6BCE5A22}"/>
              </a:ext>
            </a:extLst>
          </p:cNvPr>
          <p:cNvSpPr>
            <a:spLocks noGrp="1"/>
          </p:cNvSpPr>
          <p:nvPr/>
        </p:nvSpPr>
        <p:spPr>
          <a:xfrm>
            <a:off x="6650690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0" name="data_7991">
            <a:extLst>
              <a:ext uri="{FF2B5EF4-FFF2-40B4-BE49-F238E27FC236}">
                <a16:creationId xmlns:a16="http://schemas.microsoft.com/office/drawing/2014/main" id="{0F47E728-64E2-48ED-8F76-8B93D1DBB090}"/>
              </a:ext>
            </a:extLst>
          </p:cNvPr>
          <p:cNvSpPr>
            <a:spLocks noGrp="1"/>
          </p:cNvSpPr>
          <p:nvPr/>
        </p:nvSpPr>
        <p:spPr>
          <a:xfrm>
            <a:off x="6666149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1" name="data_7992">
            <a:extLst>
              <a:ext uri="{FF2B5EF4-FFF2-40B4-BE49-F238E27FC236}">
                <a16:creationId xmlns:a16="http://schemas.microsoft.com/office/drawing/2014/main" id="{0C2C0766-4341-4069-AB02-E3C8684FD1FD}"/>
              </a:ext>
            </a:extLst>
          </p:cNvPr>
          <p:cNvSpPr>
            <a:spLocks noGrp="1"/>
          </p:cNvSpPr>
          <p:nvPr/>
        </p:nvSpPr>
        <p:spPr>
          <a:xfrm>
            <a:off x="664601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2" name="data_7993">
            <a:extLst>
              <a:ext uri="{FF2B5EF4-FFF2-40B4-BE49-F238E27FC236}">
                <a16:creationId xmlns:a16="http://schemas.microsoft.com/office/drawing/2014/main" id="{4B29B26C-DD92-4D30-9E3C-D469B80961FA}"/>
              </a:ext>
            </a:extLst>
          </p:cNvPr>
          <p:cNvSpPr>
            <a:spLocks noGrp="1"/>
          </p:cNvSpPr>
          <p:nvPr/>
        </p:nvSpPr>
        <p:spPr>
          <a:xfrm>
            <a:off x="6691173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3" name="data_7994">
            <a:extLst>
              <a:ext uri="{FF2B5EF4-FFF2-40B4-BE49-F238E27FC236}">
                <a16:creationId xmlns:a16="http://schemas.microsoft.com/office/drawing/2014/main" id="{63531134-E150-4866-9A20-0A8C77AAB460}"/>
              </a:ext>
            </a:extLst>
          </p:cNvPr>
          <p:cNvSpPr>
            <a:spLocks noGrp="1"/>
          </p:cNvSpPr>
          <p:nvPr/>
        </p:nvSpPr>
        <p:spPr>
          <a:xfrm>
            <a:off x="669590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4" name="data_7995">
            <a:extLst>
              <a:ext uri="{FF2B5EF4-FFF2-40B4-BE49-F238E27FC236}">
                <a16:creationId xmlns:a16="http://schemas.microsoft.com/office/drawing/2014/main" id="{4F8C13FA-C8E5-4CEA-AE63-09C22F9F3817}"/>
              </a:ext>
            </a:extLst>
          </p:cNvPr>
          <p:cNvSpPr>
            <a:spLocks noGrp="1"/>
          </p:cNvSpPr>
          <p:nvPr/>
        </p:nvSpPr>
        <p:spPr>
          <a:xfrm>
            <a:off x="665270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5" name="data_7996">
            <a:extLst>
              <a:ext uri="{FF2B5EF4-FFF2-40B4-BE49-F238E27FC236}">
                <a16:creationId xmlns:a16="http://schemas.microsoft.com/office/drawing/2014/main" id="{B4DCC7F3-E61C-46A9-A6AC-F5751A59EA4B}"/>
              </a:ext>
            </a:extLst>
          </p:cNvPr>
          <p:cNvSpPr>
            <a:spLocks noGrp="1"/>
          </p:cNvSpPr>
          <p:nvPr/>
        </p:nvSpPr>
        <p:spPr>
          <a:xfrm>
            <a:off x="6641556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6" name="data_7997">
            <a:extLst>
              <a:ext uri="{FF2B5EF4-FFF2-40B4-BE49-F238E27FC236}">
                <a16:creationId xmlns:a16="http://schemas.microsoft.com/office/drawing/2014/main" id="{1D7D0357-8AFA-48F9-BCA5-811AD8BE4220}"/>
              </a:ext>
            </a:extLst>
          </p:cNvPr>
          <p:cNvSpPr>
            <a:spLocks noGrp="1"/>
          </p:cNvSpPr>
          <p:nvPr/>
        </p:nvSpPr>
        <p:spPr>
          <a:xfrm>
            <a:off x="665425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7" name="data_7998">
            <a:extLst>
              <a:ext uri="{FF2B5EF4-FFF2-40B4-BE49-F238E27FC236}">
                <a16:creationId xmlns:a16="http://schemas.microsoft.com/office/drawing/2014/main" id="{71F6E4C6-D7B3-4D38-B913-BACC53801E65}"/>
              </a:ext>
            </a:extLst>
          </p:cNvPr>
          <p:cNvSpPr>
            <a:spLocks noGrp="1"/>
          </p:cNvSpPr>
          <p:nvPr/>
        </p:nvSpPr>
        <p:spPr>
          <a:xfrm>
            <a:off x="665810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8" name="data_7999">
            <a:extLst>
              <a:ext uri="{FF2B5EF4-FFF2-40B4-BE49-F238E27FC236}">
                <a16:creationId xmlns:a16="http://schemas.microsoft.com/office/drawing/2014/main" id="{0DD99E11-DB49-4434-B2C2-EDF58EB3D0DC}"/>
              </a:ext>
            </a:extLst>
          </p:cNvPr>
          <p:cNvSpPr>
            <a:spLocks noGrp="1"/>
          </p:cNvSpPr>
          <p:nvPr/>
        </p:nvSpPr>
        <p:spPr>
          <a:xfrm>
            <a:off x="66121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9" name="data_8000">
            <a:extLst>
              <a:ext uri="{FF2B5EF4-FFF2-40B4-BE49-F238E27FC236}">
                <a16:creationId xmlns:a16="http://schemas.microsoft.com/office/drawing/2014/main" id="{E316031C-FBCA-494F-AF7B-8A2426C32AD1}"/>
              </a:ext>
            </a:extLst>
          </p:cNvPr>
          <p:cNvSpPr>
            <a:spLocks noGrp="1"/>
          </p:cNvSpPr>
          <p:nvPr/>
        </p:nvSpPr>
        <p:spPr>
          <a:xfrm>
            <a:off x="6665580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0" name="data_8001">
            <a:extLst>
              <a:ext uri="{FF2B5EF4-FFF2-40B4-BE49-F238E27FC236}">
                <a16:creationId xmlns:a16="http://schemas.microsoft.com/office/drawing/2014/main" id="{9C5CBCEC-B798-4CC0-A07D-CB0FE15FBF4D}"/>
              </a:ext>
            </a:extLst>
          </p:cNvPr>
          <p:cNvSpPr>
            <a:spLocks noGrp="1"/>
          </p:cNvSpPr>
          <p:nvPr/>
        </p:nvSpPr>
        <p:spPr>
          <a:xfrm>
            <a:off x="66860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1" name="data_8002">
            <a:extLst>
              <a:ext uri="{FF2B5EF4-FFF2-40B4-BE49-F238E27FC236}">
                <a16:creationId xmlns:a16="http://schemas.microsoft.com/office/drawing/2014/main" id="{135A166B-BB78-4680-9832-3FCC58D5437B}"/>
              </a:ext>
            </a:extLst>
          </p:cNvPr>
          <p:cNvSpPr>
            <a:spLocks noGrp="1"/>
          </p:cNvSpPr>
          <p:nvPr/>
        </p:nvSpPr>
        <p:spPr>
          <a:xfrm>
            <a:off x="661618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2" name="data_8003">
            <a:extLst>
              <a:ext uri="{FF2B5EF4-FFF2-40B4-BE49-F238E27FC236}">
                <a16:creationId xmlns:a16="http://schemas.microsoft.com/office/drawing/2014/main" id="{0F16F641-37AE-4277-B910-F80093353BAC}"/>
              </a:ext>
            </a:extLst>
          </p:cNvPr>
          <p:cNvSpPr>
            <a:spLocks noGrp="1"/>
          </p:cNvSpPr>
          <p:nvPr/>
        </p:nvSpPr>
        <p:spPr>
          <a:xfrm>
            <a:off x="659081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3" name="data_8004">
            <a:extLst>
              <a:ext uri="{FF2B5EF4-FFF2-40B4-BE49-F238E27FC236}">
                <a16:creationId xmlns:a16="http://schemas.microsoft.com/office/drawing/2014/main" id="{EEA9D402-2838-4CDB-A8CD-83CB02FD9D83}"/>
              </a:ext>
            </a:extLst>
          </p:cNvPr>
          <p:cNvSpPr>
            <a:spLocks noGrp="1"/>
          </p:cNvSpPr>
          <p:nvPr/>
        </p:nvSpPr>
        <p:spPr>
          <a:xfrm>
            <a:off x="666926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4" name="data_8005">
            <a:extLst>
              <a:ext uri="{FF2B5EF4-FFF2-40B4-BE49-F238E27FC236}">
                <a16:creationId xmlns:a16="http://schemas.microsoft.com/office/drawing/2014/main" id="{7105D116-31BF-4A84-9681-7AACF404F2BE}"/>
              </a:ext>
            </a:extLst>
          </p:cNvPr>
          <p:cNvSpPr>
            <a:spLocks noGrp="1"/>
          </p:cNvSpPr>
          <p:nvPr/>
        </p:nvSpPr>
        <p:spPr>
          <a:xfrm>
            <a:off x="661160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5" name="data_8006">
            <a:extLst>
              <a:ext uri="{FF2B5EF4-FFF2-40B4-BE49-F238E27FC236}">
                <a16:creationId xmlns:a16="http://schemas.microsoft.com/office/drawing/2014/main" id="{97C8213F-645F-49F8-BA65-658453058B5A}"/>
              </a:ext>
            </a:extLst>
          </p:cNvPr>
          <p:cNvSpPr>
            <a:spLocks noGrp="1"/>
          </p:cNvSpPr>
          <p:nvPr/>
        </p:nvSpPr>
        <p:spPr>
          <a:xfrm>
            <a:off x="662908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6" name="data_8007">
            <a:extLst>
              <a:ext uri="{FF2B5EF4-FFF2-40B4-BE49-F238E27FC236}">
                <a16:creationId xmlns:a16="http://schemas.microsoft.com/office/drawing/2014/main" id="{1AAC1B80-4668-4333-9891-D9120D459EE0}"/>
              </a:ext>
            </a:extLst>
          </p:cNvPr>
          <p:cNvSpPr>
            <a:spLocks noGrp="1"/>
          </p:cNvSpPr>
          <p:nvPr/>
        </p:nvSpPr>
        <p:spPr>
          <a:xfrm>
            <a:off x="661493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7" name="data_8008">
            <a:extLst>
              <a:ext uri="{FF2B5EF4-FFF2-40B4-BE49-F238E27FC236}">
                <a16:creationId xmlns:a16="http://schemas.microsoft.com/office/drawing/2014/main" id="{A1906126-0831-4602-BA6B-0496FE57CB2B}"/>
              </a:ext>
            </a:extLst>
          </p:cNvPr>
          <p:cNvSpPr>
            <a:spLocks noGrp="1"/>
          </p:cNvSpPr>
          <p:nvPr/>
        </p:nvSpPr>
        <p:spPr>
          <a:xfrm>
            <a:off x="6603291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8" name="data_8009">
            <a:extLst>
              <a:ext uri="{FF2B5EF4-FFF2-40B4-BE49-F238E27FC236}">
                <a16:creationId xmlns:a16="http://schemas.microsoft.com/office/drawing/2014/main" id="{C4481730-C4E4-48C8-AAEF-1E5305179E26}"/>
              </a:ext>
            </a:extLst>
          </p:cNvPr>
          <p:cNvSpPr>
            <a:spLocks noGrp="1"/>
          </p:cNvSpPr>
          <p:nvPr/>
        </p:nvSpPr>
        <p:spPr>
          <a:xfrm>
            <a:off x="665702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9" name="data_8010">
            <a:extLst>
              <a:ext uri="{FF2B5EF4-FFF2-40B4-BE49-F238E27FC236}">
                <a16:creationId xmlns:a16="http://schemas.microsoft.com/office/drawing/2014/main" id="{E96430A4-62F4-4626-8538-AC6FE096142A}"/>
              </a:ext>
            </a:extLst>
          </p:cNvPr>
          <p:cNvSpPr>
            <a:spLocks noGrp="1"/>
          </p:cNvSpPr>
          <p:nvPr/>
        </p:nvSpPr>
        <p:spPr>
          <a:xfrm>
            <a:off x="667606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0" name="data_8011">
            <a:extLst>
              <a:ext uri="{FF2B5EF4-FFF2-40B4-BE49-F238E27FC236}">
                <a16:creationId xmlns:a16="http://schemas.microsoft.com/office/drawing/2014/main" id="{9D866699-5B69-4BFD-B324-7A35218307F1}"/>
              </a:ext>
            </a:extLst>
          </p:cNvPr>
          <p:cNvSpPr>
            <a:spLocks noGrp="1"/>
          </p:cNvSpPr>
          <p:nvPr/>
        </p:nvSpPr>
        <p:spPr>
          <a:xfrm>
            <a:off x="6603494" y="63772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1" name="data_8012">
            <a:extLst>
              <a:ext uri="{FF2B5EF4-FFF2-40B4-BE49-F238E27FC236}">
                <a16:creationId xmlns:a16="http://schemas.microsoft.com/office/drawing/2014/main" id="{BCB0BDD1-C545-4DBF-B08E-D938991C2140}"/>
              </a:ext>
            </a:extLst>
          </p:cNvPr>
          <p:cNvSpPr>
            <a:spLocks noGrp="1"/>
          </p:cNvSpPr>
          <p:nvPr/>
        </p:nvSpPr>
        <p:spPr>
          <a:xfrm>
            <a:off x="662086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2" name="data_8013">
            <a:extLst>
              <a:ext uri="{FF2B5EF4-FFF2-40B4-BE49-F238E27FC236}">
                <a16:creationId xmlns:a16="http://schemas.microsoft.com/office/drawing/2014/main" id="{A4054D53-E495-4461-BDF7-7789FBB4CC0B}"/>
              </a:ext>
            </a:extLst>
          </p:cNvPr>
          <p:cNvSpPr>
            <a:spLocks noGrp="1"/>
          </p:cNvSpPr>
          <p:nvPr/>
        </p:nvSpPr>
        <p:spPr>
          <a:xfrm>
            <a:off x="667707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3" name="data_8014">
            <a:extLst>
              <a:ext uri="{FF2B5EF4-FFF2-40B4-BE49-F238E27FC236}">
                <a16:creationId xmlns:a16="http://schemas.microsoft.com/office/drawing/2014/main" id="{E81FB86A-2071-44B5-AD3D-FA4A9B1FA3BC}"/>
              </a:ext>
            </a:extLst>
          </p:cNvPr>
          <p:cNvSpPr>
            <a:spLocks noGrp="1"/>
          </p:cNvSpPr>
          <p:nvPr/>
        </p:nvSpPr>
        <p:spPr>
          <a:xfrm>
            <a:off x="6631523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4" name="data_8015">
            <a:extLst>
              <a:ext uri="{FF2B5EF4-FFF2-40B4-BE49-F238E27FC236}">
                <a16:creationId xmlns:a16="http://schemas.microsoft.com/office/drawing/2014/main" id="{F5C4D286-6B38-4928-9D13-A8BDBC7A9A3E}"/>
              </a:ext>
            </a:extLst>
          </p:cNvPr>
          <p:cNvSpPr>
            <a:spLocks noGrp="1"/>
          </p:cNvSpPr>
          <p:nvPr/>
        </p:nvSpPr>
        <p:spPr>
          <a:xfrm>
            <a:off x="6629118" y="6361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5" name="data_8016">
            <a:extLst>
              <a:ext uri="{FF2B5EF4-FFF2-40B4-BE49-F238E27FC236}">
                <a16:creationId xmlns:a16="http://schemas.microsoft.com/office/drawing/2014/main" id="{5E256809-C718-4C5E-94F5-82EE951E22EC}"/>
              </a:ext>
            </a:extLst>
          </p:cNvPr>
          <p:cNvSpPr>
            <a:spLocks noGrp="1"/>
          </p:cNvSpPr>
          <p:nvPr/>
        </p:nvSpPr>
        <p:spPr>
          <a:xfrm>
            <a:off x="660470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6" name="data_8017">
            <a:extLst>
              <a:ext uri="{FF2B5EF4-FFF2-40B4-BE49-F238E27FC236}">
                <a16:creationId xmlns:a16="http://schemas.microsoft.com/office/drawing/2014/main" id="{EA63C70D-6AA1-425D-A426-21E33A7E63BF}"/>
              </a:ext>
            </a:extLst>
          </p:cNvPr>
          <p:cNvSpPr>
            <a:spLocks noGrp="1"/>
          </p:cNvSpPr>
          <p:nvPr/>
        </p:nvSpPr>
        <p:spPr>
          <a:xfrm>
            <a:off x="669691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7" name="data_8018">
            <a:extLst>
              <a:ext uri="{FF2B5EF4-FFF2-40B4-BE49-F238E27FC236}">
                <a16:creationId xmlns:a16="http://schemas.microsoft.com/office/drawing/2014/main" id="{1FBE71CA-6F6A-4E53-8513-4F7B8F6EDA92}"/>
              </a:ext>
            </a:extLst>
          </p:cNvPr>
          <p:cNvSpPr>
            <a:spLocks noGrp="1"/>
          </p:cNvSpPr>
          <p:nvPr/>
        </p:nvSpPr>
        <p:spPr>
          <a:xfrm>
            <a:off x="66633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8" name="data_8019">
            <a:extLst>
              <a:ext uri="{FF2B5EF4-FFF2-40B4-BE49-F238E27FC236}">
                <a16:creationId xmlns:a16="http://schemas.microsoft.com/office/drawing/2014/main" id="{91369C64-4B8E-49A4-A99D-6818982E494B}"/>
              </a:ext>
            </a:extLst>
          </p:cNvPr>
          <p:cNvSpPr>
            <a:spLocks noGrp="1"/>
          </p:cNvSpPr>
          <p:nvPr/>
        </p:nvSpPr>
        <p:spPr>
          <a:xfrm>
            <a:off x="663117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9" name="data_8020">
            <a:extLst>
              <a:ext uri="{FF2B5EF4-FFF2-40B4-BE49-F238E27FC236}">
                <a16:creationId xmlns:a16="http://schemas.microsoft.com/office/drawing/2014/main" id="{10D49321-410D-4BF9-8F87-952DA36C8E61}"/>
              </a:ext>
            </a:extLst>
          </p:cNvPr>
          <p:cNvSpPr>
            <a:spLocks noGrp="1"/>
          </p:cNvSpPr>
          <p:nvPr/>
        </p:nvSpPr>
        <p:spPr>
          <a:xfrm>
            <a:off x="660684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0" name="data_8021">
            <a:extLst>
              <a:ext uri="{FF2B5EF4-FFF2-40B4-BE49-F238E27FC236}">
                <a16:creationId xmlns:a16="http://schemas.microsoft.com/office/drawing/2014/main" id="{4DD503AD-B985-448F-96DD-0FCAA1618935}"/>
              </a:ext>
            </a:extLst>
          </p:cNvPr>
          <p:cNvSpPr>
            <a:spLocks noGrp="1"/>
          </p:cNvSpPr>
          <p:nvPr/>
        </p:nvSpPr>
        <p:spPr>
          <a:xfrm>
            <a:off x="6661878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1" name="data_8022">
            <a:extLst>
              <a:ext uri="{FF2B5EF4-FFF2-40B4-BE49-F238E27FC236}">
                <a16:creationId xmlns:a16="http://schemas.microsoft.com/office/drawing/2014/main" id="{C66233FA-68AE-4603-9D27-C27B72C0105B}"/>
              </a:ext>
            </a:extLst>
          </p:cNvPr>
          <p:cNvSpPr>
            <a:spLocks noGrp="1"/>
          </p:cNvSpPr>
          <p:nvPr/>
        </p:nvSpPr>
        <p:spPr>
          <a:xfrm>
            <a:off x="6635462" y="5371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2" name="data_8023">
            <a:extLst>
              <a:ext uri="{FF2B5EF4-FFF2-40B4-BE49-F238E27FC236}">
                <a16:creationId xmlns:a16="http://schemas.microsoft.com/office/drawing/2014/main" id="{3A293951-D421-4E5E-857A-D54B4D917682}"/>
              </a:ext>
            </a:extLst>
          </p:cNvPr>
          <p:cNvSpPr>
            <a:spLocks noGrp="1"/>
          </p:cNvSpPr>
          <p:nvPr/>
        </p:nvSpPr>
        <p:spPr>
          <a:xfrm>
            <a:off x="66327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3" name="data_8024">
            <a:extLst>
              <a:ext uri="{FF2B5EF4-FFF2-40B4-BE49-F238E27FC236}">
                <a16:creationId xmlns:a16="http://schemas.microsoft.com/office/drawing/2014/main" id="{71133DB2-FA10-4409-AAA7-72C6260A7BF8}"/>
              </a:ext>
            </a:extLst>
          </p:cNvPr>
          <p:cNvSpPr>
            <a:spLocks noGrp="1"/>
          </p:cNvSpPr>
          <p:nvPr/>
        </p:nvSpPr>
        <p:spPr>
          <a:xfrm>
            <a:off x="661809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4" name="data_8025">
            <a:extLst>
              <a:ext uri="{FF2B5EF4-FFF2-40B4-BE49-F238E27FC236}">
                <a16:creationId xmlns:a16="http://schemas.microsoft.com/office/drawing/2014/main" id="{4B0561A4-D54F-4C10-97C1-9CA6DE384E3C}"/>
              </a:ext>
            </a:extLst>
          </p:cNvPr>
          <p:cNvSpPr>
            <a:spLocks noGrp="1"/>
          </p:cNvSpPr>
          <p:nvPr/>
        </p:nvSpPr>
        <p:spPr>
          <a:xfrm>
            <a:off x="663953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5" name="data_8026">
            <a:extLst>
              <a:ext uri="{FF2B5EF4-FFF2-40B4-BE49-F238E27FC236}">
                <a16:creationId xmlns:a16="http://schemas.microsoft.com/office/drawing/2014/main" id="{7C0202C8-8512-4F68-A6C4-0DB73FCF7036}"/>
              </a:ext>
            </a:extLst>
          </p:cNvPr>
          <p:cNvSpPr>
            <a:spLocks noGrp="1"/>
          </p:cNvSpPr>
          <p:nvPr/>
        </p:nvSpPr>
        <p:spPr>
          <a:xfrm>
            <a:off x="662952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6" name="data_8027">
            <a:extLst>
              <a:ext uri="{FF2B5EF4-FFF2-40B4-BE49-F238E27FC236}">
                <a16:creationId xmlns:a16="http://schemas.microsoft.com/office/drawing/2014/main" id="{FA15F53C-B3C0-4CAB-8510-B91CB5DEA364}"/>
              </a:ext>
            </a:extLst>
          </p:cNvPr>
          <p:cNvSpPr>
            <a:spLocks noGrp="1"/>
          </p:cNvSpPr>
          <p:nvPr/>
        </p:nvSpPr>
        <p:spPr>
          <a:xfrm>
            <a:off x="6638167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7" name="data_8028">
            <a:extLst>
              <a:ext uri="{FF2B5EF4-FFF2-40B4-BE49-F238E27FC236}">
                <a16:creationId xmlns:a16="http://schemas.microsoft.com/office/drawing/2014/main" id="{C94E5778-19E2-46AA-AC4F-CFC43E4E8339}"/>
              </a:ext>
            </a:extLst>
          </p:cNvPr>
          <p:cNvSpPr>
            <a:spLocks noGrp="1"/>
          </p:cNvSpPr>
          <p:nvPr/>
        </p:nvSpPr>
        <p:spPr>
          <a:xfrm>
            <a:off x="669247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8" name="data_8029">
            <a:extLst>
              <a:ext uri="{FF2B5EF4-FFF2-40B4-BE49-F238E27FC236}">
                <a16:creationId xmlns:a16="http://schemas.microsoft.com/office/drawing/2014/main" id="{F4E211BE-9504-4F22-83A6-6AB18502E4D8}"/>
              </a:ext>
            </a:extLst>
          </p:cNvPr>
          <p:cNvSpPr>
            <a:spLocks noGrp="1"/>
          </p:cNvSpPr>
          <p:nvPr/>
        </p:nvSpPr>
        <p:spPr>
          <a:xfrm>
            <a:off x="6598583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9" name="data_8030">
            <a:extLst>
              <a:ext uri="{FF2B5EF4-FFF2-40B4-BE49-F238E27FC236}">
                <a16:creationId xmlns:a16="http://schemas.microsoft.com/office/drawing/2014/main" id="{6C269DE6-D03B-48DE-A14A-0159D887B471}"/>
              </a:ext>
            </a:extLst>
          </p:cNvPr>
          <p:cNvSpPr>
            <a:spLocks noGrp="1"/>
          </p:cNvSpPr>
          <p:nvPr/>
        </p:nvSpPr>
        <p:spPr>
          <a:xfrm>
            <a:off x="683963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0" name="data_8031">
            <a:extLst>
              <a:ext uri="{FF2B5EF4-FFF2-40B4-BE49-F238E27FC236}">
                <a16:creationId xmlns:a16="http://schemas.microsoft.com/office/drawing/2014/main" id="{44CE6224-842D-4E30-A470-092B1A87630E}"/>
              </a:ext>
            </a:extLst>
          </p:cNvPr>
          <p:cNvSpPr>
            <a:spLocks noGrp="1"/>
          </p:cNvSpPr>
          <p:nvPr/>
        </p:nvSpPr>
        <p:spPr>
          <a:xfrm>
            <a:off x="687849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1" name="data_8032">
            <a:extLst>
              <a:ext uri="{FF2B5EF4-FFF2-40B4-BE49-F238E27FC236}">
                <a16:creationId xmlns:a16="http://schemas.microsoft.com/office/drawing/2014/main" id="{52E917D9-ACDB-4925-AA97-D5AC3FED7725}"/>
              </a:ext>
            </a:extLst>
          </p:cNvPr>
          <p:cNvSpPr>
            <a:spLocks noGrp="1"/>
          </p:cNvSpPr>
          <p:nvPr/>
        </p:nvSpPr>
        <p:spPr>
          <a:xfrm>
            <a:off x="688093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2" name="data_8033">
            <a:extLst>
              <a:ext uri="{FF2B5EF4-FFF2-40B4-BE49-F238E27FC236}">
                <a16:creationId xmlns:a16="http://schemas.microsoft.com/office/drawing/2014/main" id="{612AE41E-A6E0-4604-9E87-A60AAEF3AB8B}"/>
              </a:ext>
            </a:extLst>
          </p:cNvPr>
          <p:cNvSpPr>
            <a:spLocks noGrp="1"/>
          </p:cNvSpPr>
          <p:nvPr/>
        </p:nvSpPr>
        <p:spPr>
          <a:xfrm>
            <a:off x="686350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3" name="data_8034">
            <a:extLst>
              <a:ext uri="{FF2B5EF4-FFF2-40B4-BE49-F238E27FC236}">
                <a16:creationId xmlns:a16="http://schemas.microsoft.com/office/drawing/2014/main" id="{8D08938F-630B-4F6A-A14C-1543EC0E35DD}"/>
              </a:ext>
            </a:extLst>
          </p:cNvPr>
          <p:cNvSpPr>
            <a:spLocks noGrp="1"/>
          </p:cNvSpPr>
          <p:nvPr/>
        </p:nvSpPr>
        <p:spPr>
          <a:xfrm>
            <a:off x="684608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4" name="data_8035">
            <a:extLst>
              <a:ext uri="{FF2B5EF4-FFF2-40B4-BE49-F238E27FC236}">
                <a16:creationId xmlns:a16="http://schemas.microsoft.com/office/drawing/2014/main" id="{C8D4565D-80DA-4762-9B1E-A71CCD947381}"/>
              </a:ext>
            </a:extLst>
          </p:cNvPr>
          <p:cNvSpPr>
            <a:spLocks noGrp="1"/>
          </p:cNvSpPr>
          <p:nvPr/>
        </p:nvSpPr>
        <p:spPr>
          <a:xfrm>
            <a:off x="6870035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5" name="data_8036">
            <a:extLst>
              <a:ext uri="{FF2B5EF4-FFF2-40B4-BE49-F238E27FC236}">
                <a16:creationId xmlns:a16="http://schemas.microsoft.com/office/drawing/2014/main" id="{295582C8-9948-4867-A52B-69FC6262AF24}"/>
              </a:ext>
            </a:extLst>
          </p:cNvPr>
          <p:cNvSpPr>
            <a:spLocks noGrp="1"/>
          </p:cNvSpPr>
          <p:nvPr/>
        </p:nvSpPr>
        <p:spPr>
          <a:xfrm>
            <a:off x="684422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6" name="data_8037">
            <a:extLst>
              <a:ext uri="{FF2B5EF4-FFF2-40B4-BE49-F238E27FC236}">
                <a16:creationId xmlns:a16="http://schemas.microsoft.com/office/drawing/2014/main" id="{20F3351F-8DDC-495E-A4F7-0F69E398216E}"/>
              </a:ext>
            </a:extLst>
          </p:cNvPr>
          <p:cNvSpPr>
            <a:spLocks noGrp="1"/>
          </p:cNvSpPr>
          <p:nvPr/>
        </p:nvSpPr>
        <p:spPr>
          <a:xfrm>
            <a:off x="685701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7" name="data_8038">
            <a:extLst>
              <a:ext uri="{FF2B5EF4-FFF2-40B4-BE49-F238E27FC236}">
                <a16:creationId xmlns:a16="http://schemas.microsoft.com/office/drawing/2014/main" id="{1A2C424C-C6EF-44CD-9706-E691BE2FFAF8}"/>
              </a:ext>
            </a:extLst>
          </p:cNvPr>
          <p:cNvSpPr>
            <a:spLocks noGrp="1"/>
          </p:cNvSpPr>
          <p:nvPr/>
        </p:nvSpPr>
        <p:spPr>
          <a:xfrm>
            <a:off x="6928439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8" name="data_8039">
            <a:extLst>
              <a:ext uri="{FF2B5EF4-FFF2-40B4-BE49-F238E27FC236}">
                <a16:creationId xmlns:a16="http://schemas.microsoft.com/office/drawing/2014/main" id="{227B3DC3-9685-42D9-A772-CAC787F6F2B7}"/>
              </a:ext>
            </a:extLst>
          </p:cNvPr>
          <p:cNvSpPr>
            <a:spLocks noGrp="1"/>
          </p:cNvSpPr>
          <p:nvPr/>
        </p:nvSpPr>
        <p:spPr>
          <a:xfrm>
            <a:off x="691651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9" name="data_8040">
            <a:extLst>
              <a:ext uri="{FF2B5EF4-FFF2-40B4-BE49-F238E27FC236}">
                <a16:creationId xmlns:a16="http://schemas.microsoft.com/office/drawing/2014/main" id="{3FFCB17F-B044-418D-99B7-1F36FB1F1C20}"/>
              </a:ext>
            </a:extLst>
          </p:cNvPr>
          <p:cNvSpPr>
            <a:spLocks noGrp="1"/>
          </p:cNvSpPr>
          <p:nvPr/>
        </p:nvSpPr>
        <p:spPr>
          <a:xfrm>
            <a:off x="688730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0" name="data_8041">
            <a:extLst>
              <a:ext uri="{FF2B5EF4-FFF2-40B4-BE49-F238E27FC236}">
                <a16:creationId xmlns:a16="http://schemas.microsoft.com/office/drawing/2014/main" id="{62826402-BD15-48EA-95DB-E44C7C74A695}"/>
              </a:ext>
            </a:extLst>
          </p:cNvPr>
          <p:cNvSpPr>
            <a:spLocks noGrp="1"/>
          </p:cNvSpPr>
          <p:nvPr/>
        </p:nvSpPr>
        <p:spPr>
          <a:xfrm>
            <a:off x="685098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1" name="data_8042">
            <a:extLst>
              <a:ext uri="{FF2B5EF4-FFF2-40B4-BE49-F238E27FC236}">
                <a16:creationId xmlns:a16="http://schemas.microsoft.com/office/drawing/2014/main" id="{1D01FE9F-2DC1-48FF-AC1C-992CCB31B246}"/>
              </a:ext>
            </a:extLst>
          </p:cNvPr>
          <p:cNvSpPr>
            <a:spLocks noGrp="1"/>
          </p:cNvSpPr>
          <p:nvPr/>
        </p:nvSpPr>
        <p:spPr>
          <a:xfrm>
            <a:off x="6834415" y="63772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2" name="data_8043">
            <a:extLst>
              <a:ext uri="{FF2B5EF4-FFF2-40B4-BE49-F238E27FC236}">
                <a16:creationId xmlns:a16="http://schemas.microsoft.com/office/drawing/2014/main" id="{BEA395FF-4545-45CB-85AB-3B5751FD4031}"/>
              </a:ext>
            </a:extLst>
          </p:cNvPr>
          <p:cNvSpPr>
            <a:spLocks noGrp="1"/>
          </p:cNvSpPr>
          <p:nvPr/>
        </p:nvSpPr>
        <p:spPr>
          <a:xfrm>
            <a:off x="6844659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3" name="data_8044">
            <a:extLst>
              <a:ext uri="{FF2B5EF4-FFF2-40B4-BE49-F238E27FC236}">
                <a16:creationId xmlns:a16="http://schemas.microsoft.com/office/drawing/2014/main" id="{D32DCFAA-FC5D-478D-B58A-484D74A39FD0}"/>
              </a:ext>
            </a:extLst>
          </p:cNvPr>
          <p:cNvSpPr>
            <a:spLocks noGrp="1"/>
          </p:cNvSpPr>
          <p:nvPr/>
        </p:nvSpPr>
        <p:spPr>
          <a:xfrm>
            <a:off x="685533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4" name="data_8045">
            <a:extLst>
              <a:ext uri="{FF2B5EF4-FFF2-40B4-BE49-F238E27FC236}">
                <a16:creationId xmlns:a16="http://schemas.microsoft.com/office/drawing/2014/main" id="{85DF2F23-AB7B-4F46-BE1A-DBD84A2928F4}"/>
              </a:ext>
            </a:extLst>
          </p:cNvPr>
          <p:cNvSpPr>
            <a:spLocks noGrp="1"/>
          </p:cNvSpPr>
          <p:nvPr/>
        </p:nvSpPr>
        <p:spPr>
          <a:xfrm>
            <a:off x="685204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5" name="data_8046">
            <a:extLst>
              <a:ext uri="{FF2B5EF4-FFF2-40B4-BE49-F238E27FC236}">
                <a16:creationId xmlns:a16="http://schemas.microsoft.com/office/drawing/2014/main" id="{79269283-4B6A-494D-85F6-FA403D956A2A}"/>
              </a:ext>
            </a:extLst>
          </p:cNvPr>
          <p:cNvSpPr>
            <a:spLocks noGrp="1"/>
          </p:cNvSpPr>
          <p:nvPr/>
        </p:nvSpPr>
        <p:spPr>
          <a:xfrm>
            <a:off x="6830145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6" name="data_8047">
            <a:extLst>
              <a:ext uri="{FF2B5EF4-FFF2-40B4-BE49-F238E27FC236}">
                <a16:creationId xmlns:a16="http://schemas.microsoft.com/office/drawing/2014/main" id="{9E570F82-0BE8-46C0-B347-249115A8FF86}"/>
              </a:ext>
            </a:extLst>
          </p:cNvPr>
          <p:cNvSpPr>
            <a:spLocks noGrp="1"/>
          </p:cNvSpPr>
          <p:nvPr/>
        </p:nvSpPr>
        <p:spPr>
          <a:xfrm>
            <a:off x="688449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7" name="data_8048">
            <a:extLst>
              <a:ext uri="{FF2B5EF4-FFF2-40B4-BE49-F238E27FC236}">
                <a16:creationId xmlns:a16="http://schemas.microsoft.com/office/drawing/2014/main" id="{B6D5D679-93C9-416F-94C7-ED75F1471558}"/>
              </a:ext>
            </a:extLst>
          </p:cNvPr>
          <p:cNvSpPr>
            <a:spLocks noGrp="1"/>
          </p:cNvSpPr>
          <p:nvPr/>
        </p:nvSpPr>
        <p:spPr>
          <a:xfrm>
            <a:off x="6915525" y="65270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8" name="data_8049">
            <a:extLst>
              <a:ext uri="{FF2B5EF4-FFF2-40B4-BE49-F238E27FC236}">
                <a16:creationId xmlns:a16="http://schemas.microsoft.com/office/drawing/2014/main" id="{88CE3D36-2D8B-49A9-A688-F86E697C3A9F}"/>
              </a:ext>
            </a:extLst>
          </p:cNvPr>
          <p:cNvSpPr>
            <a:spLocks noGrp="1"/>
          </p:cNvSpPr>
          <p:nvPr/>
        </p:nvSpPr>
        <p:spPr>
          <a:xfrm>
            <a:off x="683505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9" name="data_8050">
            <a:extLst>
              <a:ext uri="{FF2B5EF4-FFF2-40B4-BE49-F238E27FC236}">
                <a16:creationId xmlns:a16="http://schemas.microsoft.com/office/drawing/2014/main" id="{4CE62591-BAD6-4B9D-A3EC-68722F1C5E56}"/>
              </a:ext>
            </a:extLst>
          </p:cNvPr>
          <p:cNvSpPr>
            <a:spLocks noGrp="1"/>
          </p:cNvSpPr>
          <p:nvPr/>
        </p:nvSpPr>
        <p:spPr>
          <a:xfrm>
            <a:off x="689525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0" name="data_8051">
            <a:extLst>
              <a:ext uri="{FF2B5EF4-FFF2-40B4-BE49-F238E27FC236}">
                <a16:creationId xmlns:a16="http://schemas.microsoft.com/office/drawing/2014/main" id="{100FB228-7A30-4A6B-BFAD-072016677724}"/>
              </a:ext>
            </a:extLst>
          </p:cNvPr>
          <p:cNvSpPr>
            <a:spLocks noGrp="1"/>
          </p:cNvSpPr>
          <p:nvPr/>
        </p:nvSpPr>
        <p:spPr>
          <a:xfrm>
            <a:off x="690511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1" name="data_8052">
            <a:extLst>
              <a:ext uri="{FF2B5EF4-FFF2-40B4-BE49-F238E27FC236}">
                <a16:creationId xmlns:a16="http://schemas.microsoft.com/office/drawing/2014/main" id="{D7EA00C3-40DB-472F-968C-28DCE72BF976}"/>
              </a:ext>
            </a:extLst>
          </p:cNvPr>
          <p:cNvSpPr>
            <a:spLocks noGrp="1"/>
          </p:cNvSpPr>
          <p:nvPr/>
        </p:nvSpPr>
        <p:spPr>
          <a:xfrm>
            <a:off x="6859260" y="52265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2" name="data_8053">
            <a:extLst>
              <a:ext uri="{FF2B5EF4-FFF2-40B4-BE49-F238E27FC236}">
                <a16:creationId xmlns:a16="http://schemas.microsoft.com/office/drawing/2014/main" id="{2DD721C4-5CD2-4C79-8141-DACBE8883A42}"/>
              </a:ext>
            </a:extLst>
          </p:cNvPr>
          <p:cNvSpPr>
            <a:spLocks noGrp="1"/>
          </p:cNvSpPr>
          <p:nvPr/>
        </p:nvSpPr>
        <p:spPr>
          <a:xfrm>
            <a:off x="691205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3" name="data_8054">
            <a:extLst>
              <a:ext uri="{FF2B5EF4-FFF2-40B4-BE49-F238E27FC236}">
                <a16:creationId xmlns:a16="http://schemas.microsoft.com/office/drawing/2014/main" id="{9BBA6A7C-62C1-4082-BEF8-E217C9B70EE7}"/>
              </a:ext>
            </a:extLst>
          </p:cNvPr>
          <p:cNvSpPr>
            <a:spLocks noGrp="1"/>
          </p:cNvSpPr>
          <p:nvPr/>
        </p:nvSpPr>
        <p:spPr>
          <a:xfrm>
            <a:off x="687548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4" name="data_8055">
            <a:extLst>
              <a:ext uri="{FF2B5EF4-FFF2-40B4-BE49-F238E27FC236}">
                <a16:creationId xmlns:a16="http://schemas.microsoft.com/office/drawing/2014/main" id="{83E6F18F-2D82-46ED-96FF-738519A29578}"/>
              </a:ext>
            </a:extLst>
          </p:cNvPr>
          <p:cNvSpPr>
            <a:spLocks noGrp="1"/>
          </p:cNvSpPr>
          <p:nvPr/>
        </p:nvSpPr>
        <p:spPr>
          <a:xfrm>
            <a:off x="687798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5" name="data_8056">
            <a:extLst>
              <a:ext uri="{FF2B5EF4-FFF2-40B4-BE49-F238E27FC236}">
                <a16:creationId xmlns:a16="http://schemas.microsoft.com/office/drawing/2014/main" id="{69D1B1C9-869F-45EC-A826-697A348FECD2}"/>
              </a:ext>
            </a:extLst>
          </p:cNvPr>
          <p:cNvSpPr>
            <a:spLocks noGrp="1"/>
          </p:cNvSpPr>
          <p:nvPr/>
        </p:nvSpPr>
        <p:spPr>
          <a:xfrm>
            <a:off x="6920925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6" name="data_8057">
            <a:extLst>
              <a:ext uri="{FF2B5EF4-FFF2-40B4-BE49-F238E27FC236}">
                <a16:creationId xmlns:a16="http://schemas.microsoft.com/office/drawing/2014/main" id="{1D0C24E5-B915-4614-A4AB-F28A3A9B9F90}"/>
              </a:ext>
            </a:extLst>
          </p:cNvPr>
          <p:cNvSpPr>
            <a:spLocks noGrp="1"/>
          </p:cNvSpPr>
          <p:nvPr/>
        </p:nvSpPr>
        <p:spPr>
          <a:xfrm>
            <a:off x="691032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7" name="data_8058">
            <a:extLst>
              <a:ext uri="{FF2B5EF4-FFF2-40B4-BE49-F238E27FC236}">
                <a16:creationId xmlns:a16="http://schemas.microsoft.com/office/drawing/2014/main" id="{CD5C015A-888F-4662-AADB-60E976BC9F6A}"/>
              </a:ext>
            </a:extLst>
          </p:cNvPr>
          <p:cNvSpPr>
            <a:spLocks noGrp="1"/>
          </p:cNvSpPr>
          <p:nvPr/>
        </p:nvSpPr>
        <p:spPr>
          <a:xfrm>
            <a:off x="689747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8" name="data_8059">
            <a:extLst>
              <a:ext uri="{FF2B5EF4-FFF2-40B4-BE49-F238E27FC236}">
                <a16:creationId xmlns:a16="http://schemas.microsoft.com/office/drawing/2014/main" id="{C99FB7F1-B9CB-4A07-84F1-36A0EFAFDFB3}"/>
              </a:ext>
            </a:extLst>
          </p:cNvPr>
          <p:cNvSpPr>
            <a:spLocks noGrp="1"/>
          </p:cNvSpPr>
          <p:nvPr/>
        </p:nvSpPr>
        <p:spPr>
          <a:xfrm>
            <a:off x="686292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9" name="data_8060">
            <a:extLst>
              <a:ext uri="{FF2B5EF4-FFF2-40B4-BE49-F238E27FC236}">
                <a16:creationId xmlns:a16="http://schemas.microsoft.com/office/drawing/2014/main" id="{3D44D7D9-A8D4-45F6-984B-5383F24017C3}"/>
              </a:ext>
            </a:extLst>
          </p:cNvPr>
          <p:cNvSpPr>
            <a:spLocks noGrp="1"/>
          </p:cNvSpPr>
          <p:nvPr/>
        </p:nvSpPr>
        <p:spPr>
          <a:xfrm>
            <a:off x="6904400" y="6591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0" name="data_8061">
            <a:extLst>
              <a:ext uri="{FF2B5EF4-FFF2-40B4-BE49-F238E27FC236}">
                <a16:creationId xmlns:a16="http://schemas.microsoft.com/office/drawing/2014/main" id="{2AFCCE5A-6D15-4EA7-B21D-113A17DBF9B5}"/>
              </a:ext>
            </a:extLst>
          </p:cNvPr>
          <p:cNvSpPr>
            <a:spLocks noGrp="1"/>
          </p:cNvSpPr>
          <p:nvPr/>
        </p:nvSpPr>
        <p:spPr>
          <a:xfrm>
            <a:off x="690714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1" name="data_8062">
            <a:extLst>
              <a:ext uri="{FF2B5EF4-FFF2-40B4-BE49-F238E27FC236}">
                <a16:creationId xmlns:a16="http://schemas.microsoft.com/office/drawing/2014/main" id="{56BD2BE9-9D57-4A68-B2E1-358EDB272C71}"/>
              </a:ext>
            </a:extLst>
          </p:cNvPr>
          <p:cNvSpPr>
            <a:spLocks noGrp="1"/>
          </p:cNvSpPr>
          <p:nvPr/>
        </p:nvSpPr>
        <p:spPr>
          <a:xfrm>
            <a:off x="6867213" y="68665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2" name="data_8063">
            <a:extLst>
              <a:ext uri="{FF2B5EF4-FFF2-40B4-BE49-F238E27FC236}">
                <a16:creationId xmlns:a16="http://schemas.microsoft.com/office/drawing/2014/main" id="{32F5E393-0407-45FC-AE63-C2A6ADC3B3D7}"/>
              </a:ext>
            </a:extLst>
          </p:cNvPr>
          <p:cNvSpPr>
            <a:spLocks noGrp="1"/>
          </p:cNvSpPr>
          <p:nvPr/>
        </p:nvSpPr>
        <p:spPr>
          <a:xfrm>
            <a:off x="682739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3" name="data_8064">
            <a:extLst>
              <a:ext uri="{FF2B5EF4-FFF2-40B4-BE49-F238E27FC236}">
                <a16:creationId xmlns:a16="http://schemas.microsoft.com/office/drawing/2014/main" id="{1D72E488-92AB-453A-87D0-202A98F38250}"/>
              </a:ext>
            </a:extLst>
          </p:cNvPr>
          <p:cNvSpPr>
            <a:spLocks noGrp="1"/>
          </p:cNvSpPr>
          <p:nvPr/>
        </p:nvSpPr>
        <p:spPr>
          <a:xfrm>
            <a:off x="685475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4" name="data_8065">
            <a:extLst>
              <a:ext uri="{FF2B5EF4-FFF2-40B4-BE49-F238E27FC236}">
                <a16:creationId xmlns:a16="http://schemas.microsoft.com/office/drawing/2014/main" id="{11E7E431-E1E3-4557-AD97-312628E4C2B6}"/>
              </a:ext>
            </a:extLst>
          </p:cNvPr>
          <p:cNvSpPr>
            <a:spLocks noGrp="1"/>
          </p:cNvSpPr>
          <p:nvPr/>
        </p:nvSpPr>
        <p:spPr>
          <a:xfrm>
            <a:off x="683778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5" name="data_8066">
            <a:extLst>
              <a:ext uri="{FF2B5EF4-FFF2-40B4-BE49-F238E27FC236}">
                <a16:creationId xmlns:a16="http://schemas.microsoft.com/office/drawing/2014/main" id="{7766C257-5403-44E7-95D4-DAF5A46BA797}"/>
              </a:ext>
            </a:extLst>
          </p:cNvPr>
          <p:cNvSpPr>
            <a:spLocks noGrp="1"/>
          </p:cNvSpPr>
          <p:nvPr/>
        </p:nvSpPr>
        <p:spPr>
          <a:xfrm>
            <a:off x="685544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6" name="data_8067">
            <a:extLst>
              <a:ext uri="{FF2B5EF4-FFF2-40B4-BE49-F238E27FC236}">
                <a16:creationId xmlns:a16="http://schemas.microsoft.com/office/drawing/2014/main" id="{07170AFB-A7AD-4B56-8C00-BF1A97AF040E}"/>
              </a:ext>
            </a:extLst>
          </p:cNvPr>
          <p:cNvSpPr>
            <a:spLocks noGrp="1"/>
          </p:cNvSpPr>
          <p:nvPr/>
        </p:nvSpPr>
        <p:spPr>
          <a:xfrm>
            <a:off x="682914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7" name="data_8068">
            <a:extLst>
              <a:ext uri="{FF2B5EF4-FFF2-40B4-BE49-F238E27FC236}">
                <a16:creationId xmlns:a16="http://schemas.microsoft.com/office/drawing/2014/main" id="{EA945E2D-1472-44A8-A2FB-54B1B21A7CF5}"/>
              </a:ext>
            </a:extLst>
          </p:cNvPr>
          <p:cNvSpPr>
            <a:spLocks noGrp="1"/>
          </p:cNvSpPr>
          <p:nvPr/>
        </p:nvSpPr>
        <p:spPr>
          <a:xfrm>
            <a:off x="69177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8" name="data_8069">
            <a:extLst>
              <a:ext uri="{FF2B5EF4-FFF2-40B4-BE49-F238E27FC236}">
                <a16:creationId xmlns:a16="http://schemas.microsoft.com/office/drawing/2014/main" id="{E628D7E7-A9B4-428E-A695-0553D12CC827}"/>
              </a:ext>
            </a:extLst>
          </p:cNvPr>
          <p:cNvSpPr>
            <a:spLocks noGrp="1"/>
          </p:cNvSpPr>
          <p:nvPr/>
        </p:nvSpPr>
        <p:spPr>
          <a:xfrm>
            <a:off x="689705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9" name="data_8070">
            <a:extLst>
              <a:ext uri="{FF2B5EF4-FFF2-40B4-BE49-F238E27FC236}">
                <a16:creationId xmlns:a16="http://schemas.microsoft.com/office/drawing/2014/main" id="{6C4EAE82-A5AB-4367-8D3C-344E5A64936A}"/>
              </a:ext>
            </a:extLst>
          </p:cNvPr>
          <p:cNvSpPr>
            <a:spLocks noGrp="1"/>
          </p:cNvSpPr>
          <p:nvPr/>
        </p:nvSpPr>
        <p:spPr>
          <a:xfrm>
            <a:off x="6916164" y="53068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0" name="data_8071">
            <a:extLst>
              <a:ext uri="{FF2B5EF4-FFF2-40B4-BE49-F238E27FC236}">
                <a16:creationId xmlns:a16="http://schemas.microsoft.com/office/drawing/2014/main" id="{C9D7B274-ED21-4B31-B085-8F5CD716C1A7}"/>
              </a:ext>
            </a:extLst>
          </p:cNvPr>
          <p:cNvSpPr>
            <a:spLocks noGrp="1"/>
          </p:cNvSpPr>
          <p:nvPr/>
        </p:nvSpPr>
        <p:spPr>
          <a:xfrm>
            <a:off x="68267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1" name="data_8072">
            <a:extLst>
              <a:ext uri="{FF2B5EF4-FFF2-40B4-BE49-F238E27FC236}">
                <a16:creationId xmlns:a16="http://schemas.microsoft.com/office/drawing/2014/main" id="{D6383DD9-7835-4C6B-BABB-22C44B5B4C6C}"/>
              </a:ext>
            </a:extLst>
          </p:cNvPr>
          <p:cNvSpPr>
            <a:spLocks noGrp="1"/>
          </p:cNvSpPr>
          <p:nvPr/>
        </p:nvSpPr>
        <p:spPr>
          <a:xfrm>
            <a:off x="690690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2" name="data_8073">
            <a:extLst>
              <a:ext uri="{FF2B5EF4-FFF2-40B4-BE49-F238E27FC236}">
                <a16:creationId xmlns:a16="http://schemas.microsoft.com/office/drawing/2014/main" id="{6D1772C7-1B75-45E6-9F64-EAAE0A8A4984}"/>
              </a:ext>
            </a:extLst>
          </p:cNvPr>
          <p:cNvSpPr>
            <a:spLocks noGrp="1"/>
          </p:cNvSpPr>
          <p:nvPr/>
        </p:nvSpPr>
        <p:spPr>
          <a:xfrm>
            <a:off x="691243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3" name="data_8074">
            <a:extLst>
              <a:ext uri="{FF2B5EF4-FFF2-40B4-BE49-F238E27FC236}">
                <a16:creationId xmlns:a16="http://schemas.microsoft.com/office/drawing/2014/main" id="{9025A5B6-F5B0-4C98-B727-ED86E40A6329}"/>
              </a:ext>
            </a:extLst>
          </p:cNvPr>
          <p:cNvSpPr>
            <a:spLocks noGrp="1"/>
          </p:cNvSpPr>
          <p:nvPr/>
        </p:nvSpPr>
        <p:spPr>
          <a:xfrm>
            <a:off x="6824291" y="55361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4" name="data_8075">
            <a:extLst>
              <a:ext uri="{FF2B5EF4-FFF2-40B4-BE49-F238E27FC236}">
                <a16:creationId xmlns:a16="http://schemas.microsoft.com/office/drawing/2014/main" id="{53450CA6-E9D4-4761-B644-6F8405F16997}"/>
              </a:ext>
            </a:extLst>
          </p:cNvPr>
          <p:cNvSpPr>
            <a:spLocks noGrp="1"/>
          </p:cNvSpPr>
          <p:nvPr/>
        </p:nvSpPr>
        <p:spPr>
          <a:xfrm>
            <a:off x="686839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5" name="data_8076">
            <a:extLst>
              <a:ext uri="{FF2B5EF4-FFF2-40B4-BE49-F238E27FC236}">
                <a16:creationId xmlns:a16="http://schemas.microsoft.com/office/drawing/2014/main" id="{0CF5967D-B80F-48E2-923E-9F48E275A4E8}"/>
              </a:ext>
            </a:extLst>
          </p:cNvPr>
          <p:cNvSpPr>
            <a:spLocks noGrp="1"/>
          </p:cNvSpPr>
          <p:nvPr/>
        </p:nvSpPr>
        <p:spPr>
          <a:xfrm>
            <a:off x="689557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6" name="data_8077">
            <a:extLst>
              <a:ext uri="{FF2B5EF4-FFF2-40B4-BE49-F238E27FC236}">
                <a16:creationId xmlns:a16="http://schemas.microsoft.com/office/drawing/2014/main" id="{DAB562F3-A7C9-42AA-84C5-1D8139E545ED}"/>
              </a:ext>
            </a:extLst>
          </p:cNvPr>
          <p:cNvSpPr>
            <a:spLocks noGrp="1"/>
          </p:cNvSpPr>
          <p:nvPr/>
        </p:nvSpPr>
        <p:spPr>
          <a:xfrm>
            <a:off x="6840626" y="67642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7" name="data_8078">
            <a:extLst>
              <a:ext uri="{FF2B5EF4-FFF2-40B4-BE49-F238E27FC236}">
                <a16:creationId xmlns:a16="http://schemas.microsoft.com/office/drawing/2014/main" id="{9CBC7F84-9A15-40B1-86F5-11413D3F6F08}"/>
              </a:ext>
            </a:extLst>
          </p:cNvPr>
          <p:cNvSpPr>
            <a:spLocks noGrp="1"/>
          </p:cNvSpPr>
          <p:nvPr/>
        </p:nvSpPr>
        <p:spPr>
          <a:xfrm>
            <a:off x="687535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8" name="data_8079">
            <a:extLst>
              <a:ext uri="{FF2B5EF4-FFF2-40B4-BE49-F238E27FC236}">
                <a16:creationId xmlns:a16="http://schemas.microsoft.com/office/drawing/2014/main" id="{0DA5AA88-010A-44BB-AA4A-3BFC38F27FC4}"/>
              </a:ext>
            </a:extLst>
          </p:cNvPr>
          <p:cNvSpPr>
            <a:spLocks noGrp="1"/>
          </p:cNvSpPr>
          <p:nvPr/>
        </p:nvSpPr>
        <p:spPr>
          <a:xfrm>
            <a:off x="691412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9" name="data_8080">
            <a:extLst>
              <a:ext uri="{FF2B5EF4-FFF2-40B4-BE49-F238E27FC236}">
                <a16:creationId xmlns:a16="http://schemas.microsoft.com/office/drawing/2014/main" id="{D1B995B7-C281-4C8F-A3AC-D211280324C5}"/>
              </a:ext>
            </a:extLst>
          </p:cNvPr>
          <p:cNvSpPr>
            <a:spLocks noGrp="1"/>
          </p:cNvSpPr>
          <p:nvPr/>
        </p:nvSpPr>
        <p:spPr>
          <a:xfrm>
            <a:off x="6863581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0" name="data_8081">
            <a:extLst>
              <a:ext uri="{FF2B5EF4-FFF2-40B4-BE49-F238E27FC236}">
                <a16:creationId xmlns:a16="http://schemas.microsoft.com/office/drawing/2014/main" id="{A5FB3A1D-8B55-473C-B951-D77B051246D0}"/>
              </a:ext>
            </a:extLst>
          </p:cNvPr>
          <p:cNvSpPr>
            <a:spLocks noGrp="1"/>
          </p:cNvSpPr>
          <p:nvPr/>
        </p:nvSpPr>
        <p:spPr>
          <a:xfrm>
            <a:off x="6831722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1" name="data_8082">
            <a:extLst>
              <a:ext uri="{FF2B5EF4-FFF2-40B4-BE49-F238E27FC236}">
                <a16:creationId xmlns:a16="http://schemas.microsoft.com/office/drawing/2014/main" id="{655105B5-B3A2-4923-B00E-2A1EC1D2694E}"/>
              </a:ext>
            </a:extLst>
          </p:cNvPr>
          <p:cNvSpPr>
            <a:spLocks noGrp="1"/>
          </p:cNvSpPr>
          <p:nvPr/>
        </p:nvSpPr>
        <p:spPr>
          <a:xfrm>
            <a:off x="690852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2" name="data_8083">
            <a:extLst>
              <a:ext uri="{FF2B5EF4-FFF2-40B4-BE49-F238E27FC236}">
                <a16:creationId xmlns:a16="http://schemas.microsoft.com/office/drawing/2014/main" id="{346B17F9-50B3-4711-893F-6384BCF35F2A}"/>
              </a:ext>
            </a:extLst>
          </p:cNvPr>
          <p:cNvSpPr>
            <a:spLocks noGrp="1"/>
          </p:cNvSpPr>
          <p:nvPr/>
        </p:nvSpPr>
        <p:spPr>
          <a:xfrm>
            <a:off x="684537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3" name="data_8084">
            <a:extLst>
              <a:ext uri="{FF2B5EF4-FFF2-40B4-BE49-F238E27FC236}">
                <a16:creationId xmlns:a16="http://schemas.microsoft.com/office/drawing/2014/main" id="{2A4F093F-E171-4EEC-980B-09DBAFCFD5F4}"/>
              </a:ext>
            </a:extLst>
          </p:cNvPr>
          <p:cNvSpPr>
            <a:spLocks noGrp="1"/>
          </p:cNvSpPr>
          <p:nvPr/>
        </p:nvSpPr>
        <p:spPr>
          <a:xfrm>
            <a:off x="6865662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4" name="data_8085">
            <a:extLst>
              <a:ext uri="{FF2B5EF4-FFF2-40B4-BE49-F238E27FC236}">
                <a16:creationId xmlns:a16="http://schemas.microsoft.com/office/drawing/2014/main" id="{1C777120-8B10-44D7-850F-D395FB016BCF}"/>
              </a:ext>
            </a:extLst>
          </p:cNvPr>
          <p:cNvSpPr>
            <a:spLocks noGrp="1"/>
          </p:cNvSpPr>
          <p:nvPr/>
        </p:nvSpPr>
        <p:spPr>
          <a:xfrm>
            <a:off x="687665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5" name="data_8086">
            <a:extLst>
              <a:ext uri="{FF2B5EF4-FFF2-40B4-BE49-F238E27FC236}">
                <a16:creationId xmlns:a16="http://schemas.microsoft.com/office/drawing/2014/main" id="{50AFBFEE-E45D-48A5-AAB5-1972F32F9DD0}"/>
              </a:ext>
            </a:extLst>
          </p:cNvPr>
          <p:cNvSpPr>
            <a:spLocks noGrp="1"/>
          </p:cNvSpPr>
          <p:nvPr/>
        </p:nvSpPr>
        <p:spPr>
          <a:xfrm>
            <a:off x="681979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6" name="data_8087">
            <a:extLst>
              <a:ext uri="{FF2B5EF4-FFF2-40B4-BE49-F238E27FC236}">
                <a16:creationId xmlns:a16="http://schemas.microsoft.com/office/drawing/2014/main" id="{2A56A6D4-9DD8-45FB-A332-1CE352CA93AE}"/>
              </a:ext>
            </a:extLst>
          </p:cNvPr>
          <p:cNvSpPr>
            <a:spLocks noGrp="1"/>
          </p:cNvSpPr>
          <p:nvPr/>
        </p:nvSpPr>
        <p:spPr>
          <a:xfrm>
            <a:off x="691084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7" name="data_8088">
            <a:extLst>
              <a:ext uri="{FF2B5EF4-FFF2-40B4-BE49-F238E27FC236}">
                <a16:creationId xmlns:a16="http://schemas.microsoft.com/office/drawing/2014/main" id="{F65CB124-67A3-4D5C-AC08-DF539C7052E0}"/>
              </a:ext>
            </a:extLst>
          </p:cNvPr>
          <p:cNvSpPr>
            <a:spLocks noGrp="1"/>
          </p:cNvSpPr>
          <p:nvPr/>
        </p:nvSpPr>
        <p:spPr>
          <a:xfrm>
            <a:off x="692221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8" name="data_8089">
            <a:extLst>
              <a:ext uri="{FF2B5EF4-FFF2-40B4-BE49-F238E27FC236}">
                <a16:creationId xmlns:a16="http://schemas.microsoft.com/office/drawing/2014/main" id="{C5A815EB-6EE9-4755-B8A4-255846AD2382}"/>
              </a:ext>
            </a:extLst>
          </p:cNvPr>
          <p:cNvSpPr>
            <a:spLocks noGrp="1"/>
          </p:cNvSpPr>
          <p:nvPr/>
        </p:nvSpPr>
        <p:spPr>
          <a:xfrm>
            <a:off x="685027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9" name="data_8090">
            <a:extLst>
              <a:ext uri="{FF2B5EF4-FFF2-40B4-BE49-F238E27FC236}">
                <a16:creationId xmlns:a16="http://schemas.microsoft.com/office/drawing/2014/main" id="{CA474B25-0F96-49B3-A8A6-2530D542C068}"/>
              </a:ext>
            </a:extLst>
          </p:cNvPr>
          <p:cNvSpPr>
            <a:spLocks noGrp="1"/>
          </p:cNvSpPr>
          <p:nvPr/>
        </p:nvSpPr>
        <p:spPr>
          <a:xfrm>
            <a:off x="6889124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0" name="data_8091">
            <a:extLst>
              <a:ext uri="{FF2B5EF4-FFF2-40B4-BE49-F238E27FC236}">
                <a16:creationId xmlns:a16="http://schemas.microsoft.com/office/drawing/2014/main" id="{9654D10C-3B3D-4FA2-9DBB-DC70E241A6FC}"/>
              </a:ext>
            </a:extLst>
          </p:cNvPr>
          <p:cNvSpPr>
            <a:spLocks noGrp="1"/>
          </p:cNvSpPr>
          <p:nvPr/>
        </p:nvSpPr>
        <p:spPr>
          <a:xfrm>
            <a:off x="685632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1" name="data_8092">
            <a:extLst>
              <a:ext uri="{FF2B5EF4-FFF2-40B4-BE49-F238E27FC236}">
                <a16:creationId xmlns:a16="http://schemas.microsoft.com/office/drawing/2014/main" id="{9D8C4B2C-E1C6-48D4-BE86-09EFE2805786}"/>
              </a:ext>
            </a:extLst>
          </p:cNvPr>
          <p:cNvSpPr>
            <a:spLocks noGrp="1"/>
          </p:cNvSpPr>
          <p:nvPr/>
        </p:nvSpPr>
        <p:spPr>
          <a:xfrm>
            <a:off x="686755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2" name="data_8093">
            <a:extLst>
              <a:ext uri="{FF2B5EF4-FFF2-40B4-BE49-F238E27FC236}">
                <a16:creationId xmlns:a16="http://schemas.microsoft.com/office/drawing/2014/main" id="{3FDFAA48-3B04-4629-9217-C7F8B65F6208}"/>
              </a:ext>
            </a:extLst>
          </p:cNvPr>
          <p:cNvSpPr>
            <a:spLocks noGrp="1"/>
          </p:cNvSpPr>
          <p:nvPr/>
        </p:nvSpPr>
        <p:spPr>
          <a:xfrm>
            <a:off x="692348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3" name="data_8094">
            <a:extLst>
              <a:ext uri="{FF2B5EF4-FFF2-40B4-BE49-F238E27FC236}">
                <a16:creationId xmlns:a16="http://schemas.microsoft.com/office/drawing/2014/main" id="{2D2C1AD3-9F4F-43E0-A868-3532CAF99FCB}"/>
              </a:ext>
            </a:extLst>
          </p:cNvPr>
          <p:cNvSpPr>
            <a:spLocks noGrp="1"/>
          </p:cNvSpPr>
          <p:nvPr/>
        </p:nvSpPr>
        <p:spPr>
          <a:xfrm>
            <a:off x="687324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4" name="data_8095">
            <a:extLst>
              <a:ext uri="{FF2B5EF4-FFF2-40B4-BE49-F238E27FC236}">
                <a16:creationId xmlns:a16="http://schemas.microsoft.com/office/drawing/2014/main" id="{3C7E7666-E4A5-4C65-8DFC-D3F3D9641F6F}"/>
              </a:ext>
            </a:extLst>
          </p:cNvPr>
          <p:cNvSpPr>
            <a:spLocks noGrp="1"/>
          </p:cNvSpPr>
          <p:nvPr/>
        </p:nvSpPr>
        <p:spPr>
          <a:xfrm>
            <a:off x="692198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5" name="data_8096">
            <a:extLst>
              <a:ext uri="{FF2B5EF4-FFF2-40B4-BE49-F238E27FC236}">
                <a16:creationId xmlns:a16="http://schemas.microsoft.com/office/drawing/2014/main" id="{EC9152FA-3E73-4725-A464-319580F2D14A}"/>
              </a:ext>
            </a:extLst>
          </p:cNvPr>
          <p:cNvSpPr>
            <a:spLocks noGrp="1"/>
          </p:cNvSpPr>
          <p:nvPr/>
        </p:nvSpPr>
        <p:spPr>
          <a:xfrm>
            <a:off x="686630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6" name="data_8097">
            <a:extLst>
              <a:ext uri="{FF2B5EF4-FFF2-40B4-BE49-F238E27FC236}">
                <a16:creationId xmlns:a16="http://schemas.microsoft.com/office/drawing/2014/main" id="{CC2B9E24-BD03-44A2-80F1-78DCFF37E2E2}"/>
              </a:ext>
            </a:extLst>
          </p:cNvPr>
          <p:cNvSpPr>
            <a:spLocks noGrp="1"/>
          </p:cNvSpPr>
          <p:nvPr/>
        </p:nvSpPr>
        <p:spPr>
          <a:xfrm>
            <a:off x="690314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7" name="data_8098">
            <a:extLst>
              <a:ext uri="{FF2B5EF4-FFF2-40B4-BE49-F238E27FC236}">
                <a16:creationId xmlns:a16="http://schemas.microsoft.com/office/drawing/2014/main" id="{95225750-48DE-43F8-B691-5FA597D68588}"/>
              </a:ext>
            </a:extLst>
          </p:cNvPr>
          <p:cNvSpPr>
            <a:spLocks noGrp="1"/>
          </p:cNvSpPr>
          <p:nvPr/>
        </p:nvSpPr>
        <p:spPr>
          <a:xfrm>
            <a:off x="68881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8" name="data_8099">
            <a:extLst>
              <a:ext uri="{FF2B5EF4-FFF2-40B4-BE49-F238E27FC236}">
                <a16:creationId xmlns:a16="http://schemas.microsoft.com/office/drawing/2014/main" id="{1F6FC14D-C0C0-466B-AAEE-743B8961BA3C}"/>
              </a:ext>
            </a:extLst>
          </p:cNvPr>
          <p:cNvSpPr>
            <a:spLocks noGrp="1"/>
          </p:cNvSpPr>
          <p:nvPr/>
        </p:nvSpPr>
        <p:spPr>
          <a:xfrm>
            <a:off x="688376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9" name="data_8100">
            <a:extLst>
              <a:ext uri="{FF2B5EF4-FFF2-40B4-BE49-F238E27FC236}">
                <a16:creationId xmlns:a16="http://schemas.microsoft.com/office/drawing/2014/main" id="{38BD2A50-6D6F-47D5-8E0A-A68F63131F2E}"/>
              </a:ext>
            </a:extLst>
          </p:cNvPr>
          <p:cNvSpPr>
            <a:spLocks noGrp="1"/>
          </p:cNvSpPr>
          <p:nvPr/>
        </p:nvSpPr>
        <p:spPr>
          <a:xfrm>
            <a:off x="682357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0" name="data_8101">
            <a:extLst>
              <a:ext uri="{FF2B5EF4-FFF2-40B4-BE49-F238E27FC236}">
                <a16:creationId xmlns:a16="http://schemas.microsoft.com/office/drawing/2014/main" id="{F2F07524-3DB9-46BF-A7D5-FE50A3DD4C44}"/>
              </a:ext>
            </a:extLst>
          </p:cNvPr>
          <p:cNvSpPr>
            <a:spLocks noGrp="1"/>
          </p:cNvSpPr>
          <p:nvPr/>
        </p:nvSpPr>
        <p:spPr>
          <a:xfrm>
            <a:off x="684310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1" name="data_8102">
            <a:extLst>
              <a:ext uri="{FF2B5EF4-FFF2-40B4-BE49-F238E27FC236}">
                <a16:creationId xmlns:a16="http://schemas.microsoft.com/office/drawing/2014/main" id="{471E7CB3-224B-4592-9A1E-48B8DB42407A}"/>
              </a:ext>
            </a:extLst>
          </p:cNvPr>
          <p:cNvSpPr>
            <a:spLocks noGrp="1"/>
          </p:cNvSpPr>
          <p:nvPr/>
        </p:nvSpPr>
        <p:spPr>
          <a:xfrm>
            <a:off x="692749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2" name="data_8103">
            <a:extLst>
              <a:ext uri="{FF2B5EF4-FFF2-40B4-BE49-F238E27FC236}">
                <a16:creationId xmlns:a16="http://schemas.microsoft.com/office/drawing/2014/main" id="{AC4CCF4F-3191-4259-9F6D-57B1990F67D6}"/>
              </a:ext>
            </a:extLst>
          </p:cNvPr>
          <p:cNvSpPr>
            <a:spLocks noGrp="1"/>
          </p:cNvSpPr>
          <p:nvPr/>
        </p:nvSpPr>
        <p:spPr>
          <a:xfrm>
            <a:off x="690085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3" name="data_8104">
            <a:extLst>
              <a:ext uri="{FF2B5EF4-FFF2-40B4-BE49-F238E27FC236}">
                <a16:creationId xmlns:a16="http://schemas.microsoft.com/office/drawing/2014/main" id="{8C374478-9CC9-48E6-9B6A-4F5518F5168B}"/>
              </a:ext>
            </a:extLst>
          </p:cNvPr>
          <p:cNvSpPr>
            <a:spLocks noGrp="1"/>
          </p:cNvSpPr>
          <p:nvPr/>
        </p:nvSpPr>
        <p:spPr>
          <a:xfrm>
            <a:off x="6898263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4" name="data_8105">
            <a:extLst>
              <a:ext uri="{FF2B5EF4-FFF2-40B4-BE49-F238E27FC236}">
                <a16:creationId xmlns:a16="http://schemas.microsoft.com/office/drawing/2014/main" id="{CEB410EC-0642-45EA-AE30-F526D2B7CE9E}"/>
              </a:ext>
            </a:extLst>
          </p:cNvPr>
          <p:cNvSpPr>
            <a:spLocks noGrp="1"/>
          </p:cNvSpPr>
          <p:nvPr/>
        </p:nvSpPr>
        <p:spPr>
          <a:xfrm>
            <a:off x="684705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5" name="data_8106">
            <a:extLst>
              <a:ext uri="{FF2B5EF4-FFF2-40B4-BE49-F238E27FC236}">
                <a16:creationId xmlns:a16="http://schemas.microsoft.com/office/drawing/2014/main" id="{BEEC7115-0747-4407-B46C-AEF25E4CCC4F}"/>
              </a:ext>
            </a:extLst>
          </p:cNvPr>
          <p:cNvSpPr>
            <a:spLocks noGrp="1"/>
          </p:cNvSpPr>
          <p:nvPr/>
        </p:nvSpPr>
        <p:spPr>
          <a:xfrm>
            <a:off x="689166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6" name="data_8107">
            <a:extLst>
              <a:ext uri="{FF2B5EF4-FFF2-40B4-BE49-F238E27FC236}">
                <a16:creationId xmlns:a16="http://schemas.microsoft.com/office/drawing/2014/main" id="{9ACDC6DE-8910-483E-B940-A5C3EB1763CE}"/>
              </a:ext>
            </a:extLst>
          </p:cNvPr>
          <p:cNvSpPr>
            <a:spLocks noGrp="1"/>
          </p:cNvSpPr>
          <p:nvPr/>
        </p:nvSpPr>
        <p:spPr>
          <a:xfrm>
            <a:off x="686132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7" name="data_8108">
            <a:extLst>
              <a:ext uri="{FF2B5EF4-FFF2-40B4-BE49-F238E27FC236}">
                <a16:creationId xmlns:a16="http://schemas.microsoft.com/office/drawing/2014/main" id="{8AC3448F-9E29-42AF-B43D-4799009DD798}"/>
              </a:ext>
            </a:extLst>
          </p:cNvPr>
          <p:cNvSpPr>
            <a:spLocks noGrp="1"/>
          </p:cNvSpPr>
          <p:nvPr/>
        </p:nvSpPr>
        <p:spPr>
          <a:xfrm>
            <a:off x="682306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8" name="data_8109">
            <a:extLst>
              <a:ext uri="{FF2B5EF4-FFF2-40B4-BE49-F238E27FC236}">
                <a16:creationId xmlns:a16="http://schemas.microsoft.com/office/drawing/2014/main" id="{D954B896-58DD-4B82-96D9-57A69EE7D9B2}"/>
              </a:ext>
            </a:extLst>
          </p:cNvPr>
          <p:cNvSpPr>
            <a:spLocks noGrp="1"/>
          </p:cNvSpPr>
          <p:nvPr/>
        </p:nvSpPr>
        <p:spPr>
          <a:xfrm>
            <a:off x="683450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9" name="data_8110">
            <a:extLst>
              <a:ext uri="{FF2B5EF4-FFF2-40B4-BE49-F238E27FC236}">
                <a16:creationId xmlns:a16="http://schemas.microsoft.com/office/drawing/2014/main" id="{9B7ACEE8-A313-43CF-A504-623D93813DDF}"/>
              </a:ext>
            </a:extLst>
          </p:cNvPr>
          <p:cNvSpPr>
            <a:spLocks noGrp="1"/>
          </p:cNvSpPr>
          <p:nvPr/>
        </p:nvSpPr>
        <p:spPr>
          <a:xfrm>
            <a:off x="690253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0" name="data_8111">
            <a:extLst>
              <a:ext uri="{FF2B5EF4-FFF2-40B4-BE49-F238E27FC236}">
                <a16:creationId xmlns:a16="http://schemas.microsoft.com/office/drawing/2014/main" id="{3D304E1B-F275-42E9-A9E7-B2819740CAE4}"/>
              </a:ext>
            </a:extLst>
          </p:cNvPr>
          <p:cNvSpPr>
            <a:spLocks noGrp="1"/>
          </p:cNvSpPr>
          <p:nvPr/>
        </p:nvSpPr>
        <p:spPr>
          <a:xfrm>
            <a:off x="691794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1" name="data_8112">
            <a:extLst>
              <a:ext uri="{FF2B5EF4-FFF2-40B4-BE49-F238E27FC236}">
                <a16:creationId xmlns:a16="http://schemas.microsoft.com/office/drawing/2014/main" id="{8C5D8097-E2E8-4908-8EAE-5A86312EE29D}"/>
              </a:ext>
            </a:extLst>
          </p:cNvPr>
          <p:cNvSpPr>
            <a:spLocks noGrp="1"/>
          </p:cNvSpPr>
          <p:nvPr/>
        </p:nvSpPr>
        <p:spPr>
          <a:xfrm>
            <a:off x="687387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2" name="data_8113">
            <a:extLst>
              <a:ext uri="{FF2B5EF4-FFF2-40B4-BE49-F238E27FC236}">
                <a16:creationId xmlns:a16="http://schemas.microsoft.com/office/drawing/2014/main" id="{3BB61A91-D6B5-4545-8106-B7948C1C6CD2}"/>
              </a:ext>
            </a:extLst>
          </p:cNvPr>
          <p:cNvSpPr>
            <a:spLocks noGrp="1"/>
          </p:cNvSpPr>
          <p:nvPr/>
        </p:nvSpPr>
        <p:spPr>
          <a:xfrm>
            <a:off x="6884898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3" name="data_8114">
            <a:extLst>
              <a:ext uri="{FF2B5EF4-FFF2-40B4-BE49-F238E27FC236}">
                <a16:creationId xmlns:a16="http://schemas.microsoft.com/office/drawing/2014/main" id="{CF9B97BA-5F77-4522-A0F5-F4A6057EA580}"/>
              </a:ext>
            </a:extLst>
          </p:cNvPr>
          <p:cNvSpPr>
            <a:spLocks noGrp="1"/>
          </p:cNvSpPr>
          <p:nvPr/>
        </p:nvSpPr>
        <p:spPr>
          <a:xfrm>
            <a:off x="685586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4" name="data_8115">
            <a:extLst>
              <a:ext uri="{FF2B5EF4-FFF2-40B4-BE49-F238E27FC236}">
                <a16:creationId xmlns:a16="http://schemas.microsoft.com/office/drawing/2014/main" id="{C4134C16-8E6A-470D-90B3-37041FABFE22}"/>
              </a:ext>
            </a:extLst>
          </p:cNvPr>
          <p:cNvSpPr>
            <a:spLocks noGrp="1"/>
          </p:cNvSpPr>
          <p:nvPr/>
        </p:nvSpPr>
        <p:spPr>
          <a:xfrm>
            <a:off x="683161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5" name="data_8116">
            <a:extLst>
              <a:ext uri="{FF2B5EF4-FFF2-40B4-BE49-F238E27FC236}">
                <a16:creationId xmlns:a16="http://schemas.microsoft.com/office/drawing/2014/main" id="{AF109CE8-D53B-4416-99B6-DDE248A6DF18}"/>
              </a:ext>
            </a:extLst>
          </p:cNvPr>
          <p:cNvSpPr>
            <a:spLocks noGrp="1"/>
          </p:cNvSpPr>
          <p:nvPr/>
        </p:nvSpPr>
        <p:spPr>
          <a:xfrm>
            <a:off x="6842899" y="575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6" name="data_8117">
            <a:extLst>
              <a:ext uri="{FF2B5EF4-FFF2-40B4-BE49-F238E27FC236}">
                <a16:creationId xmlns:a16="http://schemas.microsoft.com/office/drawing/2014/main" id="{2E873EE2-52A5-4E55-98FA-AE7154B2D33F}"/>
              </a:ext>
            </a:extLst>
          </p:cNvPr>
          <p:cNvSpPr>
            <a:spLocks noGrp="1"/>
          </p:cNvSpPr>
          <p:nvPr/>
        </p:nvSpPr>
        <p:spPr>
          <a:xfrm>
            <a:off x="68287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7" name="data_8118">
            <a:extLst>
              <a:ext uri="{FF2B5EF4-FFF2-40B4-BE49-F238E27FC236}">
                <a16:creationId xmlns:a16="http://schemas.microsoft.com/office/drawing/2014/main" id="{953673BC-45CE-40F2-A4AF-C209CACC7056}"/>
              </a:ext>
            </a:extLst>
          </p:cNvPr>
          <p:cNvSpPr>
            <a:spLocks noGrp="1"/>
          </p:cNvSpPr>
          <p:nvPr/>
        </p:nvSpPr>
        <p:spPr>
          <a:xfrm>
            <a:off x="685043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8" name="data_8119">
            <a:extLst>
              <a:ext uri="{FF2B5EF4-FFF2-40B4-BE49-F238E27FC236}">
                <a16:creationId xmlns:a16="http://schemas.microsoft.com/office/drawing/2014/main" id="{6612043D-B66B-476A-ADF9-7C4A8C34CEBA}"/>
              </a:ext>
            </a:extLst>
          </p:cNvPr>
          <p:cNvSpPr>
            <a:spLocks noGrp="1"/>
          </p:cNvSpPr>
          <p:nvPr/>
        </p:nvSpPr>
        <p:spPr>
          <a:xfrm>
            <a:off x="684016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9" name="data_8120">
            <a:extLst>
              <a:ext uri="{FF2B5EF4-FFF2-40B4-BE49-F238E27FC236}">
                <a16:creationId xmlns:a16="http://schemas.microsoft.com/office/drawing/2014/main" id="{4124A448-7CE3-4E1E-B8B9-7885AD982409}"/>
              </a:ext>
            </a:extLst>
          </p:cNvPr>
          <p:cNvSpPr>
            <a:spLocks noGrp="1"/>
          </p:cNvSpPr>
          <p:nvPr/>
        </p:nvSpPr>
        <p:spPr>
          <a:xfrm>
            <a:off x="686012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0" name="data_8121">
            <a:extLst>
              <a:ext uri="{FF2B5EF4-FFF2-40B4-BE49-F238E27FC236}">
                <a16:creationId xmlns:a16="http://schemas.microsoft.com/office/drawing/2014/main" id="{2BE00729-0C39-4889-9CB4-9A7AE42A5AD9}"/>
              </a:ext>
            </a:extLst>
          </p:cNvPr>
          <p:cNvSpPr>
            <a:spLocks noGrp="1"/>
          </p:cNvSpPr>
          <p:nvPr/>
        </p:nvSpPr>
        <p:spPr>
          <a:xfrm>
            <a:off x="6901028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1" name="data_8122">
            <a:extLst>
              <a:ext uri="{FF2B5EF4-FFF2-40B4-BE49-F238E27FC236}">
                <a16:creationId xmlns:a16="http://schemas.microsoft.com/office/drawing/2014/main" id="{8D333BDD-63C7-407F-8E55-FCA37039E49F}"/>
              </a:ext>
            </a:extLst>
          </p:cNvPr>
          <p:cNvSpPr>
            <a:spLocks noGrp="1"/>
          </p:cNvSpPr>
          <p:nvPr/>
        </p:nvSpPr>
        <p:spPr>
          <a:xfrm>
            <a:off x="686016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2" name="data_8123">
            <a:extLst>
              <a:ext uri="{FF2B5EF4-FFF2-40B4-BE49-F238E27FC236}">
                <a16:creationId xmlns:a16="http://schemas.microsoft.com/office/drawing/2014/main" id="{DD07E231-52CF-44B3-B3BD-689628D80401}"/>
              </a:ext>
            </a:extLst>
          </p:cNvPr>
          <p:cNvSpPr>
            <a:spLocks noGrp="1"/>
          </p:cNvSpPr>
          <p:nvPr/>
        </p:nvSpPr>
        <p:spPr>
          <a:xfrm>
            <a:off x="690938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3" name="data_8124">
            <a:extLst>
              <a:ext uri="{FF2B5EF4-FFF2-40B4-BE49-F238E27FC236}">
                <a16:creationId xmlns:a16="http://schemas.microsoft.com/office/drawing/2014/main" id="{A3E09FA6-EE17-4C99-8184-2B9C394C6DF1}"/>
              </a:ext>
            </a:extLst>
          </p:cNvPr>
          <p:cNvSpPr>
            <a:spLocks noGrp="1"/>
          </p:cNvSpPr>
          <p:nvPr/>
        </p:nvSpPr>
        <p:spPr>
          <a:xfrm>
            <a:off x="707523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4" name="data_8125">
            <a:extLst>
              <a:ext uri="{FF2B5EF4-FFF2-40B4-BE49-F238E27FC236}">
                <a16:creationId xmlns:a16="http://schemas.microsoft.com/office/drawing/2014/main" id="{7D48CF69-9FB7-43BF-BFED-682C7536A8BE}"/>
              </a:ext>
            </a:extLst>
          </p:cNvPr>
          <p:cNvSpPr>
            <a:spLocks noGrp="1"/>
          </p:cNvSpPr>
          <p:nvPr/>
        </p:nvSpPr>
        <p:spPr>
          <a:xfrm>
            <a:off x="704900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5" name="data_8126">
            <a:extLst>
              <a:ext uri="{FF2B5EF4-FFF2-40B4-BE49-F238E27FC236}">
                <a16:creationId xmlns:a16="http://schemas.microsoft.com/office/drawing/2014/main" id="{57632333-B932-4B0B-8C4F-F1F181B3C8E0}"/>
              </a:ext>
            </a:extLst>
          </p:cNvPr>
          <p:cNvSpPr>
            <a:spLocks noGrp="1"/>
          </p:cNvSpPr>
          <p:nvPr/>
        </p:nvSpPr>
        <p:spPr>
          <a:xfrm>
            <a:off x="707676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6" name="data_8127">
            <a:extLst>
              <a:ext uri="{FF2B5EF4-FFF2-40B4-BE49-F238E27FC236}">
                <a16:creationId xmlns:a16="http://schemas.microsoft.com/office/drawing/2014/main" id="{A00CADA8-6A04-45C2-B089-C78FD686D6A1}"/>
              </a:ext>
            </a:extLst>
          </p:cNvPr>
          <p:cNvSpPr>
            <a:spLocks noGrp="1"/>
          </p:cNvSpPr>
          <p:nvPr/>
        </p:nvSpPr>
        <p:spPr>
          <a:xfrm>
            <a:off x="706373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7" name="data_8128">
            <a:extLst>
              <a:ext uri="{FF2B5EF4-FFF2-40B4-BE49-F238E27FC236}">
                <a16:creationId xmlns:a16="http://schemas.microsoft.com/office/drawing/2014/main" id="{3A266700-CBE4-4904-BD96-D034FCB56252}"/>
              </a:ext>
            </a:extLst>
          </p:cNvPr>
          <p:cNvSpPr>
            <a:spLocks noGrp="1"/>
          </p:cNvSpPr>
          <p:nvPr/>
        </p:nvSpPr>
        <p:spPr>
          <a:xfrm>
            <a:off x="707998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8" name="data_8129">
            <a:extLst>
              <a:ext uri="{FF2B5EF4-FFF2-40B4-BE49-F238E27FC236}">
                <a16:creationId xmlns:a16="http://schemas.microsoft.com/office/drawing/2014/main" id="{12288A72-7695-4DFC-8C8F-25E9522BE3C2}"/>
              </a:ext>
            </a:extLst>
          </p:cNvPr>
          <p:cNvSpPr>
            <a:spLocks noGrp="1"/>
          </p:cNvSpPr>
          <p:nvPr/>
        </p:nvSpPr>
        <p:spPr>
          <a:xfrm>
            <a:off x="7131537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9" name="data_8130">
            <a:extLst>
              <a:ext uri="{FF2B5EF4-FFF2-40B4-BE49-F238E27FC236}">
                <a16:creationId xmlns:a16="http://schemas.microsoft.com/office/drawing/2014/main" id="{634D6ADE-94D6-4202-BAC2-73FE2BF7E870}"/>
              </a:ext>
            </a:extLst>
          </p:cNvPr>
          <p:cNvSpPr>
            <a:spLocks noGrp="1"/>
          </p:cNvSpPr>
          <p:nvPr/>
        </p:nvSpPr>
        <p:spPr>
          <a:xfrm>
            <a:off x="710262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0" name="data_8131">
            <a:extLst>
              <a:ext uri="{FF2B5EF4-FFF2-40B4-BE49-F238E27FC236}">
                <a16:creationId xmlns:a16="http://schemas.microsoft.com/office/drawing/2014/main" id="{98D667E3-D81B-40E6-8129-38136C428BA7}"/>
              </a:ext>
            </a:extLst>
          </p:cNvPr>
          <p:cNvSpPr>
            <a:spLocks noGrp="1"/>
          </p:cNvSpPr>
          <p:nvPr/>
        </p:nvSpPr>
        <p:spPr>
          <a:xfrm>
            <a:off x="70512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1" name="data_8132">
            <a:extLst>
              <a:ext uri="{FF2B5EF4-FFF2-40B4-BE49-F238E27FC236}">
                <a16:creationId xmlns:a16="http://schemas.microsoft.com/office/drawing/2014/main" id="{CA0160DA-207E-4D24-8758-1EE3BE59F4C7}"/>
              </a:ext>
            </a:extLst>
          </p:cNvPr>
          <p:cNvSpPr>
            <a:spLocks noGrp="1"/>
          </p:cNvSpPr>
          <p:nvPr/>
        </p:nvSpPr>
        <p:spPr>
          <a:xfrm>
            <a:off x="7098136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2" name="data_8133">
            <a:extLst>
              <a:ext uri="{FF2B5EF4-FFF2-40B4-BE49-F238E27FC236}">
                <a16:creationId xmlns:a16="http://schemas.microsoft.com/office/drawing/2014/main" id="{45087BF3-A87E-4BB2-B114-1A8625BF44E5}"/>
              </a:ext>
            </a:extLst>
          </p:cNvPr>
          <p:cNvSpPr>
            <a:spLocks noGrp="1"/>
          </p:cNvSpPr>
          <p:nvPr/>
        </p:nvSpPr>
        <p:spPr>
          <a:xfrm>
            <a:off x="706095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3" name="data_8134">
            <a:extLst>
              <a:ext uri="{FF2B5EF4-FFF2-40B4-BE49-F238E27FC236}">
                <a16:creationId xmlns:a16="http://schemas.microsoft.com/office/drawing/2014/main" id="{C083B6D1-00C5-402C-8EAB-523EDAEA1A24}"/>
              </a:ext>
            </a:extLst>
          </p:cNvPr>
          <p:cNvSpPr>
            <a:spLocks noGrp="1"/>
          </p:cNvSpPr>
          <p:nvPr/>
        </p:nvSpPr>
        <p:spPr>
          <a:xfrm>
            <a:off x="70809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4" name="data_8135">
            <a:extLst>
              <a:ext uri="{FF2B5EF4-FFF2-40B4-BE49-F238E27FC236}">
                <a16:creationId xmlns:a16="http://schemas.microsoft.com/office/drawing/2014/main" id="{7401E8D1-3440-4908-B92D-E9CD450B392A}"/>
              </a:ext>
            </a:extLst>
          </p:cNvPr>
          <p:cNvSpPr>
            <a:spLocks noGrp="1"/>
          </p:cNvSpPr>
          <p:nvPr/>
        </p:nvSpPr>
        <p:spPr>
          <a:xfrm>
            <a:off x="705796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5" name="data_8136">
            <a:extLst>
              <a:ext uri="{FF2B5EF4-FFF2-40B4-BE49-F238E27FC236}">
                <a16:creationId xmlns:a16="http://schemas.microsoft.com/office/drawing/2014/main" id="{33AE6178-6D7C-49D7-8D76-451774C82F2E}"/>
              </a:ext>
            </a:extLst>
          </p:cNvPr>
          <p:cNvSpPr>
            <a:spLocks noGrp="1"/>
          </p:cNvSpPr>
          <p:nvPr/>
        </p:nvSpPr>
        <p:spPr>
          <a:xfrm>
            <a:off x="7140698" y="57349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6" name="data_8137">
            <a:extLst>
              <a:ext uri="{FF2B5EF4-FFF2-40B4-BE49-F238E27FC236}">
                <a16:creationId xmlns:a16="http://schemas.microsoft.com/office/drawing/2014/main" id="{7957587C-DDCA-4D70-93D2-F51DC0407767}"/>
              </a:ext>
            </a:extLst>
          </p:cNvPr>
          <p:cNvSpPr>
            <a:spLocks noGrp="1"/>
          </p:cNvSpPr>
          <p:nvPr/>
        </p:nvSpPr>
        <p:spPr>
          <a:xfrm>
            <a:off x="706381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7" name="data_8138">
            <a:extLst>
              <a:ext uri="{FF2B5EF4-FFF2-40B4-BE49-F238E27FC236}">
                <a16:creationId xmlns:a16="http://schemas.microsoft.com/office/drawing/2014/main" id="{BEB66F4E-2D70-4ABD-A3C5-CA7E8EC67855}"/>
              </a:ext>
            </a:extLst>
          </p:cNvPr>
          <p:cNvSpPr>
            <a:spLocks noGrp="1"/>
          </p:cNvSpPr>
          <p:nvPr/>
        </p:nvSpPr>
        <p:spPr>
          <a:xfrm>
            <a:off x="706661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8" name="data_8139">
            <a:extLst>
              <a:ext uri="{FF2B5EF4-FFF2-40B4-BE49-F238E27FC236}">
                <a16:creationId xmlns:a16="http://schemas.microsoft.com/office/drawing/2014/main" id="{287240CD-0E9E-4712-B29F-00D9A4BACDEC}"/>
              </a:ext>
            </a:extLst>
          </p:cNvPr>
          <p:cNvSpPr>
            <a:spLocks noGrp="1"/>
          </p:cNvSpPr>
          <p:nvPr/>
        </p:nvSpPr>
        <p:spPr>
          <a:xfrm>
            <a:off x="709554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9" name="data_8140">
            <a:extLst>
              <a:ext uri="{FF2B5EF4-FFF2-40B4-BE49-F238E27FC236}">
                <a16:creationId xmlns:a16="http://schemas.microsoft.com/office/drawing/2014/main" id="{B64B49D8-B720-4240-9BC4-E6420D988A39}"/>
              </a:ext>
            </a:extLst>
          </p:cNvPr>
          <p:cNvSpPr>
            <a:spLocks noGrp="1"/>
          </p:cNvSpPr>
          <p:nvPr/>
        </p:nvSpPr>
        <p:spPr>
          <a:xfrm>
            <a:off x="7123606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0" name="data_8141">
            <a:extLst>
              <a:ext uri="{FF2B5EF4-FFF2-40B4-BE49-F238E27FC236}">
                <a16:creationId xmlns:a16="http://schemas.microsoft.com/office/drawing/2014/main" id="{586BF2CE-E38B-4A95-B348-6B5A96255849}"/>
              </a:ext>
            </a:extLst>
          </p:cNvPr>
          <p:cNvSpPr>
            <a:spLocks noGrp="1"/>
          </p:cNvSpPr>
          <p:nvPr/>
        </p:nvSpPr>
        <p:spPr>
          <a:xfrm>
            <a:off x="712753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1" name="data_8142">
            <a:extLst>
              <a:ext uri="{FF2B5EF4-FFF2-40B4-BE49-F238E27FC236}">
                <a16:creationId xmlns:a16="http://schemas.microsoft.com/office/drawing/2014/main" id="{AE9CAA96-EBA7-460E-A394-687693DD042D}"/>
              </a:ext>
            </a:extLst>
          </p:cNvPr>
          <p:cNvSpPr>
            <a:spLocks noGrp="1"/>
          </p:cNvSpPr>
          <p:nvPr/>
        </p:nvSpPr>
        <p:spPr>
          <a:xfrm>
            <a:off x="7067617" y="60453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2" name="data_8143">
            <a:extLst>
              <a:ext uri="{FF2B5EF4-FFF2-40B4-BE49-F238E27FC236}">
                <a16:creationId xmlns:a16="http://schemas.microsoft.com/office/drawing/2014/main" id="{65E0E38A-9F54-4DFA-960B-50FF6AA139A4}"/>
              </a:ext>
            </a:extLst>
          </p:cNvPr>
          <p:cNvSpPr>
            <a:spLocks noGrp="1"/>
          </p:cNvSpPr>
          <p:nvPr/>
        </p:nvSpPr>
        <p:spPr>
          <a:xfrm>
            <a:off x="705110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3" name="data_8144">
            <a:extLst>
              <a:ext uri="{FF2B5EF4-FFF2-40B4-BE49-F238E27FC236}">
                <a16:creationId xmlns:a16="http://schemas.microsoft.com/office/drawing/2014/main" id="{1A785E17-2722-46BB-8674-A4D31ABF99EA}"/>
              </a:ext>
            </a:extLst>
          </p:cNvPr>
          <p:cNvSpPr>
            <a:spLocks noGrp="1"/>
          </p:cNvSpPr>
          <p:nvPr/>
        </p:nvSpPr>
        <p:spPr>
          <a:xfrm>
            <a:off x="711043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4" name="data_8145">
            <a:extLst>
              <a:ext uri="{FF2B5EF4-FFF2-40B4-BE49-F238E27FC236}">
                <a16:creationId xmlns:a16="http://schemas.microsoft.com/office/drawing/2014/main" id="{A7BA5F54-8BAB-4E28-A90B-377A8B3BF2A2}"/>
              </a:ext>
            </a:extLst>
          </p:cNvPr>
          <p:cNvSpPr>
            <a:spLocks noGrp="1"/>
          </p:cNvSpPr>
          <p:nvPr/>
        </p:nvSpPr>
        <p:spPr>
          <a:xfrm>
            <a:off x="710265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5" name="data_8146">
            <a:extLst>
              <a:ext uri="{FF2B5EF4-FFF2-40B4-BE49-F238E27FC236}">
                <a16:creationId xmlns:a16="http://schemas.microsoft.com/office/drawing/2014/main" id="{1177D93E-9F7C-41EE-BA25-4B31371F600B}"/>
              </a:ext>
            </a:extLst>
          </p:cNvPr>
          <p:cNvSpPr>
            <a:spLocks noGrp="1"/>
          </p:cNvSpPr>
          <p:nvPr/>
        </p:nvSpPr>
        <p:spPr>
          <a:xfrm>
            <a:off x="7143298" y="52265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6" name="data_8147">
            <a:extLst>
              <a:ext uri="{FF2B5EF4-FFF2-40B4-BE49-F238E27FC236}">
                <a16:creationId xmlns:a16="http://schemas.microsoft.com/office/drawing/2014/main" id="{009489EE-C191-48F0-8253-D45A91355F35}"/>
              </a:ext>
            </a:extLst>
          </p:cNvPr>
          <p:cNvSpPr>
            <a:spLocks noGrp="1"/>
          </p:cNvSpPr>
          <p:nvPr/>
        </p:nvSpPr>
        <p:spPr>
          <a:xfrm>
            <a:off x="709396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7" name="data_8148">
            <a:extLst>
              <a:ext uri="{FF2B5EF4-FFF2-40B4-BE49-F238E27FC236}">
                <a16:creationId xmlns:a16="http://schemas.microsoft.com/office/drawing/2014/main" id="{F8AEE07A-BF9A-4FBE-B2EA-61FE7B453143}"/>
              </a:ext>
            </a:extLst>
          </p:cNvPr>
          <p:cNvSpPr>
            <a:spLocks noGrp="1"/>
          </p:cNvSpPr>
          <p:nvPr/>
        </p:nvSpPr>
        <p:spPr>
          <a:xfrm>
            <a:off x="715770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8" name="data_8149">
            <a:extLst>
              <a:ext uri="{FF2B5EF4-FFF2-40B4-BE49-F238E27FC236}">
                <a16:creationId xmlns:a16="http://schemas.microsoft.com/office/drawing/2014/main" id="{DDAB73EB-F5CD-4E31-B856-D03FE1359005}"/>
              </a:ext>
            </a:extLst>
          </p:cNvPr>
          <p:cNvSpPr>
            <a:spLocks noGrp="1"/>
          </p:cNvSpPr>
          <p:nvPr/>
        </p:nvSpPr>
        <p:spPr>
          <a:xfrm>
            <a:off x="7098679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9" name="data_8150">
            <a:extLst>
              <a:ext uri="{FF2B5EF4-FFF2-40B4-BE49-F238E27FC236}">
                <a16:creationId xmlns:a16="http://schemas.microsoft.com/office/drawing/2014/main" id="{1C6450F8-CB99-4EE3-B7FD-327A4D804419}"/>
              </a:ext>
            </a:extLst>
          </p:cNvPr>
          <p:cNvSpPr>
            <a:spLocks noGrp="1"/>
          </p:cNvSpPr>
          <p:nvPr/>
        </p:nvSpPr>
        <p:spPr>
          <a:xfrm>
            <a:off x="708412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0" name="data_8151">
            <a:extLst>
              <a:ext uri="{FF2B5EF4-FFF2-40B4-BE49-F238E27FC236}">
                <a16:creationId xmlns:a16="http://schemas.microsoft.com/office/drawing/2014/main" id="{99247C30-897D-459F-A118-9714F406A631}"/>
              </a:ext>
            </a:extLst>
          </p:cNvPr>
          <p:cNvSpPr>
            <a:spLocks noGrp="1"/>
          </p:cNvSpPr>
          <p:nvPr/>
        </p:nvSpPr>
        <p:spPr>
          <a:xfrm>
            <a:off x="712371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1" name="data_8152">
            <a:extLst>
              <a:ext uri="{FF2B5EF4-FFF2-40B4-BE49-F238E27FC236}">
                <a16:creationId xmlns:a16="http://schemas.microsoft.com/office/drawing/2014/main" id="{7DA23807-BB5C-48D9-91AE-7F6DBAAE1333}"/>
              </a:ext>
            </a:extLst>
          </p:cNvPr>
          <p:cNvSpPr>
            <a:spLocks noGrp="1"/>
          </p:cNvSpPr>
          <p:nvPr/>
        </p:nvSpPr>
        <p:spPr>
          <a:xfrm>
            <a:off x="706543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2" name="data_8153">
            <a:extLst>
              <a:ext uri="{FF2B5EF4-FFF2-40B4-BE49-F238E27FC236}">
                <a16:creationId xmlns:a16="http://schemas.microsoft.com/office/drawing/2014/main" id="{38406B55-4DF4-48F0-B901-E83F13B4F7CD}"/>
              </a:ext>
            </a:extLst>
          </p:cNvPr>
          <p:cNvSpPr>
            <a:spLocks noGrp="1"/>
          </p:cNvSpPr>
          <p:nvPr/>
        </p:nvSpPr>
        <p:spPr>
          <a:xfrm>
            <a:off x="713469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3" name="data_8154">
            <a:extLst>
              <a:ext uri="{FF2B5EF4-FFF2-40B4-BE49-F238E27FC236}">
                <a16:creationId xmlns:a16="http://schemas.microsoft.com/office/drawing/2014/main" id="{95A688B8-4743-4879-B15F-F6CD02C8FF53}"/>
              </a:ext>
            </a:extLst>
          </p:cNvPr>
          <p:cNvSpPr>
            <a:spLocks noGrp="1"/>
          </p:cNvSpPr>
          <p:nvPr/>
        </p:nvSpPr>
        <p:spPr>
          <a:xfrm>
            <a:off x="7109768" y="6591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4" name="data_8155">
            <a:extLst>
              <a:ext uri="{FF2B5EF4-FFF2-40B4-BE49-F238E27FC236}">
                <a16:creationId xmlns:a16="http://schemas.microsoft.com/office/drawing/2014/main" id="{BEBE5E03-0024-4A3D-B04F-FD5B3F7D5088}"/>
              </a:ext>
            </a:extLst>
          </p:cNvPr>
          <p:cNvSpPr>
            <a:spLocks noGrp="1"/>
          </p:cNvSpPr>
          <p:nvPr/>
        </p:nvSpPr>
        <p:spPr>
          <a:xfrm>
            <a:off x="7103231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5" name="data_8156">
            <a:extLst>
              <a:ext uri="{FF2B5EF4-FFF2-40B4-BE49-F238E27FC236}">
                <a16:creationId xmlns:a16="http://schemas.microsoft.com/office/drawing/2014/main" id="{93A440B5-47B3-43C0-8D01-BF649D68E857}"/>
              </a:ext>
            </a:extLst>
          </p:cNvPr>
          <p:cNvSpPr>
            <a:spLocks noGrp="1"/>
          </p:cNvSpPr>
          <p:nvPr/>
        </p:nvSpPr>
        <p:spPr>
          <a:xfrm>
            <a:off x="7116049" y="68551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6" name="data_8157">
            <a:extLst>
              <a:ext uri="{FF2B5EF4-FFF2-40B4-BE49-F238E27FC236}">
                <a16:creationId xmlns:a16="http://schemas.microsoft.com/office/drawing/2014/main" id="{831E3897-7C2D-442F-9579-7440D0479CF7}"/>
              </a:ext>
            </a:extLst>
          </p:cNvPr>
          <p:cNvSpPr>
            <a:spLocks noGrp="1"/>
          </p:cNvSpPr>
          <p:nvPr/>
        </p:nvSpPr>
        <p:spPr>
          <a:xfrm>
            <a:off x="714046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7" name="data_8158">
            <a:extLst>
              <a:ext uri="{FF2B5EF4-FFF2-40B4-BE49-F238E27FC236}">
                <a16:creationId xmlns:a16="http://schemas.microsoft.com/office/drawing/2014/main" id="{F3CE892A-A181-4DA9-A709-FA69D0663166}"/>
              </a:ext>
            </a:extLst>
          </p:cNvPr>
          <p:cNvSpPr>
            <a:spLocks noGrp="1"/>
          </p:cNvSpPr>
          <p:nvPr/>
        </p:nvSpPr>
        <p:spPr>
          <a:xfrm>
            <a:off x="708526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8" name="data_8159">
            <a:extLst>
              <a:ext uri="{FF2B5EF4-FFF2-40B4-BE49-F238E27FC236}">
                <a16:creationId xmlns:a16="http://schemas.microsoft.com/office/drawing/2014/main" id="{CE6D7EDC-1F61-4E90-AD50-8F721D6001DE}"/>
              </a:ext>
            </a:extLst>
          </p:cNvPr>
          <p:cNvSpPr>
            <a:spLocks noGrp="1"/>
          </p:cNvSpPr>
          <p:nvPr/>
        </p:nvSpPr>
        <p:spPr>
          <a:xfrm>
            <a:off x="707372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9" name="data_8160">
            <a:extLst>
              <a:ext uri="{FF2B5EF4-FFF2-40B4-BE49-F238E27FC236}">
                <a16:creationId xmlns:a16="http://schemas.microsoft.com/office/drawing/2014/main" id="{4BE2333B-BAC2-4992-BC19-5F825AD38848}"/>
              </a:ext>
            </a:extLst>
          </p:cNvPr>
          <p:cNvSpPr>
            <a:spLocks noGrp="1"/>
          </p:cNvSpPr>
          <p:nvPr/>
        </p:nvSpPr>
        <p:spPr>
          <a:xfrm>
            <a:off x="713096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0" name="data_8161">
            <a:extLst>
              <a:ext uri="{FF2B5EF4-FFF2-40B4-BE49-F238E27FC236}">
                <a16:creationId xmlns:a16="http://schemas.microsoft.com/office/drawing/2014/main" id="{9604AC4C-9A5F-4A0C-87DA-0B357BD6C268}"/>
              </a:ext>
            </a:extLst>
          </p:cNvPr>
          <p:cNvSpPr>
            <a:spLocks noGrp="1"/>
          </p:cNvSpPr>
          <p:nvPr/>
        </p:nvSpPr>
        <p:spPr>
          <a:xfrm>
            <a:off x="710672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1" name="data_8162">
            <a:extLst>
              <a:ext uri="{FF2B5EF4-FFF2-40B4-BE49-F238E27FC236}">
                <a16:creationId xmlns:a16="http://schemas.microsoft.com/office/drawing/2014/main" id="{161C6F7C-ABF3-407F-A915-3FF84806DE05}"/>
              </a:ext>
            </a:extLst>
          </p:cNvPr>
          <p:cNvSpPr>
            <a:spLocks noGrp="1"/>
          </p:cNvSpPr>
          <p:nvPr/>
        </p:nvSpPr>
        <p:spPr>
          <a:xfrm>
            <a:off x="711467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2" name="data_8163">
            <a:extLst>
              <a:ext uri="{FF2B5EF4-FFF2-40B4-BE49-F238E27FC236}">
                <a16:creationId xmlns:a16="http://schemas.microsoft.com/office/drawing/2014/main" id="{4257EED5-0C19-4AB6-ACAC-36984BF27E59}"/>
              </a:ext>
            </a:extLst>
          </p:cNvPr>
          <p:cNvSpPr>
            <a:spLocks noGrp="1"/>
          </p:cNvSpPr>
          <p:nvPr/>
        </p:nvSpPr>
        <p:spPr>
          <a:xfrm>
            <a:off x="704805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3" name="data_8164">
            <a:extLst>
              <a:ext uri="{FF2B5EF4-FFF2-40B4-BE49-F238E27FC236}">
                <a16:creationId xmlns:a16="http://schemas.microsoft.com/office/drawing/2014/main" id="{6BD2F5B7-4F23-40BC-8689-25ED87B68201}"/>
              </a:ext>
            </a:extLst>
          </p:cNvPr>
          <p:cNvSpPr>
            <a:spLocks noGrp="1"/>
          </p:cNvSpPr>
          <p:nvPr/>
        </p:nvSpPr>
        <p:spPr>
          <a:xfrm>
            <a:off x="712049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4" name="data_8165">
            <a:extLst>
              <a:ext uri="{FF2B5EF4-FFF2-40B4-BE49-F238E27FC236}">
                <a16:creationId xmlns:a16="http://schemas.microsoft.com/office/drawing/2014/main" id="{24DE1079-A941-4044-8050-966D1552177A}"/>
              </a:ext>
            </a:extLst>
          </p:cNvPr>
          <p:cNvSpPr>
            <a:spLocks noGrp="1"/>
          </p:cNvSpPr>
          <p:nvPr/>
        </p:nvSpPr>
        <p:spPr>
          <a:xfrm>
            <a:off x="713734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5" name="data_8166">
            <a:extLst>
              <a:ext uri="{FF2B5EF4-FFF2-40B4-BE49-F238E27FC236}">
                <a16:creationId xmlns:a16="http://schemas.microsoft.com/office/drawing/2014/main" id="{80203B93-79DB-44EA-BC8E-60808FF2FD44}"/>
              </a:ext>
            </a:extLst>
          </p:cNvPr>
          <p:cNvSpPr>
            <a:spLocks noGrp="1"/>
          </p:cNvSpPr>
          <p:nvPr/>
        </p:nvSpPr>
        <p:spPr>
          <a:xfrm>
            <a:off x="705455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6" name="data_8167">
            <a:extLst>
              <a:ext uri="{FF2B5EF4-FFF2-40B4-BE49-F238E27FC236}">
                <a16:creationId xmlns:a16="http://schemas.microsoft.com/office/drawing/2014/main" id="{D4C7ECC1-2709-473C-804A-5496DF66E5EF}"/>
              </a:ext>
            </a:extLst>
          </p:cNvPr>
          <p:cNvSpPr>
            <a:spLocks noGrp="1"/>
          </p:cNvSpPr>
          <p:nvPr/>
        </p:nvSpPr>
        <p:spPr>
          <a:xfrm>
            <a:off x="7085400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7" name="data_8168">
            <a:extLst>
              <a:ext uri="{FF2B5EF4-FFF2-40B4-BE49-F238E27FC236}">
                <a16:creationId xmlns:a16="http://schemas.microsoft.com/office/drawing/2014/main" id="{1EA40B26-E261-4F5A-AB1E-E6AA9886473B}"/>
              </a:ext>
            </a:extLst>
          </p:cNvPr>
          <p:cNvSpPr>
            <a:spLocks noGrp="1"/>
          </p:cNvSpPr>
          <p:nvPr/>
        </p:nvSpPr>
        <p:spPr>
          <a:xfrm>
            <a:off x="7144264" y="55361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8" name="data_8169">
            <a:extLst>
              <a:ext uri="{FF2B5EF4-FFF2-40B4-BE49-F238E27FC236}">
                <a16:creationId xmlns:a16="http://schemas.microsoft.com/office/drawing/2014/main" id="{9EE6F07B-87EC-47A2-BC81-BEEBCCCC4F4E}"/>
              </a:ext>
            </a:extLst>
          </p:cNvPr>
          <p:cNvSpPr>
            <a:spLocks noGrp="1"/>
          </p:cNvSpPr>
          <p:nvPr/>
        </p:nvSpPr>
        <p:spPr>
          <a:xfrm>
            <a:off x="705947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9" name="data_8170">
            <a:extLst>
              <a:ext uri="{FF2B5EF4-FFF2-40B4-BE49-F238E27FC236}">
                <a16:creationId xmlns:a16="http://schemas.microsoft.com/office/drawing/2014/main" id="{10B67D05-27E5-4CF5-82ED-7B159553F4E6}"/>
              </a:ext>
            </a:extLst>
          </p:cNvPr>
          <p:cNvSpPr>
            <a:spLocks noGrp="1"/>
          </p:cNvSpPr>
          <p:nvPr/>
        </p:nvSpPr>
        <p:spPr>
          <a:xfrm>
            <a:off x="708989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0" name="data_8171">
            <a:extLst>
              <a:ext uri="{FF2B5EF4-FFF2-40B4-BE49-F238E27FC236}">
                <a16:creationId xmlns:a16="http://schemas.microsoft.com/office/drawing/2014/main" id="{0B3607E7-046F-4FC1-9264-635C035D3B76}"/>
              </a:ext>
            </a:extLst>
          </p:cNvPr>
          <p:cNvSpPr>
            <a:spLocks noGrp="1"/>
          </p:cNvSpPr>
          <p:nvPr/>
        </p:nvSpPr>
        <p:spPr>
          <a:xfrm>
            <a:off x="7095934" y="66901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1" name="data_8172">
            <a:extLst>
              <a:ext uri="{FF2B5EF4-FFF2-40B4-BE49-F238E27FC236}">
                <a16:creationId xmlns:a16="http://schemas.microsoft.com/office/drawing/2014/main" id="{FCDA20DF-0B97-4CC8-8408-F6FAF0EDCEE4}"/>
              </a:ext>
            </a:extLst>
          </p:cNvPr>
          <p:cNvSpPr>
            <a:spLocks noGrp="1"/>
          </p:cNvSpPr>
          <p:nvPr/>
        </p:nvSpPr>
        <p:spPr>
          <a:xfrm>
            <a:off x="710964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2" name="data_8173">
            <a:extLst>
              <a:ext uri="{FF2B5EF4-FFF2-40B4-BE49-F238E27FC236}">
                <a16:creationId xmlns:a16="http://schemas.microsoft.com/office/drawing/2014/main" id="{CA733090-8910-4852-B32A-FA18368FD4B6}"/>
              </a:ext>
            </a:extLst>
          </p:cNvPr>
          <p:cNvSpPr>
            <a:spLocks noGrp="1"/>
          </p:cNvSpPr>
          <p:nvPr/>
        </p:nvSpPr>
        <p:spPr>
          <a:xfrm>
            <a:off x="710798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3" name="data_8174">
            <a:extLst>
              <a:ext uri="{FF2B5EF4-FFF2-40B4-BE49-F238E27FC236}">
                <a16:creationId xmlns:a16="http://schemas.microsoft.com/office/drawing/2014/main" id="{EA02CF13-4284-4C83-9E2C-0217A3C1480E}"/>
              </a:ext>
            </a:extLst>
          </p:cNvPr>
          <p:cNvSpPr>
            <a:spLocks noGrp="1"/>
          </p:cNvSpPr>
          <p:nvPr/>
        </p:nvSpPr>
        <p:spPr>
          <a:xfrm>
            <a:off x="7119105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4" name="data_8175">
            <a:extLst>
              <a:ext uri="{FF2B5EF4-FFF2-40B4-BE49-F238E27FC236}">
                <a16:creationId xmlns:a16="http://schemas.microsoft.com/office/drawing/2014/main" id="{70167410-3956-46C1-B66C-3EBCA62218D0}"/>
              </a:ext>
            </a:extLst>
          </p:cNvPr>
          <p:cNvSpPr>
            <a:spLocks noGrp="1"/>
          </p:cNvSpPr>
          <p:nvPr/>
        </p:nvSpPr>
        <p:spPr>
          <a:xfrm>
            <a:off x="714876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5" name="data_8176">
            <a:extLst>
              <a:ext uri="{FF2B5EF4-FFF2-40B4-BE49-F238E27FC236}">
                <a16:creationId xmlns:a16="http://schemas.microsoft.com/office/drawing/2014/main" id="{FFB7BAFB-DD83-4140-A002-9676E5892621}"/>
              </a:ext>
            </a:extLst>
          </p:cNvPr>
          <p:cNvSpPr>
            <a:spLocks noGrp="1"/>
          </p:cNvSpPr>
          <p:nvPr/>
        </p:nvSpPr>
        <p:spPr>
          <a:xfrm>
            <a:off x="7110687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6" name="data_8177">
            <a:extLst>
              <a:ext uri="{FF2B5EF4-FFF2-40B4-BE49-F238E27FC236}">
                <a16:creationId xmlns:a16="http://schemas.microsoft.com/office/drawing/2014/main" id="{59B786C7-2FF5-44C6-ABC5-55A000383345}"/>
              </a:ext>
            </a:extLst>
          </p:cNvPr>
          <p:cNvSpPr>
            <a:spLocks noGrp="1"/>
          </p:cNvSpPr>
          <p:nvPr/>
        </p:nvSpPr>
        <p:spPr>
          <a:xfrm>
            <a:off x="7074350" y="66371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7" name="data_8178">
            <a:extLst>
              <a:ext uri="{FF2B5EF4-FFF2-40B4-BE49-F238E27FC236}">
                <a16:creationId xmlns:a16="http://schemas.microsoft.com/office/drawing/2014/main" id="{9884D2E8-6C5D-4D3B-BEF9-E4958115A8F8}"/>
              </a:ext>
            </a:extLst>
          </p:cNvPr>
          <p:cNvSpPr>
            <a:spLocks noGrp="1"/>
          </p:cNvSpPr>
          <p:nvPr/>
        </p:nvSpPr>
        <p:spPr>
          <a:xfrm>
            <a:off x="7151234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8" name="data_8179">
            <a:extLst>
              <a:ext uri="{FF2B5EF4-FFF2-40B4-BE49-F238E27FC236}">
                <a16:creationId xmlns:a16="http://schemas.microsoft.com/office/drawing/2014/main" id="{5067257F-D73B-4B85-8B45-59B13E88D3E7}"/>
              </a:ext>
            </a:extLst>
          </p:cNvPr>
          <p:cNvSpPr>
            <a:spLocks noGrp="1"/>
          </p:cNvSpPr>
          <p:nvPr/>
        </p:nvSpPr>
        <p:spPr>
          <a:xfrm>
            <a:off x="709965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9" name="data_8180">
            <a:extLst>
              <a:ext uri="{FF2B5EF4-FFF2-40B4-BE49-F238E27FC236}">
                <a16:creationId xmlns:a16="http://schemas.microsoft.com/office/drawing/2014/main" id="{B855098E-D2D9-467D-8F82-C1BDF9B6748F}"/>
              </a:ext>
            </a:extLst>
          </p:cNvPr>
          <p:cNvSpPr>
            <a:spLocks noGrp="1"/>
          </p:cNvSpPr>
          <p:nvPr/>
        </p:nvSpPr>
        <p:spPr>
          <a:xfrm>
            <a:off x="712958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0" name="data_8181">
            <a:extLst>
              <a:ext uri="{FF2B5EF4-FFF2-40B4-BE49-F238E27FC236}">
                <a16:creationId xmlns:a16="http://schemas.microsoft.com/office/drawing/2014/main" id="{A1527C68-8E80-41A9-99FF-5A1C8EE3AE8B}"/>
              </a:ext>
            </a:extLst>
          </p:cNvPr>
          <p:cNvSpPr>
            <a:spLocks noGrp="1"/>
          </p:cNvSpPr>
          <p:nvPr/>
        </p:nvSpPr>
        <p:spPr>
          <a:xfrm>
            <a:off x="707938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1" name="data_8182">
            <a:extLst>
              <a:ext uri="{FF2B5EF4-FFF2-40B4-BE49-F238E27FC236}">
                <a16:creationId xmlns:a16="http://schemas.microsoft.com/office/drawing/2014/main" id="{CB0881B6-08E9-45B2-9BAB-B2DAD463EAA9}"/>
              </a:ext>
            </a:extLst>
          </p:cNvPr>
          <p:cNvSpPr>
            <a:spLocks noGrp="1"/>
          </p:cNvSpPr>
          <p:nvPr/>
        </p:nvSpPr>
        <p:spPr>
          <a:xfrm>
            <a:off x="709328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2" name="data_8183">
            <a:extLst>
              <a:ext uri="{FF2B5EF4-FFF2-40B4-BE49-F238E27FC236}">
                <a16:creationId xmlns:a16="http://schemas.microsoft.com/office/drawing/2014/main" id="{62C79BF3-AD71-48FC-859E-97A146F6146D}"/>
              </a:ext>
            </a:extLst>
          </p:cNvPr>
          <p:cNvSpPr>
            <a:spLocks noGrp="1"/>
          </p:cNvSpPr>
          <p:nvPr/>
        </p:nvSpPr>
        <p:spPr>
          <a:xfrm>
            <a:off x="711970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3" name="data_8184">
            <a:extLst>
              <a:ext uri="{FF2B5EF4-FFF2-40B4-BE49-F238E27FC236}">
                <a16:creationId xmlns:a16="http://schemas.microsoft.com/office/drawing/2014/main" id="{CD348275-F314-4CDA-978A-D19CAD340AA2}"/>
              </a:ext>
            </a:extLst>
          </p:cNvPr>
          <p:cNvSpPr>
            <a:spLocks noGrp="1"/>
          </p:cNvSpPr>
          <p:nvPr/>
        </p:nvSpPr>
        <p:spPr>
          <a:xfrm>
            <a:off x="7114098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4" name="data_8185">
            <a:extLst>
              <a:ext uri="{FF2B5EF4-FFF2-40B4-BE49-F238E27FC236}">
                <a16:creationId xmlns:a16="http://schemas.microsoft.com/office/drawing/2014/main" id="{08D9E5D6-1EA8-45AD-A0EC-DFB9583C6A70}"/>
              </a:ext>
            </a:extLst>
          </p:cNvPr>
          <p:cNvSpPr>
            <a:spLocks noGrp="1"/>
          </p:cNvSpPr>
          <p:nvPr/>
        </p:nvSpPr>
        <p:spPr>
          <a:xfrm>
            <a:off x="709442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5" name="data_8186">
            <a:extLst>
              <a:ext uri="{FF2B5EF4-FFF2-40B4-BE49-F238E27FC236}">
                <a16:creationId xmlns:a16="http://schemas.microsoft.com/office/drawing/2014/main" id="{0AA27BBF-0110-4948-9547-F21586966098}"/>
              </a:ext>
            </a:extLst>
          </p:cNvPr>
          <p:cNvSpPr>
            <a:spLocks noGrp="1"/>
          </p:cNvSpPr>
          <p:nvPr/>
        </p:nvSpPr>
        <p:spPr>
          <a:xfrm>
            <a:off x="708443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6" name="data_8187">
            <a:extLst>
              <a:ext uri="{FF2B5EF4-FFF2-40B4-BE49-F238E27FC236}">
                <a16:creationId xmlns:a16="http://schemas.microsoft.com/office/drawing/2014/main" id="{E89777DA-CF04-4031-BB1A-86CF5C7D6E18}"/>
              </a:ext>
            </a:extLst>
          </p:cNvPr>
          <p:cNvSpPr>
            <a:spLocks noGrp="1"/>
          </p:cNvSpPr>
          <p:nvPr/>
        </p:nvSpPr>
        <p:spPr>
          <a:xfrm>
            <a:off x="712832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7" name="data_8188">
            <a:extLst>
              <a:ext uri="{FF2B5EF4-FFF2-40B4-BE49-F238E27FC236}">
                <a16:creationId xmlns:a16="http://schemas.microsoft.com/office/drawing/2014/main" id="{9D8C1A24-1933-4CB5-98F8-2657B371B7B2}"/>
              </a:ext>
            </a:extLst>
          </p:cNvPr>
          <p:cNvSpPr>
            <a:spLocks noGrp="1"/>
          </p:cNvSpPr>
          <p:nvPr/>
        </p:nvSpPr>
        <p:spPr>
          <a:xfrm>
            <a:off x="705601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8" name="data_8189">
            <a:extLst>
              <a:ext uri="{FF2B5EF4-FFF2-40B4-BE49-F238E27FC236}">
                <a16:creationId xmlns:a16="http://schemas.microsoft.com/office/drawing/2014/main" id="{9AFC22FD-264D-4208-8D24-B9CC14A633A4}"/>
              </a:ext>
            </a:extLst>
          </p:cNvPr>
          <p:cNvSpPr>
            <a:spLocks noGrp="1"/>
          </p:cNvSpPr>
          <p:nvPr/>
        </p:nvSpPr>
        <p:spPr>
          <a:xfrm>
            <a:off x="711961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9" name="data_8190">
            <a:extLst>
              <a:ext uri="{FF2B5EF4-FFF2-40B4-BE49-F238E27FC236}">
                <a16:creationId xmlns:a16="http://schemas.microsoft.com/office/drawing/2014/main" id="{2F3AD04F-1D10-47BA-9C3B-8B30E263353F}"/>
              </a:ext>
            </a:extLst>
          </p:cNvPr>
          <p:cNvSpPr>
            <a:spLocks noGrp="1"/>
          </p:cNvSpPr>
          <p:nvPr/>
        </p:nvSpPr>
        <p:spPr>
          <a:xfrm>
            <a:off x="707214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0" name="data_8191">
            <a:extLst>
              <a:ext uri="{FF2B5EF4-FFF2-40B4-BE49-F238E27FC236}">
                <a16:creationId xmlns:a16="http://schemas.microsoft.com/office/drawing/2014/main" id="{01C3B95F-DA9D-47E8-8DF7-13100113EC51}"/>
              </a:ext>
            </a:extLst>
          </p:cNvPr>
          <p:cNvSpPr>
            <a:spLocks noGrp="1"/>
          </p:cNvSpPr>
          <p:nvPr/>
        </p:nvSpPr>
        <p:spPr>
          <a:xfrm>
            <a:off x="7137068" y="67748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1" name="data_8192">
            <a:extLst>
              <a:ext uri="{FF2B5EF4-FFF2-40B4-BE49-F238E27FC236}">
                <a16:creationId xmlns:a16="http://schemas.microsoft.com/office/drawing/2014/main" id="{D9757F7B-9C1F-406A-8FFC-0049BE297C88}"/>
              </a:ext>
            </a:extLst>
          </p:cNvPr>
          <p:cNvSpPr>
            <a:spLocks noGrp="1"/>
          </p:cNvSpPr>
          <p:nvPr/>
        </p:nvSpPr>
        <p:spPr>
          <a:xfrm>
            <a:off x="713133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2" name="data_8193">
            <a:extLst>
              <a:ext uri="{FF2B5EF4-FFF2-40B4-BE49-F238E27FC236}">
                <a16:creationId xmlns:a16="http://schemas.microsoft.com/office/drawing/2014/main" id="{73EC50F2-8932-4BCE-94FD-74C199A6757A}"/>
              </a:ext>
            </a:extLst>
          </p:cNvPr>
          <p:cNvSpPr>
            <a:spLocks noGrp="1"/>
          </p:cNvSpPr>
          <p:nvPr/>
        </p:nvSpPr>
        <p:spPr>
          <a:xfrm>
            <a:off x="715306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3" name="data_8194">
            <a:extLst>
              <a:ext uri="{FF2B5EF4-FFF2-40B4-BE49-F238E27FC236}">
                <a16:creationId xmlns:a16="http://schemas.microsoft.com/office/drawing/2014/main" id="{E9474BB4-DAA5-464F-8045-7D96B9308992}"/>
              </a:ext>
            </a:extLst>
          </p:cNvPr>
          <p:cNvSpPr>
            <a:spLocks noGrp="1"/>
          </p:cNvSpPr>
          <p:nvPr/>
        </p:nvSpPr>
        <p:spPr>
          <a:xfrm>
            <a:off x="709277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4" name="data_8195">
            <a:extLst>
              <a:ext uri="{FF2B5EF4-FFF2-40B4-BE49-F238E27FC236}">
                <a16:creationId xmlns:a16="http://schemas.microsoft.com/office/drawing/2014/main" id="{5F55D350-4029-4755-ADEC-6E89E996D71F}"/>
              </a:ext>
            </a:extLst>
          </p:cNvPr>
          <p:cNvSpPr>
            <a:spLocks noGrp="1"/>
          </p:cNvSpPr>
          <p:nvPr/>
        </p:nvSpPr>
        <p:spPr>
          <a:xfrm>
            <a:off x="710718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5" name="data_8196">
            <a:extLst>
              <a:ext uri="{FF2B5EF4-FFF2-40B4-BE49-F238E27FC236}">
                <a16:creationId xmlns:a16="http://schemas.microsoft.com/office/drawing/2014/main" id="{E9BDD5F6-4EFE-4CDF-9653-BE2E6D26F0CE}"/>
              </a:ext>
            </a:extLst>
          </p:cNvPr>
          <p:cNvSpPr>
            <a:spLocks noGrp="1"/>
          </p:cNvSpPr>
          <p:nvPr/>
        </p:nvSpPr>
        <p:spPr>
          <a:xfrm>
            <a:off x="712392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6" name="data_8197">
            <a:extLst>
              <a:ext uri="{FF2B5EF4-FFF2-40B4-BE49-F238E27FC236}">
                <a16:creationId xmlns:a16="http://schemas.microsoft.com/office/drawing/2014/main" id="{E65842D9-4238-4CF6-8935-DF3120EECBDE}"/>
              </a:ext>
            </a:extLst>
          </p:cNvPr>
          <p:cNvSpPr>
            <a:spLocks noGrp="1"/>
          </p:cNvSpPr>
          <p:nvPr/>
        </p:nvSpPr>
        <p:spPr>
          <a:xfrm>
            <a:off x="713093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7" name="data_8198">
            <a:extLst>
              <a:ext uri="{FF2B5EF4-FFF2-40B4-BE49-F238E27FC236}">
                <a16:creationId xmlns:a16="http://schemas.microsoft.com/office/drawing/2014/main" id="{2E90F871-7144-4A55-8E6E-B1DE4A2148B5}"/>
              </a:ext>
            </a:extLst>
          </p:cNvPr>
          <p:cNvSpPr>
            <a:spLocks noGrp="1"/>
          </p:cNvSpPr>
          <p:nvPr/>
        </p:nvSpPr>
        <p:spPr>
          <a:xfrm>
            <a:off x="7073331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8" name="data_8199">
            <a:extLst>
              <a:ext uri="{FF2B5EF4-FFF2-40B4-BE49-F238E27FC236}">
                <a16:creationId xmlns:a16="http://schemas.microsoft.com/office/drawing/2014/main" id="{95790C70-1633-4D9A-A6CB-62CE20A49303}"/>
              </a:ext>
            </a:extLst>
          </p:cNvPr>
          <p:cNvSpPr>
            <a:spLocks noGrp="1"/>
          </p:cNvSpPr>
          <p:nvPr/>
        </p:nvSpPr>
        <p:spPr>
          <a:xfrm>
            <a:off x="7097620" y="6805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9" name="data_8200">
            <a:extLst>
              <a:ext uri="{FF2B5EF4-FFF2-40B4-BE49-F238E27FC236}">
                <a16:creationId xmlns:a16="http://schemas.microsoft.com/office/drawing/2014/main" id="{AD98C663-5FF2-4244-9158-A186F128296C}"/>
              </a:ext>
            </a:extLst>
          </p:cNvPr>
          <p:cNvSpPr>
            <a:spLocks noGrp="1"/>
          </p:cNvSpPr>
          <p:nvPr/>
        </p:nvSpPr>
        <p:spPr>
          <a:xfrm>
            <a:off x="7089247" y="6462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0" name="data_8201">
            <a:extLst>
              <a:ext uri="{FF2B5EF4-FFF2-40B4-BE49-F238E27FC236}">
                <a16:creationId xmlns:a16="http://schemas.microsoft.com/office/drawing/2014/main" id="{0BAB97DA-37C4-456A-9AAC-6F3D832EBBDE}"/>
              </a:ext>
            </a:extLst>
          </p:cNvPr>
          <p:cNvSpPr>
            <a:spLocks noGrp="1"/>
          </p:cNvSpPr>
          <p:nvPr/>
        </p:nvSpPr>
        <p:spPr>
          <a:xfrm>
            <a:off x="705902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1" name="data_8202">
            <a:extLst>
              <a:ext uri="{FF2B5EF4-FFF2-40B4-BE49-F238E27FC236}">
                <a16:creationId xmlns:a16="http://schemas.microsoft.com/office/drawing/2014/main" id="{3623B9DC-F79E-4DA3-AE73-92BF2D9B795D}"/>
              </a:ext>
            </a:extLst>
          </p:cNvPr>
          <p:cNvSpPr>
            <a:spLocks noGrp="1"/>
          </p:cNvSpPr>
          <p:nvPr/>
        </p:nvSpPr>
        <p:spPr>
          <a:xfrm>
            <a:off x="705997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2" name="data_8203">
            <a:extLst>
              <a:ext uri="{FF2B5EF4-FFF2-40B4-BE49-F238E27FC236}">
                <a16:creationId xmlns:a16="http://schemas.microsoft.com/office/drawing/2014/main" id="{9B2BF35F-56F4-45DF-84DF-5AB66E648573}"/>
              </a:ext>
            </a:extLst>
          </p:cNvPr>
          <p:cNvSpPr>
            <a:spLocks noGrp="1"/>
          </p:cNvSpPr>
          <p:nvPr/>
        </p:nvSpPr>
        <p:spPr>
          <a:xfrm>
            <a:off x="708690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3" name="data_8204">
            <a:extLst>
              <a:ext uri="{FF2B5EF4-FFF2-40B4-BE49-F238E27FC236}">
                <a16:creationId xmlns:a16="http://schemas.microsoft.com/office/drawing/2014/main" id="{C4FDB1AB-1136-48E0-94C9-6ED6AFEF8038}"/>
              </a:ext>
            </a:extLst>
          </p:cNvPr>
          <p:cNvSpPr>
            <a:spLocks noGrp="1"/>
          </p:cNvSpPr>
          <p:nvPr/>
        </p:nvSpPr>
        <p:spPr>
          <a:xfrm>
            <a:off x="714943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4" name="data_8205">
            <a:extLst>
              <a:ext uri="{FF2B5EF4-FFF2-40B4-BE49-F238E27FC236}">
                <a16:creationId xmlns:a16="http://schemas.microsoft.com/office/drawing/2014/main" id="{1A00FFAF-E90B-43A7-81AB-2E252F57BDD5}"/>
              </a:ext>
            </a:extLst>
          </p:cNvPr>
          <p:cNvSpPr>
            <a:spLocks noGrp="1"/>
          </p:cNvSpPr>
          <p:nvPr/>
        </p:nvSpPr>
        <p:spPr>
          <a:xfrm>
            <a:off x="707643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5" name="data_8206">
            <a:extLst>
              <a:ext uri="{FF2B5EF4-FFF2-40B4-BE49-F238E27FC236}">
                <a16:creationId xmlns:a16="http://schemas.microsoft.com/office/drawing/2014/main" id="{78F38A5D-0D37-4359-8595-5939803CE51F}"/>
              </a:ext>
            </a:extLst>
          </p:cNvPr>
          <p:cNvSpPr>
            <a:spLocks noGrp="1"/>
          </p:cNvSpPr>
          <p:nvPr/>
        </p:nvSpPr>
        <p:spPr>
          <a:xfrm>
            <a:off x="714889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6" name="data_8207">
            <a:extLst>
              <a:ext uri="{FF2B5EF4-FFF2-40B4-BE49-F238E27FC236}">
                <a16:creationId xmlns:a16="http://schemas.microsoft.com/office/drawing/2014/main" id="{D8A1050D-0D7E-40FE-ADD7-0AFF4F037700}"/>
              </a:ext>
            </a:extLst>
          </p:cNvPr>
          <p:cNvSpPr>
            <a:spLocks noGrp="1"/>
          </p:cNvSpPr>
          <p:nvPr/>
        </p:nvSpPr>
        <p:spPr>
          <a:xfrm>
            <a:off x="7063437" y="669835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7" name="data_8208">
            <a:extLst>
              <a:ext uri="{FF2B5EF4-FFF2-40B4-BE49-F238E27FC236}">
                <a16:creationId xmlns:a16="http://schemas.microsoft.com/office/drawing/2014/main" id="{87AD3F76-1D17-44BE-BF3D-29533F5A0EF4}"/>
              </a:ext>
            </a:extLst>
          </p:cNvPr>
          <p:cNvSpPr>
            <a:spLocks noGrp="1"/>
          </p:cNvSpPr>
          <p:nvPr/>
        </p:nvSpPr>
        <p:spPr>
          <a:xfrm>
            <a:off x="713992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8" name="data_8209">
            <a:extLst>
              <a:ext uri="{FF2B5EF4-FFF2-40B4-BE49-F238E27FC236}">
                <a16:creationId xmlns:a16="http://schemas.microsoft.com/office/drawing/2014/main" id="{B169A8A3-DC41-44D4-B18A-9B859F65C74F}"/>
              </a:ext>
            </a:extLst>
          </p:cNvPr>
          <p:cNvSpPr>
            <a:spLocks noGrp="1"/>
          </p:cNvSpPr>
          <p:nvPr/>
        </p:nvSpPr>
        <p:spPr>
          <a:xfrm>
            <a:off x="7086809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9" name="data_8210">
            <a:extLst>
              <a:ext uri="{FF2B5EF4-FFF2-40B4-BE49-F238E27FC236}">
                <a16:creationId xmlns:a16="http://schemas.microsoft.com/office/drawing/2014/main" id="{03B76063-5262-4E0A-94FB-51C1C57E04E7}"/>
              </a:ext>
            </a:extLst>
          </p:cNvPr>
          <p:cNvSpPr>
            <a:spLocks noGrp="1"/>
          </p:cNvSpPr>
          <p:nvPr/>
        </p:nvSpPr>
        <p:spPr>
          <a:xfrm>
            <a:off x="7090462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0" name="data_8211">
            <a:extLst>
              <a:ext uri="{FF2B5EF4-FFF2-40B4-BE49-F238E27FC236}">
                <a16:creationId xmlns:a16="http://schemas.microsoft.com/office/drawing/2014/main" id="{8FA37B04-E342-46CC-9F41-9E7B654D1D7B}"/>
              </a:ext>
            </a:extLst>
          </p:cNvPr>
          <p:cNvSpPr>
            <a:spLocks noGrp="1"/>
          </p:cNvSpPr>
          <p:nvPr/>
        </p:nvSpPr>
        <p:spPr>
          <a:xfrm>
            <a:off x="705677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1" name="data_8212">
            <a:extLst>
              <a:ext uri="{FF2B5EF4-FFF2-40B4-BE49-F238E27FC236}">
                <a16:creationId xmlns:a16="http://schemas.microsoft.com/office/drawing/2014/main" id="{DCE999BC-E8C3-4A78-B9DF-C23D11196AED}"/>
              </a:ext>
            </a:extLst>
          </p:cNvPr>
          <p:cNvSpPr>
            <a:spLocks noGrp="1"/>
          </p:cNvSpPr>
          <p:nvPr/>
        </p:nvSpPr>
        <p:spPr>
          <a:xfrm>
            <a:off x="710601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2" name="data_8213">
            <a:extLst>
              <a:ext uri="{FF2B5EF4-FFF2-40B4-BE49-F238E27FC236}">
                <a16:creationId xmlns:a16="http://schemas.microsoft.com/office/drawing/2014/main" id="{05648178-C345-4459-9E7D-944C9EBC8E27}"/>
              </a:ext>
            </a:extLst>
          </p:cNvPr>
          <p:cNvSpPr>
            <a:spLocks noGrp="1"/>
          </p:cNvSpPr>
          <p:nvPr/>
        </p:nvSpPr>
        <p:spPr>
          <a:xfrm>
            <a:off x="711054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3" name="data_8214">
            <a:extLst>
              <a:ext uri="{FF2B5EF4-FFF2-40B4-BE49-F238E27FC236}">
                <a16:creationId xmlns:a16="http://schemas.microsoft.com/office/drawing/2014/main" id="{4C7C173D-551D-4A0E-A7B3-426542673EA7}"/>
              </a:ext>
            </a:extLst>
          </p:cNvPr>
          <p:cNvSpPr>
            <a:spLocks noGrp="1"/>
          </p:cNvSpPr>
          <p:nvPr/>
        </p:nvSpPr>
        <p:spPr>
          <a:xfrm>
            <a:off x="712529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4" name="data_8215">
            <a:extLst>
              <a:ext uri="{FF2B5EF4-FFF2-40B4-BE49-F238E27FC236}">
                <a16:creationId xmlns:a16="http://schemas.microsoft.com/office/drawing/2014/main" id="{53CEE4DF-3590-4E7C-9F27-1D133AEDCE03}"/>
              </a:ext>
            </a:extLst>
          </p:cNvPr>
          <p:cNvSpPr>
            <a:spLocks noGrp="1"/>
          </p:cNvSpPr>
          <p:nvPr/>
        </p:nvSpPr>
        <p:spPr>
          <a:xfrm>
            <a:off x="710572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5" name="data_8216">
            <a:extLst>
              <a:ext uri="{FF2B5EF4-FFF2-40B4-BE49-F238E27FC236}">
                <a16:creationId xmlns:a16="http://schemas.microsoft.com/office/drawing/2014/main" id="{921961D4-B5A3-4C56-86E3-9BC1323584B5}"/>
              </a:ext>
            </a:extLst>
          </p:cNvPr>
          <p:cNvSpPr>
            <a:spLocks noGrp="1"/>
          </p:cNvSpPr>
          <p:nvPr/>
        </p:nvSpPr>
        <p:spPr>
          <a:xfrm>
            <a:off x="713722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6" name="data_8217">
            <a:extLst>
              <a:ext uri="{FF2B5EF4-FFF2-40B4-BE49-F238E27FC236}">
                <a16:creationId xmlns:a16="http://schemas.microsoft.com/office/drawing/2014/main" id="{4E57C6E3-9545-4E8A-A5AD-085522ECD932}"/>
              </a:ext>
            </a:extLst>
          </p:cNvPr>
          <p:cNvSpPr>
            <a:spLocks noGrp="1"/>
          </p:cNvSpPr>
          <p:nvPr/>
        </p:nvSpPr>
        <p:spPr>
          <a:xfrm>
            <a:off x="711943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7" name="data_8218">
            <a:extLst>
              <a:ext uri="{FF2B5EF4-FFF2-40B4-BE49-F238E27FC236}">
                <a16:creationId xmlns:a16="http://schemas.microsoft.com/office/drawing/2014/main" id="{A3AC7651-A0C4-4C76-A2D3-127A49BB2004}"/>
              </a:ext>
            </a:extLst>
          </p:cNvPr>
          <p:cNvSpPr>
            <a:spLocks noGrp="1"/>
          </p:cNvSpPr>
          <p:nvPr/>
        </p:nvSpPr>
        <p:spPr>
          <a:xfrm>
            <a:off x="754981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8" name="data_8219">
            <a:extLst>
              <a:ext uri="{FF2B5EF4-FFF2-40B4-BE49-F238E27FC236}">
                <a16:creationId xmlns:a16="http://schemas.microsoft.com/office/drawing/2014/main" id="{71DB4418-B9FB-4F6B-A95F-EC95B1FF4B60}"/>
              </a:ext>
            </a:extLst>
          </p:cNvPr>
          <p:cNvSpPr>
            <a:spLocks noGrp="1"/>
          </p:cNvSpPr>
          <p:nvPr/>
        </p:nvSpPr>
        <p:spPr>
          <a:xfrm>
            <a:off x="7574085" y="68682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9" name="data_8220">
            <a:extLst>
              <a:ext uri="{FF2B5EF4-FFF2-40B4-BE49-F238E27FC236}">
                <a16:creationId xmlns:a16="http://schemas.microsoft.com/office/drawing/2014/main" id="{8E0118B8-EADA-429A-875D-641A4756A608}"/>
              </a:ext>
            </a:extLst>
          </p:cNvPr>
          <p:cNvSpPr>
            <a:spLocks noGrp="1"/>
          </p:cNvSpPr>
          <p:nvPr/>
        </p:nvSpPr>
        <p:spPr>
          <a:xfrm>
            <a:off x="755191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0" name="data_8221">
            <a:extLst>
              <a:ext uri="{FF2B5EF4-FFF2-40B4-BE49-F238E27FC236}">
                <a16:creationId xmlns:a16="http://schemas.microsoft.com/office/drawing/2014/main" id="{E4C5C477-2609-4B60-867B-D1AE6868B289}"/>
              </a:ext>
            </a:extLst>
          </p:cNvPr>
          <p:cNvSpPr>
            <a:spLocks noGrp="1"/>
          </p:cNvSpPr>
          <p:nvPr/>
        </p:nvSpPr>
        <p:spPr>
          <a:xfrm>
            <a:off x="7562595" y="6894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1" name="data_8222">
            <a:extLst>
              <a:ext uri="{FF2B5EF4-FFF2-40B4-BE49-F238E27FC236}">
                <a16:creationId xmlns:a16="http://schemas.microsoft.com/office/drawing/2014/main" id="{18824662-662C-41EA-A23B-2173BE941B6E}"/>
              </a:ext>
            </a:extLst>
          </p:cNvPr>
          <p:cNvSpPr>
            <a:spLocks noGrp="1"/>
          </p:cNvSpPr>
          <p:nvPr/>
        </p:nvSpPr>
        <p:spPr>
          <a:xfrm>
            <a:off x="7532593" y="6901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2" name="data_8223">
            <a:extLst>
              <a:ext uri="{FF2B5EF4-FFF2-40B4-BE49-F238E27FC236}">
                <a16:creationId xmlns:a16="http://schemas.microsoft.com/office/drawing/2014/main" id="{410CF0E9-5C31-45A3-9D2C-DCF36680FE41}"/>
              </a:ext>
            </a:extLst>
          </p:cNvPr>
          <p:cNvSpPr>
            <a:spLocks noGrp="1"/>
          </p:cNvSpPr>
          <p:nvPr/>
        </p:nvSpPr>
        <p:spPr>
          <a:xfrm>
            <a:off x="7571367" y="63851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3" name="data_8224">
            <a:extLst>
              <a:ext uri="{FF2B5EF4-FFF2-40B4-BE49-F238E27FC236}">
                <a16:creationId xmlns:a16="http://schemas.microsoft.com/office/drawing/2014/main" id="{B3F296BA-D25F-429D-AF2A-4D70AE2BDD87}"/>
              </a:ext>
            </a:extLst>
          </p:cNvPr>
          <p:cNvSpPr>
            <a:spLocks noGrp="1"/>
          </p:cNvSpPr>
          <p:nvPr/>
        </p:nvSpPr>
        <p:spPr>
          <a:xfrm>
            <a:off x="7575677" y="67096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4" name="data_8225">
            <a:extLst>
              <a:ext uri="{FF2B5EF4-FFF2-40B4-BE49-F238E27FC236}">
                <a16:creationId xmlns:a16="http://schemas.microsoft.com/office/drawing/2014/main" id="{4B28EFAF-11A5-4863-B7AD-545C5E533768}"/>
              </a:ext>
            </a:extLst>
          </p:cNvPr>
          <p:cNvSpPr>
            <a:spLocks noGrp="1"/>
          </p:cNvSpPr>
          <p:nvPr/>
        </p:nvSpPr>
        <p:spPr>
          <a:xfrm>
            <a:off x="7596291" y="68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5" name="data_8226">
            <a:extLst>
              <a:ext uri="{FF2B5EF4-FFF2-40B4-BE49-F238E27FC236}">
                <a16:creationId xmlns:a16="http://schemas.microsoft.com/office/drawing/2014/main" id="{0AFF7A2A-874A-40EC-BA61-0197736CEA5A}"/>
              </a:ext>
            </a:extLst>
          </p:cNvPr>
          <p:cNvSpPr>
            <a:spLocks noGrp="1"/>
          </p:cNvSpPr>
          <p:nvPr/>
        </p:nvSpPr>
        <p:spPr>
          <a:xfrm>
            <a:off x="75366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6" name="data_8227">
            <a:extLst>
              <a:ext uri="{FF2B5EF4-FFF2-40B4-BE49-F238E27FC236}">
                <a16:creationId xmlns:a16="http://schemas.microsoft.com/office/drawing/2014/main" id="{F25FC23C-ECFA-456F-B5DB-FBAF01CD6271}"/>
              </a:ext>
            </a:extLst>
          </p:cNvPr>
          <p:cNvSpPr>
            <a:spLocks noGrp="1"/>
          </p:cNvSpPr>
          <p:nvPr/>
        </p:nvSpPr>
        <p:spPr>
          <a:xfrm>
            <a:off x="7593382" y="688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7" name="data_8228">
            <a:extLst>
              <a:ext uri="{FF2B5EF4-FFF2-40B4-BE49-F238E27FC236}">
                <a16:creationId xmlns:a16="http://schemas.microsoft.com/office/drawing/2014/main" id="{B94ED65C-7885-4E7C-90D4-B51F667200BB}"/>
              </a:ext>
            </a:extLst>
          </p:cNvPr>
          <p:cNvSpPr>
            <a:spLocks noGrp="1"/>
          </p:cNvSpPr>
          <p:nvPr/>
        </p:nvSpPr>
        <p:spPr>
          <a:xfrm>
            <a:off x="763041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8" name="data_8229">
            <a:extLst>
              <a:ext uri="{FF2B5EF4-FFF2-40B4-BE49-F238E27FC236}">
                <a16:creationId xmlns:a16="http://schemas.microsoft.com/office/drawing/2014/main" id="{1E403467-AA2B-4DD6-BF13-BD370B9774CF}"/>
              </a:ext>
            </a:extLst>
          </p:cNvPr>
          <p:cNvSpPr>
            <a:spLocks noGrp="1"/>
          </p:cNvSpPr>
          <p:nvPr/>
        </p:nvSpPr>
        <p:spPr>
          <a:xfrm>
            <a:off x="7618878" y="68935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9" name="data_8230">
            <a:extLst>
              <a:ext uri="{FF2B5EF4-FFF2-40B4-BE49-F238E27FC236}">
                <a16:creationId xmlns:a16="http://schemas.microsoft.com/office/drawing/2014/main" id="{A8422669-E7D5-4C42-BD85-B731E625AA8D}"/>
              </a:ext>
            </a:extLst>
          </p:cNvPr>
          <p:cNvSpPr>
            <a:spLocks noGrp="1"/>
          </p:cNvSpPr>
          <p:nvPr/>
        </p:nvSpPr>
        <p:spPr>
          <a:xfrm>
            <a:off x="758313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0" name="data_8231">
            <a:extLst>
              <a:ext uri="{FF2B5EF4-FFF2-40B4-BE49-F238E27FC236}">
                <a16:creationId xmlns:a16="http://schemas.microsoft.com/office/drawing/2014/main" id="{42DEAC10-FF88-4381-8C74-1BF44DE4660A}"/>
              </a:ext>
            </a:extLst>
          </p:cNvPr>
          <p:cNvSpPr>
            <a:spLocks noGrp="1"/>
          </p:cNvSpPr>
          <p:nvPr/>
        </p:nvSpPr>
        <p:spPr>
          <a:xfrm>
            <a:off x="756167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1" name="data_8232">
            <a:extLst>
              <a:ext uri="{FF2B5EF4-FFF2-40B4-BE49-F238E27FC236}">
                <a16:creationId xmlns:a16="http://schemas.microsoft.com/office/drawing/2014/main" id="{CE8C8087-10A5-4539-A147-42BC81F47D7B}"/>
              </a:ext>
            </a:extLst>
          </p:cNvPr>
          <p:cNvSpPr>
            <a:spLocks noGrp="1"/>
          </p:cNvSpPr>
          <p:nvPr/>
        </p:nvSpPr>
        <p:spPr>
          <a:xfrm>
            <a:off x="7630455" y="64935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2" name="data_8233">
            <a:extLst>
              <a:ext uri="{FF2B5EF4-FFF2-40B4-BE49-F238E27FC236}">
                <a16:creationId xmlns:a16="http://schemas.microsoft.com/office/drawing/2014/main" id="{60B077C6-51A6-46C2-9271-A42A8DC49AF4}"/>
              </a:ext>
            </a:extLst>
          </p:cNvPr>
          <p:cNvSpPr>
            <a:spLocks noGrp="1"/>
          </p:cNvSpPr>
          <p:nvPr/>
        </p:nvSpPr>
        <p:spPr>
          <a:xfrm>
            <a:off x="76209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3" name="data_8234">
            <a:extLst>
              <a:ext uri="{FF2B5EF4-FFF2-40B4-BE49-F238E27FC236}">
                <a16:creationId xmlns:a16="http://schemas.microsoft.com/office/drawing/2014/main" id="{5783F071-C7A4-4757-9B94-192009F0B0BC}"/>
              </a:ext>
            </a:extLst>
          </p:cNvPr>
          <p:cNvSpPr>
            <a:spLocks noGrp="1"/>
          </p:cNvSpPr>
          <p:nvPr/>
        </p:nvSpPr>
        <p:spPr>
          <a:xfrm>
            <a:off x="7612406" y="69033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4" name="data_8235">
            <a:extLst>
              <a:ext uri="{FF2B5EF4-FFF2-40B4-BE49-F238E27FC236}">
                <a16:creationId xmlns:a16="http://schemas.microsoft.com/office/drawing/2014/main" id="{589320E7-CA49-4182-ADFB-6D2185CB1D8D}"/>
              </a:ext>
            </a:extLst>
          </p:cNvPr>
          <p:cNvSpPr>
            <a:spLocks noGrp="1"/>
          </p:cNvSpPr>
          <p:nvPr/>
        </p:nvSpPr>
        <p:spPr>
          <a:xfrm>
            <a:off x="7568018" y="67920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5" name="data_8236">
            <a:extLst>
              <a:ext uri="{FF2B5EF4-FFF2-40B4-BE49-F238E27FC236}">
                <a16:creationId xmlns:a16="http://schemas.microsoft.com/office/drawing/2014/main" id="{11687234-6C66-4625-B5EB-8CF2567814AE}"/>
              </a:ext>
            </a:extLst>
          </p:cNvPr>
          <p:cNvSpPr>
            <a:spLocks noGrp="1"/>
          </p:cNvSpPr>
          <p:nvPr/>
        </p:nvSpPr>
        <p:spPr>
          <a:xfrm>
            <a:off x="7613514" y="68753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6" name="data_8237">
            <a:extLst>
              <a:ext uri="{FF2B5EF4-FFF2-40B4-BE49-F238E27FC236}">
                <a16:creationId xmlns:a16="http://schemas.microsoft.com/office/drawing/2014/main" id="{538A3AED-96C1-47E3-8AE9-03FA747A57E5}"/>
              </a:ext>
            </a:extLst>
          </p:cNvPr>
          <p:cNvSpPr>
            <a:spLocks noGrp="1"/>
          </p:cNvSpPr>
          <p:nvPr/>
        </p:nvSpPr>
        <p:spPr>
          <a:xfrm>
            <a:off x="758953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7" name="data_8238">
            <a:extLst>
              <a:ext uri="{FF2B5EF4-FFF2-40B4-BE49-F238E27FC236}">
                <a16:creationId xmlns:a16="http://schemas.microsoft.com/office/drawing/2014/main" id="{D49C8A37-9E30-4E91-B976-C8D8DD86659E}"/>
              </a:ext>
            </a:extLst>
          </p:cNvPr>
          <p:cNvSpPr>
            <a:spLocks noGrp="1"/>
          </p:cNvSpPr>
          <p:nvPr/>
        </p:nvSpPr>
        <p:spPr>
          <a:xfrm>
            <a:off x="76019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8" name="data_8239">
            <a:extLst>
              <a:ext uri="{FF2B5EF4-FFF2-40B4-BE49-F238E27FC236}">
                <a16:creationId xmlns:a16="http://schemas.microsoft.com/office/drawing/2014/main" id="{AF9EF9C4-B2C6-4E22-B8D6-6C6E27664250}"/>
              </a:ext>
            </a:extLst>
          </p:cNvPr>
          <p:cNvSpPr>
            <a:spLocks noGrp="1"/>
          </p:cNvSpPr>
          <p:nvPr/>
        </p:nvSpPr>
        <p:spPr>
          <a:xfrm>
            <a:off x="762105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9" name="data_8240">
            <a:extLst>
              <a:ext uri="{FF2B5EF4-FFF2-40B4-BE49-F238E27FC236}">
                <a16:creationId xmlns:a16="http://schemas.microsoft.com/office/drawing/2014/main" id="{4EB83246-12B2-4317-8189-4FCF8AE16B22}"/>
              </a:ext>
            </a:extLst>
          </p:cNvPr>
          <p:cNvSpPr>
            <a:spLocks noGrp="1"/>
          </p:cNvSpPr>
          <p:nvPr/>
        </p:nvSpPr>
        <p:spPr>
          <a:xfrm>
            <a:off x="7556394" y="69001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0" name="data_8241">
            <a:extLst>
              <a:ext uri="{FF2B5EF4-FFF2-40B4-BE49-F238E27FC236}">
                <a16:creationId xmlns:a16="http://schemas.microsoft.com/office/drawing/2014/main" id="{2BF98B01-D54F-424B-B883-4C94B1D7B1C2}"/>
              </a:ext>
            </a:extLst>
          </p:cNvPr>
          <p:cNvSpPr>
            <a:spLocks noGrp="1"/>
          </p:cNvSpPr>
          <p:nvPr/>
        </p:nvSpPr>
        <p:spPr>
          <a:xfrm>
            <a:off x="7561561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1" name="data_8242">
            <a:extLst>
              <a:ext uri="{FF2B5EF4-FFF2-40B4-BE49-F238E27FC236}">
                <a16:creationId xmlns:a16="http://schemas.microsoft.com/office/drawing/2014/main" id="{F7D5CE62-85EC-4A2A-96C6-0B2D77BA7922}"/>
              </a:ext>
            </a:extLst>
          </p:cNvPr>
          <p:cNvSpPr>
            <a:spLocks noGrp="1"/>
          </p:cNvSpPr>
          <p:nvPr/>
        </p:nvSpPr>
        <p:spPr>
          <a:xfrm>
            <a:off x="763596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2" name="data_8243">
            <a:extLst>
              <a:ext uri="{FF2B5EF4-FFF2-40B4-BE49-F238E27FC236}">
                <a16:creationId xmlns:a16="http://schemas.microsoft.com/office/drawing/2014/main" id="{3D46B448-8E44-44CE-9901-4B5C090D992A}"/>
              </a:ext>
            </a:extLst>
          </p:cNvPr>
          <p:cNvSpPr>
            <a:spLocks noGrp="1"/>
          </p:cNvSpPr>
          <p:nvPr/>
        </p:nvSpPr>
        <p:spPr>
          <a:xfrm>
            <a:off x="7564836" y="6889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3" name="data_8244">
            <a:extLst>
              <a:ext uri="{FF2B5EF4-FFF2-40B4-BE49-F238E27FC236}">
                <a16:creationId xmlns:a16="http://schemas.microsoft.com/office/drawing/2014/main" id="{A42ED96F-3B6B-4F6D-92A8-E0B690F713FF}"/>
              </a:ext>
            </a:extLst>
          </p:cNvPr>
          <p:cNvSpPr>
            <a:spLocks noGrp="1"/>
          </p:cNvSpPr>
          <p:nvPr/>
        </p:nvSpPr>
        <p:spPr>
          <a:xfrm>
            <a:off x="757324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4" name="data_8245">
            <a:extLst>
              <a:ext uri="{FF2B5EF4-FFF2-40B4-BE49-F238E27FC236}">
                <a16:creationId xmlns:a16="http://schemas.microsoft.com/office/drawing/2014/main" id="{BFF78AE6-A2F9-4C19-AEC6-20CD382B4862}"/>
              </a:ext>
            </a:extLst>
          </p:cNvPr>
          <p:cNvSpPr>
            <a:spLocks noGrp="1"/>
          </p:cNvSpPr>
          <p:nvPr/>
        </p:nvSpPr>
        <p:spPr>
          <a:xfrm>
            <a:off x="758399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5" name="data_8246">
            <a:extLst>
              <a:ext uri="{FF2B5EF4-FFF2-40B4-BE49-F238E27FC236}">
                <a16:creationId xmlns:a16="http://schemas.microsoft.com/office/drawing/2014/main" id="{314C5777-57DE-4277-8C53-2D7E3C2ACC2E}"/>
              </a:ext>
            </a:extLst>
          </p:cNvPr>
          <p:cNvSpPr>
            <a:spLocks noGrp="1"/>
          </p:cNvSpPr>
          <p:nvPr/>
        </p:nvSpPr>
        <p:spPr>
          <a:xfrm>
            <a:off x="753933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6" name="data_8247">
            <a:extLst>
              <a:ext uri="{FF2B5EF4-FFF2-40B4-BE49-F238E27FC236}">
                <a16:creationId xmlns:a16="http://schemas.microsoft.com/office/drawing/2014/main" id="{EE87BD90-B035-4D39-8434-C709F0F11E1E}"/>
              </a:ext>
            </a:extLst>
          </p:cNvPr>
          <p:cNvSpPr>
            <a:spLocks noGrp="1"/>
          </p:cNvSpPr>
          <p:nvPr/>
        </p:nvSpPr>
        <p:spPr>
          <a:xfrm>
            <a:off x="761894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7" name="data_8248">
            <a:extLst>
              <a:ext uri="{FF2B5EF4-FFF2-40B4-BE49-F238E27FC236}">
                <a16:creationId xmlns:a16="http://schemas.microsoft.com/office/drawing/2014/main" id="{680EC1B6-B353-45E9-A94C-072F54EDBFEA}"/>
              </a:ext>
            </a:extLst>
          </p:cNvPr>
          <p:cNvSpPr>
            <a:spLocks noGrp="1"/>
          </p:cNvSpPr>
          <p:nvPr/>
        </p:nvSpPr>
        <p:spPr>
          <a:xfrm>
            <a:off x="762948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8" name="data_8249">
            <a:extLst>
              <a:ext uri="{FF2B5EF4-FFF2-40B4-BE49-F238E27FC236}">
                <a16:creationId xmlns:a16="http://schemas.microsoft.com/office/drawing/2014/main" id="{61EDA589-34FD-4A4D-B0A3-DFFFF8B0A53C}"/>
              </a:ext>
            </a:extLst>
          </p:cNvPr>
          <p:cNvSpPr>
            <a:spLocks noGrp="1"/>
          </p:cNvSpPr>
          <p:nvPr/>
        </p:nvSpPr>
        <p:spPr>
          <a:xfrm>
            <a:off x="7537996" y="68714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9" name="data_8250">
            <a:extLst>
              <a:ext uri="{FF2B5EF4-FFF2-40B4-BE49-F238E27FC236}">
                <a16:creationId xmlns:a16="http://schemas.microsoft.com/office/drawing/2014/main" id="{617D26C8-309A-44B9-88C2-B6D4CC46C927}"/>
              </a:ext>
            </a:extLst>
          </p:cNvPr>
          <p:cNvSpPr>
            <a:spLocks noGrp="1"/>
          </p:cNvSpPr>
          <p:nvPr/>
        </p:nvSpPr>
        <p:spPr>
          <a:xfrm>
            <a:off x="7586203" y="6848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0" name="data_8251">
            <a:extLst>
              <a:ext uri="{FF2B5EF4-FFF2-40B4-BE49-F238E27FC236}">
                <a16:creationId xmlns:a16="http://schemas.microsoft.com/office/drawing/2014/main" id="{B20291EF-F7C4-4C23-A8D1-0668103DEAC4}"/>
              </a:ext>
            </a:extLst>
          </p:cNvPr>
          <p:cNvSpPr>
            <a:spLocks noGrp="1"/>
          </p:cNvSpPr>
          <p:nvPr/>
        </p:nvSpPr>
        <p:spPr>
          <a:xfrm>
            <a:off x="7609415" y="69025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1" name="data_8252">
            <a:extLst>
              <a:ext uri="{FF2B5EF4-FFF2-40B4-BE49-F238E27FC236}">
                <a16:creationId xmlns:a16="http://schemas.microsoft.com/office/drawing/2014/main" id="{A526C877-FE85-4B01-9629-2AE1DA9CBC40}"/>
              </a:ext>
            </a:extLst>
          </p:cNvPr>
          <p:cNvSpPr>
            <a:spLocks noGrp="1"/>
          </p:cNvSpPr>
          <p:nvPr/>
        </p:nvSpPr>
        <p:spPr>
          <a:xfrm>
            <a:off x="7622592" y="6909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2" name="data_8253">
            <a:extLst>
              <a:ext uri="{FF2B5EF4-FFF2-40B4-BE49-F238E27FC236}">
                <a16:creationId xmlns:a16="http://schemas.microsoft.com/office/drawing/2014/main" id="{FB8305BD-F16A-4C48-9B3D-F83199378249}"/>
              </a:ext>
            </a:extLst>
          </p:cNvPr>
          <p:cNvSpPr>
            <a:spLocks noGrp="1"/>
          </p:cNvSpPr>
          <p:nvPr/>
        </p:nvSpPr>
        <p:spPr>
          <a:xfrm>
            <a:off x="75791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3" name="data_8254">
            <a:extLst>
              <a:ext uri="{FF2B5EF4-FFF2-40B4-BE49-F238E27FC236}">
                <a16:creationId xmlns:a16="http://schemas.microsoft.com/office/drawing/2014/main" id="{DFB6401D-F379-40D5-B974-3F116B7BAB1D}"/>
              </a:ext>
            </a:extLst>
          </p:cNvPr>
          <p:cNvSpPr>
            <a:spLocks noGrp="1"/>
          </p:cNvSpPr>
          <p:nvPr/>
        </p:nvSpPr>
        <p:spPr>
          <a:xfrm>
            <a:off x="7636807" y="69091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4" name="data_8255">
            <a:extLst>
              <a:ext uri="{FF2B5EF4-FFF2-40B4-BE49-F238E27FC236}">
                <a16:creationId xmlns:a16="http://schemas.microsoft.com/office/drawing/2014/main" id="{F1A8AE43-BDF6-4F71-ADDA-E44E86499C7B}"/>
              </a:ext>
            </a:extLst>
          </p:cNvPr>
          <p:cNvSpPr>
            <a:spLocks noGrp="1"/>
          </p:cNvSpPr>
          <p:nvPr/>
        </p:nvSpPr>
        <p:spPr>
          <a:xfrm>
            <a:off x="7537304" y="69086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5" name="data_8256">
            <a:extLst>
              <a:ext uri="{FF2B5EF4-FFF2-40B4-BE49-F238E27FC236}">
                <a16:creationId xmlns:a16="http://schemas.microsoft.com/office/drawing/2014/main" id="{D470A9E7-10A8-4C3A-983D-02D08F86F973}"/>
              </a:ext>
            </a:extLst>
          </p:cNvPr>
          <p:cNvSpPr>
            <a:spLocks noGrp="1"/>
          </p:cNvSpPr>
          <p:nvPr/>
        </p:nvSpPr>
        <p:spPr>
          <a:xfrm>
            <a:off x="757971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6" name="data_8257">
            <a:extLst>
              <a:ext uri="{FF2B5EF4-FFF2-40B4-BE49-F238E27FC236}">
                <a16:creationId xmlns:a16="http://schemas.microsoft.com/office/drawing/2014/main" id="{45693A85-C7CB-475A-B04E-B216F79A9CF0}"/>
              </a:ext>
            </a:extLst>
          </p:cNvPr>
          <p:cNvSpPr>
            <a:spLocks noGrp="1"/>
          </p:cNvSpPr>
          <p:nvPr/>
        </p:nvSpPr>
        <p:spPr>
          <a:xfrm>
            <a:off x="7604715" y="6910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7" name="data_8258">
            <a:extLst>
              <a:ext uri="{FF2B5EF4-FFF2-40B4-BE49-F238E27FC236}">
                <a16:creationId xmlns:a16="http://schemas.microsoft.com/office/drawing/2014/main" id="{105868AA-D3F5-4AAB-8D9F-BF1207CDF773}"/>
              </a:ext>
            </a:extLst>
          </p:cNvPr>
          <p:cNvSpPr>
            <a:spLocks noGrp="1"/>
          </p:cNvSpPr>
          <p:nvPr/>
        </p:nvSpPr>
        <p:spPr>
          <a:xfrm>
            <a:off x="755762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8" name="data_8259">
            <a:extLst>
              <a:ext uri="{FF2B5EF4-FFF2-40B4-BE49-F238E27FC236}">
                <a16:creationId xmlns:a16="http://schemas.microsoft.com/office/drawing/2014/main" id="{E57BA7A3-8A20-4B7B-9E28-CE53739E65C9}"/>
              </a:ext>
            </a:extLst>
          </p:cNvPr>
          <p:cNvSpPr>
            <a:spLocks noGrp="1"/>
          </p:cNvSpPr>
          <p:nvPr/>
        </p:nvSpPr>
        <p:spPr>
          <a:xfrm>
            <a:off x="7583370" y="68919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9" name="data_8260">
            <a:extLst>
              <a:ext uri="{FF2B5EF4-FFF2-40B4-BE49-F238E27FC236}">
                <a16:creationId xmlns:a16="http://schemas.microsoft.com/office/drawing/2014/main" id="{CACF9AA4-D96D-4C8B-BA4F-D3A8B16CD548}"/>
              </a:ext>
            </a:extLst>
          </p:cNvPr>
          <p:cNvSpPr>
            <a:spLocks noGrp="1"/>
          </p:cNvSpPr>
          <p:nvPr/>
        </p:nvSpPr>
        <p:spPr>
          <a:xfrm>
            <a:off x="7615942" y="68671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0" name="data_8261">
            <a:extLst>
              <a:ext uri="{FF2B5EF4-FFF2-40B4-BE49-F238E27FC236}">
                <a16:creationId xmlns:a16="http://schemas.microsoft.com/office/drawing/2014/main" id="{1C694837-833F-4490-83D4-139B50D99213}"/>
              </a:ext>
            </a:extLst>
          </p:cNvPr>
          <p:cNvSpPr>
            <a:spLocks noGrp="1"/>
          </p:cNvSpPr>
          <p:nvPr/>
        </p:nvSpPr>
        <p:spPr>
          <a:xfrm>
            <a:off x="7627065" y="69062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1" name="data_8262">
            <a:extLst>
              <a:ext uri="{FF2B5EF4-FFF2-40B4-BE49-F238E27FC236}">
                <a16:creationId xmlns:a16="http://schemas.microsoft.com/office/drawing/2014/main" id="{1D73298F-02C9-4083-BAA1-99C210E8E46F}"/>
              </a:ext>
            </a:extLst>
          </p:cNvPr>
          <p:cNvSpPr>
            <a:spLocks noGrp="1"/>
          </p:cNvSpPr>
          <p:nvPr/>
        </p:nvSpPr>
        <p:spPr>
          <a:xfrm>
            <a:off x="7569193" y="6828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2" name="data_8263">
            <a:extLst>
              <a:ext uri="{FF2B5EF4-FFF2-40B4-BE49-F238E27FC236}">
                <a16:creationId xmlns:a16="http://schemas.microsoft.com/office/drawing/2014/main" id="{248A6358-AACC-4EE0-96FA-3ABFA747F2A7}"/>
              </a:ext>
            </a:extLst>
          </p:cNvPr>
          <p:cNvSpPr>
            <a:spLocks noGrp="1"/>
          </p:cNvSpPr>
          <p:nvPr/>
        </p:nvSpPr>
        <p:spPr>
          <a:xfrm>
            <a:off x="757005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3" name="data_8264">
            <a:extLst>
              <a:ext uri="{FF2B5EF4-FFF2-40B4-BE49-F238E27FC236}">
                <a16:creationId xmlns:a16="http://schemas.microsoft.com/office/drawing/2014/main" id="{EB34EC8A-C840-46A9-800F-9261B6A9DE05}"/>
              </a:ext>
            </a:extLst>
          </p:cNvPr>
          <p:cNvSpPr>
            <a:spLocks noGrp="1"/>
          </p:cNvSpPr>
          <p:nvPr/>
        </p:nvSpPr>
        <p:spPr>
          <a:xfrm>
            <a:off x="76162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4" name="data_8265">
            <a:extLst>
              <a:ext uri="{FF2B5EF4-FFF2-40B4-BE49-F238E27FC236}">
                <a16:creationId xmlns:a16="http://schemas.microsoft.com/office/drawing/2014/main" id="{57DBAF1D-6B2C-462E-A56E-FB29629D561A}"/>
              </a:ext>
            </a:extLst>
          </p:cNvPr>
          <p:cNvSpPr>
            <a:spLocks noGrp="1"/>
          </p:cNvSpPr>
          <p:nvPr/>
        </p:nvSpPr>
        <p:spPr>
          <a:xfrm>
            <a:off x="7553172" y="69048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5" name="data_8266">
            <a:extLst>
              <a:ext uri="{FF2B5EF4-FFF2-40B4-BE49-F238E27FC236}">
                <a16:creationId xmlns:a16="http://schemas.microsoft.com/office/drawing/2014/main" id="{DEC7CEAE-B5EA-42F6-8250-3573A6AE8505}"/>
              </a:ext>
            </a:extLst>
          </p:cNvPr>
          <p:cNvSpPr>
            <a:spLocks noGrp="1"/>
          </p:cNvSpPr>
          <p:nvPr/>
        </p:nvSpPr>
        <p:spPr>
          <a:xfrm>
            <a:off x="7551038" y="68833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6" name="data_8267">
            <a:extLst>
              <a:ext uri="{FF2B5EF4-FFF2-40B4-BE49-F238E27FC236}">
                <a16:creationId xmlns:a16="http://schemas.microsoft.com/office/drawing/2014/main" id="{255C05E7-E189-4E8C-B726-63D4F2A4258E}"/>
              </a:ext>
            </a:extLst>
          </p:cNvPr>
          <p:cNvSpPr>
            <a:spLocks noGrp="1"/>
          </p:cNvSpPr>
          <p:nvPr/>
        </p:nvSpPr>
        <p:spPr>
          <a:xfrm>
            <a:off x="76164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7" name="data_8268">
            <a:extLst>
              <a:ext uri="{FF2B5EF4-FFF2-40B4-BE49-F238E27FC236}">
                <a16:creationId xmlns:a16="http://schemas.microsoft.com/office/drawing/2014/main" id="{AB1E1CD3-4A62-41FA-B32B-B2A8589A170C}"/>
              </a:ext>
            </a:extLst>
          </p:cNvPr>
          <p:cNvSpPr>
            <a:spLocks noGrp="1"/>
          </p:cNvSpPr>
          <p:nvPr/>
        </p:nvSpPr>
        <p:spPr>
          <a:xfrm>
            <a:off x="7637080" y="69084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8" name="data_8269">
            <a:extLst>
              <a:ext uri="{FF2B5EF4-FFF2-40B4-BE49-F238E27FC236}">
                <a16:creationId xmlns:a16="http://schemas.microsoft.com/office/drawing/2014/main" id="{B526732A-AE6F-4D43-AE70-57839681F9C6}"/>
              </a:ext>
            </a:extLst>
          </p:cNvPr>
          <p:cNvSpPr>
            <a:spLocks noGrp="1"/>
          </p:cNvSpPr>
          <p:nvPr/>
        </p:nvSpPr>
        <p:spPr>
          <a:xfrm>
            <a:off x="7588479" y="68723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9" name="data_8270">
            <a:extLst>
              <a:ext uri="{FF2B5EF4-FFF2-40B4-BE49-F238E27FC236}">
                <a16:creationId xmlns:a16="http://schemas.microsoft.com/office/drawing/2014/main" id="{3B8D68C5-1658-4E6C-BC6D-FDB1EA51496E}"/>
              </a:ext>
            </a:extLst>
          </p:cNvPr>
          <p:cNvSpPr>
            <a:spLocks noGrp="1"/>
          </p:cNvSpPr>
          <p:nvPr/>
        </p:nvSpPr>
        <p:spPr>
          <a:xfrm>
            <a:off x="7536623" y="6905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0" name="data_8271">
            <a:extLst>
              <a:ext uri="{FF2B5EF4-FFF2-40B4-BE49-F238E27FC236}">
                <a16:creationId xmlns:a16="http://schemas.microsoft.com/office/drawing/2014/main" id="{135A7340-4289-4B89-AD78-414494C1E237}"/>
              </a:ext>
            </a:extLst>
          </p:cNvPr>
          <p:cNvSpPr>
            <a:spLocks noGrp="1"/>
          </p:cNvSpPr>
          <p:nvPr/>
        </p:nvSpPr>
        <p:spPr>
          <a:xfrm>
            <a:off x="75450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1" name="data_8272">
            <a:extLst>
              <a:ext uri="{FF2B5EF4-FFF2-40B4-BE49-F238E27FC236}">
                <a16:creationId xmlns:a16="http://schemas.microsoft.com/office/drawing/2014/main" id="{9E9A6954-50AC-4980-AC3D-776409074A12}"/>
              </a:ext>
            </a:extLst>
          </p:cNvPr>
          <p:cNvSpPr>
            <a:spLocks noGrp="1"/>
          </p:cNvSpPr>
          <p:nvPr/>
        </p:nvSpPr>
        <p:spPr>
          <a:xfrm>
            <a:off x="7630710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2" name="data_8273">
            <a:extLst>
              <a:ext uri="{FF2B5EF4-FFF2-40B4-BE49-F238E27FC236}">
                <a16:creationId xmlns:a16="http://schemas.microsoft.com/office/drawing/2014/main" id="{9ADE81A2-9787-4E69-9ED1-2E3D38FAF1DC}"/>
              </a:ext>
            </a:extLst>
          </p:cNvPr>
          <p:cNvSpPr>
            <a:spLocks noGrp="1"/>
          </p:cNvSpPr>
          <p:nvPr/>
        </p:nvSpPr>
        <p:spPr>
          <a:xfrm>
            <a:off x="7590177" y="6895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3" name="data_8274">
            <a:extLst>
              <a:ext uri="{FF2B5EF4-FFF2-40B4-BE49-F238E27FC236}">
                <a16:creationId xmlns:a16="http://schemas.microsoft.com/office/drawing/2014/main" id="{8ECE5D7D-B865-48D0-A285-E5644D29B120}"/>
              </a:ext>
            </a:extLst>
          </p:cNvPr>
          <p:cNvSpPr>
            <a:spLocks noGrp="1"/>
          </p:cNvSpPr>
          <p:nvPr/>
        </p:nvSpPr>
        <p:spPr>
          <a:xfrm>
            <a:off x="7628997" y="68698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4" name="data_8275">
            <a:extLst>
              <a:ext uri="{FF2B5EF4-FFF2-40B4-BE49-F238E27FC236}">
                <a16:creationId xmlns:a16="http://schemas.microsoft.com/office/drawing/2014/main" id="{52E3F2EF-3039-415C-A910-39C06018696A}"/>
              </a:ext>
            </a:extLst>
          </p:cNvPr>
          <p:cNvSpPr>
            <a:spLocks noGrp="1"/>
          </p:cNvSpPr>
          <p:nvPr/>
        </p:nvSpPr>
        <p:spPr>
          <a:xfrm>
            <a:off x="7611966" y="68821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5" name="data_8276">
            <a:extLst>
              <a:ext uri="{FF2B5EF4-FFF2-40B4-BE49-F238E27FC236}">
                <a16:creationId xmlns:a16="http://schemas.microsoft.com/office/drawing/2014/main" id="{6B71D420-7D4F-4D8B-AB9A-4FF1AFBAEEAA}"/>
              </a:ext>
            </a:extLst>
          </p:cNvPr>
          <p:cNvSpPr>
            <a:spLocks noGrp="1"/>
          </p:cNvSpPr>
          <p:nvPr/>
        </p:nvSpPr>
        <p:spPr>
          <a:xfrm>
            <a:off x="7577481" y="6877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6" name="data_8277">
            <a:extLst>
              <a:ext uri="{FF2B5EF4-FFF2-40B4-BE49-F238E27FC236}">
                <a16:creationId xmlns:a16="http://schemas.microsoft.com/office/drawing/2014/main" id="{C3E62643-6C99-4A06-954C-B87E46C02AA6}"/>
              </a:ext>
            </a:extLst>
          </p:cNvPr>
          <p:cNvSpPr>
            <a:spLocks noGrp="1"/>
          </p:cNvSpPr>
          <p:nvPr/>
        </p:nvSpPr>
        <p:spPr>
          <a:xfrm>
            <a:off x="7567410" y="6905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7" name="data_8278">
            <a:extLst>
              <a:ext uri="{FF2B5EF4-FFF2-40B4-BE49-F238E27FC236}">
                <a16:creationId xmlns:a16="http://schemas.microsoft.com/office/drawing/2014/main" id="{2E836660-C8C1-42F9-BF29-EA99BC18AB59}"/>
              </a:ext>
            </a:extLst>
          </p:cNvPr>
          <p:cNvSpPr>
            <a:spLocks noGrp="1"/>
          </p:cNvSpPr>
          <p:nvPr/>
        </p:nvSpPr>
        <p:spPr>
          <a:xfrm>
            <a:off x="7542089" y="68268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8" name="data_8279">
            <a:extLst>
              <a:ext uri="{FF2B5EF4-FFF2-40B4-BE49-F238E27FC236}">
                <a16:creationId xmlns:a16="http://schemas.microsoft.com/office/drawing/2014/main" id="{893DE051-2D47-494F-9A10-8FD1C2584860}"/>
              </a:ext>
            </a:extLst>
          </p:cNvPr>
          <p:cNvSpPr>
            <a:spLocks noGrp="1"/>
          </p:cNvSpPr>
          <p:nvPr/>
        </p:nvSpPr>
        <p:spPr>
          <a:xfrm>
            <a:off x="75630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9" name="data_8280">
            <a:extLst>
              <a:ext uri="{FF2B5EF4-FFF2-40B4-BE49-F238E27FC236}">
                <a16:creationId xmlns:a16="http://schemas.microsoft.com/office/drawing/2014/main" id="{76C91B3E-A732-4554-93C4-50936988D78E}"/>
              </a:ext>
            </a:extLst>
          </p:cNvPr>
          <p:cNvSpPr>
            <a:spLocks noGrp="1"/>
          </p:cNvSpPr>
          <p:nvPr/>
        </p:nvSpPr>
        <p:spPr>
          <a:xfrm>
            <a:off x="7543073" y="68995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0" name="data_8281">
            <a:extLst>
              <a:ext uri="{FF2B5EF4-FFF2-40B4-BE49-F238E27FC236}">
                <a16:creationId xmlns:a16="http://schemas.microsoft.com/office/drawing/2014/main" id="{07F8BB47-810E-496A-B2BB-D5427804BE3B}"/>
              </a:ext>
            </a:extLst>
          </p:cNvPr>
          <p:cNvSpPr>
            <a:spLocks noGrp="1"/>
          </p:cNvSpPr>
          <p:nvPr/>
        </p:nvSpPr>
        <p:spPr>
          <a:xfrm>
            <a:off x="756910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1" name="data_8282">
            <a:extLst>
              <a:ext uri="{FF2B5EF4-FFF2-40B4-BE49-F238E27FC236}">
                <a16:creationId xmlns:a16="http://schemas.microsoft.com/office/drawing/2014/main" id="{07DF39D6-28BA-4E98-A7DA-0D18DC57CE5C}"/>
              </a:ext>
            </a:extLst>
          </p:cNvPr>
          <p:cNvSpPr>
            <a:spLocks noGrp="1"/>
          </p:cNvSpPr>
          <p:nvPr/>
        </p:nvSpPr>
        <p:spPr>
          <a:xfrm>
            <a:off x="7544365" y="69014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2" name="data_8283">
            <a:extLst>
              <a:ext uri="{FF2B5EF4-FFF2-40B4-BE49-F238E27FC236}">
                <a16:creationId xmlns:a16="http://schemas.microsoft.com/office/drawing/2014/main" id="{602FBBF5-B0FD-441F-8B58-83AC224FB0AF}"/>
              </a:ext>
            </a:extLst>
          </p:cNvPr>
          <p:cNvSpPr>
            <a:spLocks noGrp="1"/>
          </p:cNvSpPr>
          <p:nvPr/>
        </p:nvSpPr>
        <p:spPr>
          <a:xfrm>
            <a:off x="753435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3" name="data_8284">
            <a:extLst>
              <a:ext uri="{FF2B5EF4-FFF2-40B4-BE49-F238E27FC236}">
                <a16:creationId xmlns:a16="http://schemas.microsoft.com/office/drawing/2014/main" id="{BA15ACDE-6495-4429-8FFA-091488D57789}"/>
              </a:ext>
            </a:extLst>
          </p:cNvPr>
          <p:cNvSpPr>
            <a:spLocks noGrp="1"/>
          </p:cNvSpPr>
          <p:nvPr/>
        </p:nvSpPr>
        <p:spPr>
          <a:xfrm>
            <a:off x="7577457" y="690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4" name="data_8285">
            <a:extLst>
              <a:ext uri="{FF2B5EF4-FFF2-40B4-BE49-F238E27FC236}">
                <a16:creationId xmlns:a16="http://schemas.microsoft.com/office/drawing/2014/main" id="{7833143C-9076-41B3-AAD1-5EC25F85B8AA}"/>
              </a:ext>
            </a:extLst>
          </p:cNvPr>
          <p:cNvSpPr>
            <a:spLocks noGrp="1"/>
          </p:cNvSpPr>
          <p:nvPr/>
        </p:nvSpPr>
        <p:spPr>
          <a:xfrm>
            <a:off x="76167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5" name="data_8286">
            <a:extLst>
              <a:ext uri="{FF2B5EF4-FFF2-40B4-BE49-F238E27FC236}">
                <a16:creationId xmlns:a16="http://schemas.microsoft.com/office/drawing/2014/main" id="{3257D917-257A-4868-9640-A3834810ABE0}"/>
              </a:ext>
            </a:extLst>
          </p:cNvPr>
          <p:cNvSpPr>
            <a:spLocks noGrp="1"/>
          </p:cNvSpPr>
          <p:nvPr/>
        </p:nvSpPr>
        <p:spPr>
          <a:xfrm>
            <a:off x="7564881" y="6904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6" name="data_8287">
            <a:extLst>
              <a:ext uri="{FF2B5EF4-FFF2-40B4-BE49-F238E27FC236}">
                <a16:creationId xmlns:a16="http://schemas.microsoft.com/office/drawing/2014/main" id="{3AA70056-9A44-43CC-9055-B65DEFA07DB5}"/>
              </a:ext>
            </a:extLst>
          </p:cNvPr>
          <p:cNvSpPr>
            <a:spLocks noGrp="1"/>
          </p:cNvSpPr>
          <p:nvPr/>
        </p:nvSpPr>
        <p:spPr>
          <a:xfrm>
            <a:off x="7595310" y="68789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7" name="data_8288">
            <a:extLst>
              <a:ext uri="{FF2B5EF4-FFF2-40B4-BE49-F238E27FC236}">
                <a16:creationId xmlns:a16="http://schemas.microsoft.com/office/drawing/2014/main" id="{40EB6FC6-4318-403F-8A6E-20694644EB4B}"/>
              </a:ext>
            </a:extLst>
          </p:cNvPr>
          <p:cNvSpPr>
            <a:spLocks noGrp="1"/>
          </p:cNvSpPr>
          <p:nvPr/>
        </p:nvSpPr>
        <p:spPr>
          <a:xfrm>
            <a:off x="7532687" y="67372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8" name="data_8289">
            <a:extLst>
              <a:ext uri="{FF2B5EF4-FFF2-40B4-BE49-F238E27FC236}">
                <a16:creationId xmlns:a16="http://schemas.microsoft.com/office/drawing/2014/main" id="{5027E39B-F4D1-439F-9ACE-27494F38DC99}"/>
              </a:ext>
            </a:extLst>
          </p:cNvPr>
          <p:cNvSpPr>
            <a:spLocks noGrp="1"/>
          </p:cNvSpPr>
          <p:nvPr/>
        </p:nvSpPr>
        <p:spPr>
          <a:xfrm>
            <a:off x="7592304" y="6907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9" name="data_8290">
            <a:extLst>
              <a:ext uri="{FF2B5EF4-FFF2-40B4-BE49-F238E27FC236}">
                <a16:creationId xmlns:a16="http://schemas.microsoft.com/office/drawing/2014/main" id="{699B1D9E-C049-4B92-A594-515846330633}"/>
              </a:ext>
            </a:extLst>
          </p:cNvPr>
          <p:cNvSpPr>
            <a:spLocks noGrp="1"/>
          </p:cNvSpPr>
          <p:nvPr/>
        </p:nvSpPr>
        <p:spPr>
          <a:xfrm>
            <a:off x="75523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0" name="data_8291">
            <a:extLst>
              <a:ext uri="{FF2B5EF4-FFF2-40B4-BE49-F238E27FC236}">
                <a16:creationId xmlns:a16="http://schemas.microsoft.com/office/drawing/2014/main" id="{9B842516-EC5D-49AA-93BF-3CDCBF1A3681}"/>
              </a:ext>
            </a:extLst>
          </p:cNvPr>
          <p:cNvSpPr>
            <a:spLocks noGrp="1"/>
          </p:cNvSpPr>
          <p:nvPr/>
        </p:nvSpPr>
        <p:spPr>
          <a:xfrm>
            <a:off x="762891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1" name="data_8292">
            <a:extLst>
              <a:ext uri="{FF2B5EF4-FFF2-40B4-BE49-F238E27FC236}">
                <a16:creationId xmlns:a16="http://schemas.microsoft.com/office/drawing/2014/main" id="{FC4D2533-90F6-4048-BB96-05CDEFB1282A}"/>
              </a:ext>
            </a:extLst>
          </p:cNvPr>
          <p:cNvSpPr>
            <a:spLocks noGrp="1"/>
          </p:cNvSpPr>
          <p:nvPr/>
        </p:nvSpPr>
        <p:spPr>
          <a:xfrm>
            <a:off x="758595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2" name="data_8293">
            <a:extLst>
              <a:ext uri="{FF2B5EF4-FFF2-40B4-BE49-F238E27FC236}">
                <a16:creationId xmlns:a16="http://schemas.microsoft.com/office/drawing/2014/main" id="{69346217-4FA3-48AF-858B-00FFF1645B98}"/>
              </a:ext>
            </a:extLst>
          </p:cNvPr>
          <p:cNvSpPr>
            <a:spLocks noGrp="1"/>
          </p:cNvSpPr>
          <p:nvPr/>
        </p:nvSpPr>
        <p:spPr>
          <a:xfrm>
            <a:off x="7554521" y="6901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3" name="data_8294">
            <a:extLst>
              <a:ext uri="{FF2B5EF4-FFF2-40B4-BE49-F238E27FC236}">
                <a16:creationId xmlns:a16="http://schemas.microsoft.com/office/drawing/2014/main" id="{327D7F1C-44EA-4B7A-B88B-5712CFE8A415}"/>
              </a:ext>
            </a:extLst>
          </p:cNvPr>
          <p:cNvSpPr>
            <a:spLocks noGrp="1"/>
          </p:cNvSpPr>
          <p:nvPr/>
        </p:nvSpPr>
        <p:spPr>
          <a:xfrm>
            <a:off x="75640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4" name="data_8295">
            <a:extLst>
              <a:ext uri="{FF2B5EF4-FFF2-40B4-BE49-F238E27FC236}">
                <a16:creationId xmlns:a16="http://schemas.microsoft.com/office/drawing/2014/main" id="{737B5F4E-3B46-4644-AF00-AA3E67C110DE}"/>
              </a:ext>
            </a:extLst>
          </p:cNvPr>
          <p:cNvSpPr>
            <a:spLocks noGrp="1"/>
          </p:cNvSpPr>
          <p:nvPr/>
        </p:nvSpPr>
        <p:spPr>
          <a:xfrm>
            <a:off x="76231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5" name="data_8296">
            <a:extLst>
              <a:ext uri="{FF2B5EF4-FFF2-40B4-BE49-F238E27FC236}">
                <a16:creationId xmlns:a16="http://schemas.microsoft.com/office/drawing/2014/main" id="{CBE5029D-0530-4453-B523-8CF6D1BE8C90}"/>
              </a:ext>
            </a:extLst>
          </p:cNvPr>
          <p:cNvSpPr>
            <a:spLocks noGrp="1"/>
          </p:cNvSpPr>
          <p:nvPr/>
        </p:nvSpPr>
        <p:spPr>
          <a:xfrm>
            <a:off x="761187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6" name="data_8297">
            <a:extLst>
              <a:ext uri="{FF2B5EF4-FFF2-40B4-BE49-F238E27FC236}">
                <a16:creationId xmlns:a16="http://schemas.microsoft.com/office/drawing/2014/main" id="{22F52286-03DA-4981-82FD-6951440F2A60}"/>
              </a:ext>
            </a:extLst>
          </p:cNvPr>
          <p:cNvSpPr>
            <a:spLocks noGrp="1"/>
          </p:cNvSpPr>
          <p:nvPr/>
        </p:nvSpPr>
        <p:spPr>
          <a:xfrm>
            <a:off x="761436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7" name="data_8298">
            <a:extLst>
              <a:ext uri="{FF2B5EF4-FFF2-40B4-BE49-F238E27FC236}">
                <a16:creationId xmlns:a16="http://schemas.microsoft.com/office/drawing/2014/main" id="{9AFAF3A6-EFD8-4DD3-9040-204C3996DFB6}"/>
              </a:ext>
            </a:extLst>
          </p:cNvPr>
          <p:cNvSpPr>
            <a:spLocks noGrp="1"/>
          </p:cNvSpPr>
          <p:nvPr/>
        </p:nvSpPr>
        <p:spPr>
          <a:xfrm>
            <a:off x="7558291" y="69090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8" name="data_8299">
            <a:extLst>
              <a:ext uri="{FF2B5EF4-FFF2-40B4-BE49-F238E27FC236}">
                <a16:creationId xmlns:a16="http://schemas.microsoft.com/office/drawing/2014/main" id="{755A2807-9F2B-486D-A72B-9DEC6EEFED07}"/>
              </a:ext>
            </a:extLst>
          </p:cNvPr>
          <p:cNvSpPr>
            <a:spLocks noGrp="1"/>
          </p:cNvSpPr>
          <p:nvPr/>
        </p:nvSpPr>
        <p:spPr>
          <a:xfrm>
            <a:off x="756062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9" name="data_8300">
            <a:extLst>
              <a:ext uri="{FF2B5EF4-FFF2-40B4-BE49-F238E27FC236}">
                <a16:creationId xmlns:a16="http://schemas.microsoft.com/office/drawing/2014/main" id="{5586C0E6-46BA-440E-A667-98EDC67142EF}"/>
              </a:ext>
            </a:extLst>
          </p:cNvPr>
          <p:cNvSpPr>
            <a:spLocks noGrp="1"/>
          </p:cNvSpPr>
          <p:nvPr/>
        </p:nvSpPr>
        <p:spPr>
          <a:xfrm>
            <a:off x="75799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0" name="data_8301">
            <a:extLst>
              <a:ext uri="{FF2B5EF4-FFF2-40B4-BE49-F238E27FC236}">
                <a16:creationId xmlns:a16="http://schemas.microsoft.com/office/drawing/2014/main" id="{836CF3F5-E46A-4F99-BE7F-25B9B191A478}"/>
              </a:ext>
            </a:extLst>
          </p:cNvPr>
          <p:cNvSpPr>
            <a:spLocks noGrp="1"/>
          </p:cNvSpPr>
          <p:nvPr/>
        </p:nvSpPr>
        <p:spPr>
          <a:xfrm>
            <a:off x="758688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1" name="data_8302">
            <a:extLst>
              <a:ext uri="{FF2B5EF4-FFF2-40B4-BE49-F238E27FC236}">
                <a16:creationId xmlns:a16="http://schemas.microsoft.com/office/drawing/2014/main" id="{E4235142-4820-42A5-9132-C33C55D67CCE}"/>
              </a:ext>
            </a:extLst>
          </p:cNvPr>
          <p:cNvSpPr>
            <a:spLocks noGrp="1"/>
          </p:cNvSpPr>
          <p:nvPr/>
        </p:nvSpPr>
        <p:spPr>
          <a:xfrm>
            <a:off x="7630497" y="6909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2" name="data_8303">
            <a:extLst>
              <a:ext uri="{FF2B5EF4-FFF2-40B4-BE49-F238E27FC236}">
                <a16:creationId xmlns:a16="http://schemas.microsoft.com/office/drawing/2014/main" id="{5954DC6F-BD54-44B3-ACD6-6160A7B32D7A}"/>
              </a:ext>
            </a:extLst>
          </p:cNvPr>
          <p:cNvSpPr>
            <a:spLocks noGrp="1"/>
          </p:cNvSpPr>
          <p:nvPr/>
        </p:nvSpPr>
        <p:spPr>
          <a:xfrm>
            <a:off x="7563034" y="68935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3" name="data_8304">
            <a:extLst>
              <a:ext uri="{FF2B5EF4-FFF2-40B4-BE49-F238E27FC236}">
                <a16:creationId xmlns:a16="http://schemas.microsoft.com/office/drawing/2014/main" id="{61E72B7B-B822-4098-9C2A-F55B2DD4B9EE}"/>
              </a:ext>
            </a:extLst>
          </p:cNvPr>
          <p:cNvSpPr>
            <a:spLocks noGrp="1"/>
          </p:cNvSpPr>
          <p:nvPr/>
        </p:nvSpPr>
        <p:spPr>
          <a:xfrm>
            <a:off x="7542253" y="6905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4" name="data_8305">
            <a:extLst>
              <a:ext uri="{FF2B5EF4-FFF2-40B4-BE49-F238E27FC236}">
                <a16:creationId xmlns:a16="http://schemas.microsoft.com/office/drawing/2014/main" id="{37C58F2A-F79D-4144-97FA-C41213872ADB}"/>
              </a:ext>
            </a:extLst>
          </p:cNvPr>
          <p:cNvSpPr>
            <a:spLocks noGrp="1"/>
          </p:cNvSpPr>
          <p:nvPr/>
        </p:nvSpPr>
        <p:spPr>
          <a:xfrm>
            <a:off x="753840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5" name="data_8306">
            <a:extLst>
              <a:ext uri="{FF2B5EF4-FFF2-40B4-BE49-F238E27FC236}">
                <a16:creationId xmlns:a16="http://schemas.microsoft.com/office/drawing/2014/main" id="{2C691548-E294-43C3-BDB3-D0D76468AB21}"/>
              </a:ext>
            </a:extLst>
          </p:cNvPr>
          <p:cNvSpPr>
            <a:spLocks noGrp="1"/>
          </p:cNvSpPr>
          <p:nvPr/>
        </p:nvSpPr>
        <p:spPr>
          <a:xfrm>
            <a:off x="761721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6" name="data_8307">
            <a:extLst>
              <a:ext uri="{FF2B5EF4-FFF2-40B4-BE49-F238E27FC236}">
                <a16:creationId xmlns:a16="http://schemas.microsoft.com/office/drawing/2014/main" id="{58B49926-8F43-4074-AB91-7D863ABDCA56}"/>
              </a:ext>
            </a:extLst>
          </p:cNvPr>
          <p:cNvSpPr>
            <a:spLocks noGrp="1"/>
          </p:cNvSpPr>
          <p:nvPr/>
        </p:nvSpPr>
        <p:spPr>
          <a:xfrm>
            <a:off x="7548314" y="68881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7" name="data_8308">
            <a:extLst>
              <a:ext uri="{FF2B5EF4-FFF2-40B4-BE49-F238E27FC236}">
                <a16:creationId xmlns:a16="http://schemas.microsoft.com/office/drawing/2014/main" id="{4ECFB6B0-062E-41F8-86FD-1DE6DCF51CE6}"/>
              </a:ext>
            </a:extLst>
          </p:cNvPr>
          <p:cNvSpPr>
            <a:spLocks noGrp="1"/>
          </p:cNvSpPr>
          <p:nvPr/>
        </p:nvSpPr>
        <p:spPr>
          <a:xfrm>
            <a:off x="755913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8" name="data_8309">
            <a:extLst>
              <a:ext uri="{FF2B5EF4-FFF2-40B4-BE49-F238E27FC236}">
                <a16:creationId xmlns:a16="http://schemas.microsoft.com/office/drawing/2014/main" id="{3E538BA4-6116-4BE4-ADF7-7483596AF00D}"/>
              </a:ext>
            </a:extLst>
          </p:cNvPr>
          <p:cNvSpPr>
            <a:spLocks noGrp="1"/>
          </p:cNvSpPr>
          <p:nvPr/>
        </p:nvSpPr>
        <p:spPr>
          <a:xfrm>
            <a:off x="754170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9" name="data_8310">
            <a:extLst>
              <a:ext uri="{FF2B5EF4-FFF2-40B4-BE49-F238E27FC236}">
                <a16:creationId xmlns:a16="http://schemas.microsoft.com/office/drawing/2014/main" id="{366D5923-7507-4662-A209-939CF2AE6560}"/>
              </a:ext>
            </a:extLst>
          </p:cNvPr>
          <p:cNvSpPr>
            <a:spLocks noGrp="1"/>
          </p:cNvSpPr>
          <p:nvPr/>
        </p:nvSpPr>
        <p:spPr>
          <a:xfrm>
            <a:off x="75346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0" name="data_8311">
            <a:extLst>
              <a:ext uri="{FF2B5EF4-FFF2-40B4-BE49-F238E27FC236}">
                <a16:creationId xmlns:a16="http://schemas.microsoft.com/office/drawing/2014/main" id="{1836AB5B-BB4D-4CE0-8E91-A86442F8D704}"/>
              </a:ext>
            </a:extLst>
          </p:cNvPr>
          <p:cNvSpPr>
            <a:spLocks noGrp="1"/>
          </p:cNvSpPr>
          <p:nvPr/>
        </p:nvSpPr>
        <p:spPr>
          <a:xfrm>
            <a:off x="7605384" y="68895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1" name="data_8312">
            <a:extLst>
              <a:ext uri="{FF2B5EF4-FFF2-40B4-BE49-F238E27FC236}">
                <a16:creationId xmlns:a16="http://schemas.microsoft.com/office/drawing/2014/main" id="{DA373FE2-B851-4AC5-8271-9DC02A8A0B0C}"/>
              </a:ext>
            </a:extLst>
          </p:cNvPr>
          <p:cNvSpPr>
            <a:spLocks noGrp="1"/>
          </p:cNvSpPr>
          <p:nvPr/>
        </p:nvSpPr>
        <p:spPr>
          <a:xfrm>
            <a:off x="781908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2" name="data_8313">
            <a:extLst>
              <a:ext uri="{FF2B5EF4-FFF2-40B4-BE49-F238E27FC236}">
                <a16:creationId xmlns:a16="http://schemas.microsoft.com/office/drawing/2014/main" id="{4567516B-0223-40BB-B04E-70B984D82EA0}"/>
              </a:ext>
            </a:extLst>
          </p:cNvPr>
          <p:cNvSpPr>
            <a:spLocks noGrp="1"/>
          </p:cNvSpPr>
          <p:nvPr/>
        </p:nvSpPr>
        <p:spPr>
          <a:xfrm>
            <a:off x="7848490" y="5398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3" name="data_8314">
            <a:extLst>
              <a:ext uri="{FF2B5EF4-FFF2-40B4-BE49-F238E27FC236}">
                <a16:creationId xmlns:a16="http://schemas.microsoft.com/office/drawing/2014/main" id="{96D4C525-B590-4725-9DCE-7EC4047F96BC}"/>
              </a:ext>
            </a:extLst>
          </p:cNvPr>
          <p:cNvSpPr>
            <a:spLocks noGrp="1"/>
          </p:cNvSpPr>
          <p:nvPr/>
        </p:nvSpPr>
        <p:spPr>
          <a:xfrm>
            <a:off x="786394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4" name="data_8315">
            <a:extLst>
              <a:ext uri="{FF2B5EF4-FFF2-40B4-BE49-F238E27FC236}">
                <a16:creationId xmlns:a16="http://schemas.microsoft.com/office/drawing/2014/main" id="{CDB0A4A8-6845-46B6-A995-2024F27C90D3}"/>
              </a:ext>
            </a:extLst>
          </p:cNvPr>
          <p:cNvSpPr>
            <a:spLocks noGrp="1"/>
          </p:cNvSpPr>
          <p:nvPr/>
        </p:nvSpPr>
        <p:spPr>
          <a:xfrm>
            <a:off x="77795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5" name="data_8316">
            <a:extLst>
              <a:ext uri="{FF2B5EF4-FFF2-40B4-BE49-F238E27FC236}">
                <a16:creationId xmlns:a16="http://schemas.microsoft.com/office/drawing/2014/main" id="{2B6DB600-606C-4277-A19D-5F70D666B991}"/>
              </a:ext>
            </a:extLst>
          </p:cNvPr>
          <p:cNvSpPr>
            <a:spLocks noGrp="1"/>
          </p:cNvSpPr>
          <p:nvPr/>
        </p:nvSpPr>
        <p:spPr>
          <a:xfrm>
            <a:off x="783152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6" name="data_8317">
            <a:extLst>
              <a:ext uri="{FF2B5EF4-FFF2-40B4-BE49-F238E27FC236}">
                <a16:creationId xmlns:a16="http://schemas.microsoft.com/office/drawing/2014/main" id="{80F0D332-C539-4D5F-810F-A3E51EDC7346}"/>
              </a:ext>
            </a:extLst>
          </p:cNvPr>
          <p:cNvSpPr>
            <a:spLocks noGrp="1"/>
          </p:cNvSpPr>
          <p:nvPr/>
        </p:nvSpPr>
        <p:spPr>
          <a:xfrm>
            <a:off x="7859192" y="579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7" name="data_8318">
            <a:extLst>
              <a:ext uri="{FF2B5EF4-FFF2-40B4-BE49-F238E27FC236}">
                <a16:creationId xmlns:a16="http://schemas.microsoft.com/office/drawing/2014/main" id="{9B904B7B-85E3-42BD-BB1B-BD2D07D47481}"/>
              </a:ext>
            </a:extLst>
          </p:cNvPr>
          <p:cNvSpPr>
            <a:spLocks noGrp="1"/>
          </p:cNvSpPr>
          <p:nvPr/>
        </p:nvSpPr>
        <p:spPr>
          <a:xfrm>
            <a:off x="779276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8" name="data_8319">
            <a:extLst>
              <a:ext uri="{FF2B5EF4-FFF2-40B4-BE49-F238E27FC236}">
                <a16:creationId xmlns:a16="http://schemas.microsoft.com/office/drawing/2014/main" id="{6481A7D0-37EF-4FC2-8951-14D9C64BF2A5}"/>
              </a:ext>
            </a:extLst>
          </p:cNvPr>
          <p:cNvSpPr>
            <a:spLocks noGrp="1"/>
          </p:cNvSpPr>
          <p:nvPr/>
        </p:nvSpPr>
        <p:spPr>
          <a:xfrm>
            <a:off x="7843681" y="6109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9" name="data_8320">
            <a:extLst>
              <a:ext uri="{FF2B5EF4-FFF2-40B4-BE49-F238E27FC236}">
                <a16:creationId xmlns:a16="http://schemas.microsoft.com/office/drawing/2014/main" id="{E69165A6-508A-4BD5-AADF-F92BA2C7F807}"/>
              </a:ext>
            </a:extLst>
          </p:cNvPr>
          <p:cNvSpPr>
            <a:spLocks noGrp="1"/>
          </p:cNvSpPr>
          <p:nvPr/>
        </p:nvSpPr>
        <p:spPr>
          <a:xfrm>
            <a:off x="776879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0" name="data_8321">
            <a:extLst>
              <a:ext uri="{FF2B5EF4-FFF2-40B4-BE49-F238E27FC236}">
                <a16:creationId xmlns:a16="http://schemas.microsoft.com/office/drawing/2014/main" id="{8EBD8A9A-3F47-46FC-B2E5-D7DAF1E87483}"/>
              </a:ext>
            </a:extLst>
          </p:cNvPr>
          <p:cNvSpPr>
            <a:spLocks noGrp="1"/>
          </p:cNvSpPr>
          <p:nvPr/>
        </p:nvSpPr>
        <p:spPr>
          <a:xfrm>
            <a:off x="781024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1" name="data_8322">
            <a:extLst>
              <a:ext uri="{FF2B5EF4-FFF2-40B4-BE49-F238E27FC236}">
                <a16:creationId xmlns:a16="http://schemas.microsoft.com/office/drawing/2014/main" id="{7CB028D9-0A29-45C6-83C0-642D1996EE31}"/>
              </a:ext>
            </a:extLst>
          </p:cNvPr>
          <p:cNvSpPr>
            <a:spLocks noGrp="1"/>
          </p:cNvSpPr>
          <p:nvPr/>
        </p:nvSpPr>
        <p:spPr>
          <a:xfrm>
            <a:off x="781680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2" name="data_8323">
            <a:extLst>
              <a:ext uri="{FF2B5EF4-FFF2-40B4-BE49-F238E27FC236}">
                <a16:creationId xmlns:a16="http://schemas.microsoft.com/office/drawing/2014/main" id="{4CFC48B8-34A8-4CBE-B386-4267E3E14736}"/>
              </a:ext>
            </a:extLst>
          </p:cNvPr>
          <p:cNvSpPr>
            <a:spLocks noGrp="1"/>
          </p:cNvSpPr>
          <p:nvPr/>
        </p:nvSpPr>
        <p:spPr>
          <a:xfrm>
            <a:off x="7839029" y="55877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3" name="data_8324">
            <a:extLst>
              <a:ext uri="{FF2B5EF4-FFF2-40B4-BE49-F238E27FC236}">
                <a16:creationId xmlns:a16="http://schemas.microsoft.com/office/drawing/2014/main" id="{8C816410-8072-4379-A337-C9C65A491392}"/>
              </a:ext>
            </a:extLst>
          </p:cNvPr>
          <p:cNvSpPr>
            <a:spLocks noGrp="1"/>
          </p:cNvSpPr>
          <p:nvPr/>
        </p:nvSpPr>
        <p:spPr>
          <a:xfrm>
            <a:off x="7822959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4" name="data_8325">
            <a:extLst>
              <a:ext uri="{FF2B5EF4-FFF2-40B4-BE49-F238E27FC236}">
                <a16:creationId xmlns:a16="http://schemas.microsoft.com/office/drawing/2014/main" id="{2959A32C-A7C2-4004-8A44-A05ADD823DD0}"/>
              </a:ext>
            </a:extLst>
          </p:cNvPr>
          <p:cNvSpPr>
            <a:spLocks noGrp="1"/>
          </p:cNvSpPr>
          <p:nvPr/>
        </p:nvSpPr>
        <p:spPr>
          <a:xfrm>
            <a:off x="784861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5" name="data_8326">
            <a:extLst>
              <a:ext uri="{FF2B5EF4-FFF2-40B4-BE49-F238E27FC236}">
                <a16:creationId xmlns:a16="http://schemas.microsoft.com/office/drawing/2014/main" id="{29D84280-2EA2-48A9-8717-01EDEBAA8A99}"/>
              </a:ext>
            </a:extLst>
          </p:cNvPr>
          <p:cNvSpPr>
            <a:spLocks noGrp="1"/>
          </p:cNvSpPr>
          <p:nvPr/>
        </p:nvSpPr>
        <p:spPr>
          <a:xfrm>
            <a:off x="782262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6" name="data_8327">
            <a:extLst>
              <a:ext uri="{FF2B5EF4-FFF2-40B4-BE49-F238E27FC236}">
                <a16:creationId xmlns:a16="http://schemas.microsoft.com/office/drawing/2014/main" id="{5EDCDB2C-D4C7-4AC5-847C-7F0FF21AEA8E}"/>
              </a:ext>
            </a:extLst>
          </p:cNvPr>
          <p:cNvSpPr>
            <a:spLocks noGrp="1"/>
          </p:cNvSpPr>
          <p:nvPr/>
        </p:nvSpPr>
        <p:spPr>
          <a:xfrm>
            <a:off x="786422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7" name="data_8328">
            <a:extLst>
              <a:ext uri="{FF2B5EF4-FFF2-40B4-BE49-F238E27FC236}">
                <a16:creationId xmlns:a16="http://schemas.microsoft.com/office/drawing/2014/main" id="{7B031C13-595E-462C-8D9F-65261C572246}"/>
              </a:ext>
            </a:extLst>
          </p:cNvPr>
          <p:cNvSpPr>
            <a:spLocks noGrp="1"/>
          </p:cNvSpPr>
          <p:nvPr/>
        </p:nvSpPr>
        <p:spPr>
          <a:xfrm>
            <a:off x="782013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8" name="data_8329">
            <a:extLst>
              <a:ext uri="{FF2B5EF4-FFF2-40B4-BE49-F238E27FC236}">
                <a16:creationId xmlns:a16="http://schemas.microsoft.com/office/drawing/2014/main" id="{87016AD0-DEB6-4E6D-AB9E-88970687BD26}"/>
              </a:ext>
            </a:extLst>
          </p:cNvPr>
          <p:cNvSpPr>
            <a:spLocks noGrp="1"/>
          </p:cNvSpPr>
          <p:nvPr/>
        </p:nvSpPr>
        <p:spPr>
          <a:xfrm>
            <a:off x="783586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9" name="data_8330">
            <a:extLst>
              <a:ext uri="{FF2B5EF4-FFF2-40B4-BE49-F238E27FC236}">
                <a16:creationId xmlns:a16="http://schemas.microsoft.com/office/drawing/2014/main" id="{1C5CB3B0-D83F-46B4-94A6-B0CF7354D36C}"/>
              </a:ext>
            </a:extLst>
          </p:cNvPr>
          <p:cNvSpPr>
            <a:spLocks noGrp="1"/>
          </p:cNvSpPr>
          <p:nvPr/>
        </p:nvSpPr>
        <p:spPr>
          <a:xfrm>
            <a:off x="7783774" y="5811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0" name="data_8331">
            <a:extLst>
              <a:ext uri="{FF2B5EF4-FFF2-40B4-BE49-F238E27FC236}">
                <a16:creationId xmlns:a16="http://schemas.microsoft.com/office/drawing/2014/main" id="{1A52A1BA-28FC-4679-A68C-64F8C7850576}"/>
              </a:ext>
            </a:extLst>
          </p:cNvPr>
          <p:cNvSpPr>
            <a:spLocks noGrp="1"/>
          </p:cNvSpPr>
          <p:nvPr/>
        </p:nvSpPr>
        <p:spPr>
          <a:xfrm>
            <a:off x="776413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1" name="data_8332">
            <a:extLst>
              <a:ext uri="{FF2B5EF4-FFF2-40B4-BE49-F238E27FC236}">
                <a16:creationId xmlns:a16="http://schemas.microsoft.com/office/drawing/2014/main" id="{A8E3CAF0-39DD-4C5F-82D0-96BD9AF3FF8B}"/>
              </a:ext>
            </a:extLst>
          </p:cNvPr>
          <p:cNvSpPr>
            <a:spLocks noGrp="1"/>
          </p:cNvSpPr>
          <p:nvPr/>
        </p:nvSpPr>
        <p:spPr>
          <a:xfrm>
            <a:off x="7809232" y="6591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2" name="data_8333">
            <a:extLst>
              <a:ext uri="{FF2B5EF4-FFF2-40B4-BE49-F238E27FC236}">
                <a16:creationId xmlns:a16="http://schemas.microsoft.com/office/drawing/2014/main" id="{2A28A186-0BF2-4648-B9C4-48D61F2E33AC}"/>
              </a:ext>
            </a:extLst>
          </p:cNvPr>
          <p:cNvSpPr>
            <a:spLocks noGrp="1"/>
          </p:cNvSpPr>
          <p:nvPr/>
        </p:nvSpPr>
        <p:spPr>
          <a:xfrm>
            <a:off x="78414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3" name="data_8334">
            <a:extLst>
              <a:ext uri="{FF2B5EF4-FFF2-40B4-BE49-F238E27FC236}">
                <a16:creationId xmlns:a16="http://schemas.microsoft.com/office/drawing/2014/main" id="{FC5C8B16-84D9-43AC-90BB-9D020D24EA51}"/>
              </a:ext>
            </a:extLst>
          </p:cNvPr>
          <p:cNvSpPr>
            <a:spLocks noGrp="1"/>
          </p:cNvSpPr>
          <p:nvPr/>
        </p:nvSpPr>
        <p:spPr>
          <a:xfrm>
            <a:off x="784646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4" name="data_8335">
            <a:extLst>
              <a:ext uri="{FF2B5EF4-FFF2-40B4-BE49-F238E27FC236}">
                <a16:creationId xmlns:a16="http://schemas.microsoft.com/office/drawing/2014/main" id="{CFD2E068-BAD0-43AA-8E92-5F819E5FECDD}"/>
              </a:ext>
            </a:extLst>
          </p:cNvPr>
          <p:cNvSpPr>
            <a:spLocks noGrp="1"/>
          </p:cNvSpPr>
          <p:nvPr/>
        </p:nvSpPr>
        <p:spPr>
          <a:xfrm>
            <a:off x="78522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5" name="data_8336">
            <a:extLst>
              <a:ext uri="{FF2B5EF4-FFF2-40B4-BE49-F238E27FC236}">
                <a16:creationId xmlns:a16="http://schemas.microsoft.com/office/drawing/2014/main" id="{4E557F5F-D28A-4B95-BFAE-CFD1FDB026A4}"/>
              </a:ext>
            </a:extLst>
          </p:cNvPr>
          <p:cNvSpPr>
            <a:spLocks noGrp="1"/>
          </p:cNvSpPr>
          <p:nvPr/>
        </p:nvSpPr>
        <p:spPr>
          <a:xfrm>
            <a:off x="786888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6" name="data_8337">
            <a:extLst>
              <a:ext uri="{FF2B5EF4-FFF2-40B4-BE49-F238E27FC236}">
                <a16:creationId xmlns:a16="http://schemas.microsoft.com/office/drawing/2014/main" id="{31F5BCAA-82A2-4B34-9A95-C9A4C2F2B130}"/>
              </a:ext>
            </a:extLst>
          </p:cNvPr>
          <p:cNvSpPr>
            <a:spLocks noGrp="1"/>
          </p:cNvSpPr>
          <p:nvPr/>
        </p:nvSpPr>
        <p:spPr>
          <a:xfrm>
            <a:off x="7772360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7" name="data_8338">
            <a:extLst>
              <a:ext uri="{FF2B5EF4-FFF2-40B4-BE49-F238E27FC236}">
                <a16:creationId xmlns:a16="http://schemas.microsoft.com/office/drawing/2014/main" id="{7BBB460F-6A74-4BC0-877A-7C5161C28863}"/>
              </a:ext>
            </a:extLst>
          </p:cNvPr>
          <p:cNvSpPr>
            <a:spLocks noGrp="1"/>
          </p:cNvSpPr>
          <p:nvPr/>
        </p:nvSpPr>
        <p:spPr>
          <a:xfrm>
            <a:off x="783459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8" name="data_8339">
            <a:extLst>
              <a:ext uri="{FF2B5EF4-FFF2-40B4-BE49-F238E27FC236}">
                <a16:creationId xmlns:a16="http://schemas.microsoft.com/office/drawing/2014/main" id="{BC79D737-E3C7-4C21-863C-E6B459C16C35}"/>
              </a:ext>
            </a:extLst>
          </p:cNvPr>
          <p:cNvSpPr>
            <a:spLocks noGrp="1"/>
          </p:cNvSpPr>
          <p:nvPr/>
        </p:nvSpPr>
        <p:spPr>
          <a:xfrm>
            <a:off x="786170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9" name="data_8340">
            <a:extLst>
              <a:ext uri="{FF2B5EF4-FFF2-40B4-BE49-F238E27FC236}">
                <a16:creationId xmlns:a16="http://schemas.microsoft.com/office/drawing/2014/main" id="{2EA8F01C-EA2F-4B82-A731-9AD38E8F70E9}"/>
              </a:ext>
            </a:extLst>
          </p:cNvPr>
          <p:cNvSpPr>
            <a:spLocks noGrp="1"/>
          </p:cNvSpPr>
          <p:nvPr/>
        </p:nvSpPr>
        <p:spPr>
          <a:xfrm>
            <a:off x="784169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0" name="data_8341">
            <a:extLst>
              <a:ext uri="{FF2B5EF4-FFF2-40B4-BE49-F238E27FC236}">
                <a16:creationId xmlns:a16="http://schemas.microsoft.com/office/drawing/2014/main" id="{427DAE71-DDD6-45A3-9180-02CE7F4C381B}"/>
              </a:ext>
            </a:extLst>
          </p:cNvPr>
          <p:cNvSpPr>
            <a:spLocks noGrp="1"/>
          </p:cNvSpPr>
          <p:nvPr/>
        </p:nvSpPr>
        <p:spPr>
          <a:xfrm>
            <a:off x="786318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1" name="data_8342">
            <a:extLst>
              <a:ext uri="{FF2B5EF4-FFF2-40B4-BE49-F238E27FC236}">
                <a16:creationId xmlns:a16="http://schemas.microsoft.com/office/drawing/2014/main" id="{D9C81E8A-355A-4264-B4A8-C455BDDE207C}"/>
              </a:ext>
            </a:extLst>
          </p:cNvPr>
          <p:cNvSpPr>
            <a:spLocks noGrp="1"/>
          </p:cNvSpPr>
          <p:nvPr/>
        </p:nvSpPr>
        <p:spPr>
          <a:xfrm>
            <a:off x="785928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2" name="data_8343">
            <a:extLst>
              <a:ext uri="{FF2B5EF4-FFF2-40B4-BE49-F238E27FC236}">
                <a16:creationId xmlns:a16="http://schemas.microsoft.com/office/drawing/2014/main" id="{C72B4A1A-783D-4DC1-8F39-49C2810725FA}"/>
              </a:ext>
            </a:extLst>
          </p:cNvPr>
          <p:cNvSpPr>
            <a:spLocks noGrp="1"/>
          </p:cNvSpPr>
          <p:nvPr/>
        </p:nvSpPr>
        <p:spPr>
          <a:xfrm>
            <a:off x="776875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3" name="data_8344">
            <a:extLst>
              <a:ext uri="{FF2B5EF4-FFF2-40B4-BE49-F238E27FC236}">
                <a16:creationId xmlns:a16="http://schemas.microsoft.com/office/drawing/2014/main" id="{6E9AB39C-15BA-4F33-B954-B8562F2BC5BC}"/>
              </a:ext>
            </a:extLst>
          </p:cNvPr>
          <p:cNvSpPr>
            <a:spLocks noGrp="1"/>
          </p:cNvSpPr>
          <p:nvPr/>
        </p:nvSpPr>
        <p:spPr>
          <a:xfrm>
            <a:off x="7804339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4" name="data_8345">
            <a:extLst>
              <a:ext uri="{FF2B5EF4-FFF2-40B4-BE49-F238E27FC236}">
                <a16:creationId xmlns:a16="http://schemas.microsoft.com/office/drawing/2014/main" id="{08E54132-59F2-49FE-A91C-89C7957D4046}"/>
              </a:ext>
            </a:extLst>
          </p:cNvPr>
          <p:cNvSpPr>
            <a:spLocks noGrp="1"/>
          </p:cNvSpPr>
          <p:nvPr/>
        </p:nvSpPr>
        <p:spPr>
          <a:xfrm>
            <a:off x="779904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5" name="data_8346">
            <a:extLst>
              <a:ext uri="{FF2B5EF4-FFF2-40B4-BE49-F238E27FC236}">
                <a16:creationId xmlns:a16="http://schemas.microsoft.com/office/drawing/2014/main" id="{C1076C7A-B38F-4B2B-BEFF-BA1065F2ACC9}"/>
              </a:ext>
            </a:extLst>
          </p:cNvPr>
          <p:cNvSpPr>
            <a:spLocks noGrp="1"/>
          </p:cNvSpPr>
          <p:nvPr/>
        </p:nvSpPr>
        <p:spPr>
          <a:xfrm>
            <a:off x="776012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6" name="data_8347">
            <a:extLst>
              <a:ext uri="{FF2B5EF4-FFF2-40B4-BE49-F238E27FC236}">
                <a16:creationId xmlns:a16="http://schemas.microsoft.com/office/drawing/2014/main" id="{61FA8D68-0063-4CBB-BD41-32407CA43F70}"/>
              </a:ext>
            </a:extLst>
          </p:cNvPr>
          <p:cNvSpPr>
            <a:spLocks noGrp="1"/>
          </p:cNvSpPr>
          <p:nvPr/>
        </p:nvSpPr>
        <p:spPr>
          <a:xfrm>
            <a:off x="784008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7" name="data_8348">
            <a:extLst>
              <a:ext uri="{FF2B5EF4-FFF2-40B4-BE49-F238E27FC236}">
                <a16:creationId xmlns:a16="http://schemas.microsoft.com/office/drawing/2014/main" id="{6C26DE8D-9143-473C-8D5E-46C52974B3B1}"/>
              </a:ext>
            </a:extLst>
          </p:cNvPr>
          <p:cNvSpPr>
            <a:spLocks noGrp="1"/>
          </p:cNvSpPr>
          <p:nvPr/>
        </p:nvSpPr>
        <p:spPr>
          <a:xfrm>
            <a:off x="778920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8" name="data_8349">
            <a:extLst>
              <a:ext uri="{FF2B5EF4-FFF2-40B4-BE49-F238E27FC236}">
                <a16:creationId xmlns:a16="http://schemas.microsoft.com/office/drawing/2014/main" id="{90F4C608-ABDD-4E91-9533-B1C17E21CD14}"/>
              </a:ext>
            </a:extLst>
          </p:cNvPr>
          <p:cNvSpPr>
            <a:spLocks noGrp="1"/>
          </p:cNvSpPr>
          <p:nvPr/>
        </p:nvSpPr>
        <p:spPr>
          <a:xfrm>
            <a:off x="784735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9" name="data_8350">
            <a:extLst>
              <a:ext uri="{FF2B5EF4-FFF2-40B4-BE49-F238E27FC236}">
                <a16:creationId xmlns:a16="http://schemas.microsoft.com/office/drawing/2014/main" id="{0342C031-0CF3-4142-87E8-DB179E7D76AE}"/>
              </a:ext>
            </a:extLst>
          </p:cNvPr>
          <p:cNvSpPr>
            <a:spLocks noGrp="1"/>
          </p:cNvSpPr>
          <p:nvPr/>
        </p:nvSpPr>
        <p:spPr>
          <a:xfrm>
            <a:off x="786546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0" name="data_8351">
            <a:extLst>
              <a:ext uri="{FF2B5EF4-FFF2-40B4-BE49-F238E27FC236}">
                <a16:creationId xmlns:a16="http://schemas.microsoft.com/office/drawing/2014/main" id="{384EFC49-4A3A-4C7F-BE72-8B555BBA280D}"/>
              </a:ext>
            </a:extLst>
          </p:cNvPr>
          <p:cNvSpPr>
            <a:spLocks noGrp="1"/>
          </p:cNvSpPr>
          <p:nvPr/>
        </p:nvSpPr>
        <p:spPr>
          <a:xfrm>
            <a:off x="77591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1" name="data_8352">
            <a:extLst>
              <a:ext uri="{FF2B5EF4-FFF2-40B4-BE49-F238E27FC236}">
                <a16:creationId xmlns:a16="http://schemas.microsoft.com/office/drawing/2014/main" id="{7D91D7D3-53FF-49B7-AE16-F638092B2544}"/>
              </a:ext>
            </a:extLst>
          </p:cNvPr>
          <p:cNvSpPr>
            <a:spLocks noGrp="1"/>
          </p:cNvSpPr>
          <p:nvPr/>
        </p:nvSpPr>
        <p:spPr>
          <a:xfrm>
            <a:off x="7830459" y="6499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2" name="data_8353">
            <a:extLst>
              <a:ext uri="{FF2B5EF4-FFF2-40B4-BE49-F238E27FC236}">
                <a16:creationId xmlns:a16="http://schemas.microsoft.com/office/drawing/2014/main" id="{95753D07-8F4B-4CE1-9709-FA6BCC2AED75}"/>
              </a:ext>
            </a:extLst>
          </p:cNvPr>
          <p:cNvSpPr>
            <a:spLocks noGrp="1"/>
          </p:cNvSpPr>
          <p:nvPr/>
        </p:nvSpPr>
        <p:spPr>
          <a:xfrm>
            <a:off x="7826970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3" name="data_8354">
            <a:extLst>
              <a:ext uri="{FF2B5EF4-FFF2-40B4-BE49-F238E27FC236}">
                <a16:creationId xmlns:a16="http://schemas.microsoft.com/office/drawing/2014/main" id="{644B5B69-025C-4B81-898F-59DF0ABFECCB}"/>
              </a:ext>
            </a:extLst>
          </p:cNvPr>
          <p:cNvSpPr>
            <a:spLocks noGrp="1"/>
          </p:cNvSpPr>
          <p:nvPr/>
        </p:nvSpPr>
        <p:spPr>
          <a:xfrm>
            <a:off x="777273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4" name="data_8355">
            <a:extLst>
              <a:ext uri="{FF2B5EF4-FFF2-40B4-BE49-F238E27FC236}">
                <a16:creationId xmlns:a16="http://schemas.microsoft.com/office/drawing/2014/main" id="{ADE17265-BACD-4468-8202-C7FA5F184A4C}"/>
              </a:ext>
            </a:extLst>
          </p:cNvPr>
          <p:cNvSpPr>
            <a:spLocks noGrp="1"/>
          </p:cNvSpPr>
          <p:nvPr/>
        </p:nvSpPr>
        <p:spPr>
          <a:xfrm>
            <a:off x="785621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5" name="data_8356">
            <a:extLst>
              <a:ext uri="{FF2B5EF4-FFF2-40B4-BE49-F238E27FC236}">
                <a16:creationId xmlns:a16="http://schemas.microsoft.com/office/drawing/2014/main" id="{27F0509A-56B4-4AB6-BDDA-DC306F6BCADE}"/>
              </a:ext>
            </a:extLst>
          </p:cNvPr>
          <p:cNvSpPr>
            <a:spLocks noGrp="1"/>
          </p:cNvSpPr>
          <p:nvPr/>
        </p:nvSpPr>
        <p:spPr>
          <a:xfrm>
            <a:off x="7845700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6" name="data_8357">
            <a:extLst>
              <a:ext uri="{FF2B5EF4-FFF2-40B4-BE49-F238E27FC236}">
                <a16:creationId xmlns:a16="http://schemas.microsoft.com/office/drawing/2014/main" id="{87C3FF16-8F73-4DCF-8119-0D79B187016B}"/>
              </a:ext>
            </a:extLst>
          </p:cNvPr>
          <p:cNvSpPr>
            <a:spLocks noGrp="1"/>
          </p:cNvSpPr>
          <p:nvPr/>
        </p:nvSpPr>
        <p:spPr>
          <a:xfrm>
            <a:off x="779922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7" name="data_8358">
            <a:extLst>
              <a:ext uri="{FF2B5EF4-FFF2-40B4-BE49-F238E27FC236}">
                <a16:creationId xmlns:a16="http://schemas.microsoft.com/office/drawing/2014/main" id="{FD20BE22-E213-401E-A267-71FD327E45BD}"/>
              </a:ext>
            </a:extLst>
          </p:cNvPr>
          <p:cNvSpPr>
            <a:spLocks noGrp="1"/>
          </p:cNvSpPr>
          <p:nvPr/>
        </p:nvSpPr>
        <p:spPr>
          <a:xfrm>
            <a:off x="782127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8" name="data_8359">
            <a:extLst>
              <a:ext uri="{FF2B5EF4-FFF2-40B4-BE49-F238E27FC236}">
                <a16:creationId xmlns:a16="http://schemas.microsoft.com/office/drawing/2014/main" id="{C464E196-877B-4511-A716-058E8AB90D02}"/>
              </a:ext>
            </a:extLst>
          </p:cNvPr>
          <p:cNvSpPr>
            <a:spLocks noGrp="1"/>
          </p:cNvSpPr>
          <p:nvPr/>
        </p:nvSpPr>
        <p:spPr>
          <a:xfrm>
            <a:off x="780760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9" name="data_8360">
            <a:extLst>
              <a:ext uri="{FF2B5EF4-FFF2-40B4-BE49-F238E27FC236}">
                <a16:creationId xmlns:a16="http://schemas.microsoft.com/office/drawing/2014/main" id="{491BCE57-EC17-4DDF-A1BC-19E57987DAE7}"/>
              </a:ext>
            </a:extLst>
          </p:cNvPr>
          <p:cNvSpPr>
            <a:spLocks noGrp="1"/>
          </p:cNvSpPr>
          <p:nvPr/>
        </p:nvSpPr>
        <p:spPr>
          <a:xfrm>
            <a:off x="7797954" y="5057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0" name="data_8361">
            <a:extLst>
              <a:ext uri="{FF2B5EF4-FFF2-40B4-BE49-F238E27FC236}">
                <a16:creationId xmlns:a16="http://schemas.microsoft.com/office/drawing/2014/main" id="{C434974F-7271-4A93-8407-4D5A1B98358C}"/>
              </a:ext>
            </a:extLst>
          </p:cNvPr>
          <p:cNvSpPr>
            <a:spLocks noGrp="1"/>
          </p:cNvSpPr>
          <p:nvPr/>
        </p:nvSpPr>
        <p:spPr>
          <a:xfrm>
            <a:off x="785985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1" name="data_8362">
            <a:extLst>
              <a:ext uri="{FF2B5EF4-FFF2-40B4-BE49-F238E27FC236}">
                <a16:creationId xmlns:a16="http://schemas.microsoft.com/office/drawing/2014/main" id="{E15ADC46-9584-4C87-A1EF-8A7E0AE56DF3}"/>
              </a:ext>
            </a:extLst>
          </p:cNvPr>
          <p:cNvSpPr>
            <a:spLocks noGrp="1"/>
          </p:cNvSpPr>
          <p:nvPr/>
        </p:nvSpPr>
        <p:spPr>
          <a:xfrm>
            <a:off x="782878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2" name="data_8363">
            <a:extLst>
              <a:ext uri="{FF2B5EF4-FFF2-40B4-BE49-F238E27FC236}">
                <a16:creationId xmlns:a16="http://schemas.microsoft.com/office/drawing/2014/main" id="{8A56E069-22E3-4FC2-B954-E7E055ED267A}"/>
              </a:ext>
            </a:extLst>
          </p:cNvPr>
          <p:cNvSpPr>
            <a:spLocks noGrp="1"/>
          </p:cNvSpPr>
          <p:nvPr/>
        </p:nvSpPr>
        <p:spPr>
          <a:xfrm>
            <a:off x="7827746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3" name="data_8364">
            <a:extLst>
              <a:ext uri="{FF2B5EF4-FFF2-40B4-BE49-F238E27FC236}">
                <a16:creationId xmlns:a16="http://schemas.microsoft.com/office/drawing/2014/main" id="{7CFC6116-C1A8-46DA-9EAE-32EC776B8EB0}"/>
              </a:ext>
            </a:extLst>
          </p:cNvPr>
          <p:cNvSpPr>
            <a:spLocks noGrp="1"/>
          </p:cNvSpPr>
          <p:nvPr/>
        </p:nvSpPr>
        <p:spPr>
          <a:xfrm>
            <a:off x="776422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4" name="data_8365">
            <a:extLst>
              <a:ext uri="{FF2B5EF4-FFF2-40B4-BE49-F238E27FC236}">
                <a16:creationId xmlns:a16="http://schemas.microsoft.com/office/drawing/2014/main" id="{5EBFB019-FD4A-42D6-92CE-E32F5D8CFDC1}"/>
              </a:ext>
            </a:extLst>
          </p:cNvPr>
          <p:cNvSpPr>
            <a:spLocks noGrp="1"/>
          </p:cNvSpPr>
          <p:nvPr/>
        </p:nvSpPr>
        <p:spPr>
          <a:xfrm>
            <a:off x="782919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5" name="data_8366">
            <a:extLst>
              <a:ext uri="{FF2B5EF4-FFF2-40B4-BE49-F238E27FC236}">
                <a16:creationId xmlns:a16="http://schemas.microsoft.com/office/drawing/2014/main" id="{5E8B04FD-04F4-429C-BBD3-D4C63A3C4F7D}"/>
              </a:ext>
            </a:extLst>
          </p:cNvPr>
          <p:cNvSpPr>
            <a:spLocks noGrp="1"/>
          </p:cNvSpPr>
          <p:nvPr/>
        </p:nvSpPr>
        <p:spPr>
          <a:xfrm>
            <a:off x="7847648" y="53068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6" name="data_8367">
            <a:extLst>
              <a:ext uri="{FF2B5EF4-FFF2-40B4-BE49-F238E27FC236}">
                <a16:creationId xmlns:a16="http://schemas.microsoft.com/office/drawing/2014/main" id="{9DF8B764-93CA-43CE-9930-B276837C1C74}"/>
              </a:ext>
            </a:extLst>
          </p:cNvPr>
          <p:cNvSpPr>
            <a:spLocks noGrp="1"/>
          </p:cNvSpPr>
          <p:nvPr/>
        </p:nvSpPr>
        <p:spPr>
          <a:xfrm>
            <a:off x="786123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7" name="data_8368">
            <a:extLst>
              <a:ext uri="{FF2B5EF4-FFF2-40B4-BE49-F238E27FC236}">
                <a16:creationId xmlns:a16="http://schemas.microsoft.com/office/drawing/2014/main" id="{C52B0749-3FCC-4513-8DA1-BF18C0A5F4CB}"/>
              </a:ext>
            </a:extLst>
          </p:cNvPr>
          <p:cNvSpPr>
            <a:spLocks noGrp="1"/>
          </p:cNvSpPr>
          <p:nvPr/>
        </p:nvSpPr>
        <p:spPr>
          <a:xfrm>
            <a:off x="7809027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8" name="data_8369">
            <a:extLst>
              <a:ext uri="{FF2B5EF4-FFF2-40B4-BE49-F238E27FC236}">
                <a16:creationId xmlns:a16="http://schemas.microsoft.com/office/drawing/2014/main" id="{AA0EB3CC-4625-46FF-BF85-01E50917EC77}"/>
              </a:ext>
            </a:extLst>
          </p:cNvPr>
          <p:cNvSpPr>
            <a:spLocks noGrp="1"/>
          </p:cNvSpPr>
          <p:nvPr/>
        </p:nvSpPr>
        <p:spPr>
          <a:xfrm>
            <a:off x="781652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9" name="data_8370">
            <a:extLst>
              <a:ext uri="{FF2B5EF4-FFF2-40B4-BE49-F238E27FC236}">
                <a16:creationId xmlns:a16="http://schemas.microsoft.com/office/drawing/2014/main" id="{F9F67379-4FCB-47FC-82B4-A855CBE50514}"/>
              </a:ext>
            </a:extLst>
          </p:cNvPr>
          <p:cNvSpPr>
            <a:spLocks noGrp="1"/>
          </p:cNvSpPr>
          <p:nvPr/>
        </p:nvSpPr>
        <p:spPr>
          <a:xfrm>
            <a:off x="7844166" y="5874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0" name="data_8371">
            <a:extLst>
              <a:ext uri="{FF2B5EF4-FFF2-40B4-BE49-F238E27FC236}">
                <a16:creationId xmlns:a16="http://schemas.microsoft.com/office/drawing/2014/main" id="{C9C5F869-C230-456F-8D51-0384FB862848}"/>
              </a:ext>
            </a:extLst>
          </p:cNvPr>
          <p:cNvSpPr>
            <a:spLocks noGrp="1"/>
          </p:cNvSpPr>
          <p:nvPr/>
        </p:nvSpPr>
        <p:spPr>
          <a:xfrm>
            <a:off x="775962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1" name="data_8372">
            <a:extLst>
              <a:ext uri="{FF2B5EF4-FFF2-40B4-BE49-F238E27FC236}">
                <a16:creationId xmlns:a16="http://schemas.microsoft.com/office/drawing/2014/main" id="{0893FBFA-5C1C-4AC7-BE57-EAF38D53F02F}"/>
              </a:ext>
            </a:extLst>
          </p:cNvPr>
          <p:cNvSpPr>
            <a:spLocks noGrp="1"/>
          </p:cNvSpPr>
          <p:nvPr/>
        </p:nvSpPr>
        <p:spPr>
          <a:xfrm>
            <a:off x="782079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2" name="data_8373">
            <a:extLst>
              <a:ext uri="{FF2B5EF4-FFF2-40B4-BE49-F238E27FC236}">
                <a16:creationId xmlns:a16="http://schemas.microsoft.com/office/drawing/2014/main" id="{2E2A9482-ED12-4F3E-ABBE-040036D26383}"/>
              </a:ext>
            </a:extLst>
          </p:cNvPr>
          <p:cNvSpPr>
            <a:spLocks noGrp="1"/>
          </p:cNvSpPr>
          <p:nvPr/>
        </p:nvSpPr>
        <p:spPr>
          <a:xfrm>
            <a:off x="786601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3" name="data_8374">
            <a:extLst>
              <a:ext uri="{FF2B5EF4-FFF2-40B4-BE49-F238E27FC236}">
                <a16:creationId xmlns:a16="http://schemas.microsoft.com/office/drawing/2014/main" id="{2C1ED25B-23BD-45FD-AC4C-9BC39AA5884E}"/>
              </a:ext>
            </a:extLst>
          </p:cNvPr>
          <p:cNvSpPr>
            <a:spLocks noGrp="1"/>
          </p:cNvSpPr>
          <p:nvPr/>
        </p:nvSpPr>
        <p:spPr>
          <a:xfrm>
            <a:off x="784247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4" name="data_8375">
            <a:extLst>
              <a:ext uri="{FF2B5EF4-FFF2-40B4-BE49-F238E27FC236}">
                <a16:creationId xmlns:a16="http://schemas.microsoft.com/office/drawing/2014/main" id="{228E1057-8C8E-4213-81E8-B113C80AB0B1}"/>
              </a:ext>
            </a:extLst>
          </p:cNvPr>
          <p:cNvSpPr>
            <a:spLocks noGrp="1"/>
          </p:cNvSpPr>
          <p:nvPr/>
        </p:nvSpPr>
        <p:spPr>
          <a:xfrm>
            <a:off x="780684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5" name="data_8376">
            <a:extLst>
              <a:ext uri="{FF2B5EF4-FFF2-40B4-BE49-F238E27FC236}">
                <a16:creationId xmlns:a16="http://schemas.microsoft.com/office/drawing/2014/main" id="{69C7D2D6-A32F-4D51-A127-D34CE37003F0}"/>
              </a:ext>
            </a:extLst>
          </p:cNvPr>
          <p:cNvSpPr>
            <a:spLocks noGrp="1"/>
          </p:cNvSpPr>
          <p:nvPr/>
        </p:nvSpPr>
        <p:spPr>
          <a:xfrm>
            <a:off x="781041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6" name="data_8377">
            <a:extLst>
              <a:ext uri="{FF2B5EF4-FFF2-40B4-BE49-F238E27FC236}">
                <a16:creationId xmlns:a16="http://schemas.microsoft.com/office/drawing/2014/main" id="{B48EAF61-C25E-4138-B465-59A4C7136532}"/>
              </a:ext>
            </a:extLst>
          </p:cNvPr>
          <p:cNvSpPr>
            <a:spLocks noGrp="1"/>
          </p:cNvSpPr>
          <p:nvPr/>
        </p:nvSpPr>
        <p:spPr>
          <a:xfrm>
            <a:off x="785685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7" name="data_8378">
            <a:extLst>
              <a:ext uri="{FF2B5EF4-FFF2-40B4-BE49-F238E27FC236}">
                <a16:creationId xmlns:a16="http://schemas.microsoft.com/office/drawing/2014/main" id="{8EE75780-0A95-4465-B6A6-ABAFAD8008DC}"/>
              </a:ext>
            </a:extLst>
          </p:cNvPr>
          <p:cNvSpPr>
            <a:spLocks noGrp="1"/>
          </p:cNvSpPr>
          <p:nvPr/>
        </p:nvSpPr>
        <p:spPr>
          <a:xfrm>
            <a:off x="779606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8" name="data_8379">
            <a:extLst>
              <a:ext uri="{FF2B5EF4-FFF2-40B4-BE49-F238E27FC236}">
                <a16:creationId xmlns:a16="http://schemas.microsoft.com/office/drawing/2014/main" id="{AA15E08E-3282-4946-BB6E-125DDC7DE29C}"/>
              </a:ext>
            </a:extLst>
          </p:cNvPr>
          <p:cNvSpPr>
            <a:spLocks noGrp="1"/>
          </p:cNvSpPr>
          <p:nvPr/>
        </p:nvSpPr>
        <p:spPr>
          <a:xfrm>
            <a:off x="780282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9" name="data_8380">
            <a:extLst>
              <a:ext uri="{FF2B5EF4-FFF2-40B4-BE49-F238E27FC236}">
                <a16:creationId xmlns:a16="http://schemas.microsoft.com/office/drawing/2014/main" id="{909D2EAD-7F09-4BF2-91F0-4A611D67EB2D}"/>
              </a:ext>
            </a:extLst>
          </p:cNvPr>
          <p:cNvSpPr>
            <a:spLocks noGrp="1"/>
          </p:cNvSpPr>
          <p:nvPr/>
        </p:nvSpPr>
        <p:spPr>
          <a:xfrm>
            <a:off x="7792976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0" name="data_8381">
            <a:extLst>
              <a:ext uri="{FF2B5EF4-FFF2-40B4-BE49-F238E27FC236}">
                <a16:creationId xmlns:a16="http://schemas.microsoft.com/office/drawing/2014/main" id="{8A0510BB-50FE-4CF3-8149-09D757DF1498}"/>
              </a:ext>
            </a:extLst>
          </p:cNvPr>
          <p:cNvSpPr>
            <a:spLocks noGrp="1"/>
          </p:cNvSpPr>
          <p:nvPr/>
        </p:nvSpPr>
        <p:spPr>
          <a:xfrm>
            <a:off x="779642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1" name="data_8382">
            <a:extLst>
              <a:ext uri="{FF2B5EF4-FFF2-40B4-BE49-F238E27FC236}">
                <a16:creationId xmlns:a16="http://schemas.microsoft.com/office/drawing/2014/main" id="{6F1637C9-5413-4E92-B713-E5B70CD4062F}"/>
              </a:ext>
            </a:extLst>
          </p:cNvPr>
          <p:cNvSpPr>
            <a:spLocks noGrp="1"/>
          </p:cNvSpPr>
          <p:nvPr/>
        </p:nvSpPr>
        <p:spPr>
          <a:xfrm>
            <a:off x="782127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2" name="data_8383">
            <a:extLst>
              <a:ext uri="{FF2B5EF4-FFF2-40B4-BE49-F238E27FC236}">
                <a16:creationId xmlns:a16="http://schemas.microsoft.com/office/drawing/2014/main" id="{C3DBFACC-B16B-48CF-89E0-9EC131D011AF}"/>
              </a:ext>
            </a:extLst>
          </p:cNvPr>
          <p:cNvSpPr>
            <a:spLocks noGrp="1"/>
          </p:cNvSpPr>
          <p:nvPr/>
        </p:nvSpPr>
        <p:spPr>
          <a:xfrm>
            <a:off x="780209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3" name="data_8384">
            <a:extLst>
              <a:ext uri="{FF2B5EF4-FFF2-40B4-BE49-F238E27FC236}">
                <a16:creationId xmlns:a16="http://schemas.microsoft.com/office/drawing/2014/main" id="{53BC040E-3720-4524-A8BF-5BCDB67AEFBF}"/>
              </a:ext>
            </a:extLst>
          </p:cNvPr>
          <p:cNvSpPr>
            <a:spLocks noGrp="1"/>
          </p:cNvSpPr>
          <p:nvPr/>
        </p:nvSpPr>
        <p:spPr>
          <a:xfrm>
            <a:off x="786749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4" name="data_8385">
            <a:extLst>
              <a:ext uri="{FF2B5EF4-FFF2-40B4-BE49-F238E27FC236}">
                <a16:creationId xmlns:a16="http://schemas.microsoft.com/office/drawing/2014/main" id="{641A0119-4174-4A65-B85C-436B1C3DC14E}"/>
              </a:ext>
            </a:extLst>
          </p:cNvPr>
          <p:cNvSpPr>
            <a:spLocks noGrp="1"/>
          </p:cNvSpPr>
          <p:nvPr/>
        </p:nvSpPr>
        <p:spPr>
          <a:xfrm>
            <a:off x="785216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5" name="data_8386">
            <a:extLst>
              <a:ext uri="{FF2B5EF4-FFF2-40B4-BE49-F238E27FC236}">
                <a16:creationId xmlns:a16="http://schemas.microsoft.com/office/drawing/2014/main" id="{145C83E7-0B28-43F6-AA2C-7DA9380C1FE8}"/>
              </a:ext>
            </a:extLst>
          </p:cNvPr>
          <p:cNvSpPr>
            <a:spLocks noGrp="1"/>
          </p:cNvSpPr>
          <p:nvPr/>
        </p:nvSpPr>
        <p:spPr>
          <a:xfrm>
            <a:off x="77676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6" name="data_8387">
            <a:extLst>
              <a:ext uri="{FF2B5EF4-FFF2-40B4-BE49-F238E27FC236}">
                <a16:creationId xmlns:a16="http://schemas.microsoft.com/office/drawing/2014/main" id="{C1D956B8-63C0-4351-95C9-EAA981680960}"/>
              </a:ext>
            </a:extLst>
          </p:cNvPr>
          <p:cNvSpPr>
            <a:spLocks noGrp="1"/>
          </p:cNvSpPr>
          <p:nvPr/>
        </p:nvSpPr>
        <p:spPr>
          <a:xfrm>
            <a:off x="781583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7" name="data_8388">
            <a:extLst>
              <a:ext uri="{FF2B5EF4-FFF2-40B4-BE49-F238E27FC236}">
                <a16:creationId xmlns:a16="http://schemas.microsoft.com/office/drawing/2014/main" id="{8C8C5B66-F91D-4D2F-BE84-821CCB6428DB}"/>
              </a:ext>
            </a:extLst>
          </p:cNvPr>
          <p:cNvSpPr>
            <a:spLocks noGrp="1"/>
          </p:cNvSpPr>
          <p:nvPr/>
        </p:nvSpPr>
        <p:spPr>
          <a:xfrm>
            <a:off x="783881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8" name="data_8389">
            <a:extLst>
              <a:ext uri="{FF2B5EF4-FFF2-40B4-BE49-F238E27FC236}">
                <a16:creationId xmlns:a16="http://schemas.microsoft.com/office/drawing/2014/main" id="{32C9555A-710D-4079-84CD-D762064E87DC}"/>
              </a:ext>
            </a:extLst>
          </p:cNvPr>
          <p:cNvSpPr>
            <a:spLocks noGrp="1"/>
          </p:cNvSpPr>
          <p:nvPr/>
        </p:nvSpPr>
        <p:spPr>
          <a:xfrm>
            <a:off x="784709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9" name="data_8390">
            <a:extLst>
              <a:ext uri="{FF2B5EF4-FFF2-40B4-BE49-F238E27FC236}">
                <a16:creationId xmlns:a16="http://schemas.microsoft.com/office/drawing/2014/main" id="{789C3AE2-6D4C-4F76-94B0-2463EA752E3B}"/>
              </a:ext>
            </a:extLst>
          </p:cNvPr>
          <p:cNvSpPr>
            <a:spLocks noGrp="1"/>
          </p:cNvSpPr>
          <p:nvPr/>
        </p:nvSpPr>
        <p:spPr>
          <a:xfrm>
            <a:off x="786699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0" name="data_8391">
            <a:extLst>
              <a:ext uri="{FF2B5EF4-FFF2-40B4-BE49-F238E27FC236}">
                <a16:creationId xmlns:a16="http://schemas.microsoft.com/office/drawing/2014/main" id="{BE7D84A9-F297-4F51-B105-2D799EBB81C4}"/>
              </a:ext>
            </a:extLst>
          </p:cNvPr>
          <p:cNvSpPr>
            <a:spLocks noGrp="1"/>
          </p:cNvSpPr>
          <p:nvPr/>
        </p:nvSpPr>
        <p:spPr>
          <a:xfrm>
            <a:off x="7767146" y="511412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1" name="data_8392">
            <a:extLst>
              <a:ext uri="{FF2B5EF4-FFF2-40B4-BE49-F238E27FC236}">
                <a16:creationId xmlns:a16="http://schemas.microsoft.com/office/drawing/2014/main" id="{241A92CE-6ADA-4E76-A744-6151D29944FB}"/>
              </a:ext>
            </a:extLst>
          </p:cNvPr>
          <p:cNvSpPr>
            <a:spLocks noGrp="1"/>
          </p:cNvSpPr>
          <p:nvPr/>
        </p:nvSpPr>
        <p:spPr>
          <a:xfrm>
            <a:off x="782930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2" name="data_8393">
            <a:extLst>
              <a:ext uri="{FF2B5EF4-FFF2-40B4-BE49-F238E27FC236}">
                <a16:creationId xmlns:a16="http://schemas.microsoft.com/office/drawing/2014/main" id="{FFCD5108-8070-4695-A869-4513A9883740}"/>
              </a:ext>
            </a:extLst>
          </p:cNvPr>
          <p:cNvSpPr>
            <a:spLocks noGrp="1"/>
          </p:cNvSpPr>
          <p:nvPr/>
        </p:nvSpPr>
        <p:spPr>
          <a:xfrm>
            <a:off x="776622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3" name="data_8394">
            <a:extLst>
              <a:ext uri="{FF2B5EF4-FFF2-40B4-BE49-F238E27FC236}">
                <a16:creationId xmlns:a16="http://schemas.microsoft.com/office/drawing/2014/main" id="{0D36E963-03AF-4CA2-AD31-BD6D0141CAEB}"/>
              </a:ext>
            </a:extLst>
          </p:cNvPr>
          <p:cNvSpPr>
            <a:spLocks noGrp="1"/>
          </p:cNvSpPr>
          <p:nvPr/>
        </p:nvSpPr>
        <p:spPr>
          <a:xfrm>
            <a:off x="7801780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4" name="data_8395">
            <a:extLst>
              <a:ext uri="{FF2B5EF4-FFF2-40B4-BE49-F238E27FC236}">
                <a16:creationId xmlns:a16="http://schemas.microsoft.com/office/drawing/2014/main" id="{7AF9559B-1CC1-4F7F-B61F-873ECFE2F01C}"/>
              </a:ext>
            </a:extLst>
          </p:cNvPr>
          <p:cNvSpPr>
            <a:spLocks noGrp="1"/>
          </p:cNvSpPr>
          <p:nvPr/>
        </p:nvSpPr>
        <p:spPr>
          <a:xfrm>
            <a:off x="77752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5" name="data_8396">
            <a:extLst>
              <a:ext uri="{FF2B5EF4-FFF2-40B4-BE49-F238E27FC236}">
                <a16:creationId xmlns:a16="http://schemas.microsoft.com/office/drawing/2014/main" id="{A246E1FE-A730-4306-8429-F5BAF01204D6}"/>
              </a:ext>
            </a:extLst>
          </p:cNvPr>
          <p:cNvSpPr>
            <a:spLocks noGrp="1"/>
          </p:cNvSpPr>
          <p:nvPr/>
        </p:nvSpPr>
        <p:spPr>
          <a:xfrm>
            <a:off x="7820164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6" name="data_8397">
            <a:extLst>
              <a:ext uri="{FF2B5EF4-FFF2-40B4-BE49-F238E27FC236}">
                <a16:creationId xmlns:a16="http://schemas.microsoft.com/office/drawing/2014/main" id="{6B5AE4B6-7C61-4A29-9EF1-388641AA42F1}"/>
              </a:ext>
            </a:extLst>
          </p:cNvPr>
          <p:cNvSpPr>
            <a:spLocks noGrp="1"/>
          </p:cNvSpPr>
          <p:nvPr/>
        </p:nvSpPr>
        <p:spPr>
          <a:xfrm>
            <a:off x="7760446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7" name="data_8398">
            <a:extLst>
              <a:ext uri="{FF2B5EF4-FFF2-40B4-BE49-F238E27FC236}">
                <a16:creationId xmlns:a16="http://schemas.microsoft.com/office/drawing/2014/main" id="{BD09BDB7-03A3-478B-8513-A3BB3C453027}"/>
              </a:ext>
            </a:extLst>
          </p:cNvPr>
          <p:cNvSpPr>
            <a:spLocks noGrp="1"/>
          </p:cNvSpPr>
          <p:nvPr/>
        </p:nvSpPr>
        <p:spPr>
          <a:xfrm>
            <a:off x="7791527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8" name="data_8399">
            <a:extLst>
              <a:ext uri="{FF2B5EF4-FFF2-40B4-BE49-F238E27FC236}">
                <a16:creationId xmlns:a16="http://schemas.microsoft.com/office/drawing/2014/main" id="{5812BB0B-F1FE-4EF5-BCDE-7DC027A02479}"/>
              </a:ext>
            </a:extLst>
          </p:cNvPr>
          <p:cNvSpPr>
            <a:spLocks noGrp="1"/>
          </p:cNvSpPr>
          <p:nvPr/>
        </p:nvSpPr>
        <p:spPr>
          <a:xfrm>
            <a:off x="783595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9" name="data_8400">
            <a:extLst>
              <a:ext uri="{FF2B5EF4-FFF2-40B4-BE49-F238E27FC236}">
                <a16:creationId xmlns:a16="http://schemas.microsoft.com/office/drawing/2014/main" id="{8AE342BA-FB85-4085-960C-9DB4B43677B9}"/>
              </a:ext>
            </a:extLst>
          </p:cNvPr>
          <p:cNvSpPr>
            <a:spLocks noGrp="1"/>
          </p:cNvSpPr>
          <p:nvPr/>
        </p:nvSpPr>
        <p:spPr>
          <a:xfrm>
            <a:off x="777785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0" name="data_8401">
            <a:extLst>
              <a:ext uri="{FF2B5EF4-FFF2-40B4-BE49-F238E27FC236}">
                <a16:creationId xmlns:a16="http://schemas.microsoft.com/office/drawing/2014/main" id="{446EF2CC-8879-44D2-82E9-A5349CE3C3F6}"/>
              </a:ext>
            </a:extLst>
          </p:cNvPr>
          <p:cNvSpPr>
            <a:spLocks noGrp="1"/>
          </p:cNvSpPr>
          <p:nvPr/>
        </p:nvSpPr>
        <p:spPr>
          <a:xfrm>
            <a:off x="7830023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1" name="data_8402">
            <a:extLst>
              <a:ext uri="{FF2B5EF4-FFF2-40B4-BE49-F238E27FC236}">
                <a16:creationId xmlns:a16="http://schemas.microsoft.com/office/drawing/2014/main" id="{376B13C0-A3DD-4117-AE3B-E1840190103C}"/>
              </a:ext>
            </a:extLst>
          </p:cNvPr>
          <p:cNvSpPr>
            <a:spLocks noGrp="1"/>
          </p:cNvSpPr>
          <p:nvPr/>
        </p:nvSpPr>
        <p:spPr>
          <a:xfrm>
            <a:off x="7783711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2" name="data_8403">
            <a:extLst>
              <a:ext uri="{FF2B5EF4-FFF2-40B4-BE49-F238E27FC236}">
                <a16:creationId xmlns:a16="http://schemas.microsoft.com/office/drawing/2014/main" id="{0CFA52BE-31C1-4464-8B38-4CD2EC2DD36F}"/>
              </a:ext>
            </a:extLst>
          </p:cNvPr>
          <p:cNvSpPr>
            <a:spLocks noGrp="1"/>
          </p:cNvSpPr>
          <p:nvPr/>
        </p:nvSpPr>
        <p:spPr>
          <a:xfrm>
            <a:off x="7860737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3" name="data_8404">
            <a:extLst>
              <a:ext uri="{FF2B5EF4-FFF2-40B4-BE49-F238E27FC236}">
                <a16:creationId xmlns:a16="http://schemas.microsoft.com/office/drawing/2014/main" id="{C49FE8E4-1BD7-47E4-BBE6-292C6ECE9F9E}"/>
              </a:ext>
            </a:extLst>
          </p:cNvPr>
          <p:cNvSpPr>
            <a:spLocks noGrp="1"/>
          </p:cNvSpPr>
          <p:nvPr/>
        </p:nvSpPr>
        <p:spPr>
          <a:xfrm>
            <a:off x="7830680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4" name="data_8405">
            <a:extLst>
              <a:ext uri="{FF2B5EF4-FFF2-40B4-BE49-F238E27FC236}">
                <a16:creationId xmlns:a16="http://schemas.microsoft.com/office/drawing/2014/main" id="{8696E797-3FDD-4CA2-8742-2F448C6BA654}"/>
              </a:ext>
            </a:extLst>
          </p:cNvPr>
          <p:cNvSpPr>
            <a:spLocks noGrp="1"/>
          </p:cNvSpPr>
          <p:nvPr/>
        </p:nvSpPr>
        <p:spPr>
          <a:xfrm>
            <a:off x="781096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5" name="data_8406">
            <a:extLst>
              <a:ext uri="{FF2B5EF4-FFF2-40B4-BE49-F238E27FC236}">
                <a16:creationId xmlns:a16="http://schemas.microsoft.com/office/drawing/2014/main" id="{8702CB84-D9E9-4A3D-8E52-13D53165D85A}"/>
              </a:ext>
            </a:extLst>
          </p:cNvPr>
          <p:cNvSpPr>
            <a:spLocks noGrp="1"/>
          </p:cNvSpPr>
          <p:nvPr/>
        </p:nvSpPr>
        <p:spPr>
          <a:xfrm>
            <a:off x="806556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6" name="data_8407">
            <a:extLst>
              <a:ext uri="{FF2B5EF4-FFF2-40B4-BE49-F238E27FC236}">
                <a16:creationId xmlns:a16="http://schemas.microsoft.com/office/drawing/2014/main" id="{F323D13B-4254-4A43-A914-583AE52AFB71}"/>
              </a:ext>
            </a:extLst>
          </p:cNvPr>
          <p:cNvSpPr>
            <a:spLocks noGrp="1"/>
          </p:cNvSpPr>
          <p:nvPr/>
        </p:nvSpPr>
        <p:spPr>
          <a:xfrm>
            <a:off x="8023587" y="52821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7" name="data_8408">
            <a:extLst>
              <a:ext uri="{FF2B5EF4-FFF2-40B4-BE49-F238E27FC236}">
                <a16:creationId xmlns:a16="http://schemas.microsoft.com/office/drawing/2014/main" id="{F6D4631D-14A6-4D44-BE94-F19AF76B6B0C}"/>
              </a:ext>
            </a:extLst>
          </p:cNvPr>
          <p:cNvSpPr>
            <a:spLocks noGrp="1"/>
          </p:cNvSpPr>
          <p:nvPr/>
        </p:nvSpPr>
        <p:spPr>
          <a:xfrm>
            <a:off x="805037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8" name="data_8409">
            <a:extLst>
              <a:ext uri="{FF2B5EF4-FFF2-40B4-BE49-F238E27FC236}">
                <a16:creationId xmlns:a16="http://schemas.microsoft.com/office/drawing/2014/main" id="{2ECA7331-DD65-44BB-97FB-A43BAF3B6277}"/>
              </a:ext>
            </a:extLst>
          </p:cNvPr>
          <p:cNvSpPr>
            <a:spLocks noGrp="1"/>
          </p:cNvSpPr>
          <p:nvPr/>
        </p:nvSpPr>
        <p:spPr>
          <a:xfrm>
            <a:off x="801669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9" name="data_8410">
            <a:extLst>
              <a:ext uri="{FF2B5EF4-FFF2-40B4-BE49-F238E27FC236}">
                <a16:creationId xmlns:a16="http://schemas.microsoft.com/office/drawing/2014/main" id="{D8B30AF0-CB15-47F3-902E-A60BAA44F663}"/>
              </a:ext>
            </a:extLst>
          </p:cNvPr>
          <p:cNvSpPr>
            <a:spLocks noGrp="1"/>
          </p:cNvSpPr>
          <p:nvPr/>
        </p:nvSpPr>
        <p:spPr>
          <a:xfrm>
            <a:off x="8082429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0" name="data_8411">
            <a:extLst>
              <a:ext uri="{FF2B5EF4-FFF2-40B4-BE49-F238E27FC236}">
                <a16:creationId xmlns:a16="http://schemas.microsoft.com/office/drawing/2014/main" id="{759922E7-35B3-4FFD-A29E-4BBA7DCF30A4}"/>
              </a:ext>
            </a:extLst>
          </p:cNvPr>
          <p:cNvSpPr>
            <a:spLocks noGrp="1"/>
          </p:cNvSpPr>
          <p:nvPr/>
        </p:nvSpPr>
        <p:spPr>
          <a:xfrm>
            <a:off x="8086105" y="59071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1" name="data_8412">
            <a:extLst>
              <a:ext uri="{FF2B5EF4-FFF2-40B4-BE49-F238E27FC236}">
                <a16:creationId xmlns:a16="http://schemas.microsoft.com/office/drawing/2014/main" id="{2F42390B-EF4F-4427-9888-9451CE5333D1}"/>
              </a:ext>
            </a:extLst>
          </p:cNvPr>
          <p:cNvSpPr>
            <a:spLocks noGrp="1"/>
          </p:cNvSpPr>
          <p:nvPr/>
        </p:nvSpPr>
        <p:spPr>
          <a:xfrm>
            <a:off x="806205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2" name="data_8413">
            <a:extLst>
              <a:ext uri="{FF2B5EF4-FFF2-40B4-BE49-F238E27FC236}">
                <a16:creationId xmlns:a16="http://schemas.microsoft.com/office/drawing/2014/main" id="{F0EDA184-B5EA-4076-8CCD-0FBD94E3926A}"/>
              </a:ext>
            </a:extLst>
          </p:cNvPr>
          <p:cNvSpPr>
            <a:spLocks noGrp="1"/>
          </p:cNvSpPr>
          <p:nvPr/>
        </p:nvSpPr>
        <p:spPr>
          <a:xfrm>
            <a:off x="8091691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3" name="data_8414">
            <a:extLst>
              <a:ext uri="{FF2B5EF4-FFF2-40B4-BE49-F238E27FC236}">
                <a16:creationId xmlns:a16="http://schemas.microsoft.com/office/drawing/2014/main" id="{85940DD6-347D-4457-BEC6-043E32ED4CCC}"/>
              </a:ext>
            </a:extLst>
          </p:cNvPr>
          <p:cNvSpPr>
            <a:spLocks noGrp="1"/>
          </p:cNvSpPr>
          <p:nvPr/>
        </p:nvSpPr>
        <p:spPr>
          <a:xfrm>
            <a:off x="8052820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4" name="data_8415">
            <a:extLst>
              <a:ext uri="{FF2B5EF4-FFF2-40B4-BE49-F238E27FC236}">
                <a16:creationId xmlns:a16="http://schemas.microsoft.com/office/drawing/2014/main" id="{04353F9D-A099-4099-807C-795D66C76D9A}"/>
              </a:ext>
            </a:extLst>
          </p:cNvPr>
          <p:cNvSpPr>
            <a:spLocks noGrp="1"/>
          </p:cNvSpPr>
          <p:nvPr/>
        </p:nvSpPr>
        <p:spPr>
          <a:xfrm>
            <a:off x="807610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5" name="data_8416">
            <a:extLst>
              <a:ext uri="{FF2B5EF4-FFF2-40B4-BE49-F238E27FC236}">
                <a16:creationId xmlns:a16="http://schemas.microsoft.com/office/drawing/2014/main" id="{E527BF19-AFFB-467F-A3C7-A44C2D641E85}"/>
              </a:ext>
            </a:extLst>
          </p:cNvPr>
          <p:cNvSpPr>
            <a:spLocks noGrp="1"/>
          </p:cNvSpPr>
          <p:nvPr/>
        </p:nvSpPr>
        <p:spPr>
          <a:xfrm>
            <a:off x="804088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6" name="data_8417">
            <a:extLst>
              <a:ext uri="{FF2B5EF4-FFF2-40B4-BE49-F238E27FC236}">
                <a16:creationId xmlns:a16="http://schemas.microsoft.com/office/drawing/2014/main" id="{C5CD8210-77E7-4219-BA6D-5700AAEDEF5C}"/>
              </a:ext>
            </a:extLst>
          </p:cNvPr>
          <p:cNvSpPr>
            <a:spLocks noGrp="1"/>
          </p:cNvSpPr>
          <p:nvPr/>
        </p:nvSpPr>
        <p:spPr>
          <a:xfrm>
            <a:off x="800180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7" name="data_8418">
            <a:extLst>
              <a:ext uri="{FF2B5EF4-FFF2-40B4-BE49-F238E27FC236}">
                <a16:creationId xmlns:a16="http://schemas.microsoft.com/office/drawing/2014/main" id="{81AC014A-D881-40A5-9650-BC0BB7DB7B08}"/>
              </a:ext>
            </a:extLst>
          </p:cNvPr>
          <p:cNvSpPr>
            <a:spLocks noGrp="1"/>
          </p:cNvSpPr>
          <p:nvPr/>
        </p:nvSpPr>
        <p:spPr>
          <a:xfrm>
            <a:off x="8040850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8" name="data_8419">
            <a:extLst>
              <a:ext uri="{FF2B5EF4-FFF2-40B4-BE49-F238E27FC236}">
                <a16:creationId xmlns:a16="http://schemas.microsoft.com/office/drawing/2014/main" id="{2793C1CF-8733-4353-94C9-2D2CF41905A1}"/>
              </a:ext>
            </a:extLst>
          </p:cNvPr>
          <p:cNvSpPr>
            <a:spLocks noGrp="1"/>
          </p:cNvSpPr>
          <p:nvPr/>
        </p:nvSpPr>
        <p:spPr>
          <a:xfrm>
            <a:off x="8052911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9" name="data_8420">
            <a:extLst>
              <a:ext uri="{FF2B5EF4-FFF2-40B4-BE49-F238E27FC236}">
                <a16:creationId xmlns:a16="http://schemas.microsoft.com/office/drawing/2014/main" id="{4677B94B-830F-4677-AFFC-6AB0E6B57CA7}"/>
              </a:ext>
            </a:extLst>
          </p:cNvPr>
          <p:cNvSpPr>
            <a:spLocks noGrp="1"/>
          </p:cNvSpPr>
          <p:nvPr/>
        </p:nvSpPr>
        <p:spPr>
          <a:xfrm>
            <a:off x="803440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0" name="data_8421">
            <a:extLst>
              <a:ext uri="{FF2B5EF4-FFF2-40B4-BE49-F238E27FC236}">
                <a16:creationId xmlns:a16="http://schemas.microsoft.com/office/drawing/2014/main" id="{0787569E-3985-40A6-B692-A9AB6F8A2A3E}"/>
              </a:ext>
            </a:extLst>
          </p:cNvPr>
          <p:cNvSpPr>
            <a:spLocks noGrp="1"/>
          </p:cNvSpPr>
          <p:nvPr/>
        </p:nvSpPr>
        <p:spPr>
          <a:xfrm>
            <a:off x="801426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1" name="data_8422">
            <a:extLst>
              <a:ext uri="{FF2B5EF4-FFF2-40B4-BE49-F238E27FC236}">
                <a16:creationId xmlns:a16="http://schemas.microsoft.com/office/drawing/2014/main" id="{3C19D92F-3171-40F1-ADA7-1056B86193F8}"/>
              </a:ext>
            </a:extLst>
          </p:cNvPr>
          <p:cNvSpPr>
            <a:spLocks noGrp="1"/>
          </p:cNvSpPr>
          <p:nvPr/>
        </p:nvSpPr>
        <p:spPr>
          <a:xfrm>
            <a:off x="8073325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2" name="data_8423">
            <a:extLst>
              <a:ext uri="{FF2B5EF4-FFF2-40B4-BE49-F238E27FC236}">
                <a16:creationId xmlns:a16="http://schemas.microsoft.com/office/drawing/2014/main" id="{93E895EF-16EA-4A37-BB33-0015EAD0137A}"/>
              </a:ext>
            </a:extLst>
          </p:cNvPr>
          <p:cNvSpPr>
            <a:spLocks noGrp="1"/>
          </p:cNvSpPr>
          <p:nvPr/>
        </p:nvSpPr>
        <p:spPr>
          <a:xfrm>
            <a:off x="807883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3" name="data_8424">
            <a:extLst>
              <a:ext uri="{FF2B5EF4-FFF2-40B4-BE49-F238E27FC236}">
                <a16:creationId xmlns:a16="http://schemas.microsoft.com/office/drawing/2014/main" id="{0DB23F51-F9F0-48C9-80FC-6057312E0F17}"/>
              </a:ext>
            </a:extLst>
          </p:cNvPr>
          <p:cNvSpPr>
            <a:spLocks noGrp="1"/>
          </p:cNvSpPr>
          <p:nvPr/>
        </p:nvSpPr>
        <p:spPr>
          <a:xfrm>
            <a:off x="8073503" y="55111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4" name="data_8425">
            <a:extLst>
              <a:ext uri="{FF2B5EF4-FFF2-40B4-BE49-F238E27FC236}">
                <a16:creationId xmlns:a16="http://schemas.microsoft.com/office/drawing/2014/main" id="{E2E9C71A-0441-4AB0-B33E-B839E632A1D5}"/>
              </a:ext>
            </a:extLst>
          </p:cNvPr>
          <p:cNvSpPr>
            <a:spLocks noGrp="1"/>
          </p:cNvSpPr>
          <p:nvPr/>
        </p:nvSpPr>
        <p:spPr>
          <a:xfrm>
            <a:off x="804042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5" name="data_8426">
            <a:extLst>
              <a:ext uri="{FF2B5EF4-FFF2-40B4-BE49-F238E27FC236}">
                <a16:creationId xmlns:a16="http://schemas.microsoft.com/office/drawing/2014/main" id="{F551C24E-9792-4AA7-B265-F38726DB451C}"/>
              </a:ext>
            </a:extLst>
          </p:cNvPr>
          <p:cNvSpPr>
            <a:spLocks noGrp="1"/>
          </p:cNvSpPr>
          <p:nvPr/>
        </p:nvSpPr>
        <p:spPr>
          <a:xfrm>
            <a:off x="7999530" y="66715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6" name="data_8427">
            <a:extLst>
              <a:ext uri="{FF2B5EF4-FFF2-40B4-BE49-F238E27FC236}">
                <a16:creationId xmlns:a16="http://schemas.microsoft.com/office/drawing/2014/main" id="{CF2B2D67-54D9-44FD-ACE5-3611231B73FE}"/>
              </a:ext>
            </a:extLst>
          </p:cNvPr>
          <p:cNvSpPr>
            <a:spLocks noGrp="1"/>
          </p:cNvSpPr>
          <p:nvPr/>
        </p:nvSpPr>
        <p:spPr>
          <a:xfrm>
            <a:off x="807815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7" name="data_8428">
            <a:extLst>
              <a:ext uri="{FF2B5EF4-FFF2-40B4-BE49-F238E27FC236}">
                <a16:creationId xmlns:a16="http://schemas.microsoft.com/office/drawing/2014/main" id="{01B59E1A-1049-427F-8C27-8F94789AE130}"/>
              </a:ext>
            </a:extLst>
          </p:cNvPr>
          <p:cNvSpPr>
            <a:spLocks noGrp="1"/>
          </p:cNvSpPr>
          <p:nvPr/>
        </p:nvSpPr>
        <p:spPr>
          <a:xfrm>
            <a:off x="804214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8" name="data_8429">
            <a:extLst>
              <a:ext uri="{FF2B5EF4-FFF2-40B4-BE49-F238E27FC236}">
                <a16:creationId xmlns:a16="http://schemas.microsoft.com/office/drawing/2014/main" id="{EE68B61B-C644-4F5D-B265-FFD07199DA5D}"/>
              </a:ext>
            </a:extLst>
          </p:cNvPr>
          <p:cNvSpPr>
            <a:spLocks noGrp="1"/>
          </p:cNvSpPr>
          <p:nvPr/>
        </p:nvSpPr>
        <p:spPr>
          <a:xfrm>
            <a:off x="807292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9" name="data_8430">
            <a:extLst>
              <a:ext uri="{FF2B5EF4-FFF2-40B4-BE49-F238E27FC236}">
                <a16:creationId xmlns:a16="http://schemas.microsoft.com/office/drawing/2014/main" id="{421C95F4-647D-46F5-B186-6111214885D3}"/>
              </a:ext>
            </a:extLst>
          </p:cNvPr>
          <p:cNvSpPr>
            <a:spLocks noGrp="1"/>
          </p:cNvSpPr>
          <p:nvPr/>
        </p:nvSpPr>
        <p:spPr>
          <a:xfrm>
            <a:off x="801600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0" name="data_8431">
            <a:extLst>
              <a:ext uri="{FF2B5EF4-FFF2-40B4-BE49-F238E27FC236}">
                <a16:creationId xmlns:a16="http://schemas.microsoft.com/office/drawing/2014/main" id="{B176AACE-36A8-443C-B198-458EA4DF0C14}"/>
              </a:ext>
            </a:extLst>
          </p:cNvPr>
          <p:cNvSpPr>
            <a:spLocks noGrp="1"/>
          </p:cNvSpPr>
          <p:nvPr/>
        </p:nvSpPr>
        <p:spPr>
          <a:xfrm>
            <a:off x="8083740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1" name="data_8432">
            <a:extLst>
              <a:ext uri="{FF2B5EF4-FFF2-40B4-BE49-F238E27FC236}">
                <a16:creationId xmlns:a16="http://schemas.microsoft.com/office/drawing/2014/main" id="{4DF7A841-A17E-4C37-BA88-30D108CC8E1D}"/>
              </a:ext>
            </a:extLst>
          </p:cNvPr>
          <p:cNvSpPr>
            <a:spLocks noGrp="1"/>
          </p:cNvSpPr>
          <p:nvPr/>
        </p:nvSpPr>
        <p:spPr>
          <a:xfrm>
            <a:off x="806932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2" name="data_8433">
            <a:extLst>
              <a:ext uri="{FF2B5EF4-FFF2-40B4-BE49-F238E27FC236}">
                <a16:creationId xmlns:a16="http://schemas.microsoft.com/office/drawing/2014/main" id="{C1052F98-2A4B-44FD-A632-2C1E3334F6BB}"/>
              </a:ext>
            </a:extLst>
          </p:cNvPr>
          <p:cNvSpPr>
            <a:spLocks noGrp="1"/>
          </p:cNvSpPr>
          <p:nvPr/>
        </p:nvSpPr>
        <p:spPr>
          <a:xfrm>
            <a:off x="799572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3" name="data_8434">
            <a:extLst>
              <a:ext uri="{FF2B5EF4-FFF2-40B4-BE49-F238E27FC236}">
                <a16:creationId xmlns:a16="http://schemas.microsoft.com/office/drawing/2014/main" id="{48E0F669-1367-4EB1-AE25-2E8036471B25}"/>
              </a:ext>
            </a:extLst>
          </p:cNvPr>
          <p:cNvSpPr>
            <a:spLocks noGrp="1"/>
          </p:cNvSpPr>
          <p:nvPr/>
        </p:nvSpPr>
        <p:spPr>
          <a:xfrm>
            <a:off x="806373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4" name="data_8435">
            <a:extLst>
              <a:ext uri="{FF2B5EF4-FFF2-40B4-BE49-F238E27FC236}">
                <a16:creationId xmlns:a16="http://schemas.microsoft.com/office/drawing/2014/main" id="{18A8F97C-87D6-404D-AC94-3A2D7AE957C7}"/>
              </a:ext>
            </a:extLst>
          </p:cNvPr>
          <p:cNvSpPr>
            <a:spLocks noGrp="1"/>
          </p:cNvSpPr>
          <p:nvPr/>
        </p:nvSpPr>
        <p:spPr>
          <a:xfrm>
            <a:off x="8043654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5" name="data_8436">
            <a:extLst>
              <a:ext uri="{FF2B5EF4-FFF2-40B4-BE49-F238E27FC236}">
                <a16:creationId xmlns:a16="http://schemas.microsoft.com/office/drawing/2014/main" id="{3135CADF-593B-4949-A9ED-A31978511C20}"/>
              </a:ext>
            </a:extLst>
          </p:cNvPr>
          <p:cNvSpPr>
            <a:spLocks noGrp="1"/>
          </p:cNvSpPr>
          <p:nvPr/>
        </p:nvSpPr>
        <p:spPr>
          <a:xfrm>
            <a:off x="804346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6" name="data_8437">
            <a:extLst>
              <a:ext uri="{FF2B5EF4-FFF2-40B4-BE49-F238E27FC236}">
                <a16:creationId xmlns:a16="http://schemas.microsoft.com/office/drawing/2014/main" id="{A1E61CDA-DDD7-4426-96F1-906A4AF7C6FF}"/>
              </a:ext>
            </a:extLst>
          </p:cNvPr>
          <p:cNvSpPr>
            <a:spLocks noGrp="1"/>
          </p:cNvSpPr>
          <p:nvPr/>
        </p:nvSpPr>
        <p:spPr>
          <a:xfrm>
            <a:off x="802829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7" name="data_8438">
            <a:extLst>
              <a:ext uri="{FF2B5EF4-FFF2-40B4-BE49-F238E27FC236}">
                <a16:creationId xmlns:a16="http://schemas.microsoft.com/office/drawing/2014/main" id="{70D8E54D-19F6-4CB3-A8EB-A803D2EE042B}"/>
              </a:ext>
            </a:extLst>
          </p:cNvPr>
          <p:cNvSpPr>
            <a:spLocks noGrp="1"/>
          </p:cNvSpPr>
          <p:nvPr/>
        </p:nvSpPr>
        <p:spPr>
          <a:xfrm>
            <a:off x="8035415" y="5811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8" name="data_8439">
            <a:extLst>
              <a:ext uri="{FF2B5EF4-FFF2-40B4-BE49-F238E27FC236}">
                <a16:creationId xmlns:a16="http://schemas.microsoft.com/office/drawing/2014/main" id="{66AF8E2F-37B9-481C-81B0-30392E3EC844}"/>
              </a:ext>
            </a:extLst>
          </p:cNvPr>
          <p:cNvSpPr>
            <a:spLocks noGrp="1"/>
          </p:cNvSpPr>
          <p:nvPr/>
        </p:nvSpPr>
        <p:spPr>
          <a:xfrm>
            <a:off x="799719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9" name="data_8440">
            <a:extLst>
              <a:ext uri="{FF2B5EF4-FFF2-40B4-BE49-F238E27FC236}">
                <a16:creationId xmlns:a16="http://schemas.microsoft.com/office/drawing/2014/main" id="{4BA1231A-8F54-4D6D-94A8-E9EC521975FD}"/>
              </a:ext>
            </a:extLst>
          </p:cNvPr>
          <p:cNvSpPr>
            <a:spLocks noGrp="1"/>
          </p:cNvSpPr>
          <p:nvPr/>
        </p:nvSpPr>
        <p:spPr>
          <a:xfrm>
            <a:off x="807291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0" name="data_8441">
            <a:extLst>
              <a:ext uri="{FF2B5EF4-FFF2-40B4-BE49-F238E27FC236}">
                <a16:creationId xmlns:a16="http://schemas.microsoft.com/office/drawing/2014/main" id="{04A30576-062E-4A57-B12D-219F0A042A17}"/>
              </a:ext>
            </a:extLst>
          </p:cNvPr>
          <p:cNvSpPr>
            <a:spLocks noGrp="1"/>
          </p:cNvSpPr>
          <p:nvPr/>
        </p:nvSpPr>
        <p:spPr>
          <a:xfrm>
            <a:off x="807880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1" name="data_8442">
            <a:extLst>
              <a:ext uri="{FF2B5EF4-FFF2-40B4-BE49-F238E27FC236}">
                <a16:creationId xmlns:a16="http://schemas.microsoft.com/office/drawing/2014/main" id="{A1F332EE-074F-40E9-A572-F733E00E1B36}"/>
              </a:ext>
            </a:extLst>
          </p:cNvPr>
          <p:cNvSpPr>
            <a:spLocks noGrp="1"/>
          </p:cNvSpPr>
          <p:nvPr/>
        </p:nvSpPr>
        <p:spPr>
          <a:xfrm>
            <a:off x="806879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2" name="data_8443">
            <a:extLst>
              <a:ext uri="{FF2B5EF4-FFF2-40B4-BE49-F238E27FC236}">
                <a16:creationId xmlns:a16="http://schemas.microsoft.com/office/drawing/2014/main" id="{1804242D-510E-4E65-9546-2C1BA6E8FE5C}"/>
              </a:ext>
            </a:extLst>
          </p:cNvPr>
          <p:cNvSpPr>
            <a:spLocks noGrp="1"/>
          </p:cNvSpPr>
          <p:nvPr/>
        </p:nvSpPr>
        <p:spPr>
          <a:xfrm>
            <a:off x="8032672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3" name="data_8444">
            <a:extLst>
              <a:ext uri="{FF2B5EF4-FFF2-40B4-BE49-F238E27FC236}">
                <a16:creationId xmlns:a16="http://schemas.microsoft.com/office/drawing/2014/main" id="{6636A7D3-9850-4D86-BCE7-49F636FDC589}"/>
              </a:ext>
            </a:extLst>
          </p:cNvPr>
          <p:cNvSpPr>
            <a:spLocks noGrp="1"/>
          </p:cNvSpPr>
          <p:nvPr/>
        </p:nvSpPr>
        <p:spPr>
          <a:xfrm>
            <a:off x="802135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4" name="data_8445">
            <a:extLst>
              <a:ext uri="{FF2B5EF4-FFF2-40B4-BE49-F238E27FC236}">
                <a16:creationId xmlns:a16="http://schemas.microsoft.com/office/drawing/2014/main" id="{78075DC8-235B-43E7-BB86-584B1EF0EAAE}"/>
              </a:ext>
            </a:extLst>
          </p:cNvPr>
          <p:cNvSpPr>
            <a:spLocks noGrp="1"/>
          </p:cNvSpPr>
          <p:nvPr/>
        </p:nvSpPr>
        <p:spPr>
          <a:xfrm>
            <a:off x="805204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5" name="data_8446">
            <a:extLst>
              <a:ext uri="{FF2B5EF4-FFF2-40B4-BE49-F238E27FC236}">
                <a16:creationId xmlns:a16="http://schemas.microsoft.com/office/drawing/2014/main" id="{B9F01398-C4DB-449C-8CA6-A43B8D96D8DB}"/>
              </a:ext>
            </a:extLst>
          </p:cNvPr>
          <p:cNvSpPr>
            <a:spLocks noGrp="1"/>
          </p:cNvSpPr>
          <p:nvPr/>
        </p:nvSpPr>
        <p:spPr>
          <a:xfrm>
            <a:off x="8012500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6" name="data_8447">
            <a:extLst>
              <a:ext uri="{FF2B5EF4-FFF2-40B4-BE49-F238E27FC236}">
                <a16:creationId xmlns:a16="http://schemas.microsoft.com/office/drawing/2014/main" id="{FC612D67-821A-4D50-993C-43D7C0282295}"/>
              </a:ext>
            </a:extLst>
          </p:cNvPr>
          <p:cNvSpPr>
            <a:spLocks noGrp="1"/>
          </p:cNvSpPr>
          <p:nvPr/>
        </p:nvSpPr>
        <p:spPr>
          <a:xfrm>
            <a:off x="803243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7" name="data_8448">
            <a:extLst>
              <a:ext uri="{FF2B5EF4-FFF2-40B4-BE49-F238E27FC236}">
                <a16:creationId xmlns:a16="http://schemas.microsoft.com/office/drawing/2014/main" id="{CE7B5D12-BEC2-4951-A311-BB3637001753}"/>
              </a:ext>
            </a:extLst>
          </p:cNvPr>
          <p:cNvSpPr>
            <a:spLocks noGrp="1"/>
          </p:cNvSpPr>
          <p:nvPr/>
        </p:nvSpPr>
        <p:spPr>
          <a:xfrm>
            <a:off x="809662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8" name="data_8449">
            <a:extLst>
              <a:ext uri="{FF2B5EF4-FFF2-40B4-BE49-F238E27FC236}">
                <a16:creationId xmlns:a16="http://schemas.microsoft.com/office/drawing/2014/main" id="{9511A2F7-1316-4713-84EF-5949339F114E}"/>
              </a:ext>
            </a:extLst>
          </p:cNvPr>
          <p:cNvSpPr>
            <a:spLocks noGrp="1"/>
          </p:cNvSpPr>
          <p:nvPr/>
        </p:nvSpPr>
        <p:spPr>
          <a:xfrm>
            <a:off x="808120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9" name="data_8450">
            <a:extLst>
              <a:ext uri="{FF2B5EF4-FFF2-40B4-BE49-F238E27FC236}">
                <a16:creationId xmlns:a16="http://schemas.microsoft.com/office/drawing/2014/main" id="{5CE519F3-FF11-4F10-AEC1-A598D8F83849}"/>
              </a:ext>
            </a:extLst>
          </p:cNvPr>
          <p:cNvSpPr>
            <a:spLocks noGrp="1"/>
          </p:cNvSpPr>
          <p:nvPr/>
        </p:nvSpPr>
        <p:spPr>
          <a:xfrm>
            <a:off x="8079430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0" name="data_8451">
            <a:extLst>
              <a:ext uri="{FF2B5EF4-FFF2-40B4-BE49-F238E27FC236}">
                <a16:creationId xmlns:a16="http://schemas.microsoft.com/office/drawing/2014/main" id="{DFDA9881-5413-4A71-B55B-3416D62FCAE8}"/>
              </a:ext>
            </a:extLst>
          </p:cNvPr>
          <p:cNvSpPr>
            <a:spLocks noGrp="1"/>
          </p:cNvSpPr>
          <p:nvPr/>
        </p:nvSpPr>
        <p:spPr>
          <a:xfrm>
            <a:off x="800940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1" name="data_8452">
            <a:extLst>
              <a:ext uri="{FF2B5EF4-FFF2-40B4-BE49-F238E27FC236}">
                <a16:creationId xmlns:a16="http://schemas.microsoft.com/office/drawing/2014/main" id="{5B6D653B-DB84-4B4F-86DB-63D77B83DC52}"/>
              </a:ext>
            </a:extLst>
          </p:cNvPr>
          <p:cNvSpPr>
            <a:spLocks noGrp="1"/>
          </p:cNvSpPr>
          <p:nvPr/>
        </p:nvSpPr>
        <p:spPr>
          <a:xfrm>
            <a:off x="808179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2" name="data_8453">
            <a:extLst>
              <a:ext uri="{FF2B5EF4-FFF2-40B4-BE49-F238E27FC236}">
                <a16:creationId xmlns:a16="http://schemas.microsoft.com/office/drawing/2014/main" id="{732FA92E-A68C-4CD1-9461-EB9C44744606}"/>
              </a:ext>
            </a:extLst>
          </p:cNvPr>
          <p:cNvSpPr>
            <a:spLocks noGrp="1"/>
          </p:cNvSpPr>
          <p:nvPr/>
        </p:nvSpPr>
        <p:spPr>
          <a:xfrm>
            <a:off x="808927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3" name="data_8454">
            <a:extLst>
              <a:ext uri="{FF2B5EF4-FFF2-40B4-BE49-F238E27FC236}">
                <a16:creationId xmlns:a16="http://schemas.microsoft.com/office/drawing/2014/main" id="{91BDFBFF-CF8E-4660-B300-6E154F2A7D5B}"/>
              </a:ext>
            </a:extLst>
          </p:cNvPr>
          <p:cNvSpPr>
            <a:spLocks noGrp="1"/>
          </p:cNvSpPr>
          <p:nvPr/>
        </p:nvSpPr>
        <p:spPr>
          <a:xfrm>
            <a:off x="802941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4" name="data_8455">
            <a:extLst>
              <a:ext uri="{FF2B5EF4-FFF2-40B4-BE49-F238E27FC236}">
                <a16:creationId xmlns:a16="http://schemas.microsoft.com/office/drawing/2014/main" id="{FA60E501-E8A6-4417-A62A-FB839BC71FAF}"/>
              </a:ext>
            </a:extLst>
          </p:cNvPr>
          <p:cNvSpPr>
            <a:spLocks noGrp="1"/>
          </p:cNvSpPr>
          <p:nvPr/>
        </p:nvSpPr>
        <p:spPr>
          <a:xfrm>
            <a:off x="809735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5" name="data_8456">
            <a:extLst>
              <a:ext uri="{FF2B5EF4-FFF2-40B4-BE49-F238E27FC236}">
                <a16:creationId xmlns:a16="http://schemas.microsoft.com/office/drawing/2014/main" id="{5B3E2890-D10E-4807-881D-E9D984DE7349}"/>
              </a:ext>
            </a:extLst>
          </p:cNvPr>
          <p:cNvSpPr>
            <a:spLocks noGrp="1"/>
          </p:cNvSpPr>
          <p:nvPr/>
        </p:nvSpPr>
        <p:spPr>
          <a:xfrm>
            <a:off x="798885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6" name="data_8457">
            <a:extLst>
              <a:ext uri="{FF2B5EF4-FFF2-40B4-BE49-F238E27FC236}">
                <a16:creationId xmlns:a16="http://schemas.microsoft.com/office/drawing/2014/main" id="{9C7CB43C-409C-4285-B934-701F6B72BE85}"/>
              </a:ext>
            </a:extLst>
          </p:cNvPr>
          <p:cNvSpPr>
            <a:spLocks noGrp="1"/>
          </p:cNvSpPr>
          <p:nvPr/>
        </p:nvSpPr>
        <p:spPr>
          <a:xfrm>
            <a:off x="806789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7" name="data_8458">
            <a:extLst>
              <a:ext uri="{FF2B5EF4-FFF2-40B4-BE49-F238E27FC236}">
                <a16:creationId xmlns:a16="http://schemas.microsoft.com/office/drawing/2014/main" id="{D8C7A182-8618-4C7C-86A3-CBB545819994}"/>
              </a:ext>
            </a:extLst>
          </p:cNvPr>
          <p:cNvSpPr>
            <a:spLocks noGrp="1"/>
          </p:cNvSpPr>
          <p:nvPr/>
        </p:nvSpPr>
        <p:spPr>
          <a:xfrm>
            <a:off x="805075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8" name="data_8459">
            <a:extLst>
              <a:ext uri="{FF2B5EF4-FFF2-40B4-BE49-F238E27FC236}">
                <a16:creationId xmlns:a16="http://schemas.microsoft.com/office/drawing/2014/main" id="{4A329014-AE32-4F8A-991D-900AFC1300CB}"/>
              </a:ext>
            </a:extLst>
          </p:cNvPr>
          <p:cNvSpPr>
            <a:spLocks noGrp="1"/>
          </p:cNvSpPr>
          <p:nvPr/>
        </p:nvSpPr>
        <p:spPr>
          <a:xfrm>
            <a:off x="803392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9" name="data_8460">
            <a:extLst>
              <a:ext uri="{FF2B5EF4-FFF2-40B4-BE49-F238E27FC236}">
                <a16:creationId xmlns:a16="http://schemas.microsoft.com/office/drawing/2014/main" id="{B3B13ADB-19C5-4609-88F3-C93E351D9C17}"/>
              </a:ext>
            </a:extLst>
          </p:cNvPr>
          <p:cNvSpPr>
            <a:spLocks noGrp="1"/>
          </p:cNvSpPr>
          <p:nvPr/>
        </p:nvSpPr>
        <p:spPr>
          <a:xfrm>
            <a:off x="7996543" y="55361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0" name="data_8461">
            <a:extLst>
              <a:ext uri="{FF2B5EF4-FFF2-40B4-BE49-F238E27FC236}">
                <a16:creationId xmlns:a16="http://schemas.microsoft.com/office/drawing/2014/main" id="{B163B551-458E-48DD-B314-91FF50874A82}"/>
              </a:ext>
            </a:extLst>
          </p:cNvPr>
          <p:cNvSpPr>
            <a:spLocks noGrp="1"/>
          </p:cNvSpPr>
          <p:nvPr/>
        </p:nvSpPr>
        <p:spPr>
          <a:xfrm>
            <a:off x="8062865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1" name="data_8462">
            <a:extLst>
              <a:ext uri="{FF2B5EF4-FFF2-40B4-BE49-F238E27FC236}">
                <a16:creationId xmlns:a16="http://schemas.microsoft.com/office/drawing/2014/main" id="{44730467-5493-4385-86D0-E6AC8B0E20E6}"/>
              </a:ext>
            </a:extLst>
          </p:cNvPr>
          <p:cNvSpPr>
            <a:spLocks noGrp="1"/>
          </p:cNvSpPr>
          <p:nvPr/>
        </p:nvSpPr>
        <p:spPr>
          <a:xfrm>
            <a:off x="8014496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2" name="data_8463">
            <a:extLst>
              <a:ext uri="{FF2B5EF4-FFF2-40B4-BE49-F238E27FC236}">
                <a16:creationId xmlns:a16="http://schemas.microsoft.com/office/drawing/2014/main" id="{75BFB178-AE7F-4FC6-8336-45799FA18D1D}"/>
              </a:ext>
            </a:extLst>
          </p:cNvPr>
          <p:cNvSpPr>
            <a:spLocks noGrp="1"/>
          </p:cNvSpPr>
          <p:nvPr/>
        </p:nvSpPr>
        <p:spPr>
          <a:xfrm>
            <a:off x="806265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3" name="data_8464">
            <a:extLst>
              <a:ext uri="{FF2B5EF4-FFF2-40B4-BE49-F238E27FC236}">
                <a16:creationId xmlns:a16="http://schemas.microsoft.com/office/drawing/2014/main" id="{576D5B10-626D-4D5D-8115-8F98C9C4B655}"/>
              </a:ext>
            </a:extLst>
          </p:cNvPr>
          <p:cNvSpPr>
            <a:spLocks noGrp="1"/>
          </p:cNvSpPr>
          <p:nvPr/>
        </p:nvSpPr>
        <p:spPr>
          <a:xfrm>
            <a:off x="7998159" y="57884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4" name="data_8465">
            <a:extLst>
              <a:ext uri="{FF2B5EF4-FFF2-40B4-BE49-F238E27FC236}">
                <a16:creationId xmlns:a16="http://schemas.microsoft.com/office/drawing/2014/main" id="{E7C4D5B8-F24A-4CF5-96D5-0946BD384292}"/>
              </a:ext>
            </a:extLst>
          </p:cNvPr>
          <p:cNvSpPr>
            <a:spLocks noGrp="1"/>
          </p:cNvSpPr>
          <p:nvPr/>
        </p:nvSpPr>
        <p:spPr>
          <a:xfrm>
            <a:off x="805361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5" name="data_8466">
            <a:extLst>
              <a:ext uri="{FF2B5EF4-FFF2-40B4-BE49-F238E27FC236}">
                <a16:creationId xmlns:a16="http://schemas.microsoft.com/office/drawing/2014/main" id="{EA1AD611-74AC-4C0B-9E2B-43A41F0A704A}"/>
              </a:ext>
            </a:extLst>
          </p:cNvPr>
          <p:cNvSpPr>
            <a:spLocks noGrp="1"/>
          </p:cNvSpPr>
          <p:nvPr/>
        </p:nvSpPr>
        <p:spPr>
          <a:xfrm>
            <a:off x="809727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6" name="data_8467">
            <a:extLst>
              <a:ext uri="{FF2B5EF4-FFF2-40B4-BE49-F238E27FC236}">
                <a16:creationId xmlns:a16="http://schemas.microsoft.com/office/drawing/2014/main" id="{4DCCA2BA-B717-4732-BB4A-31EFB337BC34}"/>
              </a:ext>
            </a:extLst>
          </p:cNvPr>
          <p:cNvSpPr>
            <a:spLocks noGrp="1"/>
          </p:cNvSpPr>
          <p:nvPr/>
        </p:nvSpPr>
        <p:spPr>
          <a:xfrm>
            <a:off x="804221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7" name="data_8468">
            <a:extLst>
              <a:ext uri="{FF2B5EF4-FFF2-40B4-BE49-F238E27FC236}">
                <a16:creationId xmlns:a16="http://schemas.microsoft.com/office/drawing/2014/main" id="{25BCA19B-F530-47B5-BF55-A683E81439F5}"/>
              </a:ext>
            </a:extLst>
          </p:cNvPr>
          <p:cNvSpPr>
            <a:spLocks noGrp="1"/>
          </p:cNvSpPr>
          <p:nvPr/>
        </p:nvSpPr>
        <p:spPr>
          <a:xfrm>
            <a:off x="808669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8" name="data_8469">
            <a:extLst>
              <a:ext uri="{FF2B5EF4-FFF2-40B4-BE49-F238E27FC236}">
                <a16:creationId xmlns:a16="http://schemas.microsoft.com/office/drawing/2014/main" id="{34B5750A-8BFE-4953-A886-8625F889C0E6}"/>
              </a:ext>
            </a:extLst>
          </p:cNvPr>
          <p:cNvSpPr>
            <a:spLocks noGrp="1"/>
          </p:cNvSpPr>
          <p:nvPr/>
        </p:nvSpPr>
        <p:spPr>
          <a:xfrm>
            <a:off x="801007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9" name="data_8470">
            <a:extLst>
              <a:ext uri="{FF2B5EF4-FFF2-40B4-BE49-F238E27FC236}">
                <a16:creationId xmlns:a16="http://schemas.microsoft.com/office/drawing/2014/main" id="{2F08784B-DD7A-4976-A267-168B90352182}"/>
              </a:ext>
            </a:extLst>
          </p:cNvPr>
          <p:cNvSpPr>
            <a:spLocks noGrp="1"/>
          </p:cNvSpPr>
          <p:nvPr/>
        </p:nvSpPr>
        <p:spPr>
          <a:xfrm>
            <a:off x="801522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0" name="data_8471">
            <a:extLst>
              <a:ext uri="{FF2B5EF4-FFF2-40B4-BE49-F238E27FC236}">
                <a16:creationId xmlns:a16="http://schemas.microsoft.com/office/drawing/2014/main" id="{F74DEB9A-5E0C-4D65-BFF0-6D8DB6947217}"/>
              </a:ext>
            </a:extLst>
          </p:cNvPr>
          <p:cNvSpPr>
            <a:spLocks noGrp="1"/>
          </p:cNvSpPr>
          <p:nvPr/>
        </p:nvSpPr>
        <p:spPr>
          <a:xfrm>
            <a:off x="8057998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1" name="data_8472">
            <a:extLst>
              <a:ext uri="{FF2B5EF4-FFF2-40B4-BE49-F238E27FC236}">
                <a16:creationId xmlns:a16="http://schemas.microsoft.com/office/drawing/2014/main" id="{9FE05479-EAC8-46D0-99D6-E6A5BA363854}"/>
              </a:ext>
            </a:extLst>
          </p:cNvPr>
          <p:cNvSpPr>
            <a:spLocks noGrp="1"/>
          </p:cNvSpPr>
          <p:nvPr/>
        </p:nvSpPr>
        <p:spPr>
          <a:xfrm>
            <a:off x="805225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2" name="data_8473">
            <a:extLst>
              <a:ext uri="{FF2B5EF4-FFF2-40B4-BE49-F238E27FC236}">
                <a16:creationId xmlns:a16="http://schemas.microsoft.com/office/drawing/2014/main" id="{4882885C-3233-480C-8424-116A89904FEA}"/>
              </a:ext>
            </a:extLst>
          </p:cNvPr>
          <p:cNvSpPr>
            <a:spLocks noGrp="1"/>
          </p:cNvSpPr>
          <p:nvPr/>
        </p:nvSpPr>
        <p:spPr>
          <a:xfrm>
            <a:off x="802241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3" name="data_8474">
            <a:extLst>
              <a:ext uri="{FF2B5EF4-FFF2-40B4-BE49-F238E27FC236}">
                <a16:creationId xmlns:a16="http://schemas.microsoft.com/office/drawing/2014/main" id="{0B909212-3ECD-4561-B182-8A63CB19112B}"/>
              </a:ext>
            </a:extLst>
          </p:cNvPr>
          <p:cNvSpPr>
            <a:spLocks noGrp="1"/>
          </p:cNvSpPr>
          <p:nvPr/>
        </p:nvSpPr>
        <p:spPr>
          <a:xfrm>
            <a:off x="8013274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4" name="data_8475">
            <a:extLst>
              <a:ext uri="{FF2B5EF4-FFF2-40B4-BE49-F238E27FC236}">
                <a16:creationId xmlns:a16="http://schemas.microsoft.com/office/drawing/2014/main" id="{96C869E5-AD64-4A15-A9FA-3F111B9FDDC5}"/>
              </a:ext>
            </a:extLst>
          </p:cNvPr>
          <p:cNvSpPr>
            <a:spLocks noGrp="1"/>
          </p:cNvSpPr>
          <p:nvPr/>
        </p:nvSpPr>
        <p:spPr>
          <a:xfrm>
            <a:off x="80132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5" name="data_8476">
            <a:extLst>
              <a:ext uri="{FF2B5EF4-FFF2-40B4-BE49-F238E27FC236}">
                <a16:creationId xmlns:a16="http://schemas.microsoft.com/office/drawing/2014/main" id="{D588BA1D-EF24-47B7-AF55-C151AC3F3F63}"/>
              </a:ext>
            </a:extLst>
          </p:cNvPr>
          <p:cNvSpPr>
            <a:spLocks noGrp="1"/>
          </p:cNvSpPr>
          <p:nvPr/>
        </p:nvSpPr>
        <p:spPr>
          <a:xfrm>
            <a:off x="809614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6" name="data_8477">
            <a:extLst>
              <a:ext uri="{FF2B5EF4-FFF2-40B4-BE49-F238E27FC236}">
                <a16:creationId xmlns:a16="http://schemas.microsoft.com/office/drawing/2014/main" id="{AB0B34D4-EFB5-48BD-8BE0-5B9AAEEED155}"/>
              </a:ext>
            </a:extLst>
          </p:cNvPr>
          <p:cNvSpPr>
            <a:spLocks noGrp="1"/>
          </p:cNvSpPr>
          <p:nvPr/>
        </p:nvSpPr>
        <p:spPr>
          <a:xfrm>
            <a:off x="803730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7" name="data_8478">
            <a:extLst>
              <a:ext uri="{FF2B5EF4-FFF2-40B4-BE49-F238E27FC236}">
                <a16:creationId xmlns:a16="http://schemas.microsoft.com/office/drawing/2014/main" id="{20E13AD3-2D16-4C1E-A347-19D797E333DA}"/>
              </a:ext>
            </a:extLst>
          </p:cNvPr>
          <p:cNvSpPr>
            <a:spLocks noGrp="1"/>
          </p:cNvSpPr>
          <p:nvPr/>
        </p:nvSpPr>
        <p:spPr>
          <a:xfrm>
            <a:off x="801840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8" name="data_8479">
            <a:extLst>
              <a:ext uri="{FF2B5EF4-FFF2-40B4-BE49-F238E27FC236}">
                <a16:creationId xmlns:a16="http://schemas.microsoft.com/office/drawing/2014/main" id="{35257EEC-F8A2-4518-8A9C-D96132D2E372}"/>
              </a:ext>
            </a:extLst>
          </p:cNvPr>
          <p:cNvSpPr>
            <a:spLocks noGrp="1"/>
          </p:cNvSpPr>
          <p:nvPr/>
        </p:nvSpPr>
        <p:spPr>
          <a:xfrm>
            <a:off x="806296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9" name="data_8480">
            <a:extLst>
              <a:ext uri="{FF2B5EF4-FFF2-40B4-BE49-F238E27FC236}">
                <a16:creationId xmlns:a16="http://schemas.microsoft.com/office/drawing/2014/main" id="{9B1F25B7-EF9C-414D-8D41-544A395EB601}"/>
              </a:ext>
            </a:extLst>
          </p:cNvPr>
          <p:cNvSpPr>
            <a:spLocks noGrp="1"/>
          </p:cNvSpPr>
          <p:nvPr/>
        </p:nvSpPr>
        <p:spPr>
          <a:xfrm>
            <a:off x="806783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0" name="data_8481">
            <a:extLst>
              <a:ext uri="{FF2B5EF4-FFF2-40B4-BE49-F238E27FC236}">
                <a16:creationId xmlns:a16="http://schemas.microsoft.com/office/drawing/2014/main" id="{F32FBD84-88C8-4392-9359-AE5D50438D74}"/>
              </a:ext>
            </a:extLst>
          </p:cNvPr>
          <p:cNvSpPr>
            <a:spLocks noGrp="1"/>
          </p:cNvSpPr>
          <p:nvPr/>
        </p:nvSpPr>
        <p:spPr>
          <a:xfrm>
            <a:off x="809728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1" name="data_8482">
            <a:extLst>
              <a:ext uri="{FF2B5EF4-FFF2-40B4-BE49-F238E27FC236}">
                <a16:creationId xmlns:a16="http://schemas.microsoft.com/office/drawing/2014/main" id="{504754D4-1DB5-4FDF-9F8D-67BBF5397C63}"/>
              </a:ext>
            </a:extLst>
          </p:cNvPr>
          <p:cNvSpPr>
            <a:spLocks noGrp="1"/>
          </p:cNvSpPr>
          <p:nvPr/>
        </p:nvSpPr>
        <p:spPr>
          <a:xfrm>
            <a:off x="8007730" y="6361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2" name="data_8483">
            <a:extLst>
              <a:ext uri="{FF2B5EF4-FFF2-40B4-BE49-F238E27FC236}">
                <a16:creationId xmlns:a16="http://schemas.microsoft.com/office/drawing/2014/main" id="{D457A85B-DA25-4C6E-B053-A44B0F61CE22}"/>
              </a:ext>
            </a:extLst>
          </p:cNvPr>
          <p:cNvSpPr>
            <a:spLocks noGrp="1"/>
          </p:cNvSpPr>
          <p:nvPr/>
        </p:nvSpPr>
        <p:spPr>
          <a:xfrm>
            <a:off x="799674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3" name="data_8484">
            <a:extLst>
              <a:ext uri="{FF2B5EF4-FFF2-40B4-BE49-F238E27FC236}">
                <a16:creationId xmlns:a16="http://schemas.microsoft.com/office/drawing/2014/main" id="{6A13822E-B861-40A8-8B54-36C41F9D6A6D}"/>
              </a:ext>
            </a:extLst>
          </p:cNvPr>
          <p:cNvSpPr>
            <a:spLocks noGrp="1"/>
          </p:cNvSpPr>
          <p:nvPr/>
        </p:nvSpPr>
        <p:spPr>
          <a:xfrm>
            <a:off x="808062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4" name="data_8485">
            <a:extLst>
              <a:ext uri="{FF2B5EF4-FFF2-40B4-BE49-F238E27FC236}">
                <a16:creationId xmlns:a16="http://schemas.microsoft.com/office/drawing/2014/main" id="{1D055EFF-FD51-4C2B-92C8-F70D5ACB6963}"/>
              </a:ext>
            </a:extLst>
          </p:cNvPr>
          <p:cNvSpPr>
            <a:spLocks noGrp="1"/>
          </p:cNvSpPr>
          <p:nvPr/>
        </p:nvSpPr>
        <p:spPr>
          <a:xfrm>
            <a:off x="7997782" y="54927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5" name="data_8486">
            <a:extLst>
              <a:ext uri="{FF2B5EF4-FFF2-40B4-BE49-F238E27FC236}">
                <a16:creationId xmlns:a16="http://schemas.microsoft.com/office/drawing/2014/main" id="{985AE24C-C613-444A-AD61-5C56BFC17DAF}"/>
              </a:ext>
            </a:extLst>
          </p:cNvPr>
          <p:cNvSpPr>
            <a:spLocks noGrp="1"/>
          </p:cNvSpPr>
          <p:nvPr/>
        </p:nvSpPr>
        <p:spPr>
          <a:xfrm>
            <a:off x="808961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6" name="data_8487">
            <a:extLst>
              <a:ext uri="{FF2B5EF4-FFF2-40B4-BE49-F238E27FC236}">
                <a16:creationId xmlns:a16="http://schemas.microsoft.com/office/drawing/2014/main" id="{7B0FE10D-F661-4570-9ABD-238221846146}"/>
              </a:ext>
            </a:extLst>
          </p:cNvPr>
          <p:cNvSpPr>
            <a:spLocks noGrp="1"/>
          </p:cNvSpPr>
          <p:nvPr/>
        </p:nvSpPr>
        <p:spPr>
          <a:xfrm>
            <a:off x="799791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7" name="data_8488">
            <a:extLst>
              <a:ext uri="{FF2B5EF4-FFF2-40B4-BE49-F238E27FC236}">
                <a16:creationId xmlns:a16="http://schemas.microsoft.com/office/drawing/2014/main" id="{DDA72619-09C8-4F2E-A424-A0DEA692BB17}"/>
              </a:ext>
            </a:extLst>
          </p:cNvPr>
          <p:cNvSpPr>
            <a:spLocks noGrp="1"/>
          </p:cNvSpPr>
          <p:nvPr/>
        </p:nvSpPr>
        <p:spPr>
          <a:xfrm>
            <a:off x="8091324" y="65270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8" name="data_8489">
            <a:extLst>
              <a:ext uri="{FF2B5EF4-FFF2-40B4-BE49-F238E27FC236}">
                <a16:creationId xmlns:a16="http://schemas.microsoft.com/office/drawing/2014/main" id="{12519F06-AB53-426F-8B3A-2E50E428B0EC}"/>
              </a:ext>
            </a:extLst>
          </p:cNvPr>
          <p:cNvSpPr>
            <a:spLocks noGrp="1"/>
          </p:cNvSpPr>
          <p:nvPr/>
        </p:nvSpPr>
        <p:spPr>
          <a:xfrm>
            <a:off x="800865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9" name="data_8490">
            <a:extLst>
              <a:ext uri="{FF2B5EF4-FFF2-40B4-BE49-F238E27FC236}">
                <a16:creationId xmlns:a16="http://schemas.microsoft.com/office/drawing/2014/main" id="{4E9DF2E2-FB7F-4DF3-9E34-B98DCB6B01A0}"/>
              </a:ext>
            </a:extLst>
          </p:cNvPr>
          <p:cNvSpPr>
            <a:spLocks noGrp="1"/>
          </p:cNvSpPr>
          <p:nvPr/>
        </p:nvSpPr>
        <p:spPr>
          <a:xfrm>
            <a:off x="7999569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0" name="data_8491">
            <a:extLst>
              <a:ext uri="{FF2B5EF4-FFF2-40B4-BE49-F238E27FC236}">
                <a16:creationId xmlns:a16="http://schemas.microsoft.com/office/drawing/2014/main" id="{5C9F89AF-3604-46D7-A8F3-7313A889C2D0}"/>
              </a:ext>
            </a:extLst>
          </p:cNvPr>
          <p:cNvSpPr>
            <a:spLocks noGrp="1"/>
          </p:cNvSpPr>
          <p:nvPr/>
        </p:nvSpPr>
        <p:spPr>
          <a:xfrm>
            <a:off x="8001567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1" name="data_8492">
            <a:extLst>
              <a:ext uri="{FF2B5EF4-FFF2-40B4-BE49-F238E27FC236}">
                <a16:creationId xmlns:a16="http://schemas.microsoft.com/office/drawing/2014/main" id="{23BD16C9-820B-43FC-B349-F10352437D58}"/>
              </a:ext>
            </a:extLst>
          </p:cNvPr>
          <p:cNvSpPr>
            <a:spLocks noGrp="1"/>
          </p:cNvSpPr>
          <p:nvPr/>
        </p:nvSpPr>
        <p:spPr>
          <a:xfrm>
            <a:off x="8097749" y="56279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2" name="data_8493">
            <a:extLst>
              <a:ext uri="{FF2B5EF4-FFF2-40B4-BE49-F238E27FC236}">
                <a16:creationId xmlns:a16="http://schemas.microsoft.com/office/drawing/2014/main" id="{D0A94C8B-8D0F-43FE-B7A3-E951A1781B6E}"/>
              </a:ext>
            </a:extLst>
          </p:cNvPr>
          <p:cNvSpPr>
            <a:spLocks noGrp="1"/>
          </p:cNvSpPr>
          <p:nvPr/>
        </p:nvSpPr>
        <p:spPr>
          <a:xfrm>
            <a:off x="809073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3" name="data_8494">
            <a:extLst>
              <a:ext uri="{FF2B5EF4-FFF2-40B4-BE49-F238E27FC236}">
                <a16:creationId xmlns:a16="http://schemas.microsoft.com/office/drawing/2014/main" id="{E7BDBD20-AD79-443E-BECE-AE3064A8FA86}"/>
              </a:ext>
            </a:extLst>
          </p:cNvPr>
          <p:cNvSpPr>
            <a:spLocks noGrp="1"/>
          </p:cNvSpPr>
          <p:nvPr/>
        </p:nvSpPr>
        <p:spPr>
          <a:xfrm>
            <a:off x="808261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4" name="data_8495">
            <a:extLst>
              <a:ext uri="{FF2B5EF4-FFF2-40B4-BE49-F238E27FC236}">
                <a16:creationId xmlns:a16="http://schemas.microsoft.com/office/drawing/2014/main" id="{772D4C4A-BB06-48F2-B7EA-4B1345A10789}"/>
              </a:ext>
            </a:extLst>
          </p:cNvPr>
          <p:cNvSpPr>
            <a:spLocks noGrp="1"/>
          </p:cNvSpPr>
          <p:nvPr/>
        </p:nvSpPr>
        <p:spPr>
          <a:xfrm>
            <a:off x="8032342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5" name="data_8496">
            <a:extLst>
              <a:ext uri="{FF2B5EF4-FFF2-40B4-BE49-F238E27FC236}">
                <a16:creationId xmlns:a16="http://schemas.microsoft.com/office/drawing/2014/main" id="{84B84514-742B-4EAB-8A12-FC60BC34DE35}"/>
              </a:ext>
            </a:extLst>
          </p:cNvPr>
          <p:cNvSpPr>
            <a:spLocks noGrp="1"/>
          </p:cNvSpPr>
          <p:nvPr/>
        </p:nvSpPr>
        <p:spPr>
          <a:xfrm>
            <a:off x="806207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6" name="data_8497">
            <a:extLst>
              <a:ext uri="{FF2B5EF4-FFF2-40B4-BE49-F238E27FC236}">
                <a16:creationId xmlns:a16="http://schemas.microsoft.com/office/drawing/2014/main" id="{D5E70DF9-2A31-47C2-BB4B-4AC7FBFD51BE}"/>
              </a:ext>
            </a:extLst>
          </p:cNvPr>
          <p:cNvSpPr>
            <a:spLocks noGrp="1"/>
          </p:cNvSpPr>
          <p:nvPr/>
        </p:nvSpPr>
        <p:spPr>
          <a:xfrm>
            <a:off x="808309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7" name="data_8498">
            <a:extLst>
              <a:ext uri="{FF2B5EF4-FFF2-40B4-BE49-F238E27FC236}">
                <a16:creationId xmlns:a16="http://schemas.microsoft.com/office/drawing/2014/main" id="{0116A92B-1CC3-4972-BD00-A6C0194A01C4}"/>
              </a:ext>
            </a:extLst>
          </p:cNvPr>
          <p:cNvSpPr>
            <a:spLocks noGrp="1"/>
          </p:cNvSpPr>
          <p:nvPr/>
        </p:nvSpPr>
        <p:spPr>
          <a:xfrm>
            <a:off x="806289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8" name="data_8499">
            <a:extLst>
              <a:ext uri="{FF2B5EF4-FFF2-40B4-BE49-F238E27FC236}">
                <a16:creationId xmlns:a16="http://schemas.microsoft.com/office/drawing/2014/main" id="{CEA85406-FBBD-4758-8985-9D76C8C8DC2F}"/>
              </a:ext>
            </a:extLst>
          </p:cNvPr>
          <p:cNvSpPr>
            <a:spLocks noGrp="1"/>
          </p:cNvSpPr>
          <p:nvPr/>
        </p:nvSpPr>
        <p:spPr>
          <a:xfrm>
            <a:off x="808729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9" name="data_8500">
            <a:extLst>
              <a:ext uri="{FF2B5EF4-FFF2-40B4-BE49-F238E27FC236}">
                <a16:creationId xmlns:a16="http://schemas.microsoft.com/office/drawing/2014/main" id="{76EAD016-7E0A-476D-9E62-53E79DEAF886}"/>
              </a:ext>
            </a:extLst>
          </p:cNvPr>
          <p:cNvSpPr>
            <a:spLocks noGrp="1"/>
          </p:cNvSpPr>
          <p:nvPr/>
        </p:nvSpPr>
        <p:spPr>
          <a:xfrm>
            <a:off x="84765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0" name="data_8501">
            <a:extLst>
              <a:ext uri="{FF2B5EF4-FFF2-40B4-BE49-F238E27FC236}">
                <a16:creationId xmlns:a16="http://schemas.microsoft.com/office/drawing/2014/main" id="{811CDDC9-A006-4E5B-A7EC-091C7BDEFC87}"/>
              </a:ext>
            </a:extLst>
          </p:cNvPr>
          <p:cNvSpPr>
            <a:spLocks noGrp="1"/>
          </p:cNvSpPr>
          <p:nvPr/>
        </p:nvSpPr>
        <p:spPr>
          <a:xfrm>
            <a:off x="8506328" y="56863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1" name="data_8502">
            <a:extLst>
              <a:ext uri="{FF2B5EF4-FFF2-40B4-BE49-F238E27FC236}">
                <a16:creationId xmlns:a16="http://schemas.microsoft.com/office/drawing/2014/main" id="{CCD4FD7E-1479-4F83-A418-0E0C2AD710B6}"/>
              </a:ext>
            </a:extLst>
          </p:cNvPr>
          <p:cNvSpPr>
            <a:spLocks noGrp="1"/>
          </p:cNvSpPr>
          <p:nvPr/>
        </p:nvSpPr>
        <p:spPr>
          <a:xfrm>
            <a:off x="847581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2" name="data_8503">
            <a:extLst>
              <a:ext uri="{FF2B5EF4-FFF2-40B4-BE49-F238E27FC236}">
                <a16:creationId xmlns:a16="http://schemas.microsoft.com/office/drawing/2014/main" id="{34BFF19C-E7C2-4BE0-91FB-29C0BDBA12FD}"/>
              </a:ext>
            </a:extLst>
          </p:cNvPr>
          <p:cNvSpPr>
            <a:spLocks noGrp="1"/>
          </p:cNvSpPr>
          <p:nvPr/>
        </p:nvSpPr>
        <p:spPr>
          <a:xfrm>
            <a:off x="8501307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3" name="data_8504">
            <a:extLst>
              <a:ext uri="{FF2B5EF4-FFF2-40B4-BE49-F238E27FC236}">
                <a16:creationId xmlns:a16="http://schemas.microsoft.com/office/drawing/2014/main" id="{3892E23F-C649-4731-911B-38541674950D}"/>
              </a:ext>
            </a:extLst>
          </p:cNvPr>
          <p:cNvSpPr>
            <a:spLocks noGrp="1"/>
          </p:cNvSpPr>
          <p:nvPr/>
        </p:nvSpPr>
        <p:spPr>
          <a:xfrm>
            <a:off x="856127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4" name="data_8505">
            <a:extLst>
              <a:ext uri="{FF2B5EF4-FFF2-40B4-BE49-F238E27FC236}">
                <a16:creationId xmlns:a16="http://schemas.microsoft.com/office/drawing/2014/main" id="{B0636959-DF2B-4C1B-A186-7E933BBDDC92}"/>
              </a:ext>
            </a:extLst>
          </p:cNvPr>
          <p:cNvSpPr>
            <a:spLocks noGrp="1"/>
          </p:cNvSpPr>
          <p:nvPr/>
        </p:nvSpPr>
        <p:spPr>
          <a:xfrm>
            <a:off x="8537392" y="607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5" name="data_8506">
            <a:extLst>
              <a:ext uri="{FF2B5EF4-FFF2-40B4-BE49-F238E27FC236}">
                <a16:creationId xmlns:a16="http://schemas.microsoft.com/office/drawing/2014/main" id="{111ACC1D-77BB-4CE2-8C2E-6A985AA0E945}"/>
              </a:ext>
            </a:extLst>
          </p:cNvPr>
          <p:cNvSpPr>
            <a:spLocks noGrp="1"/>
          </p:cNvSpPr>
          <p:nvPr/>
        </p:nvSpPr>
        <p:spPr>
          <a:xfrm>
            <a:off x="8532254" y="56279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6" name="data_8507">
            <a:extLst>
              <a:ext uri="{FF2B5EF4-FFF2-40B4-BE49-F238E27FC236}">
                <a16:creationId xmlns:a16="http://schemas.microsoft.com/office/drawing/2014/main" id="{F39A8B5C-CFF3-41ED-B566-5B48CFCC33BA}"/>
              </a:ext>
            </a:extLst>
          </p:cNvPr>
          <p:cNvSpPr>
            <a:spLocks noGrp="1"/>
          </p:cNvSpPr>
          <p:nvPr/>
        </p:nvSpPr>
        <p:spPr>
          <a:xfrm>
            <a:off x="852516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7" name="data_8508">
            <a:extLst>
              <a:ext uri="{FF2B5EF4-FFF2-40B4-BE49-F238E27FC236}">
                <a16:creationId xmlns:a16="http://schemas.microsoft.com/office/drawing/2014/main" id="{BE306FC6-F1DE-43E9-9D9C-3998034AEFB4}"/>
              </a:ext>
            </a:extLst>
          </p:cNvPr>
          <p:cNvSpPr>
            <a:spLocks noGrp="1"/>
          </p:cNvSpPr>
          <p:nvPr/>
        </p:nvSpPr>
        <p:spPr>
          <a:xfrm>
            <a:off x="84734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8" name="data_8509">
            <a:extLst>
              <a:ext uri="{FF2B5EF4-FFF2-40B4-BE49-F238E27FC236}">
                <a16:creationId xmlns:a16="http://schemas.microsoft.com/office/drawing/2014/main" id="{4CF8D3D9-FACE-4A57-8B26-3E45A6B4CFDD}"/>
              </a:ext>
            </a:extLst>
          </p:cNvPr>
          <p:cNvSpPr>
            <a:spLocks noGrp="1"/>
          </p:cNvSpPr>
          <p:nvPr/>
        </p:nvSpPr>
        <p:spPr>
          <a:xfrm>
            <a:off x="8487093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9" name="data_8510">
            <a:extLst>
              <a:ext uri="{FF2B5EF4-FFF2-40B4-BE49-F238E27FC236}">
                <a16:creationId xmlns:a16="http://schemas.microsoft.com/office/drawing/2014/main" id="{4DEAEE33-6AE5-403B-BEF0-85612DE91D22}"/>
              </a:ext>
            </a:extLst>
          </p:cNvPr>
          <p:cNvSpPr>
            <a:spLocks noGrp="1"/>
          </p:cNvSpPr>
          <p:nvPr/>
        </p:nvSpPr>
        <p:spPr>
          <a:xfrm>
            <a:off x="857296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0" name="data_8511">
            <a:extLst>
              <a:ext uri="{FF2B5EF4-FFF2-40B4-BE49-F238E27FC236}">
                <a16:creationId xmlns:a16="http://schemas.microsoft.com/office/drawing/2014/main" id="{4A70A6A4-1965-4422-86DA-2A4CA271B538}"/>
              </a:ext>
            </a:extLst>
          </p:cNvPr>
          <p:cNvSpPr>
            <a:spLocks noGrp="1"/>
          </p:cNvSpPr>
          <p:nvPr/>
        </p:nvSpPr>
        <p:spPr>
          <a:xfrm>
            <a:off x="8476611" y="6211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1" name="data_8512">
            <a:extLst>
              <a:ext uri="{FF2B5EF4-FFF2-40B4-BE49-F238E27FC236}">
                <a16:creationId xmlns:a16="http://schemas.microsoft.com/office/drawing/2014/main" id="{32493830-2312-4C79-B2ED-CAA645EA3D22}"/>
              </a:ext>
            </a:extLst>
          </p:cNvPr>
          <p:cNvSpPr>
            <a:spLocks noGrp="1"/>
          </p:cNvSpPr>
          <p:nvPr/>
        </p:nvSpPr>
        <p:spPr>
          <a:xfrm>
            <a:off x="855358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2" name="data_8513">
            <a:extLst>
              <a:ext uri="{FF2B5EF4-FFF2-40B4-BE49-F238E27FC236}">
                <a16:creationId xmlns:a16="http://schemas.microsoft.com/office/drawing/2014/main" id="{6B4E0F43-57A2-4DC0-9277-2A1A5CF11877}"/>
              </a:ext>
            </a:extLst>
          </p:cNvPr>
          <p:cNvSpPr>
            <a:spLocks noGrp="1"/>
          </p:cNvSpPr>
          <p:nvPr/>
        </p:nvSpPr>
        <p:spPr>
          <a:xfrm>
            <a:off x="85002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3" name="data_8514">
            <a:extLst>
              <a:ext uri="{FF2B5EF4-FFF2-40B4-BE49-F238E27FC236}">
                <a16:creationId xmlns:a16="http://schemas.microsoft.com/office/drawing/2014/main" id="{B284DE2D-0644-4C6B-894E-A8F219A0CE9F}"/>
              </a:ext>
            </a:extLst>
          </p:cNvPr>
          <p:cNvSpPr>
            <a:spLocks noGrp="1"/>
          </p:cNvSpPr>
          <p:nvPr/>
        </p:nvSpPr>
        <p:spPr>
          <a:xfrm>
            <a:off x="850097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4" name="data_8515">
            <a:extLst>
              <a:ext uri="{FF2B5EF4-FFF2-40B4-BE49-F238E27FC236}">
                <a16:creationId xmlns:a16="http://schemas.microsoft.com/office/drawing/2014/main" id="{FBE826A6-92EC-465D-B40D-CB829E757C3B}"/>
              </a:ext>
            </a:extLst>
          </p:cNvPr>
          <p:cNvSpPr>
            <a:spLocks noGrp="1"/>
          </p:cNvSpPr>
          <p:nvPr/>
        </p:nvSpPr>
        <p:spPr>
          <a:xfrm>
            <a:off x="85398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5" name="data_8516">
            <a:extLst>
              <a:ext uri="{FF2B5EF4-FFF2-40B4-BE49-F238E27FC236}">
                <a16:creationId xmlns:a16="http://schemas.microsoft.com/office/drawing/2014/main" id="{1120615E-76C8-4E82-AE4C-B6B55A836D0F}"/>
              </a:ext>
            </a:extLst>
          </p:cNvPr>
          <p:cNvSpPr>
            <a:spLocks noGrp="1"/>
          </p:cNvSpPr>
          <p:nvPr/>
        </p:nvSpPr>
        <p:spPr>
          <a:xfrm>
            <a:off x="8554217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6" name="data_8517">
            <a:extLst>
              <a:ext uri="{FF2B5EF4-FFF2-40B4-BE49-F238E27FC236}">
                <a16:creationId xmlns:a16="http://schemas.microsoft.com/office/drawing/2014/main" id="{7A4985E9-137F-4669-AB98-21C90F7CB132}"/>
              </a:ext>
            </a:extLst>
          </p:cNvPr>
          <p:cNvSpPr>
            <a:spLocks noGrp="1"/>
          </p:cNvSpPr>
          <p:nvPr/>
        </p:nvSpPr>
        <p:spPr>
          <a:xfrm>
            <a:off x="852411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7" name="data_8518">
            <a:extLst>
              <a:ext uri="{FF2B5EF4-FFF2-40B4-BE49-F238E27FC236}">
                <a16:creationId xmlns:a16="http://schemas.microsoft.com/office/drawing/2014/main" id="{97A1F4C3-2289-4835-AC1D-29199C1E01C6}"/>
              </a:ext>
            </a:extLst>
          </p:cNvPr>
          <p:cNvSpPr>
            <a:spLocks noGrp="1"/>
          </p:cNvSpPr>
          <p:nvPr/>
        </p:nvSpPr>
        <p:spPr>
          <a:xfrm>
            <a:off x="8499210" y="6719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8" name="data_8519">
            <a:extLst>
              <a:ext uri="{FF2B5EF4-FFF2-40B4-BE49-F238E27FC236}">
                <a16:creationId xmlns:a16="http://schemas.microsoft.com/office/drawing/2014/main" id="{35C44C74-BB57-410F-9160-3A0CB642C46E}"/>
              </a:ext>
            </a:extLst>
          </p:cNvPr>
          <p:cNvSpPr>
            <a:spLocks noGrp="1"/>
          </p:cNvSpPr>
          <p:nvPr/>
        </p:nvSpPr>
        <p:spPr>
          <a:xfrm>
            <a:off x="850584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9" name="data_8520">
            <a:extLst>
              <a:ext uri="{FF2B5EF4-FFF2-40B4-BE49-F238E27FC236}">
                <a16:creationId xmlns:a16="http://schemas.microsoft.com/office/drawing/2014/main" id="{14F6FE51-4EAA-4EEF-BC55-3E765A4E37C1}"/>
              </a:ext>
            </a:extLst>
          </p:cNvPr>
          <p:cNvSpPr>
            <a:spLocks noGrp="1"/>
          </p:cNvSpPr>
          <p:nvPr/>
        </p:nvSpPr>
        <p:spPr>
          <a:xfrm>
            <a:off x="847158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0" name="data_8521">
            <a:extLst>
              <a:ext uri="{FF2B5EF4-FFF2-40B4-BE49-F238E27FC236}">
                <a16:creationId xmlns:a16="http://schemas.microsoft.com/office/drawing/2014/main" id="{7B899799-AA44-4090-A905-16AA72FC811A}"/>
              </a:ext>
            </a:extLst>
          </p:cNvPr>
          <p:cNvSpPr>
            <a:spLocks noGrp="1"/>
          </p:cNvSpPr>
          <p:nvPr/>
        </p:nvSpPr>
        <p:spPr>
          <a:xfrm>
            <a:off x="851414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1" name="data_8522">
            <a:extLst>
              <a:ext uri="{FF2B5EF4-FFF2-40B4-BE49-F238E27FC236}">
                <a16:creationId xmlns:a16="http://schemas.microsoft.com/office/drawing/2014/main" id="{B3AA6267-5362-438C-9D64-3C17D6C48F3C}"/>
              </a:ext>
            </a:extLst>
          </p:cNvPr>
          <p:cNvSpPr>
            <a:spLocks noGrp="1"/>
          </p:cNvSpPr>
          <p:nvPr/>
        </p:nvSpPr>
        <p:spPr>
          <a:xfrm>
            <a:off x="8551437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2" name="data_8523">
            <a:extLst>
              <a:ext uri="{FF2B5EF4-FFF2-40B4-BE49-F238E27FC236}">
                <a16:creationId xmlns:a16="http://schemas.microsoft.com/office/drawing/2014/main" id="{8ACA3DE4-AC5A-4F34-B2B3-782A29B4C893}"/>
              </a:ext>
            </a:extLst>
          </p:cNvPr>
          <p:cNvSpPr>
            <a:spLocks noGrp="1"/>
          </p:cNvSpPr>
          <p:nvPr/>
        </p:nvSpPr>
        <p:spPr>
          <a:xfrm>
            <a:off x="8579044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3" name="data_8524">
            <a:extLst>
              <a:ext uri="{FF2B5EF4-FFF2-40B4-BE49-F238E27FC236}">
                <a16:creationId xmlns:a16="http://schemas.microsoft.com/office/drawing/2014/main" id="{557634B2-D611-4B46-B3E9-9105DE814219}"/>
              </a:ext>
            </a:extLst>
          </p:cNvPr>
          <p:cNvSpPr>
            <a:spLocks noGrp="1"/>
          </p:cNvSpPr>
          <p:nvPr/>
        </p:nvSpPr>
        <p:spPr>
          <a:xfrm>
            <a:off x="851771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4" name="data_8525">
            <a:extLst>
              <a:ext uri="{FF2B5EF4-FFF2-40B4-BE49-F238E27FC236}">
                <a16:creationId xmlns:a16="http://schemas.microsoft.com/office/drawing/2014/main" id="{5D99EB93-D264-4BE8-BE5C-B7134B75B2B5}"/>
              </a:ext>
            </a:extLst>
          </p:cNvPr>
          <p:cNvSpPr>
            <a:spLocks noGrp="1"/>
          </p:cNvSpPr>
          <p:nvPr/>
        </p:nvSpPr>
        <p:spPr>
          <a:xfrm>
            <a:off x="8573579" y="54673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5" name="data_8526">
            <a:extLst>
              <a:ext uri="{FF2B5EF4-FFF2-40B4-BE49-F238E27FC236}">
                <a16:creationId xmlns:a16="http://schemas.microsoft.com/office/drawing/2014/main" id="{CA14B7E0-0D7E-4CB9-B64C-5896D0ECB20F}"/>
              </a:ext>
            </a:extLst>
          </p:cNvPr>
          <p:cNvSpPr>
            <a:spLocks noGrp="1"/>
          </p:cNvSpPr>
          <p:nvPr/>
        </p:nvSpPr>
        <p:spPr>
          <a:xfrm>
            <a:off x="85032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6" name="data_8527">
            <a:extLst>
              <a:ext uri="{FF2B5EF4-FFF2-40B4-BE49-F238E27FC236}">
                <a16:creationId xmlns:a16="http://schemas.microsoft.com/office/drawing/2014/main" id="{C7ADDBC4-5474-4508-BD85-07F5166D35E8}"/>
              </a:ext>
            </a:extLst>
          </p:cNvPr>
          <p:cNvSpPr>
            <a:spLocks noGrp="1"/>
          </p:cNvSpPr>
          <p:nvPr/>
        </p:nvSpPr>
        <p:spPr>
          <a:xfrm>
            <a:off x="853640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7" name="data_8528">
            <a:extLst>
              <a:ext uri="{FF2B5EF4-FFF2-40B4-BE49-F238E27FC236}">
                <a16:creationId xmlns:a16="http://schemas.microsoft.com/office/drawing/2014/main" id="{4438B9C0-6BFB-49FA-A0DA-F6AD95BED9AD}"/>
              </a:ext>
            </a:extLst>
          </p:cNvPr>
          <p:cNvSpPr>
            <a:spLocks noGrp="1"/>
          </p:cNvSpPr>
          <p:nvPr/>
        </p:nvSpPr>
        <p:spPr>
          <a:xfrm>
            <a:off x="852769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8" name="data_8529">
            <a:extLst>
              <a:ext uri="{FF2B5EF4-FFF2-40B4-BE49-F238E27FC236}">
                <a16:creationId xmlns:a16="http://schemas.microsoft.com/office/drawing/2014/main" id="{09A0C223-B5A9-4106-B077-88A3FE677DC1}"/>
              </a:ext>
            </a:extLst>
          </p:cNvPr>
          <p:cNvSpPr>
            <a:spLocks noGrp="1"/>
          </p:cNvSpPr>
          <p:nvPr/>
        </p:nvSpPr>
        <p:spPr>
          <a:xfrm>
            <a:off x="84785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9" name="data_8530">
            <a:extLst>
              <a:ext uri="{FF2B5EF4-FFF2-40B4-BE49-F238E27FC236}">
                <a16:creationId xmlns:a16="http://schemas.microsoft.com/office/drawing/2014/main" id="{D75B3C71-CD46-4CB3-BAEB-E3BF4C368986}"/>
              </a:ext>
            </a:extLst>
          </p:cNvPr>
          <p:cNvSpPr>
            <a:spLocks noGrp="1"/>
          </p:cNvSpPr>
          <p:nvPr/>
        </p:nvSpPr>
        <p:spPr>
          <a:xfrm>
            <a:off x="855063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0" name="data_8531">
            <a:extLst>
              <a:ext uri="{FF2B5EF4-FFF2-40B4-BE49-F238E27FC236}">
                <a16:creationId xmlns:a16="http://schemas.microsoft.com/office/drawing/2014/main" id="{B4292A93-C6E3-4701-AD0C-C5AAB1789470}"/>
              </a:ext>
            </a:extLst>
          </p:cNvPr>
          <p:cNvSpPr>
            <a:spLocks noGrp="1"/>
          </p:cNvSpPr>
          <p:nvPr/>
        </p:nvSpPr>
        <p:spPr>
          <a:xfrm>
            <a:off x="8493968" y="66715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1" name="data_8532">
            <a:extLst>
              <a:ext uri="{FF2B5EF4-FFF2-40B4-BE49-F238E27FC236}">
                <a16:creationId xmlns:a16="http://schemas.microsoft.com/office/drawing/2014/main" id="{C2CBDC63-DF7D-482D-BE0C-C2C42FA69FF3}"/>
              </a:ext>
            </a:extLst>
          </p:cNvPr>
          <p:cNvSpPr>
            <a:spLocks noGrp="1"/>
          </p:cNvSpPr>
          <p:nvPr/>
        </p:nvSpPr>
        <p:spPr>
          <a:xfrm>
            <a:off x="8472771" y="6878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2" name="data_8533">
            <a:extLst>
              <a:ext uri="{FF2B5EF4-FFF2-40B4-BE49-F238E27FC236}">
                <a16:creationId xmlns:a16="http://schemas.microsoft.com/office/drawing/2014/main" id="{FA8D3721-9F27-46E5-8DB6-CB98E937FC74}"/>
              </a:ext>
            </a:extLst>
          </p:cNvPr>
          <p:cNvSpPr>
            <a:spLocks noGrp="1"/>
          </p:cNvSpPr>
          <p:nvPr/>
        </p:nvSpPr>
        <p:spPr>
          <a:xfrm>
            <a:off x="8504220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3" name="data_8534">
            <a:extLst>
              <a:ext uri="{FF2B5EF4-FFF2-40B4-BE49-F238E27FC236}">
                <a16:creationId xmlns:a16="http://schemas.microsoft.com/office/drawing/2014/main" id="{2017BD40-3742-4B10-93C7-4FBF2D265FF1}"/>
              </a:ext>
            </a:extLst>
          </p:cNvPr>
          <p:cNvSpPr>
            <a:spLocks noGrp="1"/>
          </p:cNvSpPr>
          <p:nvPr/>
        </p:nvSpPr>
        <p:spPr>
          <a:xfrm>
            <a:off x="856416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4" name="data_8535">
            <a:extLst>
              <a:ext uri="{FF2B5EF4-FFF2-40B4-BE49-F238E27FC236}">
                <a16:creationId xmlns:a16="http://schemas.microsoft.com/office/drawing/2014/main" id="{052A4410-10DF-4D74-93ED-EE4FE288D8DA}"/>
              </a:ext>
            </a:extLst>
          </p:cNvPr>
          <p:cNvSpPr>
            <a:spLocks noGrp="1"/>
          </p:cNvSpPr>
          <p:nvPr/>
        </p:nvSpPr>
        <p:spPr>
          <a:xfrm>
            <a:off x="85400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5" name="data_8536">
            <a:extLst>
              <a:ext uri="{FF2B5EF4-FFF2-40B4-BE49-F238E27FC236}">
                <a16:creationId xmlns:a16="http://schemas.microsoft.com/office/drawing/2014/main" id="{4EAC54AE-01D5-4AEB-B279-54A2FAECBBB6}"/>
              </a:ext>
            </a:extLst>
          </p:cNvPr>
          <p:cNvSpPr>
            <a:spLocks noGrp="1"/>
          </p:cNvSpPr>
          <p:nvPr/>
        </p:nvSpPr>
        <p:spPr>
          <a:xfrm>
            <a:off x="856464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6" name="data_8537">
            <a:extLst>
              <a:ext uri="{FF2B5EF4-FFF2-40B4-BE49-F238E27FC236}">
                <a16:creationId xmlns:a16="http://schemas.microsoft.com/office/drawing/2014/main" id="{ABBB669B-BD77-4643-830B-B4BDC410E572}"/>
              </a:ext>
            </a:extLst>
          </p:cNvPr>
          <p:cNvSpPr>
            <a:spLocks noGrp="1"/>
          </p:cNvSpPr>
          <p:nvPr/>
        </p:nvSpPr>
        <p:spPr>
          <a:xfrm>
            <a:off x="8574705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7" name="data_8538">
            <a:extLst>
              <a:ext uri="{FF2B5EF4-FFF2-40B4-BE49-F238E27FC236}">
                <a16:creationId xmlns:a16="http://schemas.microsoft.com/office/drawing/2014/main" id="{12478967-FADA-48CA-AEA7-FBD3E04A9D22}"/>
              </a:ext>
            </a:extLst>
          </p:cNvPr>
          <p:cNvSpPr>
            <a:spLocks noGrp="1"/>
          </p:cNvSpPr>
          <p:nvPr/>
        </p:nvSpPr>
        <p:spPr>
          <a:xfrm>
            <a:off x="853047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8" name="data_8539">
            <a:extLst>
              <a:ext uri="{FF2B5EF4-FFF2-40B4-BE49-F238E27FC236}">
                <a16:creationId xmlns:a16="http://schemas.microsoft.com/office/drawing/2014/main" id="{9E49279E-7990-45FB-B15A-3EAF2F8A24EA}"/>
              </a:ext>
            </a:extLst>
          </p:cNvPr>
          <p:cNvSpPr>
            <a:spLocks noGrp="1"/>
          </p:cNvSpPr>
          <p:nvPr/>
        </p:nvSpPr>
        <p:spPr>
          <a:xfrm>
            <a:off x="8577161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9" name="data_8540">
            <a:extLst>
              <a:ext uri="{FF2B5EF4-FFF2-40B4-BE49-F238E27FC236}">
                <a16:creationId xmlns:a16="http://schemas.microsoft.com/office/drawing/2014/main" id="{1AFA8007-2A2F-4A65-BCD8-EE0711D774D7}"/>
              </a:ext>
            </a:extLst>
          </p:cNvPr>
          <p:cNvSpPr>
            <a:spLocks noGrp="1"/>
          </p:cNvSpPr>
          <p:nvPr/>
        </p:nvSpPr>
        <p:spPr>
          <a:xfrm>
            <a:off x="855054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0" name="data_8541">
            <a:extLst>
              <a:ext uri="{FF2B5EF4-FFF2-40B4-BE49-F238E27FC236}">
                <a16:creationId xmlns:a16="http://schemas.microsoft.com/office/drawing/2014/main" id="{92CF2516-34BA-4EB8-AE03-2325D27D14BE}"/>
              </a:ext>
            </a:extLst>
          </p:cNvPr>
          <p:cNvSpPr>
            <a:spLocks noGrp="1"/>
          </p:cNvSpPr>
          <p:nvPr/>
        </p:nvSpPr>
        <p:spPr>
          <a:xfrm>
            <a:off x="8538165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1" name="data_8542">
            <a:extLst>
              <a:ext uri="{FF2B5EF4-FFF2-40B4-BE49-F238E27FC236}">
                <a16:creationId xmlns:a16="http://schemas.microsoft.com/office/drawing/2014/main" id="{379D81D3-DD4F-4187-8391-6B8BFFCCDDE0}"/>
              </a:ext>
            </a:extLst>
          </p:cNvPr>
          <p:cNvSpPr>
            <a:spLocks noGrp="1"/>
          </p:cNvSpPr>
          <p:nvPr/>
        </p:nvSpPr>
        <p:spPr>
          <a:xfrm>
            <a:off x="8566274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2" name="data_8543">
            <a:extLst>
              <a:ext uri="{FF2B5EF4-FFF2-40B4-BE49-F238E27FC236}">
                <a16:creationId xmlns:a16="http://schemas.microsoft.com/office/drawing/2014/main" id="{5A95ABB2-92F9-4F06-A453-E49576914A4A}"/>
              </a:ext>
            </a:extLst>
          </p:cNvPr>
          <p:cNvSpPr>
            <a:spLocks noGrp="1"/>
          </p:cNvSpPr>
          <p:nvPr/>
        </p:nvSpPr>
        <p:spPr>
          <a:xfrm>
            <a:off x="8563868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3" name="data_8544">
            <a:extLst>
              <a:ext uri="{FF2B5EF4-FFF2-40B4-BE49-F238E27FC236}">
                <a16:creationId xmlns:a16="http://schemas.microsoft.com/office/drawing/2014/main" id="{33DB7530-5F09-46B6-AFA0-20DFC1EB02D8}"/>
              </a:ext>
            </a:extLst>
          </p:cNvPr>
          <p:cNvSpPr>
            <a:spLocks noGrp="1"/>
          </p:cNvSpPr>
          <p:nvPr/>
        </p:nvSpPr>
        <p:spPr>
          <a:xfrm>
            <a:off x="8540270" y="66371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4" name="data_8545">
            <a:extLst>
              <a:ext uri="{FF2B5EF4-FFF2-40B4-BE49-F238E27FC236}">
                <a16:creationId xmlns:a16="http://schemas.microsoft.com/office/drawing/2014/main" id="{3C9307C8-A764-4F00-847D-BDC3E5488B8E}"/>
              </a:ext>
            </a:extLst>
          </p:cNvPr>
          <p:cNvSpPr>
            <a:spLocks noGrp="1"/>
          </p:cNvSpPr>
          <p:nvPr/>
        </p:nvSpPr>
        <p:spPr>
          <a:xfrm>
            <a:off x="85211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5" name="data_8546">
            <a:extLst>
              <a:ext uri="{FF2B5EF4-FFF2-40B4-BE49-F238E27FC236}">
                <a16:creationId xmlns:a16="http://schemas.microsoft.com/office/drawing/2014/main" id="{8F1A017A-7DD6-49DF-B4A1-074C7595B6EF}"/>
              </a:ext>
            </a:extLst>
          </p:cNvPr>
          <p:cNvSpPr>
            <a:spLocks noGrp="1"/>
          </p:cNvSpPr>
          <p:nvPr/>
        </p:nvSpPr>
        <p:spPr>
          <a:xfrm>
            <a:off x="85728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6" name="data_8547">
            <a:extLst>
              <a:ext uri="{FF2B5EF4-FFF2-40B4-BE49-F238E27FC236}">
                <a16:creationId xmlns:a16="http://schemas.microsoft.com/office/drawing/2014/main" id="{C8B65F30-93AF-4BB5-8BA7-67C4A9BE6DA5}"/>
              </a:ext>
            </a:extLst>
          </p:cNvPr>
          <p:cNvSpPr>
            <a:spLocks noGrp="1"/>
          </p:cNvSpPr>
          <p:nvPr/>
        </p:nvSpPr>
        <p:spPr>
          <a:xfrm>
            <a:off x="8497777" y="6616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7" name="data_8548">
            <a:extLst>
              <a:ext uri="{FF2B5EF4-FFF2-40B4-BE49-F238E27FC236}">
                <a16:creationId xmlns:a16="http://schemas.microsoft.com/office/drawing/2014/main" id="{FF592A88-08BB-48A4-904D-496358C9FDBE}"/>
              </a:ext>
            </a:extLst>
          </p:cNvPr>
          <p:cNvSpPr>
            <a:spLocks noGrp="1"/>
          </p:cNvSpPr>
          <p:nvPr/>
        </p:nvSpPr>
        <p:spPr>
          <a:xfrm>
            <a:off x="8552223" y="50103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8" name="data_8549">
            <a:extLst>
              <a:ext uri="{FF2B5EF4-FFF2-40B4-BE49-F238E27FC236}">
                <a16:creationId xmlns:a16="http://schemas.microsoft.com/office/drawing/2014/main" id="{B9530CC6-F590-418C-8CF0-9731DFBB6F22}"/>
              </a:ext>
            </a:extLst>
          </p:cNvPr>
          <p:cNvSpPr>
            <a:spLocks noGrp="1"/>
          </p:cNvSpPr>
          <p:nvPr/>
        </p:nvSpPr>
        <p:spPr>
          <a:xfrm>
            <a:off x="847827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9" name="data_8550">
            <a:extLst>
              <a:ext uri="{FF2B5EF4-FFF2-40B4-BE49-F238E27FC236}">
                <a16:creationId xmlns:a16="http://schemas.microsoft.com/office/drawing/2014/main" id="{0D665091-FE02-4679-9F56-0A9DA69978C5}"/>
              </a:ext>
            </a:extLst>
          </p:cNvPr>
          <p:cNvSpPr>
            <a:spLocks noGrp="1"/>
          </p:cNvSpPr>
          <p:nvPr/>
        </p:nvSpPr>
        <p:spPr>
          <a:xfrm>
            <a:off x="8537394" y="6832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0" name="data_8551">
            <a:extLst>
              <a:ext uri="{FF2B5EF4-FFF2-40B4-BE49-F238E27FC236}">
                <a16:creationId xmlns:a16="http://schemas.microsoft.com/office/drawing/2014/main" id="{5CA5C065-BFEA-494A-AD12-7D172BC11904}"/>
              </a:ext>
            </a:extLst>
          </p:cNvPr>
          <p:cNvSpPr>
            <a:spLocks noGrp="1"/>
          </p:cNvSpPr>
          <p:nvPr/>
        </p:nvSpPr>
        <p:spPr>
          <a:xfrm>
            <a:off x="8513484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1" name="data_8552">
            <a:extLst>
              <a:ext uri="{FF2B5EF4-FFF2-40B4-BE49-F238E27FC236}">
                <a16:creationId xmlns:a16="http://schemas.microsoft.com/office/drawing/2014/main" id="{6B6A01DE-6C56-443B-BAAE-4D2CDFFD0996}"/>
              </a:ext>
            </a:extLst>
          </p:cNvPr>
          <p:cNvSpPr>
            <a:spLocks noGrp="1"/>
          </p:cNvSpPr>
          <p:nvPr/>
        </p:nvSpPr>
        <p:spPr>
          <a:xfrm>
            <a:off x="8565967" y="6430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2" name="data_8553">
            <a:extLst>
              <a:ext uri="{FF2B5EF4-FFF2-40B4-BE49-F238E27FC236}">
                <a16:creationId xmlns:a16="http://schemas.microsoft.com/office/drawing/2014/main" id="{D031880B-C54C-428E-A838-B012635EBEA8}"/>
              </a:ext>
            </a:extLst>
          </p:cNvPr>
          <p:cNvSpPr>
            <a:spLocks noGrp="1"/>
          </p:cNvSpPr>
          <p:nvPr/>
        </p:nvSpPr>
        <p:spPr>
          <a:xfrm>
            <a:off x="85049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3" name="data_8554">
            <a:extLst>
              <a:ext uri="{FF2B5EF4-FFF2-40B4-BE49-F238E27FC236}">
                <a16:creationId xmlns:a16="http://schemas.microsoft.com/office/drawing/2014/main" id="{EE8A5964-1494-4FBC-951F-7F59DA2E2486}"/>
              </a:ext>
            </a:extLst>
          </p:cNvPr>
          <p:cNvSpPr>
            <a:spLocks noGrp="1"/>
          </p:cNvSpPr>
          <p:nvPr/>
        </p:nvSpPr>
        <p:spPr>
          <a:xfrm>
            <a:off x="8528105" y="57082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4" name="data_8555">
            <a:extLst>
              <a:ext uri="{FF2B5EF4-FFF2-40B4-BE49-F238E27FC236}">
                <a16:creationId xmlns:a16="http://schemas.microsoft.com/office/drawing/2014/main" id="{9F2B65CF-1F8A-48EE-9182-CFF8A2391ED3}"/>
              </a:ext>
            </a:extLst>
          </p:cNvPr>
          <p:cNvSpPr>
            <a:spLocks noGrp="1"/>
          </p:cNvSpPr>
          <p:nvPr/>
        </p:nvSpPr>
        <p:spPr>
          <a:xfrm>
            <a:off x="8525819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5" name="data_8556">
            <a:extLst>
              <a:ext uri="{FF2B5EF4-FFF2-40B4-BE49-F238E27FC236}">
                <a16:creationId xmlns:a16="http://schemas.microsoft.com/office/drawing/2014/main" id="{33DC0FE1-4DBD-4C08-A78B-6F4DF340050A}"/>
              </a:ext>
            </a:extLst>
          </p:cNvPr>
          <p:cNvSpPr>
            <a:spLocks noGrp="1"/>
          </p:cNvSpPr>
          <p:nvPr/>
        </p:nvSpPr>
        <p:spPr>
          <a:xfrm>
            <a:off x="8477263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6" name="data_8557">
            <a:extLst>
              <a:ext uri="{FF2B5EF4-FFF2-40B4-BE49-F238E27FC236}">
                <a16:creationId xmlns:a16="http://schemas.microsoft.com/office/drawing/2014/main" id="{86638831-3085-4D94-9106-2DBADF8C1BC3}"/>
              </a:ext>
            </a:extLst>
          </p:cNvPr>
          <p:cNvSpPr>
            <a:spLocks noGrp="1"/>
          </p:cNvSpPr>
          <p:nvPr/>
        </p:nvSpPr>
        <p:spPr>
          <a:xfrm>
            <a:off x="8497368" y="55637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7" name="data_8558">
            <a:extLst>
              <a:ext uri="{FF2B5EF4-FFF2-40B4-BE49-F238E27FC236}">
                <a16:creationId xmlns:a16="http://schemas.microsoft.com/office/drawing/2014/main" id="{9A526A14-46C4-4A07-BE4B-5D915AC3505F}"/>
              </a:ext>
            </a:extLst>
          </p:cNvPr>
          <p:cNvSpPr>
            <a:spLocks noGrp="1"/>
          </p:cNvSpPr>
          <p:nvPr/>
        </p:nvSpPr>
        <p:spPr>
          <a:xfrm>
            <a:off x="8561668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8" name="data_8559">
            <a:extLst>
              <a:ext uri="{FF2B5EF4-FFF2-40B4-BE49-F238E27FC236}">
                <a16:creationId xmlns:a16="http://schemas.microsoft.com/office/drawing/2014/main" id="{75F53849-A215-4081-89ED-1E819FCC110A}"/>
              </a:ext>
            </a:extLst>
          </p:cNvPr>
          <p:cNvSpPr>
            <a:spLocks noGrp="1"/>
          </p:cNvSpPr>
          <p:nvPr/>
        </p:nvSpPr>
        <p:spPr>
          <a:xfrm>
            <a:off x="8500595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9" name="data_8560">
            <a:extLst>
              <a:ext uri="{FF2B5EF4-FFF2-40B4-BE49-F238E27FC236}">
                <a16:creationId xmlns:a16="http://schemas.microsoft.com/office/drawing/2014/main" id="{DF09F05C-9C60-4C5E-8A59-A53115DC3332}"/>
              </a:ext>
            </a:extLst>
          </p:cNvPr>
          <p:cNvSpPr>
            <a:spLocks noGrp="1"/>
          </p:cNvSpPr>
          <p:nvPr/>
        </p:nvSpPr>
        <p:spPr>
          <a:xfrm>
            <a:off x="8517317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0" name="data_8561">
            <a:extLst>
              <a:ext uri="{FF2B5EF4-FFF2-40B4-BE49-F238E27FC236}">
                <a16:creationId xmlns:a16="http://schemas.microsoft.com/office/drawing/2014/main" id="{8B7428B9-D81B-468F-B3C8-199E13A6C014}"/>
              </a:ext>
            </a:extLst>
          </p:cNvPr>
          <p:cNvSpPr>
            <a:spLocks noGrp="1"/>
          </p:cNvSpPr>
          <p:nvPr/>
        </p:nvSpPr>
        <p:spPr>
          <a:xfrm>
            <a:off x="851109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1" name="data_8562">
            <a:extLst>
              <a:ext uri="{FF2B5EF4-FFF2-40B4-BE49-F238E27FC236}">
                <a16:creationId xmlns:a16="http://schemas.microsoft.com/office/drawing/2014/main" id="{5149387D-64E9-48A5-ABB6-CE420F156FB2}"/>
              </a:ext>
            </a:extLst>
          </p:cNvPr>
          <p:cNvSpPr>
            <a:spLocks noGrp="1"/>
          </p:cNvSpPr>
          <p:nvPr/>
        </p:nvSpPr>
        <p:spPr>
          <a:xfrm>
            <a:off x="851926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2" name="data_8563">
            <a:extLst>
              <a:ext uri="{FF2B5EF4-FFF2-40B4-BE49-F238E27FC236}">
                <a16:creationId xmlns:a16="http://schemas.microsoft.com/office/drawing/2014/main" id="{33EE4859-82EA-473C-82B0-28B60EABCB55}"/>
              </a:ext>
            </a:extLst>
          </p:cNvPr>
          <p:cNvSpPr>
            <a:spLocks noGrp="1"/>
          </p:cNvSpPr>
          <p:nvPr/>
        </p:nvSpPr>
        <p:spPr>
          <a:xfrm>
            <a:off x="85571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3" name="data_8564">
            <a:extLst>
              <a:ext uri="{FF2B5EF4-FFF2-40B4-BE49-F238E27FC236}">
                <a16:creationId xmlns:a16="http://schemas.microsoft.com/office/drawing/2014/main" id="{1E884F10-40FE-4884-8FEB-CD7ABBC68EAF}"/>
              </a:ext>
            </a:extLst>
          </p:cNvPr>
          <p:cNvSpPr>
            <a:spLocks noGrp="1"/>
          </p:cNvSpPr>
          <p:nvPr/>
        </p:nvSpPr>
        <p:spPr>
          <a:xfrm>
            <a:off x="8483534" y="6751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4" name="data_8565">
            <a:extLst>
              <a:ext uri="{FF2B5EF4-FFF2-40B4-BE49-F238E27FC236}">
                <a16:creationId xmlns:a16="http://schemas.microsoft.com/office/drawing/2014/main" id="{160E8A98-DD2D-4754-96A8-DB8F04621D8F}"/>
              </a:ext>
            </a:extLst>
          </p:cNvPr>
          <p:cNvSpPr>
            <a:spLocks noGrp="1"/>
          </p:cNvSpPr>
          <p:nvPr/>
        </p:nvSpPr>
        <p:spPr>
          <a:xfrm>
            <a:off x="849696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5" name="data_8566">
            <a:extLst>
              <a:ext uri="{FF2B5EF4-FFF2-40B4-BE49-F238E27FC236}">
                <a16:creationId xmlns:a16="http://schemas.microsoft.com/office/drawing/2014/main" id="{ED8CDA69-6CC2-4528-A3F0-8B0C7331F08A}"/>
              </a:ext>
            </a:extLst>
          </p:cNvPr>
          <p:cNvSpPr>
            <a:spLocks noGrp="1"/>
          </p:cNvSpPr>
          <p:nvPr/>
        </p:nvSpPr>
        <p:spPr>
          <a:xfrm>
            <a:off x="8503237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6" name="data_8567">
            <a:extLst>
              <a:ext uri="{FF2B5EF4-FFF2-40B4-BE49-F238E27FC236}">
                <a16:creationId xmlns:a16="http://schemas.microsoft.com/office/drawing/2014/main" id="{4E459849-28A2-4599-8BCB-A8ECCBBD9B5A}"/>
              </a:ext>
            </a:extLst>
          </p:cNvPr>
          <p:cNvSpPr>
            <a:spLocks noGrp="1"/>
          </p:cNvSpPr>
          <p:nvPr/>
        </p:nvSpPr>
        <p:spPr>
          <a:xfrm>
            <a:off x="85280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7" name="data_8568">
            <a:extLst>
              <a:ext uri="{FF2B5EF4-FFF2-40B4-BE49-F238E27FC236}">
                <a16:creationId xmlns:a16="http://schemas.microsoft.com/office/drawing/2014/main" id="{C6BE41CB-61C8-4DC2-8202-E0932E911304}"/>
              </a:ext>
            </a:extLst>
          </p:cNvPr>
          <p:cNvSpPr>
            <a:spLocks noGrp="1"/>
          </p:cNvSpPr>
          <p:nvPr/>
        </p:nvSpPr>
        <p:spPr>
          <a:xfrm>
            <a:off x="8482506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8" name="data_8569">
            <a:extLst>
              <a:ext uri="{FF2B5EF4-FFF2-40B4-BE49-F238E27FC236}">
                <a16:creationId xmlns:a16="http://schemas.microsoft.com/office/drawing/2014/main" id="{7944BFC2-E8BA-4961-ACCF-3A92C014BC46}"/>
              </a:ext>
            </a:extLst>
          </p:cNvPr>
          <p:cNvSpPr>
            <a:spLocks noGrp="1"/>
          </p:cNvSpPr>
          <p:nvPr/>
        </p:nvSpPr>
        <p:spPr>
          <a:xfrm>
            <a:off x="8540525" y="53068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9" name="data_8570">
            <a:extLst>
              <a:ext uri="{FF2B5EF4-FFF2-40B4-BE49-F238E27FC236}">
                <a16:creationId xmlns:a16="http://schemas.microsoft.com/office/drawing/2014/main" id="{007308AB-F966-4B97-9C45-278E288794C6}"/>
              </a:ext>
            </a:extLst>
          </p:cNvPr>
          <p:cNvSpPr>
            <a:spLocks noGrp="1"/>
          </p:cNvSpPr>
          <p:nvPr/>
        </p:nvSpPr>
        <p:spPr>
          <a:xfrm>
            <a:off x="8482882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0" name="data_8571">
            <a:extLst>
              <a:ext uri="{FF2B5EF4-FFF2-40B4-BE49-F238E27FC236}">
                <a16:creationId xmlns:a16="http://schemas.microsoft.com/office/drawing/2014/main" id="{BB2953D3-4AC7-431B-8DD4-3D576285C6AA}"/>
              </a:ext>
            </a:extLst>
          </p:cNvPr>
          <p:cNvSpPr>
            <a:spLocks noGrp="1"/>
          </p:cNvSpPr>
          <p:nvPr/>
        </p:nvSpPr>
        <p:spPr>
          <a:xfrm>
            <a:off x="8566951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1" name="data_8572">
            <a:extLst>
              <a:ext uri="{FF2B5EF4-FFF2-40B4-BE49-F238E27FC236}">
                <a16:creationId xmlns:a16="http://schemas.microsoft.com/office/drawing/2014/main" id="{4430618F-201C-48F8-8049-B088B5303574}"/>
              </a:ext>
            </a:extLst>
          </p:cNvPr>
          <p:cNvSpPr>
            <a:spLocks noGrp="1"/>
          </p:cNvSpPr>
          <p:nvPr/>
        </p:nvSpPr>
        <p:spPr>
          <a:xfrm>
            <a:off x="85391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2" name="data_8573">
            <a:extLst>
              <a:ext uri="{FF2B5EF4-FFF2-40B4-BE49-F238E27FC236}">
                <a16:creationId xmlns:a16="http://schemas.microsoft.com/office/drawing/2014/main" id="{618576ED-D2D6-4F27-8066-3ECCC77FB03A}"/>
              </a:ext>
            </a:extLst>
          </p:cNvPr>
          <p:cNvSpPr>
            <a:spLocks noGrp="1"/>
          </p:cNvSpPr>
          <p:nvPr/>
        </p:nvSpPr>
        <p:spPr>
          <a:xfrm>
            <a:off x="851693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3" name="data_8574">
            <a:extLst>
              <a:ext uri="{FF2B5EF4-FFF2-40B4-BE49-F238E27FC236}">
                <a16:creationId xmlns:a16="http://schemas.microsoft.com/office/drawing/2014/main" id="{34CAD8AC-8FFC-41CE-9C61-F695551667C0}"/>
              </a:ext>
            </a:extLst>
          </p:cNvPr>
          <p:cNvSpPr>
            <a:spLocks noGrp="1"/>
          </p:cNvSpPr>
          <p:nvPr/>
        </p:nvSpPr>
        <p:spPr>
          <a:xfrm>
            <a:off x="856184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4" name="data_8575">
            <a:extLst>
              <a:ext uri="{FF2B5EF4-FFF2-40B4-BE49-F238E27FC236}">
                <a16:creationId xmlns:a16="http://schemas.microsoft.com/office/drawing/2014/main" id="{AA1B1B4B-008D-4AD3-8BFE-F598C85EA965}"/>
              </a:ext>
            </a:extLst>
          </p:cNvPr>
          <p:cNvSpPr>
            <a:spLocks noGrp="1"/>
          </p:cNvSpPr>
          <p:nvPr/>
        </p:nvSpPr>
        <p:spPr>
          <a:xfrm>
            <a:off x="8471082" y="66983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5" name="data_8576">
            <a:extLst>
              <a:ext uri="{FF2B5EF4-FFF2-40B4-BE49-F238E27FC236}">
                <a16:creationId xmlns:a16="http://schemas.microsoft.com/office/drawing/2014/main" id="{E61E442D-556C-489E-947E-415D3213410C}"/>
              </a:ext>
            </a:extLst>
          </p:cNvPr>
          <p:cNvSpPr>
            <a:spLocks noGrp="1"/>
          </p:cNvSpPr>
          <p:nvPr/>
        </p:nvSpPr>
        <p:spPr>
          <a:xfrm>
            <a:off x="850931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6" name="data_8577">
            <a:extLst>
              <a:ext uri="{FF2B5EF4-FFF2-40B4-BE49-F238E27FC236}">
                <a16:creationId xmlns:a16="http://schemas.microsoft.com/office/drawing/2014/main" id="{1CD3C519-7A08-41B2-970B-0FAACB480AB9}"/>
              </a:ext>
            </a:extLst>
          </p:cNvPr>
          <p:cNvSpPr>
            <a:spLocks noGrp="1"/>
          </p:cNvSpPr>
          <p:nvPr/>
        </p:nvSpPr>
        <p:spPr>
          <a:xfrm>
            <a:off x="848077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7" name="data_8578">
            <a:extLst>
              <a:ext uri="{FF2B5EF4-FFF2-40B4-BE49-F238E27FC236}">
                <a16:creationId xmlns:a16="http://schemas.microsoft.com/office/drawing/2014/main" id="{E8BE8419-1CE1-452E-A09B-62E7B88F5956}"/>
              </a:ext>
            </a:extLst>
          </p:cNvPr>
          <p:cNvSpPr>
            <a:spLocks noGrp="1"/>
          </p:cNvSpPr>
          <p:nvPr/>
        </p:nvSpPr>
        <p:spPr>
          <a:xfrm>
            <a:off x="85477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8" name="data_8579">
            <a:extLst>
              <a:ext uri="{FF2B5EF4-FFF2-40B4-BE49-F238E27FC236}">
                <a16:creationId xmlns:a16="http://schemas.microsoft.com/office/drawing/2014/main" id="{A92C1D02-2441-4743-8C4C-E4A921E1ED8A}"/>
              </a:ext>
            </a:extLst>
          </p:cNvPr>
          <p:cNvSpPr>
            <a:spLocks noGrp="1"/>
          </p:cNvSpPr>
          <p:nvPr/>
        </p:nvSpPr>
        <p:spPr>
          <a:xfrm>
            <a:off x="847534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9" name="data_8580">
            <a:extLst>
              <a:ext uri="{FF2B5EF4-FFF2-40B4-BE49-F238E27FC236}">
                <a16:creationId xmlns:a16="http://schemas.microsoft.com/office/drawing/2014/main" id="{7232DF70-69EE-4738-86BB-F91D03187A1E}"/>
              </a:ext>
            </a:extLst>
          </p:cNvPr>
          <p:cNvSpPr>
            <a:spLocks noGrp="1"/>
          </p:cNvSpPr>
          <p:nvPr/>
        </p:nvSpPr>
        <p:spPr>
          <a:xfrm>
            <a:off x="8578940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0" name="data_8581">
            <a:extLst>
              <a:ext uri="{FF2B5EF4-FFF2-40B4-BE49-F238E27FC236}">
                <a16:creationId xmlns:a16="http://schemas.microsoft.com/office/drawing/2014/main" id="{69575469-D6F9-4123-B2D7-FAC495919E20}"/>
              </a:ext>
            </a:extLst>
          </p:cNvPr>
          <p:cNvSpPr>
            <a:spLocks noGrp="1"/>
          </p:cNvSpPr>
          <p:nvPr/>
        </p:nvSpPr>
        <p:spPr>
          <a:xfrm>
            <a:off x="849483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1" name="data_8582">
            <a:extLst>
              <a:ext uri="{FF2B5EF4-FFF2-40B4-BE49-F238E27FC236}">
                <a16:creationId xmlns:a16="http://schemas.microsoft.com/office/drawing/2014/main" id="{2BDF0575-0642-41C6-A82C-765EC475A0A8}"/>
              </a:ext>
            </a:extLst>
          </p:cNvPr>
          <p:cNvSpPr>
            <a:spLocks noGrp="1"/>
          </p:cNvSpPr>
          <p:nvPr/>
        </p:nvSpPr>
        <p:spPr>
          <a:xfrm>
            <a:off x="853117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2" name="data_8583">
            <a:extLst>
              <a:ext uri="{FF2B5EF4-FFF2-40B4-BE49-F238E27FC236}">
                <a16:creationId xmlns:a16="http://schemas.microsoft.com/office/drawing/2014/main" id="{7DA99EBF-E697-4291-8C1A-E4218744B94B}"/>
              </a:ext>
            </a:extLst>
          </p:cNvPr>
          <p:cNvSpPr>
            <a:spLocks noGrp="1"/>
          </p:cNvSpPr>
          <p:nvPr/>
        </p:nvSpPr>
        <p:spPr>
          <a:xfrm>
            <a:off x="85362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3" name="data_8584">
            <a:extLst>
              <a:ext uri="{FF2B5EF4-FFF2-40B4-BE49-F238E27FC236}">
                <a16:creationId xmlns:a16="http://schemas.microsoft.com/office/drawing/2014/main" id="{CE25DBFF-406C-4810-8C1B-05AB1F13E277}"/>
              </a:ext>
            </a:extLst>
          </p:cNvPr>
          <p:cNvSpPr>
            <a:spLocks noGrp="1"/>
          </p:cNvSpPr>
          <p:nvPr/>
        </p:nvSpPr>
        <p:spPr>
          <a:xfrm>
            <a:off x="8497256" y="5949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4" name="data_8585">
            <a:extLst>
              <a:ext uri="{FF2B5EF4-FFF2-40B4-BE49-F238E27FC236}">
                <a16:creationId xmlns:a16="http://schemas.microsoft.com/office/drawing/2014/main" id="{4C4AEEE8-C0A3-459B-93C1-453035FA1B7F}"/>
              </a:ext>
            </a:extLst>
          </p:cNvPr>
          <p:cNvSpPr>
            <a:spLocks noGrp="1"/>
          </p:cNvSpPr>
          <p:nvPr/>
        </p:nvSpPr>
        <p:spPr>
          <a:xfrm>
            <a:off x="8494511" y="62701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5" name="data_8586">
            <a:extLst>
              <a:ext uri="{FF2B5EF4-FFF2-40B4-BE49-F238E27FC236}">
                <a16:creationId xmlns:a16="http://schemas.microsoft.com/office/drawing/2014/main" id="{53FE5E94-1451-4457-B209-B9B6A56C81BD}"/>
              </a:ext>
            </a:extLst>
          </p:cNvPr>
          <p:cNvSpPr>
            <a:spLocks noGrp="1"/>
          </p:cNvSpPr>
          <p:nvPr/>
        </p:nvSpPr>
        <p:spPr>
          <a:xfrm>
            <a:off x="8580116" y="57563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6" name="data_8587">
            <a:extLst>
              <a:ext uri="{FF2B5EF4-FFF2-40B4-BE49-F238E27FC236}">
                <a16:creationId xmlns:a16="http://schemas.microsoft.com/office/drawing/2014/main" id="{FB87E6E3-4182-4E9A-93F9-C4BF901E1D4A}"/>
              </a:ext>
            </a:extLst>
          </p:cNvPr>
          <p:cNvSpPr>
            <a:spLocks noGrp="1"/>
          </p:cNvSpPr>
          <p:nvPr/>
        </p:nvSpPr>
        <p:spPr>
          <a:xfrm>
            <a:off x="857902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7" name="data_8588">
            <a:extLst>
              <a:ext uri="{FF2B5EF4-FFF2-40B4-BE49-F238E27FC236}">
                <a16:creationId xmlns:a16="http://schemas.microsoft.com/office/drawing/2014/main" id="{F236F6EE-84B2-42CB-9A83-C0187CCA14EE}"/>
              </a:ext>
            </a:extLst>
          </p:cNvPr>
          <p:cNvSpPr>
            <a:spLocks noGrp="1"/>
          </p:cNvSpPr>
          <p:nvPr/>
        </p:nvSpPr>
        <p:spPr>
          <a:xfrm>
            <a:off x="857406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8" name="data_8589">
            <a:extLst>
              <a:ext uri="{FF2B5EF4-FFF2-40B4-BE49-F238E27FC236}">
                <a16:creationId xmlns:a16="http://schemas.microsoft.com/office/drawing/2014/main" id="{AEE7A2A7-F469-4D31-993D-9F859B8D210A}"/>
              </a:ext>
            </a:extLst>
          </p:cNvPr>
          <p:cNvSpPr>
            <a:spLocks noGrp="1"/>
          </p:cNvSpPr>
          <p:nvPr/>
        </p:nvSpPr>
        <p:spPr>
          <a:xfrm>
            <a:off x="8554189" y="49856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9" name="data_8590">
            <a:extLst>
              <a:ext uri="{FF2B5EF4-FFF2-40B4-BE49-F238E27FC236}">
                <a16:creationId xmlns:a16="http://schemas.microsoft.com/office/drawing/2014/main" id="{C3FA67AD-C023-453F-8A97-BE1742FB6896}"/>
              </a:ext>
            </a:extLst>
          </p:cNvPr>
          <p:cNvSpPr>
            <a:spLocks noGrp="1"/>
          </p:cNvSpPr>
          <p:nvPr/>
        </p:nvSpPr>
        <p:spPr>
          <a:xfrm>
            <a:off x="856832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0" name="data_8591">
            <a:extLst>
              <a:ext uri="{FF2B5EF4-FFF2-40B4-BE49-F238E27FC236}">
                <a16:creationId xmlns:a16="http://schemas.microsoft.com/office/drawing/2014/main" id="{6711F97F-1D03-4858-8887-707A9CF49785}"/>
              </a:ext>
            </a:extLst>
          </p:cNvPr>
          <p:cNvSpPr>
            <a:spLocks noGrp="1"/>
          </p:cNvSpPr>
          <p:nvPr/>
        </p:nvSpPr>
        <p:spPr>
          <a:xfrm>
            <a:off x="85201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1" name="data_8592">
            <a:extLst>
              <a:ext uri="{FF2B5EF4-FFF2-40B4-BE49-F238E27FC236}">
                <a16:creationId xmlns:a16="http://schemas.microsoft.com/office/drawing/2014/main" id="{69ADD32D-1108-4843-B193-4F56B391364B}"/>
              </a:ext>
            </a:extLst>
          </p:cNvPr>
          <p:cNvSpPr>
            <a:spLocks noGrp="1"/>
          </p:cNvSpPr>
          <p:nvPr/>
        </p:nvSpPr>
        <p:spPr>
          <a:xfrm>
            <a:off x="852204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2" name="data_8593">
            <a:extLst>
              <a:ext uri="{FF2B5EF4-FFF2-40B4-BE49-F238E27FC236}">
                <a16:creationId xmlns:a16="http://schemas.microsoft.com/office/drawing/2014/main" id="{2BF164B8-420F-4D9B-806C-5DD3C316881C}"/>
              </a:ext>
            </a:extLst>
          </p:cNvPr>
          <p:cNvSpPr>
            <a:spLocks noGrp="1"/>
          </p:cNvSpPr>
          <p:nvPr/>
        </p:nvSpPr>
        <p:spPr>
          <a:xfrm>
            <a:off x="8574414" y="67748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3" name="data_8594">
            <a:extLst>
              <a:ext uri="{FF2B5EF4-FFF2-40B4-BE49-F238E27FC236}">
                <a16:creationId xmlns:a16="http://schemas.microsoft.com/office/drawing/2014/main" id="{9475E3D9-75CC-4556-A438-10C3511CED81}"/>
              </a:ext>
            </a:extLst>
          </p:cNvPr>
          <p:cNvSpPr>
            <a:spLocks noGrp="1"/>
          </p:cNvSpPr>
          <p:nvPr/>
        </p:nvSpPr>
        <p:spPr>
          <a:xfrm>
            <a:off x="871022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4" name="data_8595">
            <a:extLst>
              <a:ext uri="{FF2B5EF4-FFF2-40B4-BE49-F238E27FC236}">
                <a16:creationId xmlns:a16="http://schemas.microsoft.com/office/drawing/2014/main" id="{F0BB6261-EED5-44D5-ABA9-E7806D0E1783}"/>
              </a:ext>
            </a:extLst>
          </p:cNvPr>
          <p:cNvSpPr>
            <a:spLocks noGrp="1"/>
          </p:cNvSpPr>
          <p:nvPr/>
        </p:nvSpPr>
        <p:spPr>
          <a:xfrm>
            <a:off x="875877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5" name="data_8596">
            <a:extLst>
              <a:ext uri="{FF2B5EF4-FFF2-40B4-BE49-F238E27FC236}">
                <a16:creationId xmlns:a16="http://schemas.microsoft.com/office/drawing/2014/main" id="{D6002D30-F944-49F0-8F1F-A0430EA5DEA1}"/>
              </a:ext>
            </a:extLst>
          </p:cNvPr>
          <p:cNvSpPr>
            <a:spLocks noGrp="1"/>
          </p:cNvSpPr>
          <p:nvPr/>
        </p:nvSpPr>
        <p:spPr>
          <a:xfrm>
            <a:off x="880083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6" name="data_8597">
            <a:extLst>
              <a:ext uri="{FF2B5EF4-FFF2-40B4-BE49-F238E27FC236}">
                <a16:creationId xmlns:a16="http://schemas.microsoft.com/office/drawing/2014/main" id="{AE9FE7E1-935A-4AA4-BB12-6E1C8D7BF956}"/>
              </a:ext>
            </a:extLst>
          </p:cNvPr>
          <p:cNvSpPr>
            <a:spLocks noGrp="1"/>
          </p:cNvSpPr>
          <p:nvPr/>
        </p:nvSpPr>
        <p:spPr>
          <a:xfrm>
            <a:off x="880785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7" name="data_8598">
            <a:extLst>
              <a:ext uri="{FF2B5EF4-FFF2-40B4-BE49-F238E27FC236}">
                <a16:creationId xmlns:a16="http://schemas.microsoft.com/office/drawing/2014/main" id="{F8E97CEB-4B15-46B0-824A-790970D9E3DB}"/>
              </a:ext>
            </a:extLst>
          </p:cNvPr>
          <p:cNvSpPr>
            <a:spLocks noGrp="1"/>
          </p:cNvSpPr>
          <p:nvPr/>
        </p:nvSpPr>
        <p:spPr>
          <a:xfrm>
            <a:off x="879324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8" name="data_8599">
            <a:extLst>
              <a:ext uri="{FF2B5EF4-FFF2-40B4-BE49-F238E27FC236}">
                <a16:creationId xmlns:a16="http://schemas.microsoft.com/office/drawing/2014/main" id="{9CCA2347-3A2E-4B77-93B7-3E743A4069DA}"/>
              </a:ext>
            </a:extLst>
          </p:cNvPr>
          <p:cNvSpPr>
            <a:spLocks noGrp="1"/>
          </p:cNvSpPr>
          <p:nvPr/>
        </p:nvSpPr>
        <p:spPr>
          <a:xfrm>
            <a:off x="8781940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9" name="data_8600">
            <a:extLst>
              <a:ext uri="{FF2B5EF4-FFF2-40B4-BE49-F238E27FC236}">
                <a16:creationId xmlns:a16="http://schemas.microsoft.com/office/drawing/2014/main" id="{63EADB65-474F-4EB8-9EB7-D8B2F6324A99}"/>
              </a:ext>
            </a:extLst>
          </p:cNvPr>
          <p:cNvSpPr>
            <a:spLocks noGrp="1"/>
          </p:cNvSpPr>
          <p:nvPr/>
        </p:nvSpPr>
        <p:spPr>
          <a:xfrm>
            <a:off x="874485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0" name="data_8601">
            <a:extLst>
              <a:ext uri="{FF2B5EF4-FFF2-40B4-BE49-F238E27FC236}">
                <a16:creationId xmlns:a16="http://schemas.microsoft.com/office/drawing/2014/main" id="{47FCEF99-1FD7-4B0B-B3FD-5A89FF5F67DE}"/>
              </a:ext>
            </a:extLst>
          </p:cNvPr>
          <p:cNvSpPr>
            <a:spLocks noGrp="1"/>
          </p:cNvSpPr>
          <p:nvPr/>
        </p:nvSpPr>
        <p:spPr>
          <a:xfrm>
            <a:off x="876198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1" name="data_8602">
            <a:extLst>
              <a:ext uri="{FF2B5EF4-FFF2-40B4-BE49-F238E27FC236}">
                <a16:creationId xmlns:a16="http://schemas.microsoft.com/office/drawing/2014/main" id="{A2781035-DDEC-495D-8B0A-DA7AE6976884}"/>
              </a:ext>
            </a:extLst>
          </p:cNvPr>
          <p:cNvSpPr>
            <a:spLocks noGrp="1"/>
          </p:cNvSpPr>
          <p:nvPr/>
        </p:nvSpPr>
        <p:spPr>
          <a:xfrm>
            <a:off x="8709006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2" name="data_8603">
            <a:extLst>
              <a:ext uri="{FF2B5EF4-FFF2-40B4-BE49-F238E27FC236}">
                <a16:creationId xmlns:a16="http://schemas.microsoft.com/office/drawing/2014/main" id="{1A32F47A-2BBC-4389-B2CD-27A8204BDCDE}"/>
              </a:ext>
            </a:extLst>
          </p:cNvPr>
          <p:cNvSpPr>
            <a:spLocks noGrp="1"/>
          </p:cNvSpPr>
          <p:nvPr/>
        </p:nvSpPr>
        <p:spPr>
          <a:xfrm>
            <a:off x="877100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3" name="data_8604">
            <a:extLst>
              <a:ext uri="{FF2B5EF4-FFF2-40B4-BE49-F238E27FC236}">
                <a16:creationId xmlns:a16="http://schemas.microsoft.com/office/drawing/2014/main" id="{1DE57225-73C5-4818-8453-783457401070}"/>
              </a:ext>
            </a:extLst>
          </p:cNvPr>
          <p:cNvSpPr>
            <a:spLocks noGrp="1"/>
          </p:cNvSpPr>
          <p:nvPr/>
        </p:nvSpPr>
        <p:spPr>
          <a:xfrm>
            <a:off x="872852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4" name="data_8605">
            <a:extLst>
              <a:ext uri="{FF2B5EF4-FFF2-40B4-BE49-F238E27FC236}">
                <a16:creationId xmlns:a16="http://schemas.microsoft.com/office/drawing/2014/main" id="{0A846F65-D524-43B5-9BA1-1C959B33BBF8}"/>
              </a:ext>
            </a:extLst>
          </p:cNvPr>
          <p:cNvSpPr>
            <a:spLocks noGrp="1"/>
          </p:cNvSpPr>
          <p:nvPr/>
        </p:nvSpPr>
        <p:spPr>
          <a:xfrm>
            <a:off x="879596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5" name="data_8606">
            <a:extLst>
              <a:ext uri="{FF2B5EF4-FFF2-40B4-BE49-F238E27FC236}">
                <a16:creationId xmlns:a16="http://schemas.microsoft.com/office/drawing/2014/main" id="{DC337F29-E41A-4FBF-A006-304AF39721C1}"/>
              </a:ext>
            </a:extLst>
          </p:cNvPr>
          <p:cNvSpPr>
            <a:spLocks noGrp="1"/>
          </p:cNvSpPr>
          <p:nvPr/>
        </p:nvSpPr>
        <p:spPr>
          <a:xfrm>
            <a:off x="8704187" y="66983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6" name="data_8607">
            <a:extLst>
              <a:ext uri="{FF2B5EF4-FFF2-40B4-BE49-F238E27FC236}">
                <a16:creationId xmlns:a16="http://schemas.microsoft.com/office/drawing/2014/main" id="{4501EFC2-68F6-496F-B0BD-89A6A4F8B90F}"/>
              </a:ext>
            </a:extLst>
          </p:cNvPr>
          <p:cNvSpPr>
            <a:spLocks noGrp="1"/>
          </p:cNvSpPr>
          <p:nvPr/>
        </p:nvSpPr>
        <p:spPr>
          <a:xfrm>
            <a:off x="88089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7" name="data_8608">
            <a:extLst>
              <a:ext uri="{FF2B5EF4-FFF2-40B4-BE49-F238E27FC236}">
                <a16:creationId xmlns:a16="http://schemas.microsoft.com/office/drawing/2014/main" id="{7E36B5FD-14FA-4D45-8C47-1A51AD043465}"/>
              </a:ext>
            </a:extLst>
          </p:cNvPr>
          <p:cNvSpPr>
            <a:spLocks noGrp="1"/>
          </p:cNvSpPr>
          <p:nvPr/>
        </p:nvSpPr>
        <p:spPr>
          <a:xfrm>
            <a:off x="877610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8" name="data_8609">
            <a:extLst>
              <a:ext uri="{FF2B5EF4-FFF2-40B4-BE49-F238E27FC236}">
                <a16:creationId xmlns:a16="http://schemas.microsoft.com/office/drawing/2014/main" id="{40CD8171-F7F6-4926-A614-9801D312D271}"/>
              </a:ext>
            </a:extLst>
          </p:cNvPr>
          <p:cNvSpPr>
            <a:spLocks noGrp="1"/>
          </p:cNvSpPr>
          <p:nvPr/>
        </p:nvSpPr>
        <p:spPr>
          <a:xfrm>
            <a:off x="879314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9" name="data_8610">
            <a:extLst>
              <a:ext uri="{FF2B5EF4-FFF2-40B4-BE49-F238E27FC236}">
                <a16:creationId xmlns:a16="http://schemas.microsoft.com/office/drawing/2014/main" id="{FDA905EB-07FE-44E2-8A97-976C9005963B}"/>
              </a:ext>
            </a:extLst>
          </p:cNvPr>
          <p:cNvSpPr>
            <a:spLocks noGrp="1"/>
          </p:cNvSpPr>
          <p:nvPr/>
        </p:nvSpPr>
        <p:spPr>
          <a:xfrm>
            <a:off x="8777935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0" name="data_8611">
            <a:extLst>
              <a:ext uri="{FF2B5EF4-FFF2-40B4-BE49-F238E27FC236}">
                <a16:creationId xmlns:a16="http://schemas.microsoft.com/office/drawing/2014/main" id="{BC06B768-94B6-4D73-9C08-A483F12CEF18}"/>
              </a:ext>
            </a:extLst>
          </p:cNvPr>
          <p:cNvSpPr>
            <a:spLocks noGrp="1"/>
          </p:cNvSpPr>
          <p:nvPr/>
        </p:nvSpPr>
        <p:spPr>
          <a:xfrm>
            <a:off x="870744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1" name="data_8612">
            <a:extLst>
              <a:ext uri="{FF2B5EF4-FFF2-40B4-BE49-F238E27FC236}">
                <a16:creationId xmlns:a16="http://schemas.microsoft.com/office/drawing/2014/main" id="{32E758AD-1795-46DA-B35A-C3152FD57C4D}"/>
              </a:ext>
            </a:extLst>
          </p:cNvPr>
          <p:cNvSpPr>
            <a:spLocks noGrp="1"/>
          </p:cNvSpPr>
          <p:nvPr/>
        </p:nvSpPr>
        <p:spPr>
          <a:xfrm>
            <a:off x="8712388" y="65270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2" name="data_8613">
            <a:extLst>
              <a:ext uri="{FF2B5EF4-FFF2-40B4-BE49-F238E27FC236}">
                <a16:creationId xmlns:a16="http://schemas.microsoft.com/office/drawing/2014/main" id="{C6385C99-6DDE-456C-B854-A7262CCAEF60}"/>
              </a:ext>
            </a:extLst>
          </p:cNvPr>
          <p:cNvSpPr>
            <a:spLocks noGrp="1"/>
          </p:cNvSpPr>
          <p:nvPr/>
        </p:nvSpPr>
        <p:spPr>
          <a:xfrm>
            <a:off x="87184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3" name="data_8614">
            <a:extLst>
              <a:ext uri="{FF2B5EF4-FFF2-40B4-BE49-F238E27FC236}">
                <a16:creationId xmlns:a16="http://schemas.microsoft.com/office/drawing/2014/main" id="{EE16B37D-77D2-45D4-9EB8-C7BBAB9F556C}"/>
              </a:ext>
            </a:extLst>
          </p:cNvPr>
          <p:cNvSpPr>
            <a:spLocks noGrp="1"/>
          </p:cNvSpPr>
          <p:nvPr/>
        </p:nvSpPr>
        <p:spPr>
          <a:xfrm>
            <a:off x="880685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4" name="data_8615">
            <a:extLst>
              <a:ext uri="{FF2B5EF4-FFF2-40B4-BE49-F238E27FC236}">
                <a16:creationId xmlns:a16="http://schemas.microsoft.com/office/drawing/2014/main" id="{0BFD1CB3-EA1F-4800-B749-DF2DF060A7C8}"/>
              </a:ext>
            </a:extLst>
          </p:cNvPr>
          <p:cNvSpPr>
            <a:spLocks noGrp="1"/>
          </p:cNvSpPr>
          <p:nvPr/>
        </p:nvSpPr>
        <p:spPr>
          <a:xfrm>
            <a:off x="879786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5" name="data_8616">
            <a:extLst>
              <a:ext uri="{FF2B5EF4-FFF2-40B4-BE49-F238E27FC236}">
                <a16:creationId xmlns:a16="http://schemas.microsoft.com/office/drawing/2014/main" id="{2B87ECE0-EB0B-46B3-83D6-68E360D53422}"/>
              </a:ext>
            </a:extLst>
          </p:cNvPr>
          <p:cNvSpPr>
            <a:spLocks noGrp="1"/>
          </p:cNvSpPr>
          <p:nvPr/>
        </p:nvSpPr>
        <p:spPr>
          <a:xfrm>
            <a:off x="8711853" y="52265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6" name="data_8617">
            <a:extLst>
              <a:ext uri="{FF2B5EF4-FFF2-40B4-BE49-F238E27FC236}">
                <a16:creationId xmlns:a16="http://schemas.microsoft.com/office/drawing/2014/main" id="{A98BC37C-AD72-4E1F-85D0-C6A2E8E2C4EC}"/>
              </a:ext>
            </a:extLst>
          </p:cNvPr>
          <p:cNvSpPr>
            <a:spLocks noGrp="1"/>
          </p:cNvSpPr>
          <p:nvPr/>
        </p:nvSpPr>
        <p:spPr>
          <a:xfrm>
            <a:off x="870253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7" name="data_8618">
            <a:extLst>
              <a:ext uri="{FF2B5EF4-FFF2-40B4-BE49-F238E27FC236}">
                <a16:creationId xmlns:a16="http://schemas.microsoft.com/office/drawing/2014/main" id="{440C796B-9894-4CF0-93AE-78B1E83F94C8}"/>
              </a:ext>
            </a:extLst>
          </p:cNvPr>
          <p:cNvSpPr>
            <a:spLocks noGrp="1"/>
          </p:cNvSpPr>
          <p:nvPr/>
        </p:nvSpPr>
        <p:spPr>
          <a:xfrm>
            <a:off x="873543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8" name="data_8619">
            <a:extLst>
              <a:ext uri="{FF2B5EF4-FFF2-40B4-BE49-F238E27FC236}">
                <a16:creationId xmlns:a16="http://schemas.microsoft.com/office/drawing/2014/main" id="{7B5D96E3-DF5F-49C6-9F6E-94A83223C37D}"/>
              </a:ext>
            </a:extLst>
          </p:cNvPr>
          <p:cNvSpPr>
            <a:spLocks noGrp="1"/>
          </p:cNvSpPr>
          <p:nvPr/>
        </p:nvSpPr>
        <p:spPr>
          <a:xfrm>
            <a:off x="8744705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9" name="data_8620">
            <a:extLst>
              <a:ext uri="{FF2B5EF4-FFF2-40B4-BE49-F238E27FC236}">
                <a16:creationId xmlns:a16="http://schemas.microsoft.com/office/drawing/2014/main" id="{4CE301AC-A584-4BE2-BB26-51E76DC7B519}"/>
              </a:ext>
            </a:extLst>
          </p:cNvPr>
          <p:cNvSpPr>
            <a:spLocks noGrp="1"/>
          </p:cNvSpPr>
          <p:nvPr/>
        </p:nvSpPr>
        <p:spPr>
          <a:xfrm>
            <a:off x="8728725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0" name="data_8621">
            <a:extLst>
              <a:ext uri="{FF2B5EF4-FFF2-40B4-BE49-F238E27FC236}">
                <a16:creationId xmlns:a16="http://schemas.microsoft.com/office/drawing/2014/main" id="{48A9ECFE-F3BB-4C95-A68B-1344FA4FEFCA}"/>
              </a:ext>
            </a:extLst>
          </p:cNvPr>
          <p:cNvSpPr>
            <a:spLocks noGrp="1"/>
          </p:cNvSpPr>
          <p:nvPr/>
        </p:nvSpPr>
        <p:spPr>
          <a:xfrm>
            <a:off x="871240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1" name="data_8622">
            <a:extLst>
              <a:ext uri="{FF2B5EF4-FFF2-40B4-BE49-F238E27FC236}">
                <a16:creationId xmlns:a16="http://schemas.microsoft.com/office/drawing/2014/main" id="{33F587B1-B41C-4527-9CD2-BBEC93255D6A}"/>
              </a:ext>
            </a:extLst>
          </p:cNvPr>
          <p:cNvSpPr>
            <a:spLocks noGrp="1"/>
          </p:cNvSpPr>
          <p:nvPr/>
        </p:nvSpPr>
        <p:spPr>
          <a:xfrm>
            <a:off x="870958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2" name="data_8623">
            <a:extLst>
              <a:ext uri="{FF2B5EF4-FFF2-40B4-BE49-F238E27FC236}">
                <a16:creationId xmlns:a16="http://schemas.microsoft.com/office/drawing/2014/main" id="{B738C765-32CF-4DAB-A548-49DAFD71FA70}"/>
              </a:ext>
            </a:extLst>
          </p:cNvPr>
          <p:cNvSpPr>
            <a:spLocks noGrp="1"/>
          </p:cNvSpPr>
          <p:nvPr/>
        </p:nvSpPr>
        <p:spPr>
          <a:xfrm>
            <a:off x="874593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3" name="data_8624">
            <a:extLst>
              <a:ext uri="{FF2B5EF4-FFF2-40B4-BE49-F238E27FC236}">
                <a16:creationId xmlns:a16="http://schemas.microsoft.com/office/drawing/2014/main" id="{F32D44F0-E5A8-46D7-8406-B8A1B3872299}"/>
              </a:ext>
            </a:extLst>
          </p:cNvPr>
          <p:cNvSpPr>
            <a:spLocks noGrp="1"/>
          </p:cNvSpPr>
          <p:nvPr/>
        </p:nvSpPr>
        <p:spPr>
          <a:xfrm>
            <a:off x="878594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4" name="data_8625">
            <a:extLst>
              <a:ext uri="{FF2B5EF4-FFF2-40B4-BE49-F238E27FC236}">
                <a16:creationId xmlns:a16="http://schemas.microsoft.com/office/drawing/2014/main" id="{60E8BEB9-A5C6-434C-90BC-E1C9064F1011}"/>
              </a:ext>
            </a:extLst>
          </p:cNvPr>
          <p:cNvSpPr>
            <a:spLocks noGrp="1"/>
          </p:cNvSpPr>
          <p:nvPr/>
        </p:nvSpPr>
        <p:spPr>
          <a:xfrm>
            <a:off x="877850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5" name="data_8626">
            <a:extLst>
              <a:ext uri="{FF2B5EF4-FFF2-40B4-BE49-F238E27FC236}">
                <a16:creationId xmlns:a16="http://schemas.microsoft.com/office/drawing/2014/main" id="{118C89A8-2F98-4256-9EDA-E1E12C141548}"/>
              </a:ext>
            </a:extLst>
          </p:cNvPr>
          <p:cNvSpPr>
            <a:spLocks noGrp="1"/>
          </p:cNvSpPr>
          <p:nvPr/>
        </p:nvSpPr>
        <p:spPr>
          <a:xfrm>
            <a:off x="8743442" y="68665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6" name="data_8627">
            <a:extLst>
              <a:ext uri="{FF2B5EF4-FFF2-40B4-BE49-F238E27FC236}">
                <a16:creationId xmlns:a16="http://schemas.microsoft.com/office/drawing/2014/main" id="{DECB4DA9-B275-475E-861B-BF0DA82120B2}"/>
              </a:ext>
            </a:extLst>
          </p:cNvPr>
          <p:cNvSpPr>
            <a:spLocks noGrp="1"/>
          </p:cNvSpPr>
          <p:nvPr/>
        </p:nvSpPr>
        <p:spPr>
          <a:xfrm>
            <a:off x="874776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7" name="data_8628">
            <a:extLst>
              <a:ext uri="{FF2B5EF4-FFF2-40B4-BE49-F238E27FC236}">
                <a16:creationId xmlns:a16="http://schemas.microsoft.com/office/drawing/2014/main" id="{143C932A-5C57-47E7-BB50-E53DE8EA1877}"/>
              </a:ext>
            </a:extLst>
          </p:cNvPr>
          <p:cNvSpPr>
            <a:spLocks noGrp="1"/>
          </p:cNvSpPr>
          <p:nvPr/>
        </p:nvSpPr>
        <p:spPr>
          <a:xfrm>
            <a:off x="877841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8" name="data_8629">
            <a:extLst>
              <a:ext uri="{FF2B5EF4-FFF2-40B4-BE49-F238E27FC236}">
                <a16:creationId xmlns:a16="http://schemas.microsoft.com/office/drawing/2014/main" id="{EFFDDFA3-DB4F-4467-A6E2-EFAA2FA68C2A}"/>
              </a:ext>
            </a:extLst>
          </p:cNvPr>
          <p:cNvSpPr>
            <a:spLocks noGrp="1"/>
          </p:cNvSpPr>
          <p:nvPr/>
        </p:nvSpPr>
        <p:spPr>
          <a:xfrm>
            <a:off x="871152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9" name="data_8630">
            <a:extLst>
              <a:ext uri="{FF2B5EF4-FFF2-40B4-BE49-F238E27FC236}">
                <a16:creationId xmlns:a16="http://schemas.microsoft.com/office/drawing/2014/main" id="{6F25E104-A9A6-47F1-9C93-40E69CE6BB5D}"/>
              </a:ext>
            </a:extLst>
          </p:cNvPr>
          <p:cNvSpPr>
            <a:spLocks noGrp="1"/>
          </p:cNvSpPr>
          <p:nvPr/>
        </p:nvSpPr>
        <p:spPr>
          <a:xfrm>
            <a:off x="872470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0" name="data_8631">
            <a:extLst>
              <a:ext uri="{FF2B5EF4-FFF2-40B4-BE49-F238E27FC236}">
                <a16:creationId xmlns:a16="http://schemas.microsoft.com/office/drawing/2014/main" id="{7965CFEB-E6AD-4486-A5E4-27DC4B09EDAE}"/>
              </a:ext>
            </a:extLst>
          </p:cNvPr>
          <p:cNvSpPr>
            <a:spLocks noGrp="1"/>
          </p:cNvSpPr>
          <p:nvPr/>
        </p:nvSpPr>
        <p:spPr>
          <a:xfrm>
            <a:off x="8714443" y="56279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1" name="data_8632">
            <a:extLst>
              <a:ext uri="{FF2B5EF4-FFF2-40B4-BE49-F238E27FC236}">
                <a16:creationId xmlns:a16="http://schemas.microsoft.com/office/drawing/2014/main" id="{A081B976-9D70-4159-AC31-A413642D6842}"/>
              </a:ext>
            </a:extLst>
          </p:cNvPr>
          <p:cNvSpPr>
            <a:spLocks noGrp="1"/>
          </p:cNvSpPr>
          <p:nvPr/>
        </p:nvSpPr>
        <p:spPr>
          <a:xfrm>
            <a:off x="872735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2" name="data_8633">
            <a:extLst>
              <a:ext uri="{FF2B5EF4-FFF2-40B4-BE49-F238E27FC236}">
                <a16:creationId xmlns:a16="http://schemas.microsoft.com/office/drawing/2014/main" id="{FEA189E1-0E11-4CFC-A49F-F97BEDA6BAB2}"/>
              </a:ext>
            </a:extLst>
          </p:cNvPr>
          <p:cNvSpPr>
            <a:spLocks noGrp="1"/>
          </p:cNvSpPr>
          <p:nvPr/>
        </p:nvSpPr>
        <p:spPr>
          <a:xfrm>
            <a:off x="8763282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3" name="data_8634">
            <a:extLst>
              <a:ext uri="{FF2B5EF4-FFF2-40B4-BE49-F238E27FC236}">
                <a16:creationId xmlns:a16="http://schemas.microsoft.com/office/drawing/2014/main" id="{055FF3EC-6130-4A7F-A862-383CCFF8B5CB}"/>
              </a:ext>
            </a:extLst>
          </p:cNvPr>
          <p:cNvSpPr>
            <a:spLocks noGrp="1"/>
          </p:cNvSpPr>
          <p:nvPr/>
        </p:nvSpPr>
        <p:spPr>
          <a:xfrm>
            <a:off x="8729880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4" name="data_8635">
            <a:extLst>
              <a:ext uri="{FF2B5EF4-FFF2-40B4-BE49-F238E27FC236}">
                <a16:creationId xmlns:a16="http://schemas.microsoft.com/office/drawing/2014/main" id="{E041585D-40CF-45D9-80FC-D131819548D3}"/>
              </a:ext>
            </a:extLst>
          </p:cNvPr>
          <p:cNvSpPr>
            <a:spLocks noGrp="1"/>
          </p:cNvSpPr>
          <p:nvPr/>
        </p:nvSpPr>
        <p:spPr>
          <a:xfrm>
            <a:off x="880701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5" name="data_8636">
            <a:extLst>
              <a:ext uri="{FF2B5EF4-FFF2-40B4-BE49-F238E27FC236}">
                <a16:creationId xmlns:a16="http://schemas.microsoft.com/office/drawing/2014/main" id="{4DF0AD17-392D-4B94-8A6C-EFB8B381A54E}"/>
              </a:ext>
            </a:extLst>
          </p:cNvPr>
          <p:cNvSpPr>
            <a:spLocks noGrp="1"/>
          </p:cNvSpPr>
          <p:nvPr/>
        </p:nvSpPr>
        <p:spPr>
          <a:xfrm>
            <a:off x="876419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6" name="data_8637">
            <a:extLst>
              <a:ext uri="{FF2B5EF4-FFF2-40B4-BE49-F238E27FC236}">
                <a16:creationId xmlns:a16="http://schemas.microsoft.com/office/drawing/2014/main" id="{A6D31087-9712-48C4-9FF0-153FE7C05852}"/>
              </a:ext>
            </a:extLst>
          </p:cNvPr>
          <p:cNvSpPr>
            <a:spLocks noGrp="1"/>
          </p:cNvSpPr>
          <p:nvPr/>
        </p:nvSpPr>
        <p:spPr>
          <a:xfrm>
            <a:off x="880083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7" name="data_8638">
            <a:extLst>
              <a:ext uri="{FF2B5EF4-FFF2-40B4-BE49-F238E27FC236}">
                <a16:creationId xmlns:a16="http://schemas.microsoft.com/office/drawing/2014/main" id="{35C314BE-73CC-4FEE-946C-707295DCD801}"/>
              </a:ext>
            </a:extLst>
          </p:cNvPr>
          <p:cNvSpPr>
            <a:spLocks noGrp="1"/>
          </p:cNvSpPr>
          <p:nvPr/>
        </p:nvSpPr>
        <p:spPr>
          <a:xfrm>
            <a:off x="8787805" y="63619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8" name="data_8639">
            <a:extLst>
              <a:ext uri="{FF2B5EF4-FFF2-40B4-BE49-F238E27FC236}">
                <a16:creationId xmlns:a16="http://schemas.microsoft.com/office/drawing/2014/main" id="{8BB41FAD-7840-4504-9081-BA781AA32843}"/>
              </a:ext>
            </a:extLst>
          </p:cNvPr>
          <p:cNvSpPr>
            <a:spLocks noGrp="1"/>
          </p:cNvSpPr>
          <p:nvPr/>
        </p:nvSpPr>
        <p:spPr>
          <a:xfrm>
            <a:off x="877814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9" name="data_8640">
            <a:extLst>
              <a:ext uri="{FF2B5EF4-FFF2-40B4-BE49-F238E27FC236}">
                <a16:creationId xmlns:a16="http://schemas.microsoft.com/office/drawing/2014/main" id="{39BD339F-BF6A-42D0-BD1D-CDB736DEAA43}"/>
              </a:ext>
            </a:extLst>
          </p:cNvPr>
          <p:cNvSpPr>
            <a:spLocks noGrp="1"/>
          </p:cNvSpPr>
          <p:nvPr/>
        </p:nvSpPr>
        <p:spPr>
          <a:xfrm>
            <a:off x="878827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0" name="data_8641">
            <a:extLst>
              <a:ext uri="{FF2B5EF4-FFF2-40B4-BE49-F238E27FC236}">
                <a16:creationId xmlns:a16="http://schemas.microsoft.com/office/drawing/2014/main" id="{8AB1D45A-F6B1-454A-A459-C51E62F4AA1E}"/>
              </a:ext>
            </a:extLst>
          </p:cNvPr>
          <p:cNvSpPr>
            <a:spLocks noGrp="1"/>
          </p:cNvSpPr>
          <p:nvPr/>
        </p:nvSpPr>
        <p:spPr>
          <a:xfrm>
            <a:off x="876695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1" name="data_8642">
            <a:extLst>
              <a:ext uri="{FF2B5EF4-FFF2-40B4-BE49-F238E27FC236}">
                <a16:creationId xmlns:a16="http://schemas.microsoft.com/office/drawing/2014/main" id="{0FEFFF67-32A9-4C25-A1B6-F418CB8EC947}"/>
              </a:ext>
            </a:extLst>
          </p:cNvPr>
          <p:cNvSpPr>
            <a:spLocks noGrp="1"/>
          </p:cNvSpPr>
          <p:nvPr/>
        </p:nvSpPr>
        <p:spPr>
          <a:xfrm>
            <a:off x="873936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2" name="data_8643">
            <a:extLst>
              <a:ext uri="{FF2B5EF4-FFF2-40B4-BE49-F238E27FC236}">
                <a16:creationId xmlns:a16="http://schemas.microsoft.com/office/drawing/2014/main" id="{C4BB7A82-1F4D-4FBD-A458-C174C1B53715}"/>
              </a:ext>
            </a:extLst>
          </p:cNvPr>
          <p:cNvSpPr>
            <a:spLocks noGrp="1"/>
          </p:cNvSpPr>
          <p:nvPr/>
        </p:nvSpPr>
        <p:spPr>
          <a:xfrm>
            <a:off x="874850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3" name="data_8644">
            <a:extLst>
              <a:ext uri="{FF2B5EF4-FFF2-40B4-BE49-F238E27FC236}">
                <a16:creationId xmlns:a16="http://schemas.microsoft.com/office/drawing/2014/main" id="{BDECF1C6-C42C-4F4B-9BA9-EC6B7F0648CB}"/>
              </a:ext>
            </a:extLst>
          </p:cNvPr>
          <p:cNvSpPr>
            <a:spLocks noGrp="1"/>
          </p:cNvSpPr>
          <p:nvPr/>
        </p:nvSpPr>
        <p:spPr>
          <a:xfrm>
            <a:off x="878638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4" name="data_8645">
            <a:extLst>
              <a:ext uri="{FF2B5EF4-FFF2-40B4-BE49-F238E27FC236}">
                <a16:creationId xmlns:a16="http://schemas.microsoft.com/office/drawing/2014/main" id="{889DA8A7-CE93-4117-8756-2E3973467170}"/>
              </a:ext>
            </a:extLst>
          </p:cNvPr>
          <p:cNvSpPr>
            <a:spLocks noGrp="1"/>
          </p:cNvSpPr>
          <p:nvPr/>
        </p:nvSpPr>
        <p:spPr>
          <a:xfrm>
            <a:off x="8704946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5" name="data_8646">
            <a:extLst>
              <a:ext uri="{FF2B5EF4-FFF2-40B4-BE49-F238E27FC236}">
                <a16:creationId xmlns:a16="http://schemas.microsoft.com/office/drawing/2014/main" id="{B31F2924-678A-4F2C-901B-A221DA1E81D2}"/>
              </a:ext>
            </a:extLst>
          </p:cNvPr>
          <p:cNvSpPr>
            <a:spLocks noGrp="1"/>
          </p:cNvSpPr>
          <p:nvPr/>
        </p:nvSpPr>
        <p:spPr>
          <a:xfrm>
            <a:off x="8784358" y="64307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6" name="data_8647">
            <a:extLst>
              <a:ext uri="{FF2B5EF4-FFF2-40B4-BE49-F238E27FC236}">
                <a16:creationId xmlns:a16="http://schemas.microsoft.com/office/drawing/2014/main" id="{5FC265A0-58EB-4F64-911E-6058F7524535}"/>
              </a:ext>
            </a:extLst>
          </p:cNvPr>
          <p:cNvSpPr>
            <a:spLocks noGrp="1"/>
          </p:cNvSpPr>
          <p:nvPr/>
        </p:nvSpPr>
        <p:spPr>
          <a:xfrm>
            <a:off x="879643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7" name="data_8648">
            <a:extLst>
              <a:ext uri="{FF2B5EF4-FFF2-40B4-BE49-F238E27FC236}">
                <a16:creationId xmlns:a16="http://schemas.microsoft.com/office/drawing/2014/main" id="{AC9B989D-93FE-468D-9EEB-AECE8E5EC831}"/>
              </a:ext>
            </a:extLst>
          </p:cNvPr>
          <p:cNvSpPr>
            <a:spLocks noGrp="1"/>
          </p:cNvSpPr>
          <p:nvPr/>
        </p:nvSpPr>
        <p:spPr>
          <a:xfrm>
            <a:off x="8804094" y="57082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8" name="data_8649">
            <a:extLst>
              <a:ext uri="{FF2B5EF4-FFF2-40B4-BE49-F238E27FC236}">
                <a16:creationId xmlns:a16="http://schemas.microsoft.com/office/drawing/2014/main" id="{BA9BE961-6EE3-4526-AB63-2D2F59099910}"/>
              </a:ext>
            </a:extLst>
          </p:cNvPr>
          <p:cNvSpPr>
            <a:spLocks noGrp="1"/>
          </p:cNvSpPr>
          <p:nvPr/>
        </p:nvSpPr>
        <p:spPr>
          <a:xfrm>
            <a:off x="879633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9" name="data_8650">
            <a:extLst>
              <a:ext uri="{FF2B5EF4-FFF2-40B4-BE49-F238E27FC236}">
                <a16:creationId xmlns:a16="http://schemas.microsoft.com/office/drawing/2014/main" id="{3ABA0C38-3F21-4E23-A4CA-0C40DA9FB8D6}"/>
              </a:ext>
            </a:extLst>
          </p:cNvPr>
          <p:cNvSpPr>
            <a:spLocks noGrp="1"/>
          </p:cNvSpPr>
          <p:nvPr/>
        </p:nvSpPr>
        <p:spPr>
          <a:xfrm>
            <a:off x="873746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0" name="data_8651">
            <a:extLst>
              <a:ext uri="{FF2B5EF4-FFF2-40B4-BE49-F238E27FC236}">
                <a16:creationId xmlns:a16="http://schemas.microsoft.com/office/drawing/2014/main" id="{54E92352-2E1D-4B92-9A04-F713B359FC9C}"/>
              </a:ext>
            </a:extLst>
          </p:cNvPr>
          <p:cNvSpPr>
            <a:spLocks noGrp="1"/>
          </p:cNvSpPr>
          <p:nvPr/>
        </p:nvSpPr>
        <p:spPr>
          <a:xfrm>
            <a:off x="8711374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1" name="data_8652">
            <a:extLst>
              <a:ext uri="{FF2B5EF4-FFF2-40B4-BE49-F238E27FC236}">
                <a16:creationId xmlns:a16="http://schemas.microsoft.com/office/drawing/2014/main" id="{C99BAF03-7761-4F05-89C9-7F6E9573AD25}"/>
              </a:ext>
            </a:extLst>
          </p:cNvPr>
          <p:cNvSpPr>
            <a:spLocks noGrp="1"/>
          </p:cNvSpPr>
          <p:nvPr/>
        </p:nvSpPr>
        <p:spPr>
          <a:xfrm>
            <a:off x="880616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2" name="data_8653">
            <a:extLst>
              <a:ext uri="{FF2B5EF4-FFF2-40B4-BE49-F238E27FC236}">
                <a16:creationId xmlns:a16="http://schemas.microsoft.com/office/drawing/2014/main" id="{E10E227B-D152-4A02-BE8C-0C6BBAF782EB}"/>
              </a:ext>
            </a:extLst>
          </p:cNvPr>
          <p:cNvSpPr>
            <a:spLocks noGrp="1"/>
          </p:cNvSpPr>
          <p:nvPr/>
        </p:nvSpPr>
        <p:spPr>
          <a:xfrm>
            <a:off x="878766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3" name="data_8654">
            <a:extLst>
              <a:ext uri="{FF2B5EF4-FFF2-40B4-BE49-F238E27FC236}">
                <a16:creationId xmlns:a16="http://schemas.microsoft.com/office/drawing/2014/main" id="{BB709FD3-3BAB-44EF-BA05-9B098FEB746C}"/>
              </a:ext>
            </a:extLst>
          </p:cNvPr>
          <p:cNvSpPr>
            <a:spLocks noGrp="1"/>
          </p:cNvSpPr>
          <p:nvPr/>
        </p:nvSpPr>
        <p:spPr>
          <a:xfrm>
            <a:off x="8773490" y="54673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4" name="data_8655">
            <a:extLst>
              <a:ext uri="{FF2B5EF4-FFF2-40B4-BE49-F238E27FC236}">
                <a16:creationId xmlns:a16="http://schemas.microsoft.com/office/drawing/2014/main" id="{65C8C0C6-B3CE-42EF-857B-0370D03EC4AE}"/>
              </a:ext>
            </a:extLst>
          </p:cNvPr>
          <p:cNvSpPr>
            <a:spLocks noGrp="1"/>
          </p:cNvSpPr>
          <p:nvPr/>
        </p:nvSpPr>
        <p:spPr>
          <a:xfrm>
            <a:off x="877160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5" name="data_8656">
            <a:extLst>
              <a:ext uri="{FF2B5EF4-FFF2-40B4-BE49-F238E27FC236}">
                <a16:creationId xmlns:a16="http://schemas.microsoft.com/office/drawing/2014/main" id="{BC08E0E2-54C4-49BD-84C5-2C03AC91481F}"/>
              </a:ext>
            </a:extLst>
          </p:cNvPr>
          <p:cNvSpPr>
            <a:spLocks noGrp="1"/>
          </p:cNvSpPr>
          <p:nvPr/>
        </p:nvSpPr>
        <p:spPr>
          <a:xfrm>
            <a:off x="875753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6" name="data_8657">
            <a:extLst>
              <a:ext uri="{FF2B5EF4-FFF2-40B4-BE49-F238E27FC236}">
                <a16:creationId xmlns:a16="http://schemas.microsoft.com/office/drawing/2014/main" id="{FC760B7E-AC84-41AC-92EB-DB57B1AE0D54}"/>
              </a:ext>
            </a:extLst>
          </p:cNvPr>
          <p:cNvSpPr>
            <a:spLocks noGrp="1"/>
          </p:cNvSpPr>
          <p:nvPr/>
        </p:nvSpPr>
        <p:spPr>
          <a:xfrm>
            <a:off x="875495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7" name="data_8658">
            <a:extLst>
              <a:ext uri="{FF2B5EF4-FFF2-40B4-BE49-F238E27FC236}">
                <a16:creationId xmlns:a16="http://schemas.microsoft.com/office/drawing/2014/main" id="{B6C6B2C7-6AC6-4B9E-824D-3932EE69D667}"/>
              </a:ext>
            </a:extLst>
          </p:cNvPr>
          <p:cNvSpPr>
            <a:spLocks noGrp="1"/>
          </p:cNvSpPr>
          <p:nvPr/>
        </p:nvSpPr>
        <p:spPr>
          <a:xfrm>
            <a:off x="878655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8" name="data_8659">
            <a:extLst>
              <a:ext uri="{FF2B5EF4-FFF2-40B4-BE49-F238E27FC236}">
                <a16:creationId xmlns:a16="http://schemas.microsoft.com/office/drawing/2014/main" id="{84C9C098-D83B-4F74-AC29-05311C2F1351}"/>
              </a:ext>
            </a:extLst>
          </p:cNvPr>
          <p:cNvSpPr>
            <a:spLocks noGrp="1"/>
          </p:cNvSpPr>
          <p:nvPr/>
        </p:nvSpPr>
        <p:spPr>
          <a:xfrm>
            <a:off x="880602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9" name="data_8660">
            <a:extLst>
              <a:ext uri="{FF2B5EF4-FFF2-40B4-BE49-F238E27FC236}">
                <a16:creationId xmlns:a16="http://schemas.microsoft.com/office/drawing/2014/main" id="{20661E9D-2304-466B-9A77-47E7C14DBE80}"/>
              </a:ext>
            </a:extLst>
          </p:cNvPr>
          <p:cNvSpPr>
            <a:spLocks noGrp="1"/>
          </p:cNvSpPr>
          <p:nvPr/>
        </p:nvSpPr>
        <p:spPr>
          <a:xfrm>
            <a:off x="871547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0" name="data_8661">
            <a:extLst>
              <a:ext uri="{FF2B5EF4-FFF2-40B4-BE49-F238E27FC236}">
                <a16:creationId xmlns:a16="http://schemas.microsoft.com/office/drawing/2014/main" id="{B9FDFEE1-8ED7-425F-A15A-809C9EE49081}"/>
              </a:ext>
            </a:extLst>
          </p:cNvPr>
          <p:cNvSpPr>
            <a:spLocks noGrp="1"/>
          </p:cNvSpPr>
          <p:nvPr/>
        </p:nvSpPr>
        <p:spPr>
          <a:xfrm>
            <a:off x="874736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1" name="data_8662">
            <a:extLst>
              <a:ext uri="{FF2B5EF4-FFF2-40B4-BE49-F238E27FC236}">
                <a16:creationId xmlns:a16="http://schemas.microsoft.com/office/drawing/2014/main" id="{AD498FC4-42FB-4ECA-8B2C-D389D6795A80}"/>
              </a:ext>
            </a:extLst>
          </p:cNvPr>
          <p:cNvSpPr>
            <a:spLocks noGrp="1"/>
          </p:cNvSpPr>
          <p:nvPr/>
        </p:nvSpPr>
        <p:spPr>
          <a:xfrm>
            <a:off x="872268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2" name="data_8663">
            <a:extLst>
              <a:ext uri="{FF2B5EF4-FFF2-40B4-BE49-F238E27FC236}">
                <a16:creationId xmlns:a16="http://schemas.microsoft.com/office/drawing/2014/main" id="{566E95D0-59B0-4AB5-8830-BAEA193F85A4}"/>
              </a:ext>
            </a:extLst>
          </p:cNvPr>
          <p:cNvSpPr>
            <a:spLocks noGrp="1"/>
          </p:cNvSpPr>
          <p:nvPr/>
        </p:nvSpPr>
        <p:spPr>
          <a:xfrm>
            <a:off x="878702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3" name="data_8664">
            <a:extLst>
              <a:ext uri="{FF2B5EF4-FFF2-40B4-BE49-F238E27FC236}">
                <a16:creationId xmlns:a16="http://schemas.microsoft.com/office/drawing/2014/main" id="{4ED5D980-1916-425A-8E36-99D4FA9109A5}"/>
              </a:ext>
            </a:extLst>
          </p:cNvPr>
          <p:cNvSpPr>
            <a:spLocks noGrp="1"/>
          </p:cNvSpPr>
          <p:nvPr/>
        </p:nvSpPr>
        <p:spPr>
          <a:xfrm>
            <a:off x="873132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4" name="data_8665">
            <a:extLst>
              <a:ext uri="{FF2B5EF4-FFF2-40B4-BE49-F238E27FC236}">
                <a16:creationId xmlns:a16="http://schemas.microsoft.com/office/drawing/2014/main" id="{5F14078D-A38A-45CE-AB0A-2A19D19A8420}"/>
              </a:ext>
            </a:extLst>
          </p:cNvPr>
          <p:cNvSpPr>
            <a:spLocks noGrp="1"/>
          </p:cNvSpPr>
          <p:nvPr/>
        </p:nvSpPr>
        <p:spPr>
          <a:xfrm>
            <a:off x="8710676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5" name="data_8666">
            <a:extLst>
              <a:ext uri="{FF2B5EF4-FFF2-40B4-BE49-F238E27FC236}">
                <a16:creationId xmlns:a16="http://schemas.microsoft.com/office/drawing/2014/main" id="{64C640BC-3388-4942-A960-426AB4BE4F59}"/>
              </a:ext>
            </a:extLst>
          </p:cNvPr>
          <p:cNvSpPr>
            <a:spLocks noGrp="1"/>
          </p:cNvSpPr>
          <p:nvPr/>
        </p:nvSpPr>
        <p:spPr>
          <a:xfrm>
            <a:off x="875468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6" name="data_8667">
            <a:extLst>
              <a:ext uri="{FF2B5EF4-FFF2-40B4-BE49-F238E27FC236}">
                <a16:creationId xmlns:a16="http://schemas.microsoft.com/office/drawing/2014/main" id="{2C6EF06C-7E46-450C-9958-8C804A267C61}"/>
              </a:ext>
            </a:extLst>
          </p:cNvPr>
          <p:cNvSpPr>
            <a:spLocks noGrp="1"/>
          </p:cNvSpPr>
          <p:nvPr/>
        </p:nvSpPr>
        <p:spPr>
          <a:xfrm>
            <a:off x="876116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7" name="data_8668">
            <a:extLst>
              <a:ext uri="{FF2B5EF4-FFF2-40B4-BE49-F238E27FC236}">
                <a16:creationId xmlns:a16="http://schemas.microsoft.com/office/drawing/2014/main" id="{06E51478-B349-4FB4-891B-B14D0F286CE3}"/>
              </a:ext>
            </a:extLst>
          </p:cNvPr>
          <p:cNvSpPr>
            <a:spLocks noGrp="1"/>
          </p:cNvSpPr>
          <p:nvPr/>
        </p:nvSpPr>
        <p:spPr>
          <a:xfrm>
            <a:off x="879344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8" name="data_8669">
            <a:extLst>
              <a:ext uri="{FF2B5EF4-FFF2-40B4-BE49-F238E27FC236}">
                <a16:creationId xmlns:a16="http://schemas.microsoft.com/office/drawing/2014/main" id="{FFA77A71-8511-43E1-8E4A-4AC74C62D515}"/>
              </a:ext>
            </a:extLst>
          </p:cNvPr>
          <p:cNvSpPr>
            <a:spLocks noGrp="1"/>
          </p:cNvSpPr>
          <p:nvPr/>
        </p:nvSpPr>
        <p:spPr>
          <a:xfrm>
            <a:off x="87652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9" name="data_8670">
            <a:extLst>
              <a:ext uri="{FF2B5EF4-FFF2-40B4-BE49-F238E27FC236}">
                <a16:creationId xmlns:a16="http://schemas.microsoft.com/office/drawing/2014/main" id="{06159BD7-0DD2-433F-AD04-FF1709501B2D}"/>
              </a:ext>
            </a:extLst>
          </p:cNvPr>
          <p:cNvSpPr>
            <a:spLocks noGrp="1"/>
          </p:cNvSpPr>
          <p:nvPr/>
        </p:nvSpPr>
        <p:spPr>
          <a:xfrm>
            <a:off x="879267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0" name="data_8671">
            <a:extLst>
              <a:ext uri="{FF2B5EF4-FFF2-40B4-BE49-F238E27FC236}">
                <a16:creationId xmlns:a16="http://schemas.microsoft.com/office/drawing/2014/main" id="{75D3040B-7B87-4D73-8188-A5883C4CA296}"/>
              </a:ext>
            </a:extLst>
          </p:cNvPr>
          <p:cNvSpPr>
            <a:spLocks noGrp="1"/>
          </p:cNvSpPr>
          <p:nvPr/>
        </p:nvSpPr>
        <p:spPr>
          <a:xfrm>
            <a:off x="872473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1" name="data_8672">
            <a:extLst>
              <a:ext uri="{FF2B5EF4-FFF2-40B4-BE49-F238E27FC236}">
                <a16:creationId xmlns:a16="http://schemas.microsoft.com/office/drawing/2014/main" id="{2EB64111-A90C-492C-93E5-BAFF60624ECD}"/>
              </a:ext>
            </a:extLst>
          </p:cNvPr>
          <p:cNvSpPr>
            <a:spLocks noGrp="1"/>
          </p:cNvSpPr>
          <p:nvPr/>
        </p:nvSpPr>
        <p:spPr>
          <a:xfrm>
            <a:off x="88076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2" name="data_8673">
            <a:extLst>
              <a:ext uri="{FF2B5EF4-FFF2-40B4-BE49-F238E27FC236}">
                <a16:creationId xmlns:a16="http://schemas.microsoft.com/office/drawing/2014/main" id="{4FD4E03B-31DC-407C-9D66-1CFFF681B957}"/>
              </a:ext>
            </a:extLst>
          </p:cNvPr>
          <p:cNvSpPr>
            <a:spLocks noGrp="1"/>
          </p:cNvSpPr>
          <p:nvPr/>
        </p:nvSpPr>
        <p:spPr>
          <a:xfrm>
            <a:off x="874732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3" name="data_8674">
            <a:extLst>
              <a:ext uri="{FF2B5EF4-FFF2-40B4-BE49-F238E27FC236}">
                <a16:creationId xmlns:a16="http://schemas.microsoft.com/office/drawing/2014/main" id="{142E628E-D4FB-4654-881E-39E42FD0C01B}"/>
              </a:ext>
            </a:extLst>
          </p:cNvPr>
          <p:cNvSpPr>
            <a:spLocks noGrp="1"/>
          </p:cNvSpPr>
          <p:nvPr/>
        </p:nvSpPr>
        <p:spPr>
          <a:xfrm>
            <a:off x="8765883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4" name="data_8675">
            <a:extLst>
              <a:ext uri="{FF2B5EF4-FFF2-40B4-BE49-F238E27FC236}">
                <a16:creationId xmlns:a16="http://schemas.microsoft.com/office/drawing/2014/main" id="{25E040E1-06A8-4E3C-8005-4CFFD22E6E8C}"/>
              </a:ext>
            </a:extLst>
          </p:cNvPr>
          <p:cNvSpPr>
            <a:spLocks noGrp="1"/>
          </p:cNvSpPr>
          <p:nvPr/>
        </p:nvSpPr>
        <p:spPr>
          <a:xfrm>
            <a:off x="8717320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5" name="data_8676">
            <a:extLst>
              <a:ext uri="{FF2B5EF4-FFF2-40B4-BE49-F238E27FC236}">
                <a16:creationId xmlns:a16="http://schemas.microsoft.com/office/drawing/2014/main" id="{8ED3C93A-0C8A-426B-8D02-E4325996DEE1}"/>
              </a:ext>
            </a:extLst>
          </p:cNvPr>
          <p:cNvSpPr>
            <a:spLocks noGrp="1"/>
          </p:cNvSpPr>
          <p:nvPr/>
        </p:nvSpPr>
        <p:spPr>
          <a:xfrm>
            <a:off x="8763685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6" name="data_8677">
            <a:extLst>
              <a:ext uri="{FF2B5EF4-FFF2-40B4-BE49-F238E27FC236}">
                <a16:creationId xmlns:a16="http://schemas.microsoft.com/office/drawing/2014/main" id="{3AA2B224-B9A2-4CD1-BD9F-D61F2393D2F2}"/>
              </a:ext>
            </a:extLst>
          </p:cNvPr>
          <p:cNvSpPr>
            <a:spLocks noGrp="1"/>
          </p:cNvSpPr>
          <p:nvPr/>
        </p:nvSpPr>
        <p:spPr>
          <a:xfrm>
            <a:off x="871887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7" name="data_8678">
            <a:extLst>
              <a:ext uri="{FF2B5EF4-FFF2-40B4-BE49-F238E27FC236}">
                <a16:creationId xmlns:a16="http://schemas.microsoft.com/office/drawing/2014/main" id="{5D3A997C-D6F2-465F-9731-342E98FEC92A}"/>
              </a:ext>
            </a:extLst>
          </p:cNvPr>
          <p:cNvSpPr>
            <a:spLocks noGrp="1"/>
          </p:cNvSpPr>
          <p:nvPr/>
        </p:nvSpPr>
        <p:spPr>
          <a:xfrm>
            <a:off x="8747497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8" name="data_8679">
            <a:extLst>
              <a:ext uri="{FF2B5EF4-FFF2-40B4-BE49-F238E27FC236}">
                <a16:creationId xmlns:a16="http://schemas.microsoft.com/office/drawing/2014/main" id="{D081039C-E2F4-4F60-8AF0-549226108A93}"/>
              </a:ext>
            </a:extLst>
          </p:cNvPr>
          <p:cNvSpPr>
            <a:spLocks noGrp="1"/>
          </p:cNvSpPr>
          <p:nvPr/>
        </p:nvSpPr>
        <p:spPr>
          <a:xfrm>
            <a:off x="8737833" y="62701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9" name="data_8680">
            <a:extLst>
              <a:ext uri="{FF2B5EF4-FFF2-40B4-BE49-F238E27FC236}">
                <a16:creationId xmlns:a16="http://schemas.microsoft.com/office/drawing/2014/main" id="{72A95BDD-64AE-4E79-BB7B-10A2972C559E}"/>
              </a:ext>
            </a:extLst>
          </p:cNvPr>
          <p:cNvSpPr>
            <a:spLocks noGrp="1"/>
          </p:cNvSpPr>
          <p:nvPr/>
        </p:nvSpPr>
        <p:spPr>
          <a:xfrm>
            <a:off x="8791912" y="61417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0" name="data_8681">
            <a:extLst>
              <a:ext uri="{FF2B5EF4-FFF2-40B4-BE49-F238E27FC236}">
                <a16:creationId xmlns:a16="http://schemas.microsoft.com/office/drawing/2014/main" id="{2D3E3C89-0E26-44EB-A71E-556CFEB153AB}"/>
              </a:ext>
            </a:extLst>
          </p:cNvPr>
          <p:cNvSpPr>
            <a:spLocks noGrp="1"/>
          </p:cNvSpPr>
          <p:nvPr/>
        </p:nvSpPr>
        <p:spPr>
          <a:xfrm>
            <a:off x="880203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1" name="data_8682">
            <a:extLst>
              <a:ext uri="{FF2B5EF4-FFF2-40B4-BE49-F238E27FC236}">
                <a16:creationId xmlns:a16="http://schemas.microsoft.com/office/drawing/2014/main" id="{86B2DA86-8056-411A-AD62-D862A0B78D2D}"/>
              </a:ext>
            </a:extLst>
          </p:cNvPr>
          <p:cNvSpPr>
            <a:spLocks noGrp="1"/>
          </p:cNvSpPr>
          <p:nvPr/>
        </p:nvSpPr>
        <p:spPr>
          <a:xfrm>
            <a:off x="8792348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2" name="data_8683">
            <a:extLst>
              <a:ext uri="{FF2B5EF4-FFF2-40B4-BE49-F238E27FC236}">
                <a16:creationId xmlns:a16="http://schemas.microsoft.com/office/drawing/2014/main" id="{D5CB70FE-450F-40AF-8F4A-57E3654E0F15}"/>
              </a:ext>
            </a:extLst>
          </p:cNvPr>
          <p:cNvSpPr>
            <a:spLocks noGrp="1"/>
          </p:cNvSpPr>
          <p:nvPr/>
        </p:nvSpPr>
        <p:spPr>
          <a:xfrm>
            <a:off x="8718979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3" name="data_8684">
            <a:extLst>
              <a:ext uri="{FF2B5EF4-FFF2-40B4-BE49-F238E27FC236}">
                <a16:creationId xmlns:a16="http://schemas.microsoft.com/office/drawing/2014/main" id="{887FA6DB-0220-4521-9C65-53E06FD7F38A}"/>
              </a:ext>
            </a:extLst>
          </p:cNvPr>
          <p:cNvSpPr>
            <a:spLocks noGrp="1"/>
          </p:cNvSpPr>
          <p:nvPr/>
        </p:nvSpPr>
        <p:spPr>
          <a:xfrm>
            <a:off x="8703732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4" name="data_8685">
            <a:extLst>
              <a:ext uri="{FF2B5EF4-FFF2-40B4-BE49-F238E27FC236}">
                <a16:creationId xmlns:a16="http://schemas.microsoft.com/office/drawing/2014/main" id="{6956407F-5DD4-495E-A8B6-A9D1FE42DEF9}"/>
              </a:ext>
            </a:extLst>
          </p:cNvPr>
          <p:cNvSpPr>
            <a:spLocks noGrp="1"/>
          </p:cNvSpPr>
          <p:nvPr/>
        </p:nvSpPr>
        <p:spPr>
          <a:xfrm>
            <a:off x="8803350" y="59490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5" name="data_8686">
            <a:extLst>
              <a:ext uri="{FF2B5EF4-FFF2-40B4-BE49-F238E27FC236}">
                <a16:creationId xmlns:a16="http://schemas.microsoft.com/office/drawing/2014/main" id="{19EC6426-AF2F-401A-A0D4-51F2441E096E}"/>
              </a:ext>
            </a:extLst>
          </p:cNvPr>
          <p:cNvSpPr>
            <a:spLocks noGrp="1"/>
          </p:cNvSpPr>
          <p:nvPr/>
        </p:nvSpPr>
        <p:spPr>
          <a:xfrm>
            <a:off x="8743201" y="49856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6" name="data_8687">
            <a:extLst>
              <a:ext uri="{FF2B5EF4-FFF2-40B4-BE49-F238E27FC236}">
                <a16:creationId xmlns:a16="http://schemas.microsoft.com/office/drawing/2014/main" id="{D0FFCA2C-EE80-470B-A201-491CCEF41180}"/>
              </a:ext>
            </a:extLst>
          </p:cNvPr>
          <p:cNvSpPr>
            <a:spLocks noGrp="1"/>
          </p:cNvSpPr>
          <p:nvPr/>
        </p:nvSpPr>
        <p:spPr>
          <a:xfrm>
            <a:off x="879808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7" name="data_8688">
            <a:extLst>
              <a:ext uri="{FF2B5EF4-FFF2-40B4-BE49-F238E27FC236}">
                <a16:creationId xmlns:a16="http://schemas.microsoft.com/office/drawing/2014/main" id="{43C1042A-24AC-48AC-B3B2-612E0F0C0FC5}"/>
              </a:ext>
            </a:extLst>
          </p:cNvPr>
          <p:cNvSpPr>
            <a:spLocks noGrp="1"/>
          </p:cNvSpPr>
          <p:nvPr/>
        </p:nvSpPr>
        <p:spPr>
          <a:xfrm>
            <a:off x="896049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8" name="data_8689">
            <a:extLst>
              <a:ext uri="{FF2B5EF4-FFF2-40B4-BE49-F238E27FC236}">
                <a16:creationId xmlns:a16="http://schemas.microsoft.com/office/drawing/2014/main" id="{0C8F4228-470A-4EE3-866F-2F8F0874E4A4}"/>
              </a:ext>
            </a:extLst>
          </p:cNvPr>
          <p:cNvSpPr>
            <a:spLocks noGrp="1"/>
          </p:cNvSpPr>
          <p:nvPr/>
        </p:nvSpPr>
        <p:spPr>
          <a:xfrm>
            <a:off x="899124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9" name="data_8690">
            <a:extLst>
              <a:ext uri="{FF2B5EF4-FFF2-40B4-BE49-F238E27FC236}">
                <a16:creationId xmlns:a16="http://schemas.microsoft.com/office/drawing/2014/main" id="{E6690703-D7C9-4416-A38F-1445FDC7C73F}"/>
              </a:ext>
            </a:extLst>
          </p:cNvPr>
          <p:cNvSpPr>
            <a:spLocks noGrp="1"/>
          </p:cNvSpPr>
          <p:nvPr/>
        </p:nvSpPr>
        <p:spPr>
          <a:xfrm>
            <a:off x="895262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0" name="data_8691">
            <a:extLst>
              <a:ext uri="{FF2B5EF4-FFF2-40B4-BE49-F238E27FC236}">
                <a16:creationId xmlns:a16="http://schemas.microsoft.com/office/drawing/2014/main" id="{A3F25439-7663-4909-9EDC-5B159DA05398}"/>
              </a:ext>
            </a:extLst>
          </p:cNvPr>
          <p:cNvSpPr>
            <a:spLocks noGrp="1"/>
          </p:cNvSpPr>
          <p:nvPr/>
        </p:nvSpPr>
        <p:spPr>
          <a:xfrm>
            <a:off x="893824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1" name="data_8692">
            <a:extLst>
              <a:ext uri="{FF2B5EF4-FFF2-40B4-BE49-F238E27FC236}">
                <a16:creationId xmlns:a16="http://schemas.microsoft.com/office/drawing/2014/main" id="{4DDBA94A-525C-4F90-8A11-6BB19C7A1801}"/>
              </a:ext>
            </a:extLst>
          </p:cNvPr>
          <p:cNvSpPr>
            <a:spLocks noGrp="1"/>
          </p:cNvSpPr>
          <p:nvPr/>
        </p:nvSpPr>
        <p:spPr>
          <a:xfrm>
            <a:off x="894052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2" name="data_8693">
            <a:extLst>
              <a:ext uri="{FF2B5EF4-FFF2-40B4-BE49-F238E27FC236}">
                <a16:creationId xmlns:a16="http://schemas.microsoft.com/office/drawing/2014/main" id="{50E2C4F2-6D34-4DBF-B74D-A2FF08E4373F}"/>
              </a:ext>
            </a:extLst>
          </p:cNvPr>
          <p:cNvSpPr>
            <a:spLocks noGrp="1"/>
          </p:cNvSpPr>
          <p:nvPr/>
        </p:nvSpPr>
        <p:spPr>
          <a:xfrm>
            <a:off x="8973002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3" name="data_8694">
            <a:extLst>
              <a:ext uri="{FF2B5EF4-FFF2-40B4-BE49-F238E27FC236}">
                <a16:creationId xmlns:a16="http://schemas.microsoft.com/office/drawing/2014/main" id="{CB1EB893-861F-420C-85E5-DA7DA629668C}"/>
              </a:ext>
            </a:extLst>
          </p:cNvPr>
          <p:cNvSpPr>
            <a:spLocks noGrp="1"/>
          </p:cNvSpPr>
          <p:nvPr/>
        </p:nvSpPr>
        <p:spPr>
          <a:xfrm>
            <a:off x="897536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4" name="data_8695">
            <a:extLst>
              <a:ext uri="{FF2B5EF4-FFF2-40B4-BE49-F238E27FC236}">
                <a16:creationId xmlns:a16="http://schemas.microsoft.com/office/drawing/2014/main" id="{D2989EB1-B13F-4E40-AEFA-0238F0D1E2B5}"/>
              </a:ext>
            </a:extLst>
          </p:cNvPr>
          <p:cNvSpPr>
            <a:spLocks noGrp="1"/>
          </p:cNvSpPr>
          <p:nvPr/>
        </p:nvSpPr>
        <p:spPr>
          <a:xfrm>
            <a:off x="9037402" y="5371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5" name="data_8696">
            <a:extLst>
              <a:ext uri="{FF2B5EF4-FFF2-40B4-BE49-F238E27FC236}">
                <a16:creationId xmlns:a16="http://schemas.microsoft.com/office/drawing/2014/main" id="{123C123A-8DAD-480F-8972-17081FCD19B6}"/>
              </a:ext>
            </a:extLst>
          </p:cNvPr>
          <p:cNvSpPr>
            <a:spLocks noGrp="1"/>
          </p:cNvSpPr>
          <p:nvPr/>
        </p:nvSpPr>
        <p:spPr>
          <a:xfrm>
            <a:off x="9037883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6" name="data_8697">
            <a:extLst>
              <a:ext uri="{FF2B5EF4-FFF2-40B4-BE49-F238E27FC236}">
                <a16:creationId xmlns:a16="http://schemas.microsoft.com/office/drawing/2014/main" id="{F1104F7F-A01A-46CD-9EA2-14873A50266B}"/>
              </a:ext>
            </a:extLst>
          </p:cNvPr>
          <p:cNvSpPr>
            <a:spLocks noGrp="1"/>
          </p:cNvSpPr>
          <p:nvPr/>
        </p:nvSpPr>
        <p:spPr>
          <a:xfrm>
            <a:off x="898609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7" name="data_8698">
            <a:extLst>
              <a:ext uri="{FF2B5EF4-FFF2-40B4-BE49-F238E27FC236}">
                <a16:creationId xmlns:a16="http://schemas.microsoft.com/office/drawing/2014/main" id="{08BBC27C-41F3-4FF8-A7FA-AFAB2DA4A321}"/>
              </a:ext>
            </a:extLst>
          </p:cNvPr>
          <p:cNvSpPr>
            <a:spLocks noGrp="1"/>
          </p:cNvSpPr>
          <p:nvPr/>
        </p:nvSpPr>
        <p:spPr>
          <a:xfrm>
            <a:off x="893261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8" name="data_8699">
            <a:extLst>
              <a:ext uri="{FF2B5EF4-FFF2-40B4-BE49-F238E27FC236}">
                <a16:creationId xmlns:a16="http://schemas.microsoft.com/office/drawing/2014/main" id="{F726379E-9100-4B63-BF0A-2323D4238752}"/>
              </a:ext>
            </a:extLst>
          </p:cNvPr>
          <p:cNvSpPr>
            <a:spLocks noGrp="1"/>
          </p:cNvSpPr>
          <p:nvPr/>
        </p:nvSpPr>
        <p:spPr>
          <a:xfrm>
            <a:off x="896981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9" name="data_8700">
            <a:extLst>
              <a:ext uri="{FF2B5EF4-FFF2-40B4-BE49-F238E27FC236}">
                <a16:creationId xmlns:a16="http://schemas.microsoft.com/office/drawing/2014/main" id="{9A90F95F-EABD-4A0C-B085-16E1E76F0CC2}"/>
              </a:ext>
            </a:extLst>
          </p:cNvPr>
          <p:cNvSpPr>
            <a:spLocks noGrp="1"/>
          </p:cNvSpPr>
          <p:nvPr/>
        </p:nvSpPr>
        <p:spPr>
          <a:xfrm>
            <a:off x="8983091" y="6591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0" name="data_8701">
            <a:extLst>
              <a:ext uri="{FF2B5EF4-FFF2-40B4-BE49-F238E27FC236}">
                <a16:creationId xmlns:a16="http://schemas.microsoft.com/office/drawing/2014/main" id="{BDE3CA0C-7F7E-4956-BFDA-903FF2C4B8BA}"/>
              </a:ext>
            </a:extLst>
          </p:cNvPr>
          <p:cNvSpPr>
            <a:spLocks noGrp="1"/>
          </p:cNvSpPr>
          <p:nvPr/>
        </p:nvSpPr>
        <p:spPr>
          <a:xfrm>
            <a:off x="900312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1" name="data_8702">
            <a:extLst>
              <a:ext uri="{FF2B5EF4-FFF2-40B4-BE49-F238E27FC236}">
                <a16:creationId xmlns:a16="http://schemas.microsoft.com/office/drawing/2014/main" id="{7D224550-D019-4F57-B94A-1BA76FB90758}"/>
              </a:ext>
            </a:extLst>
          </p:cNvPr>
          <p:cNvSpPr>
            <a:spLocks noGrp="1"/>
          </p:cNvSpPr>
          <p:nvPr/>
        </p:nvSpPr>
        <p:spPr>
          <a:xfrm>
            <a:off x="892945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2" name="data_8703">
            <a:extLst>
              <a:ext uri="{FF2B5EF4-FFF2-40B4-BE49-F238E27FC236}">
                <a16:creationId xmlns:a16="http://schemas.microsoft.com/office/drawing/2014/main" id="{0B63FEA3-C90F-44CE-AEBF-C756171FBE74}"/>
              </a:ext>
            </a:extLst>
          </p:cNvPr>
          <p:cNvSpPr>
            <a:spLocks noGrp="1"/>
          </p:cNvSpPr>
          <p:nvPr/>
        </p:nvSpPr>
        <p:spPr>
          <a:xfrm>
            <a:off x="902244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3" name="data_8704">
            <a:extLst>
              <a:ext uri="{FF2B5EF4-FFF2-40B4-BE49-F238E27FC236}">
                <a16:creationId xmlns:a16="http://schemas.microsoft.com/office/drawing/2014/main" id="{B0FAE8BF-27B2-4AD9-B209-EFF88C9B0488}"/>
              </a:ext>
            </a:extLst>
          </p:cNvPr>
          <p:cNvSpPr>
            <a:spLocks noGrp="1"/>
          </p:cNvSpPr>
          <p:nvPr/>
        </p:nvSpPr>
        <p:spPr>
          <a:xfrm>
            <a:off x="8956586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4" name="data_8705">
            <a:extLst>
              <a:ext uri="{FF2B5EF4-FFF2-40B4-BE49-F238E27FC236}">
                <a16:creationId xmlns:a16="http://schemas.microsoft.com/office/drawing/2014/main" id="{B62ED075-2C6E-47C2-9E28-1A8EF711EF2B}"/>
              </a:ext>
            </a:extLst>
          </p:cNvPr>
          <p:cNvSpPr>
            <a:spLocks noGrp="1"/>
          </p:cNvSpPr>
          <p:nvPr/>
        </p:nvSpPr>
        <p:spPr>
          <a:xfrm>
            <a:off x="894609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5" name="data_8706">
            <a:extLst>
              <a:ext uri="{FF2B5EF4-FFF2-40B4-BE49-F238E27FC236}">
                <a16:creationId xmlns:a16="http://schemas.microsoft.com/office/drawing/2014/main" id="{16325D5F-9F7E-449A-A8D5-4EDED8ACCAA9}"/>
              </a:ext>
            </a:extLst>
          </p:cNvPr>
          <p:cNvSpPr>
            <a:spLocks noGrp="1"/>
          </p:cNvSpPr>
          <p:nvPr/>
        </p:nvSpPr>
        <p:spPr>
          <a:xfrm>
            <a:off x="8985116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6" name="data_8707">
            <a:extLst>
              <a:ext uri="{FF2B5EF4-FFF2-40B4-BE49-F238E27FC236}">
                <a16:creationId xmlns:a16="http://schemas.microsoft.com/office/drawing/2014/main" id="{25299779-3B5F-4B10-9069-F705FAD7A646}"/>
              </a:ext>
            </a:extLst>
          </p:cNvPr>
          <p:cNvSpPr>
            <a:spLocks noGrp="1"/>
          </p:cNvSpPr>
          <p:nvPr/>
        </p:nvSpPr>
        <p:spPr>
          <a:xfrm>
            <a:off x="899587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7" name="data_8708">
            <a:extLst>
              <a:ext uri="{FF2B5EF4-FFF2-40B4-BE49-F238E27FC236}">
                <a16:creationId xmlns:a16="http://schemas.microsoft.com/office/drawing/2014/main" id="{13E0BAE6-B7EF-4F68-BCC8-7929C0674E63}"/>
              </a:ext>
            </a:extLst>
          </p:cNvPr>
          <p:cNvSpPr>
            <a:spLocks noGrp="1"/>
          </p:cNvSpPr>
          <p:nvPr/>
        </p:nvSpPr>
        <p:spPr>
          <a:xfrm>
            <a:off x="893048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8" name="data_8709">
            <a:extLst>
              <a:ext uri="{FF2B5EF4-FFF2-40B4-BE49-F238E27FC236}">
                <a16:creationId xmlns:a16="http://schemas.microsoft.com/office/drawing/2014/main" id="{1809F687-0AB0-4AD5-B29C-B01712B47920}"/>
              </a:ext>
            </a:extLst>
          </p:cNvPr>
          <p:cNvSpPr>
            <a:spLocks noGrp="1"/>
          </p:cNvSpPr>
          <p:nvPr/>
        </p:nvSpPr>
        <p:spPr>
          <a:xfrm>
            <a:off x="900979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9" name="data_8710">
            <a:extLst>
              <a:ext uri="{FF2B5EF4-FFF2-40B4-BE49-F238E27FC236}">
                <a16:creationId xmlns:a16="http://schemas.microsoft.com/office/drawing/2014/main" id="{D86DA8B0-A102-49DD-BF7E-74C51DF7C6B0}"/>
              </a:ext>
            </a:extLst>
          </p:cNvPr>
          <p:cNvSpPr>
            <a:spLocks noGrp="1"/>
          </p:cNvSpPr>
          <p:nvPr/>
        </p:nvSpPr>
        <p:spPr>
          <a:xfrm>
            <a:off x="8944339" y="52265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0" name="data_8711">
            <a:extLst>
              <a:ext uri="{FF2B5EF4-FFF2-40B4-BE49-F238E27FC236}">
                <a16:creationId xmlns:a16="http://schemas.microsoft.com/office/drawing/2014/main" id="{3F62CC82-53AE-4CFC-A273-0D22FEFD5A69}"/>
              </a:ext>
            </a:extLst>
          </p:cNvPr>
          <p:cNvSpPr>
            <a:spLocks noGrp="1"/>
          </p:cNvSpPr>
          <p:nvPr/>
        </p:nvSpPr>
        <p:spPr>
          <a:xfrm>
            <a:off x="899672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1" name="data_8712">
            <a:extLst>
              <a:ext uri="{FF2B5EF4-FFF2-40B4-BE49-F238E27FC236}">
                <a16:creationId xmlns:a16="http://schemas.microsoft.com/office/drawing/2014/main" id="{2CC66F4D-BE82-4BD8-96E7-0BCCD1D9C1BF}"/>
              </a:ext>
            </a:extLst>
          </p:cNvPr>
          <p:cNvSpPr>
            <a:spLocks noGrp="1"/>
          </p:cNvSpPr>
          <p:nvPr/>
        </p:nvSpPr>
        <p:spPr>
          <a:xfrm>
            <a:off x="897085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2" name="data_8713">
            <a:extLst>
              <a:ext uri="{FF2B5EF4-FFF2-40B4-BE49-F238E27FC236}">
                <a16:creationId xmlns:a16="http://schemas.microsoft.com/office/drawing/2014/main" id="{28EE03E2-0292-4C01-84FB-395BF0E836E7}"/>
              </a:ext>
            </a:extLst>
          </p:cNvPr>
          <p:cNvSpPr>
            <a:spLocks noGrp="1"/>
          </p:cNvSpPr>
          <p:nvPr/>
        </p:nvSpPr>
        <p:spPr>
          <a:xfrm>
            <a:off x="9000370" y="59490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3" name="data_8714">
            <a:extLst>
              <a:ext uri="{FF2B5EF4-FFF2-40B4-BE49-F238E27FC236}">
                <a16:creationId xmlns:a16="http://schemas.microsoft.com/office/drawing/2014/main" id="{49FF62B0-3C83-43C1-81CA-CCE7C892E05B}"/>
              </a:ext>
            </a:extLst>
          </p:cNvPr>
          <p:cNvSpPr>
            <a:spLocks noGrp="1"/>
          </p:cNvSpPr>
          <p:nvPr/>
        </p:nvSpPr>
        <p:spPr>
          <a:xfrm>
            <a:off x="89353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4" name="data_8715">
            <a:extLst>
              <a:ext uri="{FF2B5EF4-FFF2-40B4-BE49-F238E27FC236}">
                <a16:creationId xmlns:a16="http://schemas.microsoft.com/office/drawing/2014/main" id="{E86769DC-BF3F-430C-BFAD-13751725ADBA}"/>
              </a:ext>
            </a:extLst>
          </p:cNvPr>
          <p:cNvSpPr>
            <a:spLocks noGrp="1"/>
          </p:cNvSpPr>
          <p:nvPr/>
        </p:nvSpPr>
        <p:spPr>
          <a:xfrm>
            <a:off x="898173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5" name="data_8716">
            <a:extLst>
              <a:ext uri="{FF2B5EF4-FFF2-40B4-BE49-F238E27FC236}">
                <a16:creationId xmlns:a16="http://schemas.microsoft.com/office/drawing/2014/main" id="{584320BA-9AFD-4901-BA4F-85392C668C75}"/>
              </a:ext>
            </a:extLst>
          </p:cNvPr>
          <p:cNvSpPr>
            <a:spLocks noGrp="1"/>
          </p:cNvSpPr>
          <p:nvPr/>
        </p:nvSpPr>
        <p:spPr>
          <a:xfrm>
            <a:off x="900267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6" name="data_8717">
            <a:extLst>
              <a:ext uri="{FF2B5EF4-FFF2-40B4-BE49-F238E27FC236}">
                <a16:creationId xmlns:a16="http://schemas.microsoft.com/office/drawing/2014/main" id="{D5ABB30C-30EB-4D4E-BE8A-2DF746C03743}"/>
              </a:ext>
            </a:extLst>
          </p:cNvPr>
          <p:cNvSpPr>
            <a:spLocks noGrp="1"/>
          </p:cNvSpPr>
          <p:nvPr/>
        </p:nvSpPr>
        <p:spPr>
          <a:xfrm>
            <a:off x="894705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7" name="data_8718">
            <a:extLst>
              <a:ext uri="{FF2B5EF4-FFF2-40B4-BE49-F238E27FC236}">
                <a16:creationId xmlns:a16="http://schemas.microsoft.com/office/drawing/2014/main" id="{5311AAB9-7B47-48D7-AA27-FC30EA001F81}"/>
              </a:ext>
            </a:extLst>
          </p:cNvPr>
          <p:cNvSpPr>
            <a:spLocks noGrp="1"/>
          </p:cNvSpPr>
          <p:nvPr/>
        </p:nvSpPr>
        <p:spPr>
          <a:xfrm>
            <a:off x="8966462" y="6591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8" name="data_8719">
            <a:extLst>
              <a:ext uri="{FF2B5EF4-FFF2-40B4-BE49-F238E27FC236}">
                <a16:creationId xmlns:a16="http://schemas.microsoft.com/office/drawing/2014/main" id="{8E5B59DA-E3A9-4567-B2D7-C81994D5EFE2}"/>
              </a:ext>
            </a:extLst>
          </p:cNvPr>
          <p:cNvSpPr>
            <a:spLocks noGrp="1"/>
          </p:cNvSpPr>
          <p:nvPr/>
        </p:nvSpPr>
        <p:spPr>
          <a:xfrm>
            <a:off x="895727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9" name="data_8720">
            <a:extLst>
              <a:ext uri="{FF2B5EF4-FFF2-40B4-BE49-F238E27FC236}">
                <a16:creationId xmlns:a16="http://schemas.microsoft.com/office/drawing/2014/main" id="{A0BE4182-DD1F-4553-B2D2-29E93840FAE7}"/>
              </a:ext>
            </a:extLst>
          </p:cNvPr>
          <p:cNvSpPr>
            <a:spLocks noGrp="1"/>
          </p:cNvSpPr>
          <p:nvPr/>
        </p:nvSpPr>
        <p:spPr>
          <a:xfrm>
            <a:off x="8977995" y="68665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0" name="data_8721">
            <a:extLst>
              <a:ext uri="{FF2B5EF4-FFF2-40B4-BE49-F238E27FC236}">
                <a16:creationId xmlns:a16="http://schemas.microsoft.com/office/drawing/2014/main" id="{1F644F8B-AEBE-4095-A04E-F4C393CE0B05}"/>
              </a:ext>
            </a:extLst>
          </p:cNvPr>
          <p:cNvSpPr>
            <a:spLocks noGrp="1"/>
          </p:cNvSpPr>
          <p:nvPr/>
        </p:nvSpPr>
        <p:spPr>
          <a:xfrm>
            <a:off x="894084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1" name="data_8722">
            <a:extLst>
              <a:ext uri="{FF2B5EF4-FFF2-40B4-BE49-F238E27FC236}">
                <a16:creationId xmlns:a16="http://schemas.microsoft.com/office/drawing/2014/main" id="{44830479-2029-4319-A014-58285BC77F89}"/>
              </a:ext>
            </a:extLst>
          </p:cNvPr>
          <p:cNvSpPr>
            <a:spLocks noGrp="1"/>
          </p:cNvSpPr>
          <p:nvPr/>
        </p:nvSpPr>
        <p:spPr>
          <a:xfrm>
            <a:off x="896166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2" name="data_8723">
            <a:extLst>
              <a:ext uri="{FF2B5EF4-FFF2-40B4-BE49-F238E27FC236}">
                <a16:creationId xmlns:a16="http://schemas.microsoft.com/office/drawing/2014/main" id="{F2A3A034-BA0F-4863-9C7A-2DB223C6936D}"/>
              </a:ext>
            </a:extLst>
          </p:cNvPr>
          <p:cNvSpPr>
            <a:spLocks noGrp="1"/>
          </p:cNvSpPr>
          <p:nvPr/>
        </p:nvSpPr>
        <p:spPr>
          <a:xfrm>
            <a:off x="901934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3" name="data_8724">
            <a:extLst>
              <a:ext uri="{FF2B5EF4-FFF2-40B4-BE49-F238E27FC236}">
                <a16:creationId xmlns:a16="http://schemas.microsoft.com/office/drawing/2014/main" id="{7DDB6805-B44C-4BFD-9C72-C3243F0CE9AB}"/>
              </a:ext>
            </a:extLst>
          </p:cNvPr>
          <p:cNvSpPr>
            <a:spLocks noGrp="1"/>
          </p:cNvSpPr>
          <p:nvPr/>
        </p:nvSpPr>
        <p:spPr>
          <a:xfrm>
            <a:off x="903844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4" name="data_8725">
            <a:extLst>
              <a:ext uri="{FF2B5EF4-FFF2-40B4-BE49-F238E27FC236}">
                <a16:creationId xmlns:a16="http://schemas.microsoft.com/office/drawing/2014/main" id="{2B2C8361-F96D-4097-B573-D90D909BA0F9}"/>
              </a:ext>
            </a:extLst>
          </p:cNvPr>
          <p:cNvSpPr>
            <a:spLocks noGrp="1"/>
          </p:cNvSpPr>
          <p:nvPr/>
        </p:nvSpPr>
        <p:spPr>
          <a:xfrm>
            <a:off x="902781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5" name="data_8726">
            <a:extLst>
              <a:ext uri="{FF2B5EF4-FFF2-40B4-BE49-F238E27FC236}">
                <a16:creationId xmlns:a16="http://schemas.microsoft.com/office/drawing/2014/main" id="{82F7AB1B-DA8D-425B-9049-C2B239B5493E}"/>
              </a:ext>
            </a:extLst>
          </p:cNvPr>
          <p:cNvSpPr>
            <a:spLocks noGrp="1"/>
          </p:cNvSpPr>
          <p:nvPr/>
        </p:nvSpPr>
        <p:spPr>
          <a:xfrm>
            <a:off x="89786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6" name="data_8727">
            <a:extLst>
              <a:ext uri="{FF2B5EF4-FFF2-40B4-BE49-F238E27FC236}">
                <a16:creationId xmlns:a16="http://schemas.microsoft.com/office/drawing/2014/main" id="{18C3EC55-1CB3-4620-9E93-8C6213E70658}"/>
              </a:ext>
            </a:extLst>
          </p:cNvPr>
          <p:cNvSpPr>
            <a:spLocks noGrp="1"/>
          </p:cNvSpPr>
          <p:nvPr/>
        </p:nvSpPr>
        <p:spPr>
          <a:xfrm>
            <a:off x="898372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7" name="data_8728">
            <a:extLst>
              <a:ext uri="{FF2B5EF4-FFF2-40B4-BE49-F238E27FC236}">
                <a16:creationId xmlns:a16="http://schemas.microsoft.com/office/drawing/2014/main" id="{E0A35728-6C02-45BF-95F7-A04E726507F5}"/>
              </a:ext>
            </a:extLst>
          </p:cNvPr>
          <p:cNvSpPr>
            <a:spLocks noGrp="1"/>
          </p:cNvSpPr>
          <p:nvPr/>
        </p:nvSpPr>
        <p:spPr>
          <a:xfrm>
            <a:off x="901138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8" name="data_8729">
            <a:extLst>
              <a:ext uri="{FF2B5EF4-FFF2-40B4-BE49-F238E27FC236}">
                <a16:creationId xmlns:a16="http://schemas.microsoft.com/office/drawing/2014/main" id="{8DBCE67A-F824-4875-B05B-760B4E01BD1B}"/>
              </a:ext>
            </a:extLst>
          </p:cNvPr>
          <p:cNvSpPr>
            <a:spLocks noGrp="1"/>
          </p:cNvSpPr>
          <p:nvPr/>
        </p:nvSpPr>
        <p:spPr>
          <a:xfrm>
            <a:off x="899344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9" name="data_8730">
            <a:extLst>
              <a:ext uri="{FF2B5EF4-FFF2-40B4-BE49-F238E27FC236}">
                <a16:creationId xmlns:a16="http://schemas.microsoft.com/office/drawing/2014/main" id="{B6AE606B-5615-4987-9A3E-D9BBF3DDBB79}"/>
              </a:ext>
            </a:extLst>
          </p:cNvPr>
          <p:cNvSpPr>
            <a:spLocks noGrp="1"/>
          </p:cNvSpPr>
          <p:nvPr/>
        </p:nvSpPr>
        <p:spPr>
          <a:xfrm>
            <a:off x="899209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0" name="data_8731">
            <a:extLst>
              <a:ext uri="{FF2B5EF4-FFF2-40B4-BE49-F238E27FC236}">
                <a16:creationId xmlns:a16="http://schemas.microsoft.com/office/drawing/2014/main" id="{52B72D17-90D6-4F77-BA7D-6BFC67968B98}"/>
              </a:ext>
            </a:extLst>
          </p:cNvPr>
          <p:cNvSpPr>
            <a:spLocks noGrp="1"/>
          </p:cNvSpPr>
          <p:nvPr/>
        </p:nvSpPr>
        <p:spPr>
          <a:xfrm>
            <a:off x="89470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1" name="data_8732">
            <a:extLst>
              <a:ext uri="{FF2B5EF4-FFF2-40B4-BE49-F238E27FC236}">
                <a16:creationId xmlns:a16="http://schemas.microsoft.com/office/drawing/2014/main" id="{29AF83DC-3045-4A42-B714-96FCBDC7AB85}"/>
              </a:ext>
            </a:extLst>
          </p:cNvPr>
          <p:cNvSpPr>
            <a:spLocks noGrp="1"/>
          </p:cNvSpPr>
          <p:nvPr/>
        </p:nvSpPr>
        <p:spPr>
          <a:xfrm>
            <a:off x="8930174" y="6361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2" name="data_8733">
            <a:extLst>
              <a:ext uri="{FF2B5EF4-FFF2-40B4-BE49-F238E27FC236}">
                <a16:creationId xmlns:a16="http://schemas.microsoft.com/office/drawing/2014/main" id="{9675601B-FD2F-4BA6-A8BE-878BE4843A4E}"/>
              </a:ext>
            </a:extLst>
          </p:cNvPr>
          <p:cNvSpPr>
            <a:spLocks noGrp="1"/>
          </p:cNvSpPr>
          <p:nvPr/>
        </p:nvSpPr>
        <p:spPr>
          <a:xfrm>
            <a:off x="902337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3" name="data_8734">
            <a:extLst>
              <a:ext uri="{FF2B5EF4-FFF2-40B4-BE49-F238E27FC236}">
                <a16:creationId xmlns:a16="http://schemas.microsoft.com/office/drawing/2014/main" id="{F07F9C08-1441-491F-8D25-D9F2EE720C83}"/>
              </a:ext>
            </a:extLst>
          </p:cNvPr>
          <p:cNvSpPr>
            <a:spLocks noGrp="1"/>
          </p:cNvSpPr>
          <p:nvPr/>
        </p:nvSpPr>
        <p:spPr>
          <a:xfrm>
            <a:off x="893221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4" name="data_8735">
            <a:extLst>
              <a:ext uri="{FF2B5EF4-FFF2-40B4-BE49-F238E27FC236}">
                <a16:creationId xmlns:a16="http://schemas.microsoft.com/office/drawing/2014/main" id="{89FC6B4C-EC03-4C28-8C78-54807528AC74}"/>
              </a:ext>
            </a:extLst>
          </p:cNvPr>
          <p:cNvSpPr>
            <a:spLocks noGrp="1"/>
          </p:cNvSpPr>
          <p:nvPr/>
        </p:nvSpPr>
        <p:spPr>
          <a:xfrm>
            <a:off x="897788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5" name="data_8736">
            <a:extLst>
              <a:ext uri="{FF2B5EF4-FFF2-40B4-BE49-F238E27FC236}">
                <a16:creationId xmlns:a16="http://schemas.microsoft.com/office/drawing/2014/main" id="{736BE80A-01D9-4A6A-ABE6-C17FFD6156E2}"/>
              </a:ext>
            </a:extLst>
          </p:cNvPr>
          <p:cNvSpPr>
            <a:spLocks noGrp="1"/>
          </p:cNvSpPr>
          <p:nvPr/>
        </p:nvSpPr>
        <p:spPr>
          <a:xfrm>
            <a:off x="897282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6" name="data_8737">
            <a:extLst>
              <a:ext uri="{FF2B5EF4-FFF2-40B4-BE49-F238E27FC236}">
                <a16:creationId xmlns:a16="http://schemas.microsoft.com/office/drawing/2014/main" id="{23950A0E-2F01-4438-951D-7CD0CC2FFD7E}"/>
              </a:ext>
            </a:extLst>
          </p:cNvPr>
          <p:cNvSpPr>
            <a:spLocks noGrp="1"/>
          </p:cNvSpPr>
          <p:nvPr/>
        </p:nvSpPr>
        <p:spPr>
          <a:xfrm>
            <a:off x="901279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7" name="data_8738">
            <a:extLst>
              <a:ext uri="{FF2B5EF4-FFF2-40B4-BE49-F238E27FC236}">
                <a16:creationId xmlns:a16="http://schemas.microsoft.com/office/drawing/2014/main" id="{31B54B77-13BA-4AC8-B425-3C62F6712EB3}"/>
              </a:ext>
            </a:extLst>
          </p:cNvPr>
          <p:cNvSpPr>
            <a:spLocks noGrp="1"/>
          </p:cNvSpPr>
          <p:nvPr/>
        </p:nvSpPr>
        <p:spPr>
          <a:xfrm>
            <a:off x="9023324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8" name="data_8739">
            <a:extLst>
              <a:ext uri="{FF2B5EF4-FFF2-40B4-BE49-F238E27FC236}">
                <a16:creationId xmlns:a16="http://schemas.microsoft.com/office/drawing/2014/main" id="{C94E0FF8-CAFE-4DFB-A31B-7E7064D8C85F}"/>
              </a:ext>
            </a:extLst>
          </p:cNvPr>
          <p:cNvSpPr>
            <a:spLocks noGrp="1"/>
          </p:cNvSpPr>
          <p:nvPr/>
        </p:nvSpPr>
        <p:spPr>
          <a:xfrm>
            <a:off x="894929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9" name="data_8740">
            <a:extLst>
              <a:ext uri="{FF2B5EF4-FFF2-40B4-BE49-F238E27FC236}">
                <a16:creationId xmlns:a16="http://schemas.microsoft.com/office/drawing/2014/main" id="{60F5AC45-CEC3-45D1-B223-5C257CD0334C}"/>
              </a:ext>
            </a:extLst>
          </p:cNvPr>
          <p:cNvSpPr>
            <a:spLocks noGrp="1"/>
          </p:cNvSpPr>
          <p:nvPr/>
        </p:nvSpPr>
        <p:spPr>
          <a:xfrm>
            <a:off x="8938778" y="64307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0" name="data_8741">
            <a:extLst>
              <a:ext uri="{FF2B5EF4-FFF2-40B4-BE49-F238E27FC236}">
                <a16:creationId xmlns:a16="http://schemas.microsoft.com/office/drawing/2014/main" id="{8663ED8E-626F-4CCA-88E9-08C543DF1463}"/>
              </a:ext>
            </a:extLst>
          </p:cNvPr>
          <p:cNvSpPr>
            <a:spLocks noGrp="1"/>
          </p:cNvSpPr>
          <p:nvPr/>
        </p:nvSpPr>
        <p:spPr>
          <a:xfrm>
            <a:off x="897434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1" name="data_8742">
            <a:extLst>
              <a:ext uri="{FF2B5EF4-FFF2-40B4-BE49-F238E27FC236}">
                <a16:creationId xmlns:a16="http://schemas.microsoft.com/office/drawing/2014/main" id="{100FBF79-3272-45F3-A593-5FC090A7DBBE}"/>
              </a:ext>
            </a:extLst>
          </p:cNvPr>
          <p:cNvSpPr>
            <a:spLocks noGrp="1"/>
          </p:cNvSpPr>
          <p:nvPr/>
        </p:nvSpPr>
        <p:spPr>
          <a:xfrm>
            <a:off x="8997533" y="57082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2" name="data_8743">
            <a:extLst>
              <a:ext uri="{FF2B5EF4-FFF2-40B4-BE49-F238E27FC236}">
                <a16:creationId xmlns:a16="http://schemas.microsoft.com/office/drawing/2014/main" id="{C79BCBF4-FE5D-41CB-B8DF-2F5B70968F91}"/>
              </a:ext>
            </a:extLst>
          </p:cNvPr>
          <p:cNvSpPr>
            <a:spLocks noGrp="1"/>
          </p:cNvSpPr>
          <p:nvPr/>
        </p:nvSpPr>
        <p:spPr>
          <a:xfrm>
            <a:off x="8975643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3" name="data_8744">
            <a:extLst>
              <a:ext uri="{FF2B5EF4-FFF2-40B4-BE49-F238E27FC236}">
                <a16:creationId xmlns:a16="http://schemas.microsoft.com/office/drawing/2014/main" id="{67EB97C4-D38C-4FEF-A223-1914BE852BA6}"/>
              </a:ext>
            </a:extLst>
          </p:cNvPr>
          <p:cNvSpPr>
            <a:spLocks noGrp="1"/>
          </p:cNvSpPr>
          <p:nvPr/>
        </p:nvSpPr>
        <p:spPr>
          <a:xfrm>
            <a:off x="903155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4" name="data_8745">
            <a:extLst>
              <a:ext uri="{FF2B5EF4-FFF2-40B4-BE49-F238E27FC236}">
                <a16:creationId xmlns:a16="http://schemas.microsoft.com/office/drawing/2014/main" id="{67E0535B-B875-41E6-9183-E794DD6C64C6}"/>
              </a:ext>
            </a:extLst>
          </p:cNvPr>
          <p:cNvSpPr>
            <a:spLocks noGrp="1"/>
          </p:cNvSpPr>
          <p:nvPr/>
        </p:nvSpPr>
        <p:spPr>
          <a:xfrm>
            <a:off x="894602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5" name="data_8746">
            <a:extLst>
              <a:ext uri="{FF2B5EF4-FFF2-40B4-BE49-F238E27FC236}">
                <a16:creationId xmlns:a16="http://schemas.microsoft.com/office/drawing/2014/main" id="{696DCC0A-20CA-41C5-A1AD-5EFE4D95A080}"/>
              </a:ext>
            </a:extLst>
          </p:cNvPr>
          <p:cNvSpPr>
            <a:spLocks noGrp="1"/>
          </p:cNvSpPr>
          <p:nvPr/>
        </p:nvSpPr>
        <p:spPr>
          <a:xfrm>
            <a:off x="894658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6" name="data_8747">
            <a:extLst>
              <a:ext uri="{FF2B5EF4-FFF2-40B4-BE49-F238E27FC236}">
                <a16:creationId xmlns:a16="http://schemas.microsoft.com/office/drawing/2014/main" id="{E66E13DA-B7C5-4FFE-8A69-37642F94B2E1}"/>
              </a:ext>
            </a:extLst>
          </p:cNvPr>
          <p:cNvSpPr>
            <a:spLocks noGrp="1"/>
          </p:cNvSpPr>
          <p:nvPr/>
        </p:nvSpPr>
        <p:spPr>
          <a:xfrm>
            <a:off x="899814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7" name="data_8748">
            <a:extLst>
              <a:ext uri="{FF2B5EF4-FFF2-40B4-BE49-F238E27FC236}">
                <a16:creationId xmlns:a16="http://schemas.microsoft.com/office/drawing/2014/main" id="{099523F2-1A41-4192-A702-DD45E35AA450}"/>
              </a:ext>
            </a:extLst>
          </p:cNvPr>
          <p:cNvSpPr>
            <a:spLocks noGrp="1"/>
          </p:cNvSpPr>
          <p:nvPr/>
        </p:nvSpPr>
        <p:spPr>
          <a:xfrm>
            <a:off x="9037459" y="54673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8" name="data_8749">
            <a:extLst>
              <a:ext uri="{FF2B5EF4-FFF2-40B4-BE49-F238E27FC236}">
                <a16:creationId xmlns:a16="http://schemas.microsoft.com/office/drawing/2014/main" id="{266C5BD1-1F41-4A81-93EF-F844E8EA8033}"/>
              </a:ext>
            </a:extLst>
          </p:cNvPr>
          <p:cNvSpPr>
            <a:spLocks noGrp="1"/>
          </p:cNvSpPr>
          <p:nvPr/>
        </p:nvSpPr>
        <p:spPr>
          <a:xfrm>
            <a:off x="898262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9" name="data_8750">
            <a:extLst>
              <a:ext uri="{FF2B5EF4-FFF2-40B4-BE49-F238E27FC236}">
                <a16:creationId xmlns:a16="http://schemas.microsoft.com/office/drawing/2014/main" id="{ADDA9251-0AB4-4B60-9FF0-5A80B80CEF4F}"/>
              </a:ext>
            </a:extLst>
          </p:cNvPr>
          <p:cNvSpPr>
            <a:spLocks noGrp="1"/>
          </p:cNvSpPr>
          <p:nvPr/>
        </p:nvSpPr>
        <p:spPr>
          <a:xfrm>
            <a:off x="900147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0" name="data_8751">
            <a:extLst>
              <a:ext uri="{FF2B5EF4-FFF2-40B4-BE49-F238E27FC236}">
                <a16:creationId xmlns:a16="http://schemas.microsoft.com/office/drawing/2014/main" id="{63D62980-8785-4F91-9A9F-80FF35FA7828}"/>
              </a:ext>
            </a:extLst>
          </p:cNvPr>
          <p:cNvSpPr>
            <a:spLocks noGrp="1"/>
          </p:cNvSpPr>
          <p:nvPr/>
        </p:nvSpPr>
        <p:spPr>
          <a:xfrm>
            <a:off x="900623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1" name="data_8752">
            <a:extLst>
              <a:ext uri="{FF2B5EF4-FFF2-40B4-BE49-F238E27FC236}">
                <a16:creationId xmlns:a16="http://schemas.microsoft.com/office/drawing/2014/main" id="{9E009A9F-6F8E-4F16-96EE-1527371C730A}"/>
              </a:ext>
            </a:extLst>
          </p:cNvPr>
          <p:cNvSpPr>
            <a:spLocks noGrp="1"/>
          </p:cNvSpPr>
          <p:nvPr/>
        </p:nvSpPr>
        <p:spPr>
          <a:xfrm>
            <a:off x="895464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2" name="data_8753">
            <a:extLst>
              <a:ext uri="{FF2B5EF4-FFF2-40B4-BE49-F238E27FC236}">
                <a16:creationId xmlns:a16="http://schemas.microsoft.com/office/drawing/2014/main" id="{C315A0AB-87DB-4E15-90F5-AEA8AA7AF083}"/>
              </a:ext>
            </a:extLst>
          </p:cNvPr>
          <p:cNvSpPr>
            <a:spLocks noGrp="1"/>
          </p:cNvSpPr>
          <p:nvPr/>
        </p:nvSpPr>
        <p:spPr>
          <a:xfrm>
            <a:off x="8982746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3" name="data_8754">
            <a:extLst>
              <a:ext uri="{FF2B5EF4-FFF2-40B4-BE49-F238E27FC236}">
                <a16:creationId xmlns:a16="http://schemas.microsoft.com/office/drawing/2014/main" id="{C9794740-F45B-4633-993C-348BAAE8D8AC}"/>
              </a:ext>
            </a:extLst>
          </p:cNvPr>
          <p:cNvSpPr>
            <a:spLocks noGrp="1"/>
          </p:cNvSpPr>
          <p:nvPr/>
        </p:nvSpPr>
        <p:spPr>
          <a:xfrm>
            <a:off x="90392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4" name="data_8755">
            <a:extLst>
              <a:ext uri="{FF2B5EF4-FFF2-40B4-BE49-F238E27FC236}">
                <a16:creationId xmlns:a16="http://schemas.microsoft.com/office/drawing/2014/main" id="{12D80790-26A0-49C9-A62C-5BB0EF35DFEE}"/>
              </a:ext>
            </a:extLst>
          </p:cNvPr>
          <p:cNvSpPr>
            <a:spLocks noGrp="1"/>
          </p:cNvSpPr>
          <p:nvPr/>
        </p:nvSpPr>
        <p:spPr>
          <a:xfrm>
            <a:off x="896059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5" name="data_8756">
            <a:extLst>
              <a:ext uri="{FF2B5EF4-FFF2-40B4-BE49-F238E27FC236}">
                <a16:creationId xmlns:a16="http://schemas.microsoft.com/office/drawing/2014/main" id="{FA262A36-192B-4517-BCC3-6EC81778BA5A}"/>
              </a:ext>
            </a:extLst>
          </p:cNvPr>
          <p:cNvSpPr>
            <a:spLocks noGrp="1"/>
          </p:cNvSpPr>
          <p:nvPr/>
        </p:nvSpPr>
        <p:spPr>
          <a:xfrm>
            <a:off x="900038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6" name="data_8757">
            <a:extLst>
              <a:ext uri="{FF2B5EF4-FFF2-40B4-BE49-F238E27FC236}">
                <a16:creationId xmlns:a16="http://schemas.microsoft.com/office/drawing/2014/main" id="{461D1C38-1AD5-4F61-98C7-550942297316}"/>
              </a:ext>
            </a:extLst>
          </p:cNvPr>
          <p:cNvSpPr>
            <a:spLocks noGrp="1"/>
          </p:cNvSpPr>
          <p:nvPr/>
        </p:nvSpPr>
        <p:spPr>
          <a:xfrm>
            <a:off x="892976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7" name="data_8758">
            <a:extLst>
              <a:ext uri="{FF2B5EF4-FFF2-40B4-BE49-F238E27FC236}">
                <a16:creationId xmlns:a16="http://schemas.microsoft.com/office/drawing/2014/main" id="{9C6E4129-D82F-41F0-81AD-990A8098B6DD}"/>
              </a:ext>
            </a:extLst>
          </p:cNvPr>
          <p:cNvSpPr>
            <a:spLocks noGrp="1"/>
          </p:cNvSpPr>
          <p:nvPr/>
        </p:nvSpPr>
        <p:spPr>
          <a:xfrm>
            <a:off x="897011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8" name="data_8759">
            <a:extLst>
              <a:ext uri="{FF2B5EF4-FFF2-40B4-BE49-F238E27FC236}">
                <a16:creationId xmlns:a16="http://schemas.microsoft.com/office/drawing/2014/main" id="{2F1F07E5-1565-41B1-86AD-B6841662A1A1}"/>
              </a:ext>
            </a:extLst>
          </p:cNvPr>
          <p:cNvSpPr>
            <a:spLocks noGrp="1"/>
          </p:cNvSpPr>
          <p:nvPr/>
        </p:nvSpPr>
        <p:spPr>
          <a:xfrm>
            <a:off x="898243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9" name="data_8760">
            <a:extLst>
              <a:ext uri="{FF2B5EF4-FFF2-40B4-BE49-F238E27FC236}">
                <a16:creationId xmlns:a16="http://schemas.microsoft.com/office/drawing/2014/main" id="{7EC4BC23-2E66-4D27-B4AE-A471975BFEDC}"/>
              </a:ext>
            </a:extLst>
          </p:cNvPr>
          <p:cNvSpPr>
            <a:spLocks noGrp="1"/>
          </p:cNvSpPr>
          <p:nvPr/>
        </p:nvSpPr>
        <p:spPr>
          <a:xfrm>
            <a:off x="90165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0" name="data_8761">
            <a:extLst>
              <a:ext uri="{FF2B5EF4-FFF2-40B4-BE49-F238E27FC236}">
                <a16:creationId xmlns:a16="http://schemas.microsoft.com/office/drawing/2014/main" id="{08D99611-8639-4DE2-87F6-6033B08ABA9F}"/>
              </a:ext>
            </a:extLst>
          </p:cNvPr>
          <p:cNvSpPr>
            <a:spLocks noGrp="1"/>
          </p:cNvSpPr>
          <p:nvPr/>
        </p:nvSpPr>
        <p:spPr>
          <a:xfrm>
            <a:off x="894172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1" name="data_8762">
            <a:extLst>
              <a:ext uri="{FF2B5EF4-FFF2-40B4-BE49-F238E27FC236}">
                <a16:creationId xmlns:a16="http://schemas.microsoft.com/office/drawing/2014/main" id="{736D31E8-5829-4FF5-BB3B-D2AC53EF3B25}"/>
              </a:ext>
            </a:extLst>
          </p:cNvPr>
          <p:cNvSpPr>
            <a:spLocks noGrp="1"/>
          </p:cNvSpPr>
          <p:nvPr/>
        </p:nvSpPr>
        <p:spPr>
          <a:xfrm>
            <a:off x="901357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2" name="data_8763">
            <a:extLst>
              <a:ext uri="{FF2B5EF4-FFF2-40B4-BE49-F238E27FC236}">
                <a16:creationId xmlns:a16="http://schemas.microsoft.com/office/drawing/2014/main" id="{87BC7836-DC92-45E3-969D-A4364A0F89A8}"/>
              </a:ext>
            </a:extLst>
          </p:cNvPr>
          <p:cNvSpPr>
            <a:spLocks noGrp="1"/>
          </p:cNvSpPr>
          <p:nvPr/>
        </p:nvSpPr>
        <p:spPr>
          <a:xfrm>
            <a:off x="9002693" y="6805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3" name="data_8764">
            <a:extLst>
              <a:ext uri="{FF2B5EF4-FFF2-40B4-BE49-F238E27FC236}">
                <a16:creationId xmlns:a16="http://schemas.microsoft.com/office/drawing/2014/main" id="{6AFA49E2-FF3B-411C-944D-A1B38F4436D3}"/>
              </a:ext>
            </a:extLst>
          </p:cNvPr>
          <p:cNvSpPr>
            <a:spLocks noGrp="1"/>
          </p:cNvSpPr>
          <p:nvPr/>
        </p:nvSpPr>
        <p:spPr>
          <a:xfrm>
            <a:off x="8971477" y="67839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4" name="data_8765">
            <a:extLst>
              <a:ext uri="{FF2B5EF4-FFF2-40B4-BE49-F238E27FC236}">
                <a16:creationId xmlns:a16="http://schemas.microsoft.com/office/drawing/2014/main" id="{B66C4A2E-CF74-483F-8777-AA02A6899576}"/>
              </a:ext>
            </a:extLst>
          </p:cNvPr>
          <p:cNvSpPr>
            <a:spLocks noGrp="1"/>
          </p:cNvSpPr>
          <p:nvPr/>
        </p:nvSpPr>
        <p:spPr>
          <a:xfrm>
            <a:off x="896890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5" name="data_8766">
            <a:extLst>
              <a:ext uri="{FF2B5EF4-FFF2-40B4-BE49-F238E27FC236}">
                <a16:creationId xmlns:a16="http://schemas.microsoft.com/office/drawing/2014/main" id="{D4F44358-358A-4885-A442-D3A51E6EE5CB}"/>
              </a:ext>
            </a:extLst>
          </p:cNvPr>
          <p:cNvSpPr>
            <a:spLocks noGrp="1"/>
          </p:cNvSpPr>
          <p:nvPr/>
        </p:nvSpPr>
        <p:spPr>
          <a:xfrm>
            <a:off x="894743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6" name="data_8767">
            <a:extLst>
              <a:ext uri="{FF2B5EF4-FFF2-40B4-BE49-F238E27FC236}">
                <a16:creationId xmlns:a16="http://schemas.microsoft.com/office/drawing/2014/main" id="{E5006F18-C940-4DE9-80AC-C8187CCE15CB}"/>
              </a:ext>
            </a:extLst>
          </p:cNvPr>
          <p:cNvSpPr>
            <a:spLocks noGrp="1"/>
          </p:cNvSpPr>
          <p:nvPr/>
        </p:nvSpPr>
        <p:spPr>
          <a:xfrm>
            <a:off x="8941044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7" name="data_8768">
            <a:extLst>
              <a:ext uri="{FF2B5EF4-FFF2-40B4-BE49-F238E27FC236}">
                <a16:creationId xmlns:a16="http://schemas.microsoft.com/office/drawing/2014/main" id="{F614EE6A-E6D2-4B58-BB68-5430593E1C39}"/>
              </a:ext>
            </a:extLst>
          </p:cNvPr>
          <p:cNvSpPr>
            <a:spLocks noGrp="1"/>
          </p:cNvSpPr>
          <p:nvPr/>
        </p:nvSpPr>
        <p:spPr>
          <a:xfrm>
            <a:off x="9016211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8" name="data_8769">
            <a:extLst>
              <a:ext uri="{FF2B5EF4-FFF2-40B4-BE49-F238E27FC236}">
                <a16:creationId xmlns:a16="http://schemas.microsoft.com/office/drawing/2014/main" id="{6BCF029C-72DA-42E4-BE5D-600A8081440C}"/>
              </a:ext>
            </a:extLst>
          </p:cNvPr>
          <p:cNvSpPr>
            <a:spLocks noGrp="1"/>
          </p:cNvSpPr>
          <p:nvPr/>
        </p:nvSpPr>
        <p:spPr>
          <a:xfrm>
            <a:off x="89706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9" name="data_8770">
            <a:extLst>
              <a:ext uri="{FF2B5EF4-FFF2-40B4-BE49-F238E27FC236}">
                <a16:creationId xmlns:a16="http://schemas.microsoft.com/office/drawing/2014/main" id="{D21BDB26-FD45-4C8A-A9AC-AE044CA77D05}"/>
              </a:ext>
            </a:extLst>
          </p:cNvPr>
          <p:cNvSpPr>
            <a:spLocks noGrp="1"/>
          </p:cNvSpPr>
          <p:nvPr/>
        </p:nvSpPr>
        <p:spPr>
          <a:xfrm>
            <a:off x="893858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0" name="data_8771">
            <a:extLst>
              <a:ext uri="{FF2B5EF4-FFF2-40B4-BE49-F238E27FC236}">
                <a16:creationId xmlns:a16="http://schemas.microsoft.com/office/drawing/2014/main" id="{D4556EE1-92AD-4F10-A794-96394169A796}"/>
              </a:ext>
            </a:extLst>
          </p:cNvPr>
          <p:cNvSpPr>
            <a:spLocks noGrp="1"/>
          </p:cNvSpPr>
          <p:nvPr/>
        </p:nvSpPr>
        <p:spPr>
          <a:xfrm>
            <a:off x="897746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1" name="data_8772">
            <a:extLst>
              <a:ext uri="{FF2B5EF4-FFF2-40B4-BE49-F238E27FC236}">
                <a16:creationId xmlns:a16="http://schemas.microsoft.com/office/drawing/2014/main" id="{3A2A5DF0-4718-444C-BF01-41595AFCCA5A}"/>
              </a:ext>
            </a:extLst>
          </p:cNvPr>
          <p:cNvSpPr>
            <a:spLocks noGrp="1"/>
          </p:cNvSpPr>
          <p:nvPr/>
        </p:nvSpPr>
        <p:spPr>
          <a:xfrm>
            <a:off x="9010782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2" name="data_8773">
            <a:extLst>
              <a:ext uri="{FF2B5EF4-FFF2-40B4-BE49-F238E27FC236}">
                <a16:creationId xmlns:a16="http://schemas.microsoft.com/office/drawing/2014/main" id="{44C23058-724C-40F9-BAE7-8DF94C0E77DD}"/>
              </a:ext>
            </a:extLst>
          </p:cNvPr>
          <p:cNvSpPr>
            <a:spLocks noGrp="1"/>
          </p:cNvSpPr>
          <p:nvPr/>
        </p:nvSpPr>
        <p:spPr>
          <a:xfrm>
            <a:off x="8983977" y="62701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3" name="data_8774">
            <a:extLst>
              <a:ext uri="{FF2B5EF4-FFF2-40B4-BE49-F238E27FC236}">
                <a16:creationId xmlns:a16="http://schemas.microsoft.com/office/drawing/2014/main" id="{21749926-6476-4E51-BBDE-E1E6506FAB5B}"/>
              </a:ext>
            </a:extLst>
          </p:cNvPr>
          <p:cNvSpPr>
            <a:spLocks noGrp="1"/>
          </p:cNvSpPr>
          <p:nvPr/>
        </p:nvSpPr>
        <p:spPr>
          <a:xfrm>
            <a:off x="8998327" y="61417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4" name="data_8775">
            <a:extLst>
              <a:ext uri="{FF2B5EF4-FFF2-40B4-BE49-F238E27FC236}">
                <a16:creationId xmlns:a16="http://schemas.microsoft.com/office/drawing/2014/main" id="{D08B098C-3FE3-4475-BF51-2C962EF5476B}"/>
              </a:ext>
            </a:extLst>
          </p:cNvPr>
          <p:cNvSpPr>
            <a:spLocks noGrp="1"/>
          </p:cNvSpPr>
          <p:nvPr/>
        </p:nvSpPr>
        <p:spPr>
          <a:xfrm>
            <a:off x="896956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5" name="data_8776">
            <a:extLst>
              <a:ext uri="{FF2B5EF4-FFF2-40B4-BE49-F238E27FC236}">
                <a16:creationId xmlns:a16="http://schemas.microsoft.com/office/drawing/2014/main" id="{55DDF84C-B244-40A1-B87F-8E55B5EB48DD}"/>
              </a:ext>
            </a:extLst>
          </p:cNvPr>
          <p:cNvSpPr>
            <a:spLocks noGrp="1"/>
          </p:cNvSpPr>
          <p:nvPr/>
        </p:nvSpPr>
        <p:spPr>
          <a:xfrm>
            <a:off x="8958498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6" name="data_8777">
            <a:extLst>
              <a:ext uri="{FF2B5EF4-FFF2-40B4-BE49-F238E27FC236}">
                <a16:creationId xmlns:a16="http://schemas.microsoft.com/office/drawing/2014/main" id="{EF53D96A-6387-4D68-8869-BDD342A9E584}"/>
              </a:ext>
            </a:extLst>
          </p:cNvPr>
          <p:cNvSpPr>
            <a:spLocks noGrp="1"/>
          </p:cNvSpPr>
          <p:nvPr/>
        </p:nvSpPr>
        <p:spPr>
          <a:xfrm>
            <a:off x="8992089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7" name="data_8778">
            <a:extLst>
              <a:ext uri="{FF2B5EF4-FFF2-40B4-BE49-F238E27FC236}">
                <a16:creationId xmlns:a16="http://schemas.microsoft.com/office/drawing/2014/main" id="{5F0FDFCB-C566-4810-A2AB-8FC5AE601AEE}"/>
              </a:ext>
            </a:extLst>
          </p:cNvPr>
          <p:cNvSpPr>
            <a:spLocks noGrp="1"/>
          </p:cNvSpPr>
          <p:nvPr/>
        </p:nvSpPr>
        <p:spPr>
          <a:xfrm>
            <a:off x="8934920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8" name="data_8779">
            <a:extLst>
              <a:ext uri="{FF2B5EF4-FFF2-40B4-BE49-F238E27FC236}">
                <a16:creationId xmlns:a16="http://schemas.microsoft.com/office/drawing/2014/main" id="{1916512D-0279-4D91-83B9-DB3399863BAD}"/>
              </a:ext>
            </a:extLst>
          </p:cNvPr>
          <p:cNvSpPr>
            <a:spLocks noGrp="1"/>
          </p:cNvSpPr>
          <p:nvPr/>
        </p:nvSpPr>
        <p:spPr>
          <a:xfrm>
            <a:off x="8966255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9" name="data_8780">
            <a:extLst>
              <a:ext uri="{FF2B5EF4-FFF2-40B4-BE49-F238E27FC236}">
                <a16:creationId xmlns:a16="http://schemas.microsoft.com/office/drawing/2014/main" id="{9A0536EE-B578-42CF-95FD-1BCCDD376FD2}"/>
              </a:ext>
            </a:extLst>
          </p:cNvPr>
          <p:cNvSpPr>
            <a:spLocks noGrp="1"/>
          </p:cNvSpPr>
          <p:nvPr/>
        </p:nvSpPr>
        <p:spPr>
          <a:xfrm>
            <a:off x="8994957" y="49856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0" name="data_8781">
            <a:extLst>
              <a:ext uri="{FF2B5EF4-FFF2-40B4-BE49-F238E27FC236}">
                <a16:creationId xmlns:a16="http://schemas.microsoft.com/office/drawing/2014/main" id="{877991FB-9D21-4974-B49E-EAC8B0B70E10}"/>
              </a:ext>
            </a:extLst>
          </p:cNvPr>
          <p:cNvSpPr>
            <a:spLocks noGrp="1"/>
          </p:cNvSpPr>
          <p:nvPr/>
        </p:nvSpPr>
        <p:spPr>
          <a:xfrm>
            <a:off x="900615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1" name="data_8782">
            <a:extLst>
              <a:ext uri="{FF2B5EF4-FFF2-40B4-BE49-F238E27FC236}">
                <a16:creationId xmlns:a16="http://schemas.microsoft.com/office/drawing/2014/main" id="{09FBA6A3-D8C7-449E-8977-8E0323BF06B0}"/>
              </a:ext>
            </a:extLst>
          </p:cNvPr>
          <p:cNvSpPr>
            <a:spLocks noGrp="1"/>
          </p:cNvSpPr>
          <p:nvPr/>
        </p:nvSpPr>
        <p:spPr>
          <a:xfrm>
            <a:off x="5571860" y="4887803"/>
            <a:ext cx="191" cy="2042376"/>
          </a:xfrm>
          <a:custGeom>
            <a:pathLst>
              <a:path w="191" h="2042376">
                <a:moveTo>
                  <a:pt x="0" y="2042376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6032" name="data_8783">
            <a:extLst>
              <a:ext uri="{FF2B5EF4-FFF2-40B4-BE49-F238E27FC236}">
                <a16:creationId xmlns:a16="http://schemas.microsoft.com/office/drawing/2014/main" id="{C3CA6E9E-240D-46A3-89F8-717A21F029DA}"/>
              </a:ext>
            </a:extLst>
          </p:cNvPr>
          <p:cNvSpPr>
            <a:spLocks noGrp="1"/>
          </p:cNvSpPr>
          <p:nvPr/>
        </p:nvSpPr>
        <p:spPr>
          <a:xfrm>
            <a:off x="5571860" y="6930178"/>
            <a:ext cx="3579283" cy="191"/>
          </a:xfrm>
          <a:custGeom>
            <a:pathLst>
              <a:path w="3579283" h="191">
                <a:moveTo>
                  <a:pt x="0" y="0"/>
                </a:moveTo>
                <a:lnTo>
                  <a:pt x="357928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6033" name="text_8784">
            <a:extLst>
              <a:ext uri="{FF2B5EF4-FFF2-40B4-BE49-F238E27FC236}">
                <a16:creationId xmlns:a16="http://schemas.microsoft.com/office/drawing/2014/main" id="{B25CD1C8-3A7E-4282-AB98-C31293473875}"/>
              </a:ext>
            </a:extLst>
          </p:cNvPr>
          <p:cNvSpPr>
            <a:spLocks noGrp="1"/>
          </p:cNvSpPr>
          <p:nvPr/>
        </p:nvSpPr>
        <p:spPr>
          <a:xfrm rot="0">
            <a:off x="5093031" y="457440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6034" name="text_8785">
            <a:extLst>
              <a:ext uri="{FF2B5EF4-FFF2-40B4-BE49-F238E27FC236}">
                <a16:creationId xmlns:a16="http://schemas.microsoft.com/office/drawing/2014/main" id="{05D11429-B2D8-434E-B5C4-8B006A4991DE}"/>
              </a:ext>
            </a:extLst>
          </p:cNvPr>
          <p:cNvSpPr>
            <a:spLocks noGrp="1"/>
          </p:cNvSpPr>
          <p:nvPr/>
        </p:nvSpPr>
        <p:spPr>
          <a:xfrm rot="0">
            <a:off x="5571860" y="459697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6035" name="data_8786">
            <a:extLst>
              <a:ext uri="{FF2B5EF4-FFF2-40B4-BE49-F238E27FC236}">
                <a16:creationId xmlns:a16="http://schemas.microsoft.com/office/drawing/2014/main" id="{2B055BCE-959B-4111-9374-8D47C5D69B7B}"/>
              </a:ext>
            </a:extLst>
          </p:cNvPr>
          <p:cNvSpPr>
            <a:spLocks noGrp="1"/>
          </p:cNvSpPr>
          <p:nvPr/>
        </p:nvSpPr>
        <p:spPr>
          <a:xfrm>
            <a:off x="5720997" y="6887060"/>
            <a:ext cx="191" cy="43119"/>
          </a:xfrm>
          <a:custGeom>
            <a:pathLst>
              <a:path w="191" h="43119">
                <a:moveTo>
                  <a:pt x="0" y="43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36" name="data_8787">
            <a:extLst>
              <a:ext uri="{FF2B5EF4-FFF2-40B4-BE49-F238E27FC236}">
                <a16:creationId xmlns:a16="http://schemas.microsoft.com/office/drawing/2014/main" id="{721D31F6-7AB9-47CD-B7F4-8A94864D56D6}"/>
              </a:ext>
            </a:extLst>
          </p:cNvPr>
          <p:cNvSpPr>
            <a:spLocks noGrp="1"/>
          </p:cNvSpPr>
          <p:nvPr/>
        </p:nvSpPr>
        <p:spPr>
          <a:xfrm>
            <a:off x="5950438" y="5003409"/>
            <a:ext cx="191" cy="1445077"/>
          </a:xfrm>
          <a:custGeom>
            <a:pathLst>
              <a:path w="191" h="1445077">
                <a:moveTo>
                  <a:pt x="0" y="1445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37" name="data_8788">
            <a:extLst>
              <a:ext uri="{FF2B5EF4-FFF2-40B4-BE49-F238E27FC236}">
                <a16:creationId xmlns:a16="http://schemas.microsoft.com/office/drawing/2014/main" id="{B043A7D9-AF37-4BB6-9C62-F6F8183872BF}"/>
              </a:ext>
            </a:extLst>
          </p:cNvPr>
          <p:cNvSpPr>
            <a:spLocks noGrp="1"/>
          </p:cNvSpPr>
          <p:nvPr/>
        </p:nvSpPr>
        <p:spPr>
          <a:xfrm>
            <a:off x="6179880" y="5003409"/>
            <a:ext cx="191" cy="891829"/>
          </a:xfrm>
          <a:custGeom>
            <a:pathLst>
              <a:path w="191" h="891829">
                <a:moveTo>
                  <a:pt x="0" y="89182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38" name="data_8789">
            <a:extLst>
              <a:ext uri="{FF2B5EF4-FFF2-40B4-BE49-F238E27FC236}">
                <a16:creationId xmlns:a16="http://schemas.microsoft.com/office/drawing/2014/main" id="{E440FA52-CD33-4C12-9550-7D127851A02F}"/>
              </a:ext>
            </a:extLst>
          </p:cNvPr>
          <p:cNvSpPr>
            <a:spLocks noGrp="1"/>
          </p:cNvSpPr>
          <p:nvPr/>
        </p:nvSpPr>
        <p:spPr>
          <a:xfrm>
            <a:off x="6661706" y="5003409"/>
            <a:ext cx="191" cy="1926770"/>
          </a:xfrm>
          <a:custGeom>
            <a:pathLst>
              <a:path w="191" h="1926770">
                <a:moveTo>
                  <a:pt x="0" y="192677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39" name="data_8790">
            <a:extLst>
              <a:ext uri="{FF2B5EF4-FFF2-40B4-BE49-F238E27FC236}">
                <a16:creationId xmlns:a16="http://schemas.microsoft.com/office/drawing/2014/main" id="{A063FC49-2DD2-499C-8602-39D998F78D11}"/>
              </a:ext>
            </a:extLst>
          </p:cNvPr>
          <p:cNvSpPr>
            <a:spLocks noGrp="1"/>
          </p:cNvSpPr>
          <p:nvPr/>
        </p:nvSpPr>
        <p:spPr>
          <a:xfrm>
            <a:off x="6891148" y="5003409"/>
            <a:ext cx="191" cy="1685923"/>
          </a:xfrm>
          <a:custGeom>
            <a:pathLst>
              <a:path w="191" h="1685923">
                <a:moveTo>
                  <a:pt x="0" y="16859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0" name="data_8791">
            <a:extLst>
              <a:ext uri="{FF2B5EF4-FFF2-40B4-BE49-F238E27FC236}">
                <a16:creationId xmlns:a16="http://schemas.microsoft.com/office/drawing/2014/main" id="{34EE16FF-7B81-48BA-AF82-58C75DD46871}"/>
              </a:ext>
            </a:extLst>
          </p:cNvPr>
          <p:cNvSpPr>
            <a:spLocks noGrp="1"/>
          </p:cNvSpPr>
          <p:nvPr/>
        </p:nvSpPr>
        <p:spPr>
          <a:xfrm>
            <a:off x="7120589" y="5003409"/>
            <a:ext cx="191" cy="1404936"/>
          </a:xfrm>
          <a:custGeom>
            <a:pathLst>
              <a:path w="191" h="1404936">
                <a:moveTo>
                  <a:pt x="0" y="140493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1" name="data_8792">
            <a:extLst>
              <a:ext uri="{FF2B5EF4-FFF2-40B4-BE49-F238E27FC236}">
                <a16:creationId xmlns:a16="http://schemas.microsoft.com/office/drawing/2014/main" id="{83EFBFA3-FD4A-4022-8DF4-48B5C42C3C4D}"/>
              </a:ext>
            </a:extLst>
          </p:cNvPr>
          <p:cNvSpPr>
            <a:spLocks noGrp="1"/>
          </p:cNvSpPr>
          <p:nvPr/>
        </p:nvSpPr>
        <p:spPr>
          <a:xfrm>
            <a:off x="7602415" y="6907341"/>
            <a:ext cx="191" cy="22837"/>
          </a:xfrm>
          <a:custGeom>
            <a:pathLst>
              <a:path w="191" h="22837">
                <a:moveTo>
                  <a:pt x="0" y="2283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42" name="data_8793">
            <a:extLst>
              <a:ext uri="{FF2B5EF4-FFF2-40B4-BE49-F238E27FC236}">
                <a16:creationId xmlns:a16="http://schemas.microsoft.com/office/drawing/2014/main" id="{2FB8ECD1-7E7F-4DDB-9101-1752A15698B9}"/>
              </a:ext>
            </a:extLst>
          </p:cNvPr>
          <p:cNvSpPr>
            <a:spLocks noGrp="1"/>
          </p:cNvSpPr>
          <p:nvPr/>
        </p:nvSpPr>
        <p:spPr>
          <a:xfrm>
            <a:off x="7831857" y="5003409"/>
            <a:ext cx="191" cy="1926770"/>
          </a:xfrm>
          <a:custGeom>
            <a:pathLst>
              <a:path w="191" h="1926770">
                <a:moveTo>
                  <a:pt x="0" y="192677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3" name="data_8794">
            <a:extLst>
              <a:ext uri="{FF2B5EF4-FFF2-40B4-BE49-F238E27FC236}">
                <a16:creationId xmlns:a16="http://schemas.microsoft.com/office/drawing/2014/main" id="{64F47268-C113-4E67-83E2-FBBC7E03BA82}"/>
              </a:ext>
            </a:extLst>
          </p:cNvPr>
          <p:cNvSpPr>
            <a:spLocks noGrp="1"/>
          </p:cNvSpPr>
          <p:nvPr/>
        </p:nvSpPr>
        <p:spPr>
          <a:xfrm>
            <a:off x="8061298" y="5003409"/>
            <a:ext cx="191" cy="1649796"/>
          </a:xfrm>
          <a:custGeom>
            <a:pathLst>
              <a:path w="191" h="1649796">
                <a:moveTo>
                  <a:pt x="0" y="164979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4" name="data_8795">
            <a:extLst>
              <a:ext uri="{FF2B5EF4-FFF2-40B4-BE49-F238E27FC236}">
                <a16:creationId xmlns:a16="http://schemas.microsoft.com/office/drawing/2014/main" id="{77C5351E-18E2-4946-A3FB-37B46AE4CD2A}"/>
              </a:ext>
            </a:extLst>
          </p:cNvPr>
          <p:cNvSpPr>
            <a:spLocks noGrp="1"/>
          </p:cNvSpPr>
          <p:nvPr/>
        </p:nvSpPr>
        <p:spPr>
          <a:xfrm>
            <a:off x="8543124" y="5597496"/>
            <a:ext cx="191" cy="1332682"/>
          </a:xfrm>
          <a:custGeom>
            <a:pathLst>
              <a:path w="191" h="1332682">
                <a:moveTo>
                  <a:pt x="0" y="1332682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45" name="data_8796">
            <a:extLst>
              <a:ext uri="{FF2B5EF4-FFF2-40B4-BE49-F238E27FC236}">
                <a16:creationId xmlns:a16="http://schemas.microsoft.com/office/drawing/2014/main" id="{B808F711-574B-412A-9967-D01915A34A08}"/>
              </a:ext>
            </a:extLst>
          </p:cNvPr>
          <p:cNvSpPr>
            <a:spLocks noGrp="1"/>
          </p:cNvSpPr>
          <p:nvPr/>
        </p:nvSpPr>
        <p:spPr>
          <a:xfrm>
            <a:off x="8772566" y="5003409"/>
            <a:ext cx="191" cy="1926770"/>
          </a:xfrm>
          <a:custGeom>
            <a:pathLst>
              <a:path w="191" h="1926770">
                <a:moveTo>
                  <a:pt x="0" y="192677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6" name="data_8797">
            <a:extLst>
              <a:ext uri="{FF2B5EF4-FFF2-40B4-BE49-F238E27FC236}">
                <a16:creationId xmlns:a16="http://schemas.microsoft.com/office/drawing/2014/main" id="{6384B664-7F06-41CD-96BD-1840E2DA5591}"/>
              </a:ext>
            </a:extLst>
          </p:cNvPr>
          <p:cNvSpPr>
            <a:spLocks noGrp="1"/>
          </p:cNvSpPr>
          <p:nvPr/>
        </p:nvSpPr>
        <p:spPr>
          <a:xfrm>
            <a:off x="9002007" y="5003409"/>
            <a:ext cx="191" cy="1865602"/>
          </a:xfrm>
          <a:custGeom>
            <a:pathLst>
              <a:path w="191" h="1865602">
                <a:moveTo>
                  <a:pt x="0" y="1865602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7" name="data_8798">
            <a:extLst>
              <a:ext uri="{FF2B5EF4-FFF2-40B4-BE49-F238E27FC236}">
                <a16:creationId xmlns:a16="http://schemas.microsoft.com/office/drawing/2014/main" id="{4F2FD9B6-9B56-4894-B3C4-BB9DA5C659B5}"/>
              </a:ext>
            </a:extLst>
          </p:cNvPr>
          <p:cNvSpPr>
            <a:spLocks noGrp="1"/>
          </p:cNvSpPr>
          <p:nvPr/>
        </p:nvSpPr>
        <p:spPr>
          <a:xfrm>
            <a:off x="5685528" y="688135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48" name="data_8799">
            <a:extLst>
              <a:ext uri="{FF2B5EF4-FFF2-40B4-BE49-F238E27FC236}">
                <a16:creationId xmlns:a16="http://schemas.microsoft.com/office/drawing/2014/main" id="{67AC631E-AEBD-48CB-8CC7-52E522962D36}"/>
              </a:ext>
            </a:extLst>
          </p:cNvPr>
          <p:cNvSpPr>
            <a:spLocks noGrp="1"/>
          </p:cNvSpPr>
          <p:nvPr/>
        </p:nvSpPr>
        <p:spPr>
          <a:xfrm>
            <a:off x="5914970" y="561019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49" name="data_8800">
            <a:extLst>
              <a:ext uri="{FF2B5EF4-FFF2-40B4-BE49-F238E27FC236}">
                <a16:creationId xmlns:a16="http://schemas.microsoft.com/office/drawing/2014/main" id="{DFA0EF97-491F-434F-B84D-F8B631B131DA}"/>
              </a:ext>
            </a:extLst>
          </p:cNvPr>
          <p:cNvSpPr>
            <a:spLocks noGrp="1"/>
          </p:cNvSpPr>
          <p:nvPr/>
        </p:nvSpPr>
        <p:spPr>
          <a:xfrm>
            <a:off x="6144411" y="496794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0" name="data_8801">
            <a:extLst>
              <a:ext uri="{FF2B5EF4-FFF2-40B4-BE49-F238E27FC236}">
                <a16:creationId xmlns:a16="http://schemas.microsoft.com/office/drawing/2014/main" id="{D5DEC00E-99BF-49E0-9333-3435C6BEC36E}"/>
              </a:ext>
            </a:extLst>
          </p:cNvPr>
          <p:cNvSpPr>
            <a:spLocks noGrp="1"/>
          </p:cNvSpPr>
          <p:nvPr/>
        </p:nvSpPr>
        <p:spPr>
          <a:xfrm>
            <a:off x="6626237" y="577076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1" name="data_8802">
            <a:extLst>
              <a:ext uri="{FF2B5EF4-FFF2-40B4-BE49-F238E27FC236}">
                <a16:creationId xmlns:a16="http://schemas.microsoft.com/office/drawing/2014/main" id="{C50976E0-A2B7-4387-82C6-28B46AA42A5B}"/>
              </a:ext>
            </a:extLst>
          </p:cNvPr>
          <p:cNvSpPr>
            <a:spLocks noGrp="1"/>
          </p:cNvSpPr>
          <p:nvPr/>
        </p:nvSpPr>
        <p:spPr>
          <a:xfrm>
            <a:off x="6855679" y="524892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2" name="data_8803">
            <a:extLst>
              <a:ext uri="{FF2B5EF4-FFF2-40B4-BE49-F238E27FC236}">
                <a16:creationId xmlns:a16="http://schemas.microsoft.com/office/drawing/2014/main" id="{D55E392C-DA90-4F1F-A83C-398FA7F17422}"/>
              </a:ext>
            </a:extLst>
          </p:cNvPr>
          <p:cNvSpPr>
            <a:spLocks noGrp="1"/>
          </p:cNvSpPr>
          <p:nvPr/>
        </p:nvSpPr>
        <p:spPr>
          <a:xfrm>
            <a:off x="7085120" y="496794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3" name="data_8804">
            <a:extLst>
              <a:ext uri="{FF2B5EF4-FFF2-40B4-BE49-F238E27FC236}">
                <a16:creationId xmlns:a16="http://schemas.microsoft.com/office/drawing/2014/main" id="{F24FFF5E-40D5-47BC-BB83-D4C01934C68E}"/>
              </a:ext>
            </a:extLst>
          </p:cNvPr>
          <p:cNvSpPr>
            <a:spLocks noGrp="1"/>
          </p:cNvSpPr>
          <p:nvPr/>
        </p:nvSpPr>
        <p:spPr>
          <a:xfrm>
            <a:off x="7566947" y="689084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4" name="data_8805">
            <a:extLst>
              <a:ext uri="{FF2B5EF4-FFF2-40B4-BE49-F238E27FC236}">
                <a16:creationId xmlns:a16="http://schemas.microsoft.com/office/drawing/2014/main" id="{08E1F4F2-D750-40C2-9B39-CF99F3260CBF}"/>
              </a:ext>
            </a:extLst>
          </p:cNvPr>
          <p:cNvSpPr>
            <a:spLocks noGrp="1"/>
          </p:cNvSpPr>
          <p:nvPr/>
        </p:nvSpPr>
        <p:spPr>
          <a:xfrm>
            <a:off x="7796388" y="593132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5" name="data_8806">
            <a:extLst>
              <a:ext uri="{FF2B5EF4-FFF2-40B4-BE49-F238E27FC236}">
                <a16:creationId xmlns:a16="http://schemas.microsoft.com/office/drawing/2014/main" id="{EAD2203F-E04D-4D19-880C-B38E2A13FC22}"/>
              </a:ext>
            </a:extLst>
          </p:cNvPr>
          <p:cNvSpPr>
            <a:spLocks noGrp="1"/>
          </p:cNvSpPr>
          <p:nvPr/>
        </p:nvSpPr>
        <p:spPr>
          <a:xfrm>
            <a:off x="8025829" y="546230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6" name="data_8807">
            <a:extLst>
              <a:ext uri="{FF2B5EF4-FFF2-40B4-BE49-F238E27FC236}">
                <a16:creationId xmlns:a16="http://schemas.microsoft.com/office/drawing/2014/main" id="{AAE890B3-AFD0-4CB9-8297-841EF99BF1FD}"/>
              </a:ext>
            </a:extLst>
          </p:cNvPr>
          <p:cNvSpPr>
            <a:spLocks noGrp="1"/>
          </p:cNvSpPr>
          <p:nvPr/>
        </p:nvSpPr>
        <p:spPr>
          <a:xfrm>
            <a:off x="8507656" y="666724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7" name="data_8808">
            <a:extLst>
              <a:ext uri="{FF2B5EF4-FFF2-40B4-BE49-F238E27FC236}">
                <a16:creationId xmlns:a16="http://schemas.microsoft.com/office/drawing/2014/main" id="{FE7235F1-B734-436F-A143-3F60036A2C1B}"/>
              </a:ext>
            </a:extLst>
          </p:cNvPr>
          <p:cNvSpPr>
            <a:spLocks noGrp="1"/>
          </p:cNvSpPr>
          <p:nvPr/>
        </p:nvSpPr>
        <p:spPr>
          <a:xfrm>
            <a:off x="8737097" y="561019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8" name="data_8809">
            <a:extLst>
              <a:ext uri="{FF2B5EF4-FFF2-40B4-BE49-F238E27FC236}">
                <a16:creationId xmlns:a16="http://schemas.microsoft.com/office/drawing/2014/main" id="{1416A731-BFC6-4504-BDD1-BE151D0AA309}"/>
              </a:ext>
            </a:extLst>
          </p:cNvPr>
          <p:cNvSpPr>
            <a:spLocks noGrp="1"/>
          </p:cNvSpPr>
          <p:nvPr/>
        </p:nvSpPr>
        <p:spPr>
          <a:xfrm>
            <a:off x="8966538" y="496794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9" name="data_8810">
            <a:extLst>
              <a:ext uri="{FF2B5EF4-FFF2-40B4-BE49-F238E27FC236}">
                <a16:creationId xmlns:a16="http://schemas.microsoft.com/office/drawing/2014/main" id="{890381E6-61E4-4CC3-9128-D2AF9D0171E3}"/>
              </a:ext>
            </a:extLst>
          </p:cNvPr>
          <p:cNvSpPr>
            <a:spLocks noGrp="1"/>
          </p:cNvSpPr>
          <p:nvPr/>
        </p:nvSpPr>
        <p:spPr>
          <a:xfrm>
            <a:off x="2711784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6060" name="text_8811">
            <a:extLst>
              <a:ext uri="{FF2B5EF4-FFF2-40B4-BE49-F238E27FC236}">
                <a16:creationId xmlns:a16="http://schemas.microsoft.com/office/drawing/2014/main" id="{6F289973-DE5B-471C-B599-7FF2C9E98E74}"/>
              </a:ext>
            </a:extLst>
          </p:cNvPr>
          <p:cNvSpPr>
            <a:spLocks noGrp="1"/>
          </p:cNvSpPr>
          <p:nvPr/>
        </p:nvSpPr>
        <p:spPr>
          <a:xfrm rot="0">
            <a:off x="2981347" y="938483"/>
            <a:ext cx="13286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 (no level)</a:t>
            </a:r>
          </a:p>
        </p:txBody>
      </p:sp>
      <p:sp>
        <p:nvSpPr>
          <p:cNvPr id="6061" name="data_8812">
            <a:extLst>
              <a:ext uri="{FF2B5EF4-FFF2-40B4-BE49-F238E27FC236}">
                <a16:creationId xmlns:a16="http://schemas.microsoft.com/office/drawing/2014/main" id="{9599D8CD-4C96-48E6-B154-3236EA075110}"/>
              </a:ext>
            </a:extLst>
          </p:cNvPr>
          <p:cNvSpPr>
            <a:spLocks noGrp="1"/>
          </p:cNvSpPr>
          <p:nvPr/>
        </p:nvSpPr>
        <p:spPr>
          <a:xfrm>
            <a:off x="4462851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6062" name="text_8813">
            <a:extLst>
              <a:ext uri="{FF2B5EF4-FFF2-40B4-BE49-F238E27FC236}">
                <a16:creationId xmlns:a16="http://schemas.microsoft.com/office/drawing/2014/main" id="{E3D4BE7A-FC42-46A3-95A3-E2EFCAA2E430}"/>
              </a:ext>
            </a:extLst>
          </p:cNvPr>
          <p:cNvSpPr>
            <a:spLocks noGrp="1"/>
          </p:cNvSpPr>
          <p:nvPr/>
        </p:nvSpPr>
        <p:spPr>
          <a:xfrm rot="0">
            <a:off x="4732414" y="9384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6063" name="data_8814">
            <a:extLst>
              <a:ext uri="{FF2B5EF4-FFF2-40B4-BE49-F238E27FC236}">
                <a16:creationId xmlns:a16="http://schemas.microsoft.com/office/drawing/2014/main" id="{097344E6-086B-4E1F-9D75-7A5FB41177B5}"/>
              </a:ext>
            </a:extLst>
          </p:cNvPr>
          <p:cNvSpPr>
            <a:spLocks noGrp="1"/>
          </p:cNvSpPr>
          <p:nvPr/>
        </p:nvSpPr>
        <p:spPr>
          <a:xfrm>
            <a:off x="6114916" y="950614"/>
            <a:ext cx="161738" cy="94347"/>
          </a:xfrm>
          <a:custGeom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6064" name="text_8815">
            <a:extLst>
              <a:ext uri="{FF2B5EF4-FFF2-40B4-BE49-F238E27FC236}">
                <a16:creationId xmlns:a16="http://schemas.microsoft.com/office/drawing/2014/main" id="{A05B701A-8569-4C78-B21D-EAC6FA921115}"/>
              </a:ext>
            </a:extLst>
          </p:cNvPr>
          <p:cNvSpPr>
            <a:spLocks noGrp="1"/>
          </p:cNvSpPr>
          <p:nvPr/>
        </p:nvSpPr>
        <p:spPr>
          <a:xfrm rot="0">
            <a:off x="6384480" y="93848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865523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10934</TotalTime>
  <Words>13398</Words>
  <Application>Microsoft Office PowerPoint</Application>
  <DocSecurity>0</DocSecurity>
  <PresentationFormat>自定义</PresentationFormat>
  <Paragraphs>1654</Paragraphs>
  <Slides>31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Arial</vt:lpstr>
      <vt:lpstr>Calibri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42</cp:revision>
  <dcterms:created xsi:type="dcterms:W3CDTF">2026-09-23T07:01:10Z</dcterms:created>
  <dcterms:modified xsi:type="dcterms:W3CDTF">2026-10-30T03:27:10Z</dcterms:modified>
</cp:coreProperties>
</file>